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3: Pengolah Dokumen — Proyek: Buku Digital Adab Santri
Terdiri dari 3 pertemuan (Pertemuan 7–9),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Pakai akun Google kelas seperti di Modul 2. Ingatkan santri untuk Sign out setiap selesai.
- Pertemuan 8: siapkan beberapa gambar bertema pesantren di Google Drive akun kelas (misalnya foto masjid, buku, atau ilustrasi), agar santri tidak perlu mencari gambar di internet.
- Pertemuan 9: buat satu dokumen Google Docs berjudul "Buku Digital Adab Santri" di akun guru, buat halaman sampul, lalu bagikan (Share) ke akun-akun kelas sebagai Editor. Siapkan daftar tema bab: adab makan, adab tidur, adab belajar, adab di masjid, adab kepada guru, adab kepada teman.
CATATAN
Tampilan Google Docs mengikuti bahasa Inggris. Terjemahan: Insert = Sisipkan, Format = Format, Table = Tabel, Image = Gambar, Heading = Judul, Normal text = Teks normal, Page break = Jeda halaman, Table of contents = Daftar isi, Share = Bagikan.
Bila tampilan Google Docs sedikit berbeda karena pembaruan, letak menu utamanya (Insert, Format, dan toolbar) tetap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ke-7, dengan judul "Mengenal Google Docs". Kita akan belajar membuat dokumen digital yang rapi dengan Google Docs.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Di Modul 2 kita sudah belajar menyimpan file di Google Drive. Siapa yang ingat, apa yang wajib dilakukan setelah selesai memakai akun di komputer bersama?
(Tunggu jawaban: Sign out.)
Sekarang pertanyaan hari ini. Coba pikirkan sejenak:
"Mana yang lebih enak dibaca: tulisan rapi dengan judul jelas, atau tulisan panjang tanpa jarak?"
(Beri waktu 1 menit. Minta 2–3 santri menjawab. Hargai semua jawaban.)
Tentu tulisan yang rapi. Judul yang jelas, paragraf yang teratur, dan kata penting yang ditebalkan membuat pembaca cepat memahami isi tulisan. Hari ini kita belajar membuat tulisan digital yang rapi dengan Google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Pengolah kata adalah aplikasi untuk menulis dokumen, seperti surat, laporan, makalah, dan buku. Di Modul 1 kita sudah mengenal Notepad. Notepad hanya bisa menulis tulisan polos, tanpa huruf tebal, tanpa gambar, tanpa tabel.
Hari ini kita memakai aplikasi yang lebih lengkap, yaitu GOOGLE DOCS. Google Docs adalah aplikasi pengolah kata gratis dari Google. Kita tidak perlu memasangnya di komputer, cukup dibuka lewat browser.
Ada tiga keistimewaan Google Docs.
Pertama, tersimpan otomatis. Setiap huruf yang kita ketik langsung tersimpan ke Google Drive. Tidak perlu menekan tombol Save.
Kedua, bisa dibuka dari mana saja, dari komputer pesantren, laptop, atau HP, asalkan masuk dengan akun yang sama.
Ketiga, bisa ditulis bersama. Beberapa orang bisa menulis di satu dokumen pada waktu yang sama. Kita akan memakai keistimewaan ini untuk membuat buku digital bersama di pertemuan 9.
Selain Google Docs, ada juga Microsoft Word yang sangat terkenal. Cara pakainya mirip, sehingga yang kalian pelajari hari ini juga berguna jika nanti memakai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tampilan Google Docs di layar. Ada empat bagian penting.
Nomor 1, NAMA DOKUMEN, di pojok kiri atas. Awalnya tertulis Untitled document, artinya dokumen tanpa judul. Kita wajib menggantinya dengan nama yang jelas.
Nomor 2, MENU, berisi File, Edit, View, Insert, Format, dan Tools. Menu Insert, artinya sisipkan, dipakai untuk memasukkan tabel dan gambar. Menu Format untuk mengatur tampilan.
Nomor 3, TOOLBAR, yaitu deretan tombol untuk memformat tulisan dengan cepat: gaya judul, jenis huruf, ukuran huruf, tombol B untuk tebal, I untuk miring, U untuk garis bawah, tombol perataan, dan tombol daftar.
Nomor 4, HALAMAN, yaitu kertas putih tempat kita menulis. Di sinilah kita mengetik.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pelajari cara memformat tulisan, artinya mengatur tampilannya agar rapi.
Yang pertama, GAYA TEKS. Ada Title untuk judul utama dokumen, Heading 1 untuk judul bab, Heading 2 untuk sub-bab, dan Normal text untuk isi tulisan biasa. Memakai gaya teks membuat dokumen seragam, dan nanti daftar isi bisa dibuat otomatis.
Yang kedua, JENIS DAN UKURAN HURUF. Pilih jenis huruf yang mudah dibaca, seperti Arial. Ukuran untuk isi cukup 11 atau 12. Judul boleh lebih besar.
Yang ketiga, tombol B, I, dan U. B dari kata bold, artinya tebal. I dari kata italic, artinya miring. U dari kata underline, artinya bergaris bawah. Gunakan huruf tebal untuk kata-kata penting, tetapi jangan terlalu banyak.
Yang keempat, PERATAAN. Rata kiri untuk isi tulisan, rata tengah untuk judul, dan rata kiri-kanan untuk paragraf panjang agar tampak seperti buku.
Yang kelima, DAFTAR. Daftar bernomor untuk urutan, seperti 1, 2, 3. Daftar berbutir untuk poin-poin yang tidak berurutan.
Yang keenam, UNDO atau Ctrl Z, untuk membatalkan jika salah.
Satu kunci penting: sebelum memformat, kita harus MEMBLOK tulisan dulu, artinya memilih tulisan dengan cara menekan tombol kiri mouse lalu menyeretnya di atas tulisan. Tulisan yang terblok akan berwarna biru muda.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membuat dokumen berjudul Adab Menuntut Ilmu. Masuk ke akun Google kelas, lalu ikuti gambar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klik kolom alamat, ketik docs.google.com, lalu tekan Enter. Jika diminta masuk, masukkan email dan kata sandi akun kelas seperti di pertemuan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halaman utama Google Docs. Di bagian atas ada tulisan Start a new document, artinya mulai dokumen baru.
Klik kotak pertama yang bertanda tambah berwarna, bertuliskan Blank document, artinya dokumen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Dokumen kosong sudah terbuka. Sekarang beri nama. Klik tulisan Untitled document di pojok kiri atas. Hapus tulisannya, lalu ketik Adab, garis bawah, Belajar, garis bawah, nama kalian. Lalu tekan Enter.
Dokumen ini otomatis tersimpan di Google Drive. Kalian tidak perlu menekan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di halaman putih. Ketik judul: Adab Menuntut Ilmu. Lalu tekan Enter untuk pindah ke baris berikutnya.
Tulisan judul masih kecil dan biasa. Kita akan merapikannya di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kita memblok judul. Letakkan kursor mouse tepat di depan huruf A pada kata Adab. Tekan dan tahan tombol kiri mouse, lalu seret ke kanan sampai akhir kata Ilmu. Lepaskan.
Tulisan yang terblok akan berwarna biru muda seperti pada gambar. Artinya tulisan itu sudah terpilih dan siap diformat.
Cara lain: klik tiga kali dengan cepat di atas judul, maka satu baris akan terblok.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Masih dalam keadaan terblok, klik kotak bertuliskan Normal text di toolbar, tanda a. Muncul daftar gaya teks. Klik Title, tanda b.
Judul langsung menjadi besar dan tebal.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Klik tombol rata tengah di toolbar, yang ditandai kotak merah. Ikonnya berupa garis-garis pendek yang tersusun di tengah.
Alhamdulillah, judul kita sudah besar, tebal, dan berada di tengah. Jauh lebih rapi,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di baris kosong di bawah judul. Perhatikan kotak gaya di toolbar: pastikan tertulis Normal text. Jika masih Title, ubah ke Normal text. Klik juga tombol rata kiri.
Lalu ketik kalimat pembuka: Menuntut ilmu adalah ibadah. Berikut adab-adabnya, titik dua. Tekan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Klik tombol daftar bernomor di toolbar, tanda a. Ikonnya bergambar angka 1, 2, 3 dengan garis.
Muncul angka 1. Ketik adab pertama, lalu tekan Enter. Angka 2 muncul otomatis. Ketik adab kedua, dan seterusnya sampai lima adab, tanda b.
Contohnya: ikhlas karena Allah, menghormati guru, datang tepat waktu, mendengarkan dengan tenang, dan mengamalkan ilmu. Kalian boleh menulis adab lain yang kalian ketahui.
Setelah selesai, tekan Enter dua kali untuk mengakhiri daftar.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kesepuluh, langkah terakhir. Kita tebalkan kata-kata penting.
Blok kata Ikhlas, tanda b. Lalu klik tombol B di toolbar, tanda a. Kata Ikhlas menjadi tebal. Cara cepatnya: blok kata, lalu tekan Ctrl dan B.
Lakukan juga untuk satu kata penting di setiap adab. Tetapi jangan terlalu banyak. Jika semua kata ditebalkan, tidak ada lagi yang menonjol.
Alhamdulillah, dokumen pertama kalian sudah jadi. Jangan lupa Sign out setelah selesai.
(Periksa dokumen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tambahkan beberapa hal ke dokumen kalian.
Satu: tambahkan subjudul "Doa Sebelum Belajar" dengan gaya Heading 1.
Dua: tulis arti doa sebelum belajar dalam satu paragraf.
Tiga: tulis satu kalimat nasihat dengan huruf miring, memakai tombol I.
Empat: blok seluruh isi, lalu ubah ukuran hurufnya menjadi 12.
(Beri waktu 10–15 menit.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dokumen diberi nama dengan benar?
- judul memakai gaya Title dan rata tengah?
- ada daftar bernomor 5 adab?
- kata penting dicetak tebal?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fitur format apa yang paling bermanfaat bagimu?
Pertanyaan kedua: mengapa tulisan yang rapi lebih dihargai pembaca?
(Minta 2–3 santri menjawab secara bergantian.)
Pesan adab kita hari ini: menulis dengan rapi adalah bentuk penghormatan kepada pembaca. Para ulama kita dahulu menulis kitab dengan sangat rapi dan indah, sehingga ilmunya terjaga sampai sekarang. Mari kita teladani kesungguhan mereka.
Pekan depan: kita belajar menambahkan tabel dan gambar ke dalam dokumen.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ke-8, dengan judul "Tabel, Gambar &amp; Tata Letak". Kita akan belajar menambahkan tabel dan gambar agar dokumen lebih jelas dan menarik.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dokumen Adab Menuntut Ilmu. Siapa yang ingat, tombol B, I, dan U di toolbar fungsinya apa?
(Tunggu jawaban: B tebal, I miring, U garis bawah.)
Sekarang pertanyaan hari ini. Coba pikirkan sejenak:
"Bagaimana cara menyajikan jadwal harian pesantren agar mudah dibaca?"
(Beri waktu 1 menit. Minta 2–3 santri menjawab. Hargai semua jawaban.)
Jadwal akan sangat mudah dibaca jika disusun dalam kolom-kolom: waktu, kegiatan, dan tempat. Susunan seperti itu disebut TABEL. Hari ini kita belajar membuat tabel dan menambahkan gambar ke dalam dokumen.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adalah susunan data dalam bentuk kotak-kotak yang teratur. Perhatikan contoh tabel jadwal harian di layar.
Tabel memiliki tiga bagian.
Pertama, KOLOM, yaitu susunan tegak dari atas ke bawah. Tabel ini punya tiga kolom: Waktu, Kegiatan, dan Tempat.
Kedua, BARIS, yaitu susunan mendatar dari kiri ke kanan. Setiap baris berisi satu kegiatan. Baris paling atas yang berwarna hijau disebut BARIS JUDUL. Baris judul menjelaskan isi setiap kolom.
Ketiga, SEL, yaitu satu kotak tempat bertemunya baris dan kolom. Setiap sel berisi satu data, misalnya angka 04.30.
Dengan tabel, kita bisa langsung tahu: pukul 04.30 kegiatannya sholat Subuh berjamaah di masjid. Bandingkan jika jadwal itu ditulis dalam paragraf panjang, pasti lebih sulit dibaca.
Kapan kita memakai tabel? Ketika ada data yang bisa dikelompokkan, seperti jadwal, daftar nilai, daftar nama, atau daftar piket.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Selain tabel, dokumen menjadi lebih menarik dengan gambar. Ada empat hal yang perlu kita ketahui.
Pertama, MENYISIPKAN GAMBAR. Caranya melalui menu Insert, lalu Image. Gambar bisa diambil dari Google Drive, dari komputer, atau dari pencarian di internet.
Kedua, MENGUBAH UKURAN. Klik gambar sekali, maka muncul kotak biru dengan titik-titik kecil di setiap pojok. Seret titik di pojok untuk membesarkan atau mengecilkan gambar. Selalu gunakan titik di POJOK agar gambar tidak menjadi gepeng.
Ketiga, POSISI GAMBAR. Ada tiga pilihan. In line artinya gambar berada sejajar dengan baris tulisan. Wrap text artinya tulisan mengelilingi gambar. Break text artinya gambar berdiri sendiri, dengan tulisan di atas dan di bawahnya. Untuk pemula, Break text paling mudah dirapikan.
Keempat, GAMBAR YANG TEPAT. Pilih gambar yang sesuai dengan isi tulisan, sopan, sesuai adab pesantren, cukup jelas, dan boleh digunakan. Jangan asal mengambil gambar milik orang lain tanpa menyebut sumbernya.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dokumen Adab_Belajar milik kalian. Caranya: buka docs.google.com, lalu klik dokumen kalian di bagian Recent documents.
Kita akan menambahkan tabel jadwal harian santri dan sebuah gambar.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Gulir ke bagian paling bawah dokumen, lalu klik di baris kosong terakhir.
Ketik subjudul: Jadwal Harian Santri. Blok subjudul itu, lalu ubah gayanya menjadi Heading 1 seperti pekan lalu. Setelah itu tekan Enter, dan pastikan baris berikutnya kembali Normal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menu Insert di bagian atas, tanda a. Arahkan kursor ke Table, tanda b. Muncul kotak-kotak kecil di sebelahnya.
Gerakkan kursor di atas kotak-kotak itu. Kotak yang terpilih akan berwarna biru, dan di bawahnya tertulis ukurannya. Angka pertama adalah jumlah kolom, angka kedua adalah jumlah baris.
Pilih 3 kali 6, artinya 3 kolom dan 6 baris, tanda c, lalu klik. Tabel langsung muncul di dokumen.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sel paling kiri atas, lalu ketik Waktu.
Untuk pindah ke sel berikutnya, tekan tombol Tab di keyboard, di sebelah kiri huruf Q. Ketik Kegiatan. Tekan Tab lagi, ketik Tempat.
Inilah baris judul tabel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Terus tekan Tab untuk pindah sel, lalu isi jadwal harian kalian. Minimal lima kegiatan, misalnya sholat Subuh, tahfidz, sekolah, sholat Zhuhur, dan olahraga, lengkap dengan waktu dan tempatnya.
Setelah terisi, blok baris judul, lalu klik tombol B agar tebal. Jika ingin, beri warna latar pada baris judul: klik kanan tabel, pilih Table properties, lalu pilih warna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menyisipkan gambar.
Langkah kelima. Klik di baris kosong di bawah tabel. Klik menu Insert, arahkan ke Image, tanda a. Muncul beberapa pilihan: Upload from computer untuk mengambil dari komputer, Search the web untuk mencari di internet, dan Drive untuk mengambil dari Google Drive.
Pilih Drive, tanda b. Guru sudah menyiapkan beberapa gambar di sana.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Di sebelah kanan layar muncul panel berisi gambar-gambar dari Google Drive.
Klik satu gambar yang sesuai dengan isi dokumen kalian, tanda a. Lalu klik tombol Insert di bagian bawah, tanda b. Gambar akan muncul di dalam dokumen.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Klik gambar sekali. Muncul garis biru di sekeliling gambar dan titik-titik kecil di setiap pojok.
Letakkan kursor di titik pojok kanan bawah, tanda merah. Kursor berubah menjadi panah miring. Tekan dan tahan tombol kiri, lalu seret ke dalam untuk mengecilkan atau ke luar untuk membesarkan. Lepaskan jika ukurannya sudah pas.
Ingat, selalu tarik dari pojok. Jika ditarik dari sisi, gambar akan menjadi gepeng atau memanjang.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Saat gambar terpilih, muncul tiga pilihan di bawah gambar: In line, Wrap text, dan Break text.
Klik Break text, tanda a, agar gambar berdiri sendiri dengan tulisan di atas dan di bawahnya. Setelah itu klik tombol rata tengah, tanda b, agar gambar berada di tengah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langkah terakhir. Kita atur ukuran kertas agar siap dicetak.
Klik menu File, lalu pilih Page setup. Muncul kotak pengaturan halaman.
Pada bagian Paper size, artinya ukuran kertas, pilih A4, tanda a. A4 adalah ukuran kertas yang paling umum dipakai di Indonesia. Orientation biarkan Portrait, artinya tegak.
Klik OK, tanda b.
Alhamdulillah, dokumen kalian sekarang memiliki judul, daftar, tabel jadwal, dan gambar. Jangan lupa Sign out.
(Periksa dokumen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kerjakan lembar kerja ini di dokumen yang sama.
Satu: buat tabel Jadwal Piket Kamar dengan 2 kolom, yaitu Hari dan Nama, dan 8 baris.
Dua: isi tabelnya dari hari Senin sampai Ahad.
Tiga: sisipkan satu gambar lagi, lalu atur ukuran dan posisinya dengan rapi.
Empat: tulis sumber gambar di bawahnya dengan huruf miring. Contohnya: Sumber: Dokumentasi Pesantren.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tabel jadwal punya baris judul?
- isi tabel minimal 5 kegiatan?
- gambar tidak menutupi tulisan?
- ukuran kertas A4?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kapan data lebih baik ditampilkan dalam tabel?
Pertanyaan kedua: bolehkah kita memakai gambar milik orang lain sembarangan?
(Minta 2–3 santri menjawab secara bergantian.)
Pesan adab kita hari ini: hargai karya orang lain. Gambar di internet adalah hasil jerih payah pembuatnya. Gunakan gambar yang memang boleh dipakai, dan sebutkan sumbernya. Mengakui karya orang lain sebagai karya sendiri termasuk perbuatan tidak jujur.
Pekan depan: kita menyusun proyek Buku Digital Adab Santri secara berkelompok.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ke-9, dengan judul "Buku Digital Adab Santri". Hari ini kita menyelesaikan proyek Modul 3: satu kelas menulis satu buku digital bersama.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tabel dan gambar. Siapa yang ingat, mengapa gambar harus diubah ukurannya dari titik pojok?
(Tunggu jawaban: agar gambar tidak gepeng.)
Sekarang pertanyaan hari ini. Coba pikirkan sejenak:
"Adab apa yang menurut kalian paling penting dimiliki seorang santri?"
(Beri waktu 1 menit. Minta 2–3 santri menjawab. Hargai semua jawaban.)
Masya Allah, jawaban kalian semuanya baik. Hari ini adab-adab itu akan kita kumpulkan menjadi satu buku digital. Setiap kelompok menulis satu bab, dan seluruh kelas menulis di dokumen yang sama pada waktu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Sebuah buku memiliki bagian-bagian yang tersusun rapi. Buku Digital Adab Santri kita juga akan memiliki empat bagian.
Pertama, SAMPUL. Berisi judul buku, gambar, nama penyusun, yaitu santri Kelas 1 Wustha, dan nama pesantren. Sampul sudah disiapkan oleh guru.
Kedua, DAFTAR ISI. Daftar isi menunjukkan bab-bab yang ada di dalam buku. Di Google Docs, daftar isi bisa dibuat OTOMATIS, asalkan setiap judul bab memakai gaya Heading 1. Inilah gunanya gaya teks yang kita pelajari di pertemuan 7.
Ketiga, BAB PER KELOMPOK. Setiap kelompok menulis satu bab tentang satu tema adab, misalnya adab makan, adab di masjid, atau adab kepada guru. Setiap bab dimulai di halaman baru.
Keempat, PENUTUP, berisi doa dan harapan, yang akan kita tulis bersama di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satu bab di layar. Setiap bab berisi empat bagian.
Nomor 1, JUDUL BAB, ditulis dengan gaya Heading 1. Contohnya: Bab 3, Adab di Masjid.
Nomor 2, PENGERTIAN SINGKAT, dua sampai tiga kalimat pembuka tentang tema adab tersebut.
Nomor 3, LIMA POIN ADAB, ditulis dengan daftar bernomor. Contohnya: berwudhu sebelum ke masjid, masuk dengan kaki kanan, sholat tahiyatul masjid, tidak bersuara keras, dan menjaga kebersihan.
Nomor 4, GAMBAR ATAU TABEL yang mendukung isi bab.
Di sebelah kanan ada pembagian tugas dalam kelompok. Ada penulis yang mengetik isi, perapi format yang mengatur gaya dan perataan, pencari gambar, dan pemeriksa ejaan yang membaca ulang untuk mencari salah ketik. Setiap anggota harus punya tugas.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seluruh kelas menulis di satu dokumen yang sama pada waktu bersamaan, ada adab yang harus dijaga.
Yang harus dilakukan:
Pertama, menulis hanya di bagian bab kelompok sendiri.
Kedua, bermusyawarah dengan anggota kelompok sebelum mengubah sesuatu.
Ketiga, memakai gaya teks yang sama agar buku tampak seragam: Heading 1 untuk judul bab, Normal text untuk isi.
Yang tidak boleh dilakukan:
Pertama, menghapus atau mengubah tulisan kelompok lain. Google Docs mencatat siapa yang mengubah apa, sehingga semua perubahan bisa dilihat oleh guru.
Kedua, menggeser-geser halaman sembarangan, karena bisa merusak susunan bab kelompok lain.
Ketiga, menulis kata-kata yang tidak pantas.
Jika tidak sengaja menghapus sesuatu, segera tekan Ctrl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3–5 santri. Berikan satu tema adab untuk setiap kelompok, dan tentukan nomor bab setiap kelompok.)
Sekarang kita menyusun Buku Digital Adab Santri. Setiap kelompok bekerja di satu komputer.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Masuk ke Google Drive dengan akun kelas. Klik Shared with me di panel kiri, tanda a.
Di sana ada dokumen Buku Digital Adab Santri yang sudah dibagikan guru, tanda b. Klik ganda untuk membukanya.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Dokumen terbuka dan kalian melihat halaman sampul yang disiapkan guru.
Perhatikan pojok kanan atas, tanda merah. Ada lingkaran-lingkaran kecil berwarna. Itu adalah teman-teman dari kelompok lain yang sedang membuka dokumen yang sama. Kalian juga akan melihat kursor berwarna milik mereka di dalam dokumen.
Untuk pergi ke bagian paling akhir dokumen, tekan Ctrl dan End bersamaan. Tombol End ada di bagian kanan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Setiap bab harus dimulai di halaman baru. Caranya dengan JEDA HALAMAN.
Klik menu Insert, arahkan ke Break, tanda a, lalu klik Page break, tanda b. Kursor akan pindah ke halaman baru yang kosong.
Cara cepatnya: tekan Ctrl dan Enter bersamaan.
(Atur agar kelompok bergantian melakukan langkah ini, satu per satu, supaya urutan bab tidak tertukar. Atau guru sudah menyiapkan halaman kosong berjudul bab untuk setiap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halaman baru, ketik judul bab kelompok kalian sesuai nomor dari guru. Contohnya: Bab 3, titik dua, Adab di Masjid.
Blok judul itu. Klik kotak gaya teks di toolbar, tanda a, lalu pilih Heading 1, tanda b.
Ini sangat penting. Hanya judul bab yang memakai Heading 1 yang akan masuk ke daftar isi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Setelah judul bab, tekan Enter. Pastikan gaya teks kembali ke Normal text.
Tulis pengertian singkat tentang tema adab kelompok kalian dalam dua sampai tiga kalimat.
Lalu klik tombol daftar bernomor, dan tulis lima poin adab. Gunakan pengetahuan yang kalian pelajari dari ustadz dan kitab-kitab adab di pesantren.
Penulis mengetik, anggota lain membantu mengingat dan memeriksa.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Tambahkan satu gambar atau satu tabel yang mendukung isi bab kalian, seperti yang kita pelajari pekan lalu. Gambar diambil dari Insert, Image, Drive.
Atur ukurannya dari titik pojok, pilih Break text, lalu rata tengah.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7 diperagakan guru di layar, cukup satu kali.)
Setelah semua kelompok selesai menulis, kita buat daftar isi otomatis.
Langkah ketujuh. Klik di halaman kedua, tepat setelah sampul. Klik menu Insert, arahkan ke Table of contents, tanda a, lalu pilih With page numbers, artinya dengan nomor halaman, tanda b.
Daftar isi langsung muncul, berisi semua judul bab yang memakai Heading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Jika ada bab baru yang ditambahkan setelah daftar isi dibuat, daftar isi perlu diperbarui.
Klik di dalam daftar isi. Di sebelah kirinya muncul ikon panah melingkar, tanda merah. Klik ikon itu, dan daftar isi akan diperbarui secara otomatis.
Masya Allah, dengan kerja sama seluruh kelas, kita sudah memiliki satu buku digital: Buku Digital Adab Santri. Buku ini bisa diunduh sebagai PDF dan dicetak melalui menu File, Download,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 kelompok kalian dinyatakan selesai jika empat syarat ini terpenuhi.
Satu, judul bab memakai Heading 1 dan muncul di daftar isi.
Dua, bab dimulai di halaman baru.
Tiga, berisi pengertian singkat dan lima poin adab bernomor.
Empat, ada satu gambar atau tabel yang rapi.
(Tampilkan buku di layar. Minta perwakilan setiap kelompok mempresentasikan babnya dalam 1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bab kelompok memakai Heading 1?
- setiap bab diawali halaman baru?
- ada tabel atau gambar di setiap bab?
- daftar isi sudah diperbarui?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tantangan menulis bersama dalam satu dokumen?
Pertanyaan kedua: bagaimana kelompokmu membagi tugas?
(Minta 2–3 santri menjawab secara bergantian.)
Pesan adab kita hari ini: bekerja sama berarti saling menghormati. Jangan menghapus atau mengubah tulisan teman tanpa bermusyawarah. Allah memerintahkan kita untuk tolong-menolong dalam kebaikan dan takwa. Buku yang kita susun bersama hari ini adalah salah satu wujudnya.
Pekan depan: kita masuk Modul 4, belajar mencari informasi di internet dengan cerdas dan bijak. Alhamdulillah, Modul 3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slideLayout" Target="../slideLayouts/slideLayout1.xml"/><Relationship Id="rId1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slideLayout" Target="../slideLayouts/slideLayout1.xml"/><Relationship Id="rId1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slideLayout" Target="../slideLayouts/slideLayout1.xml"/><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slideLayout" Target="../slideLayouts/slideLayout1.xml"/><Relationship Id="rId1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slideLayout" Target="../slideLayouts/slideLayout1.xml"/><Relationship Id="rId1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image" Target="../media/image-35-11.png"/><Relationship Id="rId12" Type="http://schemas.openxmlformats.org/officeDocument/2006/relationships/slideLayout" Target="../slideLayouts/slideLayout1.xml"/><Relationship Id="rId1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image" Target="../media/image-36-11.png"/><Relationship Id="rId12" Type="http://schemas.openxmlformats.org/officeDocument/2006/relationships/image" Target="../media/image-36-12.png"/><Relationship Id="rId13" Type="http://schemas.openxmlformats.org/officeDocument/2006/relationships/slideLayout" Target="../slideLayouts/slideLayout1.xml"/><Relationship Id="rId1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slideLayout" Target="../slideLayouts/slideLayout1.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image" Target="../media/image-48-9.png"/><Relationship Id="rId10" Type="http://schemas.openxmlformats.org/officeDocument/2006/relationships/image" Target="../media/image-48-10.png"/><Relationship Id="rId11" Type="http://schemas.openxmlformats.org/officeDocument/2006/relationships/image" Target="../media/image-48-11.png"/><Relationship Id="rId12" Type="http://schemas.openxmlformats.org/officeDocument/2006/relationships/slideLayout" Target="../slideLayouts/slideLayout1.xml"/><Relationship Id="rId1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image" Target="../media/image-49-11.png"/><Relationship Id="rId12" Type="http://schemas.openxmlformats.org/officeDocument/2006/relationships/image" Target="../media/image-49-12.png"/><Relationship Id="rId13" Type="http://schemas.openxmlformats.org/officeDocument/2006/relationships/slideLayout" Target="../slideLayouts/slideLayout1.xml"/><Relationship Id="rId1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image" Target="../media/image-50-9.png"/><Relationship Id="rId10" Type="http://schemas.openxmlformats.org/officeDocument/2006/relationships/image" Target="../media/image-50-10.png"/><Relationship Id="rId11" Type="http://schemas.openxmlformats.org/officeDocument/2006/relationships/image" Target="../media/image-50-11.png"/><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image" Target="../media/image-51-10.png"/><Relationship Id="rId11" Type="http://schemas.openxmlformats.org/officeDocument/2006/relationships/slideLayout" Target="../slideLayouts/slideLayout1.xml"/><Relationship Id="rId1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image" Target="../media/image-52-9.png"/><Relationship Id="rId10" Type="http://schemas.openxmlformats.org/officeDocument/2006/relationships/image" Target="../media/image-52-10.png"/><Relationship Id="rId11" Type="http://schemas.openxmlformats.org/officeDocument/2006/relationships/slideLayout" Target="../slideLayouts/slideLayout1.xml"/><Relationship Id="rId1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image" Target="../media/image-53-9.png"/><Relationship Id="rId10" Type="http://schemas.openxmlformats.org/officeDocument/2006/relationships/image" Target="../media/image-53-10.png"/><Relationship Id="rId11" Type="http://schemas.openxmlformats.org/officeDocument/2006/relationships/image" Target="../media/image-53-11.png"/><Relationship Id="rId12" Type="http://schemas.openxmlformats.org/officeDocument/2006/relationships/image" Target="../media/image-53-12.png"/><Relationship Id="rId13" Type="http://schemas.openxmlformats.org/officeDocument/2006/relationships/slideLayout" Target="../slideLayouts/slideLayout1.xml"/><Relationship Id="rId1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3</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Pengolah Dokumen</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Buku Digital Adab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membuat dokumen digital yang rapi dengan Google Docs, lengkap dengan format teks, tabel, gambar, dan daftar isi, lalu menyusun buku digital bersama.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07</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Google Docs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08</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Tabel, Gambar &amp; Tata Letak</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09</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Buku Digital Adab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Docs, Google Drive, akun Google 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Google Docs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Mengetik dan memformat teks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Pengolah Dokumen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Mana yang lebih enak dibaca: tulisan rapi dengan judul jelas, atau tulisan panjang tanpa jarak?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dokumen baru di Google Docs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Memformat huruf: tebal, miring, dan ukuran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Mengatur judul, perataan, dan daftar bernomor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Google Docs?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Google Docs</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Google Docs adalah aplikasi pengolah kata gratis dari Google untuk menulis dokumen langsung di browser.</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Tersimpan otomatis ke Google Drive</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Bisa dibuka dari komputer atau HP mana saja</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Bisa ditulis bersama-sama oleh beberapa orang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Bagian-bagian Google Docs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582290" y="1183106"/>
            <a:ext cx="4687580" cy="2773695"/>
          </a:xfrm>
          <a:prstGeom prst="rect">
            <a:avLst/>
          </a:prstGeom>
          <a:solidFill>
            <a:srgbClr val="FFFFFF"/>
          </a:solidFill>
          <a:ln w="9525">
            <a:solidFill>
              <a:srgbClr val="999999"/>
            </a:solidFill>
            <a:prstDash val="solid"/>
          </a:ln>
        </p:spPr>
      </p:sp>
      <p:sp>
        <p:nvSpPr>
          <p:cNvPr id="17" name="Shape 13"/>
          <p:cNvSpPr/>
          <p:nvPr/>
        </p:nvSpPr>
        <p:spPr>
          <a:xfrm>
            <a:off x="582290" y="1183106"/>
            <a:ext cx="4687580" cy="219456"/>
          </a:xfrm>
          <a:prstGeom prst="rect">
            <a:avLst/>
          </a:prstGeom>
          <a:solidFill>
            <a:srgbClr val="DEE1E6"/>
          </a:solidFill>
          <a:ln w="12700">
            <a:solidFill>
              <a:srgbClr val="DEE1E6"/>
            </a:solidFill>
            <a:prstDash val="solid"/>
          </a:ln>
        </p:spPr>
      </p:sp>
      <p:sp>
        <p:nvSpPr>
          <p:cNvPr id="18" name="Text 14"/>
          <p:cNvSpPr txBox="1"/>
          <p:nvPr/>
        </p:nvSpPr>
        <p:spPr>
          <a:xfrm>
            <a:off x="673730" y="1183106"/>
            <a:ext cx="37731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Dokumen tanpa judul - Google Docs</a:t>
            </a:r>
            <a:endParaRPr lang="en-US" sz="750" dirty="0"/>
          </a:p>
        </p:txBody>
      </p:sp>
      <p:sp>
        <p:nvSpPr>
          <p:cNvPr id="19" name="Text 15"/>
          <p:cNvSpPr txBox="1"/>
          <p:nvPr/>
        </p:nvSpPr>
        <p:spPr>
          <a:xfrm>
            <a:off x="444691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2123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995550" y="118310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2290" y="1402562"/>
            <a:ext cx="4687580"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3730" y="1475714"/>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74898" y="1475714"/>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76066" y="1475714"/>
            <a:ext cx="128016" cy="128016"/>
          </a:xfrm>
          <a:prstGeom prst="rect">
            <a:avLst/>
          </a:prstGeom>
        </p:spPr>
      </p:pic>
      <p:sp>
        <p:nvSpPr>
          <p:cNvPr id="26" name="Shape 19"/>
          <p:cNvSpPr/>
          <p:nvPr/>
        </p:nvSpPr>
        <p:spPr>
          <a:xfrm>
            <a:off x="1313810" y="1439138"/>
            <a:ext cx="3773180"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3538" y="1439138"/>
            <a:ext cx="3590300"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3730" y="1722602"/>
            <a:ext cx="219456" cy="219456"/>
          </a:xfrm>
          <a:prstGeom prst="rect">
            <a:avLst/>
          </a:prstGeom>
        </p:spPr>
      </p:pic>
      <p:sp>
        <p:nvSpPr>
          <p:cNvPr id="29" name="Text 21"/>
          <p:cNvSpPr txBox="1"/>
          <p:nvPr/>
        </p:nvSpPr>
        <p:spPr>
          <a:xfrm>
            <a:off x="966338" y="1695170"/>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Dokumen tanpa judul</a:t>
            </a:r>
            <a:endParaRPr lang="en-US" sz="900" dirty="0"/>
          </a:p>
        </p:txBody>
      </p:sp>
      <p:sp>
        <p:nvSpPr>
          <p:cNvPr id="30" name="Text 22"/>
          <p:cNvSpPr txBox="1"/>
          <p:nvPr/>
        </p:nvSpPr>
        <p:spPr>
          <a:xfrm>
            <a:off x="2749418" y="1695170"/>
            <a:ext cx="1097280" cy="182880"/>
          </a:xfrm>
          <a:prstGeom prst="rect">
            <a:avLst/>
          </a:prstGeom>
          <a:noFill/>
          <a:ln/>
        </p:spPr>
        <p:txBody>
          <a:bodyPr wrap="square" lIns="0" tIns="0" rIns="0" bIns="0" rtlCol="0" anchor="ctr"/>
          <a:lstStyle/>
          <a:p>
            <a:pPr indent="0" marL="0">
              <a:buNone/>
            </a:pPr>
            <a:endParaRPr lang="en-US" sz="650" dirty="0"/>
          </a:p>
        </p:txBody>
      </p:sp>
      <p:sp>
        <p:nvSpPr>
          <p:cNvPr id="31" name="Text 23"/>
          <p:cNvSpPr txBox="1"/>
          <p:nvPr/>
        </p:nvSpPr>
        <p:spPr>
          <a:xfrm>
            <a:off x="966338"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0386"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4434"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18482"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2530"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86578" y="1878050"/>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538350" y="1713458"/>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538350" y="1713458"/>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55442" y="2079218"/>
            <a:ext cx="4541276"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2018" y="2097506"/>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1474" y="2097506"/>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68090" y="2097506"/>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1999610" y="2097506"/>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2530" y="2097506"/>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2570" y="2097506"/>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14594" y="2097506"/>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06618" y="2097506"/>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398642" y="2097506"/>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27242" y="2097506"/>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54674" y="2124938"/>
            <a:ext cx="128016" cy="128016"/>
          </a:xfrm>
          <a:prstGeom prst="rect">
            <a:avLst/>
          </a:prstGeom>
        </p:spPr>
      </p:pic>
      <p:sp>
        <p:nvSpPr>
          <p:cNvPr id="51" name="Shape 42"/>
          <p:cNvSpPr/>
          <p:nvPr/>
        </p:nvSpPr>
        <p:spPr>
          <a:xfrm>
            <a:off x="3910706" y="2143226"/>
            <a:ext cx="146304" cy="22860"/>
          </a:xfrm>
          <a:prstGeom prst="rect">
            <a:avLst/>
          </a:prstGeom>
          <a:solidFill>
            <a:srgbClr val="444444"/>
          </a:solidFill>
          <a:ln w="12700">
            <a:solidFill>
              <a:srgbClr val="444444"/>
            </a:solidFill>
            <a:prstDash val="solid"/>
          </a:ln>
        </p:spPr>
      </p:sp>
      <p:sp>
        <p:nvSpPr>
          <p:cNvPr id="52" name="Shape 43"/>
          <p:cNvSpPr/>
          <p:nvPr/>
        </p:nvSpPr>
        <p:spPr>
          <a:xfrm>
            <a:off x="3910706" y="2188946"/>
            <a:ext cx="91440" cy="22860"/>
          </a:xfrm>
          <a:prstGeom prst="rect">
            <a:avLst/>
          </a:prstGeom>
          <a:solidFill>
            <a:srgbClr val="444444"/>
          </a:solidFill>
          <a:ln w="12700">
            <a:solidFill>
              <a:srgbClr val="444444"/>
            </a:solidFill>
            <a:prstDash val="solid"/>
          </a:ln>
        </p:spPr>
      </p:sp>
      <p:sp>
        <p:nvSpPr>
          <p:cNvPr id="53" name="Shape 44"/>
          <p:cNvSpPr/>
          <p:nvPr/>
        </p:nvSpPr>
        <p:spPr>
          <a:xfrm>
            <a:off x="3910706" y="2234666"/>
            <a:ext cx="118872" cy="22860"/>
          </a:xfrm>
          <a:prstGeom prst="rect">
            <a:avLst/>
          </a:prstGeom>
          <a:solidFill>
            <a:srgbClr val="444444"/>
          </a:solidFill>
          <a:ln w="12700">
            <a:solidFill>
              <a:srgbClr val="444444"/>
            </a:solidFill>
            <a:prstDash val="solid"/>
          </a:ln>
        </p:spPr>
      </p:sp>
      <p:sp>
        <p:nvSpPr>
          <p:cNvPr id="54" name="Shape 45"/>
          <p:cNvSpPr/>
          <p:nvPr/>
        </p:nvSpPr>
        <p:spPr>
          <a:xfrm>
            <a:off x="4130162" y="2143226"/>
            <a:ext cx="146304" cy="22860"/>
          </a:xfrm>
          <a:prstGeom prst="rect">
            <a:avLst/>
          </a:prstGeom>
          <a:solidFill>
            <a:srgbClr val="444444"/>
          </a:solidFill>
          <a:ln w="12700">
            <a:solidFill>
              <a:srgbClr val="444444"/>
            </a:solidFill>
            <a:prstDash val="solid"/>
          </a:ln>
        </p:spPr>
      </p:sp>
      <p:sp>
        <p:nvSpPr>
          <p:cNvPr id="55" name="Shape 46"/>
          <p:cNvSpPr/>
          <p:nvPr/>
        </p:nvSpPr>
        <p:spPr>
          <a:xfrm>
            <a:off x="4157594" y="2188946"/>
            <a:ext cx="91440" cy="22860"/>
          </a:xfrm>
          <a:prstGeom prst="rect">
            <a:avLst/>
          </a:prstGeom>
          <a:solidFill>
            <a:srgbClr val="444444"/>
          </a:solidFill>
          <a:ln w="12700">
            <a:solidFill>
              <a:srgbClr val="444444"/>
            </a:solidFill>
            <a:prstDash val="solid"/>
          </a:ln>
        </p:spPr>
      </p:sp>
      <p:sp>
        <p:nvSpPr>
          <p:cNvPr id="56" name="Shape 47"/>
          <p:cNvSpPr/>
          <p:nvPr/>
        </p:nvSpPr>
        <p:spPr>
          <a:xfrm>
            <a:off x="4130162" y="2234666"/>
            <a:ext cx="146304" cy="22860"/>
          </a:xfrm>
          <a:prstGeom prst="rect">
            <a:avLst/>
          </a:prstGeom>
          <a:solidFill>
            <a:srgbClr val="444444"/>
          </a:solidFill>
          <a:ln w="12700">
            <a:solidFill>
              <a:srgbClr val="444444"/>
            </a:solidFill>
            <a:prstDash val="solid"/>
          </a:ln>
        </p:spPr>
      </p:sp>
      <p:sp>
        <p:nvSpPr>
          <p:cNvPr id="57" name="Shape 48"/>
          <p:cNvSpPr/>
          <p:nvPr/>
        </p:nvSpPr>
        <p:spPr>
          <a:xfrm>
            <a:off x="4349618" y="2143226"/>
            <a:ext cx="146304" cy="22860"/>
          </a:xfrm>
          <a:prstGeom prst="rect">
            <a:avLst/>
          </a:prstGeom>
          <a:solidFill>
            <a:srgbClr val="444444"/>
          </a:solidFill>
          <a:ln w="12700">
            <a:solidFill>
              <a:srgbClr val="444444"/>
            </a:solidFill>
            <a:prstDash val="solid"/>
          </a:ln>
        </p:spPr>
      </p:sp>
      <p:sp>
        <p:nvSpPr>
          <p:cNvPr id="58" name="Shape 49"/>
          <p:cNvSpPr/>
          <p:nvPr/>
        </p:nvSpPr>
        <p:spPr>
          <a:xfrm>
            <a:off x="4404482" y="2188946"/>
            <a:ext cx="91440" cy="22860"/>
          </a:xfrm>
          <a:prstGeom prst="rect">
            <a:avLst/>
          </a:prstGeom>
          <a:solidFill>
            <a:srgbClr val="444444"/>
          </a:solidFill>
          <a:ln w="12700">
            <a:solidFill>
              <a:srgbClr val="444444"/>
            </a:solidFill>
            <a:prstDash val="solid"/>
          </a:ln>
        </p:spPr>
      </p:sp>
      <p:sp>
        <p:nvSpPr>
          <p:cNvPr id="59" name="Shape 50"/>
          <p:cNvSpPr/>
          <p:nvPr/>
        </p:nvSpPr>
        <p:spPr>
          <a:xfrm>
            <a:off x="4349618" y="2234666"/>
            <a:ext cx="146304" cy="22860"/>
          </a:xfrm>
          <a:prstGeom prst="rect">
            <a:avLst/>
          </a:prstGeom>
          <a:solidFill>
            <a:srgbClr val="444444"/>
          </a:solidFill>
          <a:ln w="12700">
            <a:solidFill>
              <a:srgbClr val="444444"/>
            </a:solidFill>
            <a:prstDash val="solid"/>
          </a:ln>
        </p:spPr>
      </p:sp>
      <p:sp>
        <p:nvSpPr>
          <p:cNvPr id="60" name="Shape 51"/>
          <p:cNvSpPr/>
          <p:nvPr/>
        </p:nvSpPr>
        <p:spPr>
          <a:xfrm>
            <a:off x="4569074" y="2143226"/>
            <a:ext cx="146304" cy="22860"/>
          </a:xfrm>
          <a:prstGeom prst="rect">
            <a:avLst/>
          </a:prstGeom>
          <a:solidFill>
            <a:srgbClr val="444444"/>
          </a:solidFill>
          <a:ln w="12700">
            <a:solidFill>
              <a:srgbClr val="444444"/>
            </a:solidFill>
            <a:prstDash val="solid"/>
          </a:ln>
        </p:spPr>
      </p:sp>
      <p:sp>
        <p:nvSpPr>
          <p:cNvPr id="61" name="Shape 52"/>
          <p:cNvSpPr/>
          <p:nvPr/>
        </p:nvSpPr>
        <p:spPr>
          <a:xfrm>
            <a:off x="4569074" y="2188946"/>
            <a:ext cx="146304" cy="22860"/>
          </a:xfrm>
          <a:prstGeom prst="rect">
            <a:avLst/>
          </a:prstGeom>
          <a:solidFill>
            <a:srgbClr val="444444"/>
          </a:solidFill>
          <a:ln w="12700">
            <a:solidFill>
              <a:srgbClr val="444444"/>
            </a:solidFill>
            <a:prstDash val="solid"/>
          </a:ln>
        </p:spPr>
      </p:sp>
      <p:sp>
        <p:nvSpPr>
          <p:cNvPr id="62" name="Shape 53"/>
          <p:cNvSpPr/>
          <p:nvPr/>
        </p:nvSpPr>
        <p:spPr>
          <a:xfrm>
            <a:off x="4569074" y="2234666"/>
            <a:ext cx="146304" cy="22860"/>
          </a:xfrm>
          <a:prstGeom prst="rect">
            <a:avLst/>
          </a:prstGeom>
          <a:solidFill>
            <a:srgbClr val="444444"/>
          </a:solidFill>
          <a:ln w="12700">
            <a:solidFill>
              <a:srgbClr val="444444"/>
            </a:solidFill>
            <a:prstDash val="solid"/>
          </a:ln>
        </p:spPr>
      </p:sp>
      <p:sp>
        <p:nvSpPr>
          <p:cNvPr id="63" name="Text 54"/>
          <p:cNvSpPr txBox="1"/>
          <p:nvPr/>
        </p:nvSpPr>
        <p:spPr>
          <a:xfrm>
            <a:off x="4806818" y="2097506"/>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4250" y="2124938"/>
            <a:ext cx="128016" cy="128016"/>
          </a:xfrm>
          <a:prstGeom prst="rect">
            <a:avLst/>
          </a:prstGeom>
        </p:spPr>
      </p:pic>
      <p:sp>
        <p:nvSpPr>
          <p:cNvPr id="65" name="Text 55"/>
          <p:cNvSpPr txBox="1"/>
          <p:nvPr/>
        </p:nvSpPr>
        <p:spPr>
          <a:xfrm>
            <a:off x="5026274" y="2097506"/>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3706" y="2124938"/>
            <a:ext cx="128016" cy="128016"/>
          </a:xfrm>
          <a:prstGeom prst="rect">
            <a:avLst/>
          </a:prstGeom>
        </p:spPr>
      </p:pic>
      <p:sp>
        <p:nvSpPr>
          <p:cNvPr id="67" name="Shape 56"/>
          <p:cNvSpPr/>
          <p:nvPr/>
        </p:nvSpPr>
        <p:spPr>
          <a:xfrm>
            <a:off x="582290" y="2353538"/>
            <a:ext cx="4687580" cy="1603263"/>
          </a:xfrm>
          <a:prstGeom prst="rect">
            <a:avLst/>
          </a:prstGeom>
          <a:solidFill>
            <a:srgbClr val="F8F9FA"/>
          </a:solidFill>
          <a:ln w="12700">
            <a:solidFill>
              <a:srgbClr val="F8F9FA"/>
            </a:solidFill>
            <a:prstDash val="solid"/>
          </a:ln>
        </p:spPr>
      </p:sp>
      <p:sp>
        <p:nvSpPr>
          <p:cNvPr id="68" name="Shape 57"/>
          <p:cNvSpPr/>
          <p:nvPr/>
        </p:nvSpPr>
        <p:spPr>
          <a:xfrm>
            <a:off x="1143000" y="2444978"/>
            <a:ext cx="3566160" cy="1511823"/>
          </a:xfrm>
          <a:prstGeom prst="rect">
            <a:avLst/>
          </a:prstGeom>
          <a:solidFill>
            <a:srgbClr val="FFFFFF"/>
          </a:solidFill>
          <a:ln w="6350">
            <a:solidFill>
              <a:srgbClr val="DDDDDD"/>
            </a:solidFill>
            <a:prstDash val="solid"/>
          </a:ln>
        </p:spPr>
      </p:sp>
      <p:sp>
        <p:nvSpPr>
          <p:cNvPr id="69" name="Text 58"/>
          <p:cNvSpPr txBox="1"/>
          <p:nvPr/>
        </p:nvSpPr>
        <p:spPr>
          <a:xfrm>
            <a:off x="1417320" y="2627858"/>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Judul Dokumen</a:t>
            </a:r>
            <a:endParaRPr lang="en-US" sz="1400" dirty="0"/>
          </a:p>
        </p:txBody>
      </p:sp>
      <p:sp>
        <p:nvSpPr>
          <p:cNvPr id="70" name="Text 59"/>
          <p:cNvSpPr txBox="1"/>
          <p:nvPr/>
        </p:nvSpPr>
        <p:spPr>
          <a:xfrm>
            <a:off x="1417320" y="293138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Isi tulisan diketik di halaman putih ini.</a:t>
            </a:r>
            <a:endParaRPr lang="en-US" sz="800" dirty="0"/>
          </a:p>
        </p:txBody>
      </p:sp>
      <p:sp>
        <p:nvSpPr>
          <p:cNvPr id="71" name="Shape 60"/>
          <p:cNvSpPr/>
          <p:nvPr/>
        </p:nvSpPr>
        <p:spPr>
          <a:xfrm>
            <a:off x="948050" y="1676882"/>
            <a:ext cx="1773936" cy="219456"/>
          </a:xfrm>
          <a:prstGeom prst="roundRect">
            <a:avLst>
              <a:gd name="adj" fmla="val 20833"/>
            </a:avLst>
          </a:prstGeom>
          <a:solidFill>
            <a:srgbClr val="FFFFFF">
              <a:alpha val="0"/>
            </a:srgbClr>
          </a:solidFill>
          <a:ln w="31750">
            <a:solidFill>
              <a:srgbClr val="E53935"/>
            </a:solidFill>
            <a:prstDash val="solid"/>
          </a:ln>
        </p:spPr>
      </p:sp>
      <p:sp>
        <p:nvSpPr>
          <p:cNvPr id="72" name="Shape 61"/>
          <p:cNvSpPr/>
          <p:nvPr/>
        </p:nvSpPr>
        <p:spPr>
          <a:xfrm>
            <a:off x="2584826" y="1539722"/>
            <a:ext cx="274320" cy="274320"/>
          </a:xfrm>
          <a:prstGeom prst="ellipse">
            <a:avLst/>
          </a:prstGeom>
          <a:solidFill>
            <a:srgbClr val="E53935"/>
          </a:solidFill>
          <a:ln w="12700">
            <a:solidFill>
              <a:srgbClr val="FFFFFF"/>
            </a:solidFill>
            <a:prstDash val="solid"/>
          </a:ln>
        </p:spPr>
      </p:sp>
      <p:sp>
        <p:nvSpPr>
          <p:cNvPr id="73" name="Text 62"/>
          <p:cNvSpPr txBox="1"/>
          <p:nvPr/>
        </p:nvSpPr>
        <p:spPr>
          <a:xfrm>
            <a:off x="2584826" y="153972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4" name="Shape 63"/>
          <p:cNvSpPr/>
          <p:nvPr/>
        </p:nvSpPr>
        <p:spPr>
          <a:xfrm>
            <a:off x="948050" y="1859762"/>
            <a:ext cx="2322576" cy="192024"/>
          </a:xfrm>
          <a:prstGeom prst="roundRect">
            <a:avLst>
              <a:gd name="adj" fmla="val 23810"/>
            </a:avLst>
          </a:prstGeom>
          <a:solidFill>
            <a:srgbClr val="FFFFFF">
              <a:alpha val="0"/>
            </a:srgbClr>
          </a:solidFill>
          <a:ln w="31750">
            <a:solidFill>
              <a:srgbClr val="E53935"/>
            </a:solidFill>
            <a:prstDash val="solid"/>
          </a:ln>
        </p:spPr>
      </p:sp>
      <p:sp>
        <p:nvSpPr>
          <p:cNvPr id="75" name="Shape 64"/>
          <p:cNvSpPr/>
          <p:nvPr/>
        </p:nvSpPr>
        <p:spPr>
          <a:xfrm>
            <a:off x="3133466" y="1722602"/>
            <a:ext cx="274320" cy="274320"/>
          </a:xfrm>
          <a:prstGeom prst="ellipse">
            <a:avLst/>
          </a:prstGeom>
          <a:solidFill>
            <a:srgbClr val="E53935"/>
          </a:solidFill>
          <a:ln w="12700">
            <a:solidFill>
              <a:srgbClr val="FFFFFF"/>
            </a:solidFill>
            <a:prstDash val="solid"/>
          </a:ln>
        </p:spPr>
      </p:sp>
      <p:sp>
        <p:nvSpPr>
          <p:cNvPr id="76" name="Text 65"/>
          <p:cNvSpPr txBox="1"/>
          <p:nvPr/>
        </p:nvSpPr>
        <p:spPr>
          <a:xfrm>
            <a:off x="3133466" y="172260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77" name="Shape 66"/>
          <p:cNvSpPr/>
          <p:nvPr/>
        </p:nvSpPr>
        <p:spPr>
          <a:xfrm>
            <a:off x="1249802" y="2079218"/>
            <a:ext cx="3995928" cy="219456"/>
          </a:xfrm>
          <a:prstGeom prst="roundRect">
            <a:avLst>
              <a:gd name="adj" fmla="val 20833"/>
            </a:avLst>
          </a:prstGeom>
          <a:solidFill>
            <a:srgbClr val="FFFFFF">
              <a:alpha val="0"/>
            </a:srgbClr>
          </a:solidFill>
          <a:ln w="31750">
            <a:solidFill>
              <a:srgbClr val="E53935"/>
            </a:solidFill>
            <a:prstDash val="solid"/>
          </a:ln>
        </p:spPr>
      </p:sp>
      <p:sp>
        <p:nvSpPr>
          <p:cNvPr id="78" name="Shape 67"/>
          <p:cNvSpPr/>
          <p:nvPr/>
        </p:nvSpPr>
        <p:spPr>
          <a:xfrm>
            <a:off x="5108570" y="1942058"/>
            <a:ext cx="274320" cy="274320"/>
          </a:xfrm>
          <a:prstGeom prst="ellipse">
            <a:avLst/>
          </a:prstGeom>
          <a:solidFill>
            <a:srgbClr val="E53935"/>
          </a:solidFill>
          <a:ln w="12700">
            <a:solidFill>
              <a:srgbClr val="FFFFFF"/>
            </a:solidFill>
            <a:prstDash val="solid"/>
          </a:ln>
        </p:spPr>
      </p:sp>
      <p:sp>
        <p:nvSpPr>
          <p:cNvPr id="79" name="Text 68"/>
          <p:cNvSpPr txBox="1"/>
          <p:nvPr/>
        </p:nvSpPr>
        <p:spPr>
          <a:xfrm>
            <a:off x="5108570" y="194205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0" name="Shape 69"/>
          <p:cNvSpPr/>
          <p:nvPr/>
        </p:nvSpPr>
        <p:spPr>
          <a:xfrm>
            <a:off x="1124712" y="2518130"/>
            <a:ext cx="3602736" cy="1133856"/>
          </a:xfrm>
          <a:prstGeom prst="roundRect">
            <a:avLst>
              <a:gd name="adj" fmla="val 4032"/>
            </a:avLst>
          </a:prstGeom>
          <a:solidFill>
            <a:srgbClr val="FFFFFF">
              <a:alpha val="0"/>
            </a:srgbClr>
          </a:solidFill>
          <a:ln w="31750">
            <a:solidFill>
              <a:srgbClr val="E53935"/>
            </a:solidFill>
            <a:prstDash val="solid"/>
          </a:ln>
        </p:spPr>
      </p:sp>
      <p:sp>
        <p:nvSpPr>
          <p:cNvPr id="81" name="Shape 70"/>
          <p:cNvSpPr/>
          <p:nvPr/>
        </p:nvSpPr>
        <p:spPr>
          <a:xfrm>
            <a:off x="4590288" y="2380970"/>
            <a:ext cx="274320" cy="274320"/>
          </a:xfrm>
          <a:prstGeom prst="ellipse">
            <a:avLst/>
          </a:prstGeom>
          <a:solidFill>
            <a:srgbClr val="E53935"/>
          </a:solidFill>
          <a:ln w="12700">
            <a:solidFill>
              <a:srgbClr val="FFFFFF"/>
            </a:solidFill>
            <a:prstDash val="solid"/>
          </a:ln>
        </p:spPr>
      </p:sp>
      <p:sp>
        <p:nvSpPr>
          <p:cNvPr id="82" name="Text 71"/>
          <p:cNvSpPr txBox="1"/>
          <p:nvPr/>
        </p:nvSpPr>
        <p:spPr>
          <a:xfrm>
            <a:off x="4590288" y="23809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Shape 72"/>
          <p:cNvSpPr/>
          <p:nvPr/>
        </p:nvSpPr>
        <p:spPr>
          <a:xfrm>
            <a:off x="5715000" y="1234440"/>
            <a:ext cx="329184" cy="329184"/>
          </a:xfrm>
          <a:prstGeom prst="ellipse">
            <a:avLst/>
          </a:prstGeom>
          <a:solidFill>
            <a:srgbClr val="E53935"/>
          </a:solidFill>
          <a:ln/>
        </p:spPr>
      </p:sp>
      <p:sp>
        <p:nvSpPr>
          <p:cNvPr id="84" name="Text 73"/>
          <p:cNvSpPr txBox="1"/>
          <p:nvPr/>
        </p:nvSpPr>
        <p:spPr>
          <a:xfrm>
            <a:off x="5715000" y="1234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5" name="Text 74"/>
          <p:cNvSpPr txBox="1"/>
          <p:nvPr/>
        </p:nvSpPr>
        <p:spPr>
          <a:xfrm>
            <a:off x="6172200" y="116128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Nama dokumen</a:t>
            </a:r>
            <a:endParaRPr lang="en-US" sz="1350" dirty="0"/>
          </a:p>
        </p:txBody>
      </p:sp>
      <p:sp>
        <p:nvSpPr>
          <p:cNvPr id="86" name="Shape 75"/>
          <p:cNvSpPr/>
          <p:nvPr/>
        </p:nvSpPr>
        <p:spPr>
          <a:xfrm>
            <a:off x="5715000" y="1801368"/>
            <a:ext cx="329184" cy="329184"/>
          </a:xfrm>
          <a:prstGeom prst="ellipse">
            <a:avLst/>
          </a:prstGeom>
          <a:solidFill>
            <a:srgbClr val="E53935"/>
          </a:solidFill>
          <a:ln/>
        </p:spPr>
      </p:sp>
      <p:sp>
        <p:nvSpPr>
          <p:cNvPr id="87" name="Text 76"/>
          <p:cNvSpPr txBox="1"/>
          <p:nvPr/>
        </p:nvSpPr>
        <p:spPr>
          <a:xfrm>
            <a:off x="571500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8" name="Text 77"/>
          <p:cNvSpPr txBox="1"/>
          <p:nvPr/>
        </p:nvSpPr>
        <p:spPr>
          <a:xfrm>
            <a:off x="6172200" y="172821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Menu: File, Edit, Insert, Format</a:t>
            </a:r>
            <a:endParaRPr lang="en-US" sz="1350" dirty="0"/>
          </a:p>
        </p:txBody>
      </p:sp>
      <p:sp>
        <p:nvSpPr>
          <p:cNvPr id="89" name="Shape 78"/>
          <p:cNvSpPr/>
          <p:nvPr/>
        </p:nvSpPr>
        <p:spPr>
          <a:xfrm>
            <a:off x="5715000" y="2368296"/>
            <a:ext cx="329184" cy="329184"/>
          </a:xfrm>
          <a:prstGeom prst="ellipse">
            <a:avLst/>
          </a:prstGeom>
          <a:solidFill>
            <a:srgbClr val="E53935"/>
          </a:solidFill>
          <a:ln/>
        </p:spPr>
      </p:sp>
      <p:sp>
        <p:nvSpPr>
          <p:cNvPr id="90" name="Text 79"/>
          <p:cNvSpPr txBox="1"/>
          <p:nvPr/>
        </p:nvSpPr>
        <p:spPr>
          <a:xfrm>
            <a:off x="5715000"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91" name="Text 80"/>
          <p:cNvSpPr txBox="1"/>
          <p:nvPr/>
        </p:nvSpPr>
        <p:spPr>
          <a:xfrm>
            <a:off x="6172200" y="229514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Toolbar: tombol format cepat</a:t>
            </a:r>
            <a:endParaRPr lang="en-US" sz="1350" dirty="0"/>
          </a:p>
        </p:txBody>
      </p:sp>
      <p:sp>
        <p:nvSpPr>
          <p:cNvPr id="92" name="Shape 81"/>
          <p:cNvSpPr/>
          <p:nvPr/>
        </p:nvSpPr>
        <p:spPr>
          <a:xfrm>
            <a:off x="5715000" y="2935224"/>
            <a:ext cx="329184" cy="329184"/>
          </a:xfrm>
          <a:prstGeom prst="ellipse">
            <a:avLst/>
          </a:prstGeom>
          <a:solidFill>
            <a:srgbClr val="E53935"/>
          </a:solidFill>
          <a:ln/>
        </p:spPr>
      </p:sp>
      <p:sp>
        <p:nvSpPr>
          <p:cNvPr id="93" name="Text 82"/>
          <p:cNvSpPr txBox="1"/>
          <p:nvPr/>
        </p:nvSpPr>
        <p:spPr>
          <a:xfrm>
            <a:off x="5715000" y="2935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94" name="Text 83"/>
          <p:cNvSpPr txBox="1"/>
          <p:nvPr/>
        </p:nvSpPr>
        <p:spPr>
          <a:xfrm>
            <a:off x="6172200" y="2862072"/>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Halaman: tempat menulis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Format Teks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Gaya Teks</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Title untuk judul utama, Heading 1 untuk judul bab, Normal text untuk isi.</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Jenis &amp; Ukuran Huruf</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Pilih huruf yang mudah dibaca. Isi 11–12, judul lebih besar.</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  I  U</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 = tebal (Ctrl+B), I = miring (Ctrl+I), U = garis bawah (Ctrl+U).</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Perataan</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Rata kiri untuk isi, rata tengah untuk judul, rata kiri-kanan untuk paragraf.</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Daftar</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Daftar bernomor (1, 2, 3) atau daftar berbutir untuk poin-poin.</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Undo</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Salah format? Tekan Ctrl+Z untuk membatalkan.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Dokumen Adab Menuntut Ilmu</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dan memberi nama dokumen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4–7</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judul yang rapi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8–10</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isi dan daftar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90921" y="1243090"/>
            <a:ext cx="4744639" cy="2426754"/>
          </a:xfrm>
          <a:prstGeom prst="rect">
            <a:avLst/>
          </a:prstGeom>
          <a:solidFill>
            <a:srgbClr val="FFFFFF"/>
          </a:solidFill>
          <a:ln w="9525">
            <a:solidFill>
              <a:srgbClr val="999999"/>
            </a:solidFill>
            <a:prstDash val="solid"/>
          </a:ln>
        </p:spPr>
      </p:sp>
      <p:sp>
        <p:nvSpPr>
          <p:cNvPr id="17" name="Shape 13"/>
          <p:cNvSpPr/>
          <p:nvPr/>
        </p:nvSpPr>
        <p:spPr>
          <a:xfrm>
            <a:off x="690921" y="1243090"/>
            <a:ext cx="4744639" cy="219456"/>
          </a:xfrm>
          <a:prstGeom prst="rect">
            <a:avLst/>
          </a:prstGeom>
          <a:solidFill>
            <a:srgbClr val="DEE1E6"/>
          </a:solidFill>
          <a:ln w="12700">
            <a:solidFill>
              <a:srgbClr val="DEE1E6"/>
            </a:solidFill>
            <a:prstDash val="solid"/>
          </a:ln>
        </p:spPr>
      </p:sp>
      <p:sp>
        <p:nvSpPr>
          <p:cNvPr id="18" name="Text 14"/>
          <p:cNvSpPr txBox="1"/>
          <p:nvPr/>
        </p:nvSpPr>
        <p:spPr>
          <a:xfrm>
            <a:off x="782361" y="1243090"/>
            <a:ext cx="3830239"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New Tab</a:t>
            </a:r>
            <a:endParaRPr lang="en-US" sz="750" dirty="0"/>
          </a:p>
        </p:txBody>
      </p:sp>
      <p:sp>
        <p:nvSpPr>
          <p:cNvPr id="19" name="Text 15"/>
          <p:cNvSpPr txBox="1"/>
          <p:nvPr/>
        </p:nvSpPr>
        <p:spPr>
          <a:xfrm>
            <a:off x="461259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88691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161239" y="124309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90921" y="1462546"/>
            <a:ext cx="4744639"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82361" y="1535698"/>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83529" y="1535698"/>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84697" y="1535698"/>
            <a:ext cx="128016" cy="128016"/>
          </a:xfrm>
          <a:prstGeom prst="rect">
            <a:avLst/>
          </a:prstGeom>
        </p:spPr>
      </p:pic>
      <p:sp>
        <p:nvSpPr>
          <p:cNvPr id="26" name="Shape 19"/>
          <p:cNvSpPr/>
          <p:nvPr/>
        </p:nvSpPr>
        <p:spPr>
          <a:xfrm>
            <a:off x="1422441" y="1499122"/>
            <a:ext cx="3830239"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32169" y="1499122"/>
            <a:ext cx="3647359"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a:t>
            </a:r>
            <a:endParaRPr lang="en-US" sz="800" dirty="0"/>
          </a:p>
        </p:txBody>
      </p:sp>
      <p:sp>
        <p:nvSpPr>
          <p:cNvPr id="28" name="Shape 21"/>
          <p:cNvSpPr/>
          <p:nvPr/>
        </p:nvSpPr>
        <p:spPr>
          <a:xfrm>
            <a:off x="1385865" y="1462546"/>
            <a:ext cx="3903391" cy="274320"/>
          </a:xfrm>
          <a:prstGeom prst="roundRect">
            <a:avLst>
              <a:gd name="adj" fmla="val 16667"/>
            </a:avLst>
          </a:prstGeom>
          <a:solidFill>
            <a:srgbClr val="FFFFFF">
              <a:alpha val="0"/>
            </a:srgbClr>
          </a:solidFill>
          <a:ln w="31750">
            <a:solidFill>
              <a:srgbClr val="E53935"/>
            </a:solidFill>
            <a:prstDash val="solid"/>
          </a:ln>
        </p:spPr>
      </p:sp>
      <p:sp>
        <p:nvSpPr>
          <p:cNvPr id="29" name="Shape 22"/>
          <p:cNvSpPr/>
          <p:nvPr/>
        </p:nvSpPr>
        <p:spPr>
          <a:xfrm>
            <a:off x="5152095" y="1325386"/>
            <a:ext cx="274320" cy="274320"/>
          </a:xfrm>
          <a:prstGeom prst="ellipse">
            <a:avLst/>
          </a:prstGeom>
          <a:solidFill>
            <a:srgbClr val="E53935"/>
          </a:solidFill>
          <a:ln w="12700">
            <a:solidFill>
              <a:srgbClr val="FFFFFF"/>
            </a:solidFill>
            <a:prstDash val="solid"/>
          </a:ln>
        </p:spPr>
      </p:sp>
      <p:sp>
        <p:nvSpPr>
          <p:cNvPr id="30" name="Text 23"/>
          <p:cNvSpPr txBox="1"/>
          <p:nvPr/>
        </p:nvSpPr>
        <p:spPr>
          <a:xfrm>
            <a:off x="5152095" y="132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1" name="Image 5" descr="preencoded.png">    </p:cNvPr>
          <p:cNvPicPr>
            <a:picLocks noChangeAspect="1"/>
          </p:cNvPicPr>
          <p:nvPr/>
        </p:nvPicPr>
        <p:blipFill>
          <a:blip r:embed="rId6"/>
          <a:stretch>
            <a:fillRect/>
          </a:stretch>
        </p:blipFill>
        <p:spPr>
          <a:xfrm>
            <a:off x="3529072" y="1609765"/>
            <a:ext cx="237744" cy="237744"/>
          </a:xfrm>
          <a:prstGeom prst="rect">
            <a:avLst/>
          </a:prstGeom>
        </p:spPr>
      </p:pic>
      <p:sp>
        <p:nvSpPr>
          <p:cNvPr id="32" name="Text 2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3" name="Text 2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docs.google.com</a:t>
            </a:r>
            <a:endParaRPr lang="en-US" sz="1800" dirty="0"/>
          </a:p>
        </p:txBody>
      </p:sp>
      <p:sp>
        <p:nvSpPr>
          <p:cNvPr id="34" name="Text 2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browser, ketik docs.google.com di kolom alamat, lalu tekan Enter. Masuk dengan akun kelas bila diminta.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Docs</a:t>
            </a:r>
            <a:endParaRPr lang="en-US" sz="1000" dirty="0"/>
          </a:p>
        </p:txBody>
      </p:sp>
      <p:sp>
        <p:nvSpPr>
          <p:cNvPr id="30" name="Shape 22"/>
          <p:cNvSpPr/>
          <p:nvPr/>
        </p:nvSpPr>
        <p:spPr>
          <a:xfrm>
            <a:off x="587776" y="2034293"/>
            <a:ext cx="4950927" cy="1325880"/>
          </a:xfrm>
          <a:prstGeom prst="rect">
            <a:avLst/>
          </a:prstGeom>
          <a:solidFill>
            <a:srgbClr val="F1F3F4"/>
          </a:solidFill>
          <a:ln w="12700">
            <a:solidFill>
              <a:srgbClr val="F1F3F4"/>
            </a:solidFill>
            <a:prstDash val="solid"/>
          </a:ln>
        </p:spPr>
      </p:sp>
      <p:sp>
        <p:nvSpPr>
          <p:cNvPr id="31" name="Text 23"/>
          <p:cNvSpPr txBox="1"/>
          <p:nvPr/>
        </p:nvSpPr>
        <p:spPr>
          <a:xfrm>
            <a:off x="862096" y="2098301"/>
            <a:ext cx="1828800" cy="182880"/>
          </a:xfrm>
          <a:prstGeom prst="rect">
            <a:avLst/>
          </a:prstGeom>
          <a:noFill/>
          <a:ln/>
        </p:spPr>
        <p:txBody>
          <a:bodyPr wrap="square" lIns="0" tIns="0" rIns="0" bIns="0" rtlCol="0" anchor="t"/>
          <a:lstStyle/>
          <a:p>
            <a:pPr indent="0" marL="0">
              <a:buNone/>
            </a:pPr>
            <a:r>
              <a:rPr lang="en-US" sz="800" dirty="0">
                <a:solidFill>
                  <a:srgbClr val="1E2A26"/>
                </a:solidFill>
                <a:latin typeface="Calibri" pitchFamily="34" charset="0"/>
                <a:ea typeface="Calibri" pitchFamily="34" charset="-122"/>
                <a:cs typeface="Calibri" pitchFamily="34" charset="-120"/>
              </a:rPr>
              <a:t>Start a new document</a:t>
            </a:r>
            <a:endParaRPr lang="en-US" sz="800" dirty="0"/>
          </a:p>
        </p:txBody>
      </p:sp>
      <p:sp>
        <p:nvSpPr>
          <p:cNvPr id="32" name="Shape 24"/>
          <p:cNvSpPr/>
          <p:nvPr/>
        </p:nvSpPr>
        <p:spPr>
          <a:xfrm>
            <a:off x="862096" y="2317757"/>
            <a:ext cx="685800" cy="868680"/>
          </a:xfrm>
          <a:prstGeom prst="rect">
            <a:avLst/>
          </a:prstGeom>
          <a:solidFill>
            <a:srgbClr val="FFFFFF"/>
          </a:solidFill>
          <a:ln w="9525">
            <a:solidFill>
              <a:srgbClr val="CCCCCC"/>
            </a:solidFill>
            <a:prstDash val="solid"/>
          </a:ln>
        </p:spPr>
      </p:sp>
      <p:sp>
        <p:nvSpPr>
          <p:cNvPr id="33" name="Text 25"/>
          <p:cNvSpPr txBox="1"/>
          <p:nvPr/>
        </p:nvSpPr>
        <p:spPr>
          <a:xfrm>
            <a:off x="862096" y="2317757"/>
            <a:ext cx="685800" cy="868680"/>
          </a:xfrm>
          <a:prstGeom prst="rect">
            <a:avLst/>
          </a:prstGeom>
          <a:noFill/>
          <a:ln/>
        </p:spPr>
        <p:txBody>
          <a:bodyPr wrap="square" lIns="0" tIns="0" rIns="0" bIns="0" rtlCol="0" anchor="ctr"/>
          <a:lstStyle/>
          <a:p>
            <a:pPr algn="ctr" indent="0" marL="0">
              <a:buNone/>
            </a:pPr>
            <a:r>
              <a:rPr lang="en-US" sz="2600" dirty="0">
                <a:solidFill>
                  <a:srgbClr val="4285F4"/>
                </a:solidFill>
                <a:latin typeface="Calibri" pitchFamily="34" charset="0"/>
                <a:ea typeface="Calibri" pitchFamily="34" charset="-122"/>
                <a:cs typeface="Calibri" pitchFamily="34" charset="-120"/>
              </a:rPr>
              <a:t>+</a:t>
            </a:r>
            <a:endParaRPr lang="en-US" sz="2600" dirty="0"/>
          </a:p>
        </p:txBody>
      </p:sp>
      <p:sp>
        <p:nvSpPr>
          <p:cNvPr id="34" name="Text 26"/>
          <p:cNvSpPr txBox="1"/>
          <p:nvPr/>
        </p:nvSpPr>
        <p:spPr>
          <a:xfrm>
            <a:off x="770656" y="3204725"/>
            <a:ext cx="914400" cy="146304"/>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Blank document</a:t>
            </a:r>
            <a:endParaRPr lang="en-US" sz="650" dirty="0"/>
          </a:p>
        </p:txBody>
      </p:sp>
      <p:sp>
        <p:nvSpPr>
          <p:cNvPr id="35" name="Shape 27"/>
          <p:cNvSpPr/>
          <p:nvPr/>
        </p:nvSpPr>
        <p:spPr>
          <a:xfrm>
            <a:off x="1730776" y="2317757"/>
            <a:ext cx="685800" cy="868680"/>
          </a:xfrm>
          <a:prstGeom prst="rect">
            <a:avLst/>
          </a:prstGeom>
          <a:solidFill>
            <a:srgbClr val="FFFFFF"/>
          </a:solidFill>
          <a:ln w="9525">
            <a:solidFill>
              <a:srgbClr val="CCCCCC"/>
            </a:solidFill>
            <a:prstDash val="solid"/>
          </a:ln>
        </p:spPr>
      </p:sp>
      <p:sp>
        <p:nvSpPr>
          <p:cNvPr id="36" name="Shape 28"/>
          <p:cNvSpPr/>
          <p:nvPr/>
        </p:nvSpPr>
        <p:spPr>
          <a:xfrm>
            <a:off x="1822216" y="2454917"/>
            <a:ext cx="502920" cy="36576"/>
          </a:xfrm>
          <a:prstGeom prst="rect">
            <a:avLst/>
          </a:prstGeom>
          <a:solidFill>
            <a:srgbClr val="DDDDDD"/>
          </a:solidFill>
          <a:ln w="12700">
            <a:solidFill>
              <a:srgbClr val="DDDDDD"/>
            </a:solidFill>
            <a:prstDash val="solid"/>
          </a:ln>
        </p:spPr>
      </p:sp>
      <p:sp>
        <p:nvSpPr>
          <p:cNvPr id="37" name="Shape 29"/>
          <p:cNvSpPr/>
          <p:nvPr/>
        </p:nvSpPr>
        <p:spPr>
          <a:xfrm>
            <a:off x="1822216" y="2582933"/>
            <a:ext cx="365760" cy="36576"/>
          </a:xfrm>
          <a:prstGeom prst="rect">
            <a:avLst/>
          </a:prstGeom>
          <a:solidFill>
            <a:srgbClr val="DDDDDD"/>
          </a:solidFill>
          <a:ln w="12700">
            <a:solidFill>
              <a:srgbClr val="DDDDDD"/>
            </a:solidFill>
            <a:prstDash val="solid"/>
          </a:ln>
        </p:spPr>
      </p:sp>
      <p:sp>
        <p:nvSpPr>
          <p:cNvPr id="38" name="Shape 30"/>
          <p:cNvSpPr/>
          <p:nvPr/>
        </p:nvSpPr>
        <p:spPr>
          <a:xfrm>
            <a:off x="1822216" y="2710949"/>
            <a:ext cx="502920" cy="36576"/>
          </a:xfrm>
          <a:prstGeom prst="rect">
            <a:avLst/>
          </a:prstGeom>
          <a:solidFill>
            <a:srgbClr val="DDDDDD"/>
          </a:solidFill>
          <a:ln w="12700">
            <a:solidFill>
              <a:srgbClr val="DDDDDD"/>
            </a:solidFill>
            <a:prstDash val="solid"/>
          </a:ln>
        </p:spPr>
      </p:sp>
      <p:sp>
        <p:nvSpPr>
          <p:cNvPr id="39" name="Shape 31"/>
          <p:cNvSpPr/>
          <p:nvPr/>
        </p:nvSpPr>
        <p:spPr>
          <a:xfrm>
            <a:off x="1822216" y="2838965"/>
            <a:ext cx="365760" cy="36576"/>
          </a:xfrm>
          <a:prstGeom prst="rect">
            <a:avLst/>
          </a:prstGeom>
          <a:solidFill>
            <a:srgbClr val="DDDDDD"/>
          </a:solidFill>
          <a:ln w="12700">
            <a:solidFill>
              <a:srgbClr val="DDDDDD"/>
            </a:solidFill>
            <a:prstDash val="solid"/>
          </a:ln>
        </p:spPr>
      </p:sp>
      <p:sp>
        <p:nvSpPr>
          <p:cNvPr id="40" name="Shape 32"/>
          <p:cNvSpPr/>
          <p:nvPr/>
        </p:nvSpPr>
        <p:spPr>
          <a:xfrm>
            <a:off x="1822216" y="2966981"/>
            <a:ext cx="502920" cy="36576"/>
          </a:xfrm>
          <a:prstGeom prst="rect">
            <a:avLst/>
          </a:prstGeom>
          <a:solidFill>
            <a:srgbClr val="DDDDDD"/>
          </a:solidFill>
          <a:ln w="12700">
            <a:solidFill>
              <a:srgbClr val="DDDDDD"/>
            </a:solidFill>
            <a:prstDash val="solid"/>
          </a:ln>
        </p:spPr>
      </p:sp>
      <p:sp>
        <p:nvSpPr>
          <p:cNvPr id="41" name="Shape 33"/>
          <p:cNvSpPr/>
          <p:nvPr/>
        </p:nvSpPr>
        <p:spPr>
          <a:xfrm>
            <a:off x="2599456" y="2317757"/>
            <a:ext cx="685800" cy="868680"/>
          </a:xfrm>
          <a:prstGeom prst="rect">
            <a:avLst/>
          </a:prstGeom>
          <a:solidFill>
            <a:srgbClr val="FFFFFF"/>
          </a:solidFill>
          <a:ln w="9525">
            <a:solidFill>
              <a:srgbClr val="CCCCCC"/>
            </a:solidFill>
            <a:prstDash val="solid"/>
          </a:ln>
        </p:spPr>
      </p:sp>
      <p:sp>
        <p:nvSpPr>
          <p:cNvPr id="42" name="Shape 34"/>
          <p:cNvSpPr/>
          <p:nvPr/>
        </p:nvSpPr>
        <p:spPr>
          <a:xfrm>
            <a:off x="2690896" y="2454917"/>
            <a:ext cx="502920" cy="36576"/>
          </a:xfrm>
          <a:prstGeom prst="rect">
            <a:avLst/>
          </a:prstGeom>
          <a:solidFill>
            <a:srgbClr val="DDDDDD"/>
          </a:solidFill>
          <a:ln w="12700">
            <a:solidFill>
              <a:srgbClr val="DDDDDD"/>
            </a:solidFill>
            <a:prstDash val="solid"/>
          </a:ln>
        </p:spPr>
      </p:sp>
      <p:sp>
        <p:nvSpPr>
          <p:cNvPr id="43" name="Shape 35"/>
          <p:cNvSpPr/>
          <p:nvPr/>
        </p:nvSpPr>
        <p:spPr>
          <a:xfrm>
            <a:off x="2690896" y="2582933"/>
            <a:ext cx="365760" cy="36576"/>
          </a:xfrm>
          <a:prstGeom prst="rect">
            <a:avLst/>
          </a:prstGeom>
          <a:solidFill>
            <a:srgbClr val="DDDDDD"/>
          </a:solidFill>
          <a:ln w="12700">
            <a:solidFill>
              <a:srgbClr val="DDDDDD"/>
            </a:solidFill>
            <a:prstDash val="solid"/>
          </a:ln>
        </p:spPr>
      </p:sp>
      <p:sp>
        <p:nvSpPr>
          <p:cNvPr id="44" name="Shape 36"/>
          <p:cNvSpPr/>
          <p:nvPr/>
        </p:nvSpPr>
        <p:spPr>
          <a:xfrm>
            <a:off x="2690896" y="2710949"/>
            <a:ext cx="502920" cy="36576"/>
          </a:xfrm>
          <a:prstGeom prst="rect">
            <a:avLst/>
          </a:prstGeom>
          <a:solidFill>
            <a:srgbClr val="DDDDDD"/>
          </a:solidFill>
          <a:ln w="12700">
            <a:solidFill>
              <a:srgbClr val="DDDDDD"/>
            </a:solidFill>
            <a:prstDash val="solid"/>
          </a:ln>
        </p:spPr>
      </p:sp>
      <p:sp>
        <p:nvSpPr>
          <p:cNvPr id="45" name="Shape 37"/>
          <p:cNvSpPr/>
          <p:nvPr/>
        </p:nvSpPr>
        <p:spPr>
          <a:xfrm>
            <a:off x="2690896" y="2838965"/>
            <a:ext cx="365760" cy="36576"/>
          </a:xfrm>
          <a:prstGeom prst="rect">
            <a:avLst/>
          </a:prstGeom>
          <a:solidFill>
            <a:srgbClr val="DDDDDD"/>
          </a:solidFill>
          <a:ln w="12700">
            <a:solidFill>
              <a:srgbClr val="DDDDDD"/>
            </a:solidFill>
            <a:prstDash val="solid"/>
          </a:ln>
        </p:spPr>
      </p:sp>
      <p:sp>
        <p:nvSpPr>
          <p:cNvPr id="46" name="Shape 38"/>
          <p:cNvSpPr/>
          <p:nvPr/>
        </p:nvSpPr>
        <p:spPr>
          <a:xfrm>
            <a:off x="2690896" y="2966981"/>
            <a:ext cx="502920" cy="36576"/>
          </a:xfrm>
          <a:prstGeom prst="rect">
            <a:avLst/>
          </a:prstGeom>
          <a:solidFill>
            <a:srgbClr val="DDDDDD"/>
          </a:solidFill>
          <a:ln w="12700">
            <a:solidFill>
              <a:srgbClr val="DDDDDD"/>
            </a:solidFill>
            <a:prstDash val="solid"/>
          </a:ln>
        </p:spPr>
      </p:sp>
      <p:sp>
        <p:nvSpPr>
          <p:cNvPr id="47" name="Shape 39"/>
          <p:cNvSpPr/>
          <p:nvPr/>
        </p:nvSpPr>
        <p:spPr>
          <a:xfrm>
            <a:off x="3468136" y="2317757"/>
            <a:ext cx="685800" cy="868680"/>
          </a:xfrm>
          <a:prstGeom prst="rect">
            <a:avLst/>
          </a:prstGeom>
          <a:solidFill>
            <a:srgbClr val="FFFFFF"/>
          </a:solidFill>
          <a:ln w="9525">
            <a:solidFill>
              <a:srgbClr val="CCCCCC"/>
            </a:solidFill>
            <a:prstDash val="solid"/>
          </a:ln>
        </p:spPr>
      </p:sp>
      <p:sp>
        <p:nvSpPr>
          <p:cNvPr id="48" name="Shape 40"/>
          <p:cNvSpPr/>
          <p:nvPr/>
        </p:nvSpPr>
        <p:spPr>
          <a:xfrm>
            <a:off x="3559576" y="2454917"/>
            <a:ext cx="502920" cy="36576"/>
          </a:xfrm>
          <a:prstGeom prst="rect">
            <a:avLst/>
          </a:prstGeom>
          <a:solidFill>
            <a:srgbClr val="DDDDDD"/>
          </a:solidFill>
          <a:ln w="12700">
            <a:solidFill>
              <a:srgbClr val="DDDDDD"/>
            </a:solidFill>
            <a:prstDash val="solid"/>
          </a:ln>
        </p:spPr>
      </p:sp>
      <p:sp>
        <p:nvSpPr>
          <p:cNvPr id="49" name="Shape 41"/>
          <p:cNvSpPr/>
          <p:nvPr/>
        </p:nvSpPr>
        <p:spPr>
          <a:xfrm>
            <a:off x="3559576" y="2582933"/>
            <a:ext cx="365760" cy="36576"/>
          </a:xfrm>
          <a:prstGeom prst="rect">
            <a:avLst/>
          </a:prstGeom>
          <a:solidFill>
            <a:srgbClr val="DDDDDD"/>
          </a:solidFill>
          <a:ln w="12700">
            <a:solidFill>
              <a:srgbClr val="DDDDDD"/>
            </a:solidFill>
            <a:prstDash val="solid"/>
          </a:ln>
        </p:spPr>
      </p:sp>
      <p:sp>
        <p:nvSpPr>
          <p:cNvPr id="50" name="Shape 42"/>
          <p:cNvSpPr/>
          <p:nvPr/>
        </p:nvSpPr>
        <p:spPr>
          <a:xfrm>
            <a:off x="3559576" y="2710949"/>
            <a:ext cx="502920" cy="36576"/>
          </a:xfrm>
          <a:prstGeom prst="rect">
            <a:avLst/>
          </a:prstGeom>
          <a:solidFill>
            <a:srgbClr val="DDDDDD"/>
          </a:solidFill>
          <a:ln w="12700">
            <a:solidFill>
              <a:srgbClr val="DDDDDD"/>
            </a:solidFill>
            <a:prstDash val="solid"/>
          </a:ln>
        </p:spPr>
      </p:sp>
      <p:sp>
        <p:nvSpPr>
          <p:cNvPr id="51" name="Shape 43"/>
          <p:cNvSpPr/>
          <p:nvPr/>
        </p:nvSpPr>
        <p:spPr>
          <a:xfrm>
            <a:off x="3559576" y="2838965"/>
            <a:ext cx="365760" cy="36576"/>
          </a:xfrm>
          <a:prstGeom prst="rect">
            <a:avLst/>
          </a:prstGeom>
          <a:solidFill>
            <a:srgbClr val="DDDDDD"/>
          </a:solidFill>
          <a:ln w="12700">
            <a:solidFill>
              <a:srgbClr val="DDDDDD"/>
            </a:solidFill>
            <a:prstDash val="solid"/>
          </a:ln>
        </p:spPr>
      </p:sp>
      <p:sp>
        <p:nvSpPr>
          <p:cNvPr id="52" name="Shape 44"/>
          <p:cNvSpPr/>
          <p:nvPr/>
        </p:nvSpPr>
        <p:spPr>
          <a:xfrm>
            <a:off x="3559576" y="2966981"/>
            <a:ext cx="502920" cy="36576"/>
          </a:xfrm>
          <a:prstGeom prst="rect">
            <a:avLst/>
          </a:prstGeom>
          <a:solidFill>
            <a:srgbClr val="DDDDDD"/>
          </a:solidFill>
          <a:ln w="12700">
            <a:solidFill>
              <a:srgbClr val="DDDDDD"/>
            </a:solidFill>
            <a:prstDash val="solid"/>
          </a:ln>
        </p:spPr>
      </p:sp>
      <p:sp>
        <p:nvSpPr>
          <p:cNvPr id="53" name="Text 45"/>
          <p:cNvSpPr txBox="1"/>
          <p:nvPr/>
        </p:nvSpPr>
        <p:spPr>
          <a:xfrm>
            <a:off x="862096" y="3497333"/>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Recent documents</a:t>
            </a:r>
            <a:endParaRPr lang="en-US" sz="800" dirty="0"/>
          </a:p>
        </p:txBody>
      </p:sp>
      <p:sp>
        <p:nvSpPr>
          <p:cNvPr id="54" name="Shape 46"/>
          <p:cNvSpPr/>
          <p:nvPr/>
        </p:nvSpPr>
        <p:spPr>
          <a:xfrm>
            <a:off x="825520" y="2281181"/>
            <a:ext cx="758952" cy="941832"/>
          </a:xfrm>
          <a:prstGeom prst="roundRect">
            <a:avLst>
              <a:gd name="adj" fmla="val 6024"/>
            </a:avLst>
          </a:prstGeom>
          <a:solidFill>
            <a:srgbClr val="FFFFFF">
              <a:alpha val="0"/>
            </a:srgbClr>
          </a:solidFill>
          <a:ln w="31750">
            <a:solidFill>
              <a:srgbClr val="E53935"/>
            </a:solidFill>
            <a:prstDash val="solid"/>
          </a:ln>
        </p:spPr>
      </p:sp>
      <p:sp>
        <p:nvSpPr>
          <p:cNvPr id="55" name="Shape 47"/>
          <p:cNvSpPr/>
          <p:nvPr/>
        </p:nvSpPr>
        <p:spPr>
          <a:xfrm>
            <a:off x="1447312" y="2144021"/>
            <a:ext cx="274320" cy="274320"/>
          </a:xfrm>
          <a:prstGeom prst="ellipse">
            <a:avLst/>
          </a:prstGeom>
          <a:solidFill>
            <a:srgbClr val="E53935"/>
          </a:solidFill>
          <a:ln w="12700">
            <a:solidFill>
              <a:srgbClr val="FFFFFF"/>
            </a:solidFill>
            <a:prstDash val="solid"/>
          </a:ln>
        </p:spPr>
      </p:sp>
      <p:sp>
        <p:nvSpPr>
          <p:cNvPr id="56" name="Text 48"/>
          <p:cNvSpPr txBox="1"/>
          <p:nvPr/>
        </p:nvSpPr>
        <p:spPr>
          <a:xfrm>
            <a:off x="1447312" y="2144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7" name="Image 6" descr="preencoded.png">    </p:cNvPr>
          <p:cNvPicPr>
            <a:picLocks noChangeAspect="1"/>
          </p:cNvPicPr>
          <p:nvPr/>
        </p:nvPicPr>
        <p:blipFill>
          <a:blip r:embed="rId7"/>
          <a:stretch>
            <a:fillRect/>
          </a:stretch>
        </p:blipFill>
        <p:spPr>
          <a:xfrm>
            <a:off x="1239286" y="2795531"/>
            <a:ext cx="237744" cy="237744"/>
          </a:xfrm>
          <a:prstGeom prst="rect">
            <a:avLst/>
          </a:prstGeom>
        </p:spPr>
      </p:pic>
      <p:sp>
        <p:nvSpPr>
          <p:cNvPr id="58"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9"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Blank document</a:t>
            </a:r>
            <a:endParaRPr lang="en-US" sz="1800" dirty="0"/>
          </a:p>
        </p:txBody>
      </p:sp>
      <p:sp>
        <p:nvSpPr>
          <p:cNvPr id="60"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bagian Start a new document, klik kotak bertanda + (Blank document).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Shape 22"/>
          <p:cNvSpPr/>
          <p:nvPr/>
        </p:nvSpPr>
        <p:spPr>
          <a:xfrm>
            <a:off x="944392" y="1695965"/>
            <a:ext cx="1737360" cy="182880"/>
          </a:xfrm>
          <a:prstGeom prst="rect">
            <a:avLst/>
          </a:prstGeom>
          <a:solidFill>
            <a:srgbClr val="FFFFFF">
              <a:alpha val="0"/>
            </a:srgbClr>
          </a:solidFill>
          <a:ln w="12700">
            <a:solidFill>
              <a:srgbClr val="0B57D0"/>
            </a:solidFill>
            <a:prstDash val="solid"/>
          </a:ln>
        </p:spPr>
      </p:sp>
      <p:sp>
        <p:nvSpPr>
          <p:cNvPr id="31" name="Text 23"/>
          <p:cNvSpPr txBox="1"/>
          <p:nvPr/>
        </p:nvSpPr>
        <p:spPr>
          <a:xfrm>
            <a:off x="2754904" y="1695965"/>
            <a:ext cx="1097280" cy="182880"/>
          </a:xfrm>
          <a:prstGeom prst="rect">
            <a:avLst/>
          </a:prstGeom>
          <a:noFill/>
          <a:ln/>
        </p:spPr>
        <p:txBody>
          <a:bodyPr wrap="square" lIns="0" tIns="0" rIns="0" bIns="0" rtlCol="0" anchor="ctr"/>
          <a:lstStyle/>
          <a:p>
            <a:pPr indent="0" marL="0">
              <a:buNone/>
            </a:pPr>
            <a:endParaRPr lang="en-US" sz="650" dirty="0"/>
          </a:p>
        </p:txBody>
      </p:sp>
      <p:sp>
        <p:nvSpPr>
          <p:cNvPr id="32" name="Text 24"/>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3" name="Text 25"/>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4" name="Text 26"/>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5" name="Text 27"/>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6" name="Text 28"/>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7" name="Text 29"/>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3" name="Text 35"/>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4" name="Text 36"/>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5" name="Text 37"/>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6" name="Text 38"/>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7" name="Text 39"/>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8" name="Text 40"/>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9" name="Text 41"/>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50" name="Text 42"/>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1"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2" name="Shape 43"/>
          <p:cNvSpPr/>
          <p:nvPr/>
        </p:nvSpPr>
        <p:spPr>
          <a:xfrm>
            <a:off x="3916192" y="2144021"/>
            <a:ext cx="146304" cy="22860"/>
          </a:xfrm>
          <a:prstGeom prst="rect">
            <a:avLst/>
          </a:prstGeom>
          <a:solidFill>
            <a:srgbClr val="444444"/>
          </a:solidFill>
          <a:ln w="12700">
            <a:solidFill>
              <a:srgbClr val="444444"/>
            </a:solidFill>
            <a:prstDash val="solid"/>
          </a:ln>
        </p:spPr>
      </p:sp>
      <p:sp>
        <p:nvSpPr>
          <p:cNvPr id="53" name="Shape 44"/>
          <p:cNvSpPr/>
          <p:nvPr/>
        </p:nvSpPr>
        <p:spPr>
          <a:xfrm>
            <a:off x="3916192" y="2189741"/>
            <a:ext cx="91440" cy="22860"/>
          </a:xfrm>
          <a:prstGeom prst="rect">
            <a:avLst/>
          </a:prstGeom>
          <a:solidFill>
            <a:srgbClr val="444444"/>
          </a:solidFill>
          <a:ln w="12700">
            <a:solidFill>
              <a:srgbClr val="444444"/>
            </a:solidFill>
            <a:prstDash val="solid"/>
          </a:ln>
        </p:spPr>
      </p:sp>
      <p:sp>
        <p:nvSpPr>
          <p:cNvPr id="54" name="Shape 45"/>
          <p:cNvSpPr/>
          <p:nvPr/>
        </p:nvSpPr>
        <p:spPr>
          <a:xfrm>
            <a:off x="3916192" y="2235461"/>
            <a:ext cx="118872" cy="22860"/>
          </a:xfrm>
          <a:prstGeom prst="rect">
            <a:avLst/>
          </a:prstGeom>
          <a:solidFill>
            <a:srgbClr val="444444"/>
          </a:solidFill>
          <a:ln w="12700">
            <a:solidFill>
              <a:srgbClr val="444444"/>
            </a:solidFill>
            <a:prstDash val="solid"/>
          </a:ln>
        </p:spPr>
      </p:sp>
      <p:sp>
        <p:nvSpPr>
          <p:cNvPr id="55" name="Shape 46"/>
          <p:cNvSpPr/>
          <p:nvPr/>
        </p:nvSpPr>
        <p:spPr>
          <a:xfrm>
            <a:off x="4135648" y="2144021"/>
            <a:ext cx="146304" cy="22860"/>
          </a:xfrm>
          <a:prstGeom prst="rect">
            <a:avLst/>
          </a:prstGeom>
          <a:solidFill>
            <a:srgbClr val="444444"/>
          </a:solidFill>
          <a:ln w="12700">
            <a:solidFill>
              <a:srgbClr val="444444"/>
            </a:solidFill>
            <a:prstDash val="solid"/>
          </a:ln>
        </p:spPr>
      </p:sp>
      <p:sp>
        <p:nvSpPr>
          <p:cNvPr id="56" name="Shape 47"/>
          <p:cNvSpPr/>
          <p:nvPr/>
        </p:nvSpPr>
        <p:spPr>
          <a:xfrm>
            <a:off x="4163080" y="2189741"/>
            <a:ext cx="91440" cy="22860"/>
          </a:xfrm>
          <a:prstGeom prst="rect">
            <a:avLst/>
          </a:prstGeom>
          <a:solidFill>
            <a:srgbClr val="444444"/>
          </a:solidFill>
          <a:ln w="12700">
            <a:solidFill>
              <a:srgbClr val="444444"/>
            </a:solidFill>
            <a:prstDash val="solid"/>
          </a:ln>
        </p:spPr>
      </p:sp>
      <p:sp>
        <p:nvSpPr>
          <p:cNvPr id="57" name="Shape 48"/>
          <p:cNvSpPr/>
          <p:nvPr/>
        </p:nvSpPr>
        <p:spPr>
          <a:xfrm>
            <a:off x="4135648" y="2235461"/>
            <a:ext cx="146304" cy="22860"/>
          </a:xfrm>
          <a:prstGeom prst="rect">
            <a:avLst/>
          </a:prstGeom>
          <a:solidFill>
            <a:srgbClr val="444444"/>
          </a:solidFill>
          <a:ln w="12700">
            <a:solidFill>
              <a:srgbClr val="444444"/>
            </a:solidFill>
            <a:prstDash val="solid"/>
          </a:ln>
        </p:spPr>
      </p:sp>
      <p:sp>
        <p:nvSpPr>
          <p:cNvPr id="58" name="Shape 49"/>
          <p:cNvSpPr/>
          <p:nvPr/>
        </p:nvSpPr>
        <p:spPr>
          <a:xfrm>
            <a:off x="4355104" y="2144021"/>
            <a:ext cx="146304" cy="22860"/>
          </a:xfrm>
          <a:prstGeom prst="rect">
            <a:avLst/>
          </a:prstGeom>
          <a:solidFill>
            <a:srgbClr val="444444"/>
          </a:solidFill>
          <a:ln w="12700">
            <a:solidFill>
              <a:srgbClr val="444444"/>
            </a:solidFill>
            <a:prstDash val="solid"/>
          </a:ln>
        </p:spPr>
      </p:sp>
      <p:sp>
        <p:nvSpPr>
          <p:cNvPr id="59" name="Shape 50"/>
          <p:cNvSpPr/>
          <p:nvPr/>
        </p:nvSpPr>
        <p:spPr>
          <a:xfrm>
            <a:off x="4409968" y="2189741"/>
            <a:ext cx="91440" cy="22860"/>
          </a:xfrm>
          <a:prstGeom prst="rect">
            <a:avLst/>
          </a:prstGeom>
          <a:solidFill>
            <a:srgbClr val="444444"/>
          </a:solidFill>
          <a:ln w="12700">
            <a:solidFill>
              <a:srgbClr val="444444"/>
            </a:solidFill>
            <a:prstDash val="solid"/>
          </a:ln>
        </p:spPr>
      </p:sp>
      <p:sp>
        <p:nvSpPr>
          <p:cNvPr id="60" name="Shape 51"/>
          <p:cNvSpPr/>
          <p:nvPr/>
        </p:nvSpPr>
        <p:spPr>
          <a:xfrm>
            <a:off x="4355104" y="223546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4402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189741"/>
            <a:ext cx="146304" cy="22860"/>
          </a:xfrm>
          <a:prstGeom prst="rect">
            <a:avLst/>
          </a:prstGeom>
          <a:solidFill>
            <a:srgbClr val="444444"/>
          </a:solidFill>
          <a:ln w="12700">
            <a:solidFill>
              <a:srgbClr val="444444"/>
            </a:solidFill>
            <a:prstDash val="solid"/>
          </a:ln>
        </p:spPr>
      </p:sp>
      <p:sp>
        <p:nvSpPr>
          <p:cNvPr id="63" name="Shape 54"/>
          <p:cNvSpPr/>
          <p:nvPr/>
        </p:nvSpPr>
        <p:spPr>
          <a:xfrm>
            <a:off x="4574560" y="2235461"/>
            <a:ext cx="146304" cy="22860"/>
          </a:xfrm>
          <a:prstGeom prst="rect">
            <a:avLst/>
          </a:prstGeom>
          <a:solidFill>
            <a:srgbClr val="444444"/>
          </a:solidFill>
          <a:ln w="12700">
            <a:solidFill>
              <a:srgbClr val="444444"/>
            </a:solidFill>
            <a:prstDash val="solid"/>
          </a:ln>
        </p:spPr>
      </p:sp>
      <p:sp>
        <p:nvSpPr>
          <p:cNvPr id="64" name="Text 55"/>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5"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6" name="Text 56"/>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7"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8" name="Shape 57"/>
          <p:cNvSpPr/>
          <p:nvPr/>
        </p:nvSpPr>
        <p:spPr>
          <a:xfrm>
            <a:off x="587776" y="2354333"/>
            <a:ext cx="4950927" cy="1641051"/>
          </a:xfrm>
          <a:prstGeom prst="rect">
            <a:avLst/>
          </a:prstGeom>
          <a:solidFill>
            <a:srgbClr val="F8F9FA"/>
          </a:solidFill>
          <a:ln w="12700">
            <a:solidFill>
              <a:srgbClr val="F8F9FA"/>
            </a:solidFill>
            <a:prstDash val="solid"/>
          </a:ln>
        </p:spPr>
      </p:sp>
      <p:sp>
        <p:nvSpPr>
          <p:cNvPr id="69" name="Shape 58"/>
          <p:cNvSpPr/>
          <p:nvPr/>
        </p:nvSpPr>
        <p:spPr>
          <a:xfrm>
            <a:off x="1280160" y="2445773"/>
            <a:ext cx="3566160" cy="1549611"/>
          </a:xfrm>
          <a:prstGeom prst="rect">
            <a:avLst/>
          </a:prstGeom>
          <a:solidFill>
            <a:srgbClr val="FFFFFF"/>
          </a:solidFill>
          <a:ln w="6350">
            <a:solidFill>
              <a:srgbClr val="DDDDDD"/>
            </a:solidFill>
            <a:prstDash val="solid"/>
          </a:ln>
        </p:spPr>
      </p:sp>
      <p:sp>
        <p:nvSpPr>
          <p:cNvPr id="70" name="Shape 59"/>
          <p:cNvSpPr/>
          <p:nvPr/>
        </p:nvSpPr>
        <p:spPr>
          <a:xfrm>
            <a:off x="944392" y="1668533"/>
            <a:ext cx="1792224" cy="237744"/>
          </a:xfrm>
          <a:prstGeom prst="roundRect">
            <a:avLst>
              <a:gd name="adj" fmla="val 19231"/>
            </a:avLst>
          </a:prstGeom>
          <a:solidFill>
            <a:srgbClr val="FFFFFF">
              <a:alpha val="0"/>
            </a:srgbClr>
          </a:solidFill>
          <a:ln w="31750">
            <a:solidFill>
              <a:srgbClr val="E53935"/>
            </a:solidFill>
            <a:prstDash val="solid"/>
          </a:ln>
        </p:spPr>
      </p:sp>
      <p:sp>
        <p:nvSpPr>
          <p:cNvPr id="71" name="Shape 60"/>
          <p:cNvSpPr/>
          <p:nvPr/>
        </p:nvSpPr>
        <p:spPr>
          <a:xfrm>
            <a:off x="2599456" y="1531373"/>
            <a:ext cx="274320" cy="274320"/>
          </a:xfrm>
          <a:prstGeom prst="ellipse">
            <a:avLst/>
          </a:prstGeom>
          <a:solidFill>
            <a:srgbClr val="E53935"/>
          </a:solidFill>
          <a:ln w="12700">
            <a:solidFill>
              <a:srgbClr val="FFFFFF"/>
            </a:solidFill>
            <a:prstDash val="solid"/>
          </a:ln>
        </p:spPr>
      </p:sp>
      <p:sp>
        <p:nvSpPr>
          <p:cNvPr id="72" name="Text 61"/>
          <p:cNvSpPr txBox="1"/>
          <p:nvPr/>
        </p:nvSpPr>
        <p:spPr>
          <a:xfrm>
            <a:off x="2599456"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3" name="Image 9" descr="preencoded.png">    </p:cNvPr>
          <p:cNvPicPr>
            <a:picLocks noChangeAspect="1"/>
          </p:cNvPicPr>
          <p:nvPr/>
        </p:nvPicPr>
        <p:blipFill>
          <a:blip r:embed="rId10"/>
          <a:stretch>
            <a:fillRect/>
          </a:stretch>
        </p:blipFill>
        <p:spPr>
          <a:xfrm>
            <a:off x="1927372" y="1796549"/>
            <a:ext cx="237744" cy="237744"/>
          </a:xfrm>
          <a:prstGeom prst="rect">
            <a:avLst/>
          </a:prstGeom>
        </p:spPr>
      </p:pic>
      <p:sp>
        <p:nvSpPr>
          <p:cNvPr id="74"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5"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dokumen</a:t>
            </a:r>
            <a:endParaRPr lang="en-US" sz="1800" dirty="0"/>
          </a:p>
        </p:txBody>
      </p:sp>
      <p:sp>
        <p:nvSpPr>
          <p:cNvPr id="76"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tulisan Untitled document di kiri atas, ketik Adab_Belajar_NamaKamu, lalu tekan Enter.</a:t>
            </a:r>
            <a:endParaRPr lang="en-US" sz="1300" dirty="0"/>
          </a:p>
        </p:txBody>
      </p:sp>
      <p:sp>
        <p:nvSpPr>
          <p:cNvPr id="77" name="Shape 6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8"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79" name="Text 6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Dokumen tersimpan otomatis di Google Drive.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Adab Menuntut Ilmu</a:t>
            </a:r>
            <a:endParaRPr lang="en-US" sz="800" dirty="0"/>
          </a:p>
        </p:txBody>
      </p:sp>
      <p:sp>
        <p:nvSpPr>
          <p:cNvPr id="70" name="Shape 59"/>
          <p:cNvSpPr/>
          <p:nvPr/>
        </p:nvSpPr>
        <p:spPr>
          <a:xfrm>
            <a:off x="1527048" y="2601221"/>
            <a:ext cx="1335024" cy="202184"/>
          </a:xfrm>
          <a:prstGeom prst="roundRect">
            <a:avLst>
              <a:gd name="adj" fmla="val 22613"/>
            </a:avLst>
          </a:prstGeom>
          <a:solidFill>
            <a:srgbClr val="FFFFFF">
              <a:alpha val="0"/>
            </a:srgbClr>
          </a:solidFill>
          <a:ln w="31750">
            <a:solidFill>
              <a:srgbClr val="E53935"/>
            </a:solidFill>
            <a:prstDash val="solid"/>
          </a:ln>
        </p:spPr>
      </p:sp>
      <p:sp>
        <p:nvSpPr>
          <p:cNvPr id="71" name="Shape 60"/>
          <p:cNvSpPr/>
          <p:nvPr/>
        </p:nvSpPr>
        <p:spPr>
          <a:xfrm>
            <a:off x="2724912" y="2464061"/>
            <a:ext cx="274320" cy="274320"/>
          </a:xfrm>
          <a:prstGeom prst="ellipse">
            <a:avLst/>
          </a:prstGeom>
          <a:solidFill>
            <a:srgbClr val="E53935"/>
          </a:solidFill>
          <a:ln w="12700">
            <a:solidFill>
              <a:srgbClr val="FFFFFF"/>
            </a:solidFill>
            <a:prstDash val="solid"/>
          </a:ln>
        </p:spPr>
      </p:sp>
      <p:sp>
        <p:nvSpPr>
          <p:cNvPr id="72" name="Text 61"/>
          <p:cNvSpPr txBox="1"/>
          <p:nvPr/>
        </p:nvSpPr>
        <p:spPr>
          <a:xfrm>
            <a:off x="272491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3" name="Image 9" descr="preencoded.png">    </p:cNvPr>
          <p:cNvPicPr>
            <a:picLocks noChangeAspect="1"/>
          </p:cNvPicPr>
          <p:nvPr/>
        </p:nvPicPr>
        <p:blipFill>
          <a:blip r:embed="rId10"/>
          <a:stretch>
            <a:fillRect/>
          </a:stretch>
        </p:blipFill>
        <p:spPr>
          <a:xfrm>
            <a:off x="2258568" y="2709679"/>
            <a:ext cx="237744" cy="237744"/>
          </a:xfrm>
          <a:prstGeom prst="rect">
            <a:avLst/>
          </a:prstGeom>
        </p:spPr>
      </p:pic>
      <p:sp>
        <p:nvSpPr>
          <p:cNvPr id="74"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5"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judul: Adab Menuntut Ilmu</a:t>
            </a:r>
            <a:endParaRPr lang="en-US" sz="1800" dirty="0"/>
          </a:p>
        </p:txBody>
      </p:sp>
      <p:sp>
        <p:nvSpPr>
          <p:cNvPr id="76"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di halaman putih, ketik Adab Menuntut Ilmu, lalu tekan Enter.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Shape 58"/>
          <p:cNvSpPr/>
          <p:nvPr/>
        </p:nvSpPr>
        <p:spPr>
          <a:xfrm>
            <a:off x="1554480" y="2628653"/>
            <a:ext cx="1357884" cy="147320"/>
          </a:xfrm>
          <a:prstGeom prst="rect">
            <a:avLst/>
          </a:prstGeom>
          <a:solidFill>
            <a:srgbClr val="C2E7FF"/>
          </a:solidFill>
          <a:ln w="12700">
            <a:solidFill>
              <a:srgbClr val="C2E7FF"/>
            </a:solidFill>
            <a:prstDash val="solid"/>
          </a:ln>
        </p:spPr>
      </p:sp>
      <p:sp>
        <p:nvSpPr>
          <p:cNvPr id="70" name="Text 59"/>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Adab Menuntut Ilmu</a:t>
            </a:r>
            <a:endParaRPr lang="en-US" sz="800" dirty="0"/>
          </a:p>
        </p:txBody>
      </p:sp>
      <p:sp>
        <p:nvSpPr>
          <p:cNvPr id="71" name="Shape 60"/>
          <p:cNvSpPr/>
          <p:nvPr/>
        </p:nvSpPr>
        <p:spPr>
          <a:xfrm>
            <a:off x="1527048" y="2601221"/>
            <a:ext cx="1152144" cy="202184"/>
          </a:xfrm>
          <a:prstGeom prst="roundRect">
            <a:avLst>
              <a:gd name="adj" fmla="val 22613"/>
            </a:avLst>
          </a:prstGeom>
          <a:solidFill>
            <a:srgbClr val="FFFFFF">
              <a:alpha val="0"/>
            </a:srgbClr>
          </a:solidFill>
          <a:ln w="31750">
            <a:solidFill>
              <a:srgbClr val="E53935"/>
            </a:solidFill>
            <a:prstDash val="solid"/>
          </a:ln>
        </p:spPr>
      </p:sp>
      <p:sp>
        <p:nvSpPr>
          <p:cNvPr id="72" name="Shape 61"/>
          <p:cNvSpPr/>
          <p:nvPr/>
        </p:nvSpPr>
        <p:spPr>
          <a:xfrm>
            <a:off x="2542032" y="2464061"/>
            <a:ext cx="274320" cy="274320"/>
          </a:xfrm>
          <a:prstGeom prst="ellipse">
            <a:avLst/>
          </a:prstGeom>
          <a:solidFill>
            <a:srgbClr val="E53935"/>
          </a:solidFill>
          <a:ln w="12700">
            <a:solidFill>
              <a:srgbClr val="FFFFFF"/>
            </a:solidFill>
            <a:prstDash val="solid"/>
          </a:ln>
        </p:spPr>
      </p:sp>
      <p:sp>
        <p:nvSpPr>
          <p:cNvPr id="73" name="Text 62"/>
          <p:cNvSpPr txBox="1"/>
          <p:nvPr/>
        </p:nvSpPr>
        <p:spPr>
          <a:xfrm>
            <a:off x="2542032" y="24640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4" name="Image 9" descr="preencoded.png">    </p:cNvPr>
          <p:cNvPicPr>
            <a:picLocks noChangeAspect="1"/>
          </p:cNvPicPr>
          <p:nvPr/>
        </p:nvPicPr>
        <p:blipFill>
          <a:blip r:embed="rId10"/>
          <a:stretch>
            <a:fillRect/>
          </a:stretch>
        </p:blipFill>
        <p:spPr>
          <a:xfrm>
            <a:off x="2157984" y="2709679"/>
            <a:ext cx="237744" cy="237744"/>
          </a:xfrm>
          <a:prstGeom prst="rect">
            <a:avLst/>
          </a:prstGeom>
        </p:spPr>
      </p:pic>
      <p:sp>
        <p:nvSpPr>
          <p:cNvPr id="75"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6"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Blok tulisan judul</a:t>
            </a:r>
            <a:endParaRPr lang="en-US" sz="1800" dirty="0"/>
          </a:p>
        </p:txBody>
      </p:sp>
      <p:sp>
        <p:nvSpPr>
          <p:cNvPr id="77"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Letakkan kursor di awal judul. Tekan dan tahan tombol kiri mouse, seret sampai akhir judul, lalu lepaskan.</a:t>
            </a:r>
            <a:endParaRPr lang="en-US" sz="1300" dirty="0"/>
          </a:p>
        </p:txBody>
      </p:sp>
      <p:sp>
        <p:nvSpPr>
          <p:cNvPr id="78" name="Shape 6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9"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0" name="Text 6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Tulisan yang terblok berwarna biru muda.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Shape 58"/>
          <p:cNvSpPr/>
          <p:nvPr/>
        </p:nvSpPr>
        <p:spPr>
          <a:xfrm>
            <a:off x="1554480" y="2628653"/>
            <a:ext cx="1357884" cy="147320"/>
          </a:xfrm>
          <a:prstGeom prst="rect">
            <a:avLst/>
          </a:prstGeom>
          <a:solidFill>
            <a:srgbClr val="C2E7FF"/>
          </a:solidFill>
          <a:ln w="12700">
            <a:solidFill>
              <a:srgbClr val="C2E7FF"/>
            </a:solidFill>
            <a:prstDash val="solid"/>
          </a:ln>
        </p:spPr>
      </p:sp>
      <p:sp>
        <p:nvSpPr>
          <p:cNvPr id="70" name="Text 59"/>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Adab Menuntut Ilmu</a:t>
            </a:r>
            <a:endParaRPr lang="en-US" sz="800" dirty="0"/>
          </a:p>
        </p:txBody>
      </p:sp>
      <p:sp>
        <p:nvSpPr>
          <p:cNvPr id="71" name="Shape 60"/>
          <p:cNvSpPr/>
          <p:nvPr/>
        </p:nvSpPr>
        <p:spPr>
          <a:xfrm>
            <a:off x="1273576" y="2299469"/>
            <a:ext cx="1188720" cy="914400"/>
          </a:xfrm>
          <a:prstGeom prst="rect">
            <a:avLst/>
          </a:prstGeom>
          <a:solidFill>
            <a:srgbClr val="FFFFFF"/>
          </a:solidFill>
          <a:ln w="9525">
            <a:solidFill>
              <a:srgbClr val="AAAAAA"/>
            </a:solidFill>
            <a:prstDash val="solid"/>
          </a:ln>
        </p:spPr>
      </p:sp>
      <p:sp>
        <p:nvSpPr>
          <p:cNvPr id="72" name="Text 61"/>
          <p:cNvSpPr txBox="1"/>
          <p:nvPr/>
        </p:nvSpPr>
        <p:spPr>
          <a:xfrm>
            <a:off x="1365016" y="2336045"/>
            <a:ext cx="1115568" cy="201168"/>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Normal text</a:t>
            </a:r>
            <a:endParaRPr lang="en-US" sz="800" dirty="0"/>
          </a:p>
        </p:txBody>
      </p:sp>
      <p:sp>
        <p:nvSpPr>
          <p:cNvPr id="73" name="Text 62"/>
          <p:cNvSpPr txBox="1"/>
          <p:nvPr/>
        </p:nvSpPr>
        <p:spPr>
          <a:xfrm>
            <a:off x="1365016" y="2546357"/>
            <a:ext cx="1115568" cy="20116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Title</a:t>
            </a:r>
            <a:endParaRPr lang="en-US" sz="1200" dirty="0"/>
          </a:p>
        </p:txBody>
      </p:sp>
      <p:sp>
        <p:nvSpPr>
          <p:cNvPr id="74" name="Text 63"/>
          <p:cNvSpPr txBox="1"/>
          <p:nvPr/>
        </p:nvSpPr>
        <p:spPr>
          <a:xfrm>
            <a:off x="1365016" y="2756669"/>
            <a:ext cx="1115568" cy="201168"/>
          </a:xfrm>
          <a:prstGeom prst="rect">
            <a:avLst/>
          </a:prstGeom>
          <a:noFill/>
          <a:ln/>
        </p:spPr>
        <p:txBody>
          <a:bodyPr wrap="square" lIns="0" tIns="0" rIns="0" bIns="0" rtlCol="0" anchor="ctr"/>
          <a:lstStyle/>
          <a:p>
            <a:pPr indent="0" marL="0">
              <a:buNone/>
            </a:pPr>
            <a:r>
              <a:rPr lang="en-US" sz="1000" b="1" dirty="0">
                <a:solidFill>
                  <a:srgbClr val="1E2A26"/>
                </a:solidFill>
                <a:latin typeface="Arial" pitchFamily="34" charset="0"/>
                <a:ea typeface="Arial" pitchFamily="34" charset="-122"/>
                <a:cs typeface="Arial" pitchFamily="34" charset="-120"/>
              </a:rPr>
              <a:t>Heading 1</a:t>
            </a:r>
            <a:endParaRPr lang="en-US" sz="1000" dirty="0"/>
          </a:p>
        </p:txBody>
      </p:sp>
      <p:sp>
        <p:nvSpPr>
          <p:cNvPr id="75" name="Text 64"/>
          <p:cNvSpPr txBox="1"/>
          <p:nvPr/>
        </p:nvSpPr>
        <p:spPr>
          <a:xfrm>
            <a:off x="1365016" y="2966981"/>
            <a:ext cx="1115568" cy="201168"/>
          </a:xfrm>
          <a:prstGeom prst="rect">
            <a:avLst/>
          </a:prstGeom>
          <a:noFill/>
          <a:ln/>
        </p:spPr>
        <p:txBody>
          <a:bodyPr wrap="square" lIns="0" tIns="0" rIns="0" bIns="0" rtlCol="0" anchor="ctr"/>
          <a:lstStyle/>
          <a:p>
            <a:pPr indent="0" marL="0">
              <a:buNone/>
            </a:pPr>
            <a:r>
              <a:rPr lang="en-US" sz="900" b="1" dirty="0">
                <a:solidFill>
                  <a:srgbClr val="1E2A26"/>
                </a:solidFill>
                <a:latin typeface="Arial" pitchFamily="34" charset="0"/>
                <a:ea typeface="Arial" pitchFamily="34" charset="-122"/>
                <a:cs typeface="Arial" pitchFamily="34" charset="-120"/>
              </a:rPr>
              <a:t>Heading 2</a:t>
            </a:r>
            <a:endParaRPr lang="en-US" sz="900" dirty="0"/>
          </a:p>
        </p:txBody>
      </p:sp>
      <p:sp>
        <p:nvSpPr>
          <p:cNvPr id="76" name="Shape 65"/>
          <p:cNvSpPr/>
          <p:nvPr/>
        </p:nvSpPr>
        <p:spPr>
          <a:xfrm>
            <a:off x="1255288" y="2080013"/>
            <a:ext cx="722376" cy="219456"/>
          </a:xfrm>
          <a:prstGeom prst="roundRect">
            <a:avLst>
              <a:gd name="adj" fmla="val 20833"/>
            </a:avLst>
          </a:prstGeom>
          <a:solidFill>
            <a:srgbClr val="FFFFFF">
              <a:alpha val="0"/>
            </a:srgbClr>
          </a:solidFill>
          <a:ln w="31750">
            <a:solidFill>
              <a:srgbClr val="E53935"/>
            </a:solidFill>
            <a:prstDash val="solid"/>
          </a:ln>
        </p:spPr>
      </p:sp>
      <p:sp>
        <p:nvSpPr>
          <p:cNvPr id="77" name="Shape 66"/>
          <p:cNvSpPr/>
          <p:nvPr/>
        </p:nvSpPr>
        <p:spPr>
          <a:xfrm>
            <a:off x="1840504" y="1942853"/>
            <a:ext cx="274320" cy="274320"/>
          </a:xfrm>
          <a:prstGeom prst="ellipse">
            <a:avLst/>
          </a:prstGeom>
          <a:solidFill>
            <a:srgbClr val="E53935"/>
          </a:solidFill>
          <a:ln w="12700">
            <a:solidFill>
              <a:srgbClr val="FFFFFF"/>
            </a:solidFill>
            <a:prstDash val="solid"/>
          </a:ln>
        </p:spPr>
      </p:sp>
      <p:sp>
        <p:nvSpPr>
          <p:cNvPr id="78" name="Text 67"/>
          <p:cNvSpPr txBox="1"/>
          <p:nvPr/>
        </p:nvSpPr>
        <p:spPr>
          <a:xfrm>
            <a:off x="1840504"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9" name="Image 9" descr="preencoded.png">    </p:cNvPr>
          <p:cNvPicPr>
            <a:picLocks noChangeAspect="1"/>
          </p:cNvPicPr>
          <p:nvPr/>
        </p:nvPicPr>
        <p:blipFill>
          <a:blip r:embed="rId10"/>
          <a:stretch>
            <a:fillRect/>
          </a:stretch>
        </p:blipFill>
        <p:spPr>
          <a:xfrm>
            <a:off x="1650766" y="2198885"/>
            <a:ext cx="237744" cy="237744"/>
          </a:xfrm>
          <a:prstGeom prst="rect">
            <a:avLst/>
          </a:prstGeom>
        </p:spPr>
      </p:pic>
      <p:sp>
        <p:nvSpPr>
          <p:cNvPr id="80" name="Shape 68"/>
          <p:cNvSpPr/>
          <p:nvPr/>
        </p:nvSpPr>
        <p:spPr>
          <a:xfrm>
            <a:off x="1291864" y="2528069"/>
            <a:ext cx="1152144" cy="237744"/>
          </a:xfrm>
          <a:prstGeom prst="roundRect">
            <a:avLst>
              <a:gd name="adj" fmla="val 19231"/>
            </a:avLst>
          </a:prstGeom>
          <a:solidFill>
            <a:srgbClr val="FFFFFF">
              <a:alpha val="0"/>
            </a:srgbClr>
          </a:solidFill>
          <a:ln w="31750">
            <a:solidFill>
              <a:srgbClr val="E53935"/>
            </a:solidFill>
            <a:prstDash val="solid"/>
          </a:ln>
        </p:spPr>
      </p:sp>
      <p:sp>
        <p:nvSpPr>
          <p:cNvPr id="81" name="Shape 69"/>
          <p:cNvSpPr/>
          <p:nvPr/>
        </p:nvSpPr>
        <p:spPr>
          <a:xfrm>
            <a:off x="2306848" y="2390909"/>
            <a:ext cx="274320" cy="274320"/>
          </a:xfrm>
          <a:prstGeom prst="ellipse">
            <a:avLst/>
          </a:prstGeom>
          <a:solidFill>
            <a:srgbClr val="E53935"/>
          </a:solidFill>
          <a:ln w="12700">
            <a:solidFill>
              <a:srgbClr val="FFFFFF"/>
            </a:solidFill>
            <a:prstDash val="solid"/>
          </a:ln>
        </p:spPr>
      </p:sp>
      <p:sp>
        <p:nvSpPr>
          <p:cNvPr id="82" name="Text 70"/>
          <p:cNvSpPr txBox="1"/>
          <p:nvPr/>
        </p:nvSpPr>
        <p:spPr>
          <a:xfrm>
            <a:off x="2306848" y="23909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3" name="Image 10" descr="preencoded.png">    </p:cNvPr>
          <p:cNvPicPr>
            <a:picLocks noChangeAspect="1"/>
          </p:cNvPicPr>
          <p:nvPr/>
        </p:nvPicPr>
        <p:blipFill>
          <a:blip r:embed="rId11"/>
          <a:stretch>
            <a:fillRect/>
          </a:stretch>
        </p:blipFill>
        <p:spPr>
          <a:xfrm>
            <a:off x="1923715" y="2657000"/>
            <a:ext cx="237744" cy="237744"/>
          </a:xfrm>
          <a:prstGeom prst="rect">
            <a:avLst/>
          </a:prstGeom>
        </p:spPr>
      </p:pic>
      <p:sp>
        <p:nvSpPr>
          <p:cNvPr id="84" name="Text 7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5" name="Text 7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gaya Title</a:t>
            </a:r>
            <a:endParaRPr lang="en-US" sz="1800" dirty="0"/>
          </a:p>
        </p:txBody>
      </p:sp>
      <p:sp>
        <p:nvSpPr>
          <p:cNvPr id="86" name="Text 7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Normal text di toolbar, lalu pilih Title.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Title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Menuntut Ilmu</a:t>
            </a:r>
            <a:endParaRPr lang="en-US" sz="1400" dirty="0"/>
          </a:p>
        </p:txBody>
      </p:sp>
      <p:sp>
        <p:nvSpPr>
          <p:cNvPr id="70" name="Shape 59"/>
          <p:cNvSpPr/>
          <p:nvPr/>
        </p:nvSpPr>
        <p:spPr>
          <a:xfrm>
            <a:off x="4089928" y="2070869"/>
            <a:ext cx="237744" cy="237744"/>
          </a:xfrm>
          <a:prstGeom prst="roundRect">
            <a:avLst>
              <a:gd name="adj" fmla="val 19231"/>
            </a:avLst>
          </a:prstGeom>
          <a:solidFill>
            <a:srgbClr val="FFFFFF">
              <a:alpha val="0"/>
            </a:srgbClr>
          </a:solidFill>
          <a:ln w="31750">
            <a:solidFill>
              <a:srgbClr val="E53935"/>
            </a:solidFill>
            <a:prstDash val="solid"/>
          </a:ln>
        </p:spPr>
      </p:sp>
      <p:sp>
        <p:nvSpPr>
          <p:cNvPr id="71" name="Shape 60"/>
          <p:cNvSpPr/>
          <p:nvPr/>
        </p:nvSpPr>
        <p:spPr>
          <a:xfrm>
            <a:off x="4190512" y="1933709"/>
            <a:ext cx="274320" cy="274320"/>
          </a:xfrm>
          <a:prstGeom prst="ellipse">
            <a:avLst/>
          </a:prstGeom>
          <a:solidFill>
            <a:srgbClr val="E53935"/>
          </a:solidFill>
          <a:ln w="12700">
            <a:solidFill>
              <a:srgbClr val="FFFFFF"/>
            </a:solidFill>
            <a:prstDash val="solid"/>
          </a:ln>
        </p:spPr>
      </p:sp>
      <p:sp>
        <p:nvSpPr>
          <p:cNvPr id="72" name="Text 61"/>
          <p:cNvSpPr txBox="1"/>
          <p:nvPr/>
        </p:nvSpPr>
        <p:spPr>
          <a:xfrm>
            <a:off x="4190512"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73" name="Image 9" descr="preencoded.png">    </p:cNvPr>
          <p:cNvPicPr>
            <a:picLocks noChangeAspect="1"/>
          </p:cNvPicPr>
          <p:nvPr/>
        </p:nvPicPr>
        <p:blipFill>
          <a:blip r:embed="rId10"/>
          <a:stretch>
            <a:fillRect/>
          </a:stretch>
        </p:blipFill>
        <p:spPr>
          <a:xfrm>
            <a:off x="4217944" y="2198885"/>
            <a:ext cx="237744" cy="237744"/>
          </a:xfrm>
          <a:prstGeom prst="rect">
            <a:avLst/>
          </a:prstGeom>
        </p:spPr>
      </p:pic>
      <p:sp>
        <p:nvSpPr>
          <p:cNvPr id="74" name="Text 6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5" name="Text 6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rata tengah</a:t>
            </a:r>
            <a:endParaRPr lang="en-US" sz="1800" dirty="0"/>
          </a:p>
        </p:txBody>
      </p:sp>
      <p:sp>
        <p:nvSpPr>
          <p:cNvPr id="76" name="Text 6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Masih terblok, klik tombol rata tengah di toolbar. Judul pindah ke tengah.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Menuntut Ilmu</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Menuntut ilmu adalah ibadah. Berikut adab-adabnya:</a:t>
            </a:r>
            <a:endParaRPr lang="en-US" sz="800" dirty="0"/>
          </a:p>
        </p:txBody>
      </p:sp>
      <p:sp>
        <p:nvSpPr>
          <p:cNvPr id="71" name="Shape 60"/>
          <p:cNvSpPr/>
          <p:nvPr/>
        </p:nvSpPr>
        <p:spPr>
          <a:xfrm>
            <a:off x="1527048" y="2904751"/>
            <a:ext cx="3072384" cy="202184"/>
          </a:xfrm>
          <a:prstGeom prst="roundRect">
            <a:avLst>
              <a:gd name="adj" fmla="val 22613"/>
            </a:avLst>
          </a:prstGeom>
          <a:solidFill>
            <a:srgbClr val="FFFFFF">
              <a:alpha val="0"/>
            </a:srgbClr>
          </a:solidFill>
          <a:ln w="31750">
            <a:solidFill>
              <a:srgbClr val="E53935"/>
            </a:solidFill>
            <a:prstDash val="solid"/>
          </a:ln>
        </p:spPr>
      </p:sp>
      <p:sp>
        <p:nvSpPr>
          <p:cNvPr id="72" name="Shape 61"/>
          <p:cNvSpPr/>
          <p:nvPr/>
        </p:nvSpPr>
        <p:spPr>
          <a:xfrm>
            <a:off x="4462272" y="2767591"/>
            <a:ext cx="274320" cy="274320"/>
          </a:xfrm>
          <a:prstGeom prst="ellipse">
            <a:avLst/>
          </a:prstGeom>
          <a:solidFill>
            <a:srgbClr val="E53935"/>
          </a:solidFill>
          <a:ln w="12700">
            <a:solidFill>
              <a:srgbClr val="FFFFFF"/>
            </a:solidFill>
            <a:prstDash val="solid"/>
          </a:ln>
        </p:spPr>
      </p:sp>
      <p:sp>
        <p:nvSpPr>
          <p:cNvPr id="73" name="Text 62"/>
          <p:cNvSpPr txBox="1"/>
          <p:nvPr/>
        </p:nvSpPr>
        <p:spPr>
          <a:xfrm>
            <a:off x="4462272" y="27675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74" name="Image 9" descr="preencoded.png">    </p:cNvPr>
          <p:cNvPicPr>
            <a:picLocks noChangeAspect="1"/>
          </p:cNvPicPr>
          <p:nvPr/>
        </p:nvPicPr>
        <p:blipFill>
          <a:blip r:embed="rId10"/>
          <a:stretch>
            <a:fillRect/>
          </a:stretch>
        </p:blipFill>
        <p:spPr>
          <a:xfrm>
            <a:off x="3214116" y="3013209"/>
            <a:ext cx="237744" cy="237744"/>
          </a:xfrm>
          <a:prstGeom prst="rect">
            <a:avLst/>
          </a:prstGeom>
        </p:spPr>
      </p:pic>
      <p:sp>
        <p:nvSpPr>
          <p:cNvPr id="75"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76"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kalimat pembuka</a:t>
            </a:r>
            <a:endParaRPr lang="en-US" sz="1800" dirty="0"/>
          </a:p>
        </p:txBody>
      </p:sp>
      <p:sp>
        <p:nvSpPr>
          <p:cNvPr id="77"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di bawah judul. Pastikan gaya kembali Normal text dan rata kiri. Ketik kalimat pembuka.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Menuntut Ilmu</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Menuntut ilmu adalah ibadah. Berikut adab-adabnya:</a:t>
            </a:r>
            <a:endParaRPr lang="en-US" sz="800" dirty="0"/>
          </a:p>
        </p:txBody>
      </p:sp>
      <p:sp>
        <p:nvSpPr>
          <p:cNvPr id="71" name="Text 60"/>
          <p:cNvSpPr txBox="1"/>
          <p:nvPr/>
        </p:nvSpPr>
        <p:spPr>
          <a:xfrm>
            <a:off x="1645920" y="3125223"/>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Ikhlas karena Allah</a:t>
            </a:r>
            <a:endParaRPr lang="en-US" sz="750" dirty="0"/>
          </a:p>
        </p:txBody>
      </p:sp>
      <p:sp>
        <p:nvSpPr>
          <p:cNvPr id="72" name="Text 61"/>
          <p:cNvSpPr txBox="1"/>
          <p:nvPr/>
        </p:nvSpPr>
        <p:spPr>
          <a:xfrm>
            <a:off x="1645920" y="3272480"/>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Menghormati guru</a:t>
            </a:r>
            <a:endParaRPr lang="en-US" sz="750" dirty="0"/>
          </a:p>
        </p:txBody>
      </p:sp>
      <p:sp>
        <p:nvSpPr>
          <p:cNvPr id="73" name="Text 62"/>
          <p:cNvSpPr txBox="1"/>
          <p:nvPr/>
        </p:nvSpPr>
        <p:spPr>
          <a:xfrm>
            <a:off x="1645920" y="3419736"/>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Datang tepat waktu</a:t>
            </a:r>
            <a:endParaRPr lang="en-US" sz="750" dirty="0"/>
          </a:p>
        </p:txBody>
      </p:sp>
      <p:sp>
        <p:nvSpPr>
          <p:cNvPr id="74" name="Text 63"/>
          <p:cNvSpPr txBox="1"/>
          <p:nvPr/>
        </p:nvSpPr>
        <p:spPr>
          <a:xfrm>
            <a:off x="1645920" y="3566993"/>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Mendengarkan dengan tenang</a:t>
            </a:r>
            <a:endParaRPr lang="en-US" sz="750" dirty="0"/>
          </a:p>
        </p:txBody>
      </p:sp>
      <p:sp>
        <p:nvSpPr>
          <p:cNvPr id="75" name="Text 64"/>
          <p:cNvSpPr txBox="1"/>
          <p:nvPr/>
        </p:nvSpPr>
        <p:spPr>
          <a:xfrm>
            <a:off x="1645920" y="3714249"/>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Mengamalkan ilmu</a:t>
            </a:r>
            <a:endParaRPr lang="en-US" sz="750" dirty="0"/>
          </a:p>
        </p:txBody>
      </p:sp>
      <p:sp>
        <p:nvSpPr>
          <p:cNvPr id="76" name="Shape 65"/>
          <p:cNvSpPr/>
          <p:nvPr/>
        </p:nvSpPr>
        <p:spPr>
          <a:xfrm>
            <a:off x="4784872" y="2070869"/>
            <a:ext cx="256032" cy="237744"/>
          </a:xfrm>
          <a:prstGeom prst="roundRect">
            <a:avLst>
              <a:gd name="adj" fmla="val 19231"/>
            </a:avLst>
          </a:prstGeom>
          <a:solidFill>
            <a:srgbClr val="FFFFFF">
              <a:alpha val="0"/>
            </a:srgbClr>
          </a:solidFill>
          <a:ln w="31750">
            <a:solidFill>
              <a:srgbClr val="E53935"/>
            </a:solidFill>
            <a:prstDash val="solid"/>
          </a:ln>
        </p:spPr>
      </p:sp>
      <p:sp>
        <p:nvSpPr>
          <p:cNvPr id="77" name="Shape 66"/>
          <p:cNvSpPr/>
          <p:nvPr/>
        </p:nvSpPr>
        <p:spPr>
          <a:xfrm>
            <a:off x="4903744" y="1933709"/>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903744"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9" name="Image 9" descr="preencoded.png">    </p:cNvPr>
          <p:cNvPicPr>
            <a:picLocks noChangeAspect="1"/>
          </p:cNvPicPr>
          <p:nvPr/>
        </p:nvPicPr>
        <p:blipFill>
          <a:blip r:embed="rId10"/>
          <a:stretch>
            <a:fillRect/>
          </a:stretch>
        </p:blipFill>
        <p:spPr>
          <a:xfrm>
            <a:off x="4922947" y="2198885"/>
            <a:ext cx="237744" cy="237744"/>
          </a:xfrm>
          <a:prstGeom prst="rect">
            <a:avLst/>
          </a:prstGeom>
        </p:spPr>
      </p:pic>
      <p:sp>
        <p:nvSpPr>
          <p:cNvPr id="80" name="Shape 68"/>
          <p:cNvSpPr/>
          <p:nvPr/>
        </p:nvSpPr>
        <p:spPr>
          <a:xfrm>
            <a:off x="1527048" y="3097791"/>
            <a:ext cx="3072384" cy="782003"/>
          </a:xfrm>
          <a:prstGeom prst="roundRect">
            <a:avLst>
              <a:gd name="adj" fmla="val 5847"/>
            </a:avLst>
          </a:prstGeom>
          <a:solidFill>
            <a:srgbClr val="FFFFFF">
              <a:alpha val="0"/>
            </a:srgbClr>
          </a:solidFill>
          <a:ln w="31750">
            <a:solidFill>
              <a:srgbClr val="E53935"/>
            </a:solidFill>
            <a:prstDash val="solid"/>
          </a:ln>
        </p:spPr>
      </p:sp>
      <p:sp>
        <p:nvSpPr>
          <p:cNvPr id="81" name="Shape 69"/>
          <p:cNvSpPr/>
          <p:nvPr/>
        </p:nvSpPr>
        <p:spPr>
          <a:xfrm>
            <a:off x="4462272" y="2960631"/>
            <a:ext cx="274320" cy="274320"/>
          </a:xfrm>
          <a:prstGeom prst="ellipse">
            <a:avLst/>
          </a:prstGeom>
          <a:solidFill>
            <a:srgbClr val="E53935"/>
          </a:solidFill>
          <a:ln w="12700">
            <a:solidFill>
              <a:srgbClr val="FFFFFF"/>
            </a:solidFill>
            <a:prstDash val="solid"/>
          </a:ln>
        </p:spPr>
      </p:sp>
      <p:sp>
        <p:nvSpPr>
          <p:cNvPr id="82" name="Text 70"/>
          <p:cNvSpPr txBox="1"/>
          <p:nvPr/>
        </p:nvSpPr>
        <p:spPr>
          <a:xfrm>
            <a:off x="4462272" y="296063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3" name="Image 10" descr="preencoded.png">    </p:cNvPr>
          <p:cNvPicPr>
            <a:picLocks noChangeAspect="1"/>
          </p:cNvPicPr>
          <p:nvPr/>
        </p:nvPicPr>
        <p:blipFill>
          <a:blip r:embed="rId11"/>
          <a:stretch>
            <a:fillRect/>
          </a:stretch>
        </p:blipFill>
        <p:spPr>
          <a:xfrm>
            <a:off x="3214116" y="3525149"/>
            <a:ext cx="237744" cy="237744"/>
          </a:xfrm>
          <a:prstGeom prst="rect">
            <a:avLst/>
          </a:prstGeom>
        </p:spPr>
      </p:pic>
      <p:sp>
        <p:nvSpPr>
          <p:cNvPr id="84" name="Text 7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85" name="Text 7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daftar bernomor, ketik 5 adab</a:t>
            </a:r>
            <a:endParaRPr lang="en-US" sz="1800" dirty="0"/>
          </a:p>
        </p:txBody>
      </p:sp>
      <p:sp>
        <p:nvSpPr>
          <p:cNvPr id="86" name="Text 7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daftar bernomor di toolbar. Ketik satu adab, tekan Enter, nomor berikutnya muncul otomatis.</a:t>
            </a:r>
            <a:endParaRPr lang="en-US" sz="1300" dirty="0"/>
          </a:p>
        </p:txBody>
      </p:sp>
      <p:sp>
        <p:nvSpPr>
          <p:cNvPr id="87" name="Shape 7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8"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89" name="Text 7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Tekan Enter dua kali untuk mengakhiri daftar.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10/10</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Menuntut Ilmu</a:t>
            </a:r>
            <a:endParaRPr lang="en-US" sz="1400" dirty="0"/>
          </a:p>
        </p:txBody>
      </p:sp>
      <p:sp>
        <p:nvSpPr>
          <p:cNvPr id="70" name="Text 59"/>
          <p:cNvSpPr txBox="1"/>
          <p:nvPr/>
        </p:nvSpPr>
        <p:spPr>
          <a:xfrm>
            <a:off x="1554480" y="293218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Menuntut ilmu adalah ibadah. Berikut adab-adabnya:</a:t>
            </a:r>
            <a:endParaRPr lang="en-US" sz="800" dirty="0"/>
          </a:p>
        </p:txBody>
      </p:sp>
      <p:sp>
        <p:nvSpPr>
          <p:cNvPr id="71" name="Shape 60"/>
          <p:cNvSpPr/>
          <p:nvPr/>
        </p:nvSpPr>
        <p:spPr>
          <a:xfrm>
            <a:off x="1554480" y="3125223"/>
            <a:ext cx="905256" cy="138113"/>
          </a:xfrm>
          <a:prstGeom prst="rect">
            <a:avLst/>
          </a:prstGeom>
          <a:solidFill>
            <a:srgbClr val="C2E7FF"/>
          </a:solidFill>
          <a:ln w="12700">
            <a:solidFill>
              <a:srgbClr val="C2E7FF"/>
            </a:solidFill>
            <a:prstDash val="solid"/>
          </a:ln>
        </p:spPr>
      </p:sp>
      <p:sp>
        <p:nvSpPr>
          <p:cNvPr id="72" name="Text 61"/>
          <p:cNvSpPr txBox="1"/>
          <p:nvPr/>
        </p:nvSpPr>
        <p:spPr>
          <a:xfrm>
            <a:off x="1645920" y="3125223"/>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Ikhlas karena Allah</a:t>
            </a:r>
            <a:endParaRPr lang="en-US" sz="750" dirty="0"/>
          </a:p>
        </p:txBody>
      </p:sp>
      <p:sp>
        <p:nvSpPr>
          <p:cNvPr id="73" name="Text 62"/>
          <p:cNvSpPr txBox="1"/>
          <p:nvPr/>
        </p:nvSpPr>
        <p:spPr>
          <a:xfrm>
            <a:off x="1645920" y="3272480"/>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Menghormati guru</a:t>
            </a:r>
            <a:endParaRPr lang="en-US" sz="750" dirty="0"/>
          </a:p>
        </p:txBody>
      </p:sp>
      <p:sp>
        <p:nvSpPr>
          <p:cNvPr id="74" name="Text 63"/>
          <p:cNvSpPr txBox="1"/>
          <p:nvPr/>
        </p:nvSpPr>
        <p:spPr>
          <a:xfrm>
            <a:off x="1645920" y="3419736"/>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Datang tepat waktu</a:t>
            </a:r>
            <a:endParaRPr lang="en-US" sz="750" dirty="0"/>
          </a:p>
        </p:txBody>
      </p:sp>
      <p:sp>
        <p:nvSpPr>
          <p:cNvPr id="75" name="Text 64"/>
          <p:cNvSpPr txBox="1"/>
          <p:nvPr/>
        </p:nvSpPr>
        <p:spPr>
          <a:xfrm>
            <a:off x="1645920" y="3566993"/>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Mendengarkan dengan tenang</a:t>
            </a:r>
            <a:endParaRPr lang="en-US" sz="750" dirty="0"/>
          </a:p>
        </p:txBody>
      </p:sp>
      <p:sp>
        <p:nvSpPr>
          <p:cNvPr id="76" name="Text 65"/>
          <p:cNvSpPr txBox="1"/>
          <p:nvPr/>
        </p:nvSpPr>
        <p:spPr>
          <a:xfrm>
            <a:off x="1645920" y="3714249"/>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Mengamalkan ilmu</a:t>
            </a:r>
            <a:endParaRPr lang="en-US" sz="750" dirty="0"/>
          </a:p>
        </p:txBody>
      </p:sp>
      <p:sp>
        <p:nvSpPr>
          <p:cNvPr id="77" name="Shape 66"/>
          <p:cNvSpPr/>
          <p:nvPr/>
        </p:nvSpPr>
        <p:spPr>
          <a:xfrm>
            <a:off x="2800624" y="2070869"/>
            <a:ext cx="237744" cy="237744"/>
          </a:xfrm>
          <a:prstGeom prst="roundRect">
            <a:avLst>
              <a:gd name="adj" fmla="val 19231"/>
            </a:avLst>
          </a:prstGeom>
          <a:solidFill>
            <a:srgbClr val="FFFFFF">
              <a:alpha val="0"/>
            </a:srgbClr>
          </a:solidFill>
          <a:ln w="31750">
            <a:solidFill>
              <a:srgbClr val="E53935"/>
            </a:solidFill>
            <a:prstDash val="solid"/>
          </a:ln>
        </p:spPr>
      </p:sp>
      <p:sp>
        <p:nvSpPr>
          <p:cNvPr id="78" name="Shape 67"/>
          <p:cNvSpPr/>
          <p:nvPr/>
        </p:nvSpPr>
        <p:spPr>
          <a:xfrm>
            <a:off x="2901208" y="1933709"/>
            <a:ext cx="274320" cy="274320"/>
          </a:xfrm>
          <a:prstGeom prst="ellipse">
            <a:avLst/>
          </a:prstGeom>
          <a:solidFill>
            <a:srgbClr val="E53935"/>
          </a:solidFill>
          <a:ln w="12700">
            <a:solidFill>
              <a:srgbClr val="FFFFFF"/>
            </a:solidFill>
            <a:prstDash val="solid"/>
          </a:ln>
        </p:spPr>
      </p:sp>
      <p:sp>
        <p:nvSpPr>
          <p:cNvPr id="79" name="Text 68"/>
          <p:cNvSpPr txBox="1"/>
          <p:nvPr/>
        </p:nvSpPr>
        <p:spPr>
          <a:xfrm>
            <a:off x="2901208"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0" name="Image 9" descr="preencoded.png">    </p:cNvPr>
          <p:cNvPicPr>
            <a:picLocks noChangeAspect="1"/>
          </p:cNvPicPr>
          <p:nvPr/>
        </p:nvPicPr>
        <p:blipFill>
          <a:blip r:embed="rId10"/>
          <a:stretch>
            <a:fillRect/>
          </a:stretch>
        </p:blipFill>
        <p:spPr>
          <a:xfrm>
            <a:off x="2928640" y="2198885"/>
            <a:ext cx="237744" cy="237744"/>
          </a:xfrm>
          <a:prstGeom prst="rect">
            <a:avLst/>
          </a:prstGeom>
        </p:spPr>
      </p:pic>
      <p:sp>
        <p:nvSpPr>
          <p:cNvPr id="81" name="Shape 69"/>
          <p:cNvSpPr/>
          <p:nvPr/>
        </p:nvSpPr>
        <p:spPr>
          <a:xfrm>
            <a:off x="1527048" y="3097791"/>
            <a:ext cx="740664" cy="192977"/>
          </a:xfrm>
          <a:prstGeom prst="roundRect">
            <a:avLst>
              <a:gd name="adj" fmla="val 23692"/>
            </a:avLst>
          </a:prstGeom>
          <a:solidFill>
            <a:srgbClr val="FFFFFF">
              <a:alpha val="0"/>
            </a:srgbClr>
          </a:solidFill>
          <a:ln w="31750">
            <a:solidFill>
              <a:srgbClr val="E53935"/>
            </a:solidFill>
            <a:prstDash val="solid"/>
          </a:ln>
        </p:spPr>
      </p:sp>
      <p:sp>
        <p:nvSpPr>
          <p:cNvPr id="82" name="Shape 70"/>
          <p:cNvSpPr/>
          <p:nvPr/>
        </p:nvSpPr>
        <p:spPr>
          <a:xfrm>
            <a:off x="2130552" y="2960631"/>
            <a:ext cx="274320" cy="274320"/>
          </a:xfrm>
          <a:prstGeom prst="ellipse">
            <a:avLst/>
          </a:prstGeom>
          <a:solidFill>
            <a:srgbClr val="E53935"/>
          </a:solidFill>
          <a:ln w="12700">
            <a:solidFill>
              <a:srgbClr val="FFFFFF"/>
            </a:solidFill>
            <a:prstDash val="solid"/>
          </a:ln>
        </p:spPr>
      </p:sp>
      <p:sp>
        <p:nvSpPr>
          <p:cNvPr id="83" name="Text 71"/>
          <p:cNvSpPr txBox="1"/>
          <p:nvPr/>
        </p:nvSpPr>
        <p:spPr>
          <a:xfrm>
            <a:off x="2130552" y="296063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4" name="Image 10" descr="preencoded.png">    </p:cNvPr>
          <p:cNvPicPr>
            <a:picLocks noChangeAspect="1"/>
          </p:cNvPicPr>
          <p:nvPr/>
        </p:nvPicPr>
        <p:blipFill>
          <a:blip r:embed="rId11"/>
          <a:stretch>
            <a:fillRect/>
          </a:stretch>
        </p:blipFill>
        <p:spPr>
          <a:xfrm>
            <a:off x="1931670" y="3201185"/>
            <a:ext cx="237744" cy="237744"/>
          </a:xfrm>
          <a:prstGeom prst="rect">
            <a:avLst/>
          </a:prstGeom>
        </p:spPr>
      </p:pic>
      <p:sp>
        <p:nvSpPr>
          <p:cNvPr id="85" name="Text 7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10</a:t>
            </a:r>
            <a:endParaRPr lang="en-US" sz="1200" dirty="0"/>
          </a:p>
        </p:txBody>
      </p:sp>
      <p:sp>
        <p:nvSpPr>
          <p:cNvPr id="86" name="Text 7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Tebalkan kata penting</a:t>
            </a:r>
            <a:endParaRPr lang="en-US" sz="1800" dirty="0"/>
          </a:p>
        </p:txBody>
      </p:sp>
      <p:sp>
        <p:nvSpPr>
          <p:cNvPr id="87" name="Text 7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Blok satu kata penting, misalnya Ikhlas, lalu klik tombol B (atau Ctrl+B).</a:t>
            </a:r>
            <a:endParaRPr lang="en-US" sz="1300" dirty="0"/>
          </a:p>
        </p:txBody>
      </p:sp>
      <p:sp>
        <p:nvSpPr>
          <p:cNvPr id="88" name="Shape 7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9"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0" name="Text 7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menebalkan terlalu banyak kata agar tetap menonjol.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dokumenmu,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subjudul "Doa Sebelum Belajar" dengan gaya Heading 1.</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arti doa sebelum belajar dalam satu paragraf.</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satu kalimat nasihat dengan huruf miring (I).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Ubah ukuran huruf isi menjadi 12.</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Dokumen diberi nama dengan benar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Judul memakai gaya Title dan rata tengah</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daftar bernomor 5 adab</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Kata penting dicetak tebal</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Fitur format apa yang paling bermanfaat bagimu?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tulisan yang rapi lebih dihargai pembaca?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Menulis dengan rapi adalah bentuk penghormatan kepada pembaca.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Menambahkan tabel dan gambar ke dalam dokumen.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Tabel, Gambar &amp; Tata Letak</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Membuat dokumen lebih jelas dan menarik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Pengolah Dokumen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menyajikan jadwal harian pesantren agar mudah dibaca?</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Menyisipkan dan mengisi tabel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Menyisipkan gambar dan mengatur ukurannya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Mengatur posisi gambar dan ukuran kertas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Mengenal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1005840" cy="457200"/>
          </a:xfrm>
          <a:prstGeom prst="rect">
            <a:avLst/>
          </a:prstGeom>
          <a:solidFill>
            <a:srgbClr val="0F4C3A"/>
          </a:solidFill>
          <a:ln w="9525">
            <a:solidFill>
              <a:srgbClr val="AAAAAA"/>
            </a:solidFill>
            <a:prstDash val="solid"/>
          </a:ln>
        </p:spPr>
      </p:sp>
      <p:sp>
        <p:nvSpPr>
          <p:cNvPr id="10" name="Text 6"/>
          <p:cNvSpPr txBox="1"/>
          <p:nvPr/>
        </p:nvSpPr>
        <p:spPr>
          <a:xfrm>
            <a:off x="530352" y="1188720"/>
            <a:ext cx="9144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Waktu</a:t>
            </a:r>
            <a:endParaRPr lang="en-US" sz="1250" dirty="0"/>
          </a:p>
        </p:txBody>
      </p:sp>
      <p:sp>
        <p:nvSpPr>
          <p:cNvPr id="11" name="Shape 7"/>
          <p:cNvSpPr/>
          <p:nvPr/>
        </p:nvSpPr>
        <p:spPr>
          <a:xfrm>
            <a:off x="1463040" y="1188720"/>
            <a:ext cx="2194560" cy="457200"/>
          </a:xfrm>
          <a:prstGeom prst="rect">
            <a:avLst/>
          </a:prstGeom>
          <a:solidFill>
            <a:srgbClr val="0F4C3A"/>
          </a:solidFill>
          <a:ln w="9525">
            <a:solidFill>
              <a:srgbClr val="AAAAAA"/>
            </a:solidFill>
            <a:prstDash val="solid"/>
          </a:ln>
        </p:spPr>
      </p:sp>
      <p:sp>
        <p:nvSpPr>
          <p:cNvPr id="12" name="Text 8"/>
          <p:cNvSpPr txBox="1"/>
          <p:nvPr/>
        </p:nvSpPr>
        <p:spPr>
          <a:xfrm>
            <a:off x="1536192" y="1188720"/>
            <a:ext cx="210312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Kegiatan</a:t>
            </a:r>
            <a:endParaRPr lang="en-US" sz="1250" dirty="0"/>
          </a:p>
        </p:txBody>
      </p:sp>
      <p:sp>
        <p:nvSpPr>
          <p:cNvPr id="13" name="Shape 9"/>
          <p:cNvSpPr/>
          <p:nvPr/>
        </p:nvSpPr>
        <p:spPr>
          <a:xfrm>
            <a:off x="3657600" y="1188720"/>
            <a:ext cx="1188720" cy="457200"/>
          </a:xfrm>
          <a:prstGeom prst="rect">
            <a:avLst/>
          </a:prstGeom>
          <a:solidFill>
            <a:srgbClr val="0F4C3A"/>
          </a:solidFill>
          <a:ln w="9525">
            <a:solidFill>
              <a:srgbClr val="AAAAAA"/>
            </a:solidFill>
            <a:prstDash val="solid"/>
          </a:ln>
        </p:spPr>
      </p:sp>
      <p:sp>
        <p:nvSpPr>
          <p:cNvPr id="14" name="Text 10"/>
          <p:cNvSpPr txBox="1"/>
          <p:nvPr/>
        </p:nvSpPr>
        <p:spPr>
          <a:xfrm>
            <a:off x="3730752" y="1188720"/>
            <a:ext cx="10972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Tempat</a:t>
            </a:r>
            <a:endParaRPr lang="en-US" sz="1250" dirty="0"/>
          </a:p>
        </p:txBody>
      </p:sp>
      <p:sp>
        <p:nvSpPr>
          <p:cNvPr id="15" name="Shape 11"/>
          <p:cNvSpPr/>
          <p:nvPr/>
        </p:nvSpPr>
        <p:spPr>
          <a:xfrm>
            <a:off x="457200" y="1645920"/>
            <a:ext cx="1005840" cy="457200"/>
          </a:xfrm>
          <a:prstGeom prst="rect">
            <a:avLst/>
          </a:prstGeom>
          <a:solidFill>
            <a:srgbClr val="FFFFFF"/>
          </a:solidFill>
          <a:ln w="9525">
            <a:solidFill>
              <a:srgbClr val="AAAAAA"/>
            </a:solidFill>
            <a:prstDash val="solid"/>
          </a:ln>
        </p:spPr>
      </p:sp>
      <p:sp>
        <p:nvSpPr>
          <p:cNvPr id="16" name="Text 12"/>
          <p:cNvSpPr txBox="1"/>
          <p:nvPr/>
        </p:nvSpPr>
        <p:spPr>
          <a:xfrm>
            <a:off x="530352" y="1645920"/>
            <a:ext cx="9144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04.30</a:t>
            </a:r>
            <a:endParaRPr lang="en-US" sz="1250" dirty="0"/>
          </a:p>
        </p:txBody>
      </p:sp>
      <p:sp>
        <p:nvSpPr>
          <p:cNvPr id="17" name="Shape 13"/>
          <p:cNvSpPr/>
          <p:nvPr/>
        </p:nvSpPr>
        <p:spPr>
          <a:xfrm>
            <a:off x="1463040" y="1645920"/>
            <a:ext cx="2194560" cy="457200"/>
          </a:xfrm>
          <a:prstGeom prst="rect">
            <a:avLst/>
          </a:prstGeom>
          <a:solidFill>
            <a:srgbClr val="FFFFFF"/>
          </a:solidFill>
          <a:ln w="9525">
            <a:solidFill>
              <a:srgbClr val="AAAAAA"/>
            </a:solidFill>
            <a:prstDash val="solid"/>
          </a:ln>
        </p:spPr>
      </p:sp>
      <p:sp>
        <p:nvSpPr>
          <p:cNvPr id="18" name="Text 14"/>
          <p:cNvSpPr txBox="1"/>
          <p:nvPr/>
        </p:nvSpPr>
        <p:spPr>
          <a:xfrm>
            <a:off x="1536192" y="1645920"/>
            <a:ext cx="210312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Sholat Subuh berjamaah</a:t>
            </a:r>
            <a:endParaRPr lang="en-US" sz="1250" dirty="0"/>
          </a:p>
        </p:txBody>
      </p:sp>
      <p:sp>
        <p:nvSpPr>
          <p:cNvPr id="19" name="Shape 15"/>
          <p:cNvSpPr/>
          <p:nvPr/>
        </p:nvSpPr>
        <p:spPr>
          <a:xfrm>
            <a:off x="3657600" y="1645920"/>
            <a:ext cx="1188720" cy="457200"/>
          </a:xfrm>
          <a:prstGeom prst="rect">
            <a:avLst/>
          </a:prstGeom>
          <a:solidFill>
            <a:srgbClr val="FFFFFF"/>
          </a:solidFill>
          <a:ln w="9525">
            <a:solidFill>
              <a:srgbClr val="AAAAAA"/>
            </a:solidFill>
            <a:prstDash val="solid"/>
          </a:ln>
        </p:spPr>
      </p:sp>
      <p:sp>
        <p:nvSpPr>
          <p:cNvPr id="20" name="Text 16"/>
          <p:cNvSpPr txBox="1"/>
          <p:nvPr/>
        </p:nvSpPr>
        <p:spPr>
          <a:xfrm>
            <a:off x="3730752" y="1645920"/>
            <a:ext cx="109728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Masjid</a:t>
            </a:r>
            <a:endParaRPr lang="en-US" sz="1250" dirty="0"/>
          </a:p>
        </p:txBody>
      </p:sp>
      <p:sp>
        <p:nvSpPr>
          <p:cNvPr id="21" name="Shape 17"/>
          <p:cNvSpPr/>
          <p:nvPr/>
        </p:nvSpPr>
        <p:spPr>
          <a:xfrm>
            <a:off x="457200" y="2103120"/>
            <a:ext cx="1005840" cy="457200"/>
          </a:xfrm>
          <a:prstGeom prst="rect">
            <a:avLst/>
          </a:prstGeom>
          <a:solidFill>
            <a:srgbClr val="E6F2EC"/>
          </a:solidFill>
          <a:ln w="9525">
            <a:solidFill>
              <a:srgbClr val="AAAAAA"/>
            </a:solidFill>
            <a:prstDash val="solid"/>
          </a:ln>
        </p:spPr>
      </p:sp>
      <p:sp>
        <p:nvSpPr>
          <p:cNvPr id="22" name="Text 18"/>
          <p:cNvSpPr txBox="1"/>
          <p:nvPr/>
        </p:nvSpPr>
        <p:spPr>
          <a:xfrm>
            <a:off x="530352" y="2103120"/>
            <a:ext cx="9144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05.15</a:t>
            </a:r>
            <a:endParaRPr lang="en-US" sz="1250" dirty="0"/>
          </a:p>
        </p:txBody>
      </p:sp>
      <p:sp>
        <p:nvSpPr>
          <p:cNvPr id="23" name="Shape 19"/>
          <p:cNvSpPr/>
          <p:nvPr/>
        </p:nvSpPr>
        <p:spPr>
          <a:xfrm>
            <a:off x="1463040" y="2103120"/>
            <a:ext cx="2194560" cy="457200"/>
          </a:xfrm>
          <a:prstGeom prst="rect">
            <a:avLst/>
          </a:prstGeom>
          <a:solidFill>
            <a:srgbClr val="E6F2EC"/>
          </a:solidFill>
          <a:ln w="9525">
            <a:solidFill>
              <a:srgbClr val="AAAAAA"/>
            </a:solidFill>
            <a:prstDash val="solid"/>
          </a:ln>
        </p:spPr>
      </p:sp>
      <p:sp>
        <p:nvSpPr>
          <p:cNvPr id="24" name="Text 20"/>
          <p:cNvSpPr txBox="1"/>
          <p:nvPr/>
        </p:nvSpPr>
        <p:spPr>
          <a:xfrm>
            <a:off x="1536192" y="2103120"/>
            <a:ext cx="210312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Tahfidz Al-Qur'an</a:t>
            </a:r>
            <a:endParaRPr lang="en-US" sz="1250" dirty="0"/>
          </a:p>
        </p:txBody>
      </p:sp>
      <p:sp>
        <p:nvSpPr>
          <p:cNvPr id="25" name="Shape 21"/>
          <p:cNvSpPr/>
          <p:nvPr/>
        </p:nvSpPr>
        <p:spPr>
          <a:xfrm>
            <a:off x="3657600" y="2103120"/>
            <a:ext cx="1188720" cy="457200"/>
          </a:xfrm>
          <a:prstGeom prst="rect">
            <a:avLst/>
          </a:prstGeom>
          <a:solidFill>
            <a:srgbClr val="E6F2EC"/>
          </a:solidFill>
          <a:ln w="9525">
            <a:solidFill>
              <a:srgbClr val="AAAAAA"/>
            </a:solidFill>
            <a:prstDash val="solid"/>
          </a:ln>
        </p:spPr>
      </p:sp>
      <p:sp>
        <p:nvSpPr>
          <p:cNvPr id="26" name="Text 22"/>
          <p:cNvSpPr txBox="1"/>
          <p:nvPr/>
        </p:nvSpPr>
        <p:spPr>
          <a:xfrm>
            <a:off x="3730752" y="2103120"/>
            <a:ext cx="109728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Masjid</a:t>
            </a:r>
            <a:endParaRPr lang="en-US" sz="1250" dirty="0"/>
          </a:p>
        </p:txBody>
      </p:sp>
      <p:sp>
        <p:nvSpPr>
          <p:cNvPr id="27" name="Shape 23"/>
          <p:cNvSpPr/>
          <p:nvPr/>
        </p:nvSpPr>
        <p:spPr>
          <a:xfrm>
            <a:off x="457200" y="2560320"/>
            <a:ext cx="1005840" cy="457200"/>
          </a:xfrm>
          <a:prstGeom prst="rect">
            <a:avLst/>
          </a:prstGeom>
          <a:solidFill>
            <a:srgbClr val="FFFFFF"/>
          </a:solidFill>
          <a:ln w="9525">
            <a:solidFill>
              <a:srgbClr val="AAAAAA"/>
            </a:solidFill>
            <a:prstDash val="solid"/>
          </a:ln>
        </p:spPr>
      </p:sp>
      <p:sp>
        <p:nvSpPr>
          <p:cNvPr id="28" name="Text 24"/>
          <p:cNvSpPr txBox="1"/>
          <p:nvPr/>
        </p:nvSpPr>
        <p:spPr>
          <a:xfrm>
            <a:off x="530352" y="2560320"/>
            <a:ext cx="9144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07.00</a:t>
            </a:r>
            <a:endParaRPr lang="en-US" sz="1250" dirty="0"/>
          </a:p>
        </p:txBody>
      </p:sp>
      <p:sp>
        <p:nvSpPr>
          <p:cNvPr id="29" name="Shape 25"/>
          <p:cNvSpPr/>
          <p:nvPr/>
        </p:nvSpPr>
        <p:spPr>
          <a:xfrm>
            <a:off x="1463040" y="2560320"/>
            <a:ext cx="2194560" cy="457200"/>
          </a:xfrm>
          <a:prstGeom prst="rect">
            <a:avLst/>
          </a:prstGeom>
          <a:solidFill>
            <a:srgbClr val="FFFFFF"/>
          </a:solidFill>
          <a:ln w="9525">
            <a:solidFill>
              <a:srgbClr val="AAAAAA"/>
            </a:solidFill>
            <a:prstDash val="solid"/>
          </a:ln>
        </p:spPr>
      </p:sp>
      <p:sp>
        <p:nvSpPr>
          <p:cNvPr id="30" name="Text 26"/>
          <p:cNvSpPr txBox="1"/>
          <p:nvPr/>
        </p:nvSpPr>
        <p:spPr>
          <a:xfrm>
            <a:off x="1536192" y="2560320"/>
            <a:ext cx="210312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Sekolah formal</a:t>
            </a:r>
            <a:endParaRPr lang="en-US" sz="1250" dirty="0"/>
          </a:p>
        </p:txBody>
      </p:sp>
      <p:sp>
        <p:nvSpPr>
          <p:cNvPr id="31" name="Shape 27"/>
          <p:cNvSpPr/>
          <p:nvPr/>
        </p:nvSpPr>
        <p:spPr>
          <a:xfrm>
            <a:off x="3657600" y="2560320"/>
            <a:ext cx="1188720" cy="457200"/>
          </a:xfrm>
          <a:prstGeom prst="rect">
            <a:avLst/>
          </a:prstGeom>
          <a:solidFill>
            <a:srgbClr val="FFFFFF"/>
          </a:solidFill>
          <a:ln w="9525">
            <a:solidFill>
              <a:srgbClr val="AAAAAA"/>
            </a:solidFill>
            <a:prstDash val="solid"/>
          </a:ln>
        </p:spPr>
      </p:sp>
      <p:sp>
        <p:nvSpPr>
          <p:cNvPr id="32" name="Text 28"/>
          <p:cNvSpPr txBox="1"/>
          <p:nvPr/>
        </p:nvSpPr>
        <p:spPr>
          <a:xfrm>
            <a:off x="3730752" y="2560320"/>
            <a:ext cx="109728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Kelas</a:t>
            </a:r>
            <a:endParaRPr lang="en-US" sz="1250" dirty="0"/>
          </a:p>
        </p:txBody>
      </p:sp>
      <p:sp>
        <p:nvSpPr>
          <p:cNvPr id="33" name="Shape 29"/>
          <p:cNvSpPr/>
          <p:nvPr/>
        </p:nvSpPr>
        <p:spPr>
          <a:xfrm>
            <a:off x="457200" y="3017520"/>
            <a:ext cx="1005840" cy="457200"/>
          </a:xfrm>
          <a:prstGeom prst="rect">
            <a:avLst/>
          </a:prstGeom>
          <a:solidFill>
            <a:srgbClr val="E6F2EC"/>
          </a:solidFill>
          <a:ln w="9525">
            <a:solidFill>
              <a:srgbClr val="AAAAAA"/>
            </a:solidFill>
            <a:prstDash val="solid"/>
          </a:ln>
        </p:spPr>
      </p:sp>
      <p:sp>
        <p:nvSpPr>
          <p:cNvPr id="34" name="Text 30"/>
          <p:cNvSpPr txBox="1"/>
          <p:nvPr/>
        </p:nvSpPr>
        <p:spPr>
          <a:xfrm>
            <a:off x="530352" y="3017520"/>
            <a:ext cx="91440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12.00</a:t>
            </a:r>
            <a:endParaRPr lang="en-US" sz="1250" dirty="0"/>
          </a:p>
        </p:txBody>
      </p:sp>
      <p:sp>
        <p:nvSpPr>
          <p:cNvPr id="35" name="Shape 31"/>
          <p:cNvSpPr/>
          <p:nvPr/>
        </p:nvSpPr>
        <p:spPr>
          <a:xfrm>
            <a:off x="1463040" y="3017520"/>
            <a:ext cx="2194560" cy="457200"/>
          </a:xfrm>
          <a:prstGeom prst="rect">
            <a:avLst/>
          </a:prstGeom>
          <a:solidFill>
            <a:srgbClr val="E6F2EC"/>
          </a:solidFill>
          <a:ln w="9525">
            <a:solidFill>
              <a:srgbClr val="AAAAAA"/>
            </a:solidFill>
            <a:prstDash val="solid"/>
          </a:ln>
        </p:spPr>
      </p:sp>
      <p:sp>
        <p:nvSpPr>
          <p:cNvPr id="36" name="Text 32"/>
          <p:cNvSpPr txBox="1"/>
          <p:nvPr/>
        </p:nvSpPr>
        <p:spPr>
          <a:xfrm>
            <a:off x="1536192" y="3017520"/>
            <a:ext cx="210312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Sholat Zhuhur</a:t>
            </a:r>
            <a:endParaRPr lang="en-US" sz="1250" dirty="0"/>
          </a:p>
        </p:txBody>
      </p:sp>
      <p:sp>
        <p:nvSpPr>
          <p:cNvPr id="37" name="Shape 33"/>
          <p:cNvSpPr/>
          <p:nvPr/>
        </p:nvSpPr>
        <p:spPr>
          <a:xfrm>
            <a:off x="3657600" y="3017520"/>
            <a:ext cx="1188720" cy="457200"/>
          </a:xfrm>
          <a:prstGeom prst="rect">
            <a:avLst/>
          </a:prstGeom>
          <a:solidFill>
            <a:srgbClr val="E6F2EC"/>
          </a:solidFill>
          <a:ln w="9525">
            <a:solidFill>
              <a:srgbClr val="AAAAAA"/>
            </a:solidFill>
            <a:prstDash val="solid"/>
          </a:ln>
        </p:spPr>
      </p:sp>
      <p:sp>
        <p:nvSpPr>
          <p:cNvPr id="38" name="Text 34"/>
          <p:cNvSpPr txBox="1"/>
          <p:nvPr/>
        </p:nvSpPr>
        <p:spPr>
          <a:xfrm>
            <a:off x="3730752" y="3017520"/>
            <a:ext cx="1097280" cy="457200"/>
          </a:xfrm>
          <a:prstGeom prst="rect">
            <a:avLst/>
          </a:prstGeom>
          <a:noFill/>
          <a:ln/>
        </p:spPr>
        <p:txBody>
          <a:bodyPr wrap="square" lIns="0" tIns="0" rIns="0" bIns="0" rtlCol="0" anchor="ctr"/>
          <a:lstStyle/>
          <a:p>
            <a:pPr indent="0" marL="0">
              <a:buNone/>
            </a:pPr>
            <a:r>
              <a:rPr lang="en-US" sz="1250" dirty="0">
                <a:solidFill>
                  <a:srgbClr val="1E2A26"/>
                </a:solidFill>
                <a:latin typeface="Calibri" pitchFamily="34" charset="0"/>
                <a:ea typeface="Calibri" pitchFamily="34" charset="-122"/>
                <a:cs typeface="Calibri" pitchFamily="34" charset="-120"/>
              </a:rPr>
              <a:t>Masjid</a:t>
            </a:r>
            <a:endParaRPr lang="en-US" sz="1250" dirty="0"/>
          </a:p>
        </p:txBody>
      </p:sp>
      <p:sp>
        <p:nvSpPr>
          <p:cNvPr id="39" name="Text 35"/>
          <p:cNvSpPr txBox="1"/>
          <p:nvPr/>
        </p:nvSpPr>
        <p:spPr>
          <a:xfrm>
            <a:off x="868680" y="3520440"/>
            <a:ext cx="274320" cy="274320"/>
          </a:xfrm>
          <a:prstGeom prst="rect">
            <a:avLst/>
          </a:prstGeom>
          <a:noFill/>
          <a:ln/>
        </p:spPr>
        <p:txBody>
          <a:bodyPr wrap="square" lIns="0" tIns="0" rIns="0" bIns="0" rtlCol="0" anchor="t"/>
          <a:lstStyle/>
          <a:p>
            <a:pPr indent="0" marL="0">
              <a:buNone/>
            </a:pPr>
            <a:r>
              <a:rPr lang="en-US" sz="1600" b="1" dirty="0">
                <a:solidFill>
                  <a:srgbClr val="D4A017"/>
                </a:solidFill>
                <a:latin typeface="Calibri" pitchFamily="34" charset="0"/>
                <a:ea typeface="Calibri" pitchFamily="34" charset="-122"/>
                <a:cs typeface="Calibri" pitchFamily="34" charset="-120"/>
              </a:rPr>
              <a:t>↓</a:t>
            </a:r>
            <a:endParaRPr lang="en-US" sz="1600" dirty="0"/>
          </a:p>
        </p:txBody>
      </p:sp>
      <p:sp>
        <p:nvSpPr>
          <p:cNvPr id="40" name="Shape 36"/>
          <p:cNvSpPr/>
          <p:nvPr/>
        </p:nvSpPr>
        <p:spPr>
          <a:xfrm>
            <a:off x="548640" y="3794760"/>
            <a:ext cx="1188720" cy="329184"/>
          </a:xfrm>
          <a:prstGeom prst="roundRect">
            <a:avLst>
              <a:gd name="adj" fmla="val 50000"/>
            </a:avLst>
          </a:prstGeom>
          <a:solidFill>
            <a:srgbClr val="D4A017"/>
          </a:solidFill>
          <a:ln w="12700">
            <a:solidFill>
              <a:srgbClr val="D4A017"/>
            </a:solidFill>
            <a:prstDash val="solid"/>
          </a:ln>
        </p:spPr>
      </p:sp>
      <p:sp>
        <p:nvSpPr>
          <p:cNvPr id="41" name="Text 37"/>
          <p:cNvSpPr txBox="1"/>
          <p:nvPr/>
        </p:nvSpPr>
        <p:spPr>
          <a:xfrm>
            <a:off x="548640" y="3794760"/>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Kolom</a:t>
            </a:r>
            <a:endParaRPr lang="en-US" sz="1100" dirty="0"/>
          </a:p>
        </p:txBody>
      </p:sp>
      <p:sp>
        <p:nvSpPr>
          <p:cNvPr id="42" name="Text 38"/>
          <p:cNvSpPr txBox="1"/>
          <p:nvPr/>
        </p:nvSpPr>
        <p:spPr>
          <a:xfrm>
            <a:off x="4892040" y="2606040"/>
            <a:ext cx="274320" cy="274320"/>
          </a:xfrm>
          <a:prstGeom prst="rect">
            <a:avLst/>
          </a:prstGeom>
          <a:noFill/>
          <a:ln/>
        </p:spPr>
        <p:txBody>
          <a:bodyPr wrap="square" lIns="0" tIns="0" rIns="0" bIns="0" rtlCol="0" anchor="t"/>
          <a:lstStyle/>
          <a:p>
            <a:pPr indent="0" marL="0">
              <a:buNone/>
            </a:pPr>
            <a:r>
              <a:rPr lang="en-US" sz="1600" b="1" dirty="0">
                <a:solidFill>
                  <a:srgbClr val="1F7A5C"/>
                </a:solidFill>
                <a:latin typeface="Calibri" pitchFamily="34" charset="0"/>
                <a:ea typeface="Calibri" pitchFamily="34" charset="-122"/>
                <a:cs typeface="Calibri" pitchFamily="34" charset="-120"/>
              </a:rPr>
              <a:t>→</a:t>
            </a:r>
            <a:endParaRPr lang="en-US" sz="1600" dirty="0"/>
          </a:p>
        </p:txBody>
      </p:sp>
      <p:sp>
        <p:nvSpPr>
          <p:cNvPr id="43" name="Shape 39"/>
          <p:cNvSpPr/>
          <p:nvPr/>
        </p:nvSpPr>
        <p:spPr>
          <a:xfrm>
            <a:off x="5166360" y="2578608"/>
            <a:ext cx="1188720" cy="329184"/>
          </a:xfrm>
          <a:prstGeom prst="roundRect">
            <a:avLst>
              <a:gd name="adj" fmla="val 50000"/>
            </a:avLst>
          </a:prstGeom>
          <a:solidFill>
            <a:srgbClr val="1F7A5C"/>
          </a:solidFill>
          <a:ln w="12700">
            <a:solidFill>
              <a:srgbClr val="1F7A5C"/>
            </a:solidFill>
            <a:prstDash val="solid"/>
          </a:ln>
        </p:spPr>
      </p:sp>
      <p:sp>
        <p:nvSpPr>
          <p:cNvPr id="44" name="Text 40"/>
          <p:cNvSpPr txBox="1"/>
          <p:nvPr/>
        </p:nvSpPr>
        <p:spPr>
          <a:xfrm>
            <a:off x="5166360" y="2578608"/>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Baris</a:t>
            </a:r>
            <a:endParaRPr lang="en-US" sz="1100" dirty="0"/>
          </a:p>
        </p:txBody>
      </p:sp>
      <p:sp>
        <p:nvSpPr>
          <p:cNvPr id="45" name="Shape 41"/>
          <p:cNvSpPr/>
          <p:nvPr/>
        </p:nvSpPr>
        <p:spPr>
          <a:xfrm>
            <a:off x="5166360" y="1664208"/>
            <a:ext cx="1188720" cy="329184"/>
          </a:xfrm>
          <a:prstGeom prst="roundRect">
            <a:avLst>
              <a:gd name="adj" fmla="val 50000"/>
            </a:avLst>
          </a:prstGeom>
          <a:solidFill>
            <a:srgbClr val="E53935"/>
          </a:solidFill>
          <a:ln w="12700">
            <a:solidFill>
              <a:srgbClr val="E53935"/>
            </a:solidFill>
            <a:prstDash val="solid"/>
          </a:ln>
        </p:spPr>
      </p:sp>
      <p:sp>
        <p:nvSpPr>
          <p:cNvPr id="46" name="Text 42"/>
          <p:cNvSpPr txBox="1"/>
          <p:nvPr/>
        </p:nvSpPr>
        <p:spPr>
          <a:xfrm>
            <a:off x="5166360" y="1664208"/>
            <a:ext cx="11887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Sel</a:t>
            </a:r>
            <a:endParaRPr lang="en-US" sz="1100" dirty="0"/>
          </a:p>
        </p:txBody>
      </p:sp>
      <p:sp>
        <p:nvSpPr>
          <p:cNvPr id="47" name="Text 43"/>
          <p:cNvSpPr txBox="1"/>
          <p:nvPr/>
        </p:nvSpPr>
        <p:spPr>
          <a:xfrm>
            <a:off x="4892040" y="1691640"/>
            <a:ext cx="274320" cy="274320"/>
          </a:xfrm>
          <a:prstGeom prst="rect">
            <a:avLst/>
          </a:prstGeom>
          <a:noFill/>
          <a:ln/>
        </p:spPr>
        <p:txBody>
          <a:bodyPr wrap="square" lIns="0" tIns="0" rIns="0" bIns="0" rtlCol="0" anchor="t"/>
          <a:lstStyle/>
          <a:p>
            <a:pPr indent="0" marL="0">
              <a:buNone/>
            </a:pPr>
            <a:r>
              <a:rPr lang="en-US" sz="1600" b="1" dirty="0">
                <a:solidFill>
                  <a:srgbClr val="E53935"/>
                </a:solidFill>
                <a:latin typeface="Calibri" pitchFamily="34" charset="0"/>
                <a:ea typeface="Calibri" pitchFamily="34" charset="-122"/>
                <a:cs typeface="Calibri" pitchFamily="34" charset="-120"/>
              </a:rPr>
              <a:t>←</a:t>
            </a:r>
            <a:endParaRPr lang="en-US" sz="1600" dirty="0"/>
          </a:p>
        </p:txBody>
      </p:sp>
      <p:sp>
        <p:nvSpPr>
          <p:cNvPr id="48" name="Text 44"/>
          <p:cNvSpPr txBox="1"/>
          <p:nvPr/>
        </p:nvSpPr>
        <p:spPr>
          <a:xfrm>
            <a:off x="6583680" y="1234440"/>
            <a:ext cx="2103120" cy="640080"/>
          </a:xfrm>
          <a:prstGeom prst="rect">
            <a:avLst/>
          </a:prstGeom>
          <a:noFill/>
          <a:ln/>
        </p:spPr>
        <p:txBody>
          <a:bodyPr wrap="square" lIns="0" tIns="0" rIns="0" bIns="0" rtlCol="0" anchor="t"/>
          <a:lstStyle/>
          <a:p>
            <a:pPr indent="0" marL="0">
              <a:buNone/>
            </a:pPr>
            <a:r>
              <a:rPr lang="en-US" sz="1300" b="1" dirty="0">
                <a:solidFill>
                  <a:srgbClr val="D4A017"/>
                </a:solidFill>
                <a:latin typeface="Calibri" pitchFamily="34" charset="0"/>
                <a:ea typeface="Calibri" pitchFamily="34" charset="-122"/>
                <a:cs typeface="Calibri" pitchFamily="34" charset="-120"/>
              </a:rPr>
              <a:t>Kolom</a:t>
            </a:r>
            <a:pPr indent="0" marL="0">
              <a:buNone/>
            </a:pPr>
            <a:r>
              <a:rPr lang="en-US" sz="1300" dirty="0">
                <a:solidFill>
                  <a:srgbClr val="1E2A26"/>
                </a:solidFill>
                <a:latin typeface="Calibri" pitchFamily="34" charset="0"/>
                <a:ea typeface="Calibri" pitchFamily="34" charset="-122"/>
                <a:cs typeface="Calibri" pitchFamily="34" charset="-120"/>
              </a:rPr>
              <a:t> = susunan tegak (atas–bawah)</a:t>
            </a:r>
            <a:endParaRPr lang="en-US" sz="1300" dirty="0"/>
          </a:p>
        </p:txBody>
      </p:sp>
      <p:sp>
        <p:nvSpPr>
          <p:cNvPr id="49" name="Text 45"/>
          <p:cNvSpPr txBox="1"/>
          <p:nvPr/>
        </p:nvSpPr>
        <p:spPr>
          <a:xfrm>
            <a:off x="6583680" y="2011680"/>
            <a:ext cx="2103120" cy="640080"/>
          </a:xfrm>
          <a:prstGeom prst="rect">
            <a:avLst/>
          </a:prstGeom>
          <a:noFill/>
          <a:ln/>
        </p:spPr>
        <p:txBody>
          <a:bodyPr wrap="square" lIns="0" tIns="0" rIns="0" bIns="0" rtlCol="0" anchor="t"/>
          <a:lstStyle/>
          <a:p>
            <a:pPr indent="0" marL="0">
              <a:buNone/>
            </a:pPr>
            <a:r>
              <a:rPr lang="en-US" sz="1300" b="1" dirty="0">
                <a:solidFill>
                  <a:srgbClr val="1F7A5C"/>
                </a:solidFill>
                <a:latin typeface="Calibri" pitchFamily="34" charset="0"/>
                <a:ea typeface="Calibri" pitchFamily="34" charset="-122"/>
                <a:cs typeface="Calibri" pitchFamily="34" charset="-120"/>
              </a:rPr>
              <a:t>Baris</a:t>
            </a:r>
            <a:pPr indent="0" marL="0">
              <a:buNone/>
            </a:pPr>
            <a:r>
              <a:rPr lang="en-US" sz="1300" dirty="0">
                <a:solidFill>
                  <a:srgbClr val="1E2A26"/>
                </a:solidFill>
                <a:latin typeface="Calibri" pitchFamily="34" charset="0"/>
                <a:ea typeface="Calibri" pitchFamily="34" charset="-122"/>
                <a:cs typeface="Calibri" pitchFamily="34" charset="-120"/>
              </a:rPr>
              <a:t> = susunan mendatar (kiri–kanan)</a:t>
            </a:r>
            <a:endParaRPr lang="en-US" sz="1300" dirty="0"/>
          </a:p>
        </p:txBody>
      </p:sp>
      <p:sp>
        <p:nvSpPr>
          <p:cNvPr id="50" name="Text 46"/>
          <p:cNvSpPr txBox="1"/>
          <p:nvPr/>
        </p:nvSpPr>
        <p:spPr>
          <a:xfrm>
            <a:off x="6583680" y="2788920"/>
            <a:ext cx="2103120" cy="822960"/>
          </a:xfrm>
          <a:prstGeom prst="rect">
            <a:avLst/>
          </a:prstGeom>
          <a:noFill/>
          <a:ln/>
        </p:spPr>
        <p:txBody>
          <a:bodyPr wrap="square" lIns="0" tIns="0" rIns="0" bIns="0" rtlCol="0" anchor="t"/>
          <a:lstStyle/>
          <a:p>
            <a:pPr indent="0" marL="0">
              <a:buNone/>
            </a:pPr>
            <a:r>
              <a:rPr lang="en-US" sz="1300" b="1" dirty="0">
                <a:solidFill>
                  <a:srgbClr val="E53935"/>
                </a:solidFill>
                <a:latin typeface="Calibri" pitchFamily="34" charset="0"/>
                <a:ea typeface="Calibri" pitchFamily="34" charset="-122"/>
                <a:cs typeface="Calibri" pitchFamily="34" charset="-120"/>
              </a:rPr>
              <a:t>Sel</a:t>
            </a:r>
            <a:pPr indent="0" marL="0">
              <a:buNone/>
            </a:pPr>
            <a:r>
              <a:rPr lang="en-US" sz="1300" dirty="0">
                <a:solidFill>
                  <a:srgbClr val="1E2A26"/>
                </a:solidFill>
                <a:latin typeface="Calibri" pitchFamily="34" charset="0"/>
                <a:ea typeface="Calibri" pitchFamily="34" charset="-122"/>
                <a:cs typeface="Calibri" pitchFamily="34" charset="-120"/>
              </a:rPr>
              <a:t> = satu kotak pertemuan baris dan kolom</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Gambar dalam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Menyisipkan Gambar</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Menu Insert › Image. Pilih dari Drive, komputer, atau pencarian web.</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Mengubah Ukuran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Klik gambar, lalu seret titik biru di pojok gambar.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Posisi Gambar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In line (sejajar teks), Wrap text (dikelilingi teks), Break text (di antara teks).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 yang Tepat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Sesuai isi tulisan, sopan, jelas, dan boleh digunakan.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Tabel Jadwal dan Gambar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dokumen Adab_Belajar pekan lalu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tabel jadwal harian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5–8</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Menyisipkan dan mengatur gambar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9</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Mengatur ukuran kertas</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Heading 1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Menuntut Ilmu</a:t>
            </a:r>
            <a:endParaRPr lang="en-US" sz="1400" dirty="0"/>
          </a:p>
        </p:txBody>
      </p:sp>
      <p:sp>
        <p:nvSpPr>
          <p:cNvPr id="70" name="Text 59"/>
          <p:cNvSpPr txBox="1"/>
          <p:nvPr/>
        </p:nvSpPr>
        <p:spPr>
          <a:xfrm>
            <a:off x="1645920" y="2932183"/>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Ikhlas karena Allah</a:t>
            </a:r>
            <a:endParaRPr lang="en-US" sz="750" dirty="0"/>
          </a:p>
        </p:txBody>
      </p:sp>
      <p:sp>
        <p:nvSpPr>
          <p:cNvPr id="71" name="Text 60"/>
          <p:cNvSpPr txBox="1"/>
          <p:nvPr/>
        </p:nvSpPr>
        <p:spPr>
          <a:xfrm>
            <a:off x="1645920" y="3079440"/>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Menghormati guru</a:t>
            </a:r>
            <a:endParaRPr lang="en-US" sz="750" dirty="0"/>
          </a:p>
        </p:txBody>
      </p:sp>
      <p:sp>
        <p:nvSpPr>
          <p:cNvPr id="72" name="Text 61"/>
          <p:cNvSpPr txBox="1"/>
          <p:nvPr/>
        </p:nvSpPr>
        <p:spPr>
          <a:xfrm>
            <a:off x="1554480" y="3226696"/>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3" name="Shape 62"/>
          <p:cNvSpPr/>
          <p:nvPr/>
        </p:nvSpPr>
        <p:spPr>
          <a:xfrm>
            <a:off x="1527048" y="3199264"/>
            <a:ext cx="1700784" cy="257429"/>
          </a:xfrm>
          <a:prstGeom prst="roundRect">
            <a:avLst>
              <a:gd name="adj" fmla="val 17760"/>
            </a:avLst>
          </a:prstGeom>
          <a:solidFill>
            <a:srgbClr val="FFFFFF">
              <a:alpha val="0"/>
            </a:srgbClr>
          </a:solidFill>
          <a:ln w="31750">
            <a:solidFill>
              <a:srgbClr val="E53935"/>
            </a:solidFill>
            <a:prstDash val="solid"/>
          </a:ln>
        </p:spPr>
      </p:sp>
      <p:sp>
        <p:nvSpPr>
          <p:cNvPr id="74" name="Shape 63"/>
          <p:cNvSpPr/>
          <p:nvPr/>
        </p:nvSpPr>
        <p:spPr>
          <a:xfrm>
            <a:off x="3090672" y="3062104"/>
            <a:ext cx="274320" cy="274320"/>
          </a:xfrm>
          <a:prstGeom prst="ellipse">
            <a:avLst/>
          </a:prstGeom>
          <a:solidFill>
            <a:srgbClr val="E53935"/>
          </a:solidFill>
          <a:ln w="12700">
            <a:solidFill>
              <a:srgbClr val="FFFFFF"/>
            </a:solidFill>
            <a:prstDash val="solid"/>
          </a:ln>
        </p:spPr>
      </p:sp>
      <p:sp>
        <p:nvSpPr>
          <p:cNvPr id="75" name="Text 64"/>
          <p:cNvSpPr txBox="1"/>
          <p:nvPr/>
        </p:nvSpPr>
        <p:spPr>
          <a:xfrm>
            <a:off x="3090672" y="3062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6" name="Image 9" descr="preencoded.png">    </p:cNvPr>
          <p:cNvPicPr>
            <a:picLocks noChangeAspect="1"/>
          </p:cNvPicPr>
          <p:nvPr/>
        </p:nvPicPr>
        <p:blipFill>
          <a:blip r:embed="rId10"/>
          <a:stretch>
            <a:fillRect/>
          </a:stretch>
        </p:blipFill>
        <p:spPr>
          <a:xfrm>
            <a:off x="2459736" y="3338107"/>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di akhir dokumen, ketik subjudul</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di baris kosong paling bawah. Ketik Jadwal Harian Santri dengan gaya Heading 1, lalu Enter.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2123968" y="2043437"/>
            <a:ext cx="1325880" cy="1865376"/>
          </a:xfrm>
          <a:prstGeom prst="rect">
            <a:avLst/>
          </a:prstGeom>
          <a:solidFill>
            <a:srgbClr val="FFFFFF"/>
          </a:solidFill>
          <a:ln w="9525">
            <a:solidFill>
              <a:srgbClr val="AAAAAA"/>
            </a:solidFill>
            <a:prstDash val="solid"/>
          </a:ln>
        </p:spPr>
      </p:sp>
      <p:sp>
        <p:nvSpPr>
          <p:cNvPr id="71" name="Text 60"/>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72" name="Text 61"/>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73" name="Text 62"/>
          <p:cNvSpPr txBox="1"/>
          <p:nvPr/>
        </p:nvSpPr>
        <p:spPr>
          <a:xfrm>
            <a:off x="2233696" y="2473205"/>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Drawing        ›</a:t>
            </a:r>
            <a:endParaRPr lang="en-US" sz="800" dirty="0"/>
          </a:p>
        </p:txBody>
      </p:sp>
      <p:sp>
        <p:nvSpPr>
          <p:cNvPr id="74" name="Shape 63"/>
          <p:cNvSpPr/>
          <p:nvPr/>
        </p:nvSpPr>
        <p:spPr>
          <a:xfrm>
            <a:off x="2160544" y="2765813"/>
            <a:ext cx="1252728" cy="0"/>
          </a:xfrm>
          <a:prstGeom prst="line">
            <a:avLst/>
          </a:prstGeom>
          <a:noFill/>
          <a:ln w="6350">
            <a:solidFill>
              <a:srgbClr val="DDDDDD"/>
            </a:solidFill>
            <a:prstDash val="solid"/>
          </a:ln>
        </p:spPr>
      </p:sp>
      <p:sp>
        <p:nvSpPr>
          <p:cNvPr id="75" name="Text 64"/>
          <p:cNvSpPr txBox="1"/>
          <p:nvPr/>
        </p:nvSpPr>
        <p:spPr>
          <a:xfrm>
            <a:off x="2233696" y="2875541"/>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Link</a:t>
            </a:r>
            <a:endParaRPr lang="en-US" sz="800" dirty="0"/>
          </a:p>
        </p:txBody>
      </p:sp>
      <p:sp>
        <p:nvSpPr>
          <p:cNvPr id="76" name="Text 65"/>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Emoji</a:t>
            </a:r>
            <a:endParaRPr lang="en-US" sz="800" dirty="0"/>
          </a:p>
        </p:txBody>
      </p:sp>
      <p:sp>
        <p:nvSpPr>
          <p:cNvPr id="77" name="Shape 66"/>
          <p:cNvSpPr/>
          <p:nvPr/>
        </p:nvSpPr>
        <p:spPr>
          <a:xfrm>
            <a:off x="2160544" y="3369317"/>
            <a:ext cx="1252728" cy="0"/>
          </a:xfrm>
          <a:prstGeom prst="line">
            <a:avLst/>
          </a:prstGeom>
          <a:noFill/>
          <a:ln w="6350">
            <a:solidFill>
              <a:srgbClr val="DDDDDD"/>
            </a:solidFill>
            <a:prstDash val="solid"/>
          </a:ln>
        </p:spPr>
      </p:sp>
      <p:sp>
        <p:nvSpPr>
          <p:cNvPr id="78" name="Text 67"/>
          <p:cNvSpPr txBox="1"/>
          <p:nvPr/>
        </p:nvSpPr>
        <p:spPr>
          <a:xfrm>
            <a:off x="2233696" y="3479045"/>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Break           ›</a:t>
            </a:r>
            <a:endParaRPr lang="en-US" sz="800" dirty="0"/>
          </a:p>
        </p:txBody>
      </p:sp>
      <p:sp>
        <p:nvSpPr>
          <p:cNvPr id="79" name="Text 68"/>
          <p:cNvSpPr txBox="1"/>
          <p:nvPr/>
        </p:nvSpPr>
        <p:spPr>
          <a:xfrm>
            <a:off x="2233696" y="3680213"/>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of contents  ›</a:t>
            </a:r>
            <a:endParaRPr lang="en-US" sz="800" dirty="0"/>
          </a:p>
        </p:txBody>
      </p:sp>
      <p:sp>
        <p:nvSpPr>
          <p:cNvPr id="80" name="Shape 69"/>
          <p:cNvSpPr/>
          <p:nvPr/>
        </p:nvSpPr>
        <p:spPr>
          <a:xfrm>
            <a:off x="3449848" y="2272037"/>
            <a:ext cx="1188720" cy="54864"/>
          </a:xfrm>
          <a:prstGeom prst="rect">
            <a:avLst/>
          </a:prstGeom>
          <a:solidFill>
            <a:srgbClr val="FFFFFF"/>
          </a:solidFill>
          <a:ln w="9525">
            <a:solidFill>
              <a:srgbClr val="AAAAAA"/>
            </a:solidFill>
            <a:prstDash val="solid"/>
          </a:ln>
        </p:spPr>
      </p:sp>
      <p:sp>
        <p:nvSpPr>
          <p:cNvPr id="81" name="Shape 70"/>
          <p:cNvSpPr/>
          <p:nvPr/>
        </p:nvSpPr>
        <p:spPr>
          <a:xfrm>
            <a:off x="3449848" y="2272037"/>
            <a:ext cx="1005840" cy="960120"/>
          </a:xfrm>
          <a:prstGeom prst="rect">
            <a:avLst/>
          </a:prstGeom>
          <a:solidFill>
            <a:srgbClr val="FFFFFF"/>
          </a:solidFill>
          <a:ln w="9525">
            <a:solidFill>
              <a:srgbClr val="AAAAAA"/>
            </a:solidFill>
            <a:prstDash val="solid"/>
          </a:ln>
        </p:spPr>
      </p:sp>
      <p:sp>
        <p:nvSpPr>
          <p:cNvPr id="82" name="Shape 71"/>
          <p:cNvSpPr/>
          <p:nvPr/>
        </p:nvSpPr>
        <p:spPr>
          <a:xfrm>
            <a:off x="3523000" y="2345189"/>
            <a:ext cx="118872" cy="100584"/>
          </a:xfrm>
          <a:prstGeom prst="rect">
            <a:avLst/>
          </a:prstGeom>
          <a:solidFill>
            <a:srgbClr val="C2E7FF"/>
          </a:solidFill>
          <a:ln w="6350">
            <a:solidFill>
              <a:srgbClr val="0B57D0"/>
            </a:solidFill>
            <a:prstDash val="solid"/>
          </a:ln>
        </p:spPr>
      </p:sp>
      <p:sp>
        <p:nvSpPr>
          <p:cNvPr id="83" name="Shape 72"/>
          <p:cNvSpPr/>
          <p:nvPr/>
        </p:nvSpPr>
        <p:spPr>
          <a:xfrm>
            <a:off x="3669304" y="2345189"/>
            <a:ext cx="118872" cy="100584"/>
          </a:xfrm>
          <a:prstGeom prst="rect">
            <a:avLst/>
          </a:prstGeom>
          <a:solidFill>
            <a:srgbClr val="C2E7FF"/>
          </a:solidFill>
          <a:ln w="6350">
            <a:solidFill>
              <a:srgbClr val="0B57D0"/>
            </a:solidFill>
            <a:prstDash val="solid"/>
          </a:ln>
        </p:spPr>
      </p:sp>
      <p:sp>
        <p:nvSpPr>
          <p:cNvPr id="84" name="Shape 73"/>
          <p:cNvSpPr/>
          <p:nvPr/>
        </p:nvSpPr>
        <p:spPr>
          <a:xfrm>
            <a:off x="3815608" y="2345189"/>
            <a:ext cx="118872" cy="100584"/>
          </a:xfrm>
          <a:prstGeom prst="rect">
            <a:avLst/>
          </a:prstGeom>
          <a:solidFill>
            <a:srgbClr val="C2E7FF"/>
          </a:solidFill>
          <a:ln w="6350">
            <a:solidFill>
              <a:srgbClr val="0B57D0"/>
            </a:solidFill>
            <a:prstDash val="solid"/>
          </a:ln>
        </p:spPr>
      </p:sp>
      <p:sp>
        <p:nvSpPr>
          <p:cNvPr id="85" name="Shape 74"/>
          <p:cNvSpPr/>
          <p:nvPr/>
        </p:nvSpPr>
        <p:spPr>
          <a:xfrm>
            <a:off x="3961912" y="2345189"/>
            <a:ext cx="118872" cy="100584"/>
          </a:xfrm>
          <a:prstGeom prst="rect">
            <a:avLst/>
          </a:prstGeom>
          <a:solidFill>
            <a:srgbClr val="FFFFFF"/>
          </a:solidFill>
          <a:ln w="6350">
            <a:solidFill>
              <a:srgbClr val="AAAAAA"/>
            </a:solidFill>
            <a:prstDash val="solid"/>
          </a:ln>
        </p:spPr>
      </p:sp>
      <p:sp>
        <p:nvSpPr>
          <p:cNvPr id="86" name="Shape 75"/>
          <p:cNvSpPr/>
          <p:nvPr/>
        </p:nvSpPr>
        <p:spPr>
          <a:xfrm>
            <a:off x="4108216" y="2345189"/>
            <a:ext cx="118872" cy="100584"/>
          </a:xfrm>
          <a:prstGeom prst="rect">
            <a:avLst/>
          </a:prstGeom>
          <a:solidFill>
            <a:srgbClr val="FFFFFF"/>
          </a:solidFill>
          <a:ln w="6350">
            <a:solidFill>
              <a:srgbClr val="AAAAAA"/>
            </a:solidFill>
            <a:prstDash val="solid"/>
          </a:ln>
        </p:spPr>
      </p:sp>
      <p:sp>
        <p:nvSpPr>
          <p:cNvPr id="87" name="Shape 76"/>
          <p:cNvSpPr/>
          <p:nvPr/>
        </p:nvSpPr>
        <p:spPr>
          <a:xfrm>
            <a:off x="4254520" y="2345189"/>
            <a:ext cx="118872" cy="100584"/>
          </a:xfrm>
          <a:prstGeom prst="rect">
            <a:avLst/>
          </a:prstGeom>
          <a:solidFill>
            <a:srgbClr val="FFFFFF"/>
          </a:solidFill>
          <a:ln w="6350">
            <a:solidFill>
              <a:srgbClr val="AAAAAA"/>
            </a:solidFill>
            <a:prstDash val="solid"/>
          </a:ln>
        </p:spPr>
      </p:sp>
      <p:sp>
        <p:nvSpPr>
          <p:cNvPr id="88" name="Shape 77"/>
          <p:cNvSpPr/>
          <p:nvPr/>
        </p:nvSpPr>
        <p:spPr>
          <a:xfrm>
            <a:off x="3523000" y="2473205"/>
            <a:ext cx="118872" cy="100584"/>
          </a:xfrm>
          <a:prstGeom prst="rect">
            <a:avLst/>
          </a:prstGeom>
          <a:solidFill>
            <a:srgbClr val="C2E7FF"/>
          </a:solidFill>
          <a:ln w="6350">
            <a:solidFill>
              <a:srgbClr val="0B57D0"/>
            </a:solidFill>
            <a:prstDash val="solid"/>
          </a:ln>
        </p:spPr>
      </p:sp>
      <p:sp>
        <p:nvSpPr>
          <p:cNvPr id="89" name="Shape 78"/>
          <p:cNvSpPr/>
          <p:nvPr/>
        </p:nvSpPr>
        <p:spPr>
          <a:xfrm>
            <a:off x="3669304" y="2473205"/>
            <a:ext cx="118872" cy="100584"/>
          </a:xfrm>
          <a:prstGeom prst="rect">
            <a:avLst/>
          </a:prstGeom>
          <a:solidFill>
            <a:srgbClr val="C2E7FF"/>
          </a:solidFill>
          <a:ln w="6350">
            <a:solidFill>
              <a:srgbClr val="0B57D0"/>
            </a:solidFill>
            <a:prstDash val="solid"/>
          </a:ln>
        </p:spPr>
      </p:sp>
      <p:sp>
        <p:nvSpPr>
          <p:cNvPr id="90" name="Shape 79"/>
          <p:cNvSpPr/>
          <p:nvPr/>
        </p:nvSpPr>
        <p:spPr>
          <a:xfrm>
            <a:off x="3815608" y="2473205"/>
            <a:ext cx="118872" cy="100584"/>
          </a:xfrm>
          <a:prstGeom prst="rect">
            <a:avLst/>
          </a:prstGeom>
          <a:solidFill>
            <a:srgbClr val="C2E7FF"/>
          </a:solidFill>
          <a:ln w="6350">
            <a:solidFill>
              <a:srgbClr val="0B57D0"/>
            </a:solidFill>
            <a:prstDash val="solid"/>
          </a:ln>
        </p:spPr>
      </p:sp>
      <p:sp>
        <p:nvSpPr>
          <p:cNvPr id="91" name="Shape 80"/>
          <p:cNvSpPr/>
          <p:nvPr/>
        </p:nvSpPr>
        <p:spPr>
          <a:xfrm>
            <a:off x="3961912" y="2473205"/>
            <a:ext cx="118872" cy="100584"/>
          </a:xfrm>
          <a:prstGeom prst="rect">
            <a:avLst/>
          </a:prstGeom>
          <a:solidFill>
            <a:srgbClr val="FFFFFF"/>
          </a:solidFill>
          <a:ln w="6350">
            <a:solidFill>
              <a:srgbClr val="AAAAAA"/>
            </a:solidFill>
            <a:prstDash val="solid"/>
          </a:ln>
        </p:spPr>
      </p:sp>
      <p:sp>
        <p:nvSpPr>
          <p:cNvPr id="92" name="Shape 81"/>
          <p:cNvSpPr/>
          <p:nvPr/>
        </p:nvSpPr>
        <p:spPr>
          <a:xfrm>
            <a:off x="4108216" y="2473205"/>
            <a:ext cx="118872" cy="100584"/>
          </a:xfrm>
          <a:prstGeom prst="rect">
            <a:avLst/>
          </a:prstGeom>
          <a:solidFill>
            <a:srgbClr val="FFFFFF"/>
          </a:solidFill>
          <a:ln w="6350">
            <a:solidFill>
              <a:srgbClr val="AAAAAA"/>
            </a:solidFill>
            <a:prstDash val="solid"/>
          </a:ln>
        </p:spPr>
      </p:sp>
      <p:sp>
        <p:nvSpPr>
          <p:cNvPr id="93" name="Shape 82"/>
          <p:cNvSpPr/>
          <p:nvPr/>
        </p:nvSpPr>
        <p:spPr>
          <a:xfrm>
            <a:off x="4254520" y="2473205"/>
            <a:ext cx="118872" cy="100584"/>
          </a:xfrm>
          <a:prstGeom prst="rect">
            <a:avLst/>
          </a:prstGeom>
          <a:solidFill>
            <a:srgbClr val="FFFFFF"/>
          </a:solidFill>
          <a:ln w="6350">
            <a:solidFill>
              <a:srgbClr val="AAAAAA"/>
            </a:solidFill>
            <a:prstDash val="solid"/>
          </a:ln>
        </p:spPr>
      </p:sp>
      <p:sp>
        <p:nvSpPr>
          <p:cNvPr id="94" name="Shape 83"/>
          <p:cNvSpPr/>
          <p:nvPr/>
        </p:nvSpPr>
        <p:spPr>
          <a:xfrm>
            <a:off x="3523000" y="2601221"/>
            <a:ext cx="118872" cy="100584"/>
          </a:xfrm>
          <a:prstGeom prst="rect">
            <a:avLst/>
          </a:prstGeom>
          <a:solidFill>
            <a:srgbClr val="C2E7FF"/>
          </a:solidFill>
          <a:ln w="6350">
            <a:solidFill>
              <a:srgbClr val="0B57D0"/>
            </a:solidFill>
            <a:prstDash val="solid"/>
          </a:ln>
        </p:spPr>
      </p:sp>
      <p:sp>
        <p:nvSpPr>
          <p:cNvPr id="95" name="Shape 84"/>
          <p:cNvSpPr/>
          <p:nvPr/>
        </p:nvSpPr>
        <p:spPr>
          <a:xfrm>
            <a:off x="3669304" y="2601221"/>
            <a:ext cx="118872" cy="100584"/>
          </a:xfrm>
          <a:prstGeom prst="rect">
            <a:avLst/>
          </a:prstGeom>
          <a:solidFill>
            <a:srgbClr val="C2E7FF"/>
          </a:solidFill>
          <a:ln w="6350">
            <a:solidFill>
              <a:srgbClr val="0B57D0"/>
            </a:solidFill>
            <a:prstDash val="solid"/>
          </a:ln>
        </p:spPr>
      </p:sp>
      <p:sp>
        <p:nvSpPr>
          <p:cNvPr id="96" name="Shape 85"/>
          <p:cNvSpPr/>
          <p:nvPr/>
        </p:nvSpPr>
        <p:spPr>
          <a:xfrm>
            <a:off x="3815608" y="2601221"/>
            <a:ext cx="118872" cy="100584"/>
          </a:xfrm>
          <a:prstGeom prst="rect">
            <a:avLst/>
          </a:prstGeom>
          <a:solidFill>
            <a:srgbClr val="C2E7FF"/>
          </a:solidFill>
          <a:ln w="6350">
            <a:solidFill>
              <a:srgbClr val="0B57D0"/>
            </a:solidFill>
            <a:prstDash val="solid"/>
          </a:ln>
        </p:spPr>
      </p:sp>
      <p:sp>
        <p:nvSpPr>
          <p:cNvPr id="97" name="Shape 86"/>
          <p:cNvSpPr/>
          <p:nvPr/>
        </p:nvSpPr>
        <p:spPr>
          <a:xfrm>
            <a:off x="3961912" y="2601221"/>
            <a:ext cx="118872" cy="100584"/>
          </a:xfrm>
          <a:prstGeom prst="rect">
            <a:avLst/>
          </a:prstGeom>
          <a:solidFill>
            <a:srgbClr val="FFFFFF"/>
          </a:solidFill>
          <a:ln w="6350">
            <a:solidFill>
              <a:srgbClr val="AAAAAA"/>
            </a:solidFill>
            <a:prstDash val="solid"/>
          </a:ln>
        </p:spPr>
      </p:sp>
      <p:sp>
        <p:nvSpPr>
          <p:cNvPr id="98" name="Shape 87"/>
          <p:cNvSpPr/>
          <p:nvPr/>
        </p:nvSpPr>
        <p:spPr>
          <a:xfrm>
            <a:off x="4108216" y="2601221"/>
            <a:ext cx="118872" cy="100584"/>
          </a:xfrm>
          <a:prstGeom prst="rect">
            <a:avLst/>
          </a:prstGeom>
          <a:solidFill>
            <a:srgbClr val="FFFFFF"/>
          </a:solidFill>
          <a:ln w="6350">
            <a:solidFill>
              <a:srgbClr val="AAAAAA"/>
            </a:solidFill>
            <a:prstDash val="solid"/>
          </a:ln>
        </p:spPr>
      </p:sp>
      <p:sp>
        <p:nvSpPr>
          <p:cNvPr id="99" name="Shape 88"/>
          <p:cNvSpPr/>
          <p:nvPr/>
        </p:nvSpPr>
        <p:spPr>
          <a:xfrm>
            <a:off x="4254520" y="2601221"/>
            <a:ext cx="118872" cy="100584"/>
          </a:xfrm>
          <a:prstGeom prst="rect">
            <a:avLst/>
          </a:prstGeom>
          <a:solidFill>
            <a:srgbClr val="FFFFFF"/>
          </a:solidFill>
          <a:ln w="6350">
            <a:solidFill>
              <a:srgbClr val="AAAAAA"/>
            </a:solidFill>
            <a:prstDash val="solid"/>
          </a:ln>
        </p:spPr>
      </p:sp>
      <p:sp>
        <p:nvSpPr>
          <p:cNvPr id="100" name="Shape 89"/>
          <p:cNvSpPr/>
          <p:nvPr/>
        </p:nvSpPr>
        <p:spPr>
          <a:xfrm>
            <a:off x="3523000" y="2729237"/>
            <a:ext cx="118872" cy="100584"/>
          </a:xfrm>
          <a:prstGeom prst="rect">
            <a:avLst/>
          </a:prstGeom>
          <a:solidFill>
            <a:srgbClr val="C2E7FF"/>
          </a:solidFill>
          <a:ln w="6350">
            <a:solidFill>
              <a:srgbClr val="0B57D0"/>
            </a:solidFill>
            <a:prstDash val="solid"/>
          </a:ln>
        </p:spPr>
      </p:sp>
      <p:sp>
        <p:nvSpPr>
          <p:cNvPr id="101" name="Shape 90"/>
          <p:cNvSpPr/>
          <p:nvPr/>
        </p:nvSpPr>
        <p:spPr>
          <a:xfrm>
            <a:off x="3669304" y="2729237"/>
            <a:ext cx="118872" cy="100584"/>
          </a:xfrm>
          <a:prstGeom prst="rect">
            <a:avLst/>
          </a:prstGeom>
          <a:solidFill>
            <a:srgbClr val="C2E7FF"/>
          </a:solidFill>
          <a:ln w="6350">
            <a:solidFill>
              <a:srgbClr val="0B57D0"/>
            </a:solidFill>
            <a:prstDash val="solid"/>
          </a:ln>
        </p:spPr>
      </p:sp>
      <p:sp>
        <p:nvSpPr>
          <p:cNvPr id="102" name="Shape 91"/>
          <p:cNvSpPr/>
          <p:nvPr/>
        </p:nvSpPr>
        <p:spPr>
          <a:xfrm>
            <a:off x="3815608" y="2729237"/>
            <a:ext cx="118872" cy="100584"/>
          </a:xfrm>
          <a:prstGeom prst="rect">
            <a:avLst/>
          </a:prstGeom>
          <a:solidFill>
            <a:srgbClr val="C2E7FF"/>
          </a:solidFill>
          <a:ln w="6350">
            <a:solidFill>
              <a:srgbClr val="0B57D0"/>
            </a:solidFill>
            <a:prstDash val="solid"/>
          </a:ln>
        </p:spPr>
      </p:sp>
      <p:sp>
        <p:nvSpPr>
          <p:cNvPr id="103" name="Shape 92"/>
          <p:cNvSpPr/>
          <p:nvPr/>
        </p:nvSpPr>
        <p:spPr>
          <a:xfrm>
            <a:off x="3961912" y="2729237"/>
            <a:ext cx="118872" cy="100584"/>
          </a:xfrm>
          <a:prstGeom prst="rect">
            <a:avLst/>
          </a:prstGeom>
          <a:solidFill>
            <a:srgbClr val="FFFFFF"/>
          </a:solidFill>
          <a:ln w="6350">
            <a:solidFill>
              <a:srgbClr val="AAAAAA"/>
            </a:solidFill>
            <a:prstDash val="solid"/>
          </a:ln>
        </p:spPr>
      </p:sp>
      <p:sp>
        <p:nvSpPr>
          <p:cNvPr id="104" name="Shape 93"/>
          <p:cNvSpPr/>
          <p:nvPr/>
        </p:nvSpPr>
        <p:spPr>
          <a:xfrm>
            <a:off x="4108216" y="2729237"/>
            <a:ext cx="118872" cy="100584"/>
          </a:xfrm>
          <a:prstGeom prst="rect">
            <a:avLst/>
          </a:prstGeom>
          <a:solidFill>
            <a:srgbClr val="FFFFFF"/>
          </a:solidFill>
          <a:ln w="6350">
            <a:solidFill>
              <a:srgbClr val="AAAAAA"/>
            </a:solidFill>
            <a:prstDash val="solid"/>
          </a:ln>
        </p:spPr>
      </p:sp>
      <p:sp>
        <p:nvSpPr>
          <p:cNvPr id="105" name="Shape 94"/>
          <p:cNvSpPr/>
          <p:nvPr/>
        </p:nvSpPr>
        <p:spPr>
          <a:xfrm>
            <a:off x="4254520" y="2729237"/>
            <a:ext cx="118872" cy="100584"/>
          </a:xfrm>
          <a:prstGeom prst="rect">
            <a:avLst/>
          </a:prstGeom>
          <a:solidFill>
            <a:srgbClr val="FFFFFF"/>
          </a:solidFill>
          <a:ln w="6350">
            <a:solidFill>
              <a:srgbClr val="AAAAAA"/>
            </a:solidFill>
            <a:prstDash val="solid"/>
          </a:ln>
        </p:spPr>
      </p:sp>
      <p:sp>
        <p:nvSpPr>
          <p:cNvPr id="106" name="Shape 95"/>
          <p:cNvSpPr/>
          <p:nvPr/>
        </p:nvSpPr>
        <p:spPr>
          <a:xfrm>
            <a:off x="3523000" y="2857253"/>
            <a:ext cx="118872" cy="100584"/>
          </a:xfrm>
          <a:prstGeom prst="rect">
            <a:avLst/>
          </a:prstGeom>
          <a:solidFill>
            <a:srgbClr val="C2E7FF"/>
          </a:solidFill>
          <a:ln w="6350">
            <a:solidFill>
              <a:srgbClr val="0B57D0"/>
            </a:solidFill>
            <a:prstDash val="solid"/>
          </a:ln>
        </p:spPr>
      </p:sp>
      <p:sp>
        <p:nvSpPr>
          <p:cNvPr id="107" name="Shape 96"/>
          <p:cNvSpPr/>
          <p:nvPr/>
        </p:nvSpPr>
        <p:spPr>
          <a:xfrm>
            <a:off x="3669304" y="2857253"/>
            <a:ext cx="118872" cy="100584"/>
          </a:xfrm>
          <a:prstGeom prst="rect">
            <a:avLst/>
          </a:prstGeom>
          <a:solidFill>
            <a:srgbClr val="C2E7FF"/>
          </a:solidFill>
          <a:ln w="6350">
            <a:solidFill>
              <a:srgbClr val="0B57D0"/>
            </a:solidFill>
            <a:prstDash val="solid"/>
          </a:ln>
        </p:spPr>
      </p:sp>
      <p:sp>
        <p:nvSpPr>
          <p:cNvPr id="108" name="Shape 97"/>
          <p:cNvSpPr/>
          <p:nvPr/>
        </p:nvSpPr>
        <p:spPr>
          <a:xfrm>
            <a:off x="3815608" y="2857253"/>
            <a:ext cx="118872" cy="100584"/>
          </a:xfrm>
          <a:prstGeom prst="rect">
            <a:avLst/>
          </a:prstGeom>
          <a:solidFill>
            <a:srgbClr val="C2E7FF"/>
          </a:solidFill>
          <a:ln w="6350">
            <a:solidFill>
              <a:srgbClr val="0B57D0"/>
            </a:solidFill>
            <a:prstDash val="solid"/>
          </a:ln>
        </p:spPr>
      </p:sp>
      <p:sp>
        <p:nvSpPr>
          <p:cNvPr id="109" name="Shape 98"/>
          <p:cNvSpPr/>
          <p:nvPr/>
        </p:nvSpPr>
        <p:spPr>
          <a:xfrm>
            <a:off x="3961912" y="2857253"/>
            <a:ext cx="118872" cy="100584"/>
          </a:xfrm>
          <a:prstGeom prst="rect">
            <a:avLst/>
          </a:prstGeom>
          <a:solidFill>
            <a:srgbClr val="FFFFFF"/>
          </a:solidFill>
          <a:ln w="6350">
            <a:solidFill>
              <a:srgbClr val="AAAAAA"/>
            </a:solidFill>
            <a:prstDash val="solid"/>
          </a:ln>
        </p:spPr>
      </p:sp>
      <p:sp>
        <p:nvSpPr>
          <p:cNvPr id="110" name="Shape 99"/>
          <p:cNvSpPr/>
          <p:nvPr/>
        </p:nvSpPr>
        <p:spPr>
          <a:xfrm>
            <a:off x="4108216" y="2857253"/>
            <a:ext cx="118872" cy="100584"/>
          </a:xfrm>
          <a:prstGeom prst="rect">
            <a:avLst/>
          </a:prstGeom>
          <a:solidFill>
            <a:srgbClr val="FFFFFF"/>
          </a:solidFill>
          <a:ln w="6350">
            <a:solidFill>
              <a:srgbClr val="AAAAAA"/>
            </a:solidFill>
            <a:prstDash val="solid"/>
          </a:ln>
        </p:spPr>
      </p:sp>
      <p:sp>
        <p:nvSpPr>
          <p:cNvPr id="111" name="Shape 100"/>
          <p:cNvSpPr/>
          <p:nvPr/>
        </p:nvSpPr>
        <p:spPr>
          <a:xfrm>
            <a:off x="4254520" y="2857253"/>
            <a:ext cx="118872" cy="100584"/>
          </a:xfrm>
          <a:prstGeom prst="rect">
            <a:avLst/>
          </a:prstGeom>
          <a:solidFill>
            <a:srgbClr val="FFFFFF"/>
          </a:solidFill>
          <a:ln w="6350">
            <a:solidFill>
              <a:srgbClr val="AAAAAA"/>
            </a:solidFill>
            <a:prstDash val="solid"/>
          </a:ln>
        </p:spPr>
      </p:sp>
      <p:sp>
        <p:nvSpPr>
          <p:cNvPr id="112" name="Shape 101"/>
          <p:cNvSpPr/>
          <p:nvPr/>
        </p:nvSpPr>
        <p:spPr>
          <a:xfrm>
            <a:off x="3523000" y="2985269"/>
            <a:ext cx="118872" cy="100584"/>
          </a:xfrm>
          <a:prstGeom prst="rect">
            <a:avLst/>
          </a:prstGeom>
          <a:solidFill>
            <a:srgbClr val="C2E7FF"/>
          </a:solidFill>
          <a:ln w="6350">
            <a:solidFill>
              <a:srgbClr val="0B57D0"/>
            </a:solidFill>
            <a:prstDash val="solid"/>
          </a:ln>
        </p:spPr>
      </p:sp>
      <p:sp>
        <p:nvSpPr>
          <p:cNvPr id="113" name="Shape 102"/>
          <p:cNvSpPr/>
          <p:nvPr/>
        </p:nvSpPr>
        <p:spPr>
          <a:xfrm>
            <a:off x="3669304" y="2985269"/>
            <a:ext cx="118872" cy="100584"/>
          </a:xfrm>
          <a:prstGeom prst="rect">
            <a:avLst/>
          </a:prstGeom>
          <a:solidFill>
            <a:srgbClr val="C2E7FF"/>
          </a:solidFill>
          <a:ln w="6350">
            <a:solidFill>
              <a:srgbClr val="0B57D0"/>
            </a:solidFill>
            <a:prstDash val="solid"/>
          </a:ln>
        </p:spPr>
      </p:sp>
      <p:sp>
        <p:nvSpPr>
          <p:cNvPr id="114" name="Shape 103"/>
          <p:cNvSpPr/>
          <p:nvPr/>
        </p:nvSpPr>
        <p:spPr>
          <a:xfrm>
            <a:off x="3815608" y="2985269"/>
            <a:ext cx="118872" cy="100584"/>
          </a:xfrm>
          <a:prstGeom prst="rect">
            <a:avLst/>
          </a:prstGeom>
          <a:solidFill>
            <a:srgbClr val="C2E7FF"/>
          </a:solidFill>
          <a:ln w="6350">
            <a:solidFill>
              <a:srgbClr val="0B57D0"/>
            </a:solidFill>
            <a:prstDash val="solid"/>
          </a:ln>
        </p:spPr>
      </p:sp>
      <p:sp>
        <p:nvSpPr>
          <p:cNvPr id="115" name="Shape 104"/>
          <p:cNvSpPr/>
          <p:nvPr/>
        </p:nvSpPr>
        <p:spPr>
          <a:xfrm>
            <a:off x="3961912" y="2985269"/>
            <a:ext cx="118872" cy="100584"/>
          </a:xfrm>
          <a:prstGeom prst="rect">
            <a:avLst/>
          </a:prstGeom>
          <a:solidFill>
            <a:srgbClr val="FFFFFF"/>
          </a:solidFill>
          <a:ln w="6350">
            <a:solidFill>
              <a:srgbClr val="AAAAAA"/>
            </a:solidFill>
            <a:prstDash val="solid"/>
          </a:ln>
        </p:spPr>
      </p:sp>
      <p:sp>
        <p:nvSpPr>
          <p:cNvPr id="116" name="Shape 105"/>
          <p:cNvSpPr/>
          <p:nvPr/>
        </p:nvSpPr>
        <p:spPr>
          <a:xfrm>
            <a:off x="4108216" y="2985269"/>
            <a:ext cx="118872" cy="100584"/>
          </a:xfrm>
          <a:prstGeom prst="rect">
            <a:avLst/>
          </a:prstGeom>
          <a:solidFill>
            <a:srgbClr val="FFFFFF"/>
          </a:solidFill>
          <a:ln w="6350">
            <a:solidFill>
              <a:srgbClr val="AAAAAA"/>
            </a:solidFill>
            <a:prstDash val="solid"/>
          </a:ln>
        </p:spPr>
      </p:sp>
      <p:sp>
        <p:nvSpPr>
          <p:cNvPr id="117" name="Shape 106"/>
          <p:cNvSpPr/>
          <p:nvPr/>
        </p:nvSpPr>
        <p:spPr>
          <a:xfrm>
            <a:off x="4254520" y="2985269"/>
            <a:ext cx="118872" cy="100584"/>
          </a:xfrm>
          <a:prstGeom prst="rect">
            <a:avLst/>
          </a:prstGeom>
          <a:solidFill>
            <a:srgbClr val="FFFFFF"/>
          </a:solidFill>
          <a:ln w="6350">
            <a:solidFill>
              <a:srgbClr val="AAAAAA"/>
            </a:solidFill>
            <a:prstDash val="solid"/>
          </a:ln>
        </p:spPr>
      </p:sp>
      <p:sp>
        <p:nvSpPr>
          <p:cNvPr id="118" name="Text 107"/>
          <p:cNvSpPr txBox="1"/>
          <p:nvPr/>
        </p:nvSpPr>
        <p:spPr>
          <a:xfrm>
            <a:off x="3449848" y="3094997"/>
            <a:ext cx="1005840" cy="128016"/>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3 x 6</a:t>
            </a:r>
            <a:endParaRPr lang="en-US" sz="650" dirty="0"/>
          </a:p>
        </p:txBody>
      </p:sp>
      <p:sp>
        <p:nvSpPr>
          <p:cNvPr id="119" name="Shape 108"/>
          <p:cNvSpPr/>
          <p:nvPr/>
        </p:nvSpPr>
        <p:spPr>
          <a:xfrm>
            <a:off x="2105680" y="1860557"/>
            <a:ext cx="402336" cy="192024"/>
          </a:xfrm>
          <a:prstGeom prst="roundRect">
            <a:avLst>
              <a:gd name="adj" fmla="val 23810"/>
            </a:avLst>
          </a:prstGeom>
          <a:solidFill>
            <a:srgbClr val="FFFFFF">
              <a:alpha val="0"/>
            </a:srgbClr>
          </a:solidFill>
          <a:ln w="31750">
            <a:solidFill>
              <a:srgbClr val="E53935"/>
            </a:solidFill>
            <a:prstDash val="solid"/>
          </a:ln>
        </p:spPr>
      </p:sp>
      <p:sp>
        <p:nvSpPr>
          <p:cNvPr id="120" name="Shape 109"/>
          <p:cNvSpPr/>
          <p:nvPr/>
        </p:nvSpPr>
        <p:spPr>
          <a:xfrm>
            <a:off x="2370856" y="1723397"/>
            <a:ext cx="274320" cy="274320"/>
          </a:xfrm>
          <a:prstGeom prst="ellipse">
            <a:avLst/>
          </a:prstGeom>
          <a:solidFill>
            <a:srgbClr val="E53935"/>
          </a:solidFill>
          <a:ln w="12700">
            <a:solidFill>
              <a:srgbClr val="FFFFFF"/>
            </a:solidFill>
            <a:prstDash val="solid"/>
          </a:ln>
        </p:spPr>
      </p:sp>
      <p:sp>
        <p:nvSpPr>
          <p:cNvPr id="121" name="Text 110"/>
          <p:cNvSpPr txBox="1"/>
          <p:nvPr/>
        </p:nvSpPr>
        <p:spPr>
          <a:xfrm>
            <a:off x="2370856" y="17233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22" name="Image 9" descr="preencoded.png">    </p:cNvPr>
          <p:cNvPicPr>
            <a:picLocks noChangeAspect="1"/>
          </p:cNvPicPr>
          <p:nvPr/>
        </p:nvPicPr>
        <p:blipFill>
          <a:blip r:embed="rId10"/>
          <a:stretch>
            <a:fillRect/>
          </a:stretch>
        </p:blipFill>
        <p:spPr>
          <a:xfrm>
            <a:off x="2325136" y="1964342"/>
            <a:ext cx="237744" cy="237744"/>
          </a:xfrm>
          <a:prstGeom prst="rect">
            <a:avLst/>
          </a:prstGeom>
        </p:spPr>
      </p:pic>
      <p:sp>
        <p:nvSpPr>
          <p:cNvPr id="123" name="Shape 111"/>
          <p:cNvSpPr/>
          <p:nvPr/>
        </p:nvSpPr>
        <p:spPr>
          <a:xfrm>
            <a:off x="2142256" y="2253749"/>
            <a:ext cx="1289304" cy="228600"/>
          </a:xfrm>
          <a:prstGeom prst="roundRect">
            <a:avLst>
              <a:gd name="adj" fmla="val 20000"/>
            </a:avLst>
          </a:prstGeom>
          <a:solidFill>
            <a:srgbClr val="FFFFFF">
              <a:alpha val="0"/>
            </a:srgbClr>
          </a:solidFill>
          <a:ln w="31750">
            <a:solidFill>
              <a:srgbClr val="E53935"/>
            </a:solidFill>
            <a:prstDash val="solid"/>
          </a:ln>
        </p:spPr>
      </p:sp>
      <p:sp>
        <p:nvSpPr>
          <p:cNvPr id="124" name="Shape 112"/>
          <p:cNvSpPr/>
          <p:nvPr/>
        </p:nvSpPr>
        <p:spPr>
          <a:xfrm>
            <a:off x="3294400" y="2116589"/>
            <a:ext cx="274320" cy="274320"/>
          </a:xfrm>
          <a:prstGeom prst="ellipse">
            <a:avLst/>
          </a:prstGeom>
          <a:solidFill>
            <a:srgbClr val="E53935"/>
          </a:solidFill>
          <a:ln w="12700">
            <a:solidFill>
              <a:srgbClr val="FFFFFF"/>
            </a:solidFill>
            <a:prstDash val="solid"/>
          </a:ln>
        </p:spPr>
      </p:sp>
      <p:sp>
        <p:nvSpPr>
          <p:cNvPr id="125" name="Text 113"/>
          <p:cNvSpPr txBox="1"/>
          <p:nvPr/>
        </p:nvSpPr>
        <p:spPr>
          <a:xfrm>
            <a:off x="3294400" y="2116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26" name="Image 10" descr="preencoded.png">    </p:cNvPr>
          <p:cNvPicPr>
            <a:picLocks noChangeAspect="1"/>
          </p:cNvPicPr>
          <p:nvPr/>
        </p:nvPicPr>
        <p:blipFill>
          <a:blip r:embed="rId11"/>
          <a:stretch>
            <a:fillRect/>
          </a:stretch>
        </p:blipFill>
        <p:spPr>
          <a:xfrm>
            <a:off x="2849545" y="2377650"/>
            <a:ext cx="237744" cy="237744"/>
          </a:xfrm>
          <a:prstGeom prst="rect">
            <a:avLst/>
          </a:prstGeom>
        </p:spPr>
      </p:pic>
      <p:sp>
        <p:nvSpPr>
          <p:cNvPr id="127" name="Shape 114"/>
          <p:cNvSpPr/>
          <p:nvPr/>
        </p:nvSpPr>
        <p:spPr>
          <a:xfrm>
            <a:off x="3495568" y="2317757"/>
            <a:ext cx="493776" cy="822960"/>
          </a:xfrm>
          <a:prstGeom prst="roundRect">
            <a:avLst>
              <a:gd name="adj" fmla="val 9259"/>
            </a:avLst>
          </a:prstGeom>
          <a:solidFill>
            <a:srgbClr val="FFFFFF">
              <a:alpha val="0"/>
            </a:srgbClr>
          </a:solidFill>
          <a:ln w="31750">
            <a:solidFill>
              <a:srgbClr val="E53935"/>
            </a:solidFill>
            <a:prstDash val="solid"/>
          </a:ln>
        </p:spPr>
      </p:sp>
      <p:sp>
        <p:nvSpPr>
          <p:cNvPr id="128" name="Shape 115"/>
          <p:cNvSpPr/>
          <p:nvPr/>
        </p:nvSpPr>
        <p:spPr>
          <a:xfrm>
            <a:off x="3852184" y="2180597"/>
            <a:ext cx="274320" cy="274320"/>
          </a:xfrm>
          <a:prstGeom prst="ellipse">
            <a:avLst/>
          </a:prstGeom>
          <a:solidFill>
            <a:srgbClr val="E53935"/>
          </a:solidFill>
          <a:ln w="12700">
            <a:solidFill>
              <a:srgbClr val="FFFFFF"/>
            </a:solidFill>
            <a:prstDash val="solid"/>
          </a:ln>
        </p:spPr>
      </p:sp>
      <p:sp>
        <p:nvSpPr>
          <p:cNvPr id="129" name="Text 116"/>
          <p:cNvSpPr txBox="1"/>
          <p:nvPr/>
        </p:nvSpPr>
        <p:spPr>
          <a:xfrm>
            <a:off x="3852184" y="21805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130" name="Image 11" descr="preencoded.png">    </p:cNvPr>
          <p:cNvPicPr>
            <a:picLocks noChangeAspect="1"/>
          </p:cNvPicPr>
          <p:nvPr/>
        </p:nvPicPr>
        <p:blipFill>
          <a:blip r:embed="rId12"/>
          <a:stretch>
            <a:fillRect/>
          </a:stretch>
        </p:blipFill>
        <p:spPr>
          <a:xfrm>
            <a:off x="3764402" y="2767642"/>
            <a:ext cx="237744" cy="237744"/>
          </a:xfrm>
          <a:prstGeom prst="rect">
            <a:avLst/>
          </a:prstGeom>
        </p:spPr>
      </p:pic>
      <p:sp>
        <p:nvSpPr>
          <p:cNvPr id="131" name="Text 1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32" name="Text 1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Table › pilih 3 × 6</a:t>
            </a:r>
            <a:endParaRPr lang="en-US" sz="1800" dirty="0"/>
          </a:p>
        </p:txBody>
      </p:sp>
      <p:sp>
        <p:nvSpPr>
          <p:cNvPr id="133" name="Text 1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Insert, arahkan ke Table, lalu gerakkan mouse di kotak-kotak sampai 3 × 6 dan klik.</a:t>
            </a:r>
            <a:endParaRPr lang="en-US" sz="1300" dirty="0"/>
          </a:p>
        </p:txBody>
      </p:sp>
      <p:sp>
        <p:nvSpPr>
          <p:cNvPr id="134" name="Shape 12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35"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136" name="Text 12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Angka pertama = kolom, angka kedua = baris.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1554480" y="2876938"/>
            <a:ext cx="1005840" cy="182880"/>
          </a:xfrm>
          <a:prstGeom prst="rect">
            <a:avLst/>
          </a:prstGeom>
          <a:solidFill>
            <a:srgbClr val="FFFFFF"/>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Waktu</a:t>
            </a:r>
            <a:endParaRPr lang="en-US" sz="650" dirty="0"/>
          </a:p>
        </p:txBody>
      </p:sp>
      <p:sp>
        <p:nvSpPr>
          <p:cNvPr id="72" name="Shape 61"/>
          <p:cNvSpPr/>
          <p:nvPr/>
        </p:nvSpPr>
        <p:spPr>
          <a:xfrm>
            <a:off x="2560320" y="2876938"/>
            <a:ext cx="1005840" cy="182880"/>
          </a:xfrm>
          <a:prstGeom prst="rect">
            <a:avLst/>
          </a:prstGeom>
          <a:solidFill>
            <a:srgbClr val="FFFFFF"/>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Kegiatan</a:t>
            </a:r>
            <a:endParaRPr lang="en-US" sz="650" dirty="0"/>
          </a:p>
        </p:txBody>
      </p:sp>
      <p:sp>
        <p:nvSpPr>
          <p:cNvPr id="74" name="Shape 63"/>
          <p:cNvSpPr/>
          <p:nvPr/>
        </p:nvSpPr>
        <p:spPr>
          <a:xfrm>
            <a:off x="3566160" y="2876938"/>
            <a:ext cx="1005840" cy="182880"/>
          </a:xfrm>
          <a:prstGeom prst="rect">
            <a:avLst/>
          </a:prstGeom>
          <a:solidFill>
            <a:srgbClr val="FFFFFF"/>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Tempat</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endParaRPr lang="en-US" sz="650" dirty="0"/>
          </a:p>
        </p:txBody>
      </p:sp>
      <p:sp>
        <p:nvSpPr>
          <p:cNvPr id="100" name="Shape 89"/>
          <p:cNvSpPr/>
          <p:nvPr/>
        </p:nvSpPr>
        <p:spPr>
          <a:xfrm>
            <a:off x="1554480" y="3791338"/>
            <a:ext cx="1005840" cy="182880"/>
          </a:xfrm>
          <a:prstGeom prst="rect">
            <a:avLst/>
          </a:prstGeom>
          <a:solidFill>
            <a:srgbClr val="FFFFFF"/>
          </a:solidFill>
          <a:ln w="6350">
            <a:solidFill>
              <a:srgbClr val="777777"/>
            </a:solidFill>
            <a:prstDash val="solid"/>
          </a:ln>
        </p:spPr>
      </p:sp>
      <p:sp>
        <p:nvSpPr>
          <p:cNvPr id="101" name="Text 90"/>
          <p:cNvSpPr txBox="1"/>
          <p:nvPr/>
        </p:nvSpPr>
        <p:spPr>
          <a:xfrm>
            <a:off x="1581912" y="3791338"/>
            <a:ext cx="960120" cy="182880"/>
          </a:xfrm>
          <a:prstGeom prst="rect">
            <a:avLst/>
          </a:prstGeom>
          <a:noFill/>
          <a:ln/>
        </p:spPr>
        <p:txBody>
          <a:bodyPr wrap="square" lIns="0" tIns="0" rIns="0" bIns="0" rtlCol="0" anchor="ctr"/>
          <a:lstStyle/>
          <a:p>
            <a:pPr indent="0" marL="0">
              <a:buNone/>
            </a:pPr>
            <a:endParaRPr lang="en-US" sz="650" dirty="0"/>
          </a:p>
        </p:txBody>
      </p:sp>
      <p:sp>
        <p:nvSpPr>
          <p:cNvPr id="102" name="Shape 91"/>
          <p:cNvSpPr/>
          <p:nvPr/>
        </p:nvSpPr>
        <p:spPr>
          <a:xfrm>
            <a:off x="2560320" y="3791338"/>
            <a:ext cx="1005840" cy="182880"/>
          </a:xfrm>
          <a:prstGeom prst="rect">
            <a:avLst/>
          </a:prstGeom>
          <a:solidFill>
            <a:srgbClr val="FFFFFF"/>
          </a:solidFill>
          <a:ln w="6350">
            <a:solidFill>
              <a:srgbClr val="777777"/>
            </a:solidFill>
            <a:prstDash val="solid"/>
          </a:ln>
        </p:spPr>
      </p:sp>
      <p:sp>
        <p:nvSpPr>
          <p:cNvPr id="103" name="Text 92"/>
          <p:cNvSpPr txBox="1"/>
          <p:nvPr/>
        </p:nvSpPr>
        <p:spPr>
          <a:xfrm>
            <a:off x="2587752" y="3791338"/>
            <a:ext cx="960120" cy="182880"/>
          </a:xfrm>
          <a:prstGeom prst="rect">
            <a:avLst/>
          </a:prstGeom>
          <a:noFill/>
          <a:ln/>
        </p:spPr>
        <p:txBody>
          <a:bodyPr wrap="square" lIns="0" tIns="0" rIns="0" bIns="0" rtlCol="0" anchor="ctr"/>
          <a:lstStyle/>
          <a:p>
            <a:pPr indent="0" marL="0">
              <a:buNone/>
            </a:pPr>
            <a:endParaRPr lang="en-US" sz="650" dirty="0"/>
          </a:p>
        </p:txBody>
      </p:sp>
      <p:sp>
        <p:nvSpPr>
          <p:cNvPr id="104" name="Shape 93"/>
          <p:cNvSpPr/>
          <p:nvPr/>
        </p:nvSpPr>
        <p:spPr>
          <a:xfrm>
            <a:off x="3566160" y="3791338"/>
            <a:ext cx="1005840" cy="182880"/>
          </a:xfrm>
          <a:prstGeom prst="rect">
            <a:avLst/>
          </a:prstGeom>
          <a:solidFill>
            <a:srgbClr val="FFFFFF"/>
          </a:solidFill>
          <a:ln w="6350">
            <a:solidFill>
              <a:srgbClr val="777777"/>
            </a:solidFill>
            <a:prstDash val="solid"/>
          </a:ln>
        </p:spPr>
      </p:sp>
      <p:sp>
        <p:nvSpPr>
          <p:cNvPr id="105" name="Text 94"/>
          <p:cNvSpPr txBox="1"/>
          <p:nvPr/>
        </p:nvSpPr>
        <p:spPr>
          <a:xfrm>
            <a:off x="3593592" y="3791338"/>
            <a:ext cx="960120" cy="182880"/>
          </a:xfrm>
          <a:prstGeom prst="rect">
            <a:avLst/>
          </a:prstGeom>
          <a:noFill/>
          <a:ln/>
        </p:spPr>
        <p:txBody>
          <a:bodyPr wrap="square" lIns="0" tIns="0" rIns="0" bIns="0" rtlCol="0" anchor="ctr"/>
          <a:lstStyle/>
          <a:p>
            <a:pPr indent="0" marL="0">
              <a:buNone/>
            </a:pPr>
            <a:endParaRPr lang="en-US" sz="650" dirty="0"/>
          </a:p>
        </p:txBody>
      </p:sp>
      <p:sp>
        <p:nvSpPr>
          <p:cNvPr id="106" name="Shape 95"/>
          <p:cNvSpPr/>
          <p:nvPr/>
        </p:nvSpPr>
        <p:spPr>
          <a:xfrm>
            <a:off x="1527048" y="2849506"/>
            <a:ext cx="3072384" cy="237744"/>
          </a:xfrm>
          <a:prstGeom prst="roundRect">
            <a:avLst>
              <a:gd name="adj" fmla="val 19231"/>
            </a:avLst>
          </a:prstGeom>
          <a:solidFill>
            <a:srgbClr val="FFFFFF">
              <a:alpha val="0"/>
            </a:srgbClr>
          </a:solidFill>
          <a:ln w="31750">
            <a:solidFill>
              <a:srgbClr val="E53935"/>
            </a:solidFill>
            <a:prstDash val="solid"/>
          </a:ln>
        </p:spPr>
      </p:sp>
      <p:sp>
        <p:nvSpPr>
          <p:cNvPr id="107" name="Shape 96"/>
          <p:cNvSpPr/>
          <p:nvPr/>
        </p:nvSpPr>
        <p:spPr>
          <a:xfrm>
            <a:off x="4462272" y="2712346"/>
            <a:ext cx="274320" cy="274320"/>
          </a:xfrm>
          <a:prstGeom prst="ellipse">
            <a:avLst/>
          </a:prstGeom>
          <a:solidFill>
            <a:srgbClr val="E53935"/>
          </a:solidFill>
          <a:ln w="12700">
            <a:solidFill>
              <a:srgbClr val="FFFFFF"/>
            </a:solidFill>
            <a:prstDash val="solid"/>
          </a:ln>
        </p:spPr>
      </p:sp>
      <p:sp>
        <p:nvSpPr>
          <p:cNvPr id="108" name="Text 9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09" name="Image 9" descr="preencoded.png">    </p:cNvPr>
          <p:cNvPicPr>
            <a:picLocks noChangeAspect="1"/>
          </p:cNvPicPr>
          <p:nvPr/>
        </p:nvPicPr>
        <p:blipFill>
          <a:blip r:embed="rId10"/>
          <a:stretch>
            <a:fillRect/>
          </a:stretch>
        </p:blipFill>
        <p:spPr>
          <a:xfrm>
            <a:off x="3214116" y="2977522"/>
            <a:ext cx="237744" cy="237744"/>
          </a:xfrm>
          <a:prstGeom prst="rect">
            <a:avLst/>
          </a:prstGeom>
        </p:spPr>
      </p:pic>
      <p:sp>
        <p:nvSpPr>
          <p:cNvPr id="110" name="Text 9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11" name="Text 9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baris judul tabel</a:t>
            </a:r>
            <a:endParaRPr lang="en-US" sz="1800" dirty="0"/>
          </a:p>
        </p:txBody>
      </p:sp>
      <p:sp>
        <p:nvSpPr>
          <p:cNvPr id="112" name="Text 10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sel pertama, ketik Waktu. Tekan Tab untuk pindah ke sel berikutnya: Kegiatan, lalu Tempat.</a:t>
            </a:r>
            <a:endParaRPr lang="en-US" sz="1300" dirty="0"/>
          </a:p>
        </p:txBody>
      </p:sp>
      <p:sp>
        <p:nvSpPr>
          <p:cNvPr id="113" name="Shape 10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14"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115" name="Text 10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Tombol Tab = pindah ke sel berikutnya.</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Tabel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Waktu</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Kegiatan</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Tempat</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04.30</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Sholat Subuh</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Masjid</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05.15</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Tahfidz</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Masjid</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07.00</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Sekolah</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Kelas</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12.00</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Sholat Zhuhur</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Masjid</a:t>
            </a:r>
            <a:endParaRPr lang="en-US" sz="650" dirty="0"/>
          </a:p>
        </p:txBody>
      </p:sp>
      <p:sp>
        <p:nvSpPr>
          <p:cNvPr id="100" name="Shape 89"/>
          <p:cNvSpPr/>
          <p:nvPr/>
        </p:nvSpPr>
        <p:spPr>
          <a:xfrm>
            <a:off x="1554480" y="3791338"/>
            <a:ext cx="1005840" cy="182880"/>
          </a:xfrm>
          <a:prstGeom prst="rect">
            <a:avLst/>
          </a:prstGeom>
          <a:solidFill>
            <a:srgbClr val="FFFFFF"/>
          </a:solidFill>
          <a:ln w="6350">
            <a:solidFill>
              <a:srgbClr val="777777"/>
            </a:solidFill>
            <a:prstDash val="solid"/>
          </a:ln>
        </p:spPr>
      </p:sp>
      <p:sp>
        <p:nvSpPr>
          <p:cNvPr id="101" name="Text 90"/>
          <p:cNvSpPr txBox="1"/>
          <p:nvPr/>
        </p:nvSpPr>
        <p:spPr>
          <a:xfrm>
            <a:off x="158191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16.00</a:t>
            </a:r>
            <a:endParaRPr lang="en-US" sz="650" dirty="0"/>
          </a:p>
        </p:txBody>
      </p:sp>
      <p:sp>
        <p:nvSpPr>
          <p:cNvPr id="102" name="Shape 91"/>
          <p:cNvSpPr/>
          <p:nvPr/>
        </p:nvSpPr>
        <p:spPr>
          <a:xfrm>
            <a:off x="2560320" y="3791338"/>
            <a:ext cx="1005840" cy="182880"/>
          </a:xfrm>
          <a:prstGeom prst="rect">
            <a:avLst/>
          </a:prstGeom>
          <a:solidFill>
            <a:srgbClr val="FFFFFF"/>
          </a:solidFill>
          <a:ln w="6350">
            <a:solidFill>
              <a:srgbClr val="777777"/>
            </a:solidFill>
            <a:prstDash val="solid"/>
          </a:ln>
        </p:spPr>
      </p:sp>
      <p:sp>
        <p:nvSpPr>
          <p:cNvPr id="103" name="Text 92"/>
          <p:cNvSpPr txBox="1"/>
          <p:nvPr/>
        </p:nvSpPr>
        <p:spPr>
          <a:xfrm>
            <a:off x="258775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Olahraga</a:t>
            </a:r>
            <a:endParaRPr lang="en-US" sz="650" dirty="0"/>
          </a:p>
        </p:txBody>
      </p:sp>
      <p:sp>
        <p:nvSpPr>
          <p:cNvPr id="104" name="Shape 93"/>
          <p:cNvSpPr/>
          <p:nvPr/>
        </p:nvSpPr>
        <p:spPr>
          <a:xfrm>
            <a:off x="3566160" y="3791338"/>
            <a:ext cx="1005840" cy="182880"/>
          </a:xfrm>
          <a:prstGeom prst="rect">
            <a:avLst/>
          </a:prstGeom>
          <a:solidFill>
            <a:srgbClr val="FFFFFF"/>
          </a:solidFill>
          <a:ln w="6350">
            <a:solidFill>
              <a:srgbClr val="777777"/>
            </a:solidFill>
            <a:prstDash val="solid"/>
          </a:ln>
        </p:spPr>
      </p:sp>
      <p:sp>
        <p:nvSpPr>
          <p:cNvPr id="105" name="Text 94"/>
          <p:cNvSpPr txBox="1"/>
          <p:nvPr/>
        </p:nvSpPr>
        <p:spPr>
          <a:xfrm>
            <a:off x="359359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Lapangan</a:t>
            </a:r>
            <a:endParaRPr lang="en-US" sz="650" dirty="0"/>
          </a:p>
        </p:txBody>
      </p:sp>
      <p:sp>
        <p:nvSpPr>
          <p:cNvPr id="106" name="Shape 95"/>
          <p:cNvSpPr/>
          <p:nvPr/>
        </p:nvSpPr>
        <p:spPr>
          <a:xfrm>
            <a:off x="1527048" y="2849506"/>
            <a:ext cx="3072384" cy="1152144"/>
          </a:xfrm>
          <a:prstGeom prst="roundRect">
            <a:avLst>
              <a:gd name="adj" fmla="val 3968"/>
            </a:avLst>
          </a:prstGeom>
          <a:solidFill>
            <a:srgbClr val="FFFFFF">
              <a:alpha val="0"/>
            </a:srgbClr>
          </a:solidFill>
          <a:ln w="31750">
            <a:solidFill>
              <a:srgbClr val="E53935"/>
            </a:solidFill>
            <a:prstDash val="solid"/>
          </a:ln>
        </p:spPr>
      </p:sp>
      <p:sp>
        <p:nvSpPr>
          <p:cNvPr id="107" name="Shape 96"/>
          <p:cNvSpPr/>
          <p:nvPr/>
        </p:nvSpPr>
        <p:spPr>
          <a:xfrm>
            <a:off x="4462272" y="2712346"/>
            <a:ext cx="274320" cy="274320"/>
          </a:xfrm>
          <a:prstGeom prst="ellipse">
            <a:avLst/>
          </a:prstGeom>
          <a:solidFill>
            <a:srgbClr val="E53935"/>
          </a:solidFill>
          <a:ln w="12700">
            <a:solidFill>
              <a:srgbClr val="FFFFFF"/>
            </a:solidFill>
            <a:prstDash val="solid"/>
          </a:ln>
        </p:spPr>
      </p:sp>
      <p:sp>
        <p:nvSpPr>
          <p:cNvPr id="108" name="Text 9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09" name="Image 9" descr="preencoded.png">    </p:cNvPr>
          <p:cNvPicPr>
            <a:picLocks noChangeAspect="1"/>
          </p:cNvPicPr>
          <p:nvPr/>
        </p:nvPicPr>
        <p:blipFill>
          <a:blip r:embed="rId10"/>
          <a:stretch>
            <a:fillRect/>
          </a:stretch>
        </p:blipFill>
        <p:spPr>
          <a:xfrm>
            <a:off x="3214116" y="3480442"/>
            <a:ext cx="237744" cy="237744"/>
          </a:xfrm>
          <a:prstGeom prst="rect">
            <a:avLst/>
          </a:prstGeom>
        </p:spPr>
      </p:pic>
      <p:sp>
        <p:nvSpPr>
          <p:cNvPr id="110" name="Text 9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11" name="Text 9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jadwal, tebalkan baris judul</a:t>
            </a:r>
            <a:endParaRPr lang="en-US" sz="1800" dirty="0"/>
          </a:p>
        </p:txBody>
      </p:sp>
      <p:sp>
        <p:nvSpPr>
          <p:cNvPr id="112" name="Text 10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minimal 5 kegiatan harian. Lalu blok baris judul dan klik tombol B.</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Menyisipkan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2123968" y="2043437"/>
            <a:ext cx="1325880" cy="1261872"/>
          </a:xfrm>
          <a:prstGeom prst="rect">
            <a:avLst/>
          </a:prstGeom>
          <a:solidFill>
            <a:srgbClr val="FFFFFF"/>
          </a:solidFill>
          <a:ln w="9525">
            <a:solidFill>
              <a:srgbClr val="AAAAAA"/>
            </a:solidFill>
            <a:prstDash val="solid"/>
          </a:ln>
        </p:spPr>
      </p:sp>
      <p:sp>
        <p:nvSpPr>
          <p:cNvPr id="71" name="Text 60"/>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72" name="Text 61"/>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73" name="Text 62"/>
          <p:cNvSpPr txBox="1"/>
          <p:nvPr/>
        </p:nvSpPr>
        <p:spPr>
          <a:xfrm>
            <a:off x="2233696" y="2473205"/>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Drawing        ›</a:t>
            </a:r>
            <a:endParaRPr lang="en-US" sz="800" dirty="0"/>
          </a:p>
        </p:txBody>
      </p:sp>
      <p:sp>
        <p:nvSpPr>
          <p:cNvPr id="74" name="Shape 63"/>
          <p:cNvSpPr/>
          <p:nvPr/>
        </p:nvSpPr>
        <p:spPr>
          <a:xfrm>
            <a:off x="2160544" y="2765813"/>
            <a:ext cx="1252728" cy="0"/>
          </a:xfrm>
          <a:prstGeom prst="line">
            <a:avLst/>
          </a:prstGeom>
          <a:noFill/>
          <a:ln w="6350">
            <a:solidFill>
              <a:srgbClr val="DDDDDD"/>
            </a:solidFill>
            <a:prstDash val="solid"/>
          </a:ln>
        </p:spPr>
      </p:sp>
      <p:sp>
        <p:nvSpPr>
          <p:cNvPr id="75" name="Text 64"/>
          <p:cNvSpPr txBox="1"/>
          <p:nvPr/>
        </p:nvSpPr>
        <p:spPr>
          <a:xfrm>
            <a:off x="2233696" y="2875541"/>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Link</a:t>
            </a:r>
            <a:endParaRPr lang="en-US" sz="800" dirty="0"/>
          </a:p>
        </p:txBody>
      </p:sp>
      <p:sp>
        <p:nvSpPr>
          <p:cNvPr id="76" name="Text 65"/>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Emoji</a:t>
            </a:r>
            <a:endParaRPr lang="en-US" sz="800" dirty="0"/>
          </a:p>
        </p:txBody>
      </p:sp>
      <p:sp>
        <p:nvSpPr>
          <p:cNvPr id="77" name="Shape 66"/>
          <p:cNvSpPr/>
          <p:nvPr/>
        </p:nvSpPr>
        <p:spPr>
          <a:xfrm>
            <a:off x="3449848" y="2070869"/>
            <a:ext cx="1188720" cy="1261872"/>
          </a:xfrm>
          <a:prstGeom prst="rect">
            <a:avLst/>
          </a:prstGeom>
          <a:solidFill>
            <a:srgbClr val="FFFFFF"/>
          </a:solidFill>
          <a:ln w="9525">
            <a:solidFill>
              <a:srgbClr val="AAAAAA"/>
            </a:solidFill>
            <a:prstDash val="solid"/>
          </a:ln>
        </p:spPr>
      </p:sp>
      <p:sp>
        <p:nvSpPr>
          <p:cNvPr id="78" name="Text 67"/>
          <p:cNvSpPr txBox="1"/>
          <p:nvPr/>
        </p:nvSpPr>
        <p:spPr>
          <a:xfrm>
            <a:off x="3559576" y="209830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Upload from computer</a:t>
            </a:r>
            <a:endParaRPr lang="en-US" sz="800" dirty="0"/>
          </a:p>
        </p:txBody>
      </p:sp>
      <p:sp>
        <p:nvSpPr>
          <p:cNvPr id="79" name="Text 68"/>
          <p:cNvSpPr txBox="1"/>
          <p:nvPr/>
        </p:nvSpPr>
        <p:spPr>
          <a:xfrm>
            <a:off x="3559576" y="229946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Search the web</a:t>
            </a:r>
            <a:endParaRPr lang="en-US" sz="800" dirty="0"/>
          </a:p>
        </p:txBody>
      </p:sp>
      <p:sp>
        <p:nvSpPr>
          <p:cNvPr id="80" name="Text 69"/>
          <p:cNvSpPr txBox="1"/>
          <p:nvPr/>
        </p:nvSpPr>
        <p:spPr>
          <a:xfrm>
            <a:off x="3559576" y="250063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Drive</a:t>
            </a:r>
            <a:endParaRPr lang="en-US" sz="800" dirty="0"/>
          </a:p>
        </p:txBody>
      </p:sp>
      <p:sp>
        <p:nvSpPr>
          <p:cNvPr id="81" name="Text 70"/>
          <p:cNvSpPr txBox="1"/>
          <p:nvPr/>
        </p:nvSpPr>
        <p:spPr>
          <a:xfrm>
            <a:off x="3559576" y="2701805"/>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Photos</a:t>
            </a:r>
            <a:endParaRPr lang="en-US" sz="800" dirty="0"/>
          </a:p>
        </p:txBody>
      </p:sp>
      <p:sp>
        <p:nvSpPr>
          <p:cNvPr id="82" name="Text 71"/>
          <p:cNvSpPr txBox="1"/>
          <p:nvPr/>
        </p:nvSpPr>
        <p:spPr>
          <a:xfrm>
            <a:off x="3559576" y="2902973"/>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By URL</a:t>
            </a:r>
            <a:endParaRPr lang="en-US" sz="800" dirty="0"/>
          </a:p>
        </p:txBody>
      </p:sp>
      <p:sp>
        <p:nvSpPr>
          <p:cNvPr id="83" name="Text 72"/>
          <p:cNvSpPr txBox="1"/>
          <p:nvPr/>
        </p:nvSpPr>
        <p:spPr>
          <a:xfrm>
            <a:off x="3559576" y="310414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Camera</a:t>
            </a:r>
            <a:endParaRPr lang="en-US" sz="800" dirty="0"/>
          </a:p>
        </p:txBody>
      </p:sp>
      <p:sp>
        <p:nvSpPr>
          <p:cNvPr id="84" name="Shape 73"/>
          <p:cNvSpPr/>
          <p:nvPr/>
        </p:nvSpPr>
        <p:spPr>
          <a:xfrm>
            <a:off x="2142256" y="2052581"/>
            <a:ext cx="1289304" cy="228600"/>
          </a:xfrm>
          <a:prstGeom prst="roundRect">
            <a:avLst>
              <a:gd name="adj" fmla="val 20000"/>
            </a:avLst>
          </a:prstGeom>
          <a:solidFill>
            <a:srgbClr val="FFFFFF">
              <a:alpha val="0"/>
            </a:srgbClr>
          </a:solidFill>
          <a:ln w="31750">
            <a:solidFill>
              <a:srgbClr val="E53935"/>
            </a:solidFill>
            <a:prstDash val="solid"/>
          </a:ln>
        </p:spPr>
      </p:sp>
      <p:sp>
        <p:nvSpPr>
          <p:cNvPr id="85" name="Shape 74"/>
          <p:cNvSpPr/>
          <p:nvPr/>
        </p:nvSpPr>
        <p:spPr>
          <a:xfrm>
            <a:off x="3294400" y="1915421"/>
            <a:ext cx="274320" cy="274320"/>
          </a:xfrm>
          <a:prstGeom prst="ellipse">
            <a:avLst/>
          </a:prstGeom>
          <a:solidFill>
            <a:srgbClr val="E53935"/>
          </a:solidFill>
          <a:ln w="12700">
            <a:solidFill>
              <a:srgbClr val="FFFFFF"/>
            </a:solidFill>
            <a:prstDash val="solid"/>
          </a:ln>
        </p:spPr>
      </p:sp>
      <p:sp>
        <p:nvSpPr>
          <p:cNvPr id="86" name="Text 75"/>
          <p:cNvSpPr txBox="1"/>
          <p:nvPr/>
        </p:nvSpPr>
        <p:spPr>
          <a:xfrm>
            <a:off x="3294400" y="1915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7" name="Image 9" descr="preencoded.png">    </p:cNvPr>
          <p:cNvPicPr>
            <a:picLocks noChangeAspect="1"/>
          </p:cNvPicPr>
          <p:nvPr/>
        </p:nvPicPr>
        <p:blipFill>
          <a:blip r:embed="rId10"/>
          <a:stretch>
            <a:fillRect/>
          </a:stretch>
        </p:blipFill>
        <p:spPr>
          <a:xfrm>
            <a:off x="2849545" y="2176482"/>
            <a:ext cx="237744" cy="237744"/>
          </a:xfrm>
          <a:prstGeom prst="rect">
            <a:avLst/>
          </a:prstGeom>
        </p:spPr>
      </p:pic>
      <p:sp>
        <p:nvSpPr>
          <p:cNvPr id="88" name="Shape 76"/>
          <p:cNvSpPr/>
          <p:nvPr/>
        </p:nvSpPr>
        <p:spPr>
          <a:xfrm>
            <a:off x="3468136" y="2482349"/>
            <a:ext cx="1152144" cy="228600"/>
          </a:xfrm>
          <a:prstGeom prst="roundRect">
            <a:avLst>
              <a:gd name="adj" fmla="val 20000"/>
            </a:avLst>
          </a:prstGeom>
          <a:solidFill>
            <a:srgbClr val="FFFFFF">
              <a:alpha val="0"/>
            </a:srgbClr>
          </a:solidFill>
          <a:ln w="31750">
            <a:solidFill>
              <a:srgbClr val="E53935"/>
            </a:solidFill>
            <a:prstDash val="solid"/>
          </a:ln>
        </p:spPr>
      </p:sp>
      <p:sp>
        <p:nvSpPr>
          <p:cNvPr id="89" name="Shape 77"/>
          <p:cNvSpPr/>
          <p:nvPr/>
        </p:nvSpPr>
        <p:spPr>
          <a:xfrm>
            <a:off x="4483120" y="2345189"/>
            <a:ext cx="274320" cy="274320"/>
          </a:xfrm>
          <a:prstGeom prst="ellipse">
            <a:avLst/>
          </a:prstGeom>
          <a:solidFill>
            <a:srgbClr val="E53935"/>
          </a:solidFill>
          <a:ln w="12700">
            <a:solidFill>
              <a:srgbClr val="FFFFFF"/>
            </a:solidFill>
            <a:prstDash val="solid"/>
          </a:ln>
        </p:spPr>
      </p:sp>
      <p:sp>
        <p:nvSpPr>
          <p:cNvPr id="90" name="Text 78"/>
          <p:cNvSpPr txBox="1"/>
          <p:nvPr/>
        </p:nvSpPr>
        <p:spPr>
          <a:xfrm>
            <a:off x="4483120" y="23451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1" name="Image 10" descr="preencoded.png">    </p:cNvPr>
          <p:cNvPicPr>
            <a:picLocks noChangeAspect="1"/>
          </p:cNvPicPr>
          <p:nvPr/>
        </p:nvPicPr>
        <p:blipFill>
          <a:blip r:embed="rId11"/>
          <a:stretch>
            <a:fillRect/>
          </a:stretch>
        </p:blipFill>
        <p:spPr>
          <a:xfrm>
            <a:off x="4099987" y="2606250"/>
            <a:ext cx="237744" cy="237744"/>
          </a:xfrm>
          <a:prstGeom prst="rect">
            <a:avLst/>
          </a:prstGeom>
        </p:spPr>
      </p:pic>
      <p:sp>
        <p:nvSpPr>
          <p:cNvPr id="92" name="Text 7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93" name="Text 8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Image › Drive</a:t>
            </a:r>
            <a:endParaRPr lang="en-US" sz="1800" dirty="0"/>
          </a:p>
        </p:txBody>
      </p:sp>
      <p:sp>
        <p:nvSpPr>
          <p:cNvPr id="94" name="Text 8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di bawah tabel. Klik menu Insert › Image, lalu pilih Drive untuk mengambil gambar yang disiapkan guru.</a:t>
            </a:r>
            <a:endParaRPr lang="en-US" sz="1300" dirty="0"/>
          </a:p>
        </p:txBody>
      </p:sp>
      <p:sp>
        <p:nvSpPr>
          <p:cNvPr id="95" name="Shape 8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6"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7" name="Text 8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Search the web, dengan pengawasan guru.</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Menyisipkan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4121384" y="2043437"/>
            <a:ext cx="1325880" cy="1906227"/>
          </a:xfrm>
          <a:prstGeom prst="rect">
            <a:avLst/>
          </a:prstGeom>
          <a:solidFill>
            <a:srgbClr val="FFFFFF"/>
          </a:solidFill>
          <a:ln w="9525">
            <a:solidFill>
              <a:srgbClr val="BBBBBB"/>
            </a:solidFill>
            <a:prstDash val="solid"/>
          </a:ln>
        </p:spPr>
      </p:sp>
      <p:sp>
        <p:nvSpPr>
          <p:cNvPr id="71" name="Text 60"/>
          <p:cNvSpPr txBox="1"/>
          <p:nvPr/>
        </p:nvSpPr>
        <p:spPr>
          <a:xfrm>
            <a:off x="4212824" y="2089157"/>
            <a:ext cx="109728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Google Drive</a:t>
            </a:r>
            <a:endParaRPr lang="en-US" sz="800" dirty="0"/>
          </a:p>
        </p:txBody>
      </p:sp>
      <p:sp>
        <p:nvSpPr>
          <p:cNvPr id="72" name="Shape 61"/>
          <p:cNvSpPr/>
          <p:nvPr/>
        </p:nvSpPr>
        <p:spPr>
          <a:xfrm>
            <a:off x="4212824" y="2363477"/>
            <a:ext cx="530352" cy="411480"/>
          </a:xfrm>
          <a:prstGeom prst="rect">
            <a:avLst/>
          </a:prstGeom>
          <a:solidFill>
            <a:srgbClr val="A7CBEE"/>
          </a:solidFill>
          <a:ln w="12700">
            <a:solidFill>
              <a:srgbClr val="A7CBEE"/>
            </a:solidFill>
            <a:prstDash val="solid"/>
          </a:ln>
        </p:spPr>
      </p:sp>
      <p:sp>
        <p:nvSpPr>
          <p:cNvPr id="73" name="Shape 62"/>
          <p:cNvSpPr/>
          <p:nvPr/>
        </p:nvSpPr>
        <p:spPr>
          <a:xfrm>
            <a:off x="4258544" y="2546357"/>
            <a:ext cx="320040" cy="228600"/>
          </a:xfrm>
          <a:prstGeom prst="triangle">
            <a:avLst/>
          </a:prstGeom>
          <a:solidFill>
            <a:srgbClr val="34A853"/>
          </a:solidFill>
          <a:ln/>
        </p:spPr>
      </p:sp>
      <p:sp>
        <p:nvSpPr>
          <p:cNvPr id="74" name="Shape 63"/>
          <p:cNvSpPr/>
          <p:nvPr/>
        </p:nvSpPr>
        <p:spPr>
          <a:xfrm>
            <a:off x="4807184" y="2363477"/>
            <a:ext cx="530352" cy="411480"/>
          </a:xfrm>
          <a:prstGeom prst="rect">
            <a:avLst/>
          </a:prstGeom>
          <a:solidFill>
            <a:srgbClr val="D9EAD3"/>
          </a:solidFill>
          <a:ln w="12700">
            <a:solidFill>
              <a:srgbClr val="D9EAD3"/>
            </a:solidFill>
            <a:prstDash val="solid"/>
          </a:ln>
        </p:spPr>
      </p:sp>
      <p:sp>
        <p:nvSpPr>
          <p:cNvPr id="75" name="Shape 64"/>
          <p:cNvSpPr/>
          <p:nvPr/>
        </p:nvSpPr>
        <p:spPr>
          <a:xfrm>
            <a:off x="4212824" y="2866397"/>
            <a:ext cx="530352" cy="411480"/>
          </a:xfrm>
          <a:prstGeom prst="rect">
            <a:avLst/>
          </a:prstGeom>
          <a:solidFill>
            <a:srgbClr val="FBF1D3"/>
          </a:solidFill>
          <a:ln w="12700">
            <a:solidFill>
              <a:srgbClr val="FBF1D3"/>
            </a:solidFill>
            <a:prstDash val="solid"/>
          </a:ln>
        </p:spPr>
      </p:sp>
      <p:sp>
        <p:nvSpPr>
          <p:cNvPr id="76" name="Shape 65"/>
          <p:cNvSpPr/>
          <p:nvPr/>
        </p:nvSpPr>
        <p:spPr>
          <a:xfrm>
            <a:off x="4807184" y="2866397"/>
            <a:ext cx="530352" cy="411480"/>
          </a:xfrm>
          <a:prstGeom prst="rect">
            <a:avLst/>
          </a:prstGeom>
          <a:solidFill>
            <a:srgbClr val="E6F2EC"/>
          </a:solidFill>
          <a:ln w="12700">
            <a:solidFill>
              <a:srgbClr val="E6F2EC"/>
            </a:solidFill>
            <a:prstDash val="solid"/>
          </a:ln>
        </p:spPr>
      </p:sp>
      <p:sp>
        <p:nvSpPr>
          <p:cNvPr id="77" name="Shape 66"/>
          <p:cNvSpPr/>
          <p:nvPr/>
        </p:nvSpPr>
        <p:spPr>
          <a:xfrm>
            <a:off x="4212824" y="3415037"/>
            <a:ext cx="548640" cy="219456"/>
          </a:xfrm>
          <a:prstGeom prst="roundRect">
            <a:avLst>
              <a:gd name="adj" fmla="val 50000"/>
            </a:avLst>
          </a:prstGeom>
          <a:solidFill>
            <a:srgbClr val="0B57D0"/>
          </a:solidFill>
          <a:ln w="12700">
            <a:solidFill>
              <a:srgbClr val="0B57D0"/>
            </a:solidFill>
            <a:prstDash val="solid"/>
          </a:ln>
        </p:spPr>
      </p:sp>
      <p:sp>
        <p:nvSpPr>
          <p:cNvPr id="78" name="Text 67"/>
          <p:cNvSpPr txBox="1"/>
          <p:nvPr/>
        </p:nvSpPr>
        <p:spPr>
          <a:xfrm>
            <a:off x="4212824" y="3415037"/>
            <a:ext cx="548640" cy="21945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Insert</a:t>
            </a:r>
            <a:endParaRPr lang="en-US" sz="800" dirty="0"/>
          </a:p>
        </p:txBody>
      </p:sp>
      <p:sp>
        <p:nvSpPr>
          <p:cNvPr id="79" name="Shape 68"/>
          <p:cNvSpPr/>
          <p:nvPr/>
        </p:nvSpPr>
        <p:spPr>
          <a:xfrm>
            <a:off x="4185392" y="2336045"/>
            <a:ext cx="585216" cy="466344"/>
          </a:xfrm>
          <a:prstGeom prst="roundRect">
            <a:avLst>
              <a:gd name="adj" fmla="val 9804"/>
            </a:avLst>
          </a:prstGeom>
          <a:solidFill>
            <a:srgbClr val="FFFFFF">
              <a:alpha val="0"/>
            </a:srgbClr>
          </a:solidFill>
          <a:ln w="31750">
            <a:solidFill>
              <a:srgbClr val="E53935"/>
            </a:solidFill>
            <a:prstDash val="solid"/>
          </a:ln>
        </p:spPr>
      </p:sp>
      <p:sp>
        <p:nvSpPr>
          <p:cNvPr id="80" name="Shape 69"/>
          <p:cNvSpPr/>
          <p:nvPr/>
        </p:nvSpPr>
        <p:spPr>
          <a:xfrm>
            <a:off x="4633448" y="2198885"/>
            <a:ext cx="274320" cy="274320"/>
          </a:xfrm>
          <a:prstGeom prst="ellipse">
            <a:avLst/>
          </a:prstGeom>
          <a:solidFill>
            <a:srgbClr val="E53935"/>
          </a:solidFill>
          <a:ln w="12700">
            <a:solidFill>
              <a:srgbClr val="FFFFFF"/>
            </a:solidFill>
            <a:prstDash val="solid"/>
          </a:ln>
        </p:spPr>
      </p:sp>
      <p:sp>
        <p:nvSpPr>
          <p:cNvPr id="81" name="Text 70"/>
          <p:cNvSpPr txBox="1"/>
          <p:nvPr/>
        </p:nvSpPr>
        <p:spPr>
          <a:xfrm>
            <a:off x="4633448"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2" name="Image 9" descr="preencoded.png">    </p:cNvPr>
          <p:cNvPicPr>
            <a:picLocks noChangeAspect="1"/>
          </p:cNvPicPr>
          <p:nvPr/>
        </p:nvPicPr>
        <p:blipFill>
          <a:blip r:embed="rId10"/>
          <a:stretch>
            <a:fillRect/>
          </a:stretch>
        </p:blipFill>
        <p:spPr>
          <a:xfrm>
            <a:off x="4504517" y="2589791"/>
            <a:ext cx="237744" cy="237744"/>
          </a:xfrm>
          <a:prstGeom prst="rect">
            <a:avLst/>
          </a:prstGeom>
        </p:spPr>
      </p:pic>
      <p:sp>
        <p:nvSpPr>
          <p:cNvPr id="83" name="Shape 71"/>
          <p:cNvSpPr/>
          <p:nvPr/>
        </p:nvSpPr>
        <p:spPr>
          <a:xfrm>
            <a:off x="4185392" y="3387605"/>
            <a:ext cx="603504" cy="274320"/>
          </a:xfrm>
          <a:prstGeom prst="roundRect">
            <a:avLst>
              <a:gd name="adj" fmla="val 16667"/>
            </a:avLst>
          </a:prstGeom>
          <a:solidFill>
            <a:srgbClr val="FFFFFF">
              <a:alpha val="0"/>
            </a:srgbClr>
          </a:solidFill>
          <a:ln w="31750">
            <a:solidFill>
              <a:srgbClr val="E53935"/>
            </a:solidFill>
            <a:prstDash val="solid"/>
          </a:ln>
        </p:spPr>
      </p:sp>
      <p:sp>
        <p:nvSpPr>
          <p:cNvPr id="84" name="Shape 72"/>
          <p:cNvSpPr/>
          <p:nvPr/>
        </p:nvSpPr>
        <p:spPr>
          <a:xfrm>
            <a:off x="4651736" y="3250445"/>
            <a:ext cx="274320" cy="274320"/>
          </a:xfrm>
          <a:prstGeom prst="ellipse">
            <a:avLst/>
          </a:prstGeom>
          <a:solidFill>
            <a:srgbClr val="E53935"/>
          </a:solidFill>
          <a:ln w="12700">
            <a:solidFill>
              <a:srgbClr val="FFFFFF"/>
            </a:solidFill>
            <a:prstDash val="solid"/>
          </a:ln>
        </p:spPr>
      </p:sp>
      <p:sp>
        <p:nvSpPr>
          <p:cNvPr id="85" name="Text 73"/>
          <p:cNvSpPr txBox="1"/>
          <p:nvPr/>
        </p:nvSpPr>
        <p:spPr>
          <a:xfrm>
            <a:off x="4651736" y="3250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6" name="Image 10" descr="preencoded.png">    </p:cNvPr>
          <p:cNvPicPr>
            <a:picLocks noChangeAspect="1"/>
          </p:cNvPicPr>
          <p:nvPr/>
        </p:nvPicPr>
        <p:blipFill>
          <a:blip r:embed="rId11"/>
          <a:stretch>
            <a:fillRect/>
          </a:stretch>
        </p:blipFill>
        <p:spPr>
          <a:xfrm>
            <a:off x="4514576" y="3535738"/>
            <a:ext cx="237744" cy="237744"/>
          </a:xfrm>
          <a:prstGeom prst="rect">
            <a:avLst/>
          </a:prstGeom>
        </p:spPr>
      </p:pic>
      <p:sp>
        <p:nvSpPr>
          <p:cNvPr id="87" name="Text 7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8" name="Text 7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gambar, klik Insert</a:t>
            </a:r>
            <a:endParaRPr lang="en-US" sz="1800" dirty="0"/>
          </a:p>
        </p:txBody>
      </p:sp>
      <p:sp>
        <p:nvSpPr>
          <p:cNvPr id="89" name="Text 7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sebelah kanan, klik satu gambar yang sesuai, lalu klik tombol Insert.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Mengatur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Contoh gambar untuk dokumen:</a:t>
            </a:r>
            <a:endParaRPr lang="en-US" sz="800" dirty="0"/>
          </a:p>
        </p:txBody>
      </p:sp>
      <p:sp>
        <p:nvSpPr>
          <p:cNvPr id="71" name="Shape 60"/>
          <p:cNvSpPr/>
          <p:nvPr/>
        </p:nvSpPr>
        <p:spPr>
          <a:xfrm>
            <a:off x="1554480" y="3069978"/>
            <a:ext cx="1097280" cy="731520"/>
          </a:xfrm>
          <a:prstGeom prst="rect">
            <a:avLst/>
          </a:prstGeom>
          <a:solidFill>
            <a:srgbClr val="A7CBEE"/>
          </a:solidFill>
          <a:ln w="12700">
            <a:solidFill>
              <a:srgbClr val="A7CBEE"/>
            </a:solidFill>
            <a:prstDash val="solid"/>
          </a:ln>
        </p:spPr>
      </p:sp>
      <p:sp>
        <p:nvSpPr>
          <p:cNvPr id="72" name="Shape 61"/>
          <p:cNvSpPr/>
          <p:nvPr/>
        </p:nvSpPr>
        <p:spPr>
          <a:xfrm>
            <a:off x="2286000" y="3179706"/>
            <a:ext cx="182880" cy="182880"/>
          </a:xfrm>
          <a:prstGeom prst="ellipse">
            <a:avLst/>
          </a:prstGeom>
          <a:solidFill>
            <a:srgbClr val="FBBC05"/>
          </a:solidFill>
          <a:ln/>
        </p:spPr>
      </p:sp>
      <p:sp>
        <p:nvSpPr>
          <p:cNvPr id="73" name="Shape 62"/>
          <p:cNvSpPr/>
          <p:nvPr/>
        </p:nvSpPr>
        <p:spPr>
          <a:xfrm>
            <a:off x="1645920" y="3390018"/>
            <a:ext cx="640080" cy="411480"/>
          </a:xfrm>
          <a:prstGeom prst="triangle">
            <a:avLst/>
          </a:prstGeom>
          <a:solidFill>
            <a:srgbClr val="34A853"/>
          </a:solidFill>
          <a:ln/>
        </p:spPr>
      </p:sp>
      <p:sp>
        <p:nvSpPr>
          <p:cNvPr id="74" name="Shape 63"/>
          <p:cNvSpPr/>
          <p:nvPr/>
        </p:nvSpPr>
        <p:spPr>
          <a:xfrm>
            <a:off x="1554480" y="3069978"/>
            <a:ext cx="1097280" cy="731520"/>
          </a:xfrm>
          <a:prstGeom prst="rect">
            <a:avLst/>
          </a:prstGeom>
          <a:solidFill>
            <a:srgbClr val="FFFFFF">
              <a:alpha val="0"/>
            </a:srgbClr>
          </a:solidFill>
          <a:ln w="12700">
            <a:solidFill>
              <a:srgbClr val="0B57D0"/>
            </a:solidFill>
            <a:prstDash val="solid"/>
          </a:ln>
        </p:spPr>
      </p:sp>
      <p:sp>
        <p:nvSpPr>
          <p:cNvPr id="75" name="Shape 64"/>
          <p:cNvSpPr/>
          <p:nvPr/>
        </p:nvSpPr>
        <p:spPr>
          <a:xfrm>
            <a:off x="1527048" y="3042546"/>
            <a:ext cx="54864" cy="54864"/>
          </a:xfrm>
          <a:prstGeom prst="rect">
            <a:avLst/>
          </a:prstGeom>
          <a:solidFill>
            <a:srgbClr val="0B57D0"/>
          </a:solidFill>
          <a:ln w="12700">
            <a:solidFill>
              <a:srgbClr val="0B57D0"/>
            </a:solidFill>
            <a:prstDash val="solid"/>
          </a:ln>
        </p:spPr>
      </p:sp>
      <p:sp>
        <p:nvSpPr>
          <p:cNvPr id="76" name="Shape 65"/>
          <p:cNvSpPr/>
          <p:nvPr/>
        </p:nvSpPr>
        <p:spPr>
          <a:xfrm>
            <a:off x="2624328" y="3042546"/>
            <a:ext cx="54864" cy="54864"/>
          </a:xfrm>
          <a:prstGeom prst="rect">
            <a:avLst/>
          </a:prstGeom>
          <a:solidFill>
            <a:srgbClr val="0B57D0"/>
          </a:solidFill>
          <a:ln w="12700">
            <a:solidFill>
              <a:srgbClr val="0B57D0"/>
            </a:solidFill>
            <a:prstDash val="solid"/>
          </a:ln>
        </p:spPr>
      </p:sp>
      <p:sp>
        <p:nvSpPr>
          <p:cNvPr id="77" name="Shape 66"/>
          <p:cNvSpPr/>
          <p:nvPr/>
        </p:nvSpPr>
        <p:spPr>
          <a:xfrm>
            <a:off x="1527048" y="3774066"/>
            <a:ext cx="54864" cy="54864"/>
          </a:xfrm>
          <a:prstGeom prst="rect">
            <a:avLst/>
          </a:prstGeom>
          <a:solidFill>
            <a:srgbClr val="0B57D0"/>
          </a:solidFill>
          <a:ln w="12700">
            <a:solidFill>
              <a:srgbClr val="0B57D0"/>
            </a:solidFill>
            <a:prstDash val="solid"/>
          </a:ln>
        </p:spPr>
      </p:sp>
      <p:sp>
        <p:nvSpPr>
          <p:cNvPr id="78" name="Shape 67"/>
          <p:cNvSpPr/>
          <p:nvPr/>
        </p:nvSpPr>
        <p:spPr>
          <a:xfrm>
            <a:off x="2624328" y="3774066"/>
            <a:ext cx="54864" cy="54864"/>
          </a:xfrm>
          <a:prstGeom prst="rect">
            <a:avLst/>
          </a:prstGeom>
          <a:solidFill>
            <a:srgbClr val="0B57D0"/>
          </a:solidFill>
          <a:ln w="12700">
            <a:solidFill>
              <a:srgbClr val="0B57D0"/>
            </a:solidFill>
            <a:prstDash val="solid"/>
          </a:ln>
        </p:spPr>
      </p:sp>
      <p:sp>
        <p:nvSpPr>
          <p:cNvPr id="79" name="Shape 68"/>
          <p:cNvSpPr/>
          <p:nvPr/>
        </p:nvSpPr>
        <p:spPr>
          <a:xfrm>
            <a:off x="1554480" y="3847218"/>
            <a:ext cx="1920240" cy="182880"/>
          </a:xfrm>
          <a:prstGeom prst="rect">
            <a:avLst/>
          </a:prstGeom>
          <a:solidFill>
            <a:srgbClr val="FFFFFF"/>
          </a:solidFill>
          <a:ln w="6350">
            <a:solidFill>
              <a:srgbClr val="BBBBBB"/>
            </a:solidFill>
            <a:prstDash val="solid"/>
          </a:ln>
        </p:spPr>
      </p:sp>
      <p:sp>
        <p:nvSpPr>
          <p:cNvPr id="80" name="Text 69"/>
          <p:cNvSpPr txBox="1"/>
          <p:nvPr/>
        </p:nvSpPr>
        <p:spPr>
          <a:xfrm>
            <a:off x="155448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In line</a:t>
            </a:r>
            <a:endParaRPr lang="en-US" sz="650" dirty="0"/>
          </a:p>
        </p:txBody>
      </p:sp>
      <p:sp>
        <p:nvSpPr>
          <p:cNvPr id="81" name="Text 70"/>
          <p:cNvSpPr txBox="1"/>
          <p:nvPr/>
        </p:nvSpPr>
        <p:spPr>
          <a:xfrm>
            <a:off x="219456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Wrap text</a:t>
            </a:r>
            <a:endParaRPr lang="en-US" sz="650" dirty="0"/>
          </a:p>
        </p:txBody>
      </p:sp>
      <p:sp>
        <p:nvSpPr>
          <p:cNvPr id="82" name="Text 71"/>
          <p:cNvSpPr txBox="1"/>
          <p:nvPr/>
        </p:nvSpPr>
        <p:spPr>
          <a:xfrm>
            <a:off x="283464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Break text</a:t>
            </a:r>
            <a:endParaRPr lang="en-US" sz="650" dirty="0"/>
          </a:p>
        </p:txBody>
      </p:sp>
      <p:sp>
        <p:nvSpPr>
          <p:cNvPr id="83" name="Shape 72"/>
          <p:cNvSpPr/>
          <p:nvPr/>
        </p:nvSpPr>
        <p:spPr>
          <a:xfrm>
            <a:off x="2551176" y="3700914"/>
            <a:ext cx="201168" cy="201168"/>
          </a:xfrm>
          <a:prstGeom prst="roundRect">
            <a:avLst>
              <a:gd name="adj" fmla="val 22727"/>
            </a:avLst>
          </a:prstGeom>
          <a:solidFill>
            <a:srgbClr val="FFFFFF">
              <a:alpha val="0"/>
            </a:srgbClr>
          </a:solidFill>
          <a:ln w="31750">
            <a:solidFill>
              <a:srgbClr val="E53935"/>
            </a:solidFill>
            <a:prstDash val="solid"/>
          </a:ln>
        </p:spPr>
      </p:sp>
      <p:sp>
        <p:nvSpPr>
          <p:cNvPr id="84" name="Shape 73"/>
          <p:cNvSpPr/>
          <p:nvPr/>
        </p:nvSpPr>
        <p:spPr>
          <a:xfrm>
            <a:off x="2615184" y="3563754"/>
            <a:ext cx="274320" cy="274320"/>
          </a:xfrm>
          <a:prstGeom prst="ellipse">
            <a:avLst/>
          </a:prstGeom>
          <a:solidFill>
            <a:srgbClr val="E53935"/>
          </a:solidFill>
          <a:ln w="12700">
            <a:solidFill>
              <a:srgbClr val="FFFFFF"/>
            </a:solidFill>
            <a:prstDash val="solid"/>
          </a:ln>
        </p:spPr>
      </p:sp>
      <p:sp>
        <p:nvSpPr>
          <p:cNvPr id="85" name="Text 74"/>
          <p:cNvSpPr txBox="1"/>
          <p:nvPr/>
        </p:nvSpPr>
        <p:spPr>
          <a:xfrm>
            <a:off x="2615184" y="356375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86" name="Image 9" descr="preencoded.png">    </p:cNvPr>
          <p:cNvPicPr>
            <a:picLocks noChangeAspect="1"/>
          </p:cNvPicPr>
          <p:nvPr/>
        </p:nvPicPr>
        <p:blipFill>
          <a:blip r:embed="rId10"/>
          <a:stretch>
            <a:fillRect/>
          </a:stretch>
        </p:blipFill>
        <p:spPr>
          <a:xfrm>
            <a:off x="2656332" y="3806070"/>
            <a:ext cx="237744" cy="237744"/>
          </a:xfrm>
          <a:prstGeom prst="rect">
            <a:avLst/>
          </a:prstGeom>
        </p:spPr>
      </p:pic>
      <p:sp>
        <p:nvSpPr>
          <p:cNvPr id="87" name="Text 7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88" name="Text 7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Ubah ukuran dari titik pojok</a:t>
            </a:r>
            <a:endParaRPr lang="en-US" sz="1800" dirty="0"/>
          </a:p>
        </p:txBody>
      </p:sp>
      <p:sp>
        <p:nvSpPr>
          <p:cNvPr id="89" name="Text 7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gambar sekali. Seret titik biru di pojok kanan bawah untuk mengecilkan atau membesarkan.</a:t>
            </a:r>
            <a:endParaRPr lang="en-US" sz="1300" dirty="0"/>
          </a:p>
        </p:txBody>
      </p:sp>
      <p:sp>
        <p:nvSpPr>
          <p:cNvPr id="90" name="Shape 7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1"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92" name="Text 7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Selalu tarik dari pojok agar gambar tidak gepeng.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Mengatur 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Contoh gambar untuk dokumen:</a:t>
            </a:r>
            <a:endParaRPr lang="en-US" sz="800" dirty="0"/>
          </a:p>
        </p:txBody>
      </p:sp>
      <p:sp>
        <p:nvSpPr>
          <p:cNvPr id="71" name="Shape 60"/>
          <p:cNvSpPr/>
          <p:nvPr/>
        </p:nvSpPr>
        <p:spPr>
          <a:xfrm>
            <a:off x="1554480" y="3069978"/>
            <a:ext cx="1097280" cy="731520"/>
          </a:xfrm>
          <a:prstGeom prst="rect">
            <a:avLst/>
          </a:prstGeom>
          <a:solidFill>
            <a:srgbClr val="A7CBEE"/>
          </a:solidFill>
          <a:ln w="12700">
            <a:solidFill>
              <a:srgbClr val="A7CBEE"/>
            </a:solidFill>
            <a:prstDash val="solid"/>
          </a:ln>
        </p:spPr>
      </p:sp>
      <p:sp>
        <p:nvSpPr>
          <p:cNvPr id="72" name="Shape 61"/>
          <p:cNvSpPr/>
          <p:nvPr/>
        </p:nvSpPr>
        <p:spPr>
          <a:xfrm>
            <a:off x="2286000" y="3179706"/>
            <a:ext cx="182880" cy="182880"/>
          </a:xfrm>
          <a:prstGeom prst="ellipse">
            <a:avLst/>
          </a:prstGeom>
          <a:solidFill>
            <a:srgbClr val="FBBC05"/>
          </a:solidFill>
          <a:ln/>
        </p:spPr>
      </p:sp>
      <p:sp>
        <p:nvSpPr>
          <p:cNvPr id="73" name="Shape 62"/>
          <p:cNvSpPr/>
          <p:nvPr/>
        </p:nvSpPr>
        <p:spPr>
          <a:xfrm>
            <a:off x="1645920" y="3390018"/>
            <a:ext cx="640080" cy="411480"/>
          </a:xfrm>
          <a:prstGeom prst="triangle">
            <a:avLst/>
          </a:prstGeom>
          <a:solidFill>
            <a:srgbClr val="34A853"/>
          </a:solidFill>
          <a:ln/>
        </p:spPr>
      </p:sp>
      <p:sp>
        <p:nvSpPr>
          <p:cNvPr id="74" name="Shape 63"/>
          <p:cNvSpPr/>
          <p:nvPr/>
        </p:nvSpPr>
        <p:spPr>
          <a:xfrm>
            <a:off x="1554480" y="3069978"/>
            <a:ext cx="1097280" cy="731520"/>
          </a:xfrm>
          <a:prstGeom prst="rect">
            <a:avLst/>
          </a:prstGeom>
          <a:solidFill>
            <a:srgbClr val="FFFFFF">
              <a:alpha val="0"/>
            </a:srgbClr>
          </a:solidFill>
          <a:ln w="12700">
            <a:solidFill>
              <a:srgbClr val="0B57D0"/>
            </a:solidFill>
            <a:prstDash val="solid"/>
          </a:ln>
        </p:spPr>
      </p:sp>
      <p:sp>
        <p:nvSpPr>
          <p:cNvPr id="75" name="Shape 64"/>
          <p:cNvSpPr/>
          <p:nvPr/>
        </p:nvSpPr>
        <p:spPr>
          <a:xfrm>
            <a:off x="1527048" y="3042546"/>
            <a:ext cx="54864" cy="54864"/>
          </a:xfrm>
          <a:prstGeom prst="rect">
            <a:avLst/>
          </a:prstGeom>
          <a:solidFill>
            <a:srgbClr val="0B57D0"/>
          </a:solidFill>
          <a:ln w="12700">
            <a:solidFill>
              <a:srgbClr val="0B57D0"/>
            </a:solidFill>
            <a:prstDash val="solid"/>
          </a:ln>
        </p:spPr>
      </p:sp>
      <p:sp>
        <p:nvSpPr>
          <p:cNvPr id="76" name="Shape 65"/>
          <p:cNvSpPr/>
          <p:nvPr/>
        </p:nvSpPr>
        <p:spPr>
          <a:xfrm>
            <a:off x="2624328" y="3042546"/>
            <a:ext cx="54864" cy="54864"/>
          </a:xfrm>
          <a:prstGeom prst="rect">
            <a:avLst/>
          </a:prstGeom>
          <a:solidFill>
            <a:srgbClr val="0B57D0"/>
          </a:solidFill>
          <a:ln w="12700">
            <a:solidFill>
              <a:srgbClr val="0B57D0"/>
            </a:solidFill>
            <a:prstDash val="solid"/>
          </a:ln>
        </p:spPr>
      </p:sp>
      <p:sp>
        <p:nvSpPr>
          <p:cNvPr id="77" name="Shape 66"/>
          <p:cNvSpPr/>
          <p:nvPr/>
        </p:nvSpPr>
        <p:spPr>
          <a:xfrm>
            <a:off x="1527048" y="3774066"/>
            <a:ext cx="54864" cy="54864"/>
          </a:xfrm>
          <a:prstGeom prst="rect">
            <a:avLst/>
          </a:prstGeom>
          <a:solidFill>
            <a:srgbClr val="0B57D0"/>
          </a:solidFill>
          <a:ln w="12700">
            <a:solidFill>
              <a:srgbClr val="0B57D0"/>
            </a:solidFill>
            <a:prstDash val="solid"/>
          </a:ln>
        </p:spPr>
      </p:sp>
      <p:sp>
        <p:nvSpPr>
          <p:cNvPr id="78" name="Shape 67"/>
          <p:cNvSpPr/>
          <p:nvPr/>
        </p:nvSpPr>
        <p:spPr>
          <a:xfrm>
            <a:off x="2624328" y="3774066"/>
            <a:ext cx="54864" cy="54864"/>
          </a:xfrm>
          <a:prstGeom prst="rect">
            <a:avLst/>
          </a:prstGeom>
          <a:solidFill>
            <a:srgbClr val="0B57D0"/>
          </a:solidFill>
          <a:ln w="12700">
            <a:solidFill>
              <a:srgbClr val="0B57D0"/>
            </a:solidFill>
            <a:prstDash val="solid"/>
          </a:ln>
        </p:spPr>
      </p:sp>
      <p:sp>
        <p:nvSpPr>
          <p:cNvPr id="79" name="Shape 68"/>
          <p:cNvSpPr/>
          <p:nvPr/>
        </p:nvSpPr>
        <p:spPr>
          <a:xfrm>
            <a:off x="1554480" y="3847218"/>
            <a:ext cx="1920240" cy="182880"/>
          </a:xfrm>
          <a:prstGeom prst="rect">
            <a:avLst/>
          </a:prstGeom>
          <a:solidFill>
            <a:srgbClr val="FFFFFF"/>
          </a:solidFill>
          <a:ln w="6350">
            <a:solidFill>
              <a:srgbClr val="BBBBBB"/>
            </a:solidFill>
            <a:prstDash val="solid"/>
          </a:ln>
        </p:spPr>
      </p:sp>
      <p:sp>
        <p:nvSpPr>
          <p:cNvPr id="80" name="Text 69"/>
          <p:cNvSpPr txBox="1"/>
          <p:nvPr/>
        </p:nvSpPr>
        <p:spPr>
          <a:xfrm>
            <a:off x="155448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In line</a:t>
            </a:r>
            <a:endParaRPr lang="en-US" sz="650" dirty="0"/>
          </a:p>
        </p:txBody>
      </p:sp>
      <p:sp>
        <p:nvSpPr>
          <p:cNvPr id="81" name="Text 70"/>
          <p:cNvSpPr txBox="1"/>
          <p:nvPr/>
        </p:nvSpPr>
        <p:spPr>
          <a:xfrm>
            <a:off x="219456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Wrap text</a:t>
            </a:r>
            <a:endParaRPr lang="en-US" sz="650" dirty="0"/>
          </a:p>
        </p:txBody>
      </p:sp>
      <p:sp>
        <p:nvSpPr>
          <p:cNvPr id="82" name="Text 71"/>
          <p:cNvSpPr txBox="1"/>
          <p:nvPr/>
        </p:nvSpPr>
        <p:spPr>
          <a:xfrm>
            <a:off x="2834640" y="3847218"/>
            <a:ext cx="640080" cy="182880"/>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Break text</a:t>
            </a:r>
            <a:endParaRPr lang="en-US" sz="650" dirty="0"/>
          </a:p>
        </p:txBody>
      </p:sp>
      <p:sp>
        <p:nvSpPr>
          <p:cNvPr id="83" name="Shape 72"/>
          <p:cNvSpPr/>
          <p:nvPr/>
        </p:nvSpPr>
        <p:spPr>
          <a:xfrm>
            <a:off x="2816352" y="3828930"/>
            <a:ext cx="676656" cy="219456"/>
          </a:xfrm>
          <a:prstGeom prst="roundRect">
            <a:avLst>
              <a:gd name="adj" fmla="val 20833"/>
            </a:avLst>
          </a:prstGeom>
          <a:solidFill>
            <a:srgbClr val="FFFFFF">
              <a:alpha val="0"/>
            </a:srgbClr>
          </a:solidFill>
          <a:ln w="31750">
            <a:solidFill>
              <a:srgbClr val="E53935"/>
            </a:solidFill>
            <a:prstDash val="solid"/>
          </a:ln>
        </p:spPr>
      </p:sp>
      <p:sp>
        <p:nvSpPr>
          <p:cNvPr id="84" name="Shape 73"/>
          <p:cNvSpPr/>
          <p:nvPr/>
        </p:nvSpPr>
        <p:spPr>
          <a:xfrm>
            <a:off x="3355848" y="3691770"/>
            <a:ext cx="274320" cy="274320"/>
          </a:xfrm>
          <a:prstGeom prst="ellipse">
            <a:avLst/>
          </a:prstGeom>
          <a:solidFill>
            <a:srgbClr val="E53935"/>
          </a:solidFill>
          <a:ln w="12700">
            <a:solidFill>
              <a:srgbClr val="FFFFFF"/>
            </a:solidFill>
            <a:prstDash val="solid"/>
          </a:ln>
        </p:spPr>
      </p:sp>
      <p:sp>
        <p:nvSpPr>
          <p:cNvPr id="85" name="Text 74"/>
          <p:cNvSpPr txBox="1"/>
          <p:nvPr/>
        </p:nvSpPr>
        <p:spPr>
          <a:xfrm>
            <a:off x="3355848" y="369177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6" name="Image 9" descr="preencoded.png">    </p:cNvPr>
          <p:cNvPicPr>
            <a:picLocks noChangeAspect="1"/>
          </p:cNvPicPr>
          <p:nvPr/>
        </p:nvPicPr>
        <p:blipFill>
          <a:blip r:embed="rId10"/>
          <a:stretch>
            <a:fillRect/>
          </a:stretch>
        </p:blipFill>
        <p:spPr>
          <a:xfrm>
            <a:off x="3186684" y="3947802"/>
            <a:ext cx="237744" cy="237744"/>
          </a:xfrm>
          <a:prstGeom prst="rect">
            <a:avLst/>
          </a:prstGeom>
        </p:spPr>
      </p:pic>
      <p:sp>
        <p:nvSpPr>
          <p:cNvPr id="87" name="Shape 75"/>
          <p:cNvSpPr/>
          <p:nvPr/>
        </p:nvSpPr>
        <p:spPr>
          <a:xfrm>
            <a:off x="4089928" y="2070869"/>
            <a:ext cx="237744" cy="237744"/>
          </a:xfrm>
          <a:prstGeom prst="roundRect">
            <a:avLst>
              <a:gd name="adj" fmla="val 19231"/>
            </a:avLst>
          </a:prstGeom>
          <a:solidFill>
            <a:srgbClr val="FFFFFF">
              <a:alpha val="0"/>
            </a:srgbClr>
          </a:solidFill>
          <a:ln w="31750">
            <a:solidFill>
              <a:srgbClr val="E53935"/>
            </a:solidFill>
            <a:prstDash val="solid"/>
          </a:ln>
        </p:spPr>
      </p:sp>
      <p:sp>
        <p:nvSpPr>
          <p:cNvPr id="88" name="Shape 76"/>
          <p:cNvSpPr/>
          <p:nvPr/>
        </p:nvSpPr>
        <p:spPr>
          <a:xfrm>
            <a:off x="4190512" y="1933709"/>
            <a:ext cx="274320" cy="274320"/>
          </a:xfrm>
          <a:prstGeom prst="ellipse">
            <a:avLst/>
          </a:prstGeom>
          <a:solidFill>
            <a:srgbClr val="E53935"/>
          </a:solidFill>
          <a:ln w="12700">
            <a:solidFill>
              <a:srgbClr val="FFFFFF"/>
            </a:solidFill>
            <a:prstDash val="solid"/>
          </a:ln>
        </p:spPr>
      </p:sp>
      <p:sp>
        <p:nvSpPr>
          <p:cNvPr id="89" name="Text 77"/>
          <p:cNvSpPr txBox="1"/>
          <p:nvPr/>
        </p:nvSpPr>
        <p:spPr>
          <a:xfrm>
            <a:off x="4190512" y="19337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0" name="Image 10" descr="preencoded.png">    </p:cNvPr>
          <p:cNvPicPr>
            <a:picLocks noChangeAspect="1"/>
          </p:cNvPicPr>
          <p:nvPr/>
        </p:nvPicPr>
        <p:blipFill>
          <a:blip r:embed="rId11"/>
          <a:stretch>
            <a:fillRect/>
          </a:stretch>
        </p:blipFill>
        <p:spPr>
          <a:xfrm>
            <a:off x="4217944" y="2198885"/>
            <a:ext cx="237744" cy="237744"/>
          </a:xfrm>
          <a:prstGeom prst="rect">
            <a:avLst/>
          </a:prstGeom>
        </p:spPr>
      </p:pic>
      <p:sp>
        <p:nvSpPr>
          <p:cNvPr id="91" name="Text 7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92" name="Text 7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posisi: Break text</a:t>
            </a:r>
            <a:endParaRPr lang="en-US" sz="1800" dirty="0"/>
          </a:p>
        </p:txBody>
      </p:sp>
      <p:sp>
        <p:nvSpPr>
          <p:cNvPr id="93" name="Text 8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Saat gambar terpilih, muncul pilihan di bawahnya. Klik Break text agar gambar berdiri sendiri. Lalu klik rata tengah.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Tata Letak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Adab_Belajar_Ahmad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Adab_Belajar_Ahmad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Jadwal Harian Santri</a:t>
            </a:r>
            <a:endParaRPr lang="en-US" sz="1100" dirty="0"/>
          </a:p>
        </p:txBody>
      </p:sp>
      <p:sp>
        <p:nvSpPr>
          <p:cNvPr id="70" name="Shape 59"/>
          <p:cNvSpPr/>
          <p:nvPr/>
        </p:nvSpPr>
        <p:spPr>
          <a:xfrm>
            <a:off x="2057400" y="1814837"/>
            <a:ext cx="2011680" cy="1417320"/>
          </a:xfrm>
          <a:prstGeom prst="roundRect">
            <a:avLst>
              <a:gd name="adj" fmla="val 3871"/>
            </a:avLst>
          </a:prstGeom>
          <a:solidFill>
            <a:srgbClr val="FFFFFF"/>
          </a:solidFill>
          <a:ln w="9525">
            <a:solidFill>
              <a:srgbClr val="BBBBBB"/>
            </a:solidFill>
            <a:prstDash val="solid"/>
          </a:ln>
        </p:spPr>
      </p:sp>
      <p:sp>
        <p:nvSpPr>
          <p:cNvPr id="71" name="Text 60"/>
          <p:cNvSpPr txBox="1"/>
          <p:nvPr/>
        </p:nvSpPr>
        <p:spPr>
          <a:xfrm>
            <a:off x="2194560" y="1887989"/>
            <a:ext cx="1828800" cy="22860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Page setup</a:t>
            </a:r>
            <a:endParaRPr lang="en-US" sz="1100" dirty="0"/>
          </a:p>
        </p:txBody>
      </p:sp>
      <p:sp>
        <p:nvSpPr>
          <p:cNvPr id="72" name="Text 61"/>
          <p:cNvSpPr txBox="1"/>
          <p:nvPr/>
        </p:nvSpPr>
        <p:spPr>
          <a:xfrm>
            <a:off x="2194560" y="2180597"/>
            <a:ext cx="182880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Orientation:  ● Portrait   ○ Landscape</a:t>
            </a:r>
            <a:endParaRPr lang="en-US" sz="750" dirty="0"/>
          </a:p>
        </p:txBody>
      </p:sp>
      <p:sp>
        <p:nvSpPr>
          <p:cNvPr id="73" name="Text 62"/>
          <p:cNvSpPr txBox="1"/>
          <p:nvPr/>
        </p:nvSpPr>
        <p:spPr>
          <a:xfrm>
            <a:off x="2194560" y="2409197"/>
            <a:ext cx="914400" cy="1828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Paper size</a:t>
            </a:r>
            <a:endParaRPr lang="en-US" sz="750" dirty="0"/>
          </a:p>
        </p:txBody>
      </p:sp>
      <p:sp>
        <p:nvSpPr>
          <p:cNvPr id="74" name="Shape 63"/>
          <p:cNvSpPr/>
          <p:nvPr/>
        </p:nvSpPr>
        <p:spPr>
          <a:xfrm>
            <a:off x="2194560" y="2592077"/>
            <a:ext cx="1097280" cy="219456"/>
          </a:xfrm>
          <a:prstGeom prst="rect">
            <a:avLst/>
          </a:prstGeom>
          <a:solidFill>
            <a:srgbClr val="FFFFFF"/>
          </a:solidFill>
          <a:ln w="12700">
            <a:solidFill>
              <a:srgbClr val="0B57D0"/>
            </a:solidFill>
            <a:prstDash val="solid"/>
          </a:ln>
        </p:spPr>
      </p:sp>
      <p:sp>
        <p:nvSpPr>
          <p:cNvPr id="75" name="Text 64"/>
          <p:cNvSpPr txBox="1"/>
          <p:nvPr/>
        </p:nvSpPr>
        <p:spPr>
          <a:xfrm>
            <a:off x="2240280" y="2592077"/>
            <a:ext cx="109728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A4 (21 cm x 29.7 cm) ▾</a:t>
            </a:r>
            <a:endParaRPr lang="en-US" sz="650" dirty="0"/>
          </a:p>
        </p:txBody>
      </p:sp>
      <p:sp>
        <p:nvSpPr>
          <p:cNvPr id="76" name="Shape 65"/>
          <p:cNvSpPr/>
          <p:nvPr/>
        </p:nvSpPr>
        <p:spPr>
          <a:xfrm>
            <a:off x="3520440" y="2912117"/>
            <a:ext cx="411480" cy="219456"/>
          </a:xfrm>
          <a:prstGeom prst="roundRect">
            <a:avLst>
              <a:gd name="adj" fmla="val 50000"/>
            </a:avLst>
          </a:prstGeom>
          <a:solidFill>
            <a:srgbClr val="0B57D0"/>
          </a:solidFill>
          <a:ln w="12700">
            <a:solidFill>
              <a:srgbClr val="0B57D0"/>
            </a:solidFill>
            <a:prstDash val="solid"/>
          </a:ln>
        </p:spPr>
      </p:sp>
      <p:sp>
        <p:nvSpPr>
          <p:cNvPr id="77" name="Text 66"/>
          <p:cNvSpPr txBox="1"/>
          <p:nvPr/>
        </p:nvSpPr>
        <p:spPr>
          <a:xfrm>
            <a:off x="3520440" y="2912117"/>
            <a:ext cx="411480" cy="21945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OK</a:t>
            </a:r>
            <a:endParaRPr lang="en-US" sz="800" dirty="0"/>
          </a:p>
        </p:txBody>
      </p:sp>
      <p:sp>
        <p:nvSpPr>
          <p:cNvPr id="78" name="Shape 67"/>
          <p:cNvSpPr/>
          <p:nvPr/>
        </p:nvSpPr>
        <p:spPr>
          <a:xfrm>
            <a:off x="2167128" y="2564645"/>
            <a:ext cx="1152144" cy="274320"/>
          </a:xfrm>
          <a:prstGeom prst="roundRect">
            <a:avLst>
              <a:gd name="adj" fmla="val 16667"/>
            </a:avLst>
          </a:prstGeom>
          <a:solidFill>
            <a:srgbClr val="FFFFFF">
              <a:alpha val="0"/>
            </a:srgbClr>
          </a:solidFill>
          <a:ln w="31750">
            <a:solidFill>
              <a:srgbClr val="E53935"/>
            </a:solidFill>
            <a:prstDash val="solid"/>
          </a:ln>
        </p:spPr>
      </p:sp>
      <p:sp>
        <p:nvSpPr>
          <p:cNvPr id="79" name="Shape 68"/>
          <p:cNvSpPr/>
          <p:nvPr/>
        </p:nvSpPr>
        <p:spPr>
          <a:xfrm>
            <a:off x="3182112" y="2427485"/>
            <a:ext cx="274320" cy="274320"/>
          </a:xfrm>
          <a:prstGeom prst="ellipse">
            <a:avLst/>
          </a:prstGeom>
          <a:solidFill>
            <a:srgbClr val="E53935"/>
          </a:solidFill>
          <a:ln w="12700">
            <a:solidFill>
              <a:srgbClr val="FFFFFF"/>
            </a:solidFill>
            <a:prstDash val="solid"/>
          </a:ln>
        </p:spPr>
      </p:sp>
      <p:sp>
        <p:nvSpPr>
          <p:cNvPr id="80" name="Text 69"/>
          <p:cNvSpPr txBox="1"/>
          <p:nvPr/>
        </p:nvSpPr>
        <p:spPr>
          <a:xfrm>
            <a:off x="3182112" y="2427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1" name="Image 9" descr="preencoded.png">    </p:cNvPr>
          <p:cNvPicPr>
            <a:picLocks noChangeAspect="1"/>
          </p:cNvPicPr>
          <p:nvPr/>
        </p:nvPicPr>
        <p:blipFill>
          <a:blip r:embed="rId10"/>
          <a:stretch>
            <a:fillRect/>
          </a:stretch>
        </p:blipFill>
        <p:spPr>
          <a:xfrm>
            <a:off x="2798064" y="2712778"/>
            <a:ext cx="237744" cy="237744"/>
          </a:xfrm>
          <a:prstGeom prst="rect">
            <a:avLst/>
          </a:prstGeom>
        </p:spPr>
      </p:pic>
      <p:sp>
        <p:nvSpPr>
          <p:cNvPr id="82" name="Shape 70"/>
          <p:cNvSpPr/>
          <p:nvPr/>
        </p:nvSpPr>
        <p:spPr>
          <a:xfrm>
            <a:off x="3493008" y="2884685"/>
            <a:ext cx="466344" cy="274320"/>
          </a:xfrm>
          <a:prstGeom prst="roundRect">
            <a:avLst>
              <a:gd name="adj" fmla="val 16667"/>
            </a:avLst>
          </a:prstGeom>
          <a:solidFill>
            <a:srgbClr val="FFFFFF">
              <a:alpha val="0"/>
            </a:srgbClr>
          </a:solidFill>
          <a:ln w="31750">
            <a:solidFill>
              <a:srgbClr val="E53935"/>
            </a:solidFill>
            <a:prstDash val="solid"/>
          </a:ln>
        </p:spPr>
      </p:sp>
      <p:sp>
        <p:nvSpPr>
          <p:cNvPr id="83" name="Shape 71"/>
          <p:cNvSpPr/>
          <p:nvPr/>
        </p:nvSpPr>
        <p:spPr>
          <a:xfrm>
            <a:off x="3822192" y="2747525"/>
            <a:ext cx="274320" cy="274320"/>
          </a:xfrm>
          <a:prstGeom prst="ellipse">
            <a:avLst/>
          </a:prstGeom>
          <a:solidFill>
            <a:srgbClr val="E53935"/>
          </a:solidFill>
          <a:ln w="12700">
            <a:solidFill>
              <a:srgbClr val="FFFFFF"/>
            </a:solidFill>
            <a:prstDash val="solid"/>
          </a:ln>
        </p:spPr>
      </p:sp>
      <p:sp>
        <p:nvSpPr>
          <p:cNvPr id="84" name="Text 72"/>
          <p:cNvSpPr txBox="1"/>
          <p:nvPr/>
        </p:nvSpPr>
        <p:spPr>
          <a:xfrm>
            <a:off x="3822192" y="27475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5" name="Image 10" descr="preencoded.png">    </p:cNvPr>
          <p:cNvPicPr>
            <a:picLocks noChangeAspect="1"/>
          </p:cNvPicPr>
          <p:nvPr/>
        </p:nvPicPr>
        <p:blipFill>
          <a:blip r:embed="rId11"/>
          <a:stretch>
            <a:fillRect/>
          </a:stretch>
        </p:blipFill>
        <p:spPr>
          <a:xfrm>
            <a:off x="3746754" y="3032818"/>
            <a:ext cx="237744" cy="237744"/>
          </a:xfrm>
          <a:prstGeom prst="rect">
            <a:avLst/>
          </a:prstGeom>
        </p:spPr>
      </p:pic>
      <p:sp>
        <p:nvSpPr>
          <p:cNvPr id="86" name="Text 7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87" name="Text 7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 Page setup › A4</a:t>
            </a:r>
            <a:endParaRPr lang="en-US" sz="1800" dirty="0"/>
          </a:p>
        </p:txBody>
      </p:sp>
      <p:sp>
        <p:nvSpPr>
          <p:cNvPr id="88" name="Text 7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File, pilih Page setup. Pada Paper size pilih A4, lalu klik OK.</a:t>
            </a:r>
            <a:endParaRPr lang="en-US" sz="1300" dirty="0"/>
          </a:p>
        </p:txBody>
      </p:sp>
      <p:sp>
        <p:nvSpPr>
          <p:cNvPr id="89" name="Shape 7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0"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1" name="Text 7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A4 adalah ukuran kertas yang umum dipakai di Indonesia.</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Tambahkan ke dokumenmu,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tabel Jadwal Piket Kamar: 2 kolom (Hari, Nama) dan 8 baris.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Isi tabel dari Senin sampai Ahad.</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Sisipkan 1 gambar lagi, atur ukuran dan posisinya dengan rapi.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sumber gambar di bawahnya dengan huruf miring.</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jadwal punya baris judul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Isi tabel minimal 5 kegiatan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Gambar tidak menutupi tulisan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Ukuran kertas A4</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Kapan data lebih baik ditampilkan dalam tabel?</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Bolehkah kita memakai gambar milik orang lain sembarangan?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Hargai karya orang lain. Gunakan gambar yang boleh dipakai dan sebutkan sumbernya.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menyusun Buku Digital Adab Santri secara berkelompok.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Buku Digital Adab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menyusun buku digital bersama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Pengolah Dokumen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Adab apa yang menurut kalian paling penting dimiliki seorang santri?</a:t>
            </a:r>
            <a:endParaRPr lang="en-US"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Bekerja sama menulis dalam satu dokumen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bab dengan Heading dan jeda halaman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daftar isi otomatis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Buku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Sampul</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buku, gambar, nama penyusun, dan nama pesantren. Sudah disiapkan guru.</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Daftar Isi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Dibuat otomatis dari judul-judul bab yang memakai gaya Heading 1.</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Bab per Kelompok</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Setiap kelompok menulis satu bab adab, diawali di halaman baru.</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Penutup</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Doa dan harapan, ditulis bersama di akhir buku.</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Isi Setiap Bab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3291840" cy="3520440"/>
          </a:xfrm>
          <a:prstGeom prst="rect">
            <a:avLst/>
          </a:prstGeom>
          <a:solidFill>
            <a:srgbClr val="FFFFFF"/>
          </a:solidFill>
          <a:ln w="12700">
            <a:solidFill>
              <a:srgbClr val="BBBBBB"/>
            </a:solidFill>
            <a:prstDash val="solid"/>
          </a:ln>
        </p:spPr>
      </p:sp>
      <p:sp>
        <p:nvSpPr>
          <p:cNvPr id="10" name="Text 6"/>
          <p:cNvSpPr txBox="1"/>
          <p:nvPr/>
        </p:nvSpPr>
        <p:spPr>
          <a:xfrm>
            <a:off x="685800" y="1234440"/>
            <a:ext cx="2926080" cy="365760"/>
          </a:xfrm>
          <a:prstGeom prst="rect">
            <a:avLst/>
          </a:prstGeom>
          <a:noFill/>
          <a:ln/>
        </p:spPr>
        <p:txBody>
          <a:bodyPr wrap="square" lIns="0" tIns="0" rIns="0" bIns="0" rtlCol="0" anchor="t"/>
          <a:lstStyle/>
          <a:p>
            <a:pPr indent="0" marL="0">
              <a:buNone/>
            </a:pPr>
            <a:r>
              <a:rPr lang="en-US" sz="1500" b="1" dirty="0">
                <a:solidFill>
                  <a:srgbClr val="0F4C3A"/>
                </a:solidFill>
                <a:latin typeface="Arial" pitchFamily="34" charset="0"/>
                <a:ea typeface="Arial" pitchFamily="34" charset="-122"/>
                <a:cs typeface="Arial" pitchFamily="34" charset="-120"/>
              </a:rPr>
              <a:t>Bab 3: Adab di Masjid</a:t>
            </a:r>
            <a:endParaRPr lang="en-US" sz="1500" dirty="0"/>
          </a:p>
        </p:txBody>
      </p:sp>
      <p:sp>
        <p:nvSpPr>
          <p:cNvPr id="11" name="Text 7"/>
          <p:cNvSpPr txBox="1"/>
          <p:nvPr/>
        </p:nvSpPr>
        <p:spPr>
          <a:xfrm>
            <a:off x="685800" y="1645920"/>
            <a:ext cx="2834640" cy="457200"/>
          </a:xfrm>
          <a:prstGeom prst="rect">
            <a:avLst/>
          </a:prstGeom>
          <a:noFill/>
          <a:ln/>
        </p:spPr>
        <p:txBody>
          <a:bodyPr wrap="square" lIns="0" tIns="0" rIns="0" bIns="0" rtlCol="0" anchor="t"/>
          <a:lstStyle/>
          <a:p>
            <a:pPr indent="0" marL="0">
              <a:buNone/>
            </a:pPr>
            <a:r>
              <a:rPr lang="en-US" sz="1000" dirty="0">
                <a:solidFill>
                  <a:srgbClr val="1E2A26"/>
                </a:solidFill>
                <a:latin typeface="Arial" pitchFamily="34" charset="0"/>
                <a:ea typeface="Arial" pitchFamily="34" charset="-122"/>
                <a:cs typeface="Arial" pitchFamily="34" charset="-120"/>
              </a:rPr>
              <a:t>Masjid adalah rumah Allah yang harus kita muliakan...</a:t>
            </a:r>
            <a:endParaRPr lang="en-US" sz="1000" dirty="0"/>
          </a:p>
        </p:txBody>
      </p:sp>
      <p:sp>
        <p:nvSpPr>
          <p:cNvPr id="12" name="Text 8"/>
          <p:cNvSpPr txBox="1"/>
          <p:nvPr/>
        </p:nvSpPr>
        <p:spPr>
          <a:xfrm>
            <a:off x="822960" y="2148840"/>
            <a:ext cx="2743200" cy="22860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1. Berwudhu sebelum ke masjid</a:t>
            </a:r>
            <a:endParaRPr lang="en-US" sz="950" dirty="0"/>
          </a:p>
        </p:txBody>
      </p:sp>
      <p:sp>
        <p:nvSpPr>
          <p:cNvPr id="13" name="Text 9"/>
          <p:cNvSpPr txBox="1"/>
          <p:nvPr/>
        </p:nvSpPr>
        <p:spPr>
          <a:xfrm>
            <a:off x="822960" y="2386584"/>
            <a:ext cx="2743200" cy="22860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2. Masuk dengan kaki kanan</a:t>
            </a:r>
            <a:endParaRPr lang="en-US" sz="950" dirty="0"/>
          </a:p>
        </p:txBody>
      </p:sp>
      <p:sp>
        <p:nvSpPr>
          <p:cNvPr id="14" name="Text 10"/>
          <p:cNvSpPr txBox="1"/>
          <p:nvPr/>
        </p:nvSpPr>
        <p:spPr>
          <a:xfrm>
            <a:off x="822960" y="2624328"/>
            <a:ext cx="2743200" cy="22860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3. Sholat tahiyatul masjid</a:t>
            </a:r>
            <a:endParaRPr lang="en-US" sz="950" dirty="0"/>
          </a:p>
        </p:txBody>
      </p:sp>
      <p:sp>
        <p:nvSpPr>
          <p:cNvPr id="15" name="Text 11"/>
          <p:cNvSpPr txBox="1"/>
          <p:nvPr/>
        </p:nvSpPr>
        <p:spPr>
          <a:xfrm>
            <a:off x="822960" y="2862072"/>
            <a:ext cx="2743200" cy="22860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4. Tidak bersuara keras</a:t>
            </a:r>
            <a:endParaRPr lang="en-US" sz="950" dirty="0"/>
          </a:p>
        </p:txBody>
      </p:sp>
      <p:sp>
        <p:nvSpPr>
          <p:cNvPr id="16" name="Text 12"/>
          <p:cNvSpPr txBox="1"/>
          <p:nvPr/>
        </p:nvSpPr>
        <p:spPr>
          <a:xfrm>
            <a:off x="822960" y="3099816"/>
            <a:ext cx="2743200" cy="228600"/>
          </a:xfrm>
          <a:prstGeom prst="rect">
            <a:avLst/>
          </a:prstGeom>
          <a:noFill/>
          <a:ln/>
        </p:spPr>
        <p:txBody>
          <a:bodyPr wrap="square" lIns="0" tIns="0" rIns="0" bIns="0" rtlCol="0" anchor="t"/>
          <a:lstStyle/>
          <a:p>
            <a:pPr indent="0" marL="0">
              <a:buNone/>
            </a:pPr>
            <a:r>
              <a:rPr lang="en-US" sz="950" dirty="0">
                <a:solidFill>
                  <a:srgbClr val="1E2A26"/>
                </a:solidFill>
                <a:latin typeface="Arial" pitchFamily="34" charset="0"/>
                <a:ea typeface="Arial" pitchFamily="34" charset="-122"/>
                <a:cs typeface="Arial" pitchFamily="34" charset="-120"/>
              </a:rPr>
              <a:t>5. Menjaga kebersihan</a:t>
            </a:r>
            <a:endParaRPr lang="en-US" sz="950" dirty="0"/>
          </a:p>
        </p:txBody>
      </p:sp>
      <p:sp>
        <p:nvSpPr>
          <p:cNvPr id="17" name="Shape 13"/>
          <p:cNvSpPr/>
          <p:nvPr/>
        </p:nvSpPr>
        <p:spPr>
          <a:xfrm>
            <a:off x="1188720" y="3429000"/>
            <a:ext cx="1828800" cy="960120"/>
          </a:xfrm>
          <a:prstGeom prst="rect">
            <a:avLst/>
          </a:prstGeom>
          <a:solidFill>
            <a:srgbClr val="A7CBEE"/>
          </a:solidFill>
          <a:ln w="12700">
            <a:solidFill>
              <a:srgbClr val="A7CBEE"/>
            </a:solidFill>
            <a:prstDash val="solid"/>
          </a:ln>
        </p:spPr>
      </p:sp>
      <p:sp>
        <p:nvSpPr>
          <p:cNvPr id="18" name="Shape 14"/>
          <p:cNvSpPr/>
          <p:nvPr/>
        </p:nvSpPr>
        <p:spPr>
          <a:xfrm>
            <a:off x="1325880" y="3840480"/>
            <a:ext cx="1005840" cy="548640"/>
          </a:xfrm>
          <a:prstGeom prst="triangle">
            <a:avLst/>
          </a:prstGeom>
          <a:solidFill>
            <a:srgbClr val="34A853"/>
          </a:solidFill>
          <a:ln/>
        </p:spPr>
      </p:sp>
      <p:sp>
        <p:nvSpPr>
          <p:cNvPr id="19" name="Shape 15"/>
          <p:cNvSpPr/>
          <p:nvPr/>
        </p:nvSpPr>
        <p:spPr>
          <a:xfrm>
            <a:off x="3931920" y="1252728"/>
            <a:ext cx="329184" cy="329184"/>
          </a:xfrm>
          <a:prstGeom prst="ellipse">
            <a:avLst/>
          </a:prstGeom>
          <a:solidFill>
            <a:srgbClr val="E53935"/>
          </a:solidFill>
          <a:ln/>
        </p:spPr>
      </p:sp>
      <p:sp>
        <p:nvSpPr>
          <p:cNvPr id="20" name="Text 16"/>
          <p:cNvSpPr txBox="1"/>
          <p:nvPr/>
        </p:nvSpPr>
        <p:spPr>
          <a:xfrm>
            <a:off x="3931920" y="12527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7"/>
          <p:cNvSpPr txBox="1"/>
          <p:nvPr/>
        </p:nvSpPr>
        <p:spPr>
          <a:xfrm>
            <a:off x="4389120" y="1188720"/>
            <a:ext cx="210312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Judul bab (Heading 1)</a:t>
            </a:r>
            <a:endParaRPr lang="en-US" sz="1400" dirty="0"/>
          </a:p>
        </p:txBody>
      </p:sp>
      <p:sp>
        <p:nvSpPr>
          <p:cNvPr id="22" name="Shape 18"/>
          <p:cNvSpPr/>
          <p:nvPr/>
        </p:nvSpPr>
        <p:spPr>
          <a:xfrm>
            <a:off x="3931920" y="1709928"/>
            <a:ext cx="329184" cy="329184"/>
          </a:xfrm>
          <a:prstGeom prst="ellipse">
            <a:avLst/>
          </a:prstGeom>
          <a:solidFill>
            <a:srgbClr val="E53935"/>
          </a:solidFill>
          <a:ln/>
        </p:spPr>
      </p:sp>
      <p:sp>
        <p:nvSpPr>
          <p:cNvPr id="23" name="Text 19"/>
          <p:cNvSpPr txBox="1"/>
          <p:nvPr/>
        </p:nvSpPr>
        <p:spPr>
          <a:xfrm>
            <a:off x="3931920" y="1709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0"/>
          <p:cNvSpPr txBox="1"/>
          <p:nvPr/>
        </p:nvSpPr>
        <p:spPr>
          <a:xfrm>
            <a:off x="4389120" y="1645920"/>
            <a:ext cx="210312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Pengertian singkat</a:t>
            </a:r>
            <a:endParaRPr lang="en-US" sz="1400" dirty="0"/>
          </a:p>
        </p:txBody>
      </p:sp>
      <p:sp>
        <p:nvSpPr>
          <p:cNvPr id="25" name="Shape 21"/>
          <p:cNvSpPr/>
          <p:nvPr/>
        </p:nvSpPr>
        <p:spPr>
          <a:xfrm>
            <a:off x="3931920" y="2441448"/>
            <a:ext cx="329184" cy="329184"/>
          </a:xfrm>
          <a:prstGeom prst="ellipse">
            <a:avLst/>
          </a:prstGeom>
          <a:solidFill>
            <a:srgbClr val="E53935"/>
          </a:solidFill>
          <a:ln/>
        </p:spPr>
      </p:sp>
      <p:sp>
        <p:nvSpPr>
          <p:cNvPr id="26" name="Text 22"/>
          <p:cNvSpPr txBox="1"/>
          <p:nvPr/>
        </p:nvSpPr>
        <p:spPr>
          <a:xfrm>
            <a:off x="3931920" y="24414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3"/>
          <p:cNvSpPr txBox="1"/>
          <p:nvPr/>
        </p:nvSpPr>
        <p:spPr>
          <a:xfrm>
            <a:off x="4389120" y="2377440"/>
            <a:ext cx="210312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Lima poin adab</a:t>
            </a:r>
            <a:endParaRPr lang="en-US" sz="1400" dirty="0"/>
          </a:p>
        </p:txBody>
      </p:sp>
      <p:sp>
        <p:nvSpPr>
          <p:cNvPr id="28" name="Shape 24"/>
          <p:cNvSpPr/>
          <p:nvPr/>
        </p:nvSpPr>
        <p:spPr>
          <a:xfrm>
            <a:off x="3931920" y="3675888"/>
            <a:ext cx="329184" cy="329184"/>
          </a:xfrm>
          <a:prstGeom prst="ellipse">
            <a:avLst/>
          </a:prstGeom>
          <a:solidFill>
            <a:srgbClr val="E53935"/>
          </a:solidFill>
          <a:ln/>
        </p:spPr>
      </p:sp>
      <p:sp>
        <p:nvSpPr>
          <p:cNvPr id="29" name="Text 25"/>
          <p:cNvSpPr txBox="1"/>
          <p:nvPr/>
        </p:nvSpPr>
        <p:spPr>
          <a:xfrm>
            <a:off x="3931920" y="3675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6"/>
          <p:cNvSpPr txBox="1"/>
          <p:nvPr/>
        </p:nvSpPr>
        <p:spPr>
          <a:xfrm>
            <a:off x="4389120" y="3611880"/>
            <a:ext cx="210312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Gambar atau tabel</a:t>
            </a:r>
            <a:endParaRPr lang="en-US" sz="1400" dirty="0"/>
          </a:p>
        </p:txBody>
      </p:sp>
      <p:sp>
        <p:nvSpPr>
          <p:cNvPr id="31" name="Shape 27"/>
          <p:cNvSpPr/>
          <p:nvPr/>
        </p:nvSpPr>
        <p:spPr>
          <a:xfrm>
            <a:off x="6492240" y="1097280"/>
            <a:ext cx="2194560" cy="3520440"/>
          </a:xfrm>
          <a:prstGeom prst="roundRect">
            <a:avLst>
              <a:gd name="adj" fmla="val 5000"/>
            </a:avLst>
          </a:prstGeom>
          <a:solidFill>
            <a:srgbClr val="FBF1D3"/>
          </a:solidFill>
          <a:ln w="12700">
            <a:solidFill>
              <a:srgbClr val="FBF1D3"/>
            </a:solidFill>
            <a:prstDash val="solid"/>
          </a:ln>
        </p:spPr>
      </p:sp>
      <p:sp>
        <p:nvSpPr>
          <p:cNvPr id="32" name="Text 28"/>
          <p:cNvSpPr txBox="1"/>
          <p:nvPr/>
        </p:nvSpPr>
        <p:spPr>
          <a:xfrm>
            <a:off x="6675120" y="1188720"/>
            <a:ext cx="1920240" cy="5486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Pembagian tugas kelompok</a:t>
            </a:r>
            <a:endParaRPr lang="en-US" sz="1400" dirty="0"/>
          </a:p>
        </p:txBody>
      </p:sp>
      <p:sp>
        <p:nvSpPr>
          <p:cNvPr id="33" name="Shape 29"/>
          <p:cNvSpPr/>
          <p:nvPr/>
        </p:nvSpPr>
        <p:spPr>
          <a:xfrm>
            <a:off x="6675120" y="1874520"/>
            <a:ext cx="274320" cy="274320"/>
          </a:xfrm>
          <a:prstGeom prst="ellipse">
            <a:avLst/>
          </a:prstGeom>
          <a:solidFill>
            <a:srgbClr val="1F7A5C"/>
          </a:solidFill>
          <a:ln/>
        </p:spPr>
      </p:sp>
      <p:sp>
        <p:nvSpPr>
          <p:cNvPr id="34" name="Text 30"/>
          <p:cNvSpPr txBox="1"/>
          <p:nvPr/>
        </p:nvSpPr>
        <p:spPr>
          <a:xfrm>
            <a:off x="7040880" y="1810512"/>
            <a:ext cx="155448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Penulis</a:t>
            </a:r>
            <a:endParaRPr lang="en-US" sz="1300" dirty="0"/>
          </a:p>
        </p:txBody>
      </p:sp>
      <p:sp>
        <p:nvSpPr>
          <p:cNvPr id="35" name="Shape 31"/>
          <p:cNvSpPr/>
          <p:nvPr/>
        </p:nvSpPr>
        <p:spPr>
          <a:xfrm>
            <a:off x="6675120" y="2514600"/>
            <a:ext cx="274320" cy="274320"/>
          </a:xfrm>
          <a:prstGeom prst="ellipse">
            <a:avLst/>
          </a:prstGeom>
          <a:solidFill>
            <a:srgbClr val="1F7A5C"/>
          </a:solidFill>
          <a:ln/>
        </p:spPr>
      </p:sp>
      <p:sp>
        <p:nvSpPr>
          <p:cNvPr id="36" name="Text 32"/>
          <p:cNvSpPr txBox="1"/>
          <p:nvPr/>
        </p:nvSpPr>
        <p:spPr>
          <a:xfrm>
            <a:off x="7040880" y="2450592"/>
            <a:ext cx="155448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Perapi format</a:t>
            </a:r>
            <a:endParaRPr lang="en-US" sz="1300" dirty="0"/>
          </a:p>
        </p:txBody>
      </p:sp>
      <p:sp>
        <p:nvSpPr>
          <p:cNvPr id="37" name="Shape 33"/>
          <p:cNvSpPr/>
          <p:nvPr/>
        </p:nvSpPr>
        <p:spPr>
          <a:xfrm>
            <a:off x="6675120" y="3154680"/>
            <a:ext cx="274320" cy="274320"/>
          </a:xfrm>
          <a:prstGeom prst="ellipse">
            <a:avLst/>
          </a:prstGeom>
          <a:solidFill>
            <a:srgbClr val="1F7A5C"/>
          </a:solidFill>
          <a:ln/>
        </p:spPr>
      </p:sp>
      <p:sp>
        <p:nvSpPr>
          <p:cNvPr id="38" name="Text 34"/>
          <p:cNvSpPr txBox="1"/>
          <p:nvPr/>
        </p:nvSpPr>
        <p:spPr>
          <a:xfrm>
            <a:off x="7040880" y="3090672"/>
            <a:ext cx="155448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Pencari gambar</a:t>
            </a:r>
            <a:endParaRPr lang="en-US" sz="1300" dirty="0"/>
          </a:p>
        </p:txBody>
      </p:sp>
      <p:sp>
        <p:nvSpPr>
          <p:cNvPr id="39" name="Shape 35"/>
          <p:cNvSpPr/>
          <p:nvPr/>
        </p:nvSpPr>
        <p:spPr>
          <a:xfrm>
            <a:off x="6675120" y="3794760"/>
            <a:ext cx="274320" cy="274320"/>
          </a:xfrm>
          <a:prstGeom prst="ellipse">
            <a:avLst/>
          </a:prstGeom>
          <a:solidFill>
            <a:srgbClr val="1F7A5C"/>
          </a:solidFill>
          <a:ln/>
        </p:spPr>
      </p:sp>
      <p:sp>
        <p:nvSpPr>
          <p:cNvPr id="40" name="Text 36"/>
          <p:cNvSpPr txBox="1"/>
          <p:nvPr/>
        </p:nvSpPr>
        <p:spPr>
          <a:xfrm>
            <a:off x="7040880" y="3730752"/>
            <a:ext cx="1554480" cy="41148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Pemeriksa ejaan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Adab Menulis Bersama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Lakukan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Menulis hanya di bagian bab kelompokmu</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Bermusyawarah sebelum mengubah</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Memakai gaya teks yang sama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Jangan</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Menghapus atau mengubah bab kelompok lain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Menggeser-geser halaman sembarangan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Menulis kata-kata yang tidak pantas</a:t>
            </a:r>
            <a:endParaRPr lang="en-US" sz="14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Buku Digital Adab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3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dokumen bersama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bab kelompok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Daftar isi dan pemeriksaan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Dokumen Bersama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 - Google Drive</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drive.google.com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Drive</a:t>
            </a:r>
            <a:endParaRPr lang="en-US" sz="1000" dirty="0"/>
          </a:p>
        </p:txBody>
      </p:sp>
      <p:sp>
        <p:nvSpPr>
          <p:cNvPr id="30" name="Shape 22"/>
          <p:cNvSpPr/>
          <p:nvPr/>
        </p:nvSpPr>
        <p:spPr>
          <a:xfrm>
            <a:off x="5218664" y="1732541"/>
            <a:ext cx="219456" cy="219456"/>
          </a:xfrm>
          <a:prstGeom prst="ellipse">
            <a:avLst/>
          </a:prstGeom>
          <a:solidFill>
            <a:srgbClr val="1F7A5C"/>
          </a:solidFill>
          <a:ln/>
        </p:spPr>
      </p:sp>
      <p:sp>
        <p:nvSpPr>
          <p:cNvPr id="31" name="Text 23"/>
          <p:cNvSpPr txBox="1"/>
          <p:nvPr/>
        </p:nvSpPr>
        <p:spPr>
          <a:xfrm>
            <a:off x="5218664" y="1732541"/>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32" name="Shape 24"/>
          <p:cNvSpPr/>
          <p:nvPr/>
        </p:nvSpPr>
        <p:spPr>
          <a:xfrm>
            <a:off x="697504" y="2061725"/>
            <a:ext cx="685800" cy="292608"/>
          </a:xfrm>
          <a:prstGeom prst="roundRect">
            <a:avLst>
              <a:gd name="adj" fmla="val 25000"/>
            </a:avLst>
          </a:prstGeom>
          <a:solidFill>
            <a:srgbClr val="FFFFFF"/>
          </a:solidFill>
          <a:ln w="9525">
            <a:solidFill>
              <a:srgbClr val="CCCCCC"/>
            </a:solidFill>
            <a:prstDash val="solid"/>
          </a:ln>
        </p:spPr>
      </p:sp>
      <p:sp>
        <p:nvSpPr>
          <p:cNvPr id="33" name="Text 25"/>
          <p:cNvSpPr txBox="1"/>
          <p:nvPr/>
        </p:nvSpPr>
        <p:spPr>
          <a:xfrm>
            <a:off x="697504" y="2061725"/>
            <a:ext cx="685800" cy="292608"/>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  New</a:t>
            </a:r>
            <a:endParaRPr lang="en-US" sz="900" dirty="0"/>
          </a:p>
        </p:txBody>
      </p:sp>
      <p:sp>
        <p:nvSpPr>
          <p:cNvPr id="34" name="Text 26"/>
          <p:cNvSpPr txBox="1"/>
          <p:nvPr/>
        </p:nvSpPr>
        <p:spPr>
          <a:xfrm>
            <a:off x="752368" y="24640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My Drive</a:t>
            </a:r>
            <a:endParaRPr lang="en-US" sz="750" dirty="0"/>
          </a:p>
        </p:txBody>
      </p:sp>
      <p:sp>
        <p:nvSpPr>
          <p:cNvPr id="35" name="Shape 27"/>
          <p:cNvSpPr/>
          <p:nvPr/>
        </p:nvSpPr>
        <p:spPr>
          <a:xfrm>
            <a:off x="660928" y="2692661"/>
            <a:ext cx="960120" cy="201168"/>
          </a:xfrm>
          <a:prstGeom prst="roundRect">
            <a:avLst>
              <a:gd name="adj" fmla="val 45455"/>
            </a:avLst>
          </a:prstGeom>
          <a:solidFill>
            <a:srgbClr val="C2E7FF"/>
          </a:solidFill>
          <a:ln w="12700">
            <a:solidFill>
              <a:srgbClr val="C2E7FF"/>
            </a:solidFill>
            <a:prstDash val="solid"/>
          </a:ln>
        </p:spPr>
      </p:sp>
      <p:sp>
        <p:nvSpPr>
          <p:cNvPr id="36" name="Text 28"/>
          <p:cNvSpPr txBox="1"/>
          <p:nvPr/>
        </p:nvSpPr>
        <p:spPr>
          <a:xfrm>
            <a:off x="752368" y="26926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Shared with me</a:t>
            </a:r>
            <a:endParaRPr lang="en-US" sz="750" dirty="0"/>
          </a:p>
        </p:txBody>
      </p:sp>
      <p:sp>
        <p:nvSpPr>
          <p:cNvPr id="37" name="Text 29"/>
          <p:cNvSpPr txBox="1"/>
          <p:nvPr/>
        </p:nvSpPr>
        <p:spPr>
          <a:xfrm>
            <a:off x="752368" y="29212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Recent</a:t>
            </a:r>
            <a:endParaRPr lang="en-US" sz="750" dirty="0"/>
          </a:p>
        </p:txBody>
      </p:sp>
      <p:sp>
        <p:nvSpPr>
          <p:cNvPr id="38" name="Text 30"/>
          <p:cNvSpPr txBox="1"/>
          <p:nvPr/>
        </p:nvSpPr>
        <p:spPr>
          <a:xfrm>
            <a:off x="752368" y="3149861"/>
            <a:ext cx="96012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Trash</a:t>
            </a:r>
            <a:endParaRPr lang="en-US" sz="750" dirty="0"/>
          </a:p>
        </p:txBody>
      </p:sp>
      <p:sp>
        <p:nvSpPr>
          <p:cNvPr id="39" name="Text 31"/>
          <p:cNvSpPr txBox="1"/>
          <p:nvPr/>
        </p:nvSpPr>
        <p:spPr>
          <a:xfrm>
            <a:off x="679216" y="3721064"/>
            <a:ext cx="1188720" cy="18288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Storage: 1 GB of 15 GB used</a:t>
            </a:r>
            <a:endParaRPr lang="en-US" sz="600" dirty="0"/>
          </a:p>
        </p:txBody>
      </p:sp>
      <p:sp>
        <p:nvSpPr>
          <p:cNvPr id="40" name="Text 32"/>
          <p:cNvSpPr txBox="1"/>
          <p:nvPr/>
        </p:nvSpPr>
        <p:spPr>
          <a:xfrm>
            <a:off x="1730776" y="2061725"/>
            <a:ext cx="3670767" cy="27432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Shared with me</a:t>
            </a:r>
            <a:endParaRPr lang="en-US" sz="1200" dirty="0"/>
          </a:p>
        </p:txBody>
      </p:sp>
      <p:sp>
        <p:nvSpPr>
          <p:cNvPr id="41" name="Text 33"/>
          <p:cNvSpPr txBox="1"/>
          <p:nvPr/>
        </p:nvSpPr>
        <p:spPr>
          <a:xfrm>
            <a:off x="1730776" y="2400053"/>
            <a:ext cx="1828800" cy="182880"/>
          </a:xfrm>
          <a:prstGeom prst="rect">
            <a:avLst/>
          </a:prstGeom>
          <a:noFill/>
          <a:ln/>
        </p:spPr>
        <p:txBody>
          <a:bodyPr wrap="square" lIns="0" tIns="0" rIns="0" bIns="0" rtlCol="0" anchor="t"/>
          <a:lstStyle/>
          <a:p>
            <a:pPr indent="0" marL="0">
              <a:buNone/>
            </a:pPr>
            <a:r>
              <a:rPr lang="en-US" sz="700" b="1" dirty="0">
                <a:solidFill>
                  <a:srgbClr val="555555"/>
                </a:solidFill>
                <a:latin typeface="Calibri" pitchFamily="34" charset="0"/>
                <a:ea typeface="Calibri" pitchFamily="34" charset="-122"/>
                <a:cs typeface="Calibri" pitchFamily="34" charset="-120"/>
              </a:rPr>
              <a:t>Name</a:t>
            </a:r>
            <a:endParaRPr lang="en-US" sz="700" dirty="0"/>
          </a:p>
        </p:txBody>
      </p:sp>
      <p:sp>
        <p:nvSpPr>
          <p:cNvPr id="42" name="Shape 34"/>
          <p:cNvSpPr/>
          <p:nvPr/>
        </p:nvSpPr>
        <p:spPr>
          <a:xfrm>
            <a:off x="1730776" y="2592077"/>
            <a:ext cx="3670767" cy="0"/>
          </a:xfrm>
          <a:prstGeom prst="line">
            <a:avLst/>
          </a:prstGeom>
          <a:noFill/>
          <a:ln w="6350">
            <a:solidFill>
              <a:srgbClr val="DDDDDD"/>
            </a:solidFill>
            <a:prstDash val="solid"/>
          </a:ln>
        </p:spPr>
      </p:sp>
      <p:pic>
        <p:nvPicPr>
          <p:cNvPr id="43" name="Image 6" descr="preencoded.png">    </p:cNvPr>
          <p:cNvPicPr>
            <a:picLocks noChangeAspect="1"/>
          </p:cNvPicPr>
          <p:nvPr/>
        </p:nvPicPr>
        <p:blipFill>
          <a:blip r:embed="rId7"/>
          <a:stretch>
            <a:fillRect/>
          </a:stretch>
        </p:blipFill>
        <p:spPr>
          <a:xfrm>
            <a:off x="1776496" y="2674373"/>
            <a:ext cx="137160" cy="137160"/>
          </a:xfrm>
          <a:prstGeom prst="rect">
            <a:avLst/>
          </a:prstGeom>
        </p:spPr>
      </p:pic>
      <p:sp>
        <p:nvSpPr>
          <p:cNvPr id="44" name="Text 35"/>
          <p:cNvSpPr txBox="1"/>
          <p:nvPr/>
        </p:nvSpPr>
        <p:spPr>
          <a:xfrm>
            <a:off x="2005096" y="2628653"/>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Kelas 1 Wustha</a:t>
            </a:r>
            <a:endParaRPr lang="en-US" sz="800" dirty="0"/>
          </a:p>
        </p:txBody>
      </p:sp>
      <p:pic>
        <p:nvPicPr>
          <p:cNvPr id="45" name="Image 7" descr="preencoded.png">    </p:cNvPr>
          <p:cNvPicPr>
            <a:picLocks noChangeAspect="1"/>
          </p:cNvPicPr>
          <p:nvPr/>
        </p:nvPicPr>
        <p:blipFill>
          <a:blip r:embed="rId8"/>
          <a:stretch>
            <a:fillRect/>
          </a:stretch>
        </p:blipFill>
        <p:spPr>
          <a:xfrm>
            <a:off x="1776496" y="2921261"/>
            <a:ext cx="137160" cy="137160"/>
          </a:xfrm>
          <a:prstGeom prst="rect">
            <a:avLst/>
          </a:prstGeom>
        </p:spPr>
      </p:pic>
      <p:sp>
        <p:nvSpPr>
          <p:cNvPr id="46" name="Text 36"/>
          <p:cNvSpPr txBox="1"/>
          <p:nvPr/>
        </p:nvSpPr>
        <p:spPr>
          <a:xfrm>
            <a:off x="2005096" y="2875541"/>
            <a:ext cx="3396447"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Buku Digital Adab Santri</a:t>
            </a:r>
            <a:endParaRPr lang="en-US" sz="800" dirty="0"/>
          </a:p>
        </p:txBody>
      </p:sp>
      <p:sp>
        <p:nvSpPr>
          <p:cNvPr id="47" name="Shape 37"/>
          <p:cNvSpPr/>
          <p:nvPr/>
        </p:nvSpPr>
        <p:spPr>
          <a:xfrm>
            <a:off x="642640" y="2674373"/>
            <a:ext cx="996696" cy="237744"/>
          </a:xfrm>
          <a:prstGeom prst="roundRect">
            <a:avLst>
              <a:gd name="adj" fmla="val 19231"/>
            </a:avLst>
          </a:prstGeom>
          <a:solidFill>
            <a:srgbClr val="FFFFFF">
              <a:alpha val="0"/>
            </a:srgbClr>
          </a:solidFill>
          <a:ln w="31750">
            <a:solidFill>
              <a:srgbClr val="E53935"/>
            </a:solidFill>
            <a:prstDash val="solid"/>
          </a:ln>
        </p:spPr>
      </p:sp>
      <p:sp>
        <p:nvSpPr>
          <p:cNvPr id="48" name="Shape 38"/>
          <p:cNvSpPr/>
          <p:nvPr/>
        </p:nvSpPr>
        <p:spPr>
          <a:xfrm>
            <a:off x="1502176" y="2537213"/>
            <a:ext cx="274320" cy="274320"/>
          </a:xfrm>
          <a:prstGeom prst="ellipse">
            <a:avLst/>
          </a:prstGeom>
          <a:solidFill>
            <a:srgbClr val="E53935"/>
          </a:solidFill>
          <a:ln w="12700">
            <a:solidFill>
              <a:srgbClr val="FFFFFF"/>
            </a:solidFill>
            <a:prstDash val="solid"/>
          </a:ln>
        </p:spPr>
      </p:sp>
      <p:sp>
        <p:nvSpPr>
          <p:cNvPr id="49" name="Text 39"/>
          <p:cNvSpPr txBox="1"/>
          <p:nvPr/>
        </p:nvSpPr>
        <p:spPr>
          <a:xfrm>
            <a:off x="1502176" y="25372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0" name="Image 8" descr="preencoded.png">    </p:cNvPr>
          <p:cNvPicPr>
            <a:picLocks noChangeAspect="1"/>
          </p:cNvPicPr>
          <p:nvPr/>
        </p:nvPicPr>
        <p:blipFill>
          <a:blip r:embed="rId9"/>
          <a:stretch>
            <a:fillRect/>
          </a:stretch>
        </p:blipFill>
        <p:spPr>
          <a:xfrm>
            <a:off x="1188994" y="2803304"/>
            <a:ext cx="237744" cy="237744"/>
          </a:xfrm>
          <a:prstGeom prst="rect">
            <a:avLst/>
          </a:prstGeom>
        </p:spPr>
      </p:pic>
      <p:sp>
        <p:nvSpPr>
          <p:cNvPr id="51" name="Shape 40"/>
          <p:cNvSpPr/>
          <p:nvPr/>
        </p:nvSpPr>
        <p:spPr>
          <a:xfrm>
            <a:off x="1712488" y="2857253"/>
            <a:ext cx="3707343" cy="265176"/>
          </a:xfrm>
          <a:prstGeom prst="roundRect">
            <a:avLst>
              <a:gd name="adj" fmla="val 17241"/>
            </a:avLst>
          </a:prstGeom>
          <a:solidFill>
            <a:srgbClr val="FFFFFF">
              <a:alpha val="0"/>
            </a:srgbClr>
          </a:solidFill>
          <a:ln w="31750">
            <a:solidFill>
              <a:srgbClr val="E53935"/>
            </a:solidFill>
            <a:prstDash val="solid"/>
          </a:ln>
        </p:spPr>
      </p:sp>
      <p:sp>
        <p:nvSpPr>
          <p:cNvPr id="52" name="Shape 41"/>
          <p:cNvSpPr/>
          <p:nvPr/>
        </p:nvSpPr>
        <p:spPr>
          <a:xfrm>
            <a:off x="5282672" y="2720093"/>
            <a:ext cx="274320" cy="274320"/>
          </a:xfrm>
          <a:prstGeom prst="ellipse">
            <a:avLst/>
          </a:prstGeom>
          <a:solidFill>
            <a:srgbClr val="E53935"/>
          </a:solidFill>
          <a:ln w="12700">
            <a:solidFill>
              <a:srgbClr val="FFFFFF"/>
            </a:solidFill>
            <a:prstDash val="solid"/>
          </a:ln>
        </p:spPr>
      </p:sp>
      <p:sp>
        <p:nvSpPr>
          <p:cNvPr id="53" name="Text 42"/>
          <p:cNvSpPr txBox="1"/>
          <p:nvPr/>
        </p:nvSpPr>
        <p:spPr>
          <a:xfrm>
            <a:off x="5282672" y="2720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4" name="Image 9" descr="preencoded.png">    </p:cNvPr>
          <p:cNvPicPr>
            <a:picLocks noChangeAspect="1"/>
          </p:cNvPicPr>
          <p:nvPr/>
        </p:nvPicPr>
        <p:blipFill>
          <a:blip r:embed="rId10"/>
          <a:stretch>
            <a:fillRect/>
          </a:stretch>
        </p:blipFill>
        <p:spPr>
          <a:xfrm>
            <a:off x="3749698" y="3001271"/>
            <a:ext cx="237744" cy="237744"/>
          </a:xfrm>
          <a:prstGeom prst="rect">
            <a:avLst/>
          </a:prstGeom>
        </p:spPr>
      </p:pic>
      <p:sp>
        <p:nvSpPr>
          <p:cNvPr id="55"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6"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Drive › Shared with me › buka buku</a:t>
            </a:r>
            <a:endParaRPr lang="en-US" sz="1800" dirty="0"/>
          </a:p>
        </p:txBody>
      </p:sp>
      <p:sp>
        <p:nvSpPr>
          <p:cNvPr id="57"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Masuk Google Drive dengan akun kelas. Klik Shared with me, lalu klik ganda Buku Digital Adab Santri.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Dokumen Bersama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Buku Digital</a:t>
            </a:r>
            <a:endParaRPr lang="en-US" sz="1400" dirty="0"/>
          </a:p>
        </p:txBody>
      </p:sp>
      <p:sp>
        <p:nvSpPr>
          <p:cNvPr id="70" name="Text 59"/>
          <p:cNvSpPr txBox="1"/>
          <p:nvPr/>
        </p:nvSpPr>
        <p:spPr>
          <a:xfrm>
            <a:off x="1554480" y="2932183"/>
            <a:ext cx="3017520" cy="257810"/>
          </a:xfrm>
          <a:prstGeom prst="rect">
            <a:avLst/>
          </a:prstGeom>
          <a:noFill/>
          <a:ln/>
        </p:spPr>
        <p:txBody>
          <a:bodyPr wrap="square" lIns="0" tIns="0" rIns="0" bIns="0" rtlCol="0" anchor="ctr"/>
          <a:lstStyle/>
          <a:p>
            <a:pPr algn="ctr" indent="0" marL="0">
              <a:buNone/>
            </a:pPr>
            <a:r>
              <a:rPr lang="en-US" sz="1400" b="1" dirty="0">
                <a:solidFill>
                  <a:srgbClr val="1E2A26"/>
                </a:solidFill>
                <a:latin typeface="Arial" pitchFamily="34" charset="0"/>
                <a:ea typeface="Arial" pitchFamily="34" charset="-122"/>
                <a:cs typeface="Arial" pitchFamily="34" charset="-120"/>
              </a:rPr>
              <a:t>Adab Santri</a:t>
            </a:r>
            <a:endParaRPr lang="en-US" sz="1400" dirty="0"/>
          </a:p>
        </p:txBody>
      </p:sp>
      <p:sp>
        <p:nvSpPr>
          <p:cNvPr id="71" name="Text 60"/>
          <p:cNvSpPr txBox="1"/>
          <p:nvPr/>
        </p:nvSpPr>
        <p:spPr>
          <a:xfrm>
            <a:off x="1554480" y="3235713"/>
            <a:ext cx="3017520" cy="147320"/>
          </a:xfrm>
          <a:prstGeom prst="rect">
            <a:avLst/>
          </a:prstGeom>
          <a:noFill/>
          <a:ln/>
        </p:spPr>
        <p:txBody>
          <a:bodyPr wrap="square" lIns="0" tIns="0" rIns="0" bIns="0" rtlCol="0" anchor="ctr"/>
          <a:lstStyle/>
          <a:p>
            <a:pPr algn="ctr" indent="0" marL="0">
              <a:buNone/>
            </a:pPr>
            <a:r>
              <a:rPr lang="en-US" sz="800" dirty="0">
                <a:solidFill>
                  <a:srgbClr val="1E2A26"/>
                </a:solidFill>
                <a:latin typeface="Arial" pitchFamily="34" charset="0"/>
                <a:ea typeface="Arial" pitchFamily="34" charset="-122"/>
                <a:cs typeface="Arial" pitchFamily="34" charset="-120"/>
              </a:rPr>
              <a:t>Disusun oleh Santri Kelas 1 Wustha</a:t>
            </a:r>
            <a:endParaRPr lang="en-US" sz="800" dirty="0"/>
          </a:p>
        </p:txBody>
      </p:sp>
      <p:sp>
        <p:nvSpPr>
          <p:cNvPr id="72" name="Text 61"/>
          <p:cNvSpPr txBox="1"/>
          <p:nvPr/>
        </p:nvSpPr>
        <p:spPr>
          <a:xfrm>
            <a:off x="1554480" y="3428753"/>
            <a:ext cx="3017520" cy="147320"/>
          </a:xfrm>
          <a:prstGeom prst="rect">
            <a:avLst/>
          </a:prstGeom>
          <a:noFill/>
          <a:ln/>
        </p:spPr>
        <p:txBody>
          <a:bodyPr wrap="square" lIns="0" tIns="0" rIns="0" bIns="0" rtlCol="0" anchor="ctr"/>
          <a:lstStyle/>
          <a:p>
            <a:pPr algn="ctr" indent="0" marL="0">
              <a:buNone/>
            </a:pPr>
            <a:r>
              <a:rPr lang="en-US" sz="800" b="1" dirty="0">
                <a:solidFill>
                  <a:srgbClr val="1E2A26"/>
                </a:solidFill>
                <a:latin typeface="Arial" pitchFamily="34" charset="0"/>
                <a:ea typeface="Arial" pitchFamily="34" charset="-122"/>
                <a:cs typeface="Arial" pitchFamily="34" charset="-120"/>
              </a:rPr>
              <a:t>Pondok Pesantren Wihdatul Ummah Poso</a:t>
            </a:r>
            <a:endParaRPr lang="en-US" sz="800" dirty="0"/>
          </a:p>
        </p:txBody>
      </p:sp>
      <p:sp>
        <p:nvSpPr>
          <p:cNvPr id="73" name="Shape 62"/>
          <p:cNvSpPr/>
          <p:nvPr/>
        </p:nvSpPr>
        <p:spPr>
          <a:xfrm>
            <a:off x="4212824" y="1723397"/>
            <a:ext cx="182880" cy="182880"/>
          </a:xfrm>
          <a:prstGeom prst="ellipse">
            <a:avLst/>
          </a:prstGeom>
          <a:solidFill>
            <a:srgbClr val="1F7A5C"/>
          </a:solidFill>
          <a:ln w="12700">
            <a:solidFill>
              <a:srgbClr val="FFFFFF"/>
            </a:solidFill>
            <a:prstDash val="solid"/>
          </a:ln>
        </p:spPr>
      </p:sp>
      <p:sp>
        <p:nvSpPr>
          <p:cNvPr id="74" name="Shape 63"/>
          <p:cNvSpPr/>
          <p:nvPr/>
        </p:nvSpPr>
        <p:spPr>
          <a:xfrm>
            <a:off x="4395704" y="1723397"/>
            <a:ext cx="182880" cy="182880"/>
          </a:xfrm>
          <a:prstGeom prst="ellipse">
            <a:avLst/>
          </a:prstGeom>
          <a:solidFill>
            <a:srgbClr val="D4A017"/>
          </a:solidFill>
          <a:ln w="12700">
            <a:solidFill>
              <a:srgbClr val="FFFFFF"/>
            </a:solidFill>
            <a:prstDash val="solid"/>
          </a:ln>
        </p:spPr>
      </p:sp>
      <p:sp>
        <p:nvSpPr>
          <p:cNvPr id="75" name="Shape 64"/>
          <p:cNvSpPr/>
          <p:nvPr/>
        </p:nvSpPr>
        <p:spPr>
          <a:xfrm>
            <a:off x="4578584" y="1723397"/>
            <a:ext cx="182880" cy="182880"/>
          </a:xfrm>
          <a:prstGeom prst="ellipse">
            <a:avLst/>
          </a:prstGeom>
          <a:solidFill>
            <a:srgbClr val="4285F4"/>
          </a:solidFill>
          <a:ln w="12700">
            <a:solidFill>
              <a:srgbClr val="FFFFFF"/>
            </a:solidFill>
            <a:prstDash val="solid"/>
          </a:ln>
        </p:spPr>
      </p:sp>
      <p:sp>
        <p:nvSpPr>
          <p:cNvPr id="76" name="Shape 65"/>
          <p:cNvSpPr/>
          <p:nvPr/>
        </p:nvSpPr>
        <p:spPr>
          <a:xfrm>
            <a:off x="4185392" y="1695965"/>
            <a:ext cx="603504" cy="237744"/>
          </a:xfrm>
          <a:prstGeom prst="roundRect">
            <a:avLst>
              <a:gd name="adj" fmla="val 19231"/>
            </a:avLst>
          </a:prstGeom>
          <a:solidFill>
            <a:srgbClr val="FFFFFF">
              <a:alpha val="0"/>
            </a:srgbClr>
          </a:solidFill>
          <a:ln w="31750">
            <a:solidFill>
              <a:srgbClr val="E53935"/>
            </a:solidFill>
            <a:prstDash val="solid"/>
          </a:ln>
        </p:spPr>
      </p:sp>
      <p:sp>
        <p:nvSpPr>
          <p:cNvPr id="77" name="Shape 66"/>
          <p:cNvSpPr/>
          <p:nvPr/>
        </p:nvSpPr>
        <p:spPr>
          <a:xfrm>
            <a:off x="4651736" y="1558805"/>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651736"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9" name="Image 9" descr="preencoded.png">    </p:cNvPr>
          <p:cNvPicPr>
            <a:picLocks noChangeAspect="1"/>
          </p:cNvPicPr>
          <p:nvPr/>
        </p:nvPicPr>
        <p:blipFill>
          <a:blip r:embed="rId10"/>
          <a:stretch>
            <a:fillRect/>
          </a:stretch>
        </p:blipFill>
        <p:spPr>
          <a:xfrm>
            <a:off x="4514576" y="1823981"/>
            <a:ext cx="237744" cy="237744"/>
          </a:xfrm>
          <a:prstGeom prst="rect">
            <a:avLst/>
          </a:prstGeom>
        </p:spPr>
      </p:pic>
      <p:sp>
        <p:nvSpPr>
          <p:cNvPr id="80"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1"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Pergi ke akhir dokumen</a:t>
            </a:r>
            <a:endParaRPr lang="en-US" sz="1800" dirty="0"/>
          </a:p>
        </p:txBody>
      </p:sp>
      <p:sp>
        <p:nvSpPr>
          <p:cNvPr id="82"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Ctrl + End untuk langsung ke bagian paling akhir dokumen.</a:t>
            </a:r>
            <a:endParaRPr lang="en-US" sz="1300" dirty="0"/>
          </a:p>
        </p:txBody>
      </p:sp>
      <p:sp>
        <p:nvSpPr>
          <p:cNvPr id="83" name="Shape 7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4"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85" name="Text 7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Lingkaran berwarna di pojok kanan atas = teman yang sedang membuka dokumen.</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Bab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...akhir bab sebelumnya.</a:t>
            </a:r>
            <a:endParaRPr lang="en-US" sz="800" dirty="0"/>
          </a:p>
        </p:txBody>
      </p:sp>
      <p:sp>
        <p:nvSpPr>
          <p:cNvPr id="70" name="Shape 59"/>
          <p:cNvSpPr/>
          <p:nvPr/>
        </p:nvSpPr>
        <p:spPr>
          <a:xfrm>
            <a:off x="2123968" y="2043437"/>
            <a:ext cx="1325880" cy="1463040"/>
          </a:xfrm>
          <a:prstGeom prst="rect">
            <a:avLst/>
          </a:prstGeom>
          <a:solidFill>
            <a:srgbClr val="FFFFFF"/>
          </a:solidFill>
          <a:ln w="9525">
            <a:solidFill>
              <a:srgbClr val="AAAAAA"/>
            </a:solidFill>
            <a:prstDash val="solid"/>
          </a:ln>
        </p:spPr>
      </p:sp>
      <p:sp>
        <p:nvSpPr>
          <p:cNvPr id="71" name="Text 60"/>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72" name="Text 61"/>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73" name="Shape 62"/>
          <p:cNvSpPr/>
          <p:nvPr/>
        </p:nvSpPr>
        <p:spPr>
          <a:xfrm>
            <a:off x="2160544" y="2564645"/>
            <a:ext cx="1252728" cy="0"/>
          </a:xfrm>
          <a:prstGeom prst="line">
            <a:avLst/>
          </a:prstGeom>
          <a:noFill/>
          <a:ln w="6350">
            <a:solidFill>
              <a:srgbClr val="DDDDDD"/>
            </a:solidFill>
            <a:prstDash val="solid"/>
          </a:ln>
        </p:spPr>
      </p:sp>
      <p:sp>
        <p:nvSpPr>
          <p:cNvPr id="74" name="Text 63"/>
          <p:cNvSpPr txBox="1"/>
          <p:nvPr/>
        </p:nvSpPr>
        <p:spPr>
          <a:xfrm>
            <a:off x="2233696" y="2674373"/>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Link</a:t>
            </a:r>
            <a:endParaRPr lang="en-US" sz="800" dirty="0"/>
          </a:p>
        </p:txBody>
      </p:sp>
      <p:sp>
        <p:nvSpPr>
          <p:cNvPr id="75" name="Shape 64"/>
          <p:cNvSpPr/>
          <p:nvPr/>
        </p:nvSpPr>
        <p:spPr>
          <a:xfrm>
            <a:off x="2160544" y="2966981"/>
            <a:ext cx="1252728" cy="0"/>
          </a:xfrm>
          <a:prstGeom prst="line">
            <a:avLst/>
          </a:prstGeom>
          <a:noFill/>
          <a:ln w="6350">
            <a:solidFill>
              <a:srgbClr val="DDDDDD"/>
            </a:solidFill>
            <a:prstDash val="solid"/>
          </a:ln>
        </p:spPr>
      </p:sp>
      <p:sp>
        <p:nvSpPr>
          <p:cNvPr id="76" name="Text 65"/>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Break           ›</a:t>
            </a:r>
            <a:endParaRPr lang="en-US" sz="800" dirty="0"/>
          </a:p>
        </p:txBody>
      </p:sp>
      <p:sp>
        <p:nvSpPr>
          <p:cNvPr id="77" name="Text 66"/>
          <p:cNvSpPr txBox="1"/>
          <p:nvPr/>
        </p:nvSpPr>
        <p:spPr>
          <a:xfrm>
            <a:off x="2233696" y="327787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of contents  ›</a:t>
            </a:r>
            <a:endParaRPr lang="en-US" sz="800" dirty="0"/>
          </a:p>
        </p:txBody>
      </p:sp>
      <p:sp>
        <p:nvSpPr>
          <p:cNvPr id="78" name="Shape 67"/>
          <p:cNvSpPr/>
          <p:nvPr/>
        </p:nvSpPr>
        <p:spPr>
          <a:xfrm>
            <a:off x="3449848" y="3076709"/>
            <a:ext cx="1188720" cy="457200"/>
          </a:xfrm>
          <a:prstGeom prst="rect">
            <a:avLst/>
          </a:prstGeom>
          <a:solidFill>
            <a:srgbClr val="FFFFFF"/>
          </a:solidFill>
          <a:ln w="9525">
            <a:solidFill>
              <a:srgbClr val="AAAAAA"/>
            </a:solidFill>
            <a:prstDash val="solid"/>
          </a:ln>
        </p:spPr>
      </p:sp>
      <p:sp>
        <p:nvSpPr>
          <p:cNvPr id="79" name="Text 68"/>
          <p:cNvSpPr txBox="1"/>
          <p:nvPr/>
        </p:nvSpPr>
        <p:spPr>
          <a:xfrm>
            <a:off x="3559576" y="310414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Page break</a:t>
            </a:r>
            <a:endParaRPr lang="en-US" sz="800" dirty="0"/>
          </a:p>
        </p:txBody>
      </p:sp>
      <p:sp>
        <p:nvSpPr>
          <p:cNvPr id="80" name="Text 69"/>
          <p:cNvSpPr txBox="1"/>
          <p:nvPr/>
        </p:nvSpPr>
        <p:spPr>
          <a:xfrm>
            <a:off x="3559576" y="330530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Section break</a:t>
            </a:r>
            <a:endParaRPr lang="en-US" sz="800" dirty="0"/>
          </a:p>
        </p:txBody>
      </p:sp>
      <p:sp>
        <p:nvSpPr>
          <p:cNvPr id="81" name="Shape 70"/>
          <p:cNvSpPr/>
          <p:nvPr/>
        </p:nvSpPr>
        <p:spPr>
          <a:xfrm>
            <a:off x="2142256" y="3058421"/>
            <a:ext cx="1289304" cy="228600"/>
          </a:xfrm>
          <a:prstGeom prst="roundRect">
            <a:avLst>
              <a:gd name="adj" fmla="val 20000"/>
            </a:avLst>
          </a:prstGeom>
          <a:solidFill>
            <a:srgbClr val="FFFFFF">
              <a:alpha val="0"/>
            </a:srgbClr>
          </a:solidFill>
          <a:ln w="31750">
            <a:solidFill>
              <a:srgbClr val="E53935"/>
            </a:solidFill>
            <a:prstDash val="solid"/>
          </a:ln>
        </p:spPr>
      </p:sp>
      <p:sp>
        <p:nvSpPr>
          <p:cNvPr id="82" name="Shape 71"/>
          <p:cNvSpPr/>
          <p:nvPr/>
        </p:nvSpPr>
        <p:spPr>
          <a:xfrm>
            <a:off x="3294400" y="2921261"/>
            <a:ext cx="274320" cy="274320"/>
          </a:xfrm>
          <a:prstGeom prst="ellipse">
            <a:avLst/>
          </a:prstGeom>
          <a:solidFill>
            <a:srgbClr val="E53935"/>
          </a:solidFill>
          <a:ln w="12700">
            <a:solidFill>
              <a:srgbClr val="FFFFFF"/>
            </a:solidFill>
            <a:prstDash val="solid"/>
          </a:ln>
        </p:spPr>
      </p:sp>
      <p:sp>
        <p:nvSpPr>
          <p:cNvPr id="83" name="Text 72"/>
          <p:cNvSpPr txBox="1"/>
          <p:nvPr/>
        </p:nvSpPr>
        <p:spPr>
          <a:xfrm>
            <a:off x="3294400" y="29212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4" name="Image 9" descr="preencoded.png">    </p:cNvPr>
          <p:cNvPicPr>
            <a:picLocks noChangeAspect="1"/>
          </p:cNvPicPr>
          <p:nvPr/>
        </p:nvPicPr>
        <p:blipFill>
          <a:blip r:embed="rId10"/>
          <a:stretch>
            <a:fillRect/>
          </a:stretch>
        </p:blipFill>
        <p:spPr>
          <a:xfrm>
            <a:off x="2849545" y="3182322"/>
            <a:ext cx="237744" cy="237744"/>
          </a:xfrm>
          <a:prstGeom prst="rect">
            <a:avLst/>
          </a:prstGeom>
        </p:spPr>
      </p:pic>
      <p:sp>
        <p:nvSpPr>
          <p:cNvPr id="85" name="Shape 73"/>
          <p:cNvSpPr/>
          <p:nvPr/>
        </p:nvSpPr>
        <p:spPr>
          <a:xfrm>
            <a:off x="3468136" y="3085853"/>
            <a:ext cx="1152144" cy="228600"/>
          </a:xfrm>
          <a:prstGeom prst="roundRect">
            <a:avLst>
              <a:gd name="adj" fmla="val 20000"/>
            </a:avLst>
          </a:prstGeom>
          <a:solidFill>
            <a:srgbClr val="FFFFFF">
              <a:alpha val="0"/>
            </a:srgbClr>
          </a:solidFill>
          <a:ln w="31750">
            <a:solidFill>
              <a:srgbClr val="E53935"/>
            </a:solidFill>
            <a:prstDash val="solid"/>
          </a:ln>
        </p:spPr>
      </p:sp>
      <p:sp>
        <p:nvSpPr>
          <p:cNvPr id="86" name="Shape 74"/>
          <p:cNvSpPr/>
          <p:nvPr/>
        </p:nvSpPr>
        <p:spPr>
          <a:xfrm>
            <a:off x="4483120" y="2948693"/>
            <a:ext cx="274320" cy="274320"/>
          </a:xfrm>
          <a:prstGeom prst="ellipse">
            <a:avLst/>
          </a:prstGeom>
          <a:solidFill>
            <a:srgbClr val="E53935"/>
          </a:solidFill>
          <a:ln w="12700">
            <a:solidFill>
              <a:srgbClr val="FFFFFF"/>
            </a:solidFill>
            <a:prstDash val="solid"/>
          </a:ln>
        </p:spPr>
      </p:sp>
      <p:sp>
        <p:nvSpPr>
          <p:cNvPr id="87" name="Text 75"/>
          <p:cNvSpPr txBox="1"/>
          <p:nvPr/>
        </p:nvSpPr>
        <p:spPr>
          <a:xfrm>
            <a:off x="4483120" y="29486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8" name="Image 10" descr="preencoded.png">    </p:cNvPr>
          <p:cNvPicPr>
            <a:picLocks noChangeAspect="1"/>
          </p:cNvPicPr>
          <p:nvPr/>
        </p:nvPicPr>
        <p:blipFill>
          <a:blip r:embed="rId11"/>
          <a:stretch>
            <a:fillRect/>
          </a:stretch>
        </p:blipFill>
        <p:spPr>
          <a:xfrm>
            <a:off x="4099987" y="3209754"/>
            <a:ext cx="237744" cy="237744"/>
          </a:xfrm>
          <a:prstGeom prst="rect">
            <a:avLst/>
          </a:prstGeom>
        </p:spPr>
      </p:pic>
      <p:sp>
        <p:nvSpPr>
          <p:cNvPr id="89" name="Text 7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0" name="Text 7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Break › Page break</a:t>
            </a:r>
            <a:endParaRPr lang="en-US" sz="1800" dirty="0"/>
          </a:p>
        </p:txBody>
      </p:sp>
      <p:sp>
        <p:nvSpPr>
          <p:cNvPr id="91" name="Text 7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akhir dokumen, klik menu Insert › Break › Page break. Halaman baru untuk bab kelompokmu akan muncul.</a:t>
            </a:r>
            <a:endParaRPr lang="en-US" sz="1300" dirty="0"/>
          </a:p>
        </p:txBody>
      </p:sp>
      <p:sp>
        <p:nvSpPr>
          <p:cNvPr id="92" name="Shape 7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3"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4" name="Text 8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Ctrl + Enter.</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Bab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Shape 58"/>
          <p:cNvSpPr/>
          <p:nvPr/>
        </p:nvSpPr>
        <p:spPr>
          <a:xfrm>
            <a:off x="1554480" y="2628653"/>
            <a:ext cx="1508760" cy="147320"/>
          </a:xfrm>
          <a:prstGeom prst="rect">
            <a:avLst/>
          </a:prstGeom>
          <a:solidFill>
            <a:srgbClr val="C2E7FF"/>
          </a:solidFill>
          <a:ln w="12700">
            <a:solidFill>
              <a:srgbClr val="C2E7FF"/>
            </a:solidFill>
            <a:prstDash val="solid"/>
          </a:ln>
        </p:spPr>
      </p:sp>
      <p:sp>
        <p:nvSpPr>
          <p:cNvPr id="70" name="Text 59"/>
          <p:cNvSpPr txBox="1"/>
          <p:nvPr/>
        </p:nvSpPr>
        <p:spPr>
          <a:xfrm>
            <a:off x="1554480" y="2628653"/>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Bab 3: Adab di Masjid</a:t>
            </a:r>
            <a:endParaRPr lang="en-US" sz="800" dirty="0"/>
          </a:p>
        </p:txBody>
      </p:sp>
      <p:sp>
        <p:nvSpPr>
          <p:cNvPr id="71" name="Shape 60"/>
          <p:cNvSpPr/>
          <p:nvPr/>
        </p:nvSpPr>
        <p:spPr>
          <a:xfrm>
            <a:off x="1273576" y="2299469"/>
            <a:ext cx="1188720" cy="914400"/>
          </a:xfrm>
          <a:prstGeom prst="rect">
            <a:avLst/>
          </a:prstGeom>
          <a:solidFill>
            <a:srgbClr val="FFFFFF"/>
          </a:solidFill>
          <a:ln w="9525">
            <a:solidFill>
              <a:srgbClr val="AAAAAA"/>
            </a:solidFill>
            <a:prstDash val="solid"/>
          </a:ln>
        </p:spPr>
      </p:sp>
      <p:sp>
        <p:nvSpPr>
          <p:cNvPr id="72" name="Text 61"/>
          <p:cNvSpPr txBox="1"/>
          <p:nvPr/>
        </p:nvSpPr>
        <p:spPr>
          <a:xfrm>
            <a:off x="1365016" y="2336045"/>
            <a:ext cx="1115568" cy="201168"/>
          </a:xfrm>
          <a:prstGeom prst="rect">
            <a:avLst/>
          </a:prstGeom>
          <a:noFill/>
          <a:ln/>
        </p:spPr>
        <p:txBody>
          <a:bodyPr wrap="square" lIns="0" tIns="0" rIns="0" bIns="0" rtlCol="0" anchor="ctr"/>
          <a:lstStyle/>
          <a:p>
            <a:pPr indent="0" marL="0">
              <a:buNone/>
            </a:pPr>
            <a:r>
              <a:rPr lang="en-US" sz="800" dirty="0">
                <a:solidFill>
                  <a:srgbClr val="1E2A26"/>
                </a:solidFill>
                <a:latin typeface="Arial" pitchFamily="34" charset="0"/>
                <a:ea typeface="Arial" pitchFamily="34" charset="-122"/>
                <a:cs typeface="Arial" pitchFamily="34" charset="-120"/>
              </a:rPr>
              <a:t>Normal text</a:t>
            </a:r>
            <a:endParaRPr lang="en-US" sz="800" dirty="0"/>
          </a:p>
        </p:txBody>
      </p:sp>
      <p:sp>
        <p:nvSpPr>
          <p:cNvPr id="73" name="Text 62"/>
          <p:cNvSpPr txBox="1"/>
          <p:nvPr/>
        </p:nvSpPr>
        <p:spPr>
          <a:xfrm>
            <a:off x="1365016" y="2546357"/>
            <a:ext cx="1115568" cy="20116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Title</a:t>
            </a:r>
            <a:endParaRPr lang="en-US" sz="1200" dirty="0"/>
          </a:p>
        </p:txBody>
      </p:sp>
      <p:sp>
        <p:nvSpPr>
          <p:cNvPr id="74" name="Text 63"/>
          <p:cNvSpPr txBox="1"/>
          <p:nvPr/>
        </p:nvSpPr>
        <p:spPr>
          <a:xfrm>
            <a:off x="1365016" y="2756669"/>
            <a:ext cx="1115568" cy="201168"/>
          </a:xfrm>
          <a:prstGeom prst="rect">
            <a:avLst/>
          </a:prstGeom>
          <a:noFill/>
          <a:ln/>
        </p:spPr>
        <p:txBody>
          <a:bodyPr wrap="square" lIns="0" tIns="0" rIns="0" bIns="0" rtlCol="0" anchor="ctr"/>
          <a:lstStyle/>
          <a:p>
            <a:pPr indent="0" marL="0">
              <a:buNone/>
            </a:pPr>
            <a:r>
              <a:rPr lang="en-US" sz="1000" b="1" dirty="0">
                <a:solidFill>
                  <a:srgbClr val="1E2A26"/>
                </a:solidFill>
                <a:latin typeface="Arial" pitchFamily="34" charset="0"/>
                <a:ea typeface="Arial" pitchFamily="34" charset="-122"/>
                <a:cs typeface="Arial" pitchFamily="34" charset="-120"/>
              </a:rPr>
              <a:t>Heading 1</a:t>
            </a:r>
            <a:endParaRPr lang="en-US" sz="1000" dirty="0"/>
          </a:p>
        </p:txBody>
      </p:sp>
      <p:sp>
        <p:nvSpPr>
          <p:cNvPr id="75" name="Text 64"/>
          <p:cNvSpPr txBox="1"/>
          <p:nvPr/>
        </p:nvSpPr>
        <p:spPr>
          <a:xfrm>
            <a:off x="1365016" y="2966981"/>
            <a:ext cx="1115568" cy="201168"/>
          </a:xfrm>
          <a:prstGeom prst="rect">
            <a:avLst/>
          </a:prstGeom>
          <a:noFill/>
          <a:ln/>
        </p:spPr>
        <p:txBody>
          <a:bodyPr wrap="square" lIns="0" tIns="0" rIns="0" bIns="0" rtlCol="0" anchor="ctr"/>
          <a:lstStyle/>
          <a:p>
            <a:pPr indent="0" marL="0">
              <a:buNone/>
            </a:pPr>
            <a:r>
              <a:rPr lang="en-US" sz="900" b="1" dirty="0">
                <a:solidFill>
                  <a:srgbClr val="1E2A26"/>
                </a:solidFill>
                <a:latin typeface="Arial" pitchFamily="34" charset="0"/>
                <a:ea typeface="Arial" pitchFamily="34" charset="-122"/>
                <a:cs typeface="Arial" pitchFamily="34" charset="-120"/>
              </a:rPr>
              <a:t>Heading 2</a:t>
            </a:r>
            <a:endParaRPr lang="en-US" sz="900" dirty="0"/>
          </a:p>
        </p:txBody>
      </p:sp>
      <p:sp>
        <p:nvSpPr>
          <p:cNvPr id="76" name="Shape 65"/>
          <p:cNvSpPr/>
          <p:nvPr/>
        </p:nvSpPr>
        <p:spPr>
          <a:xfrm>
            <a:off x="1255288" y="2080013"/>
            <a:ext cx="722376" cy="219456"/>
          </a:xfrm>
          <a:prstGeom prst="roundRect">
            <a:avLst>
              <a:gd name="adj" fmla="val 20833"/>
            </a:avLst>
          </a:prstGeom>
          <a:solidFill>
            <a:srgbClr val="FFFFFF">
              <a:alpha val="0"/>
            </a:srgbClr>
          </a:solidFill>
          <a:ln w="31750">
            <a:solidFill>
              <a:srgbClr val="E53935"/>
            </a:solidFill>
            <a:prstDash val="solid"/>
          </a:ln>
        </p:spPr>
      </p:sp>
      <p:sp>
        <p:nvSpPr>
          <p:cNvPr id="77" name="Shape 66"/>
          <p:cNvSpPr/>
          <p:nvPr/>
        </p:nvSpPr>
        <p:spPr>
          <a:xfrm>
            <a:off x="1840504" y="1942853"/>
            <a:ext cx="274320" cy="274320"/>
          </a:xfrm>
          <a:prstGeom prst="ellipse">
            <a:avLst/>
          </a:prstGeom>
          <a:solidFill>
            <a:srgbClr val="E53935"/>
          </a:solidFill>
          <a:ln w="12700">
            <a:solidFill>
              <a:srgbClr val="FFFFFF"/>
            </a:solidFill>
            <a:prstDash val="solid"/>
          </a:ln>
        </p:spPr>
      </p:sp>
      <p:sp>
        <p:nvSpPr>
          <p:cNvPr id="78" name="Text 67"/>
          <p:cNvSpPr txBox="1"/>
          <p:nvPr/>
        </p:nvSpPr>
        <p:spPr>
          <a:xfrm>
            <a:off x="1840504" y="19428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9" name="Image 9" descr="preencoded.png">    </p:cNvPr>
          <p:cNvPicPr>
            <a:picLocks noChangeAspect="1"/>
          </p:cNvPicPr>
          <p:nvPr/>
        </p:nvPicPr>
        <p:blipFill>
          <a:blip r:embed="rId10"/>
          <a:stretch>
            <a:fillRect/>
          </a:stretch>
        </p:blipFill>
        <p:spPr>
          <a:xfrm>
            <a:off x="1650766" y="2198885"/>
            <a:ext cx="237744" cy="237744"/>
          </a:xfrm>
          <a:prstGeom prst="rect">
            <a:avLst/>
          </a:prstGeom>
        </p:spPr>
      </p:pic>
      <p:sp>
        <p:nvSpPr>
          <p:cNvPr id="80" name="Shape 68"/>
          <p:cNvSpPr/>
          <p:nvPr/>
        </p:nvSpPr>
        <p:spPr>
          <a:xfrm>
            <a:off x="1291864" y="2738381"/>
            <a:ext cx="1152144" cy="237744"/>
          </a:xfrm>
          <a:prstGeom prst="roundRect">
            <a:avLst>
              <a:gd name="adj" fmla="val 19231"/>
            </a:avLst>
          </a:prstGeom>
          <a:solidFill>
            <a:srgbClr val="FFFFFF">
              <a:alpha val="0"/>
            </a:srgbClr>
          </a:solidFill>
          <a:ln w="31750">
            <a:solidFill>
              <a:srgbClr val="E53935"/>
            </a:solidFill>
            <a:prstDash val="solid"/>
          </a:ln>
        </p:spPr>
      </p:sp>
      <p:sp>
        <p:nvSpPr>
          <p:cNvPr id="81" name="Shape 69"/>
          <p:cNvSpPr/>
          <p:nvPr/>
        </p:nvSpPr>
        <p:spPr>
          <a:xfrm>
            <a:off x="2306848" y="2601221"/>
            <a:ext cx="274320" cy="274320"/>
          </a:xfrm>
          <a:prstGeom prst="ellipse">
            <a:avLst/>
          </a:prstGeom>
          <a:solidFill>
            <a:srgbClr val="E53935"/>
          </a:solidFill>
          <a:ln w="12700">
            <a:solidFill>
              <a:srgbClr val="FFFFFF"/>
            </a:solidFill>
            <a:prstDash val="solid"/>
          </a:ln>
        </p:spPr>
      </p:sp>
      <p:sp>
        <p:nvSpPr>
          <p:cNvPr id="82" name="Text 70"/>
          <p:cNvSpPr txBox="1"/>
          <p:nvPr/>
        </p:nvSpPr>
        <p:spPr>
          <a:xfrm>
            <a:off x="2306848"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3" name="Image 10" descr="preencoded.png">    </p:cNvPr>
          <p:cNvPicPr>
            <a:picLocks noChangeAspect="1"/>
          </p:cNvPicPr>
          <p:nvPr/>
        </p:nvPicPr>
        <p:blipFill>
          <a:blip r:embed="rId11"/>
          <a:stretch>
            <a:fillRect/>
          </a:stretch>
        </p:blipFill>
        <p:spPr>
          <a:xfrm>
            <a:off x="1923715" y="2867312"/>
            <a:ext cx="237744" cy="237744"/>
          </a:xfrm>
          <a:prstGeom prst="rect">
            <a:avLst/>
          </a:prstGeom>
        </p:spPr>
      </p:pic>
      <p:sp>
        <p:nvSpPr>
          <p:cNvPr id="84" name="Text 7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5" name="Text 7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judul bab dengan gaya Heading 1</a:t>
            </a:r>
            <a:endParaRPr lang="en-US" sz="1800" dirty="0"/>
          </a:p>
        </p:txBody>
      </p:sp>
      <p:sp>
        <p:nvSpPr>
          <p:cNvPr id="86" name="Text 7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judul bab, misalnya Bab 3: Adab di Masjid. Blok, lalu pilih gaya Heading 1.</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Bab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Bab 3: Adab di Masjid</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Masjid adalah rumah Allah yang harus dimuliakan.</a:t>
            </a:r>
            <a:endParaRPr lang="en-US" sz="800" dirty="0"/>
          </a:p>
        </p:txBody>
      </p:sp>
      <p:sp>
        <p:nvSpPr>
          <p:cNvPr id="71" name="Text 60"/>
          <p:cNvSpPr txBox="1"/>
          <p:nvPr/>
        </p:nvSpPr>
        <p:spPr>
          <a:xfrm>
            <a:off x="1645920" y="306997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Berwudhu sebelum ke masjid</a:t>
            </a:r>
            <a:endParaRPr lang="en-US" sz="750" dirty="0"/>
          </a:p>
        </p:txBody>
      </p:sp>
      <p:sp>
        <p:nvSpPr>
          <p:cNvPr id="72" name="Text 61"/>
          <p:cNvSpPr txBox="1"/>
          <p:nvPr/>
        </p:nvSpPr>
        <p:spPr>
          <a:xfrm>
            <a:off x="1645920" y="321723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Masuk dengan kaki kanan</a:t>
            </a:r>
            <a:endParaRPr lang="en-US" sz="750" dirty="0"/>
          </a:p>
        </p:txBody>
      </p:sp>
      <p:sp>
        <p:nvSpPr>
          <p:cNvPr id="73" name="Text 62"/>
          <p:cNvSpPr txBox="1"/>
          <p:nvPr/>
        </p:nvSpPr>
        <p:spPr>
          <a:xfrm>
            <a:off x="1645920" y="336449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Sholat tahiyatul masjid</a:t>
            </a:r>
            <a:endParaRPr lang="en-US" sz="750" dirty="0"/>
          </a:p>
        </p:txBody>
      </p:sp>
      <p:sp>
        <p:nvSpPr>
          <p:cNvPr id="74" name="Text 63"/>
          <p:cNvSpPr txBox="1"/>
          <p:nvPr/>
        </p:nvSpPr>
        <p:spPr>
          <a:xfrm>
            <a:off x="1645920" y="351174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Tidak bersuara keras</a:t>
            </a:r>
            <a:endParaRPr lang="en-US" sz="750" dirty="0"/>
          </a:p>
        </p:txBody>
      </p:sp>
      <p:sp>
        <p:nvSpPr>
          <p:cNvPr id="75" name="Text 64"/>
          <p:cNvSpPr txBox="1"/>
          <p:nvPr/>
        </p:nvSpPr>
        <p:spPr>
          <a:xfrm>
            <a:off x="1645920" y="365900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Menjaga kebersihan</a:t>
            </a:r>
            <a:endParaRPr lang="en-US" sz="750" dirty="0"/>
          </a:p>
        </p:txBody>
      </p:sp>
      <p:sp>
        <p:nvSpPr>
          <p:cNvPr id="76" name="Shape 65"/>
          <p:cNvSpPr/>
          <p:nvPr/>
        </p:nvSpPr>
        <p:spPr>
          <a:xfrm>
            <a:off x="1527048" y="2849506"/>
            <a:ext cx="3072384" cy="975043"/>
          </a:xfrm>
          <a:prstGeom prst="roundRect">
            <a:avLst>
              <a:gd name="adj" fmla="val 4689"/>
            </a:avLst>
          </a:prstGeom>
          <a:solidFill>
            <a:srgbClr val="FFFFFF">
              <a:alpha val="0"/>
            </a:srgbClr>
          </a:solidFill>
          <a:ln w="31750">
            <a:solidFill>
              <a:srgbClr val="E53935"/>
            </a:solidFill>
            <a:prstDash val="solid"/>
          </a:ln>
        </p:spPr>
      </p:sp>
      <p:sp>
        <p:nvSpPr>
          <p:cNvPr id="77" name="Shape 66"/>
          <p:cNvSpPr/>
          <p:nvPr/>
        </p:nvSpPr>
        <p:spPr>
          <a:xfrm>
            <a:off x="4462272" y="2712346"/>
            <a:ext cx="274320" cy="274320"/>
          </a:xfrm>
          <a:prstGeom prst="ellipse">
            <a:avLst/>
          </a:prstGeom>
          <a:solidFill>
            <a:srgbClr val="E53935"/>
          </a:solidFill>
          <a:ln w="12700">
            <a:solidFill>
              <a:srgbClr val="FFFFFF"/>
            </a:solidFill>
            <a:prstDash val="solid"/>
          </a:ln>
        </p:spPr>
      </p:sp>
      <p:sp>
        <p:nvSpPr>
          <p:cNvPr id="78" name="Text 6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9" name="Image 9" descr="preencoded.png">    </p:cNvPr>
          <p:cNvPicPr>
            <a:picLocks noChangeAspect="1"/>
          </p:cNvPicPr>
          <p:nvPr/>
        </p:nvPicPr>
        <p:blipFill>
          <a:blip r:embed="rId10"/>
          <a:stretch>
            <a:fillRect/>
          </a:stretch>
        </p:blipFill>
        <p:spPr>
          <a:xfrm>
            <a:off x="3214116" y="3383036"/>
            <a:ext cx="237744" cy="237744"/>
          </a:xfrm>
          <a:prstGeom prst="rect">
            <a:avLst/>
          </a:prstGeom>
        </p:spPr>
      </p:pic>
      <p:sp>
        <p:nvSpPr>
          <p:cNvPr id="80"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81"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pengertian dan 5 poin adab</a:t>
            </a:r>
            <a:endParaRPr lang="en-US" sz="1800" dirty="0"/>
          </a:p>
        </p:txBody>
      </p:sp>
      <p:sp>
        <p:nvSpPr>
          <p:cNvPr id="82"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Enter, kembalikan ke Normal text. Tulis 2–3 kalimat pengertian, lalu 5 poin adab dengan daftar bernomor.</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Menulis Bab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Bab 3: Adab di Masjid</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Berwudhu sebelum ke masjid</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Masuk dengan kaki kanan</a:t>
            </a:r>
            <a:endParaRPr lang="en-US" sz="750" dirty="0"/>
          </a:p>
        </p:txBody>
      </p:sp>
      <p:sp>
        <p:nvSpPr>
          <p:cNvPr id="72" name="Shape 61"/>
          <p:cNvSpPr/>
          <p:nvPr/>
        </p:nvSpPr>
        <p:spPr>
          <a:xfrm>
            <a:off x="2514600" y="3171451"/>
            <a:ext cx="1097280" cy="731520"/>
          </a:xfrm>
          <a:prstGeom prst="rect">
            <a:avLst/>
          </a:prstGeom>
          <a:solidFill>
            <a:srgbClr val="A7CBEE"/>
          </a:solidFill>
          <a:ln w="12700">
            <a:solidFill>
              <a:srgbClr val="A7CBEE"/>
            </a:solidFill>
            <a:prstDash val="solid"/>
          </a:ln>
        </p:spPr>
      </p:sp>
      <p:sp>
        <p:nvSpPr>
          <p:cNvPr id="73" name="Shape 62"/>
          <p:cNvSpPr/>
          <p:nvPr/>
        </p:nvSpPr>
        <p:spPr>
          <a:xfrm>
            <a:off x="3246120" y="3281179"/>
            <a:ext cx="182880" cy="182880"/>
          </a:xfrm>
          <a:prstGeom prst="ellipse">
            <a:avLst/>
          </a:prstGeom>
          <a:solidFill>
            <a:srgbClr val="FBBC05"/>
          </a:solidFill>
          <a:ln/>
        </p:spPr>
      </p:sp>
      <p:sp>
        <p:nvSpPr>
          <p:cNvPr id="74" name="Shape 63"/>
          <p:cNvSpPr/>
          <p:nvPr/>
        </p:nvSpPr>
        <p:spPr>
          <a:xfrm>
            <a:off x="2606040" y="3491491"/>
            <a:ext cx="640080" cy="411480"/>
          </a:xfrm>
          <a:prstGeom prst="triangle">
            <a:avLst/>
          </a:prstGeom>
          <a:solidFill>
            <a:srgbClr val="34A853"/>
          </a:solidFill>
          <a:ln/>
        </p:spPr>
      </p:sp>
      <p:sp>
        <p:nvSpPr>
          <p:cNvPr id="75" name="Shape 64"/>
          <p:cNvSpPr/>
          <p:nvPr/>
        </p:nvSpPr>
        <p:spPr>
          <a:xfrm>
            <a:off x="2478024" y="3134875"/>
            <a:ext cx="1170432" cy="804672"/>
          </a:xfrm>
          <a:prstGeom prst="roundRect">
            <a:avLst>
              <a:gd name="adj" fmla="val 5682"/>
            </a:avLst>
          </a:prstGeom>
          <a:solidFill>
            <a:srgbClr val="FFFFFF">
              <a:alpha val="0"/>
            </a:srgbClr>
          </a:solidFill>
          <a:ln w="31750">
            <a:solidFill>
              <a:srgbClr val="E53935"/>
            </a:solidFill>
            <a:prstDash val="solid"/>
          </a:ln>
        </p:spPr>
      </p:sp>
      <p:sp>
        <p:nvSpPr>
          <p:cNvPr id="76" name="Shape 65"/>
          <p:cNvSpPr/>
          <p:nvPr/>
        </p:nvSpPr>
        <p:spPr>
          <a:xfrm>
            <a:off x="3511296" y="2997715"/>
            <a:ext cx="274320" cy="274320"/>
          </a:xfrm>
          <a:prstGeom prst="ellipse">
            <a:avLst/>
          </a:prstGeom>
          <a:solidFill>
            <a:srgbClr val="E53935"/>
          </a:solidFill>
          <a:ln w="12700">
            <a:solidFill>
              <a:srgbClr val="FFFFFF"/>
            </a:solidFill>
            <a:prstDash val="solid"/>
          </a:ln>
        </p:spPr>
      </p:sp>
      <p:sp>
        <p:nvSpPr>
          <p:cNvPr id="77" name="Text 66"/>
          <p:cNvSpPr txBox="1"/>
          <p:nvPr/>
        </p:nvSpPr>
        <p:spPr>
          <a:xfrm>
            <a:off x="3511296" y="299771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8" name="Image 9" descr="preencoded.png">    </p:cNvPr>
          <p:cNvPicPr>
            <a:picLocks noChangeAspect="1"/>
          </p:cNvPicPr>
          <p:nvPr/>
        </p:nvPicPr>
        <p:blipFill>
          <a:blip r:embed="rId10"/>
          <a:stretch>
            <a:fillRect/>
          </a:stretch>
        </p:blipFill>
        <p:spPr>
          <a:xfrm>
            <a:off x="3118104" y="3573787"/>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gambar atau tabel</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Sisipkan satu gambar (Insert › Image) atau satu tabel yang mendukung isi bab. Rapikan posisinya.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Daftar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Daftar Isi</a:t>
            </a:r>
            <a:endParaRPr lang="en-US" sz="1100" dirty="0"/>
          </a:p>
        </p:txBody>
      </p:sp>
      <p:sp>
        <p:nvSpPr>
          <p:cNvPr id="70" name="Shape 59"/>
          <p:cNvSpPr/>
          <p:nvPr/>
        </p:nvSpPr>
        <p:spPr>
          <a:xfrm>
            <a:off x="2123968" y="2043437"/>
            <a:ext cx="1325880" cy="1463040"/>
          </a:xfrm>
          <a:prstGeom prst="rect">
            <a:avLst/>
          </a:prstGeom>
          <a:solidFill>
            <a:srgbClr val="FFFFFF"/>
          </a:solidFill>
          <a:ln w="9525">
            <a:solidFill>
              <a:srgbClr val="AAAAAA"/>
            </a:solidFill>
            <a:prstDash val="solid"/>
          </a:ln>
        </p:spPr>
      </p:sp>
      <p:sp>
        <p:nvSpPr>
          <p:cNvPr id="71" name="Text 60"/>
          <p:cNvSpPr txBox="1"/>
          <p:nvPr/>
        </p:nvSpPr>
        <p:spPr>
          <a:xfrm>
            <a:off x="2233696" y="207086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Image           ›</a:t>
            </a:r>
            <a:endParaRPr lang="en-US" sz="800" dirty="0"/>
          </a:p>
        </p:txBody>
      </p:sp>
      <p:sp>
        <p:nvSpPr>
          <p:cNvPr id="72" name="Text 61"/>
          <p:cNvSpPr txBox="1"/>
          <p:nvPr/>
        </p:nvSpPr>
        <p:spPr>
          <a:xfrm>
            <a:off x="2233696" y="227203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a:t>
            </a:r>
            <a:endParaRPr lang="en-US" sz="800" dirty="0"/>
          </a:p>
        </p:txBody>
      </p:sp>
      <p:sp>
        <p:nvSpPr>
          <p:cNvPr id="73" name="Shape 62"/>
          <p:cNvSpPr/>
          <p:nvPr/>
        </p:nvSpPr>
        <p:spPr>
          <a:xfrm>
            <a:off x="2160544" y="2564645"/>
            <a:ext cx="1252728" cy="0"/>
          </a:xfrm>
          <a:prstGeom prst="line">
            <a:avLst/>
          </a:prstGeom>
          <a:noFill/>
          <a:ln w="6350">
            <a:solidFill>
              <a:srgbClr val="DDDDDD"/>
            </a:solidFill>
            <a:prstDash val="solid"/>
          </a:ln>
        </p:spPr>
      </p:sp>
      <p:sp>
        <p:nvSpPr>
          <p:cNvPr id="74" name="Text 63"/>
          <p:cNvSpPr txBox="1"/>
          <p:nvPr/>
        </p:nvSpPr>
        <p:spPr>
          <a:xfrm>
            <a:off x="2233696" y="2674373"/>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Link</a:t>
            </a:r>
            <a:endParaRPr lang="en-US" sz="800" dirty="0"/>
          </a:p>
        </p:txBody>
      </p:sp>
      <p:sp>
        <p:nvSpPr>
          <p:cNvPr id="75" name="Shape 64"/>
          <p:cNvSpPr/>
          <p:nvPr/>
        </p:nvSpPr>
        <p:spPr>
          <a:xfrm>
            <a:off x="2160544" y="2966981"/>
            <a:ext cx="1252728" cy="0"/>
          </a:xfrm>
          <a:prstGeom prst="line">
            <a:avLst/>
          </a:prstGeom>
          <a:noFill/>
          <a:ln w="6350">
            <a:solidFill>
              <a:srgbClr val="DDDDDD"/>
            </a:solidFill>
            <a:prstDash val="solid"/>
          </a:ln>
        </p:spPr>
      </p:sp>
      <p:sp>
        <p:nvSpPr>
          <p:cNvPr id="76" name="Text 65"/>
          <p:cNvSpPr txBox="1"/>
          <p:nvPr/>
        </p:nvSpPr>
        <p:spPr>
          <a:xfrm>
            <a:off x="2233696" y="3076709"/>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Break           ›</a:t>
            </a:r>
            <a:endParaRPr lang="en-US" sz="800" dirty="0"/>
          </a:p>
        </p:txBody>
      </p:sp>
      <p:sp>
        <p:nvSpPr>
          <p:cNvPr id="77" name="Text 66"/>
          <p:cNvSpPr txBox="1"/>
          <p:nvPr/>
        </p:nvSpPr>
        <p:spPr>
          <a:xfrm>
            <a:off x="2233696" y="3277877"/>
            <a:ext cx="11612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Table of contents  ›</a:t>
            </a:r>
            <a:endParaRPr lang="en-US" sz="800" dirty="0"/>
          </a:p>
        </p:txBody>
      </p:sp>
      <p:sp>
        <p:nvSpPr>
          <p:cNvPr id="78" name="Shape 67"/>
          <p:cNvSpPr/>
          <p:nvPr/>
        </p:nvSpPr>
        <p:spPr>
          <a:xfrm>
            <a:off x="3449848" y="3277877"/>
            <a:ext cx="1188720" cy="457200"/>
          </a:xfrm>
          <a:prstGeom prst="rect">
            <a:avLst/>
          </a:prstGeom>
          <a:solidFill>
            <a:srgbClr val="FFFFFF"/>
          </a:solidFill>
          <a:ln w="9525">
            <a:solidFill>
              <a:srgbClr val="AAAAAA"/>
            </a:solidFill>
            <a:prstDash val="solid"/>
          </a:ln>
        </p:spPr>
      </p:sp>
      <p:sp>
        <p:nvSpPr>
          <p:cNvPr id="79" name="Text 68"/>
          <p:cNvSpPr txBox="1"/>
          <p:nvPr/>
        </p:nvSpPr>
        <p:spPr>
          <a:xfrm>
            <a:off x="3559576" y="330530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With page numbers</a:t>
            </a:r>
            <a:endParaRPr lang="en-US" sz="800" dirty="0"/>
          </a:p>
        </p:txBody>
      </p:sp>
      <p:sp>
        <p:nvSpPr>
          <p:cNvPr id="80" name="Text 69"/>
          <p:cNvSpPr txBox="1"/>
          <p:nvPr/>
        </p:nvSpPr>
        <p:spPr>
          <a:xfrm>
            <a:off x="3559576" y="3506477"/>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With blue links</a:t>
            </a:r>
            <a:endParaRPr lang="en-US" sz="800" dirty="0"/>
          </a:p>
        </p:txBody>
      </p:sp>
      <p:sp>
        <p:nvSpPr>
          <p:cNvPr id="81" name="Shape 70"/>
          <p:cNvSpPr/>
          <p:nvPr/>
        </p:nvSpPr>
        <p:spPr>
          <a:xfrm>
            <a:off x="2142256" y="3259589"/>
            <a:ext cx="1289304" cy="228600"/>
          </a:xfrm>
          <a:prstGeom prst="roundRect">
            <a:avLst>
              <a:gd name="adj" fmla="val 20000"/>
            </a:avLst>
          </a:prstGeom>
          <a:solidFill>
            <a:srgbClr val="FFFFFF">
              <a:alpha val="0"/>
            </a:srgbClr>
          </a:solidFill>
          <a:ln w="31750">
            <a:solidFill>
              <a:srgbClr val="E53935"/>
            </a:solidFill>
            <a:prstDash val="solid"/>
          </a:ln>
        </p:spPr>
      </p:sp>
      <p:sp>
        <p:nvSpPr>
          <p:cNvPr id="82" name="Shape 71"/>
          <p:cNvSpPr/>
          <p:nvPr/>
        </p:nvSpPr>
        <p:spPr>
          <a:xfrm>
            <a:off x="3294400" y="3122429"/>
            <a:ext cx="274320" cy="274320"/>
          </a:xfrm>
          <a:prstGeom prst="ellipse">
            <a:avLst/>
          </a:prstGeom>
          <a:solidFill>
            <a:srgbClr val="E53935"/>
          </a:solidFill>
          <a:ln w="12700">
            <a:solidFill>
              <a:srgbClr val="FFFFFF"/>
            </a:solidFill>
            <a:prstDash val="solid"/>
          </a:ln>
        </p:spPr>
      </p:sp>
      <p:sp>
        <p:nvSpPr>
          <p:cNvPr id="83" name="Text 72"/>
          <p:cNvSpPr txBox="1"/>
          <p:nvPr/>
        </p:nvSpPr>
        <p:spPr>
          <a:xfrm>
            <a:off x="3294400" y="31224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4" name="Image 9" descr="preencoded.png">    </p:cNvPr>
          <p:cNvPicPr>
            <a:picLocks noChangeAspect="1"/>
          </p:cNvPicPr>
          <p:nvPr/>
        </p:nvPicPr>
        <p:blipFill>
          <a:blip r:embed="rId10"/>
          <a:stretch>
            <a:fillRect/>
          </a:stretch>
        </p:blipFill>
        <p:spPr>
          <a:xfrm>
            <a:off x="2849545" y="3383490"/>
            <a:ext cx="237744" cy="237744"/>
          </a:xfrm>
          <a:prstGeom prst="rect">
            <a:avLst/>
          </a:prstGeom>
        </p:spPr>
      </p:pic>
      <p:sp>
        <p:nvSpPr>
          <p:cNvPr id="85" name="Shape 73"/>
          <p:cNvSpPr/>
          <p:nvPr/>
        </p:nvSpPr>
        <p:spPr>
          <a:xfrm>
            <a:off x="3468136" y="3287021"/>
            <a:ext cx="1152144" cy="228600"/>
          </a:xfrm>
          <a:prstGeom prst="roundRect">
            <a:avLst>
              <a:gd name="adj" fmla="val 20000"/>
            </a:avLst>
          </a:prstGeom>
          <a:solidFill>
            <a:srgbClr val="FFFFFF">
              <a:alpha val="0"/>
            </a:srgbClr>
          </a:solidFill>
          <a:ln w="31750">
            <a:solidFill>
              <a:srgbClr val="E53935"/>
            </a:solidFill>
            <a:prstDash val="solid"/>
          </a:ln>
        </p:spPr>
      </p:sp>
      <p:sp>
        <p:nvSpPr>
          <p:cNvPr id="86" name="Shape 74"/>
          <p:cNvSpPr/>
          <p:nvPr/>
        </p:nvSpPr>
        <p:spPr>
          <a:xfrm>
            <a:off x="4483120" y="3149861"/>
            <a:ext cx="274320" cy="274320"/>
          </a:xfrm>
          <a:prstGeom prst="ellipse">
            <a:avLst/>
          </a:prstGeom>
          <a:solidFill>
            <a:srgbClr val="E53935"/>
          </a:solidFill>
          <a:ln w="12700">
            <a:solidFill>
              <a:srgbClr val="FFFFFF"/>
            </a:solidFill>
            <a:prstDash val="solid"/>
          </a:ln>
        </p:spPr>
      </p:sp>
      <p:sp>
        <p:nvSpPr>
          <p:cNvPr id="87" name="Text 75"/>
          <p:cNvSpPr txBox="1"/>
          <p:nvPr/>
        </p:nvSpPr>
        <p:spPr>
          <a:xfrm>
            <a:off x="4483120" y="31498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8" name="Image 10" descr="preencoded.png">    </p:cNvPr>
          <p:cNvPicPr>
            <a:picLocks noChangeAspect="1"/>
          </p:cNvPicPr>
          <p:nvPr/>
        </p:nvPicPr>
        <p:blipFill>
          <a:blip r:embed="rId11"/>
          <a:stretch>
            <a:fillRect/>
          </a:stretch>
        </p:blipFill>
        <p:spPr>
          <a:xfrm>
            <a:off x="4099987" y="3410922"/>
            <a:ext cx="237744" cy="237744"/>
          </a:xfrm>
          <a:prstGeom prst="rect">
            <a:avLst/>
          </a:prstGeom>
        </p:spPr>
      </p:pic>
      <p:sp>
        <p:nvSpPr>
          <p:cNvPr id="89" name="Text 7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90" name="Text 7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Table of contents</a:t>
            </a:r>
            <a:endParaRPr lang="en-US" sz="1800" dirty="0"/>
          </a:p>
        </p:txBody>
      </p:sp>
      <p:sp>
        <p:nvSpPr>
          <p:cNvPr id="91" name="Text 7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memperagakan: klik di halaman setelah sampul, lalu Insert › Table of contents › pilih gaya pertama.</a:t>
            </a:r>
            <a:endParaRPr lang="en-US" sz="1300" dirty="0"/>
          </a:p>
        </p:txBody>
      </p:sp>
      <p:sp>
        <p:nvSpPr>
          <p:cNvPr id="92" name="Shape 7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3"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4" name="Text 8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Langkah ini cukup dilakukan satu kali oleh guru.</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Daftar 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Buku Digital Adab Santri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Buku Digital Adab Santri</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Daftar Isi</a:t>
            </a:r>
            <a:endParaRPr lang="en-US" sz="1100" dirty="0"/>
          </a:p>
        </p:txBody>
      </p:sp>
      <p:sp>
        <p:nvSpPr>
          <p:cNvPr id="70" name="Shape 59"/>
          <p:cNvSpPr/>
          <p:nvPr/>
        </p:nvSpPr>
        <p:spPr>
          <a:xfrm>
            <a:off x="1554480" y="2876938"/>
            <a:ext cx="3017520" cy="685800"/>
          </a:xfrm>
          <a:prstGeom prst="rect">
            <a:avLst/>
          </a:prstGeom>
          <a:solidFill>
            <a:srgbClr val="FFFFFF">
              <a:alpha val="0"/>
            </a:srgbClr>
          </a:solidFill>
          <a:ln w="6350">
            <a:solidFill>
              <a:srgbClr val="999999"/>
            </a:solidFill>
            <a:prstDash val="dash"/>
          </a:ln>
        </p:spPr>
      </p:sp>
      <p:sp>
        <p:nvSpPr>
          <p:cNvPr id="71" name="Text 60"/>
          <p:cNvSpPr txBox="1"/>
          <p:nvPr/>
        </p:nvSpPr>
        <p:spPr>
          <a:xfrm>
            <a:off x="1627632" y="2922658"/>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Bab 1: Adab Makan ........ 3</a:t>
            </a:r>
            <a:endParaRPr lang="en-US" sz="700" dirty="0"/>
          </a:p>
        </p:txBody>
      </p:sp>
      <p:sp>
        <p:nvSpPr>
          <p:cNvPr id="72" name="Text 61"/>
          <p:cNvSpPr txBox="1"/>
          <p:nvPr/>
        </p:nvSpPr>
        <p:spPr>
          <a:xfrm>
            <a:off x="1627632" y="3078106"/>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Bab 2: Adab Tidur ........ 4</a:t>
            </a:r>
            <a:endParaRPr lang="en-US" sz="700" dirty="0"/>
          </a:p>
        </p:txBody>
      </p:sp>
      <p:sp>
        <p:nvSpPr>
          <p:cNvPr id="73" name="Text 62"/>
          <p:cNvSpPr txBox="1"/>
          <p:nvPr/>
        </p:nvSpPr>
        <p:spPr>
          <a:xfrm>
            <a:off x="1627632" y="3233554"/>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Bab 3: Adab di Masjid .... 5</a:t>
            </a:r>
            <a:endParaRPr lang="en-US" sz="700" dirty="0"/>
          </a:p>
        </p:txBody>
      </p:sp>
      <p:sp>
        <p:nvSpPr>
          <p:cNvPr id="74" name="Text 63"/>
          <p:cNvSpPr txBox="1"/>
          <p:nvPr/>
        </p:nvSpPr>
        <p:spPr>
          <a:xfrm>
            <a:off x="1627632" y="3389002"/>
            <a:ext cx="2926080" cy="146304"/>
          </a:xfrm>
          <a:prstGeom prst="rect">
            <a:avLst/>
          </a:prstGeom>
          <a:noFill/>
          <a:ln/>
        </p:spPr>
        <p:txBody>
          <a:bodyPr wrap="square" lIns="0" tIns="0" rIns="0" bIns="0" rtlCol="0" anchor="t"/>
          <a:lstStyle/>
          <a:p>
            <a:pPr indent="0" marL="0">
              <a:buNone/>
            </a:pPr>
            <a:r>
              <a:rPr lang="en-US" sz="700" u="sng" dirty="0">
                <a:solidFill>
                  <a:srgbClr val="1155CC"/>
                </a:solidFill>
                <a:latin typeface="Arial" pitchFamily="34" charset="0"/>
                <a:ea typeface="Arial" pitchFamily="34" charset="-122"/>
                <a:cs typeface="Arial" pitchFamily="34" charset="-120"/>
              </a:rPr>
              <a:t>Bab 4: Adab kepada Guru . 6</a:t>
            </a:r>
            <a:endParaRPr lang="en-US" sz="700" dirty="0"/>
          </a:p>
        </p:txBody>
      </p:sp>
      <p:sp>
        <p:nvSpPr>
          <p:cNvPr id="75" name="Shape 64"/>
          <p:cNvSpPr/>
          <p:nvPr/>
        </p:nvSpPr>
        <p:spPr>
          <a:xfrm>
            <a:off x="1280160" y="2876938"/>
            <a:ext cx="201168" cy="201168"/>
          </a:xfrm>
          <a:prstGeom prst="roundRect">
            <a:avLst>
              <a:gd name="adj" fmla="val 18182"/>
            </a:avLst>
          </a:prstGeom>
          <a:solidFill>
            <a:srgbClr val="FFFFFF"/>
          </a:solidFill>
          <a:ln w="6350">
            <a:solidFill>
              <a:srgbClr val="BBBBBB"/>
            </a:solidFill>
            <a:prstDash val="solid"/>
          </a:ln>
        </p:spPr>
      </p:sp>
      <p:pic>
        <p:nvPicPr>
          <p:cNvPr id="76" name="Image 9" descr="preencoded.png">    </p:cNvPr>
          <p:cNvPicPr>
            <a:picLocks noChangeAspect="1"/>
          </p:cNvPicPr>
          <p:nvPr/>
        </p:nvPicPr>
        <p:blipFill>
          <a:blip r:embed="rId10"/>
          <a:stretch>
            <a:fillRect/>
          </a:stretch>
        </p:blipFill>
        <p:spPr>
          <a:xfrm>
            <a:off x="1316736" y="2913514"/>
            <a:ext cx="128016" cy="128016"/>
          </a:xfrm>
          <a:prstGeom prst="rect">
            <a:avLst/>
          </a:prstGeom>
        </p:spPr>
      </p:pic>
      <p:sp>
        <p:nvSpPr>
          <p:cNvPr id="77" name="Shape 65"/>
          <p:cNvSpPr/>
          <p:nvPr/>
        </p:nvSpPr>
        <p:spPr>
          <a:xfrm>
            <a:off x="1252728" y="2849506"/>
            <a:ext cx="256032" cy="256032"/>
          </a:xfrm>
          <a:prstGeom prst="roundRect">
            <a:avLst>
              <a:gd name="adj" fmla="val 17857"/>
            </a:avLst>
          </a:prstGeom>
          <a:solidFill>
            <a:srgbClr val="FFFFFF">
              <a:alpha val="0"/>
            </a:srgbClr>
          </a:solidFill>
          <a:ln w="31750">
            <a:solidFill>
              <a:srgbClr val="E53935"/>
            </a:solidFill>
            <a:prstDash val="solid"/>
          </a:ln>
        </p:spPr>
      </p:sp>
      <p:sp>
        <p:nvSpPr>
          <p:cNvPr id="78" name="Shape 66"/>
          <p:cNvSpPr/>
          <p:nvPr/>
        </p:nvSpPr>
        <p:spPr>
          <a:xfrm>
            <a:off x="1371600" y="2712346"/>
            <a:ext cx="274320" cy="274320"/>
          </a:xfrm>
          <a:prstGeom prst="ellipse">
            <a:avLst/>
          </a:prstGeom>
          <a:solidFill>
            <a:srgbClr val="E53935"/>
          </a:solidFill>
          <a:ln w="12700">
            <a:solidFill>
              <a:srgbClr val="FFFFFF"/>
            </a:solidFill>
            <a:prstDash val="solid"/>
          </a:ln>
        </p:spPr>
      </p:sp>
      <p:sp>
        <p:nvSpPr>
          <p:cNvPr id="79" name="Text 67"/>
          <p:cNvSpPr txBox="1"/>
          <p:nvPr/>
        </p:nvSpPr>
        <p:spPr>
          <a:xfrm>
            <a:off x="1371600"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80" name="Image 10" descr="preencoded.png">    </p:cNvPr>
          <p:cNvPicPr>
            <a:picLocks noChangeAspect="1"/>
          </p:cNvPicPr>
          <p:nvPr/>
        </p:nvPicPr>
        <p:blipFill>
          <a:blip r:embed="rId11"/>
          <a:stretch>
            <a:fillRect/>
          </a:stretch>
        </p:blipFill>
        <p:spPr>
          <a:xfrm>
            <a:off x="1390802" y="2987581"/>
            <a:ext cx="237744" cy="237744"/>
          </a:xfrm>
          <a:prstGeom prst="rect">
            <a:avLst/>
          </a:prstGeom>
        </p:spPr>
      </p:pic>
      <p:sp>
        <p:nvSpPr>
          <p:cNvPr id="81"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82"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Perbarui daftar isi</a:t>
            </a:r>
            <a:endParaRPr lang="en-US" sz="1800" dirty="0"/>
          </a:p>
        </p:txBody>
      </p:sp>
      <p:sp>
        <p:nvSpPr>
          <p:cNvPr id="83"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ada bab baru, klik daftar isi, lalu klik ikon perbarui (panah melingkar) yang muncul di sebelah kiri.</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Buku Digital Adab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Bab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Judul bab memakai gaya Heading 1 dan muncul di daftar isi.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Bab dimulai di halaman baru.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Berisi pengertian singkat dan 5 poin adab bernomor.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1 gambar atau tabel, rapi dan tidak menutupi tulisan.</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3: Pengolah Dokumen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Bab kelompok memakai Heading 1</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bab diawali halaman baru</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tabel atau gambar di setiap bab</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Daftar isi sudah diperbarui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tantangan menulis bersama dalam satu dokumen?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kelompokmu membagi tugas?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Bekerja sama berarti saling menghormati: jangan menghapus tulisan teman tanpa bermusyawarah.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4: mencari informasi di internet dengan cerdas dan bijak.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3 - Pengolah Dokumen</dc:title>
  <dc:subject>PptxGenJS Presentation</dc:subject>
  <dc:creator>PptxGenJS</dc:creator>
  <cp:lastModifiedBy>PptxGenJS</cp:lastModifiedBy>
  <cp:revision>1</cp:revision>
  <dcterms:created xsi:type="dcterms:W3CDTF">2026-10-01T00:29:36Z</dcterms:created>
  <dcterms:modified xsi:type="dcterms:W3CDTF">2026-10-01T00:29:36Z</dcterms:modified>
</cp:coreProperties>
</file>