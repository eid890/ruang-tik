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6: Presentasi — Proyek: Presentasi Pesantren Impianku
Terdiri dari 3 pertemuan (Pertemuan 16–18),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Pakai akun Google kelas seperti modul sebelumnya.
- Pertemuan 17: siapkan beberapa gambar kegiatan pesantren di Google Drive akun kelas.
- Pertemuan 18 adalah hari presentasi kelompok. Siapkan proyektor/TV, urutan tampil, dan stopwatch (maksimal 3 menit per kelompok). Lembar penilaian sederhana: isi, slide, cara berbicara, kerja sama (skor 1–4).
CATATAN
Tampilan Google Slides berbahasa Inggris. Terjemahan: Slideshow = Tayangan slide, Theme = Tema, Layout = Tata letak, Transition = Transisi, Speaker notes = Catatan pembicara, Presenter view = Tampilan penyaji.
Sama seperti slide ajar ini, Google Slides juga memiliki catatan pembicara yang hanya terlihat oleh penyaji.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ke-16, dengan judul "Mengenal Google Slides". Kita akan belajar membuat presentasi yang tersusun rapi dengan Google Slides.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Modul 5 sudah selesai dan poster-poster dakwah kalian sangat bagus. Siapa yang masih ingat empat prinsip desain?
(Tunggu jawaban: kontras, perataan, pengulangan, kedekatan.)
Prinsip itu akan kita pakai lagi di modul ini.
Sekarang pertanyaan hari ini. Coba pikirkan sejenak:
"Pernahkah kalian mendengar ceramah yang membosankan? Apa penyebabnya?"
(Beri waktu 1 menit. Minta 2–3 santri menjawab. Hargai semua jawaban.)
Biasanya karena alurnya tidak jelas, terlalu panjang, atau pembicara hanya membaca. Presentasi yang baik memiliki struktur yang jelas dan alat bantu yang menarik. Hari ini kita belajar membuat alat bantu itu, yaitu slide presentasi, dengan Google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Presentasi adalah kegiatan menyampaikan gagasan atau informasi kepada pendengar. Agar pendengar mudah memahami, kita dibantu oleh slide, yaitu halaman-halaman berisi poin penting dan gambar yang ditayangkan di layar.
Perhatikan: slide yang sedang kalian lihat sekarang ini juga sebuah presentasi.
Ingat satu hal penting: slide adalah ALAT BANTU, bukan naskah. Pembicara tidak boleh hanya membaca tulisan di slide. Slide cukup berisi poin-poin singkat, sedangkan penjelasannya diucapkan oleh pembicara.
Hari ini kita memakai GOOGLE SLIDES, aplikasi presentasi gratis dari Google. Cara pakainya mirip dengan Google Docs: tersimpan otomatis dan bisa dikerjakan bersama-sama. Selain Google Slides, ada juga Microsoft PowerPoint yang cara kerjanya mirip.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Presentasi yang baik memiliki tiga bagian, seperti khutbah Jumat.
Bagian pertama, PEMBUKA. Diawali salam, lalu judul presentasi, perkenalan diri, dan penjelasan singkat tentang apa yang akan dibahas. Pendengar jadi tahu ke mana arah pembicaraan.
Bagian kedua, ISI. Berisi tiga sampai lima poin utama. Aturannya: satu slide untuk satu gagasan. Jangan menjejalkan banyak gagasan dalam satu slide.
Bagian ketiga, PENUTUP. Berisi kesimpulan, harapan, ucapan terima kasih, dan salam penutup.
Perumpamaannya seperti khutbah Jumat: ada muqaddimah sebagai pembuka, isi nasihat, lalu penutup dan doa. Khatib yang baik tidak bertele-tele, dan jamaah pulang membawa pesan yang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aturan sederhana agar slide tidak terlalu penuh, yaitu ATURAN 6 KALI 6.
Maksimal enam baris dalam satu slide, dan sekitar enam kata dalam satu baris. Jadi tuliskan poin-poin singkat saja, bukan kalimat panjang.
Gunakan huruf yang besar, minimal ukuran 24, agar terbaca dari bagian belakang ruangan.
Slide yang buruk adalah slide yang dipenuhi paragraf panjang dengan huruf kecil, lalu pembicara membacakan semua tulisan itu. Pendengar akan bosan, karena mereka bisa membaca sendiri lebih cepat daripada pembicara berbicara.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membuat presentasi pertama berjudul Kegiatan Harianku di Pesantren, dengan lima slide: judul, pagi, siang, malam, dan penutup. Masuk ke akun Google kelas dan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browser, ketik slides.google.com di kolom alamat, lalu tekan Enter. Masuk dengan akun kelas jika diminta.
Muncul halaman yang mirip dengan Google Docs. Klik kotak pertama bertanda tambah, yaitu Blank presentation, artinya presentasi kosong.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Presentasi baru terbuka. Klik tulisan Untitled presentation di pojok kiri atas, lalu ketik nama: Kegiatan Harianku, garis bawah, nama kalian. Tekan Enter.
Perhatikan tampilannya. Di sebelah kiri ada deretan gambar kecil slide. Di tengah ada slide yang sedang dikerjakan.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sebelah kanan muncul panel Themes, artinya tema. Tema adalah paduan warna dan jenis huruf yang sudah serasi.
Pilih satu tema yang rapi dan mudah dibaca, lalu klik. Seluruh slide akan mengikuti tema itu. Ini sesuai prinsip pengulangan yang kita pelajari di Modul 5.
Setelah memilih, tutup panel dengan tanda silang di pojok kanan atas panel. Jika panel tidak muncul, klik tombol Theme di toolbar.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Slide pertama adalah slide judul. Klik tulisan Click to add title, tanda a, lalu ketik: Kegiatan Harianku.
Klik tulisan Click to add subtitle, tanda b, lalu ketik nama dan kelas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Sekarang kita menambah slide isi. Di toolbar, di sebelah kanan tombol tambah, ada panah kecil, tanda a. Klik panah itu.
Muncul daftar tata letak. Pilih Title and body, artinya judul dan isi, tanda b. Slide kedua akan muncul di deretan sebelah kiri.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Di slide kedua, klik Click to add title, tanda a, lalu ketik: Pagi Hari.
Klik Click to add text, tanda b, lalu ketik poin-poin kegiatan pagi, misalnya sholat Subuh berjamaah, tahfidz Al-Qur'an, sarapan dan bersiap. Tekan Enter untuk pindah ke poin berikutnya. Tanda poin akan muncul otomatis.
Tulis singkat saja, ingat aturan enam kali enam.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Ulangi langkah kelima dan keenam untuk membuat slide Siang Hari, Malam Hari, dan Penutup.
Setelah selesai, deretan di sebelah kiri berisi lima slide, seperti yang ditandai kotak merah.
Jika urutan slide salah, tekan dan seret gambar kecil slide di deretan kiri ke posisi yang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Klik slide pertama di deretan kiri. Lalu klik tombol Slideshow di pojok kanan atas, yang ditandai kotak merah.
Presentasi akan tampil memenuhi layar. Tekan tombol panah kanan di keyboard untuk maju ke slide berikutnya, dan panah kiri untuk mundur. Tekan tombol Esc di pojok kiri atas keyboard untuk keluar.
Alhamdulillah, presentasi pertama kalian sudah jadi.
(Periksa presentasi setiap santri. Ingatkan untuk Sign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Lengkapi presentasi kalian dengan lembar kerja ini.
Satu: pastikan ada lima slide.
Dua: setiap slide isi maksimal enam baris singkat.
Tiga: tambahkan satu slide berjudul Kegiatan Favoritku sebelum slide Penutup. Caranya: klik slide Malam Hari, lalu tambah slide baru. Slide baru akan muncul setelahnya.
Empat: tayangkan dengan Slideshow di depan teman sebangku.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pembuka, isi, dan penutup?
- setiap slide satu gagasan?
- mengikuti aturan 6×6?
- bisa menayangkan dengan Slideshow?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slide tidak boleh terlalu penuh tulisan?
Pertanyaan kedua: bagian mana yang paling sulit dibuat?
(Minta 2–3 santri menjawab secara bergantian.)
Pesan adab kita hari ini: menyampaikan ilmu dengan tertib dan jelas adalah bentuk memuliakan pendengar. Rasulullah shallallahu 'alaihi wasallam berbicara dengan jelas dan tertata, sehingga orang yang mendengarnya mudah memahami.
Pekan depan: kita membuat slide lebih menarik dengan gambar dan transisi.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ke-17, dengan judul "Visual Slide yang Menarik". Kita akan memperindah presentasi pekan lalu dengan gambar dan transisi.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presentasi pertama. Siapa yang ingat aturan 6 kali 6?
(Tunggu jawaban: maksimal 6 baris per slide, sekitar 6 kata per baris.)
Sekarang pertanyaan hari ini. Coba pikirkan sejenak:
"Mana yang lebih mudah diingat: satu gambar, atau sepuluh baris tulisan?"
(Beri waktu 1 menit. Minta 2–3 santri menjawab. Hargai semua jawaban.)
Umumnya gambar jauh lebih mudah diingat. Karena itu, presentasi yang baik memadukan poin singkat dengan gambar yang tepat. Hari ini kita memperindah presentasi pekan lalu.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Prinsip desain yang kita pelajari di Modul 5 juga berlaku untuk slide. Ada empat kunci slide yang memikat.
Pertama, SATU GAMBAR KUAT. Satu gambar besar yang jelas dan sesuai isi lebih baik daripada banyak gambar kecil yang berdesakan.
Kedua, WARNA KONSISTEN. Ikuti tema yang sudah dipilih. Jangan mengganti warna di setiap slide.
Ketiga, HURUF BESAR. Judul berukuran 36 ke atas, dan isi minimal 24. Coba bayangkan santri yang duduk paling belakang: apakah ia bisa membacanya?
Keempat, TRANSISI SEDERHANA. Transisi adalah efek pergantian dari satu slide ke slide berikutnya. Pilih satu jenis yang halus, seperti Fade, dan pakai untuk semua slide. Transisi yang berputar-putar dan berbeda di setiap slide justru mengganggu pendengar.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Bagaimana memilih gambar yang tepat untuk slide?
Pilihlah gambar yang sesuai dengan isi slide. Jika slide membahas sholat Subuh, pilih gambar masjid di waktu fajar, bukan gambar yang tidak berhubungan.
Pilihlah gambar yang jelas dan tidak pecah.
Pilihlah gambar yang santun dan sesuai syariat.
Hindari gambar lucu yang tidak berhubungan dengan isi, karena mengalihkan perhatian. Hindari gambar buram atau yang bertanda air milik orang lain. Dan hindari gambar yang menampakkan aurat atau hal-hal yang tidak pantas.
Gambar terbaik sering kali adalah foto kegiatan kita sendiri di pesantren. Guru sudah menyiapkan beberapa di Google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kembali presentasi Kegiatan Harianku milik kalian di slides.google.com. Kita akan menambahkan gambar dan transisi.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Klik slide Pagi Hari di deretan kiri.
Klik menu Insert, arahkan ke Image, tanda a, lalu pilih Drive, tanda b. Panel Google Drive akan terbuka di sebelah kanan, berisi gambar yang sudah disiapkan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panel sebelah kanan, klik satu gambar yang sesuai dengan isi slide, tanda a. Lalu klik tombol Insert, tanda b. Gambar akan masuk ke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gambar sekali. Muncul garis biru dan titik-titik di sekelilingnya.
Untuk mengubah ukuran, seret titik di pojok, yang ditandai kotak merah. Untuk memindahkan, tekan bagian tengah gambar lalu seret ke tempat yang diinginkan.
Letakkan gambar di sebelah kanan, agar tidak menutupi tulisan poin di sebelah kiri.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Ulangi langkah satu sampai tiga untuk slide Siang Hari dan Malam Hari. Setiap slide isi memiliki satu gambar yang sesuai, tanda a dan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di dalam kotak poin, lalu tekan Ctrl dan A untuk memblok semua tulisan di kotak itu, tanda a.
Di toolbar akan muncul kotak ukuran huruf, tanda b. Ubah ukurannya menjadi 24 atau lebih besar. Pastikan tulisan masih muat di dalam slide.
Lakukan untuk setiap slide 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menambah transisi.
Langkah keenam. Klik tombol Transition di toolbar, yang ditandai kotak merah. Panel Motion, artinya gerakan, akan terbuka di sebelah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Di panel Motion, klik kotak pilihan yang bertuliskan None, tanda a. Muncul daftar transisi. Pilih Fade, tanda b. Fade adalah efek memudar yang halus dan tidak mengganggu.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Klik tombol Apply to all slides, tanda a, agar semua slide memakai transisi yang sama. Ini sesuai prinsip pengulangan.
Setelah itu, uji presentasi dengan mengklik Slideshow, tanda b. Perhatikan efek memudar saat berpindah slide.
Alhamdulillah, presentasi kalian sekarang jauh lebih menarik. Bandingkan dengan pekan lalu.
(Periksa presentasi setiap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Periksa presentasi kalian dengan daftar ini.
Satu: setiap slide isi memiliki satu gambar yang sesuai.
Dua: tulisan isi minimal ukuran 24 dan tidak keluar dari slide.
Tiga: semua slide memakai transisi Fade.
Empat: tayangkan di layar, lalu minta teman duduk paling belakang untuk membaca. Apakah tulisannya terbaca?
(Pilih 2–3 presentasi untuk ditayangkan di layar sebagai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setiap slide isi memiliki gambar?
- huruf terbaca dari jauh?
- warna dan huruf konsisten?
- transisi tidak berlebihan?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perubahan apa yang paling membuat slidemu lebih baik?
Pertanyaan kedua: bagaimana cara memilih gambar yang tepat?
(Minta 2–3 santri menjawab secara bergantian.)
Pesan adab kita hari ini: pilihlah gambar yang santun dan sesuai nilai-nilai pesantren. Apa yang kita tampilkan di layar akan dilihat banyak orang. Jadikan ia sarana kebaikan, bukan sebaliknya.
Pekan depan: proyek Presentasi Pesantren Impianku, sekaligus latihan berbicara di depan umum.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ke-18, dengan judul "Presentasi Pesantren Impianku". Hari ini adalah hari presentasi proyek Modul 6, sekaligus penutup Semester 1.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memperindah slide. Siapa yang ingat, transisi apa yang kita pilih, dan mengapa?
(Tunggu jawaban: Fade, karena halus dan tidak mengganggu.)
Sekarang pertanyaan hari ini. Coba pikirkan sejenak:
"Kalau kalian menjadi pimpinan pesantren, apa yang ingin kalian bangun?"
(Beri waktu 1 menit. Minta 2–3 santri menjawab. Hargai semua jawaban.)
Masya Allah, impian yang indah. Ada yang ingin membangun perpustakaan besar, laboratorium komputer, kebun, atau asrama yang nyaman. Impian itulah yang akan kalian presentasikan hari ini bersama kelompok. Siapa tahu, suatu hari nanti impian itu benar-benar terwujud.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Berbicara di depan umum adalah keterampilan yang bisa dilatih. Para dai dan khatib yang hebat pun dahulu memulainya dengan gugup. Ada empat kuncinya.
Pertama, KONTAK MATA. Pandanglah pendengar secara bergantian, kiri, tengah, dan kanan. Jangan terus-menerus menatap layar, kertas, atau lantai. Kontak mata membuat pendengar merasa diajak berbicara.
Kedua, SUARA JELAS. Bicaralah cukup keras hingga terdengar sampai belakang, tidak terburu-buru, dan dengan intonasi yang hidup, tidak datar seperti membaca.
Ketiga, SIKAP TUBUH. Berdiri tegak dan tenang. Gerakan tangan boleh, secukupnya untuk menegaskan maksud. Hindari bergoyang-goyang atau memasukkan tangan ke saku.
Keempat, LATIHAN DAN WAKTU. Berlatihlah minimal dua kali sebelum tampil. Patuhi batas waktu tiga menit, karena menghargai waktu adalah menghargai orang lain.
Grogi itu wajar. Tarik napas dalam-dalam, ucapkan basmalah, dan mulailah dengan salam.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susunan presentasi kelompok Pesantren Impianku. Enam slide saja.
Slide 1, judul dan perkenalan: nama kelompok dan nama anggota.
Slide 2, pesantren impian kami: gambaran umum, misalnya pesantren yang hijau, bersih, dan penuh ilmu.
Slide 3, bangunan dan fasilitas: apa saja yang ingin dibangun, misalnya perpustakaan, laboratorium, atau kebun.
Slide 4, kegiatan unggulan: program yang ingin diadakan.
Slide 5, manfaat: apa manfaatnya bagi santri dan masyarakat.
Slide 6, penutup: harapan dan doa.
Setiap anggota kelompok mendapat bagian slide yang akan ia jelaskan. Semua anggota harus berbicara.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(Sekitar 25 menit menyiapkan, 25 menit presentasi.)
(Bagi kelas menjadi kelompok 3–5 santri.)
Setiap kelompok menyiapkan presentasi Pesantren Impianku. Ikuti langkah demi langkah. Setelah itu setiap kelompok tampil maksimal tiga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Ketua kelompok membuat presentasi baru dengan nama Pesantren Impian, Kelompok, dan nomor kelompok, tanda a. Pilih satu tema.
Lalu klik Share, tanda b, dan undang akun anggota sebagai Editor, seperti di Modul 2. Jika kelompok memakai satu akun, anggota bergantian mengetik.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Buat enam slide sesuai susunan tadi. Bagi tugas: setiap anggota mengisi slide bagiannya sendiri dengan judul, poin singkat, dan satu gambar.
Terapkan semua yang sudah dipelajari: aturan enam kali enam, huruf besar, gambar yang sesuai, dan transisi Fade untuk semua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Setelah semua slide terisi, tayangkan dengan Slideshow. Periksa bersama kelompok: apakah ada salah ketik, apakah huruf cukup besar, dan apakah urutannya sudah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Perhatikan kotak di bawah slide, bertuliskan Click to add speaker notes, artinya catatan pembicara. Kotak ini ditandai kotak merah.
Setiap anggota menulis poin-poin yang akan ia ucapkan di slide bagiannya. Catatan ini tidak akan terlihat oleh penonton.
Menarik, bukan? Slide ajar yang dipakai guru kalian juga memakai catatan pembicara seperti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panah kecil di samping tombol Slideshow, lalu pilih Presenter view, artinya tampilan penyaji.
Slide akan tampil di layar besar untuk penonton, sedangkan di jendela kecil penyaji bisa melihat catatan pembicara, slide berikutnya, dan pengatur waktu.
Ingat, catatan itu hanya pengingat. Jangan membacanya seluruhnya. Tataplah pendengar.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Saatnya tampil!
(Panggil kelompok satu per satu. Gunakan stopwatch dan beri tanda saat waktu tersisa 30 detik.)
Urutannya:
Pembukaan: salah satu anggota membuka dengan salam, basmalah, dan memperkenalkan kelompok.
Isi: setiap anggota menjelaskan slide bagiannya dengan kontak mata dan suara yang jelas.
Penutup: anggota terakhir menyampaikan harapan, ucapan terima kasih, dan salam.
Lalu kelompok menerima satu atau dua pertanyaan dari penonton.
Untuk penonton: simak dengan tenang. Setelah setiap kelompok selesai, berikan satu pujian dan satu saran.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kelompok dinilai dengan skor 1 sampai 4 untuk empat hal.
Satu, isi: apakah lengkap enam bagian, dan gagasannya jelas serta bermanfaat.
Dua, slide: apakah rapi, mengikuti aturan enam kali enam, gambarnya sesuai, dan hurufnya terbaca.
Tiga, cara berbicara: apakah membuka dengan salam, ada kontak mata, suara jelas, dan tepat waktu.
Empat, kerja sama: apakah semua anggota berbicara dan saling membantu.
(Isi lembar penilaian selama presentasi. Umumkan kelompok terbaik di akhir dengan apresiasi untuk semua.)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semua anggota ikut berbicara?
- waktu tidak lebih dari 3 menit?
- kontak mata dan suara jelas?
- slide mendukung penjelasan?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bagaimana perasaanmu saat tampil di depan?
Pertanyaan kedua: apa yang akan kamu perbaiki di presentasi berikutnya?
(Minta 2–3 santri menjawab secara bergantian.)
Pesan adab kita hari ini: berikan masukan dengan santun: satu pujian terlebih dahulu, lalu satu saran yang membangun. Dan terimalah masukan dengan lapang dada. Seorang mukmin adalah cermin bagi saudaranya, menunjukkan kekurangan dengan cara yang baik.
Alhamdulillah, dengan selesainya Modul 6, kita telah menuntaskan Semester 1. Kalian telah membuat Digital Folder Santri, Sistem Folder Kelas, Buku Digital Adab Santri, Ensiklopedia Mini, Poster Dakwah, dan Presentasi Pesantren Impianku. Semoga ilmu ini bermanfaat.
Pekan depan: Semester 2, Modul 7: audio digital dan proyek Nasihat 1 Menit.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slideLayout" Target="../slideLayouts/slideLayout1.xml"/><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slideLayout" Target="../slideLayouts/slideLayout1.xml"/><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slideLayout" Target="../slideLayouts/slideLayout1.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slideLayout" Target="../slideLayouts/slideLayout1.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slideLayout" Target="../slideLayouts/slideLayout1.xml"/><Relationship Id="rId1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1.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image" Target="../media/image-43-11.png"/><Relationship Id="rId12" Type="http://schemas.openxmlformats.org/officeDocument/2006/relationships/slideLayout" Target="../slideLayouts/slideLayout1.xml"/><Relationship Id="rId1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slideLayout" Target="../slideLayouts/slideLayout1.xml"/><Relationship Id="rId11"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slideLayout" Target="../slideLayouts/slideLayout1.xml"/><Relationship Id="rId11"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image" Target="../media/image-46-8.png"/><Relationship Id="rId9" Type="http://schemas.openxmlformats.org/officeDocument/2006/relationships/image" Target="../media/image-46-9.png"/><Relationship Id="rId10" Type="http://schemas.openxmlformats.org/officeDocument/2006/relationships/slideLayout" Target="../slideLayouts/slideLayout1.xml"/><Relationship Id="rId11"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image" Target="../media/image-47-8.png"/><Relationship Id="rId9" Type="http://schemas.openxmlformats.org/officeDocument/2006/relationships/image" Target="../media/image-47-9.png"/><Relationship Id="rId10" Type="http://schemas.openxmlformats.org/officeDocument/2006/relationships/image" Target="../media/image-47-10.png"/><Relationship Id="rId11" Type="http://schemas.openxmlformats.org/officeDocument/2006/relationships/slideLayout" Target="../slideLayouts/slideLayout1.xml"/><Relationship Id="rId1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1  ·  MODUL 6</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Presentasi</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Presentasi Pesantren Impianku</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membuat presentasi yang terstruktur dan menarik dengan Google Slides, lalu berlatih berbicara di depan umum dengan percaya diri dan santun.</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16</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Google Slides</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17</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Visual Slide yang Menarik</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18</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Presentasi Pesantren Impianku</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Slides, akun Google kelas, proyektor/TV</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Google Slides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Struktur presentasi yang baik</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6: Presentasi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Pernahkah kalian mendengar ceramah yang membosankan? Apa penyebabnya?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presentasi baru di Google Slides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struktur: pembuka, isi, penutup</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Menambah slide dan memilih tata letak</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Google Slides</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Presentasi adalah kegiatan menyampaikan gagasan kepada pendengar, dibantu slide yang berisi poin-poin dan gambar.</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Slide = alat bantu, bukan naskah untuk dibaca</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Google Slides: gratis, tersimpan otomatis, bisa dikerjakan bersama</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Slide ajar yang guru tampilkan ini juga sebuah presentasi</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Struktur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Pembuka</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Salam, judul, perkenalan, dan apa yang akan dibahas</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Isi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3–5 poin utama. Satu slide untuk satu gagasan</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Penutup</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Kesimpulan, harapan, dan salam penutup</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Seperti khutbah Jumat: ada pembukaan (muqaddimah), isi nasihat, lalu penutup dan doa.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Aturan 6 × 6</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Slide yang Baik</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Maksimal 6 baris per slide</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Sekitar 6 kata per baris</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Huruf besar, minimal ukuran 24</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Slide yang Buruk</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Paragraf panjang memenuhi slide</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Huruf kecil yang tidak terbaca</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Pembicara membaca semua tulisan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Presentasi Pertama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Kegiatan Harianku di Pesantren</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presentasi dan memilih tema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4–7</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Slide judul dan slide isi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Menayangkan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slides.google.com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Slides</a:t>
            </a:r>
            <a:endParaRPr lang="en-US" sz="1000" dirty="0"/>
          </a:p>
        </p:txBody>
      </p:sp>
      <p:sp>
        <p:nvSpPr>
          <p:cNvPr id="30" name="Shape 22"/>
          <p:cNvSpPr/>
          <p:nvPr/>
        </p:nvSpPr>
        <p:spPr>
          <a:xfrm>
            <a:off x="587776" y="2034293"/>
            <a:ext cx="4950927" cy="1325880"/>
          </a:xfrm>
          <a:prstGeom prst="rect">
            <a:avLst/>
          </a:prstGeom>
          <a:solidFill>
            <a:srgbClr val="F1F3F4"/>
          </a:solidFill>
          <a:ln w="12700">
            <a:solidFill>
              <a:srgbClr val="F1F3F4"/>
            </a:solidFill>
            <a:prstDash val="solid"/>
          </a:ln>
        </p:spPr>
      </p:sp>
      <p:sp>
        <p:nvSpPr>
          <p:cNvPr id="31" name="Text 23"/>
          <p:cNvSpPr txBox="1"/>
          <p:nvPr/>
        </p:nvSpPr>
        <p:spPr>
          <a:xfrm>
            <a:off x="862096" y="2098301"/>
            <a:ext cx="1828800" cy="182880"/>
          </a:xfrm>
          <a:prstGeom prst="rect">
            <a:avLst/>
          </a:prstGeom>
          <a:noFill/>
          <a:ln/>
        </p:spPr>
        <p:txBody>
          <a:bodyPr wrap="square" lIns="0" tIns="0" rIns="0" bIns="0" rtlCol="0" anchor="t"/>
          <a:lstStyle/>
          <a:p>
            <a:pPr indent="0" marL="0">
              <a:buNone/>
            </a:pPr>
            <a:r>
              <a:rPr lang="en-US" sz="800" dirty="0">
                <a:solidFill>
                  <a:srgbClr val="1E2A26"/>
                </a:solidFill>
                <a:latin typeface="Calibri" pitchFamily="34" charset="0"/>
                <a:ea typeface="Calibri" pitchFamily="34" charset="-122"/>
                <a:cs typeface="Calibri" pitchFamily="34" charset="-120"/>
              </a:rPr>
              <a:t>Start a new presentation</a:t>
            </a:r>
            <a:endParaRPr lang="en-US" sz="800" dirty="0"/>
          </a:p>
        </p:txBody>
      </p:sp>
      <p:sp>
        <p:nvSpPr>
          <p:cNvPr id="32" name="Shape 24"/>
          <p:cNvSpPr/>
          <p:nvPr/>
        </p:nvSpPr>
        <p:spPr>
          <a:xfrm>
            <a:off x="862096" y="2317757"/>
            <a:ext cx="685800" cy="868680"/>
          </a:xfrm>
          <a:prstGeom prst="rect">
            <a:avLst/>
          </a:prstGeom>
          <a:solidFill>
            <a:srgbClr val="FFFFFF"/>
          </a:solidFill>
          <a:ln w="9525">
            <a:solidFill>
              <a:srgbClr val="CCCCCC"/>
            </a:solidFill>
            <a:prstDash val="solid"/>
          </a:ln>
        </p:spPr>
      </p:sp>
      <p:sp>
        <p:nvSpPr>
          <p:cNvPr id="33" name="Text 25"/>
          <p:cNvSpPr txBox="1"/>
          <p:nvPr/>
        </p:nvSpPr>
        <p:spPr>
          <a:xfrm>
            <a:off x="862096" y="2317757"/>
            <a:ext cx="685800" cy="868680"/>
          </a:xfrm>
          <a:prstGeom prst="rect">
            <a:avLst/>
          </a:prstGeom>
          <a:noFill/>
          <a:ln/>
        </p:spPr>
        <p:txBody>
          <a:bodyPr wrap="square" lIns="0" tIns="0" rIns="0" bIns="0" rtlCol="0" anchor="ctr"/>
          <a:lstStyle/>
          <a:p>
            <a:pPr algn="ctr" indent="0" marL="0">
              <a:buNone/>
            </a:pPr>
            <a:r>
              <a:rPr lang="en-US" sz="2600" dirty="0">
                <a:solidFill>
                  <a:srgbClr val="4285F4"/>
                </a:solidFill>
                <a:latin typeface="Calibri" pitchFamily="34" charset="0"/>
                <a:ea typeface="Calibri" pitchFamily="34" charset="-122"/>
                <a:cs typeface="Calibri" pitchFamily="34" charset="-120"/>
              </a:rPr>
              <a:t>+</a:t>
            </a:r>
            <a:endParaRPr lang="en-US" sz="2600" dirty="0"/>
          </a:p>
        </p:txBody>
      </p:sp>
      <p:sp>
        <p:nvSpPr>
          <p:cNvPr id="34" name="Text 26"/>
          <p:cNvSpPr txBox="1"/>
          <p:nvPr/>
        </p:nvSpPr>
        <p:spPr>
          <a:xfrm>
            <a:off x="770656" y="3204725"/>
            <a:ext cx="914400" cy="146304"/>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Blank presentation</a:t>
            </a:r>
            <a:endParaRPr lang="en-US" sz="650" dirty="0"/>
          </a:p>
        </p:txBody>
      </p:sp>
      <p:sp>
        <p:nvSpPr>
          <p:cNvPr id="35" name="Shape 27"/>
          <p:cNvSpPr/>
          <p:nvPr/>
        </p:nvSpPr>
        <p:spPr>
          <a:xfrm>
            <a:off x="1730776" y="2317757"/>
            <a:ext cx="685800" cy="868680"/>
          </a:xfrm>
          <a:prstGeom prst="rect">
            <a:avLst/>
          </a:prstGeom>
          <a:solidFill>
            <a:srgbClr val="FFFFFF"/>
          </a:solidFill>
          <a:ln w="9525">
            <a:solidFill>
              <a:srgbClr val="CCCCCC"/>
            </a:solidFill>
            <a:prstDash val="solid"/>
          </a:ln>
        </p:spPr>
      </p:sp>
      <p:sp>
        <p:nvSpPr>
          <p:cNvPr id="36" name="Shape 28"/>
          <p:cNvSpPr/>
          <p:nvPr/>
        </p:nvSpPr>
        <p:spPr>
          <a:xfrm>
            <a:off x="1822216" y="2454917"/>
            <a:ext cx="502920" cy="36576"/>
          </a:xfrm>
          <a:prstGeom prst="rect">
            <a:avLst/>
          </a:prstGeom>
          <a:solidFill>
            <a:srgbClr val="DDDDDD"/>
          </a:solidFill>
          <a:ln w="12700">
            <a:solidFill>
              <a:srgbClr val="DDDDDD"/>
            </a:solidFill>
            <a:prstDash val="solid"/>
          </a:ln>
        </p:spPr>
      </p:sp>
      <p:sp>
        <p:nvSpPr>
          <p:cNvPr id="37" name="Shape 29"/>
          <p:cNvSpPr/>
          <p:nvPr/>
        </p:nvSpPr>
        <p:spPr>
          <a:xfrm>
            <a:off x="1822216" y="2582933"/>
            <a:ext cx="365760" cy="36576"/>
          </a:xfrm>
          <a:prstGeom prst="rect">
            <a:avLst/>
          </a:prstGeom>
          <a:solidFill>
            <a:srgbClr val="DDDDDD"/>
          </a:solidFill>
          <a:ln w="12700">
            <a:solidFill>
              <a:srgbClr val="DDDDDD"/>
            </a:solidFill>
            <a:prstDash val="solid"/>
          </a:ln>
        </p:spPr>
      </p:sp>
      <p:sp>
        <p:nvSpPr>
          <p:cNvPr id="38" name="Shape 30"/>
          <p:cNvSpPr/>
          <p:nvPr/>
        </p:nvSpPr>
        <p:spPr>
          <a:xfrm>
            <a:off x="1822216" y="2710949"/>
            <a:ext cx="502920" cy="36576"/>
          </a:xfrm>
          <a:prstGeom prst="rect">
            <a:avLst/>
          </a:prstGeom>
          <a:solidFill>
            <a:srgbClr val="DDDDDD"/>
          </a:solidFill>
          <a:ln w="12700">
            <a:solidFill>
              <a:srgbClr val="DDDDDD"/>
            </a:solidFill>
            <a:prstDash val="solid"/>
          </a:ln>
        </p:spPr>
      </p:sp>
      <p:sp>
        <p:nvSpPr>
          <p:cNvPr id="39" name="Shape 31"/>
          <p:cNvSpPr/>
          <p:nvPr/>
        </p:nvSpPr>
        <p:spPr>
          <a:xfrm>
            <a:off x="1822216" y="2838965"/>
            <a:ext cx="365760" cy="36576"/>
          </a:xfrm>
          <a:prstGeom prst="rect">
            <a:avLst/>
          </a:prstGeom>
          <a:solidFill>
            <a:srgbClr val="DDDDDD"/>
          </a:solidFill>
          <a:ln w="12700">
            <a:solidFill>
              <a:srgbClr val="DDDDDD"/>
            </a:solidFill>
            <a:prstDash val="solid"/>
          </a:ln>
        </p:spPr>
      </p:sp>
      <p:sp>
        <p:nvSpPr>
          <p:cNvPr id="40" name="Shape 32"/>
          <p:cNvSpPr/>
          <p:nvPr/>
        </p:nvSpPr>
        <p:spPr>
          <a:xfrm>
            <a:off x="1822216" y="2966981"/>
            <a:ext cx="502920" cy="36576"/>
          </a:xfrm>
          <a:prstGeom prst="rect">
            <a:avLst/>
          </a:prstGeom>
          <a:solidFill>
            <a:srgbClr val="DDDDDD"/>
          </a:solidFill>
          <a:ln w="12700">
            <a:solidFill>
              <a:srgbClr val="DDDDDD"/>
            </a:solidFill>
            <a:prstDash val="solid"/>
          </a:ln>
        </p:spPr>
      </p:sp>
      <p:sp>
        <p:nvSpPr>
          <p:cNvPr id="41" name="Shape 33"/>
          <p:cNvSpPr/>
          <p:nvPr/>
        </p:nvSpPr>
        <p:spPr>
          <a:xfrm>
            <a:off x="2599456" y="2317757"/>
            <a:ext cx="685800" cy="868680"/>
          </a:xfrm>
          <a:prstGeom prst="rect">
            <a:avLst/>
          </a:prstGeom>
          <a:solidFill>
            <a:srgbClr val="FFFFFF"/>
          </a:solidFill>
          <a:ln w="9525">
            <a:solidFill>
              <a:srgbClr val="CCCCCC"/>
            </a:solidFill>
            <a:prstDash val="solid"/>
          </a:ln>
        </p:spPr>
      </p:sp>
      <p:sp>
        <p:nvSpPr>
          <p:cNvPr id="42" name="Shape 34"/>
          <p:cNvSpPr/>
          <p:nvPr/>
        </p:nvSpPr>
        <p:spPr>
          <a:xfrm>
            <a:off x="2690896" y="2454917"/>
            <a:ext cx="502920" cy="36576"/>
          </a:xfrm>
          <a:prstGeom prst="rect">
            <a:avLst/>
          </a:prstGeom>
          <a:solidFill>
            <a:srgbClr val="DDDDDD"/>
          </a:solidFill>
          <a:ln w="12700">
            <a:solidFill>
              <a:srgbClr val="DDDDDD"/>
            </a:solidFill>
            <a:prstDash val="solid"/>
          </a:ln>
        </p:spPr>
      </p:sp>
      <p:sp>
        <p:nvSpPr>
          <p:cNvPr id="43" name="Shape 35"/>
          <p:cNvSpPr/>
          <p:nvPr/>
        </p:nvSpPr>
        <p:spPr>
          <a:xfrm>
            <a:off x="2690896" y="2582933"/>
            <a:ext cx="365760" cy="36576"/>
          </a:xfrm>
          <a:prstGeom prst="rect">
            <a:avLst/>
          </a:prstGeom>
          <a:solidFill>
            <a:srgbClr val="DDDDDD"/>
          </a:solidFill>
          <a:ln w="12700">
            <a:solidFill>
              <a:srgbClr val="DDDDDD"/>
            </a:solidFill>
            <a:prstDash val="solid"/>
          </a:ln>
        </p:spPr>
      </p:sp>
      <p:sp>
        <p:nvSpPr>
          <p:cNvPr id="44" name="Shape 36"/>
          <p:cNvSpPr/>
          <p:nvPr/>
        </p:nvSpPr>
        <p:spPr>
          <a:xfrm>
            <a:off x="2690896" y="2710949"/>
            <a:ext cx="502920" cy="36576"/>
          </a:xfrm>
          <a:prstGeom prst="rect">
            <a:avLst/>
          </a:prstGeom>
          <a:solidFill>
            <a:srgbClr val="DDDDDD"/>
          </a:solidFill>
          <a:ln w="12700">
            <a:solidFill>
              <a:srgbClr val="DDDDDD"/>
            </a:solidFill>
            <a:prstDash val="solid"/>
          </a:ln>
        </p:spPr>
      </p:sp>
      <p:sp>
        <p:nvSpPr>
          <p:cNvPr id="45" name="Shape 37"/>
          <p:cNvSpPr/>
          <p:nvPr/>
        </p:nvSpPr>
        <p:spPr>
          <a:xfrm>
            <a:off x="2690896" y="2838965"/>
            <a:ext cx="365760" cy="36576"/>
          </a:xfrm>
          <a:prstGeom prst="rect">
            <a:avLst/>
          </a:prstGeom>
          <a:solidFill>
            <a:srgbClr val="DDDDDD"/>
          </a:solidFill>
          <a:ln w="12700">
            <a:solidFill>
              <a:srgbClr val="DDDDDD"/>
            </a:solidFill>
            <a:prstDash val="solid"/>
          </a:ln>
        </p:spPr>
      </p:sp>
      <p:sp>
        <p:nvSpPr>
          <p:cNvPr id="46" name="Shape 38"/>
          <p:cNvSpPr/>
          <p:nvPr/>
        </p:nvSpPr>
        <p:spPr>
          <a:xfrm>
            <a:off x="2690896" y="2966981"/>
            <a:ext cx="502920" cy="36576"/>
          </a:xfrm>
          <a:prstGeom prst="rect">
            <a:avLst/>
          </a:prstGeom>
          <a:solidFill>
            <a:srgbClr val="DDDDDD"/>
          </a:solidFill>
          <a:ln w="12700">
            <a:solidFill>
              <a:srgbClr val="DDDDDD"/>
            </a:solidFill>
            <a:prstDash val="solid"/>
          </a:ln>
        </p:spPr>
      </p:sp>
      <p:sp>
        <p:nvSpPr>
          <p:cNvPr id="47" name="Shape 39"/>
          <p:cNvSpPr/>
          <p:nvPr/>
        </p:nvSpPr>
        <p:spPr>
          <a:xfrm>
            <a:off x="3468136" y="2317757"/>
            <a:ext cx="685800" cy="868680"/>
          </a:xfrm>
          <a:prstGeom prst="rect">
            <a:avLst/>
          </a:prstGeom>
          <a:solidFill>
            <a:srgbClr val="FFFFFF"/>
          </a:solidFill>
          <a:ln w="9525">
            <a:solidFill>
              <a:srgbClr val="CCCCCC"/>
            </a:solidFill>
            <a:prstDash val="solid"/>
          </a:ln>
        </p:spPr>
      </p:sp>
      <p:sp>
        <p:nvSpPr>
          <p:cNvPr id="48" name="Shape 40"/>
          <p:cNvSpPr/>
          <p:nvPr/>
        </p:nvSpPr>
        <p:spPr>
          <a:xfrm>
            <a:off x="3559576" y="2454917"/>
            <a:ext cx="502920" cy="36576"/>
          </a:xfrm>
          <a:prstGeom prst="rect">
            <a:avLst/>
          </a:prstGeom>
          <a:solidFill>
            <a:srgbClr val="DDDDDD"/>
          </a:solidFill>
          <a:ln w="12700">
            <a:solidFill>
              <a:srgbClr val="DDDDDD"/>
            </a:solidFill>
            <a:prstDash val="solid"/>
          </a:ln>
        </p:spPr>
      </p:sp>
      <p:sp>
        <p:nvSpPr>
          <p:cNvPr id="49" name="Shape 41"/>
          <p:cNvSpPr/>
          <p:nvPr/>
        </p:nvSpPr>
        <p:spPr>
          <a:xfrm>
            <a:off x="3559576" y="2582933"/>
            <a:ext cx="365760" cy="36576"/>
          </a:xfrm>
          <a:prstGeom prst="rect">
            <a:avLst/>
          </a:prstGeom>
          <a:solidFill>
            <a:srgbClr val="DDDDDD"/>
          </a:solidFill>
          <a:ln w="12700">
            <a:solidFill>
              <a:srgbClr val="DDDDDD"/>
            </a:solidFill>
            <a:prstDash val="solid"/>
          </a:ln>
        </p:spPr>
      </p:sp>
      <p:sp>
        <p:nvSpPr>
          <p:cNvPr id="50" name="Shape 42"/>
          <p:cNvSpPr/>
          <p:nvPr/>
        </p:nvSpPr>
        <p:spPr>
          <a:xfrm>
            <a:off x="3559576" y="2710949"/>
            <a:ext cx="502920" cy="36576"/>
          </a:xfrm>
          <a:prstGeom prst="rect">
            <a:avLst/>
          </a:prstGeom>
          <a:solidFill>
            <a:srgbClr val="DDDDDD"/>
          </a:solidFill>
          <a:ln w="12700">
            <a:solidFill>
              <a:srgbClr val="DDDDDD"/>
            </a:solidFill>
            <a:prstDash val="solid"/>
          </a:ln>
        </p:spPr>
      </p:sp>
      <p:sp>
        <p:nvSpPr>
          <p:cNvPr id="51" name="Shape 43"/>
          <p:cNvSpPr/>
          <p:nvPr/>
        </p:nvSpPr>
        <p:spPr>
          <a:xfrm>
            <a:off x="3559576" y="2838965"/>
            <a:ext cx="365760" cy="36576"/>
          </a:xfrm>
          <a:prstGeom prst="rect">
            <a:avLst/>
          </a:prstGeom>
          <a:solidFill>
            <a:srgbClr val="DDDDDD"/>
          </a:solidFill>
          <a:ln w="12700">
            <a:solidFill>
              <a:srgbClr val="DDDDDD"/>
            </a:solidFill>
            <a:prstDash val="solid"/>
          </a:ln>
        </p:spPr>
      </p:sp>
      <p:sp>
        <p:nvSpPr>
          <p:cNvPr id="52" name="Shape 44"/>
          <p:cNvSpPr/>
          <p:nvPr/>
        </p:nvSpPr>
        <p:spPr>
          <a:xfrm>
            <a:off x="3559576" y="2966981"/>
            <a:ext cx="502920" cy="36576"/>
          </a:xfrm>
          <a:prstGeom prst="rect">
            <a:avLst/>
          </a:prstGeom>
          <a:solidFill>
            <a:srgbClr val="DDDDDD"/>
          </a:solidFill>
          <a:ln w="12700">
            <a:solidFill>
              <a:srgbClr val="DDDDDD"/>
            </a:solidFill>
            <a:prstDash val="solid"/>
          </a:ln>
        </p:spPr>
      </p:sp>
      <p:sp>
        <p:nvSpPr>
          <p:cNvPr id="53" name="Text 45"/>
          <p:cNvSpPr txBox="1"/>
          <p:nvPr/>
        </p:nvSpPr>
        <p:spPr>
          <a:xfrm>
            <a:off x="862096" y="3497333"/>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Recent presentations</a:t>
            </a:r>
            <a:endParaRPr lang="en-US" sz="800" dirty="0"/>
          </a:p>
        </p:txBody>
      </p:sp>
      <p:sp>
        <p:nvSpPr>
          <p:cNvPr id="54" name="Shape 46"/>
          <p:cNvSpPr/>
          <p:nvPr/>
        </p:nvSpPr>
        <p:spPr>
          <a:xfrm>
            <a:off x="825520" y="2281181"/>
            <a:ext cx="758952" cy="941832"/>
          </a:xfrm>
          <a:prstGeom prst="roundRect">
            <a:avLst>
              <a:gd name="adj" fmla="val 6024"/>
            </a:avLst>
          </a:prstGeom>
          <a:solidFill>
            <a:srgbClr val="FFFFFF">
              <a:alpha val="0"/>
            </a:srgbClr>
          </a:solidFill>
          <a:ln w="31750">
            <a:solidFill>
              <a:srgbClr val="E53935"/>
            </a:solidFill>
            <a:prstDash val="solid"/>
          </a:ln>
        </p:spPr>
      </p:sp>
      <p:sp>
        <p:nvSpPr>
          <p:cNvPr id="55" name="Shape 47"/>
          <p:cNvSpPr/>
          <p:nvPr/>
        </p:nvSpPr>
        <p:spPr>
          <a:xfrm>
            <a:off x="1447312" y="2144021"/>
            <a:ext cx="274320" cy="274320"/>
          </a:xfrm>
          <a:prstGeom prst="ellipse">
            <a:avLst/>
          </a:prstGeom>
          <a:solidFill>
            <a:srgbClr val="E53935"/>
          </a:solidFill>
          <a:ln w="12700">
            <a:solidFill>
              <a:srgbClr val="FFFFFF"/>
            </a:solidFill>
            <a:prstDash val="solid"/>
          </a:ln>
        </p:spPr>
      </p:sp>
      <p:sp>
        <p:nvSpPr>
          <p:cNvPr id="56" name="Text 48"/>
          <p:cNvSpPr txBox="1"/>
          <p:nvPr/>
        </p:nvSpPr>
        <p:spPr>
          <a:xfrm>
            <a:off x="1447312" y="2144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57" name="Image 6" descr="preencoded.png">    </p:cNvPr>
          <p:cNvPicPr>
            <a:picLocks noChangeAspect="1"/>
          </p:cNvPicPr>
          <p:nvPr/>
        </p:nvPicPr>
        <p:blipFill>
          <a:blip r:embed="rId7"/>
          <a:stretch>
            <a:fillRect/>
          </a:stretch>
        </p:blipFill>
        <p:spPr>
          <a:xfrm>
            <a:off x="1239286" y="2795531"/>
            <a:ext cx="237744" cy="237744"/>
          </a:xfrm>
          <a:prstGeom prst="rect">
            <a:avLst/>
          </a:prstGeom>
        </p:spPr>
      </p:pic>
      <p:sp>
        <p:nvSpPr>
          <p:cNvPr id="58"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9"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slides.google.com › Blank</a:t>
            </a:r>
            <a:endParaRPr lang="en-US" sz="1800" dirty="0"/>
          </a:p>
        </p:txBody>
      </p:sp>
      <p:sp>
        <p:nvSpPr>
          <p:cNvPr id="60"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slides.google.com di kolom alamat. Klik kotak bertanda + (Blank presentation).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Shape 22"/>
          <p:cNvSpPr/>
          <p:nvPr/>
        </p:nvSpPr>
        <p:spPr>
          <a:xfrm>
            <a:off x="944392" y="1695965"/>
            <a:ext cx="2011680" cy="182880"/>
          </a:xfrm>
          <a:prstGeom prst="rect">
            <a:avLst/>
          </a:prstGeom>
          <a:solidFill>
            <a:srgbClr val="FFFFFF">
              <a:alpha val="0"/>
            </a:srgbClr>
          </a:solidFill>
          <a:ln w="12700">
            <a:solidFill>
              <a:srgbClr val="0B57D0"/>
            </a:solidFill>
            <a:prstDash val="solid"/>
          </a:ln>
        </p:spPr>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7" name="Text 29"/>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8" name="Text 30"/>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9" name="Shape 31"/>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40" name="Text 32"/>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1" name="Shape 33"/>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2" name="Text 34"/>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3" name="Shape 35"/>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4" name="Text 36"/>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5" name="Text 37"/>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7" name="Text 39"/>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9" name="Text 41"/>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50" name="Text 42"/>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1" name="Text 43"/>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2" name="Text 44"/>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3"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4"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5" name="Shape 45"/>
          <p:cNvSpPr/>
          <p:nvPr/>
        </p:nvSpPr>
        <p:spPr>
          <a:xfrm>
            <a:off x="587776" y="2354333"/>
            <a:ext cx="4950927" cy="1641051"/>
          </a:xfrm>
          <a:prstGeom prst="rect">
            <a:avLst/>
          </a:prstGeom>
          <a:solidFill>
            <a:srgbClr val="F8F9FA"/>
          </a:solidFill>
          <a:ln w="12700">
            <a:solidFill>
              <a:srgbClr val="F8F9FA"/>
            </a:solidFill>
            <a:prstDash val="solid"/>
          </a:ln>
        </p:spPr>
      </p:sp>
      <p:sp>
        <p:nvSpPr>
          <p:cNvPr id="56" name="Text 46"/>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7" name="Shape 47"/>
          <p:cNvSpPr/>
          <p:nvPr/>
        </p:nvSpPr>
        <p:spPr>
          <a:xfrm>
            <a:off x="788944" y="2464061"/>
            <a:ext cx="566928" cy="318897"/>
          </a:xfrm>
          <a:prstGeom prst="rect">
            <a:avLst/>
          </a:prstGeom>
          <a:solidFill>
            <a:srgbClr val="FFFFFF"/>
          </a:solidFill>
          <a:ln w="19050">
            <a:solidFill>
              <a:srgbClr val="F4B400"/>
            </a:solidFill>
            <a:prstDash val="solid"/>
          </a:ln>
        </p:spPr>
      </p:sp>
      <p:sp>
        <p:nvSpPr>
          <p:cNvPr id="58" name="Shape 48"/>
          <p:cNvSpPr/>
          <p:nvPr/>
        </p:nvSpPr>
        <p:spPr>
          <a:xfrm>
            <a:off x="2196348" y="2464061"/>
            <a:ext cx="2511024" cy="1412451"/>
          </a:xfrm>
          <a:prstGeom prst="rect">
            <a:avLst/>
          </a:prstGeom>
          <a:solidFill>
            <a:srgbClr val="FFFFFF"/>
          </a:solidFill>
          <a:ln w="6350">
            <a:solidFill>
              <a:srgbClr val="DDDDDD"/>
            </a:solidFill>
            <a:prstDash val="solid"/>
          </a:ln>
        </p:spPr>
      </p:sp>
      <p:sp>
        <p:nvSpPr>
          <p:cNvPr id="59" name="Shape 49"/>
          <p:cNvSpPr/>
          <p:nvPr/>
        </p:nvSpPr>
        <p:spPr>
          <a:xfrm>
            <a:off x="2379228" y="2887796"/>
            <a:ext cx="2145264" cy="353113"/>
          </a:xfrm>
          <a:prstGeom prst="rect">
            <a:avLst/>
          </a:prstGeom>
          <a:solidFill>
            <a:srgbClr val="FFFFFF">
              <a:alpha val="0"/>
            </a:srgbClr>
          </a:solidFill>
          <a:ln w="6350">
            <a:solidFill>
              <a:srgbClr val="AAAAAA"/>
            </a:solidFill>
            <a:prstDash val="dash"/>
          </a:ln>
        </p:spPr>
      </p:sp>
      <p:sp>
        <p:nvSpPr>
          <p:cNvPr id="60" name="Text 50"/>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200" dirty="0">
                <a:solidFill>
                  <a:srgbClr val="888888"/>
                </a:solidFill>
                <a:latin typeface="Arial" pitchFamily="34" charset="0"/>
                <a:ea typeface="Arial" pitchFamily="34" charset="-122"/>
                <a:cs typeface="Arial" pitchFamily="34" charset="-120"/>
              </a:rPr>
              <a:t>Click to add title</a:t>
            </a:r>
            <a:endParaRPr lang="en-US" sz="1200" dirty="0"/>
          </a:p>
        </p:txBody>
      </p:sp>
      <p:sp>
        <p:nvSpPr>
          <p:cNvPr id="61" name="Text 51"/>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888888"/>
                </a:solidFill>
                <a:latin typeface="Arial" pitchFamily="34" charset="0"/>
                <a:ea typeface="Arial" pitchFamily="34" charset="-122"/>
                <a:cs typeface="Arial" pitchFamily="34" charset="-120"/>
              </a:rPr>
              <a:t>Click to add subtitle</a:t>
            </a:r>
            <a:endParaRPr lang="en-US" sz="800" dirty="0"/>
          </a:p>
        </p:txBody>
      </p:sp>
      <p:sp>
        <p:nvSpPr>
          <p:cNvPr id="62" name="Shape 52"/>
          <p:cNvSpPr/>
          <p:nvPr/>
        </p:nvSpPr>
        <p:spPr>
          <a:xfrm>
            <a:off x="944392" y="1668533"/>
            <a:ext cx="2066544" cy="237744"/>
          </a:xfrm>
          <a:prstGeom prst="roundRect">
            <a:avLst>
              <a:gd name="adj" fmla="val 19231"/>
            </a:avLst>
          </a:prstGeom>
          <a:solidFill>
            <a:srgbClr val="FFFFFF">
              <a:alpha val="0"/>
            </a:srgbClr>
          </a:solidFill>
          <a:ln w="31750">
            <a:solidFill>
              <a:srgbClr val="E53935"/>
            </a:solidFill>
            <a:prstDash val="solid"/>
          </a:ln>
        </p:spPr>
      </p:sp>
      <p:sp>
        <p:nvSpPr>
          <p:cNvPr id="63" name="Shape 53"/>
          <p:cNvSpPr/>
          <p:nvPr/>
        </p:nvSpPr>
        <p:spPr>
          <a:xfrm>
            <a:off x="2873776" y="1531373"/>
            <a:ext cx="274320" cy="274320"/>
          </a:xfrm>
          <a:prstGeom prst="ellipse">
            <a:avLst/>
          </a:prstGeom>
          <a:solidFill>
            <a:srgbClr val="E53935"/>
          </a:solidFill>
          <a:ln w="12700">
            <a:solidFill>
              <a:srgbClr val="FFFFFF"/>
            </a:solidFill>
            <a:prstDash val="solid"/>
          </a:ln>
        </p:spPr>
      </p:sp>
      <p:sp>
        <p:nvSpPr>
          <p:cNvPr id="64" name="Text 54"/>
          <p:cNvSpPr txBox="1"/>
          <p:nvPr/>
        </p:nvSpPr>
        <p:spPr>
          <a:xfrm>
            <a:off x="2873776" y="15313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65" name="Image 8" descr="preencoded.png">    </p:cNvPr>
          <p:cNvPicPr>
            <a:picLocks noChangeAspect="1"/>
          </p:cNvPicPr>
          <p:nvPr/>
        </p:nvPicPr>
        <p:blipFill>
          <a:blip r:embed="rId9"/>
          <a:stretch>
            <a:fillRect/>
          </a:stretch>
        </p:blipFill>
        <p:spPr>
          <a:xfrm>
            <a:off x="2078248" y="1796549"/>
            <a:ext cx="237744" cy="237744"/>
          </a:xfrm>
          <a:prstGeom prst="rect">
            <a:avLst/>
          </a:prstGeom>
        </p:spPr>
      </p:pic>
      <p:sp>
        <p:nvSpPr>
          <p:cNvPr id="66"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7"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nama presentasi</a:t>
            </a:r>
            <a:endParaRPr lang="en-US" sz="1800" dirty="0"/>
          </a:p>
        </p:txBody>
      </p:sp>
      <p:sp>
        <p:nvSpPr>
          <p:cNvPr id="68"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Untitled presentation di kiri atas, ketik Kegiatan_Harianku_NamaKamu, lalu Enter.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19050">
            <a:solidFill>
              <a:srgbClr val="F4B400"/>
            </a:solidFill>
            <a:prstDash val="solid"/>
          </a:ln>
        </p:spPr>
      </p:sp>
      <p:sp>
        <p:nvSpPr>
          <p:cNvPr id="57" name="Shape 47"/>
          <p:cNvSpPr/>
          <p:nvPr/>
        </p:nvSpPr>
        <p:spPr>
          <a:xfrm>
            <a:off x="2196348" y="2464061"/>
            <a:ext cx="2511024" cy="1412451"/>
          </a:xfrm>
          <a:prstGeom prst="rect">
            <a:avLst/>
          </a:prstGeom>
          <a:solidFill>
            <a:srgbClr val="0F4C3A"/>
          </a:solidFill>
          <a:ln w="6350">
            <a:solidFill>
              <a:srgbClr val="DDDDDD"/>
            </a:solidFill>
            <a:prstDash val="solid"/>
          </a:ln>
        </p:spPr>
      </p:sp>
      <p:sp>
        <p:nvSpPr>
          <p:cNvPr id="58" name="Shape 48"/>
          <p:cNvSpPr/>
          <p:nvPr/>
        </p:nvSpPr>
        <p:spPr>
          <a:xfrm>
            <a:off x="2379228" y="2887796"/>
            <a:ext cx="2145264" cy="353113"/>
          </a:xfrm>
          <a:prstGeom prst="rect">
            <a:avLst/>
          </a:prstGeom>
          <a:solidFill>
            <a:srgbClr val="FFFFFF">
              <a:alpha val="0"/>
            </a:srgbClr>
          </a:solidFill>
          <a:ln w="6350">
            <a:solidFill>
              <a:srgbClr val="AAAAAA"/>
            </a:solidFill>
            <a:prstDash val="dash"/>
          </a:ln>
        </p:spPr>
      </p:sp>
      <p:sp>
        <p:nvSpPr>
          <p:cNvPr id="59" name="Text 49"/>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200" dirty="0">
                <a:solidFill>
                  <a:srgbClr val="888888"/>
                </a:solidFill>
                <a:latin typeface="Arial" pitchFamily="34" charset="0"/>
                <a:ea typeface="Arial" pitchFamily="34" charset="-122"/>
                <a:cs typeface="Arial" pitchFamily="34" charset="-120"/>
              </a:rPr>
              <a:t>Click to add title</a:t>
            </a:r>
            <a:endParaRPr lang="en-US" sz="1200" dirty="0"/>
          </a:p>
        </p:txBody>
      </p:sp>
      <p:sp>
        <p:nvSpPr>
          <p:cNvPr id="60" name="Text 50"/>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888888"/>
                </a:solidFill>
                <a:latin typeface="Arial" pitchFamily="34" charset="0"/>
                <a:ea typeface="Arial" pitchFamily="34" charset="-122"/>
                <a:cs typeface="Arial" pitchFamily="34" charset="-120"/>
              </a:rPr>
              <a:t>Click to add subtitle</a:t>
            </a:r>
            <a:endParaRPr lang="en-US" sz="800" dirty="0"/>
          </a:p>
        </p:txBody>
      </p:sp>
      <p:sp>
        <p:nvSpPr>
          <p:cNvPr id="61" name="Shape 51"/>
          <p:cNvSpPr/>
          <p:nvPr/>
        </p:nvSpPr>
        <p:spPr>
          <a:xfrm>
            <a:off x="4121384" y="2354333"/>
            <a:ext cx="1371600" cy="1641051"/>
          </a:xfrm>
          <a:prstGeom prst="rect">
            <a:avLst/>
          </a:prstGeom>
          <a:solidFill>
            <a:srgbClr val="FFFFFF"/>
          </a:solidFill>
          <a:ln w="6350">
            <a:solidFill>
              <a:srgbClr val="DDDDDD"/>
            </a:solidFill>
            <a:prstDash val="solid"/>
          </a:ln>
        </p:spPr>
      </p:sp>
      <p:sp>
        <p:nvSpPr>
          <p:cNvPr id="62" name="Text 52"/>
          <p:cNvSpPr txBox="1"/>
          <p:nvPr/>
        </p:nvSpPr>
        <p:spPr>
          <a:xfrm>
            <a:off x="4212824" y="2409197"/>
            <a:ext cx="1097280" cy="201168"/>
          </a:xfrm>
          <a:prstGeom prst="rect">
            <a:avLst/>
          </a:prstGeom>
          <a:noFill/>
          <a:ln/>
        </p:spPr>
        <p:txBody>
          <a:bodyPr wrap="square" lIns="0" tIns="0" rIns="0" bIns="0" rtlCol="0" anchor="t"/>
          <a:lstStyle/>
          <a:p>
            <a:pPr indent="0" marL="0">
              <a:buNone/>
            </a:pPr>
            <a:r>
              <a:rPr lang="en-US" sz="900" b="1" dirty="0">
                <a:solidFill>
                  <a:srgbClr val="1E2A26"/>
                </a:solidFill>
                <a:latin typeface="Calibri" pitchFamily="34" charset="0"/>
                <a:ea typeface="Calibri" pitchFamily="34" charset="-122"/>
                <a:cs typeface="Calibri" pitchFamily="34" charset="-120"/>
              </a:rPr>
              <a:t>Themes</a:t>
            </a:r>
            <a:endParaRPr lang="en-US" sz="900" dirty="0"/>
          </a:p>
        </p:txBody>
      </p:sp>
      <p:sp>
        <p:nvSpPr>
          <p:cNvPr id="63" name="Shape 53"/>
          <p:cNvSpPr/>
          <p:nvPr/>
        </p:nvSpPr>
        <p:spPr>
          <a:xfrm>
            <a:off x="4231112" y="2674373"/>
            <a:ext cx="1152144" cy="411480"/>
          </a:xfrm>
          <a:prstGeom prst="rect">
            <a:avLst/>
          </a:prstGeom>
          <a:solidFill>
            <a:srgbClr val="FFFFFF"/>
          </a:solidFill>
          <a:ln w="6350">
            <a:solidFill>
              <a:srgbClr val="CCCCCC"/>
            </a:solidFill>
            <a:prstDash val="solid"/>
          </a:ln>
        </p:spPr>
      </p:sp>
      <p:sp>
        <p:nvSpPr>
          <p:cNvPr id="64" name="Text 54"/>
          <p:cNvSpPr txBox="1"/>
          <p:nvPr/>
        </p:nvSpPr>
        <p:spPr>
          <a:xfrm>
            <a:off x="4304264" y="2720093"/>
            <a:ext cx="1152144" cy="164592"/>
          </a:xfrm>
          <a:prstGeom prst="rect">
            <a:avLst/>
          </a:prstGeom>
          <a:noFill/>
          <a:ln/>
        </p:spPr>
        <p:txBody>
          <a:bodyPr wrap="square" lIns="0" tIns="0" rIns="0" bIns="0" rtlCol="0" anchor="t"/>
          <a:lstStyle/>
          <a:p>
            <a:pPr indent="0" marL="0">
              <a:buNone/>
            </a:pPr>
            <a:r>
              <a:rPr lang="en-US" sz="700" b="1" dirty="0">
                <a:solidFill>
                  <a:srgbClr val="222222"/>
                </a:solidFill>
                <a:latin typeface="Calibri" pitchFamily="34" charset="0"/>
                <a:ea typeface="Calibri" pitchFamily="34" charset="-122"/>
                <a:cs typeface="Calibri" pitchFamily="34" charset="-120"/>
              </a:rPr>
              <a:t>Title</a:t>
            </a:r>
            <a:endParaRPr lang="en-US" sz="700" dirty="0"/>
          </a:p>
        </p:txBody>
      </p:sp>
      <p:sp>
        <p:nvSpPr>
          <p:cNvPr id="65" name="Text 55"/>
          <p:cNvSpPr txBox="1"/>
          <p:nvPr/>
        </p:nvSpPr>
        <p:spPr>
          <a:xfrm>
            <a:off x="4231112" y="3094997"/>
            <a:ext cx="1152144" cy="118872"/>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Simple Light</a:t>
            </a:r>
            <a:endParaRPr lang="en-US" sz="600" dirty="0"/>
          </a:p>
        </p:txBody>
      </p:sp>
      <p:sp>
        <p:nvSpPr>
          <p:cNvPr id="66" name="Shape 56"/>
          <p:cNvSpPr/>
          <p:nvPr/>
        </p:nvSpPr>
        <p:spPr>
          <a:xfrm>
            <a:off x="4231112" y="3241301"/>
            <a:ext cx="1152144" cy="411480"/>
          </a:xfrm>
          <a:prstGeom prst="rect">
            <a:avLst/>
          </a:prstGeom>
          <a:solidFill>
            <a:srgbClr val="263238"/>
          </a:solidFill>
          <a:ln w="6350">
            <a:solidFill>
              <a:srgbClr val="CCCCCC"/>
            </a:solidFill>
            <a:prstDash val="solid"/>
          </a:ln>
        </p:spPr>
      </p:sp>
      <p:sp>
        <p:nvSpPr>
          <p:cNvPr id="67" name="Text 57"/>
          <p:cNvSpPr txBox="1"/>
          <p:nvPr/>
        </p:nvSpPr>
        <p:spPr>
          <a:xfrm>
            <a:off x="4304264" y="3287021"/>
            <a:ext cx="1152144" cy="164592"/>
          </a:xfrm>
          <a:prstGeom prst="rect">
            <a:avLst/>
          </a:prstGeom>
          <a:noFill/>
          <a:ln/>
        </p:spPr>
        <p:txBody>
          <a:bodyPr wrap="square" lIns="0" tIns="0" rIns="0" bIns="0" rtlCol="0" anchor="t"/>
          <a:lstStyle/>
          <a:p>
            <a:pPr indent="0" marL="0">
              <a:buNone/>
            </a:pPr>
            <a:r>
              <a:rPr lang="en-US" sz="700" b="1" dirty="0">
                <a:solidFill>
                  <a:srgbClr val="FFFFFF"/>
                </a:solidFill>
                <a:latin typeface="Calibri" pitchFamily="34" charset="0"/>
                <a:ea typeface="Calibri" pitchFamily="34" charset="-122"/>
                <a:cs typeface="Calibri" pitchFamily="34" charset="-120"/>
              </a:rPr>
              <a:t>Title</a:t>
            </a:r>
            <a:endParaRPr lang="en-US" sz="700" dirty="0"/>
          </a:p>
        </p:txBody>
      </p:sp>
      <p:sp>
        <p:nvSpPr>
          <p:cNvPr id="68" name="Text 58"/>
          <p:cNvSpPr txBox="1"/>
          <p:nvPr/>
        </p:nvSpPr>
        <p:spPr>
          <a:xfrm>
            <a:off x="4231112" y="3661925"/>
            <a:ext cx="1152144" cy="118872"/>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Simple Dark</a:t>
            </a:r>
            <a:endParaRPr lang="en-US" sz="600" dirty="0"/>
          </a:p>
        </p:txBody>
      </p:sp>
      <p:sp>
        <p:nvSpPr>
          <p:cNvPr id="69" name="Shape 59"/>
          <p:cNvSpPr/>
          <p:nvPr/>
        </p:nvSpPr>
        <p:spPr>
          <a:xfrm>
            <a:off x="4231112" y="3808229"/>
            <a:ext cx="1152144" cy="411480"/>
          </a:xfrm>
          <a:prstGeom prst="rect">
            <a:avLst/>
          </a:prstGeom>
          <a:solidFill>
            <a:srgbClr val="0F4C3A"/>
          </a:solidFill>
          <a:ln w="19050">
            <a:solidFill>
              <a:srgbClr val="0B57D0"/>
            </a:solidFill>
            <a:prstDash val="solid"/>
          </a:ln>
        </p:spPr>
      </p:sp>
      <p:sp>
        <p:nvSpPr>
          <p:cNvPr id="70" name="Text 60"/>
          <p:cNvSpPr txBox="1"/>
          <p:nvPr/>
        </p:nvSpPr>
        <p:spPr>
          <a:xfrm>
            <a:off x="4304264" y="3853949"/>
            <a:ext cx="1152144" cy="164592"/>
          </a:xfrm>
          <a:prstGeom prst="rect">
            <a:avLst/>
          </a:prstGeom>
          <a:noFill/>
          <a:ln/>
        </p:spPr>
        <p:txBody>
          <a:bodyPr wrap="square" lIns="0" tIns="0" rIns="0" bIns="0" rtlCol="0" anchor="t"/>
          <a:lstStyle/>
          <a:p>
            <a:pPr indent="0" marL="0">
              <a:buNone/>
            </a:pPr>
            <a:r>
              <a:rPr lang="en-US" sz="700" b="1" dirty="0">
                <a:solidFill>
                  <a:srgbClr val="FFFFFF"/>
                </a:solidFill>
                <a:latin typeface="Calibri" pitchFamily="34" charset="0"/>
                <a:ea typeface="Calibri" pitchFamily="34" charset="-122"/>
                <a:cs typeface="Calibri" pitchFamily="34" charset="-120"/>
              </a:rPr>
              <a:t>Title</a:t>
            </a:r>
            <a:endParaRPr lang="en-US" sz="700" dirty="0"/>
          </a:p>
        </p:txBody>
      </p:sp>
      <p:sp>
        <p:nvSpPr>
          <p:cNvPr id="71" name="Text 61"/>
          <p:cNvSpPr txBox="1"/>
          <p:nvPr/>
        </p:nvSpPr>
        <p:spPr>
          <a:xfrm>
            <a:off x="4231112" y="4228853"/>
            <a:ext cx="1152144" cy="118872"/>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Streamline</a:t>
            </a:r>
            <a:endParaRPr lang="en-US" sz="600" dirty="0"/>
          </a:p>
        </p:txBody>
      </p:sp>
      <p:sp>
        <p:nvSpPr>
          <p:cNvPr id="72" name="Shape 62"/>
          <p:cNvSpPr/>
          <p:nvPr/>
        </p:nvSpPr>
        <p:spPr>
          <a:xfrm>
            <a:off x="4231112" y="4375157"/>
            <a:ext cx="1152144" cy="411480"/>
          </a:xfrm>
          <a:prstGeom prst="rect">
            <a:avLst/>
          </a:prstGeom>
          <a:solidFill>
            <a:srgbClr val="FBF1D3"/>
          </a:solidFill>
          <a:ln w="6350">
            <a:solidFill>
              <a:srgbClr val="CCCCCC"/>
            </a:solidFill>
            <a:prstDash val="solid"/>
          </a:ln>
        </p:spPr>
      </p:sp>
      <p:sp>
        <p:nvSpPr>
          <p:cNvPr id="73" name="Text 63"/>
          <p:cNvSpPr txBox="1"/>
          <p:nvPr/>
        </p:nvSpPr>
        <p:spPr>
          <a:xfrm>
            <a:off x="4304264" y="4420877"/>
            <a:ext cx="1152144" cy="164592"/>
          </a:xfrm>
          <a:prstGeom prst="rect">
            <a:avLst/>
          </a:prstGeom>
          <a:noFill/>
          <a:ln/>
        </p:spPr>
        <p:txBody>
          <a:bodyPr wrap="square" lIns="0" tIns="0" rIns="0" bIns="0" rtlCol="0" anchor="t"/>
          <a:lstStyle/>
          <a:p>
            <a:pPr indent="0" marL="0">
              <a:buNone/>
            </a:pPr>
            <a:r>
              <a:rPr lang="en-US" sz="700" b="1" dirty="0">
                <a:solidFill>
                  <a:srgbClr val="333333"/>
                </a:solidFill>
                <a:latin typeface="Calibri" pitchFamily="34" charset="0"/>
                <a:ea typeface="Calibri" pitchFamily="34" charset="-122"/>
                <a:cs typeface="Calibri" pitchFamily="34" charset="-120"/>
              </a:rPr>
              <a:t>Title</a:t>
            </a:r>
            <a:endParaRPr lang="en-US" sz="700" dirty="0"/>
          </a:p>
        </p:txBody>
      </p:sp>
      <p:sp>
        <p:nvSpPr>
          <p:cNvPr id="74" name="Text 64"/>
          <p:cNvSpPr txBox="1"/>
          <p:nvPr/>
        </p:nvSpPr>
        <p:spPr>
          <a:xfrm>
            <a:off x="4231112" y="4795781"/>
            <a:ext cx="1152144" cy="118872"/>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Focus</a:t>
            </a:r>
            <a:endParaRPr lang="en-US" sz="600" dirty="0"/>
          </a:p>
        </p:txBody>
      </p:sp>
      <p:sp>
        <p:nvSpPr>
          <p:cNvPr id="75" name="Shape 65"/>
          <p:cNvSpPr/>
          <p:nvPr/>
        </p:nvSpPr>
        <p:spPr>
          <a:xfrm>
            <a:off x="4203680" y="3780797"/>
            <a:ext cx="1207008" cy="466344"/>
          </a:xfrm>
          <a:prstGeom prst="roundRect">
            <a:avLst>
              <a:gd name="adj" fmla="val 9804"/>
            </a:avLst>
          </a:prstGeom>
          <a:solidFill>
            <a:srgbClr val="FFFFFF">
              <a:alpha val="0"/>
            </a:srgbClr>
          </a:solidFill>
          <a:ln w="31750">
            <a:solidFill>
              <a:srgbClr val="E53935"/>
            </a:solidFill>
            <a:prstDash val="solid"/>
          </a:ln>
        </p:spPr>
      </p:sp>
      <p:sp>
        <p:nvSpPr>
          <p:cNvPr id="76" name="Shape 66"/>
          <p:cNvSpPr/>
          <p:nvPr/>
        </p:nvSpPr>
        <p:spPr>
          <a:xfrm>
            <a:off x="5273528" y="3643637"/>
            <a:ext cx="274320" cy="274320"/>
          </a:xfrm>
          <a:prstGeom prst="ellipse">
            <a:avLst/>
          </a:prstGeom>
          <a:solidFill>
            <a:srgbClr val="E53935"/>
          </a:solidFill>
          <a:ln w="12700">
            <a:solidFill>
              <a:srgbClr val="FFFFFF"/>
            </a:solidFill>
            <a:prstDash val="solid"/>
          </a:ln>
        </p:spPr>
      </p:sp>
      <p:sp>
        <p:nvSpPr>
          <p:cNvPr id="77" name="Text 67"/>
          <p:cNvSpPr txBox="1"/>
          <p:nvPr/>
        </p:nvSpPr>
        <p:spPr>
          <a:xfrm>
            <a:off x="5273528" y="36436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8" name="Image 8" descr="preencoded.png">    </p:cNvPr>
          <p:cNvPicPr>
            <a:picLocks noChangeAspect="1"/>
          </p:cNvPicPr>
          <p:nvPr/>
        </p:nvPicPr>
        <p:blipFill>
          <a:blip r:embed="rId9"/>
          <a:stretch>
            <a:fillRect/>
          </a:stretch>
        </p:blipFill>
        <p:spPr>
          <a:xfrm>
            <a:off x="4864791" y="4034543"/>
            <a:ext cx="237744" cy="237744"/>
          </a:xfrm>
          <a:prstGeom prst="rect">
            <a:avLst/>
          </a:prstGeom>
        </p:spPr>
      </p:pic>
      <p:sp>
        <p:nvSpPr>
          <p:cNvPr id="79"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80"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tema</a:t>
            </a:r>
            <a:endParaRPr lang="en-US" sz="1800" dirty="0"/>
          </a:p>
        </p:txBody>
      </p:sp>
      <p:sp>
        <p:nvSpPr>
          <p:cNvPr id="81"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Panel Themes muncul di kanan. Klik satu tema yang rapi dan mudah dibaca. Tutup panel dengan tanda ×.</a:t>
            </a:r>
            <a:endParaRPr lang="en-US" sz="1300" dirty="0"/>
          </a:p>
        </p:txBody>
      </p:sp>
      <p:sp>
        <p:nvSpPr>
          <p:cNvPr id="82" name="Shape 7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3"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84" name="Text 7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panel tidak muncul, klik Theme di toolbar.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Slide Judul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19050">
            <a:solidFill>
              <a:srgbClr val="F4B400"/>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Shape 48"/>
          <p:cNvSpPr/>
          <p:nvPr/>
        </p:nvSpPr>
        <p:spPr>
          <a:xfrm>
            <a:off x="2196348" y="2464061"/>
            <a:ext cx="2511024" cy="1412451"/>
          </a:xfrm>
          <a:prstGeom prst="rect">
            <a:avLst/>
          </a:prstGeom>
          <a:solidFill>
            <a:srgbClr val="0F4C3A"/>
          </a:solidFill>
          <a:ln w="6350">
            <a:solidFill>
              <a:srgbClr val="DDDDDD"/>
            </a:solidFill>
            <a:prstDash val="solid"/>
          </a:ln>
        </p:spPr>
      </p:sp>
      <p:sp>
        <p:nvSpPr>
          <p:cNvPr id="59" name="Text 49"/>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Kegiatan Harianku</a:t>
            </a:r>
            <a:endParaRPr lang="en-US" sz="1600" dirty="0"/>
          </a:p>
        </p:txBody>
      </p:sp>
      <p:sp>
        <p:nvSpPr>
          <p:cNvPr id="60" name="Text 50"/>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Ahmad · Kelas 1 Wustha</a:t>
            </a:r>
            <a:endParaRPr lang="en-US" sz="800" dirty="0"/>
          </a:p>
        </p:txBody>
      </p:sp>
      <p:sp>
        <p:nvSpPr>
          <p:cNvPr id="61" name="Shape 51"/>
          <p:cNvSpPr/>
          <p:nvPr/>
        </p:nvSpPr>
        <p:spPr>
          <a:xfrm>
            <a:off x="2351796" y="2860364"/>
            <a:ext cx="2200128" cy="407977"/>
          </a:xfrm>
          <a:prstGeom prst="roundRect">
            <a:avLst>
              <a:gd name="adj" fmla="val 11207"/>
            </a:avLst>
          </a:prstGeom>
          <a:solidFill>
            <a:srgbClr val="FFFFFF">
              <a:alpha val="0"/>
            </a:srgbClr>
          </a:solidFill>
          <a:ln w="31750">
            <a:solidFill>
              <a:srgbClr val="E53935"/>
            </a:solidFill>
            <a:prstDash val="solid"/>
          </a:ln>
        </p:spPr>
      </p:sp>
      <p:sp>
        <p:nvSpPr>
          <p:cNvPr id="62" name="Shape 52"/>
          <p:cNvSpPr/>
          <p:nvPr/>
        </p:nvSpPr>
        <p:spPr>
          <a:xfrm>
            <a:off x="4414764" y="2723204"/>
            <a:ext cx="274320" cy="274320"/>
          </a:xfrm>
          <a:prstGeom prst="ellipse">
            <a:avLst/>
          </a:prstGeom>
          <a:solidFill>
            <a:srgbClr val="E53935"/>
          </a:solidFill>
          <a:ln w="12700">
            <a:solidFill>
              <a:srgbClr val="FFFFFF"/>
            </a:solidFill>
            <a:prstDash val="solid"/>
          </a:ln>
        </p:spPr>
      </p:sp>
      <p:sp>
        <p:nvSpPr>
          <p:cNvPr id="63" name="Text 53"/>
          <p:cNvSpPr txBox="1"/>
          <p:nvPr/>
        </p:nvSpPr>
        <p:spPr>
          <a:xfrm>
            <a:off x="4414764" y="27232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4" name="Image 8" descr="preencoded.png">    </p:cNvPr>
          <p:cNvPicPr>
            <a:picLocks noChangeAspect="1"/>
          </p:cNvPicPr>
          <p:nvPr/>
        </p:nvPicPr>
        <p:blipFill>
          <a:blip r:embed="rId9"/>
          <a:stretch>
            <a:fillRect/>
          </a:stretch>
        </p:blipFill>
        <p:spPr>
          <a:xfrm>
            <a:off x="3559123" y="3082008"/>
            <a:ext cx="237744" cy="237744"/>
          </a:xfrm>
          <a:prstGeom prst="rect">
            <a:avLst/>
          </a:prstGeom>
        </p:spPr>
      </p:pic>
      <p:sp>
        <p:nvSpPr>
          <p:cNvPr id="65" name="Shape 54"/>
          <p:cNvSpPr/>
          <p:nvPr/>
        </p:nvSpPr>
        <p:spPr>
          <a:xfrm>
            <a:off x="2534676" y="3286629"/>
            <a:ext cx="1834368" cy="252607"/>
          </a:xfrm>
          <a:prstGeom prst="roundRect">
            <a:avLst>
              <a:gd name="adj" fmla="val 18099"/>
            </a:avLst>
          </a:prstGeom>
          <a:solidFill>
            <a:srgbClr val="FFFFFF">
              <a:alpha val="0"/>
            </a:srgbClr>
          </a:solidFill>
          <a:ln w="31750">
            <a:solidFill>
              <a:srgbClr val="E53935"/>
            </a:solidFill>
            <a:prstDash val="solid"/>
          </a:ln>
        </p:spPr>
      </p:sp>
      <p:sp>
        <p:nvSpPr>
          <p:cNvPr id="66" name="Shape 55"/>
          <p:cNvSpPr/>
          <p:nvPr/>
        </p:nvSpPr>
        <p:spPr>
          <a:xfrm>
            <a:off x="4231884" y="3149469"/>
            <a:ext cx="274320" cy="274320"/>
          </a:xfrm>
          <a:prstGeom prst="ellipse">
            <a:avLst/>
          </a:prstGeom>
          <a:solidFill>
            <a:srgbClr val="E53935"/>
          </a:solidFill>
          <a:ln w="12700">
            <a:solidFill>
              <a:srgbClr val="FFFFFF"/>
            </a:solidFill>
            <a:prstDash val="solid"/>
          </a:ln>
        </p:spPr>
      </p:sp>
      <p:sp>
        <p:nvSpPr>
          <p:cNvPr id="67" name="Text 56"/>
          <p:cNvSpPr txBox="1"/>
          <p:nvPr/>
        </p:nvSpPr>
        <p:spPr>
          <a:xfrm>
            <a:off x="4231884" y="31494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8" name="Image 9" descr="preencoded.png">    </p:cNvPr>
          <p:cNvPicPr>
            <a:picLocks noChangeAspect="1"/>
          </p:cNvPicPr>
          <p:nvPr/>
        </p:nvPicPr>
        <p:blipFill>
          <a:blip r:embed="rId10"/>
          <a:stretch>
            <a:fillRect/>
          </a:stretch>
        </p:blipFill>
        <p:spPr>
          <a:xfrm>
            <a:off x="3540835" y="3422820"/>
            <a:ext cx="237744" cy="237744"/>
          </a:xfrm>
          <a:prstGeom prst="rect">
            <a:avLst/>
          </a:prstGeom>
        </p:spPr>
      </p:pic>
      <p:sp>
        <p:nvSpPr>
          <p:cNvPr id="69" name="Text 5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0" name="Text 5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slide judul</a:t>
            </a:r>
            <a:endParaRPr lang="en-US" sz="1800" dirty="0"/>
          </a:p>
        </p:txBody>
      </p:sp>
      <p:sp>
        <p:nvSpPr>
          <p:cNvPr id="71" name="Text 5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Click to add title, ketik Kegiatan Harianku. Klik Click to add subtitle, ketik nama dan kelasmu.</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Slide 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19050">
            <a:solidFill>
              <a:srgbClr val="F4B400"/>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Shape 48"/>
          <p:cNvSpPr/>
          <p:nvPr/>
        </p:nvSpPr>
        <p:spPr>
          <a:xfrm>
            <a:off x="2196348" y="2464061"/>
            <a:ext cx="2511024" cy="1412451"/>
          </a:xfrm>
          <a:prstGeom prst="rect">
            <a:avLst/>
          </a:prstGeom>
          <a:solidFill>
            <a:srgbClr val="0F4C3A"/>
          </a:solidFill>
          <a:ln w="6350">
            <a:solidFill>
              <a:srgbClr val="DDDDDD"/>
            </a:solidFill>
            <a:prstDash val="solid"/>
          </a:ln>
        </p:spPr>
      </p:sp>
      <p:sp>
        <p:nvSpPr>
          <p:cNvPr id="59" name="Text 49"/>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Kegiatan Harianku</a:t>
            </a:r>
            <a:endParaRPr lang="en-US" sz="1600" dirty="0"/>
          </a:p>
        </p:txBody>
      </p:sp>
      <p:sp>
        <p:nvSpPr>
          <p:cNvPr id="60" name="Text 50"/>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Ahmad · Kelas 1 Wustha</a:t>
            </a:r>
            <a:endParaRPr lang="en-US" sz="800" dirty="0"/>
          </a:p>
        </p:txBody>
      </p:sp>
      <p:sp>
        <p:nvSpPr>
          <p:cNvPr id="61" name="Shape 51"/>
          <p:cNvSpPr/>
          <p:nvPr/>
        </p:nvSpPr>
        <p:spPr>
          <a:xfrm>
            <a:off x="953536" y="2299469"/>
            <a:ext cx="1371600" cy="1261872"/>
          </a:xfrm>
          <a:prstGeom prst="rect">
            <a:avLst/>
          </a:prstGeom>
          <a:solidFill>
            <a:srgbClr val="FFFFFF"/>
          </a:solidFill>
          <a:ln w="9525">
            <a:solidFill>
              <a:srgbClr val="AAAAAA"/>
            </a:solidFill>
            <a:prstDash val="solid"/>
          </a:ln>
        </p:spPr>
      </p:sp>
      <p:sp>
        <p:nvSpPr>
          <p:cNvPr id="62" name="Text 52"/>
          <p:cNvSpPr txBox="1"/>
          <p:nvPr/>
        </p:nvSpPr>
        <p:spPr>
          <a:xfrm>
            <a:off x="1063264" y="2326901"/>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Title slide</a:t>
            </a:r>
            <a:endParaRPr lang="en-US" sz="800" dirty="0"/>
          </a:p>
        </p:txBody>
      </p:sp>
      <p:sp>
        <p:nvSpPr>
          <p:cNvPr id="63" name="Text 53"/>
          <p:cNvSpPr txBox="1"/>
          <p:nvPr/>
        </p:nvSpPr>
        <p:spPr>
          <a:xfrm>
            <a:off x="1063264" y="2528069"/>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Section header</a:t>
            </a:r>
            <a:endParaRPr lang="en-US" sz="800" dirty="0"/>
          </a:p>
        </p:txBody>
      </p:sp>
      <p:sp>
        <p:nvSpPr>
          <p:cNvPr id="64" name="Text 54"/>
          <p:cNvSpPr txBox="1"/>
          <p:nvPr/>
        </p:nvSpPr>
        <p:spPr>
          <a:xfrm>
            <a:off x="1063264" y="2729237"/>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Title and body</a:t>
            </a:r>
            <a:endParaRPr lang="en-US" sz="800" dirty="0"/>
          </a:p>
        </p:txBody>
      </p:sp>
      <p:sp>
        <p:nvSpPr>
          <p:cNvPr id="65" name="Text 55"/>
          <p:cNvSpPr txBox="1"/>
          <p:nvPr/>
        </p:nvSpPr>
        <p:spPr>
          <a:xfrm>
            <a:off x="1063264" y="2930405"/>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Title and two columns</a:t>
            </a:r>
            <a:endParaRPr lang="en-US" sz="800" dirty="0"/>
          </a:p>
        </p:txBody>
      </p:sp>
      <p:sp>
        <p:nvSpPr>
          <p:cNvPr id="66" name="Text 56"/>
          <p:cNvSpPr txBox="1"/>
          <p:nvPr/>
        </p:nvSpPr>
        <p:spPr>
          <a:xfrm>
            <a:off x="1063264" y="3131573"/>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Title only</a:t>
            </a:r>
            <a:endParaRPr lang="en-US" sz="800" dirty="0"/>
          </a:p>
        </p:txBody>
      </p:sp>
      <p:sp>
        <p:nvSpPr>
          <p:cNvPr id="67" name="Text 57"/>
          <p:cNvSpPr txBox="1"/>
          <p:nvPr/>
        </p:nvSpPr>
        <p:spPr>
          <a:xfrm>
            <a:off x="1063264" y="3332741"/>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Blank</a:t>
            </a:r>
            <a:endParaRPr lang="en-US" sz="800" dirty="0"/>
          </a:p>
        </p:txBody>
      </p:sp>
      <p:sp>
        <p:nvSpPr>
          <p:cNvPr id="68" name="Shape 58"/>
          <p:cNvSpPr/>
          <p:nvPr/>
        </p:nvSpPr>
        <p:spPr>
          <a:xfrm>
            <a:off x="926104" y="2070869"/>
            <a:ext cx="182880" cy="237744"/>
          </a:xfrm>
          <a:prstGeom prst="roundRect">
            <a:avLst>
              <a:gd name="adj" fmla="val 25000"/>
            </a:avLst>
          </a:prstGeom>
          <a:solidFill>
            <a:srgbClr val="FFFFFF">
              <a:alpha val="0"/>
            </a:srgbClr>
          </a:solidFill>
          <a:ln w="31750">
            <a:solidFill>
              <a:srgbClr val="E53935"/>
            </a:solidFill>
            <a:prstDash val="solid"/>
          </a:ln>
        </p:spPr>
      </p:sp>
      <p:sp>
        <p:nvSpPr>
          <p:cNvPr id="69" name="Shape 59"/>
          <p:cNvSpPr/>
          <p:nvPr/>
        </p:nvSpPr>
        <p:spPr>
          <a:xfrm>
            <a:off x="971824" y="1933709"/>
            <a:ext cx="274320" cy="274320"/>
          </a:xfrm>
          <a:prstGeom prst="ellipse">
            <a:avLst/>
          </a:prstGeom>
          <a:solidFill>
            <a:srgbClr val="E53935"/>
          </a:solidFill>
          <a:ln w="12700">
            <a:solidFill>
              <a:srgbClr val="FFFFFF"/>
            </a:solidFill>
            <a:prstDash val="solid"/>
          </a:ln>
        </p:spPr>
      </p:sp>
      <p:sp>
        <p:nvSpPr>
          <p:cNvPr id="70" name="Text 60"/>
          <p:cNvSpPr txBox="1"/>
          <p:nvPr/>
        </p:nvSpPr>
        <p:spPr>
          <a:xfrm>
            <a:off x="971824" y="19337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1" name="Image 8" descr="preencoded.png">    </p:cNvPr>
          <p:cNvPicPr>
            <a:picLocks noChangeAspect="1"/>
          </p:cNvPicPr>
          <p:nvPr/>
        </p:nvPicPr>
        <p:blipFill>
          <a:blip r:embed="rId9"/>
          <a:stretch>
            <a:fillRect/>
          </a:stretch>
        </p:blipFill>
        <p:spPr>
          <a:xfrm>
            <a:off x="1023945" y="2198885"/>
            <a:ext cx="237744" cy="237744"/>
          </a:xfrm>
          <a:prstGeom prst="rect">
            <a:avLst/>
          </a:prstGeom>
        </p:spPr>
      </p:pic>
      <p:sp>
        <p:nvSpPr>
          <p:cNvPr id="72" name="Shape 61"/>
          <p:cNvSpPr/>
          <p:nvPr/>
        </p:nvSpPr>
        <p:spPr>
          <a:xfrm>
            <a:off x="971824" y="2710949"/>
            <a:ext cx="1335024" cy="228600"/>
          </a:xfrm>
          <a:prstGeom prst="roundRect">
            <a:avLst>
              <a:gd name="adj" fmla="val 20000"/>
            </a:avLst>
          </a:prstGeom>
          <a:solidFill>
            <a:srgbClr val="FFFFFF">
              <a:alpha val="0"/>
            </a:srgbClr>
          </a:solidFill>
          <a:ln w="31750">
            <a:solidFill>
              <a:srgbClr val="E53935"/>
            </a:solidFill>
            <a:prstDash val="solid"/>
          </a:ln>
        </p:spPr>
      </p:sp>
      <p:sp>
        <p:nvSpPr>
          <p:cNvPr id="73" name="Shape 62"/>
          <p:cNvSpPr/>
          <p:nvPr/>
        </p:nvSpPr>
        <p:spPr>
          <a:xfrm>
            <a:off x="2169688" y="2573789"/>
            <a:ext cx="274320" cy="274320"/>
          </a:xfrm>
          <a:prstGeom prst="ellipse">
            <a:avLst/>
          </a:prstGeom>
          <a:solidFill>
            <a:srgbClr val="E53935"/>
          </a:solidFill>
          <a:ln w="12700">
            <a:solidFill>
              <a:srgbClr val="FFFFFF"/>
            </a:solidFill>
            <a:prstDash val="solid"/>
          </a:ln>
        </p:spPr>
      </p:sp>
      <p:sp>
        <p:nvSpPr>
          <p:cNvPr id="74" name="Text 63"/>
          <p:cNvSpPr txBox="1"/>
          <p:nvPr/>
        </p:nvSpPr>
        <p:spPr>
          <a:xfrm>
            <a:off x="2169688" y="25737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5" name="Image 9" descr="preencoded.png">    </p:cNvPr>
          <p:cNvPicPr>
            <a:picLocks noChangeAspect="1"/>
          </p:cNvPicPr>
          <p:nvPr/>
        </p:nvPicPr>
        <p:blipFill>
          <a:blip r:embed="rId10"/>
          <a:stretch>
            <a:fillRect/>
          </a:stretch>
        </p:blipFill>
        <p:spPr>
          <a:xfrm>
            <a:off x="1704259" y="2834850"/>
            <a:ext cx="237744" cy="237744"/>
          </a:xfrm>
          <a:prstGeom prst="rect">
            <a:avLst/>
          </a:prstGeom>
        </p:spPr>
      </p:pic>
      <p:sp>
        <p:nvSpPr>
          <p:cNvPr id="76" name="Text 6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7" name="Text 6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slide: + ▾ › Title and body</a:t>
            </a:r>
            <a:endParaRPr lang="en-US" sz="1800" dirty="0"/>
          </a:p>
        </p:txBody>
      </p:sp>
      <p:sp>
        <p:nvSpPr>
          <p:cNvPr id="78" name="Text 6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panah kecil di sebelah tombol +, lalu pilih Title and body.</a:t>
            </a:r>
            <a:endParaRPr lang="en-US" sz="1300" dirty="0"/>
          </a:p>
        </p:txBody>
      </p:sp>
      <p:sp>
        <p:nvSpPr>
          <p:cNvPr id="79" name="Shape 6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0"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1" name="Text 6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Klik tombol + saja = slide baru dengan tata letak standar.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Slide 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Shape 54"/>
          <p:cNvSpPr/>
          <p:nvPr/>
        </p:nvSpPr>
        <p:spPr>
          <a:xfrm>
            <a:off x="2196348" y="2464061"/>
            <a:ext cx="2511024" cy="1412451"/>
          </a:xfrm>
          <a:prstGeom prst="rect">
            <a:avLst/>
          </a:prstGeom>
          <a:solidFill>
            <a:srgbClr val="0F4C3A"/>
          </a:solidFill>
          <a:ln w="6350">
            <a:solidFill>
              <a:srgbClr val="DDDDDD"/>
            </a:solidFill>
            <a:prstDash val="solid"/>
          </a:ln>
        </p:spPr>
      </p:sp>
      <p:sp>
        <p:nvSpPr>
          <p:cNvPr id="65" name="Text 55"/>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Pagi Hari</a:t>
            </a:r>
            <a:endParaRPr lang="en-US" sz="1300" dirty="0"/>
          </a:p>
        </p:txBody>
      </p:sp>
      <p:sp>
        <p:nvSpPr>
          <p:cNvPr id="66" name="Text 56"/>
          <p:cNvSpPr txBox="1"/>
          <p:nvPr/>
        </p:nvSpPr>
        <p:spPr>
          <a:xfrm>
            <a:off x="2360940" y="2921261"/>
            <a:ext cx="2181840"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Sholat Subuh berjamaah</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Tahfidz Al-Qur'an</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Sarapan dan bersiap</a:t>
            </a:r>
            <a:endParaRPr lang="en-US" sz="800" dirty="0"/>
          </a:p>
        </p:txBody>
      </p:sp>
      <p:sp>
        <p:nvSpPr>
          <p:cNvPr id="67" name="Shape 57"/>
          <p:cNvSpPr/>
          <p:nvPr/>
        </p:nvSpPr>
        <p:spPr>
          <a:xfrm>
            <a:off x="2333508" y="2546357"/>
            <a:ext cx="2236704" cy="347472"/>
          </a:xfrm>
          <a:prstGeom prst="roundRect">
            <a:avLst>
              <a:gd name="adj" fmla="val 13158"/>
            </a:avLst>
          </a:prstGeom>
          <a:solidFill>
            <a:srgbClr val="FFFFFF">
              <a:alpha val="0"/>
            </a:srgbClr>
          </a:solidFill>
          <a:ln w="31750">
            <a:solidFill>
              <a:srgbClr val="E53935"/>
            </a:solidFill>
            <a:prstDash val="solid"/>
          </a:ln>
        </p:spPr>
      </p:sp>
      <p:sp>
        <p:nvSpPr>
          <p:cNvPr id="68" name="Shape 58"/>
          <p:cNvSpPr/>
          <p:nvPr/>
        </p:nvSpPr>
        <p:spPr>
          <a:xfrm>
            <a:off x="4433052" y="2409197"/>
            <a:ext cx="274320" cy="274320"/>
          </a:xfrm>
          <a:prstGeom prst="ellipse">
            <a:avLst/>
          </a:prstGeom>
          <a:solidFill>
            <a:srgbClr val="E53935"/>
          </a:solidFill>
          <a:ln w="12700">
            <a:solidFill>
              <a:srgbClr val="FFFFFF"/>
            </a:solidFill>
            <a:prstDash val="solid"/>
          </a:ln>
        </p:spPr>
      </p:sp>
      <p:sp>
        <p:nvSpPr>
          <p:cNvPr id="69" name="Text 59"/>
          <p:cNvSpPr txBox="1"/>
          <p:nvPr/>
        </p:nvSpPr>
        <p:spPr>
          <a:xfrm>
            <a:off x="4433052" y="24091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0" name="Image 8" descr="preencoded.png">    </p:cNvPr>
          <p:cNvPicPr>
            <a:picLocks noChangeAspect="1"/>
          </p:cNvPicPr>
          <p:nvPr/>
        </p:nvPicPr>
        <p:blipFill>
          <a:blip r:embed="rId9"/>
          <a:stretch>
            <a:fillRect/>
          </a:stretch>
        </p:blipFill>
        <p:spPr>
          <a:xfrm>
            <a:off x="3560952" y="2734724"/>
            <a:ext cx="237744" cy="237744"/>
          </a:xfrm>
          <a:prstGeom prst="rect">
            <a:avLst/>
          </a:prstGeom>
        </p:spPr>
      </p:pic>
      <p:sp>
        <p:nvSpPr>
          <p:cNvPr id="71" name="Shape 60"/>
          <p:cNvSpPr/>
          <p:nvPr/>
        </p:nvSpPr>
        <p:spPr>
          <a:xfrm>
            <a:off x="2333508" y="2893829"/>
            <a:ext cx="2236704" cy="557784"/>
          </a:xfrm>
          <a:prstGeom prst="roundRect">
            <a:avLst>
              <a:gd name="adj" fmla="val 8197"/>
            </a:avLst>
          </a:prstGeom>
          <a:solidFill>
            <a:srgbClr val="FFFFFF">
              <a:alpha val="0"/>
            </a:srgbClr>
          </a:solidFill>
          <a:ln w="31750">
            <a:solidFill>
              <a:srgbClr val="E53935"/>
            </a:solidFill>
            <a:prstDash val="solid"/>
          </a:ln>
        </p:spPr>
      </p:sp>
      <p:sp>
        <p:nvSpPr>
          <p:cNvPr id="72" name="Shape 61"/>
          <p:cNvSpPr/>
          <p:nvPr/>
        </p:nvSpPr>
        <p:spPr>
          <a:xfrm>
            <a:off x="4433052" y="2756669"/>
            <a:ext cx="274320" cy="274320"/>
          </a:xfrm>
          <a:prstGeom prst="ellipse">
            <a:avLst/>
          </a:prstGeom>
          <a:solidFill>
            <a:srgbClr val="E53935"/>
          </a:solidFill>
          <a:ln w="12700">
            <a:solidFill>
              <a:srgbClr val="FFFFFF"/>
            </a:solidFill>
            <a:prstDash val="solid"/>
          </a:ln>
        </p:spPr>
      </p:sp>
      <p:sp>
        <p:nvSpPr>
          <p:cNvPr id="73" name="Text 62"/>
          <p:cNvSpPr txBox="1"/>
          <p:nvPr/>
        </p:nvSpPr>
        <p:spPr>
          <a:xfrm>
            <a:off x="4433052" y="27566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4" name="Image 9" descr="preencoded.png">    </p:cNvPr>
          <p:cNvPicPr>
            <a:picLocks noChangeAspect="1"/>
          </p:cNvPicPr>
          <p:nvPr/>
        </p:nvPicPr>
        <p:blipFill>
          <a:blip r:embed="rId10"/>
          <a:stretch>
            <a:fillRect/>
          </a:stretch>
        </p:blipFill>
        <p:spPr>
          <a:xfrm>
            <a:off x="3560952" y="3197867"/>
            <a:ext cx="237744" cy="237744"/>
          </a:xfrm>
          <a:prstGeom prst="rect">
            <a:avLst/>
          </a:prstGeom>
        </p:spPr>
      </p:pic>
      <p:sp>
        <p:nvSpPr>
          <p:cNvPr id="75" name="Text 6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6" name="Text 6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judul dan poin-poin</a:t>
            </a:r>
            <a:endParaRPr lang="en-US" sz="1800" dirty="0"/>
          </a:p>
        </p:txBody>
      </p:sp>
      <p:sp>
        <p:nvSpPr>
          <p:cNvPr id="77" name="Text 6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Judul: Pagi Hari. Isi: 3 poin singkat. Tekan Enter untuk poin berikutnya.</a:t>
            </a:r>
            <a:endParaRPr lang="en-US" sz="1300" dirty="0"/>
          </a:p>
        </p:txBody>
      </p:sp>
      <p:sp>
        <p:nvSpPr>
          <p:cNvPr id="78" name="Shape 6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9"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0" name="Text 6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Ingat aturan 6 × 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Slide 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6350">
            <a:solidFill>
              <a:srgbClr val="CCCCCC"/>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19050">
            <a:solidFill>
              <a:srgbClr val="F4B400"/>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Penutup</a:t>
            </a:r>
            <a:endParaRPr lang="en-US" sz="1300" dirty="0"/>
          </a:p>
        </p:txBody>
      </p:sp>
      <p:sp>
        <p:nvSpPr>
          <p:cNvPr id="84" name="Text 74"/>
          <p:cNvSpPr txBox="1"/>
          <p:nvPr/>
        </p:nvSpPr>
        <p:spPr>
          <a:xfrm>
            <a:off x="2360940" y="2921261"/>
            <a:ext cx="2181840"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Disiplin adalah kunci</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Terima kasih</a:t>
            </a:r>
            <a:endParaRPr lang="en-US" sz="800" dirty="0"/>
          </a:p>
        </p:txBody>
      </p:sp>
      <p:sp>
        <p:nvSpPr>
          <p:cNvPr id="85" name="Shape 75"/>
          <p:cNvSpPr/>
          <p:nvPr/>
        </p:nvSpPr>
        <p:spPr>
          <a:xfrm>
            <a:off x="752368" y="2427485"/>
            <a:ext cx="640080" cy="2106549"/>
          </a:xfrm>
          <a:prstGeom prst="roundRect">
            <a:avLst>
              <a:gd name="adj" fmla="val 7143"/>
            </a:avLst>
          </a:prstGeom>
          <a:solidFill>
            <a:srgbClr val="FFFFFF">
              <a:alpha val="0"/>
            </a:srgbClr>
          </a:solidFill>
          <a:ln w="31750">
            <a:solidFill>
              <a:srgbClr val="E53935"/>
            </a:solidFill>
            <a:prstDash val="solid"/>
          </a:ln>
        </p:spPr>
      </p:sp>
      <p:sp>
        <p:nvSpPr>
          <p:cNvPr id="86" name="Shape 76"/>
          <p:cNvSpPr/>
          <p:nvPr/>
        </p:nvSpPr>
        <p:spPr>
          <a:xfrm>
            <a:off x="1255288" y="2290325"/>
            <a:ext cx="274320" cy="274320"/>
          </a:xfrm>
          <a:prstGeom prst="ellipse">
            <a:avLst/>
          </a:prstGeom>
          <a:solidFill>
            <a:srgbClr val="E53935"/>
          </a:solidFill>
          <a:ln w="12700">
            <a:solidFill>
              <a:srgbClr val="FFFFFF"/>
            </a:solidFill>
            <a:prstDash val="solid"/>
          </a:ln>
        </p:spPr>
      </p:sp>
      <p:sp>
        <p:nvSpPr>
          <p:cNvPr id="87" name="Text 77"/>
          <p:cNvSpPr txBox="1"/>
          <p:nvPr/>
        </p:nvSpPr>
        <p:spPr>
          <a:xfrm>
            <a:off x="125528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88" name="Image 8" descr="preencoded.png">    </p:cNvPr>
          <p:cNvPicPr>
            <a:picLocks noChangeAspect="1"/>
          </p:cNvPicPr>
          <p:nvPr/>
        </p:nvPicPr>
        <p:blipFill>
          <a:blip r:embed="rId9"/>
          <a:stretch>
            <a:fillRect/>
          </a:stretch>
        </p:blipFill>
        <p:spPr>
          <a:xfrm>
            <a:off x="1100755" y="3582429"/>
            <a:ext cx="237744" cy="237744"/>
          </a:xfrm>
          <a:prstGeom prst="rect">
            <a:avLst/>
          </a:prstGeom>
        </p:spPr>
      </p:pic>
      <p:sp>
        <p:nvSpPr>
          <p:cNvPr id="89" name="Text 7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90" name="Text 7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Lengkapi menjadi 5 slide</a:t>
            </a:r>
            <a:endParaRPr lang="en-US" sz="1800" dirty="0"/>
          </a:p>
        </p:txBody>
      </p:sp>
      <p:sp>
        <p:nvSpPr>
          <p:cNvPr id="91" name="Text 8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Ulangi langkah 5–6 untuk slide Siang Hari, Malam Hari, dan Penutup.</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Menayangkan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19050">
            <a:solidFill>
              <a:srgbClr val="F4B400"/>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6350">
            <a:solidFill>
              <a:srgbClr val="CCCCCC"/>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Kegiatan Harianku</a:t>
            </a:r>
            <a:endParaRPr lang="en-US" sz="1600" dirty="0"/>
          </a:p>
        </p:txBody>
      </p:sp>
      <p:sp>
        <p:nvSpPr>
          <p:cNvPr id="84" name="Text 74"/>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Ahmad · Kelas 1 Wustha</a:t>
            </a:r>
            <a:endParaRPr lang="en-US" sz="800" dirty="0"/>
          </a:p>
        </p:txBody>
      </p:sp>
      <p:sp>
        <p:nvSpPr>
          <p:cNvPr id="85" name="Shape 75"/>
          <p:cNvSpPr/>
          <p:nvPr/>
        </p:nvSpPr>
        <p:spPr>
          <a:xfrm>
            <a:off x="4093952" y="1686821"/>
            <a:ext cx="740664" cy="292608"/>
          </a:xfrm>
          <a:prstGeom prst="roundRect">
            <a:avLst>
              <a:gd name="adj" fmla="val 15625"/>
            </a:avLst>
          </a:prstGeom>
          <a:solidFill>
            <a:srgbClr val="FFFFFF">
              <a:alpha val="0"/>
            </a:srgbClr>
          </a:solidFill>
          <a:ln w="31750">
            <a:solidFill>
              <a:srgbClr val="E53935"/>
            </a:solidFill>
            <a:prstDash val="solid"/>
          </a:ln>
        </p:spPr>
      </p:sp>
      <p:sp>
        <p:nvSpPr>
          <p:cNvPr id="86" name="Shape 76"/>
          <p:cNvSpPr/>
          <p:nvPr/>
        </p:nvSpPr>
        <p:spPr>
          <a:xfrm>
            <a:off x="4697456" y="1549661"/>
            <a:ext cx="274320" cy="274320"/>
          </a:xfrm>
          <a:prstGeom prst="ellipse">
            <a:avLst/>
          </a:prstGeom>
          <a:solidFill>
            <a:srgbClr val="E53935"/>
          </a:solidFill>
          <a:ln w="12700">
            <a:solidFill>
              <a:srgbClr val="FFFFFF"/>
            </a:solidFill>
            <a:prstDash val="solid"/>
          </a:ln>
        </p:spPr>
      </p:sp>
      <p:sp>
        <p:nvSpPr>
          <p:cNvPr id="87" name="Text 77"/>
          <p:cNvSpPr txBox="1"/>
          <p:nvPr/>
        </p:nvSpPr>
        <p:spPr>
          <a:xfrm>
            <a:off x="4697456" y="1549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88" name="Image 8" descr="preencoded.png">    </p:cNvPr>
          <p:cNvPicPr>
            <a:picLocks noChangeAspect="1"/>
          </p:cNvPicPr>
          <p:nvPr/>
        </p:nvPicPr>
        <p:blipFill>
          <a:blip r:embed="rId9"/>
          <a:stretch>
            <a:fillRect/>
          </a:stretch>
        </p:blipFill>
        <p:spPr>
          <a:xfrm>
            <a:off x="4498574" y="1845012"/>
            <a:ext cx="237744" cy="237744"/>
          </a:xfrm>
          <a:prstGeom prst="rect">
            <a:avLst/>
          </a:prstGeom>
        </p:spPr>
      </p:pic>
      <p:sp>
        <p:nvSpPr>
          <p:cNvPr id="89" name="Text 7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90" name="Text 7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Slideshow</a:t>
            </a:r>
            <a:endParaRPr lang="en-US" sz="1800" dirty="0"/>
          </a:p>
        </p:txBody>
      </p:sp>
      <p:sp>
        <p:nvSpPr>
          <p:cNvPr id="91" name="Text 8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tombol Slideshow di kanan atas. Tekan panah kanan untuk maju, panah kiri untuk mundur, Esc untuk keluar.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16</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Lengkapi presentasimu, lalu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Pastikan ada 5 slide: judul, pagi, siang, malam, penutup.</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slide isi maksimal 6 baris singkat.</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Tambahkan satu slide "Kegiatan Favoritku" sebelum Penutup.</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Tayangkan dengan Slideshow di depan teman sebangku.</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pembuka, isi, dan penutup</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slide satu gagasan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Mengikuti aturan 6×6</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menayangkan dengan Slideshow</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slide tidak boleh terlalu penuh tulisan?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mana yang paling sulit dibuat?</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Menyampaikan ilmu dengan tertib adalah bentuk memuliakan pendengar.</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Membuat slide lebih menarik dengan gambar dan transisi.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17</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Visual Slide yang Menarik</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Gambar, ukuran huruf, dan transisi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6: Presentasi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Mana yang lebih mudah diingat: satu gambar, atau sepuluh baris tulisan?</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Menyisipkan gambar ke slide dan mengatur ukurannya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Menerapkan prinsip desain pada slide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Memberi transisi secukupnya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Slide yang Memikat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Satu Gambar Kuat</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gambar besar yang jelas lebih baik daripada banyak gambar kecil.</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Warna Konsisten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Ikuti tema: 2–3 warna yang sama di seluruh slide.</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Huruf Besar</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Judul 36 ke atas, isi minimal 24, agar terbaca dari belakang.</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Transisi Sederhana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jenis transisi yang halus untuk semua slide.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Memilih Gambar untuk Slide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Pilih</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Sesuai dengan isi slide</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Jelas dan tidak pecah</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Santun dan sesuai syariat</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Hindari</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Gambar lucu yang tidak berhubungan</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Gambar buram atau bertanda air</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Gambar yang menampakkan aurat</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Memperindah Presentasi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presentasi Kegiatan Harianku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1–4</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Menyisipkan dan mengatur gambar</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Memperbesar huruf</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Menambah transisi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Pagi Hari</a:t>
            </a:r>
            <a:endParaRPr lang="en-US" sz="1300" dirty="0"/>
          </a:p>
        </p:txBody>
      </p:sp>
      <p:sp>
        <p:nvSpPr>
          <p:cNvPr id="84" name="Text 74"/>
          <p:cNvSpPr txBox="1"/>
          <p:nvPr/>
        </p:nvSpPr>
        <p:spPr>
          <a:xfrm>
            <a:off x="2360940" y="2921261"/>
            <a:ext cx="2181840"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Sholat Subuh berjamaah</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Tahfidz Al-Qur'an</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Sarapan dan bersiap</a:t>
            </a:r>
            <a:endParaRPr lang="en-US" sz="800" dirty="0"/>
          </a:p>
        </p:txBody>
      </p:sp>
      <p:sp>
        <p:nvSpPr>
          <p:cNvPr id="85" name="Shape 75"/>
          <p:cNvSpPr/>
          <p:nvPr/>
        </p:nvSpPr>
        <p:spPr>
          <a:xfrm>
            <a:off x="2123968" y="2043437"/>
            <a:ext cx="1325880" cy="1261872"/>
          </a:xfrm>
          <a:prstGeom prst="rect">
            <a:avLst/>
          </a:prstGeom>
          <a:solidFill>
            <a:srgbClr val="FFFFFF"/>
          </a:solidFill>
          <a:ln w="9525">
            <a:solidFill>
              <a:srgbClr val="AAAAAA"/>
            </a:solidFill>
            <a:prstDash val="solid"/>
          </a:ln>
        </p:spPr>
      </p:sp>
      <p:sp>
        <p:nvSpPr>
          <p:cNvPr id="86" name="Text 76"/>
          <p:cNvSpPr txBox="1"/>
          <p:nvPr/>
        </p:nvSpPr>
        <p:spPr>
          <a:xfrm>
            <a:off x="2233696" y="207086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Image           ›</a:t>
            </a:r>
            <a:endParaRPr lang="en-US" sz="800" dirty="0"/>
          </a:p>
        </p:txBody>
      </p:sp>
      <p:sp>
        <p:nvSpPr>
          <p:cNvPr id="87" name="Text 77"/>
          <p:cNvSpPr txBox="1"/>
          <p:nvPr/>
        </p:nvSpPr>
        <p:spPr>
          <a:xfrm>
            <a:off x="2233696" y="2272037"/>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Text box</a:t>
            </a:r>
            <a:endParaRPr lang="en-US" sz="800" dirty="0"/>
          </a:p>
        </p:txBody>
      </p:sp>
      <p:sp>
        <p:nvSpPr>
          <p:cNvPr id="88" name="Text 78"/>
          <p:cNvSpPr txBox="1"/>
          <p:nvPr/>
        </p:nvSpPr>
        <p:spPr>
          <a:xfrm>
            <a:off x="2233696" y="2473205"/>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Shape           ›</a:t>
            </a:r>
            <a:endParaRPr lang="en-US" sz="800" dirty="0"/>
          </a:p>
        </p:txBody>
      </p:sp>
      <p:sp>
        <p:nvSpPr>
          <p:cNvPr id="89" name="Text 79"/>
          <p:cNvSpPr txBox="1"/>
          <p:nvPr/>
        </p:nvSpPr>
        <p:spPr>
          <a:xfrm>
            <a:off x="2233696" y="2674373"/>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Table           ›</a:t>
            </a:r>
            <a:endParaRPr lang="en-US" sz="800" dirty="0"/>
          </a:p>
        </p:txBody>
      </p:sp>
      <p:sp>
        <p:nvSpPr>
          <p:cNvPr id="90" name="Shape 80"/>
          <p:cNvSpPr/>
          <p:nvPr/>
        </p:nvSpPr>
        <p:spPr>
          <a:xfrm>
            <a:off x="2160544" y="2966981"/>
            <a:ext cx="1252728" cy="0"/>
          </a:xfrm>
          <a:prstGeom prst="line">
            <a:avLst/>
          </a:prstGeom>
          <a:noFill/>
          <a:ln w="6350">
            <a:solidFill>
              <a:srgbClr val="DDDDDD"/>
            </a:solidFill>
            <a:prstDash val="solid"/>
          </a:ln>
        </p:spPr>
      </p:sp>
      <p:sp>
        <p:nvSpPr>
          <p:cNvPr id="91" name="Text 81"/>
          <p:cNvSpPr txBox="1"/>
          <p:nvPr/>
        </p:nvSpPr>
        <p:spPr>
          <a:xfrm>
            <a:off x="2233696" y="307670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Video</a:t>
            </a:r>
            <a:endParaRPr lang="en-US" sz="800" dirty="0"/>
          </a:p>
        </p:txBody>
      </p:sp>
      <p:sp>
        <p:nvSpPr>
          <p:cNvPr id="92" name="Shape 82"/>
          <p:cNvSpPr/>
          <p:nvPr/>
        </p:nvSpPr>
        <p:spPr>
          <a:xfrm>
            <a:off x="3449848" y="2070869"/>
            <a:ext cx="1234440" cy="1060704"/>
          </a:xfrm>
          <a:prstGeom prst="rect">
            <a:avLst/>
          </a:prstGeom>
          <a:solidFill>
            <a:srgbClr val="FFFFFF"/>
          </a:solidFill>
          <a:ln w="9525">
            <a:solidFill>
              <a:srgbClr val="AAAAAA"/>
            </a:solidFill>
            <a:prstDash val="solid"/>
          </a:ln>
        </p:spPr>
      </p:sp>
      <p:sp>
        <p:nvSpPr>
          <p:cNvPr id="93" name="Text 83"/>
          <p:cNvSpPr txBox="1"/>
          <p:nvPr/>
        </p:nvSpPr>
        <p:spPr>
          <a:xfrm>
            <a:off x="3559576" y="209830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Upload from computer</a:t>
            </a:r>
            <a:endParaRPr lang="en-US" sz="800" dirty="0"/>
          </a:p>
        </p:txBody>
      </p:sp>
      <p:sp>
        <p:nvSpPr>
          <p:cNvPr id="94" name="Text 84"/>
          <p:cNvSpPr txBox="1"/>
          <p:nvPr/>
        </p:nvSpPr>
        <p:spPr>
          <a:xfrm>
            <a:off x="3559576" y="229946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Search the web</a:t>
            </a:r>
            <a:endParaRPr lang="en-US" sz="800" dirty="0"/>
          </a:p>
        </p:txBody>
      </p:sp>
      <p:sp>
        <p:nvSpPr>
          <p:cNvPr id="95" name="Text 85"/>
          <p:cNvSpPr txBox="1"/>
          <p:nvPr/>
        </p:nvSpPr>
        <p:spPr>
          <a:xfrm>
            <a:off x="3559576" y="250063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Drive</a:t>
            </a:r>
            <a:endParaRPr lang="en-US" sz="800" dirty="0"/>
          </a:p>
        </p:txBody>
      </p:sp>
      <p:sp>
        <p:nvSpPr>
          <p:cNvPr id="96" name="Text 86"/>
          <p:cNvSpPr txBox="1"/>
          <p:nvPr/>
        </p:nvSpPr>
        <p:spPr>
          <a:xfrm>
            <a:off x="3559576" y="270180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Photos</a:t>
            </a:r>
            <a:endParaRPr lang="en-US" sz="800" dirty="0"/>
          </a:p>
        </p:txBody>
      </p:sp>
      <p:sp>
        <p:nvSpPr>
          <p:cNvPr id="97" name="Text 87"/>
          <p:cNvSpPr txBox="1"/>
          <p:nvPr/>
        </p:nvSpPr>
        <p:spPr>
          <a:xfrm>
            <a:off x="3559576" y="2902973"/>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By URL</a:t>
            </a:r>
            <a:endParaRPr lang="en-US" sz="800" dirty="0"/>
          </a:p>
        </p:txBody>
      </p:sp>
      <p:sp>
        <p:nvSpPr>
          <p:cNvPr id="98" name="Shape 88"/>
          <p:cNvSpPr/>
          <p:nvPr/>
        </p:nvSpPr>
        <p:spPr>
          <a:xfrm>
            <a:off x="2142256" y="2052581"/>
            <a:ext cx="1289304" cy="228600"/>
          </a:xfrm>
          <a:prstGeom prst="roundRect">
            <a:avLst>
              <a:gd name="adj" fmla="val 20000"/>
            </a:avLst>
          </a:prstGeom>
          <a:solidFill>
            <a:srgbClr val="FFFFFF">
              <a:alpha val="0"/>
            </a:srgbClr>
          </a:solidFill>
          <a:ln w="31750">
            <a:solidFill>
              <a:srgbClr val="E53935"/>
            </a:solidFill>
            <a:prstDash val="solid"/>
          </a:ln>
        </p:spPr>
      </p:sp>
      <p:sp>
        <p:nvSpPr>
          <p:cNvPr id="99" name="Shape 89"/>
          <p:cNvSpPr/>
          <p:nvPr/>
        </p:nvSpPr>
        <p:spPr>
          <a:xfrm>
            <a:off x="3294400" y="1915421"/>
            <a:ext cx="274320" cy="274320"/>
          </a:xfrm>
          <a:prstGeom prst="ellipse">
            <a:avLst/>
          </a:prstGeom>
          <a:solidFill>
            <a:srgbClr val="E53935"/>
          </a:solidFill>
          <a:ln w="12700">
            <a:solidFill>
              <a:srgbClr val="FFFFFF"/>
            </a:solidFill>
            <a:prstDash val="solid"/>
          </a:ln>
        </p:spPr>
      </p:sp>
      <p:sp>
        <p:nvSpPr>
          <p:cNvPr id="100" name="Text 90"/>
          <p:cNvSpPr txBox="1"/>
          <p:nvPr/>
        </p:nvSpPr>
        <p:spPr>
          <a:xfrm>
            <a:off x="3294400" y="19154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01" name="Image 8" descr="preencoded.png">    </p:cNvPr>
          <p:cNvPicPr>
            <a:picLocks noChangeAspect="1"/>
          </p:cNvPicPr>
          <p:nvPr/>
        </p:nvPicPr>
        <p:blipFill>
          <a:blip r:embed="rId9"/>
          <a:stretch>
            <a:fillRect/>
          </a:stretch>
        </p:blipFill>
        <p:spPr>
          <a:xfrm>
            <a:off x="2849545" y="2176482"/>
            <a:ext cx="237744" cy="237744"/>
          </a:xfrm>
          <a:prstGeom prst="rect">
            <a:avLst/>
          </a:prstGeom>
        </p:spPr>
      </p:pic>
      <p:sp>
        <p:nvSpPr>
          <p:cNvPr id="102" name="Shape 91"/>
          <p:cNvSpPr/>
          <p:nvPr/>
        </p:nvSpPr>
        <p:spPr>
          <a:xfrm>
            <a:off x="3468136" y="2482349"/>
            <a:ext cx="1197864" cy="228600"/>
          </a:xfrm>
          <a:prstGeom prst="roundRect">
            <a:avLst>
              <a:gd name="adj" fmla="val 20000"/>
            </a:avLst>
          </a:prstGeom>
          <a:solidFill>
            <a:srgbClr val="FFFFFF">
              <a:alpha val="0"/>
            </a:srgbClr>
          </a:solidFill>
          <a:ln w="31750">
            <a:solidFill>
              <a:srgbClr val="E53935"/>
            </a:solidFill>
            <a:prstDash val="solid"/>
          </a:ln>
        </p:spPr>
      </p:sp>
      <p:sp>
        <p:nvSpPr>
          <p:cNvPr id="103" name="Shape 92"/>
          <p:cNvSpPr/>
          <p:nvPr/>
        </p:nvSpPr>
        <p:spPr>
          <a:xfrm>
            <a:off x="4528840" y="2345189"/>
            <a:ext cx="274320" cy="274320"/>
          </a:xfrm>
          <a:prstGeom prst="ellipse">
            <a:avLst/>
          </a:prstGeom>
          <a:solidFill>
            <a:srgbClr val="E53935"/>
          </a:solidFill>
          <a:ln w="12700">
            <a:solidFill>
              <a:srgbClr val="FFFFFF"/>
            </a:solidFill>
            <a:prstDash val="solid"/>
          </a:ln>
        </p:spPr>
      </p:sp>
      <p:sp>
        <p:nvSpPr>
          <p:cNvPr id="104" name="Text 93"/>
          <p:cNvSpPr txBox="1"/>
          <p:nvPr/>
        </p:nvSpPr>
        <p:spPr>
          <a:xfrm>
            <a:off x="4528840" y="23451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05" name="Image 9" descr="preencoded.png">    </p:cNvPr>
          <p:cNvPicPr>
            <a:picLocks noChangeAspect="1"/>
          </p:cNvPicPr>
          <p:nvPr/>
        </p:nvPicPr>
        <p:blipFill>
          <a:blip r:embed="rId10"/>
          <a:stretch>
            <a:fillRect/>
          </a:stretch>
        </p:blipFill>
        <p:spPr>
          <a:xfrm>
            <a:off x="4125133" y="2606250"/>
            <a:ext cx="237744" cy="237744"/>
          </a:xfrm>
          <a:prstGeom prst="rect">
            <a:avLst/>
          </a:prstGeom>
        </p:spPr>
      </p:pic>
      <p:sp>
        <p:nvSpPr>
          <p:cNvPr id="106" name="Text 9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07" name="Text 9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Insert › Image › Drive</a:t>
            </a:r>
            <a:endParaRPr lang="en-US" sz="1800" dirty="0"/>
          </a:p>
        </p:txBody>
      </p:sp>
      <p:sp>
        <p:nvSpPr>
          <p:cNvPr id="108" name="Text 9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slide Pagi Hari. Klik menu Insert › Image › Drive.</a:t>
            </a:r>
            <a:endParaRPr lang="en-US" sz="1300" dirty="0"/>
          </a:p>
        </p:txBody>
      </p:sp>
      <p:sp>
        <p:nvSpPr>
          <p:cNvPr id="109" name="Shape 9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10"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111" name="Text 9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Search the web, dengan pengawasan guru.</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Pagi Hari</a:t>
            </a:r>
            <a:endParaRPr lang="en-US" sz="1300" dirty="0"/>
          </a:p>
        </p:txBody>
      </p:sp>
      <p:sp>
        <p:nvSpPr>
          <p:cNvPr id="84" name="Text 74"/>
          <p:cNvSpPr txBox="1"/>
          <p:nvPr/>
        </p:nvSpPr>
        <p:spPr>
          <a:xfrm>
            <a:off x="2360940" y="2921261"/>
            <a:ext cx="2181840"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Sholat Subuh berjamaah</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Tahfidz Al-Qur'an</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Sarapan dan bersiap</a:t>
            </a:r>
            <a:endParaRPr lang="en-US" sz="800" dirty="0"/>
          </a:p>
        </p:txBody>
      </p:sp>
      <p:sp>
        <p:nvSpPr>
          <p:cNvPr id="85" name="Shape 75"/>
          <p:cNvSpPr/>
          <p:nvPr/>
        </p:nvSpPr>
        <p:spPr>
          <a:xfrm>
            <a:off x="4167104" y="2089157"/>
            <a:ext cx="1280160" cy="1860507"/>
          </a:xfrm>
          <a:prstGeom prst="rect">
            <a:avLst/>
          </a:prstGeom>
          <a:solidFill>
            <a:srgbClr val="FFFFFF"/>
          </a:solidFill>
          <a:ln w="9525">
            <a:solidFill>
              <a:srgbClr val="BBBBBB"/>
            </a:solidFill>
            <a:prstDash val="solid"/>
          </a:ln>
        </p:spPr>
      </p:sp>
      <p:sp>
        <p:nvSpPr>
          <p:cNvPr id="86" name="Text 76"/>
          <p:cNvSpPr txBox="1"/>
          <p:nvPr/>
        </p:nvSpPr>
        <p:spPr>
          <a:xfrm>
            <a:off x="4258544" y="2134877"/>
            <a:ext cx="109728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Google Drive</a:t>
            </a:r>
            <a:endParaRPr lang="en-US" sz="800" dirty="0"/>
          </a:p>
        </p:txBody>
      </p:sp>
      <p:sp>
        <p:nvSpPr>
          <p:cNvPr id="87" name="Shape 77"/>
          <p:cNvSpPr/>
          <p:nvPr/>
        </p:nvSpPr>
        <p:spPr>
          <a:xfrm>
            <a:off x="4258544" y="2381765"/>
            <a:ext cx="502920" cy="384048"/>
          </a:xfrm>
          <a:prstGeom prst="rect">
            <a:avLst/>
          </a:prstGeom>
          <a:solidFill>
            <a:srgbClr val="A7CBEE"/>
          </a:solidFill>
          <a:ln w="12700">
            <a:solidFill>
              <a:srgbClr val="A7CBEE"/>
            </a:solidFill>
            <a:prstDash val="solid"/>
          </a:ln>
        </p:spPr>
      </p:sp>
      <p:sp>
        <p:nvSpPr>
          <p:cNvPr id="88" name="Shape 78"/>
          <p:cNvSpPr/>
          <p:nvPr/>
        </p:nvSpPr>
        <p:spPr>
          <a:xfrm>
            <a:off x="4304264" y="2546357"/>
            <a:ext cx="292608" cy="219456"/>
          </a:xfrm>
          <a:prstGeom prst="triangle">
            <a:avLst/>
          </a:prstGeom>
          <a:solidFill>
            <a:srgbClr val="34A853"/>
          </a:solidFill>
          <a:ln/>
        </p:spPr>
      </p:sp>
      <p:sp>
        <p:nvSpPr>
          <p:cNvPr id="89" name="Shape 79"/>
          <p:cNvSpPr/>
          <p:nvPr/>
        </p:nvSpPr>
        <p:spPr>
          <a:xfrm>
            <a:off x="4825472" y="2381765"/>
            <a:ext cx="502920" cy="384048"/>
          </a:xfrm>
          <a:prstGeom prst="rect">
            <a:avLst/>
          </a:prstGeom>
          <a:solidFill>
            <a:srgbClr val="D9EAD3"/>
          </a:solidFill>
          <a:ln w="12700">
            <a:solidFill>
              <a:srgbClr val="D9EAD3"/>
            </a:solidFill>
            <a:prstDash val="solid"/>
          </a:ln>
        </p:spPr>
      </p:sp>
      <p:sp>
        <p:nvSpPr>
          <p:cNvPr id="90" name="Shape 80"/>
          <p:cNvSpPr/>
          <p:nvPr/>
        </p:nvSpPr>
        <p:spPr>
          <a:xfrm>
            <a:off x="4258544" y="2857253"/>
            <a:ext cx="502920" cy="384048"/>
          </a:xfrm>
          <a:prstGeom prst="rect">
            <a:avLst/>
          </a:prstGeom>
          <a:solidFill>
            <a:srgbClr val="FBF1D3"/>
          </a:solidFill>
          <a:ln w="12700">
            <a:solidFill>
              <a:srgbClr val="FBF1D3"/>
            </a:solidFill>
            <a:prstDash val="solid"/>
          </a:ln>
        </p:spPr>
      </p:sp>
      <p:sp>
        <p:nvSpPr>
          <p:cNvPr id="91" name="Shape 81"/>
          <p:cNvSpPr/>
          <p:nvPr/>
        </p:nvSpPr>
        <p:spPr>
          <a:xfrm>
            <a:off x="4825472" y="2857253"/>
            <a:ext cx="502920" cy="384048"/>
          </a:xfrm>
          <a:prstGeom prst="rect">
            <a:avLst/>
          </a:prstGeom>
          <a:solidFill>
            <a:srgbClr val="E6F2EC"/>
          </a:solidFill>
          <a:ln w="12700">
            <a:solidFill>
              <a:srgbClr val="E6F2EC"/>
            </a:solidFill>
            <a:prstDash val="solid"/>
          </a:ln>
        </p:spPr>
      </p:sp>
      <p:sp>
        <p:nvSpPr>
          <p:cNvPr id="92" name="Shape 82"/>
          <p:cNvSpPr/>
          <p:nvPr/>
        </p:nvSpPr>
        <p:spPr>
          <a:xfrm>
            <a:off x="4258544" y="3387605"/>
            <a:ext cx="548640" cy="201168"/>
          </a:xfrm>
          <a:prstGeom prst="roundRect">
            <a:avLst>
              <a:gd name="adj" fmla="val 50000"/>
            </a:avLst>
          </a:prstGeom>
          <a:solidFill>
            <a:srgbClr val="0B57D0"/>
          </a:solidFill>
          <a:ln w="12700">
            <a:solidFill>
              <a:srgbClr val="0B57D0"/>
            </a:solidFill>
            <a:prstDash val="solid"/>
          </a:ln>
        </p:spPr>
      </p:sp>
      <p:sp>
        <p:nvSpPr>
          <p:cNvPr id="93" name="Text 83"/>
          <p:cNvSpPr txBox="1"/>
          <p:nvPr/>
        </p:nvSpPr>
        <p:spPr>
          <a:xfrm>
            <a:off x="4258544" y="3387605"/>
            <a:ext cx="54864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Insert</a:t>
            </a:r>
            <a:endParaRPr lang="en-US" sz="800" dirty="0"/>
          </a:p>
        </p:txBody>
      </p:sp>
      <p:sp>
        <p:nvSpPr>
          <p:cNvPr id="94" name="Shape 84"/>
          <p:cNvSpPr/>
          <p:nvPr/>
        </p:nvSpPr>
        <p:spPr>
          <a:xfrm>
            <a:off x="4231112" y="2354333"/>
            <a:ext cx="557784" cy="438912"/>
          </a:xfrm>
          <a:prstGeom prst="roundRect">
            <a:avLst>
              <a:gd name="adj" fmla="val 10417"/>
            </a:avLst>
          </a:prstGeom>
          <a:solidFill>
            <a:srgbClr val="FFFFFF">
              <a:alpha val="0"/>
            </a:srgbClr>
          </a:solidFill>
          <a:ln w="31750">
            <a:solidFill>
              <a:srgbClr val="E53935"/>
            </a:solidFill>
            <a:prstDash val="solid"/>
          </a:ln>
        </p:spPr>
      </p:sp>
      <p:sp>
        <p:nvSpPr>
          <p:cNvPr id="95" name="Shape 85"/>
          <p:cNvSpPr/>
          <p:nvPr/>
        </p:nvSpPr>
        <p:spPr>
          <a:xfrm>
            <a:off x="4651736" y="2217173"/>
            <a:ext cx="274320" cy="274320"/>
          </a:xfrm>
          <a:prstGeom prst="ellipse">
            <a:avLst/>
          </a:prstGeom>
          <a:solidFill>
            <a:srgbClr val="E53935"/>
          </a:solidFill>
          <a:ln w="12700">
            <a:solidFill>
              <a:srgbClr val="FFFFFF"/>
            </a:solidFill>
            <a:prstDash val="solid"/>
          </a:ln>
        </p:spPr>
      </p:sp>
      <p:sp>
        <p:nvSpPr>
          <p:cNvPr id="96" name="Text 86"/>
          <p:cNvSpPr txBox="1"/>
          <p:nvPr/>
        </p:nvSpPr>
        <p:spPr>
          <a:xfrm>
            <a:off x="4651736" y="22171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97" name="Image 8" descr="preencoded.png">    </p:cNvPr>
          <p:cNvPicPr>
            <a:picLocks noChangeAspect="1"/>
          </p:cNvPicPr>
          <p:nvPr/>
        </p:nvPicPr>
        <p:blipFill>
          <a:blip r:embed="rId9"/>
          <a:stretch>
            <a:fillRect/>
          </a:stretch>
        </p:blipFill>
        <p:spPr>
          <a:xfrm>
            <a:off x="4535150" y="2592992"/>
            <a:ext cx="237744" cy="237744"/>
          </a:xfrm>
          <a:prstGeom prst="rect">
            <a:avLst/>
          </a:prstGeom>
        </p:spPr>
      </p:pic>
      <p:sp>
        <p:nvSpPr>
          <p:cNvPr id="98" name="Shape 87"/>
          <p:cNvSpPr/>
          <p:nvPr/>
        </p:nvSpPr>
        <p:spPr>
          <a:xfrm>
            <a:off x="4231112" y="3360173"/>
            <a:ext cx="603504" cy="256032"/>
          </a:xfrm>
          <a:prstGeom prst="roundRect">
            <a:avLst>
              <a:gd name="adj" fmla="val 17857"/>
            </a:avLst>
          </a:prstGeom>
          <a:solidFill>
            <a:srgbClr val="FFFFFF">
              <a:alpha val="0"/>
            </a:srgbClr>
          </a:solidFill>
          <a:ln w="31750">
            <a:solidFill>
              <a:srgbClr val="E53935"/>
            </a:solidFill>
            <a:prstDash val="solid"/>
          </a:ln>
        </p:spPr>
      </p:sp>
      <p:sp>
        <p:nvSpPr>
          <p:cNvPr id="99" name="Shape 88"/>
          <p:cNvSpPr/>
          <p:nvPr/>
        </p:nvSpPr>
        <p:spPr>
          <a:xfrm>
            <a:off x="4697456" y="3223013"/>
            <a:ext cx="274320" cy="274320"/>
          </a:xfrm>
          <a:prstGeom prst="ellipse">
            <a:avLst/>
          </a:prstGeom>
          <a:solidFill>
            <a:srgbClr val="E53935"/>
          </a:solidFill>
          <a:ln w="12700">
            <a:solidFill>
              <a:srgbClr val="FFFFFF"/>
            </a:solidFill>
            <a:prstDash val="solid"/>
          </a:ln>
        </p:spPr>
      </p:sp>
      <p:sp>
        <p:nvSpPr>
          <p:cNvPr id="100" name="Text 89"/>
          <p:cNvSpPr txBox="1"/>
          <p:nvPr/>
        </p:nvSpPr>
        <p:spPr>
          <a:xfrm>
            <a:off x="4697456" y="32230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01" name="Image 9" descr="preencoded.png">    </p:cNvPr>
          <p:cNvPicPr>
            <a:picLocks noChangeAspect="1"/>
          </p:cNvPicPr>
          <p:nvPr/>
        </p:nvPicPr>
        <p:blipFill>
          <a:blip r:embed="rId10"/>
          <a:stretch>
            <a:fillRect/>
          </a:stretch>
        </p:blipFill>
        <p:spPr>
          <a:xfrm>
            <a:off x="4560296" y="3498248"/>
            <a:ext cx="237744" cy="237744"/>
          </a:xfrm>
          <a:prstGeom prst="rect">
            <a:avLst/>
          </a:prstGeom>
        </p:spPr>
      </p:pic>
      <p:sp>
        <p:nvSpPr>
          <p:cNvPr id="102" name="Text 9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03" name="Text 9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gambar, klik Insert</a:t>
            </a:r>
            <a:endParaRPr lang="en-US" sz="1800" dirty="0"/>
          </a:p>
        </p:txBody>
      </p:sp>
      <p:sp>
        <p:nvSpPr>
          <p:cNvPr id="104" name="Text 9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panel kanan, klik gambar yang sesuai dengan isi slide, lalu klik Insert.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Pagi Hari</a:t>
            </a:r>
            <a:endParaRPr lang="en-US" sz="1300" dirty="0"/>
          </a:p>
        </p:txBody>
      </p:sp>
      <p:sp>
        <p:nvSpPr>
          <p:cNvPr id="84" name="Text 74"/>
          <p:cNvSpPr txBox="1"/>
          <p:nvPr/>
        </p:nvSpPr>
        <p:spPr>
          <a:xfrm>
            <a:off x="2360940" y="2921261"/>
            <a:ext cx="1305732"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Sholat Subuh berjamaah</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Tahfidz Al-Qur'an</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Sarapan dan bersiap</a:t>
            </a:r>
            <a:endParaRPr lang="en-US" sz="800" dirty="0"/>
          </a:p>
        </p:txBody>
      </p:sp>
      <p:sp>
        <p:nvSpPr>
          <p:cNvPr id="85" name="Shape 75"/>
          <p:cNvSpPr/>
          <p:nvPr/>
        </p:nvSpPr>
        <p:spPr>
          <a:xfrm>
            <a:off x="3702962" y="2921261"/>
            <a:ext cx="853748" cy="776848"/>
          </a:xfrm>
          <a:prstGeom prst="rect">
            <a:avLst/>
          </a:prstGeom>
          <a:solidFill>
            <a:srgbClr val="A7CBEE"/>
          </a:solidFill>
          <a:ln w="12700">
            <a:solidFill>
              <a:srgbClr val="A7CBEE"/>
            </a:solidFill>
            <a:prstDash val="solid"/>
          </a:ln>
        </p:spPr>
      </p:sp>
      <p:sp>
        <p:nvSpPr>
          <p:cNvPr id="86" name="Shape 76"/>
          <p:cNvSpPr/>
          <p:nvPr/>
        </p:nvSpPr>
        <p:spPr>
          <a:xfrm>
            <a:off x="4257899" y="3014483"/>
            <a:ext cx="153675" cy="153675"/>
          </a:xfrm>
          <a:prstGeom prst="ellipse">
            <a:avLst/>
          </a:prstGeom>
          <a:solidFill>
            <a:srgbClr val="FBBC05"/>
          </a:solidFill>
          <a:ln/>
        </p:spPr>
      </p:sp>
      <p:sp>
        <p:nvSpPr>
          <p:cNvPr id="87" name="Shape 77"/>
          <p:cNvSpPr/>
          <p:nvPr/>
        </p:nvSpPr>
        <p:spPr>
          <a:xfrm>
            <a:off x="3771262" y="3232000"/>
            <a:ext cx="512249" cy="466109"/>
          </a:xfrm>
          <a:prstGeom prst="triangle">
            <a:avLst/>
          </a:prstGeom>
          <a:solidFill>
            <a:srgbClr val="34A853"/>
          </a:solidFill>
          <a:ln/>
        </p:spPr>
      </p:sp>
      <p:sp>
        <p:nvSpPr>
          <p:cNvPr id="88" name="Shape 78"/>
          <p:cNvSpPr/>
          <p:nvPr/>
        </p:nvSpPr>
        <p:spPr>
          <a:xfrm>
            <a:off x="3702962" y="2921261"/>
            <a:ext cx="853748" cy="776848"/>
          </a:xfrm>
          <a:prstGeom prst="rect">
            <a:avLst/>
          </a:prstGeom>
          <a:solidFill>
            <a:srgbClr val="FFFFFF">
              <a:alpha val="0"/>
            </a:srgbClr>
          </a:solidFill>
          <a:ln w="12700">
            <a:solidFill>
              <a:srgbClr val="0B57D0"/>
            </a:solidFill>
            <a:prstDash val="solid"/>
          </a:ln>
        </p:spPr>
      </p:sp>
      <p:sp>
        <p:nvSpPr>
          <p:cNvPr id="89" name="Shape 79"/>
          <p:cNvSpPr/>
          <p:nvPr/>
        </p:nvSpPr>
        <p:spPr>
          <a:xfrm>
            <a:off x="4529278" y="3670677"/>
            <a:ext cx="54864" cy="54864"/>
          </a:xfrm>
          <a:prstGeom prst="rect">
            <a:avLst/>
          </a:prstGeom>
          <a:solidFill>
            <a:srgbClr val="0B57D0"/>
          </a:solidFill>
          <a:ln w="12700">
            <a:solidFill>
              <a:srgbClr val="0B57D0"/>
            </a:solidFill>
            <a:prstDash val="solid"/>
          </a:ln>
        </p:spPr>
      </p:sp>
      <p:sp>
        <p:nvSpPr>
          <p:cNvPr id="90" name="Shape 80"/>
          <p:cNvSpPr/>
          <p:nvPr/>
        </p:nvSpPr>
        <p:spPr>
          <a:xfrm>
            <a:off x="4456126" y="3597525"/>
            <a:ext cx="201168" cy="201168"/>
          </a:xfrm>
          <a:prstGeom prst="roundRect">
            <a:avLst>
              <a:gd name="adj" fmla="val 22727"/>
            </a:avLst>
          </a:prstGeom>
          <a:solidFill>
            <a:srgbClr val="FFFFFF">
              <a:alpha val="0"/>
            </a:srgbClr>
          </a:solidFill>
          <a:ln w="31750">
            <a:solidFill>
              <a:srgbClr val="E53935"/>
            </a:solidFill>
            <a:prstDash val="solid"/>
          </a:ln>
        </p:spPr>
      </p:sp>
      <p:sp>
        <p:nvSpPr>
          <p:cNvPr id="91" name="Shape 81"/>
          <p:cNvSpPr/>
          <p:nvPr/>
        </p:nvSpPr>
        <p:spPr>
          <a:xfrm>
            <a:off x="4520134" y="3460365"/>
            <a:ext cx="274320" cy="274320"/>
          </a:xfrm>
          <a:prstGeom prst="ellipse">
            <a:avLst/>
          </a:prstGeom>
          <a:solidFill>
            <a:srgbClr val="E53935"/>
          </a:solidFill>
          <a:ln w="12700">
            <a:solidFill>
              <a:srgbClr val="FFFFFF"/>
            </a:solidFill>
            <a:prstDash val="solid"/>
          </a:ln>
        </p:spPr>
      </p:sp>
      <p:sp>
        <p:nvSpPr>
          <p:cNvPr id="92" name="Text 82"/>
          <p:cNvSpPr txBox="1"/>
          <p:nvPr/>
        </p:nvSpPr>
        <p:spPr>
          <a:xfrm>
            <a:off x="4520134" y="34603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93" name="Image 8" descr="preencoded.png">    </p:cNvPr>
          <p:cNvPicPr>
            <a:picLocks noChangeAspect="1"/>
          </p:cNvPicPr>
          <p:nvPr/>
        </p:nvPicPr>
        <p:blipFill>
          <a:blip r:embed="rId9"/>
          <a:stretch>
            <a:fillRect/>
          </a:stretch>
        </p:blipFill>
        <p:spPr>
          <a:xfrm>
            <a:off x="4561282" y="3702681"/>
            <a:ext cx="237744" cy="237744"/>
          </a:xfrm>
          <a:prstGeom prst="rect">
            <a:avLst/>
          </a:prstGeom>
        </p:spPr>
      </p:pic>
      <p:sp>
        <p:nvSpPr>
          <p:cNvPr id="94" name="Text 8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95" name="Text 8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Atur ukuran dari titik pojok</a:t>
            </a:r>
            <a:endParaRPr lang="en-US" sz="1800" dirty="0"/>
          </a:p>
        </p:txBody>
      </p:sp>
      <p:sp>
        <p:nvSpPr>
          <p:cNvPr id="96" name="Text 8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gambar. Seret titik biru di pojok untuk mengatur ukuran. Seret bagian tengah gambar untuk memindahkan.</a:t>
            </a:r>
            <a:endParaRPr lang="en-US" sz="1300" dirty="0"/>
          </a:p>
        </p:txBody>
      </p:sp>
      <p:sp>
        <p:nvSpPr>
          <p:cNvPr id="97" name="Shape 8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98"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99" name="Text 8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Selalu tarik dari pojok agar gambar tidak gepeng.</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6350">
            <a:solidFill>
              <a:srgbClr val="CCCCCC"/>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19050">
            <a:solidFill>
              <a:srgbClr val="F4B400"/>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Siang Hari</a:t>
            </a:r>
            <a:endParaRPr lang="en-US" sz="1300" dirty="0"/>
          </a:p>
        </p:txBody>
      </p:sp>
      <p:sp>
        <p:nvSpPr>
          <p:cNvPr id="84" name="Text 74"/>
          <p:cNvSpPr txBox="1"/>
          <p:nvPr/>
        </p:nvSpPr>
        <p:spPr>
          <a:xfrm>
            <a:off x="2360940" y="2921261"/>
            <a:ext cx="1305732"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Sekolah formal</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Sholat Zhuhur</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Istirahat siang</a:t>
            </a:r>
            <a:endParaRPr lang="en-US" sz="800" dirty="0"/>
          </a:p>
        </p:txBody>
      </p:sp>
      <p:sp>
        <p:nvSpPr>
          <p:cNvPr id="85" name="Shape 75"/>
          <p:cNvSpPr/>
          <p:nvPr/>
        </p:nvSpPr>
        <p:spPr>
          <a:xfrm>
            <a:off x="3702962" y="2921261"/>
            <a:ext cx="853748" cy="776848"/>
          </a:xfrm>
          <a:prstGeom prst="rect">
            <a:avLst/>
          </a:prstGeom>
          <a:solidFill>
            <a:srgbClr val="A7CBEE"/>
          </a:solidFill>
          <a:ln w="12700">
            <a:solidFill>
              <a:srgbClr val="A7CBEE"/>
            </a:solidFill>
            <a:prstDash val="solid"/>
          </a:ln>
        </p:spPr>
      </p:sp>
      <p:sp>
        <p:nvSpPr>
          <p:cNvPr id="86" name="Shape 76"/>
          <p:cNvSpPr/>
          <p:nvPr/>
        </p:nvSpPr>
        <p:spPr>
          <a:xfrm>
            <a:off x="4257899" y="3014483"/>
            <a:ext cx="153675" cy="153675"/>
          </a:xfrm>
          <a:prstGeom prst="ellipse">
            <a:avLst/>
          </a:prstGeom>
          <a:solidFill>
            <a:srgbClr val="FBBC05"/>
          </a:solidFill>
          <a:ln/>
        </p:spPr>
      </p:sp>
      <p:sp>
        <p:nvSpPr>
          <p:cNvPr id="87" name="Shape 77"/>
          <p:cNvSpPr/>
          <p:nvPr/>
        </p:nvSpPr>
        <p:spPr>
          <a:xfrm>
            <a:off x="3771262" y="3232000"/>
            <a:ext cx="512249" cy="466109"/>
          </a:xfrm>
          <a:prstGeom prst="triangle">
            <a:avLst/>
          </a:prstGeom>
          <a:solidFill>
            <a:srgbClr val="34A853"/>
          </a:solidFill>
          <a:ln/>
        </p:spPr>
      </p:sp>
      <p:sp>
        <p:nvSpPr>
          <p:cNvPr id="88" name="Shape 78"/>
          <p:cNvSpPr/>
          <p:nvPr/>
        </p:nvSpPr>
        <p:spPr>
          <a:xfrm>
            <a:off x="752368" y="2856110"/>
            <a:ext cx="640080" cy="1249299"/>
          </a:xfrm>
          <a:prstGeom prst="roundRect">
            <a:avLst>
              <a:gd name="adj" fmla="val 7143"/>
            </a:avLst>
          </a:prstGeom>
          <a:solidFill>
            <a:srgbClr val="FFFFFF">
              <a:alpha val="0"/>
            </a:srgbClr>
          </a:solidFill>
          <a:ln w="31750">
            <a:solidFill>
              <a:srgbClr val="E53935"/>
            </a:solidFill>
            <a:prstDash val="solid"/>
          </a:ln>
        </p:spPr>
      </p:sp>
      <p:sp>
        <p:nvSpPr>
          <p:cNvPr id="89" name="Shape 79"/>
          <p:cNvSpPr/>
          <p:nvPr/>
        </p:nvSpPr>
        <p:spPr>
          <a:xfrm>
            <a:off x="1255288" y="2718950"/>
            <a:ext cx="274320" cy="274320"/>
          </a:xfrm>
          <a:prstGeom prst="ellipse">
            <a:avLst/>
          </a:prstGeom>
          <a:solidFill>
            <a:srgbClr val="E53935"/>
          </a:solidFill>
          <a:ln w="12700">
            <a:solidFill>
              <a:srgbClr val="FFFFFF"/>
            </a:solidFill>
            <a:prstDash val="solid"/>
          </a:ln>
        </p:spPr>
      </p:sp>
      <p:sp>
        <p:nvSpPr>
          <p:cNvPr id="90" name="Text 80"/>
          <p:cNvSpPr txBox="1"/>
          <p:nvPr/>
        </p:nvSpPr>
        <p:spPr>
          <a:xfrm>
            <a:off x="1255288" y="271895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91" name="Image 8" descr="preencoded.png">    </p:cNvPr>
          <p:cNvPicPr>
            <a:picLocks noChangeAspect="1"/>
          </p:cNvPicPr>
          <p:nvPr/>
        </p:nvPicPr>
        <p:blipFill>
          <a:blip r:embed="rId9"/>
          <a:stretch>
            <a:fillRect/>
          </a:stretch>
        </p:blipFill>
        <p:spPr>
          <a:xfrm>
            <a:off x="1100755" y="3539567"/>
            <a:ext cx="237744" cy="237744"/>
          </a:xfrm>
          <a:prstGeom prst="rect">
            <a:avLst/>
          </a:prstGeom>
        </p:spPr>
      </p:pic>
      <p:sp>
        <p:nvSpPr>
          <p:cNvPr id="92" name="Shape 81"/>
          <p:cNvSpPr/>
          <p:nvPr/>
        </p:nvSpPr>
        <p:spPr>
          <a:xfrm>
            <a:off x="3675530" y="2893829"/>
            <a:ext cx="908612" cy="831712"/>
          </a:xfrm>
          <a:prstGeom prst="roundRect">
            <a:avLst>
              <a:gd name="adj" fmla="val 5497"/>
            </a:avLst>
          </a:prstGeom>
          <a:solidFill>
            <a:srgbClr val="FFFFFF">
              <a:alpha val="0"/>
            </a:srgbClr>
          </a:solidFill>
          <a:ln w="31750">
            <a:solidFill>
              <a:srgbClr val="E53935"/>
            </a:solidFill>
            <a:prstDash val="solid"/>
          </a:ln>
        </p:spPr>
      </p:sp>
      <p:sp>
        <p:nvSpPr>
          <p:cNvPr id="93" name="Shape 82"/>
          <p:cNvSpPr/>
          <p:nvPr/>
        </p:nvSpPr>
        <p:spPr>
          <a:xfrm>
            <a:off x="4446982" y="2756669"/>
            <a:ext cx="274320" cy="274320"/>
          </a:xfrm>
          <a:prstGeom prst="ellipse">
            <a:avLst/>
          </a:prstGeom>
          <a:solidFill>
            <a:srgbClr val="E53935"/>
          </a:solidFill>
          <a:ln w="12700">
            <a:solidFill>
              <a:srgbClr val="FFFFFF"/>
            </a:solidFill>
            <a:prstDash val="solid"/>
          </a:ln>
        </p:spPr>
      </p:sp>
      <p:sp>
        <p:nvSpPr>
          <p:cNvPr id="94" name="Text 83"/>
          <p:cNvSpPr txBox="1"/>
          <p:nvPr/>
        </p:nvSpPr>
        <p:spPr>
          <a:xfrm>
            <a:off x="4446982" y="27566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95" name="Image 9" descr="preencoded.png">    </p:cNvPr>
          <p:cNvPicPr>
            <a:picLocks noChangeAspect="1"/>
          </p:cNvPicPr>
          <p:nvPr/>
        </p:nvPicPr>
        <p:blipFill>
          <a:blip r:embed="rId10"/>
          <a:stretch>
            <a:fillRect/>
          </a:stretch>
        </p:blipFill>
        <p:spPr>
          <a:xfrm>
            <a:off x="4172524" y="3348527"/>
            <a:ext cx="237744" cy="237744"/>
          </a:xfrm>
          <a:prstGeom prst="rect">
            <a:avLst/>
          </a:prstGeom>
        </p:spPr>
      </p:pic>
      <p:sp>
        <p:nvSpPr>
          <p:cNvPr id="96" name="Text 8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97" name="Text 8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Ulangi untuk slide Siang dan Malam</a:t>
            </a:r>
            <a:endParaRPr lang="en-US" sz="1800" dirty="0"/>
          </a:p>
        </p:txBody>
      </p:sp>
      <p:sp>
        <p:nvSpPr>
          <p:cNvPr id="98" name="Text 8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satu gambar di setiap slide isi dengan cara yang sama.</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Huruf</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Pagi Hari</a:t>
            </a:r>
            <a:endParaRPr lang="en-US" sz="1300" dirty="0"/>
          </a:p>
        </p:txBody>
      </p:sp>
      <p:sp>
        <p:nvSpPr>
          <p:cNvPr id="84" name="Text 74"/>
          <p:cNvSpPr txBox="1"/>
          <p:nvPr/>
        </p:nvSpPr>
        <p:spPr>
          <a:xfrm>
            <a:off x="2360940" y="2921261"/>
            <a:ext cx="1305732"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Sholat Subuh berjamaah</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Tahfidz Al-Qur'an</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Sarapan dan bersiap</a:t>
            </a:r>
            <a:endParaRPr lang="en-US" sz="800" dirty="0"/>
          </a:p>
        </p:txBody>
      </p:sp>
      <p:sp>
        <p:nvSpPr>
          <p:cNvPr id="85" name="Shape 75"/>
          <p:cNvSpPr/>
          <p:nvPr/>
        </p:nvSpPr>
        <p:spPr>
          <a:xfrm>
            <a:off x="3702962" y="2921261"/>
            <a:ext cx="853748" cy="776848"/>
          </a:xfrm>
          <a:prstGeom prst="rect">
            <a:avLst/>
          </a:prstGeom>
          <a:solidFill>
            <a:srgbClr val="A7CBEE"/>
          </a:solidFill>
          <a:ln w="12700">
            <a:solidFill>
              <a:srgbClr val="A7CBEE"/>
            </a:solidFill>
            <a:prstDash val="solid"/>
          </a:ln>
        </p:spPr>
      </p:sp>
      <p:sp>
        <p:nvSpPr>
          <p:cNvPr id="86" name="Shape 76"/>
          <p:cNvSpPr/>
          <p:nvPr/>
        </p:nvSpPr>
        <p:spPr>
          <a:xfrm>
            <a:off x="4257899" y="3014483"/>
            <a:ext cx="153675" cy="153675"/>
          </a:xfrm>
          <a:prstGeom prst="ellipse">
            <a:avLst/>
          </a:prstGeom>
          <a:solidFill>
            <a:srgbClr val="FBBC05"/>
          </a:solidFill>
          <a:ln/>
        </p:spPr>
      </p:sp>
      <p:sp>
        <p:nvSpPr>
          <p:cNvPr id="87" name="Shape 77"/>
          <p:cNvSpPr/>
          <p:nvPr/>
        </p:nvSpPr>
        <p:spPr>
          <a:xfrm>
            <a:off x="3771262" y="3232000"/>
            <a:ext cx="512249" cy="466109"/>
          </a:xfrm>
          <a:prstGeom prst="triangle">
            <a:avLst/>
          </a:prstGeom>
          <a:solidFill>
            <a:srgbClr val="34A853"/>
          </a:solidFill>
          <a:ln/>
        </p:spPr>
      </p:sp>
      <p:sp>
        <p:nvSpPr>
          <p:cNvPr id="88" name="Shape 78"/>
          <p:cNvSpPr/>
          <p:nvPr/>
        </p:nvSpPr>
        <p:spPr>
          <a:xfrm>
            <a:off x="2360940" y="2921261"/>
            <a:ext cx="1305732" cy="548640"/>
          </a:xfrm>
          <a:prstGeom prst="rect">
            <a:avLst/>
          </a:prstGeom>
          <a:solidFill>
            <a:srgbClr val="C2E7FF"/>
          </a:solidFill>
          <a:ln w="12700">
            <a:solidFill>
              <a:srgbClr val="C2E7FF"/>
            </a:solidFill>
            <a:prstDash val="solid"/>
          </a:ln>
        </p:spPr>
      </p:sp>
      <p:sp>
        <p:nvSpPr>
          <p:cNvPr id="89" name="Shape 79"/>
          <p:cNvSpPr/>
          <p:nvPr/>
        </p:nvSpPr>
        <p:spPr>
          <a:xfrm>
            <a:off x="2333508" y="2893829"/>
            <a:ext cx="1360596" cy="603504"/>
          </a:xfrm>
          <a:prstGeom prst="roundRect">
            <a:avLst>
              <a:gd name="adj" fmla="val 7576"/>
            </a:avLst>
          </a:prstGeom>
          <a:solidFill>
            <a:srgbClr val="FFFFFF">
              <a:alpha val="0"/>
            </a:srgbClr>
          </a:solidFill>
          <a:ln w="31750">
            <a:solidFill>
              <a:srgbClr val="E53935"/>
            </a:solidFill>
            <a:prstDash val="solid"/>
          </a:ln>
        </p:spPr>
      </p:sp>
      <p:sp>
        <p:nvSpPr>
          <p:cNvPr id="90" name="Shape 80"/>
          <p:cNvSpPr/>
          <p:nvPr/>
        </p:nvSpPr>
        <p:spPr>
          <a:xfrm>
            <a:off x="3556944" y="2756669"/>
            <a:ext cx="274320" cy="274320"/>
          </a:xfrm>
          <a:prstGeom prst="ellipse">
            <a:avLst/>
          </a:prstGeom>
          <a:solidFill>
            <a:srgbClr val="E53935"/>
          </a:solidFill>
          <a:ln w="12700">
            <a:solidFill>
              <a:srgbClr val="FFFFFF"/>
            </a:solidFill>
            <a:prstDash val="solid"/>
          </a:ln>
        </p:spPr>
      </p:sp>
      <p:sp>
        <p:nvSpPr>
          <p:cNvPr id="91" name="Text 81"/>
          <p:cNvSpPr txBox="1"/>
          <p:nvPr/>
        </p:nvSpPr>
        <p:spPr>
          <a:xfrm>
            <a:off x="3556944" y="27566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92" name="Image 8" descr="preencoded.png">    </p:cNvPr>
          <p:cNvPicPr>
            <a:picLocks noChangeAspect="1"/>
          </p:cNvPicPr>
          <p:nvPr/>
        </p:nvPicPr>
        <p:blipFill>
          <a:blip r:embed="rId9"/>
          <a:stretch>
            <a:fillRect/>
          </a:stretch>
        </p:blipFill>
        <p:spPr>
          <a:xfrm>
            <a:off x="3079093" y="3223013"/>
            <a:ext cx="237744" cy="237744"/>
          </a:xfrm>
          <a:prstGeom prst="rect">
            <a:avLst/>
          </a:prstGeom>
        </p:spPr>
      </p:pic>
      <p:sp>
        <p:nvSpPr>
          <p:cNvPr id="93" name="Shape 82"/>
          <p:cNvSpPr/>
          <p:nvPr/>
        </p:nvSpPr>
        <p:spPr>
          <a:xfrm>
            <a:off x="1895368" y="2098301"/>
            <a:ext cx="320040" cy="182880"/>
          </a:xfrm>
          <a:prstGeom prst="rect">
            <a:avLst/>
          </a:prstGeom>
          <a:solidFill>
            <a:srgbClr val="FFFFFF"/>
          </a:solidFill>
          <a:ln w="12700">
            <a:solidFill>
              <a:srgbClr val="0B57D0"/>
            </a:solidFill>
            <a:prstDash val="solid"/>
          </a:ln>
        </p:spPr>
      </p:sp>
      <p:sp>
        <p:nvSpPr>
          <p:cNvPr id="94" name="Text 83"/>
          <p:cNvSpPr txBox="1"/>
          <p:nvPr/>
        </p:nvSpPr>
        <p:spPr>
          <a:xfrm>
            <a:off x="1895368" y="2098301"/>
            <a:ext cx="320040" cy="182880"/>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24</a:t>
            </a:r>
            <a:endParaRPr lang="en-US" sz="800" dirty="0"/>
          </a:p>
        </p:txBody>
      </p:sp>
      <p:sp>
        <p:nvSpPr>
          <p:cNvPr id="95" name="Shape 84"/>
          <p:cNvSpPr/>
          <p:nvPr/>
        </p:nvSpPr>
        <p:spPr>
          <a:xfrm>
            <a:off x="1867936" y="2070869"/>
            <a:ext cx="374904" cy="237744"/>
          </a:xfrm>
          <a:prstGeom prst="roundRect">
            <a:avLst>
              <a:gd name="adj" fmla="val 19231"/>
            </a:avLst>
          </a:prstGeom>
          <a:solidFill>
            <a:srgbClr val="FFFFFF">
              <a:alpha val="0"/>
            </a:srgbClr>
          </a:solidFill>
          <a:ln w="31750">
            <a:solidFill>
              <a:srgbClr val="E53935"/>
            </a:solidFill>
            <a:prstDash val="solid"/>
          </a:ln>
        </p:spPr>
      </p:sp>
      <p:sp>
        <p:nvSpPr>
          <p:cNvPr id="96" name="Shape 85"/>
          <p:cNvSpPr/>
          <p:nvPr/>
        </p:nvSpPr>
        <p:spPr>
          <a:xfrm>
            <a:off x="2105680" y="1933709"/>
            <a:ext cx="274320" cy="274320"/>
          </a:xfrm>
          <a:prstGeom prst="ellipse">
            <a:avLst/>
          </a:prstGeom>
          <a:solidFill>
            <a:srgbClr val="E53935"/>
          </a:solidFill>
          <a:ln w="12700">
            <a:solidFill>
              <a:srgbClr val="FFFFFF"/>
            </a:solidFill>
            <a:prstDash val="solid"/>
          </a:ln>
        </p:spPr>
      </p:sp>
      <p:sp>
        <p:nvSpPr>
          <p:cNvPr id="97" name="Text 86"/>
          <p:cNvSpPr txBox="1"/>
          <p:nvPr/>
        </p:nvSpPr>
        <p:spPr>
          <a:xfrm>
            <a:off x="2105680" y="19337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98" name="Image 9" descr="preencoded.png">    </p:cNvPr>
          <p:cNvPicPr>
            <a:picLocks noChangeAspect="1"/>
          </p:cNvPicPr>
          <p:nvPr/>
        </p:nvPicPr>
        <p:blipFill>
          <a:blip r:embed="rId10"/>
          <a:stretch>
            <a:fillRect/>
          </a:stretch>
        </p:blipFill>
        <p:spPr>
          <a:xfrm>
            <a:off x="2071390" y="2198885"/>
            <a:ext cx="237744" cy="237744"/>
          </a:xfrm>
          <a:prstGeom prst="rect">
            <a:avLst/>
          </a:prstGeom>
        </p:spPr>
      </p:pic>
      <p:sp>
        <p:nvSpPr>
          <p:cNvPr id="99" name="Text 8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00" name="Text 8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Perbesar ukuran huruf</a:t>
            </a:r>
            <a:endParaRPr lang="en-US" sz="1800" dirty="0"/>
          </a:p>
        </p:txBody>
      </p:sp>
      <p:sp>
        <p:nvSpPr>
          <p:cNvPr id="101" name="Text 8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kotak poin, blok semua tulisan (Ctrl + A), lalu ubah ukuran huruf di toolbar menjadi 24 atau lebih.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Transisi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Pagi Hari</a:t>
            </a:r>
            <a:endParaRPr lang="en-US" sz="1300" dirty="0"/>
          </a:p>
        </p:txBody>
      </p:sp>
      <p:sp>
        <p:nvSpPr>
          <p:cNvPr id="84" name="Text 74"/>
          <p:cNvSpPr txBox="1"/>
          <p:nvPr/>
        </p:nvSpPr>
        <p:spPr>
          <a:xfrm>
            <a:off x="2360940" y="2921261"/>
            <a:ext cx="1305732"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Sholat Subuh berjamaah</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Tahfidz Al-Qur'an</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Sarapan dan bersiap</a:t>
            </a:r>
            <a:endParaRPr lang="en-US" sz="800" dirty="0"/>
          </a:p>
        </p:txBody>
      </p:sp>
      <p:sp>
        <p:nvSpPr>
          <p:cNvPr id="85" name="Shape 75"/>
          <p:cNvSpPr/>
          <p:nvPr/>
        </p:nvSpPr>
        <p:spPr>
          <a:xfrm>
            <a:off x="3702962" y="2921261"/>
            <a:ext cx="853748" cy="776848"/>
          </a:xfrm>
          <a:prstGeom prst="rect">
            <a:avLst/>
          </a:prstGeom>
          <a:solidFill>
            <a:srgbClr val="A7CBEE"/>
          </a:solidFill>
          <a:ln w="12700">
            <a:solidFill>
              <a:srgbClr val="A7CBEE"/>
            </a:solidFill>
            <a:prstDash val="solid"/>
          </a:ln>
        </p:spPr>
      </p:sp>
      <p:sp>
        <p:nvSpPr>
          <p:cNvPr id="86" name="Shape 76"/>
          <p:cNvSpPr/>
          <p:nvPr/>
        </p:nvSpPr>
        <p:spPr>
          <a:xfrm>
            <a:off x="4257899" y="3014483"/>
            <a:ext cx="153675" cy="153675"/>
          </a:xfrm>
          <a:prstGeom prst="ellipse">
            <a:avLst/>
          </a:prstGeom>
          <a:solidFill>
            <a:srgbClr val="FBBC05"/>
          </a:solidFill>
          <a:ln/>
        </p:spPr>
      </p:sp>
      <p:sp>
        <p:nvSpPr>
          <p:cNvPr id="87" name="Shape 77"/>
          <p:cNvSpPr/>
          <p:nvPr/>
        </p:nvSpPr>
        <p:spPr>
          <a:xfrm>
            <a:off x="3771262" y="3232000"/>
            <a:ext cx="512249" cy="466109"/>
          </a:xfrm>
          <a:prstGeom prst="triangle">
            <a:avLst/>
          </a:prstGeom>
          <a:solidFill>
            <a:srgbClr val="34A853"/>
          </a:solidFill>
          <a:ln/>
        </p:spPr>
      </p:sp>
      <p:sp>
        <p:nvSpPr>
          <p:cNvPr id="88" name="Shape 78"/>
          <p:cNvSpPr/>
          <p:nvPr/>
        </p:nvSpPr>
        <p:spPr>
          <a:xfrm>
            <a:off x="3532144" y="2070869"/>
            <a:ext cx="603504" cy="237744"/>
          </a:xfrm>
          <a:prstGeom prst="roundRect">
            <a:avLst>
              <a:gd name="adj" fmla="val 19231"/>
            </a:avLst>
          </a:prstGeom>
          <a:solidFill>
            <a:srgbClr val="FFFFFF">
              <a:alpha val="0"/>
            </a:srgbClr>
          </a:solidFill>
          <a:ln w="31750">
            <a:solidFill>
              <a:srgbClr val="E53935"/>
            </a:solidFill>
            <a:prstDash val="solid"/>
          </a:ln>
        </p:spPr>
      </p:sp>
      <p:sp>
        <p:nvSpPr>
          <p:cNvPr id="89" name="Shape 79"/>
          <p:cNvSpPr/>
          <p:nvPr/>
        </p:nvSpPr>
        <p:spPr>
          <a:xfrm>
            <a:off x="3998488" y="1933709"/>
            <a:ext cx="274320" cy="274320"/>
          </a:xfrm>
          <a:prstGeom prst="ellipse">
            <a:avLst/>
          </a:prstGeom>
          <a:solidFill>
            <a:srgbClr val="E53935"/>
          </a:solidFill>
          <a:ln w="12700">
            <a:solidFill>
              <a:srgbClr val="FFFFFF"/>
            </a:solidFill>
            <a:prstDash val="solid"/>
          </a:ln>
        </p:spPr>
      </p:sp>
      <p:sp>
        <p:nvSpPr>
          <p:cNvPr id="90" name="Text 80"/>
          <p:cNvSpPr txBox="1"/>
          <p:nvPr/>
        </p:nvSpPr>
        <p:spPr>
          <a:xfrm>
            <a:off x="3998488" y="19337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91" name="Image 8" descr="preencoded.png">    </p:cNvPr>
          <p:cNvPicPr>
            <a:picLocks noChangeAspect="1"/>
          </p:cNvPicPr>
          <p:nvPr/>
        </p:nvPicPr>
        <p:blipFill>
          <a:blip r:embed="rId9"/>
          <a:stretch>
            <a:fillRect/>
          </a:stretch>
        </p:blipFill>
        <p:spPr>
          <a:xfrm>
            <a:off x="3861328" y="2198885"/>
            <a:ext cx="237744" cy="237744"/>
          </a:xfrm>
          <a:prstGeom prst="rect">
            <a:avLst/>
          </a:prstGeom>
        </p:spPr>
      </p:pic>
      <p:sp>
        <p:nvSpPr>
          <p:cNvPr id="92" name="Text 8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93" name="Text 8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Transition</a:t>
            </a:r>
            <a:endParaRPr lang="en-US" sz="1800" dirty="0"/>
          </a:p>
        </p:txBody>
      </p:sp>
      <p:sp>
        <p:nvSpPr>
          <p:cNvPr id="94" name="Text 8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tombol Transition di toolbar. Panel Motion akan terbuka di sebelah kanan.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Transisi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Pagi Hari</a:t>
            </a:r>
            <a:endParaRPr lang="en-US" sz="1300" dirty="0"/>
          </a:p>
        </p:txBody>
      </p:sp>
      <p:sp>
        <p:nvSpPr>
          <p:cNvPr id="84" name="Text 74"/>
          <p:cNvSpPr txBox="1"/>
          <p:nvPr/>
        </p:nvSpPr>
        <p:spPr>
          <a:xfrm>
            <a:off x="2360940" y="2921261"/>
            <a:ext cx="1305732"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Sholat Subuh berjamaah</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Tahfidz Al-Qur'an</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Sarapan dan bersiap</a:t>
            </a:r>
            <a:endParaRPr lang="en-US" sz="800" dirty="0"/>
          </a:p>
        </p:txBody>
      </p:sp>
      <p:sp>
        <p:nvSpPr>
          <p:cNvPr id="85" name="Shape 75"/>
          <p:cNvSpPr/>
          <p:nvPr/>
        </p:nvSpPr>
        <p:spPr>
          <a:xfrm>
            <a:off x="3702962" y="2921261"/>
            <a:ext cx="853748" cy="776848"/>
          </a:xfrm>
          <a:prstGeom prst="rect">
            <a:avLst/>
          </a:prstGeom>
          <a:solidFill>
            <a:srgbClr val="A7CBEE"/>
          </a:solidFill>
          <a:ln w="12700">
            <a:solidFill>
              <a:srgbClr val="A7CBEE"/>
            </a:solidFill>
            <a:prstDash val="solid"/>
          </a:ln>
        </p:spPr>
      </p:sp>
      <p:sp>
        <p:nvSpPr>
          <p:cNvPr id="86" name="Shape 76"/>
          <p:cNvSpPr/>
          <p:nvPr/>
        </p:nvSpPr>
        <p:spPr>
          <a:xfrm>
            <a:off x="4257899" y="3014483"/>
            <a:ext cx="153675" cy="153675"/>
          </a:xfrm>
          <a:prstGeom prst="ellipse">
            <a:avLst/>
          </a:prstGeom>
          <a:solidFill>
            <a:srgbClr val="FBBC05"/>
          </a:solidFill>
          <a:ln/>
        </p:spPr>
      </p:sp>
      <p:sp>
        <p:nvSpPr>
          <p:cNvPr id="87" name="Shape 77"/>
          <p:cNvSpPr/>
          <p:nvPr/>
        </p:nvSpPr>
        <p:spPr>
          <a:xfrm>
            <a:off x="3771262" y="3232000"/>
            <a:ext cx="512249" cy="466109"/>
          </a:xfrm>
          <a:prstGeom prst="triangle">
            <a:avLst/>
          </a:prstGeom>
          <a:solidFill>
            <a:srgbClr val="34A853"/>
          </a:solidFill>
          <a:ln/>
        </p:spPr>
      </p:sp>
      <p:sp>
        <p:nvSpPr>
          <p:cNvPr id="88" name="Shape 78"/>
          <p:cNvSpPr/>
          <p:nvPr/>
        </p:nvSpPr>
        <p:spPr>
          <a:xfrm>
            <a:off x="4121384" y="2354333"/>
            <a:ext cx="1371600" cy="1641051"/>
          </a:xfrm>
          <a:prstGeom prst="rect">
            <a:avLst/>
          </a:prstGeom>
          <a:solidFill>
            <a:srgbClr val="FFFFFF"/>
          </a:solidFill>
          <a:ln w="6350">
            <a:solidFill>
              <a:srgbClr val="DDDDDD"/>
            </a:solidFill>
            <a:prstDash val="solid"/>
          </a:ln>
        </p:spPr>
      </p:sp>
      <p:sp>
        <p:nvSpPr>
          <p:cNvPr id="89" name="Text 79"/>
          <p:cNvSpPr txBox="1"/>
          <p:nvPr/>
        </p:nvSpPr>
        <p:spPr>
          <a:xfrm>
            <a:off x="4212824" y="2409197"/>
            <a:ext cx="1097280" cy="201168"/>
          </a:xfrm>
          <a:prstGeom prst="rect">
            <a:avLst/>
          </a:prstGeom>
          <a:noFill/>
          <a:ln/>
        </p:spPr>
        <p:txBody>
          <a:bodyPr wrap="square" lIns="0" tIns="0" rIns="0" bIns="0" rtlCol="0" anchor="t"/>
          <a:lstStyle/>
          <a:p>
            <a:pPr indent="0" marL="0">
              <a:buNone/>
            </a:pPr>
            <a:r>
              <a:rPr lang="en-US" sz="900" b="1" dirty="0">
                <a:solidFill>
                  <a:srgbClr val="1E2A26"/>
                </a:solidFill>
                <a:latin typeface="Calibri" pitchFamily="34" charset="0"/>
                <a:ea typeface="Calibri" pitchFamily="34" charset="-122"/>
                <a:cs typeface="Calibri" pitchFamily="34" charset="-120"/>
              </a:rPr>
              <a:t>Motion</a:t>
            </a:r>
            <a:endParaRPr lang="en-US" sz="900" dirty="0"/>
          </a:p>
        </p:txBody>
      </p:sp>
      <p:sp>
        <p:nvSpPr>
          <p:cNvPr id="90" name="Text 80"/>
          <p:cNvSpPr txBox="1"/>
          <p:nvPr/>
        </p:nvSpPr>
        <p:spPr>
          <a:xfrm>
            <a:off x="4212824" y="2646941"/>
            <a:ext cx="1188720" cy="164592"/>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Slide transition</a:t>
            </a:r>
            <a:endParaRPr lang="en-US" sz="750" dirty="0"/>
          </a:p>
        </p:txBody>
      </p:sp>
      <p:sp>
        <p:nvSpPr>
          <p:cNvPr id="91" name="Shape 81"/>
          <p:cNvSpPr/>
          <p:nvPr/>
        </p:nvSpPr>
        <p:spPr>
          <a:xfrm>
            <a:off x="4212824" y="2857253"/>
            <a:ext cx="1188720" cy="219456"/>
          </a:xfrm>
          <a:prstGeom prst="roundRect">
            <a:avLst>
              <a:gd name="adj" fmla="val 16667"/>
            </a:avLst>
          </a:prstGeom>
          <a:solidFill>
            <a:srgbClr val="FFFFFF"/>
          </a:solidFill>
          <a:ln w="9525">
            <a:solidFill>
              <a:srgbClr val="888888"/>
            </a:solidFill>
            <a:prstDash val="solid"/>
          </a:ln>
        </p:spPr>
      </p:sp>
      <p:sp>
        <p:nvSpPr>
          <p:cNvPr id="92" name="Text 82"/>
          <p:cNvSpPr txBox="1"/>
          <p:nvPr/>
        </p:nvSpPr>
        <p:spPr>
          <a:xfrm>
            <a:off x="4285976" y="2857253"/>
            <a:ext cx="118872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None   ▾</a:t>
            </a:r>
            <a:endParaRPr lang="en-US" sz="750" dirty="0"/>
          </a:p>
        </p:txBody>
      </p:sp>
      <p:sp>
        <p:nvSpPr>
          <p:cNvPr id="93" name="Text 83"/>
          <p:cNvSpPr txBox="1"/>
          <p:nvPr/>
        </p:nvSpPr>
        <p:spPr>
          <a:xfrm>
            <a:off x="4212824" y="3177293"/>
            <a:ext cx="1188720" cy="164592"/>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Slow ———●——— Fast</a:t>
            </a:r>
            <a:endParaRPr lang="en-US" sz="600" dirty="0"/>
          </a:p>
        </p:txBody>
      </p:sp>
      <p:sp>
        <p:nvSpPr>
          <p:cNvPr id="94" name="Shape 84"/>
          <p:cNvSpPr/>
          <p:nvPr/>
        </p:nvSpPr>
        <p:spPr>
          <a:xfrm>
            <a:off x="4212824" y="3451613"/>
            <a:ext cx="1188720" cy="219456"/>
          </a:xfrm>
          <a:prstGeom prst="roundRect">
            <a:avLst>
              <a:gd name="adj" fmla="val 16667"/>
            </a:avLst>
          </a:prstGeom>
          <a:solidFill>
            <a:srgbClr val="FFFFFF"/>
          </a:solidFill>
          <a:ln w="9525">
            <a:solidFill>
              <a:srgbClr val="888888"/>
            </a:solidFill>
            <a:prstDash val="solid"/>
          </a:ln>
        </p:spPr>
      </p:sp>
      <p:sp>
        <p:nvSpPr>
          <p:cNvPr id="95" name="Text 85"/>
          <p:cNvSpPr txBox="1"/>
          <p:nvPr/>
        </p:nvSpPr>
        <p:spPr>
          <a:xfrm>
            <a:off x="4212824" y="3451613"/>
            <a:ext cx="11887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Apply to all slides</a:t>
            </a:r>
            <a:endParaRPr lang="en-US" sz="700" dirty="0"/>
          </a:p>
        </p:txBody>
      </p:sp>
      <p:sp>
        <p:nvSpPr>
          <p:cNvPr id="96" name="Shape 86"/>
          <p:cNvSpPr/>
          <p:nvPr/>
        </p:nvSpPr>
        <p:spPr>
          <a:xfrm>
            <a:off x="4212824" y="3094997"/>
            <a:ext cx="1188720" cy="1261872"/>
          </a:xfrm>
          <a:prstGeom prst="rect">
            <a:avLst/>
          </a:prstGeom>
          <a:solidFill>
            <a:srgbClr val="FFFFFF"/>
          </a:solidFill>
          <a:ln w="9525">
            <a:solidFill>
              <a:srgbClr val="AAAAAA"/>
            </a:solidFill>
            <a:prstDash val="solid"/>
          </a:ln>
        </p:spPr>
      </p:sp>
      <p:sp>
        <p:nvSpPr>
          <p:cNvPr id="97" name="Text 87"/>
          <p:cNvSpPr txBox="1"/>
          <p:nvPr/>
        </p:nvSpPr>
        <p:spPr>
          <a:xfrm>
            <a:off x="4322552" y="312242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None</a:t>
            </a:r>
            <a:endParaRPr lang="en-US" sz="800" dirty="0"/>
          </a:p>
        </p:txBody>
      </p:sp>
      <p:sp>
        <p:nvSpPr>
          <p:cNvPr id="98" name="Text 88"/>
          <p:cNvSpPr txBox="1"/>
          <p:nvPr/>
        </p:nvSpPr>
        <p:spPr>
          <a:xfrm>
            <a:off x="4322552" y="3323597"/>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Dissolve</a:t>
            </a:r>
            <a:endParaRPr lang="en-US" sz="800" dirty="0"/>
          </a:p>
        </p:txBody>
      </p:sp>
      <p:sp>
        <p:nvSpPr>
          <p:cNvPr id="99" name="Text 89"/>
          <p:cNvSpPr txBox="1"/>
          <p:nvPr/>
        </p:nvSpPr>
        <p:spPr>
          <a:xfrm>
            <a:off x="4322552" y="3524765"/>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Fade</a:t>
            </a:r>
            <a:endParaRPr lang="en-US" sz="800" dirty="0"/>
          </a:p>
        </p:txBody>
      </p:sp>
      <p:sp>
        <p:nvSpPr>
          <p:cNvPr id="100" name="Text 90"/>
          <p:cNvSpPr txBox="1"/>
          <p:nvPr/>
        </p:nvSpPr>
        <p:spPr>
          <a:xfrm>
            <a:off x="4322552" y="3725933"/>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Slide from right</a:t>
            </a:r>
            <a:endParaRPr lang="en-US" sz="800" dirty="0"/>
          </a:p>
        </p:txBody>
      </p:sp>
      <p:sp>
        <p:nvSpPr>
          <p:cNvPr id="101" name="Text 91"/>
          <p:cNvSpPr txBox="1"/>
          <p:nvPr/>
        </p:nvSpPr>
        <p:spPr>
          <a:xfrm>
            <a:off x="4322552" y="3927101"/>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Flip</a:t>
            </a:r>
            <a:endParaRPr lang="en-US" sz="800" dirty="0"/>
          </a:p>
        </p:txBody>
      </p:sp>
      <p:sp>
        <p:nvSpPr>
          <p:cNvPr id="102" name="Text 92"/>
          <p:cNvSpPr txBox="1"/>
          <p:nvPr/>
        </p:nvSpPr>
        <p:spPr>
          <a:xfrm>
            <a:off x="4322552" y="412826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Cube</a:t>
            </a:r>
            <a:endParaRPr lang="en-US" sz="800" dirty="0"/>
          </a:p>
        </p:txBody>
      </p:sp>
      <p:sp>
        <p:nvSpPr>
          <p:cNvPr id="103" name="Shape 93"/>
          <p:cNvSpPr/>
          <p:nvPr/>
        </p:nvSpPr>
        <p:spPr>
          <a:xfrm>
            <a:off x="4194536" y="2838965"/>
            <a:ext cx="1225296" cy="256032"/>
          </a:xfrm>
          <a:prstGeom prst="roundRect">
            <a:avLst>
              <a:gd name="adj" fmla="val 17857"/>
            </a:avLst>
          </a:prstGeom>
          <a:solidFill>
            <a:srgbClr val="FFFFFF">
              <a:alpha val="0"/>
            </a:srgbClr>
          </a:solidFill>
          <a:ln w="31750">
            <a:solidFill>
              <a:srgbClr val="E53935"/>
            </a:solidFill>
            <a:prstDash val="solid"/>
          </a:ln>
        </p:spPr>
      </p:sp>
      <p:sp>
        <p:nvSpPr>
          <p:cNvPr id="104" name="Shape 94"/>
          <p:cNvSpPr/>
          <p:nvPr/>
        </p:nvSpPr>
        <p:spPr>
          <a:xfrm>
            <a:off x="5282672" y="2701805"/>
            <a:ext cx="274320" cy="274320"/>
          </a:xfrm>
          <a:prstGeom prst="ellipse">
            <a:avLst/>
          </a:prstGeom>
          <a:solidFill>
            <a:srgbClr val="E53935"/>
          </a:solidFill>
          <a:ln w="12700">
            <a:solidFill>
              <a:srgbClr val="FFFFFF"/>
            </a:solidFill>
            <a:prstDash val="solid"/>
          </a:ln>
        </p:spPr>
      </p:sp>
      <p:sp>
        <p:nvSpPr>
          <p:cNvPr id="105" name="Text 95"/>
          <p:cNvSpPr txBox="1"/>
          <p:nvPr/>
        </p:nvSpPr>
        <p:spPr>
          <a:xfrm>
            <a:off x="5282672" y="2701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06" name="Image 8" descr="preencoded.png">    </p:cNvPr>
          <p:cNvPicPr>
            <a:picLocks noChangeAspect="1"/>
          </p:cNvPicPr>
          <p:nvPr/>
        </p:nvPicPr>
        <p:blipFill>
          <a:blip r:embed="rId9"/>
          <a:stretch>
            <a:fillRect/>
          </a:stretch>
        </p:blipFill>
        <p:spPr>
          <a:xfrm>
            <a:off x="4866620" y="2977954"/>
            <a:ext cx="237744" cy="237744"/>
          </a:xfrm>
          <a:prstGeom prst="rect">
            <a:avLst/>
          </a:prstGeom>
        </p:spPr>
      </p:pic>
      <p:sp>
        <p:nvSpPr>
          <p:cNvPr id="107" name="Shape 96"/>
          <p:cNvSpPr/>
          <p:nvPr/>
        </p:nvSpPr>
        <p:spPr>
          <a:xfrm>
            <a:off x="4231112" y="3506477"/>
            <a:ext cx="1152144" cy="228600"/>
          </a:xfrm>
          <a:prstGeom prst="roundRect">
            <a:avLst>
              <a:gd name="adj" fmla="val 20000"/>
            </a:avLst>
          </a:prstGeom>
          <a:solidFill>
            <a:srgbClr val="FFFFFF">
              <a:alpha val="0"/>
            </a:srgbClr>
          </a:solidFill>
          <a:ln w="31750">
            <a:solidFill>
              <a:srgbClr val="E53935"/>
            </a:solidFill>
            <a:prstDash val="solid"/>
          </a:ln>
        </p:spPr>
      </p:sp>
      <p:sp>
        <p:nvSpPr>
          <p:cNvPr id="108" name="Shape 97"/>
          <p:cNvSpPr/>
          <p:nvPr/>
        </p:nvSpPr>
        <p:spPr>
          <a:xfrm>
            <a:off x="5246096" y="3369317"/>
            <a:ext cx="274320" cy="274320"/>
          </a:xfrm>
          <a:prstGeom prst="ellipse">
            <a:avLst/>
          </a:prstGeom>
          <a:solidFill>
            <a:srgbClr val="E53935"/>
          </a:solidFill>
          <a:ln w="12700">
            <a:solidFill>
              <a:srgbClr val="FFFFFF"/>
            </a:solidFill>
            <a:prstDash val="solid"/>
          </a:ln>
        </p:spPr>
      </p:sp>
      <p:sp>
        <p:nvSpPr>
          <p:cNvPr id="109" name="Text 98"/>
          <p:cNvSpPr txBox="1"/>
          <p:nvPr/>
        </p:nvSpPr>
        <p:spPr>
          <a:xfrm>
            <a:off x="5246096" y="3369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10" name="Image 9" descr="preencoded.png">    </p:cNvPr>
          <p:cNvPicPr>
            <a:picLocks noChangeAspect="1"/>
          </p:cNvPicPr>
          <p:nvPr/>
        </p:nvPicPr>
        <p:blipFill>
          <a:blip r:embed="rId10"/>
          <a:stretch>
            <a:fillRect/>
          </a:stretch>
        </p:blipFill>
        <p:spPr>
          <a:xfrm>
            <a:off x="4862962" y="3630378"/>
            <a:ext cx="237744" cy="237744"/>
          </a:xfrm>
          <a:prstGeom prst="rect">
            <a:avLst/>
          </a:prstGeom>
        </p:spPr>
      </p:pic>
      <p:sp>
        <p:nvSpPr>
          <p:cNvPr id="111" name="Text 9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112" name="Text 10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Fade</a:t>
            </a:r>
            <a:endParaRPr lang="en-US" sz="1800" dirty="0"/>
          </a:p>
        </p:txBody>
      </p:sp>
      <p:sp>
        <p:nvSpPr>
          <p:cNvPr id="113" name="Text 10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kotak pilihan (None), lalu pilih Fade, yaitu efek memudar yang halus.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Transisi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Kegiatan_Harianku_Ahmad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Kegiatan_Harianku_Ahmad</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 Harianku</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Pagi Hari</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Siang Hari</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Hari</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Penutup</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Pagi Hari</a:t>
            </a:r>
            <a:endParaRPr lang="en-US" sz="1300" dirty="0"/>
          </a:p>
        </p:txBody>
      </p:sp>
      <p:sp>
        <p:nvSpPr>
          <p:cNvPr id="84" name="Text 74"/>
          <p:cNvSpPr txBox="1"/>
          <p:nvPr/>
        </p:nvSpPr>
        <p:spPr>
          <a:xfrm>
            <a:off x="2360940" y="2921261"/>
            <a:ext cx="1305732"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Sholat Subuh berjamaah</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Tahfidz Al-Qur'an</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Sarapan dan bersiap</a:t>
            </a:r>
            <a:endParaRPr lang="en-US" sz="800" dirty="0"/>
          </a:p>
        </p:txBody>
      </p:sp>
      <p:sp>
        <p:nvSpPr>
          <p:cNvPr id="85" name="Shape 75"/>
          <p:cNvSpPr/>
          <p:nvPr/>
        </p:nvSpPr>
        <p:spPr>
          <a:xfrm>
            <a:off x="3702962" y="2921261"/>
            <a:ext cx="853748" cy="776848"/>
          </a:xfrm>
          <a:prstGeom prst="rect">
            <a:avLst/>
          </a:prstGeom>
          <a:solidFill>
            <a:srgbClr val="A7CBEE"/>
          </a:solidFill>
          <a:ln w="12700">
            <a:solidFill>
              <a:srgbClr val="A7CBEE"/>
            </a:solidFill>
            <a:prstDash val="solid"/>
          </a:ln>
        </p:spPr>
      </p:sp>
      <p:sp>
        <p:nvSpPr>
          <p:cNvPr id="86" name="Shape 76"/>
          <p:cNvSpPr/>
          <p:nvPr/>
        </p:nvSpPr>
        <p:spPr>
          <a:xfrm>
            <a:off x="4257899" y="3014483"/>
            <a:ext cx="153675" cy="153675"/>
          </a:xfrm>
          <a:prstGeom prst="ellipse">
            <a:avLst/>
          </a:prstGeom>
          <a:solidFill>
            <a:srgbClr val="FBBC05"/>
          </a:solidFill>
          <a:ln/>
        </p:spPr>
      </p:sp>
      <p:sp>
        <p:nvSpPr>
          <p:cNvPr id="87" name="Shape 77"/>
          <p:cNvSpPr/>
          <p:nvPr/>
        </p:nvSpPr>
        <p:spPr>
          <a:xfrm>
            <a:off x="3771262" y="3232000"/>
            <a:ext cx="512249" cy="466109"/>
          </a:xfrm>
          <a:prstGeom prst="triangle">
            <a:avLst/>
          </a:prstGeom>
          <a:solidFill>
            <a:srgbClr val="34A853"/>
          </a:solidFill>
          <a:ln/>
        </p:spPr>
      </p:sp>
      <p:sp>
        <p:nvSpPr>
          <p:cNvPr id="88" name="Shape 78"/>
          <p:cNvSpPr/>
          <p:nvPr/>
        </p:nvSpPr>
        <p:spPr>
          <a:xfrm>
            <a:off x="4121384" y="2354333"/>
            <a:ext cx="1371600" cy="1641051"/>
          </a:xfrm>
          <a:prstGeom prst="rect">
            <a:avLst/>
          </a:prstGeom>
          <a:solidFill>
            <a:srgbClr val="FFFFFF"/>
          </a:solidFill>
          <a:ln w="6350">
            <a:solidFill>
              <a:srgbClr val="DDDDDD"/>
            </a:solidFill>
            <a:prstDash val="solid"/>
          </a:ln>
        </p:spPr>
      </p:sp>
      <p:sp>
        <p:nvSpPr>
          <p:cNvPr id="89" name="Text 79"/>
          <p:cNvSpPr txBox="1"/>
          <p:nvPr/>
        </p:nvSpPr>
        <p:spPr>
          <a:xfrm>
            <a:off x="4212824" y="2409197"/>
            <a:ext cx="1097280" cy="201168"/>
          </a:xfrm>
          <a:prstGeom prst="rect">
            <a:avLst/>
          </a:prstGeom>
          <a:noFill/>
          <a:ln/>
        </p:spPr>
        <p:txBody>
          <a:bodyPr wrap="square" lIns="0" tIns="0" rIns="0" bIns="0" rtlCol="0" anchor="t"/>
          <a:lstStyle/>
          <a:p>
            <a:pPr indent="0" marL="0">
              <a:buNone/>
            </a:pPr>
            <a:r>
              <a:rPr lang="en-US" sz="900" b="1" dirty="0">
                <a:solidFill>
                  <a:srgbClr val="1E2A26"/>
                </a:solidFill>
                <a:latin typeface="Calibri" pitchFamily="34" charset="0"/>
                <a:ea typeface="Calibri" pitchFamily="34" charset="-122"/>
                <a:cs typeface="Calibri" pitchFamily="34" charset="-120"/>
              </a:rPr>
              <a:t>Motion</a:t>
            </a:r>
            <a:endParaRPr lang="en-US" sz="900" dirty="0"/>
          </a:p>
        </p:txBody>
      </p:sp>
      <p:sp>
        <p:nvSpPr>
          <p:cNvPr id="90" name="Text 80"/>
          <p:cNvSpPr txBox="1"/>
          <p:nvPr/>
        </p:nvSpPr>
        <p:spPr>
          <a:xfrm>
            <a:off x="4212824" y="2646941"/>
            <a:ext cx="1188720" cy="164592"/>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Slide transition</a:t>
            </a:r>
            <a:endParaRPr lang="en-US" sz="750" dirty="0"/>
          </a:p>
        </p:txBody>
      </p:sp>
      <p:sp>
        <p:nvSpPr>
          <p:cNvPr id="91" name="Shape 81"/>
          <p:cNvSpPr/>
          <p:nvPr/>
        </p:nvSpPr>
        <p:spPr>
          <a:xfrm>
            <a:off x="4212824" y="2857253"/>
            <a:ext cx="1188720" cy="219456"/>
          </a:xfrm>
          <a:prstGeom prst="roundRect">
            <a:avLst>
              <a:gd name="adj" fmla="val 16667"/>
            </a:avLst>
          </a:prstGeom>
          <a:solidFill>
            <a:srgbClr val="FFFFFF"/>
          </a:solidFill>
          <a:ln w="9525">
            <a:solidFill>
              <a:srgbClr val="888888"/>
            </a:solidFill>
            <a:prstDash val="solid"/>
          </a:ln>
        </p:spPr>
      </p:sp>
      <p:sp>
        <p:nvSpPr>
          <p:cNvPr id="92" name="Text 82"/>
          <p:cNvSpPr txBox="1"/>
          <p:nvPr/>
        </p:nvSpPr>
        <p:spPr>
          <a:xfrm>
            <a:off x="4285976" y="2857253"/>
            <a:ext cx="118872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Fade   ▾</a:t>
            </a:r>
            <a:endParaRPr lang="en-US" sz="750" dirty="0"/>
          </a:p>
        </p:txBody>
      </p:sp>
      <p:sp>
        <p:nvSpPr>
          <p:cNvPr id="93" name="Text 83"/>
          <p:cNvSpPr txBox="1"/>
          <p:nvPr/>
        </p:nvSpPr>
        <p:spPr>
          <a:xfrm>
            <a:off x="4212824" y="3177293"/>
            <a:ext cx="1188720" cy="164592"/>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Slow ———●——— Fast</a:t>
            </a:r>
            <a:endParaRPr lang="en-US" sz="600" dirty="0"/>
          </a:p>
        </p:txBody>
      </p:sp>
      <p:sp>
        <p:nvSpPr>
          <p:cNvPr id="94" name="Shape 84"/>
          <p:cNvSpPr/>
          <p:nvPr/>
        </p:nvSpPr>
        <p:spPr>
          <a:xfrm>
            <a:off x="4212824" y="3451613"/>
            <a:ext cx="1188720" cy="219456"/>
          </a:xfrm>
          <a:prstGeom prst="roundRect">
            <a:avLst>
              <a:gd name="adj" fmla="val 16667"/>
            </a:avLst>
          </a:prstGeom>
          <a:solidFill>
            <a:srgbClr val="FFFFFF"/>
          </a:solidFill>
          <a:ln w="9525">
            <a:solidFill>
              <a:srgbClr val="888888"/>
            </a:solidFill>
            <a:prstDash val="solid"/>
          </a:ln>
        </p:spPr>
      </p:sp>
      <p:sp>
        <p:nvSpPr>
          <p:cNvPr id="95" name="Text 85"/>
          <p:cNvSpPr txBox="1"/>
          <p:nvPr/>
        </p:nvSpPr>
        <p:spPr>
          <a:xfrm>
            <a:off x="4212824" y="3451613"/>
            <a:ext cx="11887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Apply to all slides</a:t>
            </a:r>
            <a:endParaRPr lang="en-US" sz="700" dirty="0"/>
          </a:p>
        </p:txBody>
      </p:sp>
      <p:sp>
        <p:nvSpPr>
          <p:cNvPr id="96" name="Shape 86"/>
          <p:cNvSpPr/>
          <p:nvPr/>
        </p:nvSpPr>
        <p:spPr>
          <a:xfrm>
            <a:off x="4185392" y="3424181"/>
            <a:ext cx="1243584" cy="274320"/>
          </a:xfrm>
          <a:prstGeom prst="roundRect">
            <a:avLst>
              <a:gd name="adj" fmla="val 16667"/>
            </a:avLst>
          </a:prstGeom>
          <a:solidFill>
            <a:srgbClr val="FFFFFF">
              <a:alpha val="0"/>
            </a:srgbClr>
          </a:solidFill>
          <a:ln w="31750">
            <a:solidFill>
              <a:srgbClr val="E53935"/>
            </a:solidFill>
            <a:prstDash val="solid"/>
          </a:ln>
        </p:spPr>
      </p:sp>
      <p:sp>
        <p:nvSpPr>
          <p:cNvPr id="97" name="Shape 87"/>
          <p:cNvSpPr/>
          <p:nvPr/>
        </p:nvSpPr>
        <p:spPr>
          <a:xfrm>
            <a:off x="5291816" y="3287021"/>
            <a:ext cx="274320" cy="274320"/>
          </a:xfrm>
          <a:prstGeom prst="ellipse">
            <a:avLst/>
          </a:prstGeom>
          <a:solidFill>
            <a:srgbClr val="E53935"/>
          </a:solidFill>
          <a:ln w="12700">
            <a:solidFill>
              <a:srgbClr val="FFFFFF"/>
            </a:solidFill>
            <a:prstDash val="solid"/>
          </a:ln>
        </p:spPr>
      </p:sp>
      <p:sp>
        <p:nvSpPr>
          <p:cNvPr id="98" name="Text 88"/>
          <p:cNvSpPr txBox="1"/>
          <p:nvPr/>
        </p:nvSpPr>
        <p:spPr>
          <a:xfrm>
            <a:off x="5291816" y="3287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99" name="Image 8" descr="preencoded.png">    </p:cNvPr>
          <p:cNvPicPr>
            <a:picLocks noChangeAspect="1"/>
          </p:cNvPicPr>
          <p:nvPr/>
        </p:nvPicPr>
        <p:blipFill>
          <a:blip r:embed="rId9"/>
          <a:stretch>
            <a:fillRect/>
          </a:stretch>
        </p:blipFill>
        <p:spPr>
          <a:xfrm>
            <a:off x="4866620" y="3572314"/>
            <a:ext cx="237744" cy="237744"/>
          </a:xfrm>
          <a:prstGeom prst="rect">
            <a:avLst/>
          </a:prstGeom>
        </p:spPr>
      </p:pic>
      <p:sp>
        <p:nvSpPr>
          <p:cNvPr id="100" name="Shape 89"/>
          <p:cNvSpPr/>
          <p:nvPr/>
        </p:nvSpPr>
        <p:spPr>
          <a:xfrm>
            <a:off x="4093952" y="1686821"/>
            <a:ext cx="740664" cy="292608"/>
          </a:xfrm>
          <a:prstGeom prst="roundRect">
            <a:avLst>
              <a:gd name="adj" fmla="val 15625"/>
            </a:avLst>
          </a:prstGeom>
          <a:solidFill>
            <a:srgbClr val="FFFFFF">
              <a:alpha val="0"/>
            </a:srgbClr>
          </a:solidFill>
          <a:ln w="31750">
            <a:solidFill>
              <a:srgbClr val="E53935"/>
            </a:solidFill>
            <a:prstDash val="solid"/>
          </a:ln>
        </p:spPr>
      </p:sp>
      <p:sp>
        <p:nvSpPr>
          <p:cNvPr id="101" name="Shape 90"/>
          <p:cNvSpPr/>
          <p:nvPr/>
        </p:nvSpPr>
        <p:spPr>
          <a:xfrm>
            <a:off x="4697456" y="1549661"/>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697456" y="1549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03" name="Image 9" descr="preencoded.png">    </p:cNvPr>
          <p:cNvPicPr>
            <a:picLocks noChangeAspect="1"/>
          </p:cNvPicPr>
          <p:nvPr/>
        </p:nvPicPr>
        <p:blipFill>
          <a:blip r:embed="rId10"/>
          <a:stretch>
            <a:fillRect/>
          </a:stretch>
        </p:blipFill>
        <p:spPr>
          <a:xfrm>
            <a:off x="4498574" y="1845012"/>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Apply to all slides</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tombol Apply to all slides agar semua slide memakai transisi yang sama. Uji dengan Slideshow.</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17</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Periksa presentasimu dengan daftar ini: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slide isi memiliki satu gambar yang sesuai.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Tulisan isi minimal ukuran 24 dan tidak keluar dari slide.</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Semua slide memakai transisi Fade yang sama.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Minta teman duduk paling belakang: apakah tulisan terbaca?</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slide isi memiliki gambar</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Huruf terbaca dari jauh</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Warna dan huruf konsisten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Transisi tidak berlebihan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Perubahan apa yang paling membuat slidemu lebih baik?</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cara memilih gambar yang tepat?</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Pilih gambar yang santun dan sesuai nilai-nilai pesantren.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Presentasi Pesantren Impianku dan latihan berbicara.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18</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Presentasi Pesantren Impianku</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berani tampil dan berbicara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6: Presentasi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Kalau kalian menjadi pimpinan pesantren, apa yang ingin kalian bangun?</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presentasi kelompok Pesantren Impianku</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Memakai catatan pembicara dan Presenter view</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Berbicara di depan umum dengan percaya diri dan santun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Kunci Berbicara di Depan Umum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Kontak Mata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Pandang pendengar secara bergantian, bukan layar atau lantai.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Suara Jelas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Cukup keras, tidak terburu-buru, intonasi hidup.</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Sikap Tubuh</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Berdiri tegak dan tenang. Gerakan tangan secukupnya.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Latihan &amp; Waktu</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Berlatih minimal 2 kali. Patuhi batas waktu 3 menit.</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Susunan Presentasi Kelompok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2606040" cy="1600200"/>
          </a:xfrm>
          <a:prstGeom prst="roundRect">
            <a:avLst>
              <a:gd name="adj" fmla="val 5714"/>
            </a:avLst>
          </a:prstGeom>
          <a:solidFill>
            <a:srgbClr val="0F4C3A"/>
          </a:solidFill>
          <a:ln w="12700">
            <a:solidFill>
              <a:srgbClr val="0F4C3A"/>
            </a:solidFill>
            <a:prstDash val="solid"/>
          </a:ln>
        </p:spPr>
      </p:sp>
      <p:sp>
        <p:nvSpPr>
          <p:cNvPr id="10" name="Shape 6"/>
          <p:cNvSpPr/>
          <p:nvPr/>
        </p:nvSpPr>
        <p:spPr>
          <a:xfrm>
            <a:off x="594360" y="1280160"/>
            <a:ext cx="411480" cy="411480"/>
          </a:xfrm>
          <a:prstGeom prst="ellipse">
            <a:avLst/>
          </a:prstGeom>
          <a:solidFill>
            <a:srgbClr val="D4A017"/>
          </a:solidFill>
          <a:ln/>
        </p:spPr>
      </p:sp>
      <p:sp>
        <p:nvSpPr>
          <p:cNvPr id="11" name="Text 7"/>
          <p:cNvSpPr txBox="1"/>
          <p:nvPr/>
        </p:nvSpPr>
        <p:spPr>
          <a:xfrm>
            <a:off x="594360" y="1280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8"/>
          <p:cNvSpPr txBox="1"/>
          <p:nvPr/>
        </p:nvSpPr>
        <p:spPr>
          <a:xfrm>
            <a:off x="1097280" y="1252728"/>
            <a:ext cx="1874520" cy="5029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Judul &amp; Perkenalan</a:t>
            </a:r>
            <a:endParaRPr lang="en-US" sz="1400" dirty="0"/>
          </a:p>
        </p:txBody>
      </p:sp>
      <p:sp>
        <p:nvSpPr>
          <p:cNvPr id="13" name="Text 9"/>
          <p:cNvSpPr txBox="1"/>
          <p:nvPr/>
        </p:nvSpPr>
        <p:spPr>
          <a:xfrm>
            <a:off x="640080" y="1874520"/>
            <a:ext cx="2286000" cy="731520"/>
          </a:xfrm>
          <a:prstGeom prst="rect">
            <a:avLst/>
          </a:prstGeom>
          <a:noFill/>
          <a:ln/>
        </p:spPr>
        <p:txBody>
          <a:bodyPr wrap="square" lIns="0" tIns="0" rIns="0" bIns="0" rtlCol="0" anchor="t"/>
          <a:lstStyle/>
          <a:p>
            <a:pPr indent="0" marL="0">
              <a:buNone/>
            </a:pPr>
            <a:r>
              <a:rPr lang="en-US" sz="1300" dirty="0">
                <a:solidFill>
                  <a:srgbClr val="BFE3D3"/>
                </a:solidFill>
                <a:latin typeface="Calibri" pitchFamily="34" charset="0"/>
                <a:ea typeface="Calibri" pitchFamily="34" charset="-122"/>
                <a:cs typeface="Calibri" pitchFamily="34" charset="-120"/>
              </a:rPr>
              <a:t>Nama kelompok dan anggota</a:t>
            </a:r>
            <a:endParaRPr lang="en-US" sz="1300" dirty="0"/>
          </a:p>
        </p:txBody>
      </p:sp>
      <p:sp>
        <p:nvSpPr>
          <p:cNvPr id="14" name="Shape 10"/>
          <p:cNvSpPr/>
          <p:nvPr/>
        </p:nvSpPr>
        <p:spPr>
          <a:xfrm>
            <a:off x="3246120" y="1143000"/>
            <a:ext cx="2606040" cy="1600200"/>
          </a:xfrm>
          <a:prstGeom prst="roundRect">
            <a:avLst>
              <a:gd name="adj" fmla="val 5714"/>
            </a:avLst>
          </a:prstGeom>
          <a:solidFill>
            <a:srgbClr val="E6F2EC"/>
          </a:solidFill>
          <a:ln w="12700">
            <a:solidFill>
              <a:srgbClr val="E6F2EC"/>
            </a:solidFill>
            <a:prstDash val="solid"/>
          </a:ln>
        </p:spPr>
      </p:sp>
      <p:sp>
        <p:nvSpPr>
          <p:cNvPr id="15" name="Shape 11"/>
          <p:cNvSpPr/>
          <p:nvPr/>
        </p:nvSpPr>
        <p:spPr>
          <a:xfrm>
            <a:off x="3383280" y="1280160"/>
            <a:ext cx="411480" cy="411480"/>
          </a:xfrm>
          <a:prstGeom prst="ellipse">
            <a:avLst/>
          </a:prstGeom>
          <a:solidFill>
            <a:srgbClr val="D4A017"/>
          </a:solidFill>
          <a:ln/>
        </p:spPr>
      </p:sp>
      <p:sp>
        <p:nvSpPr>
          <p:cNvPr id="16" name="Text 12"/>
          <p:cNvSpPr txBox="1"/>
          <p:nvPr/>
        </p:nvSpPr>
        <p:spPr>
          <a:xfrm>
            <a:off x="3383280" y="1280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3886200" y="1252728"/>
            <a:ext cx="1874520" cy="502920"/>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Pesantren Impian Kami</a:t>
            </a:r>
            <a:endParaRPr lang="en-US" sz="1400" dirty="0"/>
          </a:p>
        </p:txBody>
      </p:sp>
      <p:sp>
        <p:nvSpPr>
          <p:cNvPr id="18" name="Text 14"/>
          <p:cNvSpPr txBox="1"/>
          <p:nvPr/>
        </p:nvSpPr>
        <p:spPr>
          <a:xfrm>
            <a:off x="3429000" y="1874520"/>
            <a:ext cx="2286000" cy="73152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Gambaran umum impian</a:t>
            </a:r>
            <a:endParaRPr lang="en-US" sz="1300" dirty="0"/>
          </a:p>
        </p:txBody>
      </p:sp>
      <p:sp>
        <p:nvSpPr>
          <p:cNvPr id="19" name="Shape 15"/>
          <p:cNvSpPr/>
          <p:nvPr/>
        </p:nvSpPr>
        <p:spPr>
          <a:xfrm>
            <a:off x="6035040" y="1143000"/>
            <a:ext cx="2606040" cy="1600200"/>
          </a:xfrm>
          <a:prstGeom prst="roundRect">
            <a:avLst>
              <a:gd name="adj" fmla="val 5714"/>
            </a:avLst>
          </a:prstGeom>
          <a:solidFill>
            <a:srgbClr val="E6F2EC"/>
          </a:solidFill>
          <a:ln w="12700">
            <a:solidFill>
              <a:srgbClr val="E6F2EC"/>
            </a:solidFill>
            <a:prstDash val="solid"/>
          </a:ln>
        </p:spPr>
      </p:sp>
      <p:sp>
        <p:nvSpPr>
          <p:cNvPr id="20" name="Shape 16"/>
          <p:cNvSpPr/>
          <p:nvPr/>
        </p:nvSpPr>
        <p:spPr>
          <a:xfrm>
            <a:off x="6172200" y="1280160"/>
            <a:ext cx="411480" cy="411480"/>
          </a:xfrm>
          <a:prstGeom prst="ellipse">
            <a:avLst/>
          </a:prstGeom>
          <a:solidFill>
            <a:srgbClr val="D4A017"/>
          </a:solidFill>
          <a:ln/>
        </p:spPr>
      </p:sp>
      <p:sp>
        <p:nvSpPr>
          <p:cNvPr id="21" name="Text 17"/>
          <p:cNvSpPr txBox="1"/>
          <p:nvPr/>
        </p:nvSpPr>
        <p:spPr>
          <a:xfrm>
            <a:off x="6172200" y="1280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txBox="1"/>
          <p:nvPr/>
        </p:nvSpPr>
        <p:spPr>
          <a:xfrm>
            <a:off x="6675120" y="1252728"/>
            <a:ext cx="1874520" cy="502920"/>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Bangunan &amp; Fasilitas</a:t>
            </a:r>
            <a:endParaRPr lang="en-US" sz="1400" dirty="0"/>
          </a:p>
        </p:txBody>
      </p:sp>
      <p:sp>
        <p:nvSpPr>
          <p:cNvPr id="23" name="Text 19"/>
          <p:cNvSpPr txBox="1"/>
          <p:nvPr/>
        </p:nvSpPr>
        <p:spPr>
          <a:xfrm>
            <a:off x="6217920" y="1874520"/>
            <a:ext cx="2286000" cy="73152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Apa saja yang ingin dibangun</a:t>
            </a:r>
            <a:endParaRPr lang="en-US" sz="1300" dirty="0"/>
          </a:p>
        </p:txBody>
      </p:sp>
      <p:sp>
        <p:nvSpPr>
          <p:cNvPr id="24" name="Shape 20"/>
          <p:cNvSpPr/>
          <p:nvPr/>
        </p:nvSpPr>
        <p:spPr>
          <a:xfrm>
            <a:off x="457200" y="2926080"/>
            <a:ext cx="2606040" cy="1600200"/>
          </a:xfrm>
          <a:prstGeom prst="roundRect">
            <a:avLst>
              <a:gd name="adj" fmla="val 5714"/>
            </a:avLst>
          </a:prstGeom>
          <a:solidFill>
            <a:srgbClr val="E6F2EC"/>
          </a:solidFill>
          <a:ln w="12700">
            <a:solidFill>
              <a:srgbClr val="E6F2EC"/>
            </a:solidFill>
            <a:prstDash val="solid"/>
          </a:ln>
        </p:spPr>
      </p:sp>
      <p:sp>
        <p:nvSpPr>
          <p:cNvPr id="25" name="Shape 21"/>
          <p:cNvSpPr/>
          <p:nvPr/>
        </p:nvSpPr>
        <p:spPr>
          <a:xfrm>
            <a:off x="594360" y="3063240"/>
            <a:ext cx="411480" cy="411480"/>
          </a:xfrm>
          <a:prstGeom prst="ellipse">
            <a:avLst/>
          </a:prstGeom>
          <a:solidFill>
            <a:srgbClr val="D4A017"/>
          </a:solidFill>
          <a:ln/>
        </p:spPr>
      </p:sp>
      <p:sp>
        <p:nvSpPr>
          <p:cNvPr id="26" name="Text 22"/>
          <p:cNvSpPr txBox="1"/>
          <p:nvPr/>
        </p:nvSpPr>
        <p:spPr>
          <a:xfrm>
            <a:off x="594360" y="3063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3"/>
          <p:cNvSpPr txBox="1"/>
          <p:nvPr/>
        </p:nvSpPr>
        <p:spPr>
          <a:xfrm>
            <a:off x="1097280" y="3035808"/>
            <a:ext cx="1874520" cy="502920"/>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Kegiatan Unggulan</a:t>
            </a:r>
            <a:endParaRPr lang="en-US" sz="1400" dirty="0"/>
          </a:p>
        </p:txBody>
      </p:sp>
      <p:sp>
        <p:nvSpPr>
          <p:cNvPr id="28" name="Text 24"/>
          <p:cNvSpPr txBox="1"/>
          <p:nvPr/>
        </p:nvSpPr>
        <p:spPr>
          <a:xfrm>
            <a:off x="640080" y="3657600"/>
            <a:ext cx="2286000" cy="73152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Program yang ingin diadakan</a:t>
            </a:r>
            <a:endParaRPr lang="en-US" sz="1300" dirty="0"/>
          </a:p>
        </p:txBody>
      </p:sp>
      <p:sp>
        <p:nvSpPr>
          <p:cNvPr id="29" name="Shape 25"/>
          <p:cNvSpPr/>
          <p:nvPr/>
        </p:nvSpPr>
        <p:spPr>
          <a:xfrm>
            <a:off x="3246120" y="2926080"/>
            <a:ext cx="2606040" cy="1600200"/>
          </a:xfrm>
          <a:prstGeom prst="roundRect">
            <a:avLst>
              <a:gd name="adj" fmla="val 5714"/>
            </a:avLst>
          </a:prstGeom>
          <a:solidFill>
            <a:srgbClr val="E6F2EC"/>
          </a:solidFill>
          <a:ln w="12700">
            <a:solidFill>
              <a:srgbClr val="E6F2EC"/>
            </a:solidFill>
            <a:prstDash val="solid"/>
          </a:ln>
        </p:spPr>
      </p:sp>
      <p:sp>
        <p:nvSpPr>
          <p:cNvPr id="30" name="Shape 26"/>
          <p:cNvSpPr/>
          <p:nvPr/>
        </p:nvSpPr>
        <p:spPr>
          <a:xfrm>
            <a:off x="3383280" y="3063240"/>
            <a:ext cx="411480" cy="411480"/>
          </a:xfrm>
          <a:prstGeom prst="ellipse">
            <a:avLst/>
          </a:prstGeom>
          <a:solidFill>
            <a:srgbClr val="D4A017"/>
          </a:solidFill>
          <a:ln/>
        </p:spPr>
      </p:sp>
      <p:sp>
        <p:nvSpPr>
          <p:cNvPr id="31" name="Text 27"/>
          <p:cNvSpPr txBox="1"/>
          <p:nvPr/>
        </p:nvSpPr>
        <p:spPr>
          <a:xfrm>
            <a:off x="3383280" y="3063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28"/>
          <p:cNvSpPr txBox="1"/>
          <p:nvPr/>
        </p:nvSpPr>
        <p:spPr>
          <a:xfrm>
            <a:off x="3886200" y="3035808"/>
            <a:ext cx="1874520" cy="502920"/>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Manfaat</a:t>
            </a:r>
            <a:endParaRPr lang="en-US" sz="1400" dirty="0"/>
          </a:p>
        </p:txBody>
      </p:sp>
      <p:sp>
        <p:nvSpPr>
          <p:cNvPr id="33" name="Text 29"/>
          <p:cNvSpPr txBox="1"/>
          <p:nvPr/>
        </p:nvSpPr>
        <p:spPr>
          <a:xfrm>
            <a:off x="3429000" y="3657600"/>
            <a:ext cx="2286000" cy="73152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Untuk santri dan masyarakat</a:t>
            </a:r>
            <a:endParaRPr lang="en-US" sz="1300" dirty="0"/>
          </a:p>
        </p:txBody>
      </p:sp>
      <p:sp>
        <p:nvSpPr>
          <p:cNvPr id="34" name="Shape 30"/>
          <p:cNvSpPr/>
          <p:nvPr/>
        </p:nvSpPr>
        <p:spPr>
          <a:xfrm>
            <a:off x="6035040" y="2926080"/>
            <a:ext cx="2606040" cy="1600200"/>
          </a:xfrm>
          <a:prstGeom prst="roundRect">
            <a:avLst>
              <a:gd name="adj" fmla="val 5714"/>
            </a:avLst>
          </a:prstGeom>
          <a:solidFill>
            <a:srgbClr val="0F4C3A"/>
          </a:solidFill>
          <a:ln w="12700">
            <a:solidFill>
              <a:srgbClr val="0F4C3A"/>
            </a:solidFill>
            <a:prstDash val="solid"/>
          </a:ln>
        </p:spPr>
      </p:sp>
      <p:sp>
        <p:nvSpPr>
          <p:cNvPr id="35" name="Shape 31"/>
          <p:cNvSpPr/>
          <p:nvPr/>
        </p:nvSpPr>
        <p:spPr>
          <a:xfrm>
            <a:off x="6172200" y="3063240"/>
            <a:ext cx="411480" cy="411480"/>
          </a:xfrm>
          <a:prstGeom prst="ellipse">
            <a:avLst/>
          </a:prstGeom>
          <a:solidFill>
            <a:srgbClr val="D4A017"/>
          </a:solidFill>
          <a:ln/>
        </p:spPr>
      </p:sp>
      <p:sp>
        <p:nvSpPr>
          <p:cNvPr id="36" name="Text 32"/>
          <p:cNvSpPr txBox="1"/>
          <p:nvPr/>
        </p:nvSpPr>
        <p:spPr>
          <a:xfrm>
            <a:off x="6172200" y="3063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3"/>
          <p:cNvSpPr txBox="1"/>
          <p:nvPr/>
        </p:nvSpPr>
        <p:spPr>
          <a:xfrm>
            <a:off x="6675120" y="3035808"/>
            <a:ext cx="1874520" cy="5029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Penutup</a:t>
            </a:r>
            <a:endParaRPr lang="en-US" sz="1400" dirty="0"/>
          </a:p>
        </p:txBody>
      </p:sp>
      <p:sp>
        <p:nvSpPr>
          <p:cNvPr id="38" name="Text 34"/>
          <p:cNvSpPr txBox="1"/>
          <p:nvPr/>
        </p:nvSpPr>
        <p:spPr>
          <a:xfrm>
            <a:off x="6217920" y="3657600"/>
            <a:ext cx="2286000" cy="731520"/>
          </a:xfrm>
          <a:prstGeom prst="rect">
            <a:avLst/>
          </a:prstGeom>
          <a:noFill/>
          <a:ln/>
        </p:spPr>
        <p:txBody>
          <a:bodyPr wrap="square" lIns="0" tIns="0" rIns="0" bIns="0" rtlCol="0" anchor="t"/>
          <a:lstStyle/>
          <a:p>
            <a:pPr indent="0" marL="0">
              <a:buNone/>
            </a:pPr>
            <a:r>
              <a:rPr lang="en-US" sz="1300" dirty="0">
                <a:solidFill>
                  <a:srgbClr val="BFE3D3"/>
                </a:solidFill>
                <a:latin typeface="Calibri" pitchFamily="34" charset="0"/>
                <a:ea typeface="Calibri" pitchFamily="34" charset="-122"/>
                <a:cs typeface="Calibri" pitchFamily="34" charset="-120"/>
              </a:rPr>
              <a:t>Harapan dan doa</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Menyiapkan dan Menampilkan Presentasi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6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Menyusun slide bersama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Catatan pembicara dan Presenter view</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Tampil!</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 Slide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Pesantren_Impian_Kelompok_1 -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Pesantren_Impian_Kelompok_1</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19050">
            <a:solidFill>
              <a:srgbClr val="F4B400"/>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Pesantren Impian Kami</a:t>
            </a:r>
            <a:endParaRPr lang="en-US" sz="400" dirty="0"/>
          </a:p>
        </p:txBody>
      </p:sp>
      <p:sp>
        <p:nvSpPr>
          <p:cNvPr id="58" name="Shape 48"/>
          <p:cNvSpPr/>
          <p:nvPr/>
        </p:nvSpPr>
        <p:spPr>
          <a:xfrm>
            <a:off x="2196348" y="2464061"/>
            <a:ext cx="2511024" cy="1412451"/>
          </a:xfrm>
          <a:prstGeom prst="rect">
            <a:avLst/>
          </a:prstGeom>
          <a:solidFill>
            <a:srgbClr val="0F4C3A"/>
          </a:solidFill>
          <a:ln w="6350">
            <a:solidFill>
              <a:srgbClr val="DDDDDD"/>
            </a:solidFill>
            <a:prstDash val="solid"/>
          </a:ln>
        </p:spPr>
      </p:sp>
      <p:sp>
        <p:nvSpPr>
          <p:cNvPr id="59" name="Text 49"/>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Pesantren Impian Kami</a:t>
            </a:r>
            <a:endParaRPr lang="en-US" sz="1600" dirty="0"/>
          </a:p>
        </p:txBody>
      </p:sp>
      <p:sp>
        <p:nvSpPr>
          <p:cNvPr id="60" name="Text 50"/>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Kelompok 1</a:t>
            </a:r>
            <a:endParaRPr lang="en-US" sz="800" dirty="0"/>
          </a:p>
        </p:txBody>
      </p:sp>
      <p:sp>
        <p:nvSpPr>
          <p:cNvPr id="61" name="Shape 51"/>
          <p:cNvSpPr/>
          <p:nvPr/>
        </p:nvSpPr>
        <p:spPr>
          <a:xfrm>
            <a:off x="944392" y="1668533"/>
            <a:ext cx="2066544" cy="237744"/>
          </a:xfrm>
          <a:prstGeom prst="roundRect">
            <a:avLst>
              <a:gd name="adj" fmla="val 19231"/>
            </a:avLst>
          </a:prstGeom>
          <a:solidFill>
            <a:srgbClr val="FFFFFF">
              <a:alpha val="0"/>
            </a:srgbClr>
          </a:solidFill>
          <a:ln w="31750">
            <a:solidFill>
              <a:srgbClr val="E53935"/>
            </a:solidFill>
            <a:prstDash val="solid"/>
          </a:ln>
        </p:spPr>
      </p:sp>
      <p:sp>
        <p:nvSpPr>
          <p:cNvPr id="62" name="Shape 52"/>
          <p:cNvSpPr/>
          <p:nvPr/>
        </p:nvSpPr>
        <p:spPr>
          <a:xfrm>
            <a:off x="2873776" y="1531373"/>
            <a:ext cx="274320" cy="274320"/>
          </a:xfrm>
          <a:prstGeom prst="ellipse">
            <a:avLst/>
          </a:prstGeom>
          <a:solidFill>
            <a:srgbClr val="E53935"/>
          </a:solidFill>
          <a:ln w="12700">
            <a:solidFill>
              <a:srgbClr val="FFFFFF"/>
            </a:solidFill>
            <a:prstDash val="solid"/>
          </a:ln>
        </p:spPr>
      </p:sp>
      <p:sp>
        <p:nvSpPr>
          <p:cNvPr id="63" name="Text 53"/>
          <p:cNvSpPr txBox="1"/>
          <p:nvPr/>
        </p:nvSpPr>
        <p:spPr>
          <a:xfrm>
            <a:off x="2873776" y="15313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4" name="Image 8" descr="preencoded.png">    </p:cNvPr>
          <p:cNvPicPr>
            <a:picLocks noChangeAspect="1"/>
          </p:cNvPicPr>
          <p:nvPr/>
        </p:nvPicPr>
        <p:blipFill>
          <a:blip r:embed="rId9"/>
          <a:stretch>
            <a:fillRect/>
          </a:stretch>
        </p:blipFill>
        <p:spPr>
          <a:xfrm>
            <a:off x="2078248" y="1796549"/>
            <a:ext cx="237744" cy="237744"/>
          </a:xfrm>
          <a:prstGeom prst="rect">
            <a:avLst/>
          </a:prstGeom>
        </p:spPr>
      </p:pic>
      <p:sp>
        <p:nvSpPr>
          <p:cNvPr id="65" name="Shape 54"/>
          <p:cNvSpPr/>
          <p:nvPr/>
        </p:nvSpPr>
        <p:spPr>
          <a:xfrm>
            <a:off x="4852904" y="1686821"/>
            <a:ext cx="603504" cy="292608"/>
          </a:xfrm>
          <a:prstGeom prst="roundRect">
            <a:avLst>
              <a:gd name="adj" fmla="val 15625"/>
            </a:avLst>
          </a:prstGeom>
          <a:solidFill>
            <a:srgbClr val="FFFFFF">
              <a:alpha val="0"/>
            </a:srgbClr>
          </a:solidFill>
          <a:ln w="31750">
            <a:solidFill>
              <a:srgbClr val="E53935"/>
            </a:solidFill>
            <a:prstDash val="solid"/>
          </a:ln>
        </p:spPr>
      </p:sp>
      <p:sp>
        <p:nvSpPr>
          <p:cNvPr id="66" name="Shape 55"/>
          <p:cNvSpPr/>
          <p:nvPr/>
        </p:nvSpPr>
        <p:spPr>
          <a:xfrm>
            <a:off x="5319248" y="1549661"/>
            <a:ext cx="274320" cy="274320"/>
          </a:xfrm>
          <a:prstGeom prst="ellipse">
            <a:avLst/>
          </a:prstGeom>
          <a:solidFill>
            <a:srgbClr val="E53935"/>
          </a:solidFill>
          <a:ln w="12700">
            <a:solidFill>
              <a:srgbClr val="FFFFFF"/>
            </a:solidFill>
            <a:prstDash val="solid"/>
          </a:ln>
        </p:spPr>
      </p:sp>
      <p:sp>
        <p:nvSpPr>
          <p:cNvPr id="67" name="Text 56"/>
          <p:cNvSpPr txBox="1"/>
          <p:nvPr/>
        </p:nvSpPr>
        <p:spPr>
          <a:xfrm>
            <a:off x="5319248" y="1549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8" name="Image 9" descr="preencoded.png">    </p:cNvPr>
          <p:cNvPicPr>
            <a:picLocks noChangeAspect="1"/>
          </p:cNvPicPr>
          <p:nvPr/>
        </p:nvPicPr>
        <p:blipFill>
          <a:blip r:embed="rId10"/>
          <a:stretch>
            <a:fillRect/>
          </a:stretch>
        </p:blipFill>
        <p:spPr>
          <a:xfrm>
            <a:off x="5182088" y="1845012"/>
            <a:ext cx="237744" cy="237744"/>
          </a:xfrm>
          <a:prstGeom prst="rect">
            <a:avLst/>
          </a:prstGeom>
        </p:spPr>
      </p:pic>
      <p:sp>
        <p:nvSpPr>
          <p:cNvPr id="69" name="Text 5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0" name="Text 5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Ketua membuat presentasi dan membagikannya</a:t>
            </a:r>
            <a:endParaRPr lang="en-US" sz="1800" dirty="0"/>
          </a:p>
        </p:txBody>
      </p:sp>
      <p:sp>
        <p:nvSpPr>
          <p:cNvPr id="71" name="Text 5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Ketua membuat presentasi "Pesantren_Impian_Kelompok_N", lalu klik Share dan undang akun anggota sebagai Editor.</a:t>
            </a:r>
            <a:endParaRPr lang="en-US" sz="1300" dirty="0"/>
          </a:p>
        </p:txBody>
      </p:sp>
      <p:sp>
        <p:nvSpPr>
          <p:cNvPr id="72" name="Shape 6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3"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74" name="Text 6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satu akun, anggota bergantian mengetik.</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 Slide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Pesantren_Impian_Kelompok_1 -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Pesantren_Impian_Kelompok_1</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Pesantren Impian Kami</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6350">
            <a:solidFill>
              <a:srgbClr val="CCCCCC"/>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Gambaran</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19050">
            <a:solidFill>
              <a:srgbClr val="F4B400"/>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Fasilitas</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Kegiatan</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Manfaat</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Fasilitas</a:t>
            </a:r>
            <a:endParaRPr lang="en-US" sz="1300" dirty="0"/>
          </a:p>
        </p:txBody>
      </p:sp>
      <p:sp>
        <p:nvSpPr>
          <p:cNvPr id="84" name="Text 74"/>
          <p:cNvSpPr txBox="1"/>
          <p:nvPr/>
        </p:nvSpPr>
        <p:spPr>
          <a:xfrm>
            <a:off x="2360940" y="2921261"/>
            <a:ext cx="1305732"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Poin singkat</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Poin singkat</a:t>
            </a:r>
            <a:endParaRPr lang="en-US" sz="800" dirty="0"/>
          </a:p>
        </p:txBody>
      </p:sp>
      <p:sp>
        <p:nvSpPr>
          <p:cNvPr id="85" name="Shape 75"/>
          <p:cNvSpPr/>
          <p:nvPr/>
        </p:nvSpPr>
        <p:spPr>
          <a:xfrm>
            <a:off x="3702962" y="2921261"/>
            <a:ext cx="853748" cy="776848"/>
          </a:xfrm>
          <a:prstGeom prst="rect">
            <a:avLst/>
          </a:prstGeom>
          <a:solidFill>
            <a:srgbClr val="A7CBEE"/>
          </a:solidFill>
          <a:ln w="12700">
            <a:solidFill>
              <a:srgbClr val="A7CBEE"/>
            </a:solidFill>
            <a:prstDash val="solid"/>
          </a:ln>
        </p:spPr>
      </p:sp>
      <p:sp>
        <p:nvSpPr>
          <p:cNvPr id="86" name="Shape 76"/>
          <p:cNvSpPr/>
          <p:nvPr/>
        </p:nvSpPr>
        <p:spPr>
          <a:xfrm>
            <a:off x="4257899" y="3014483"/>
            <a:ext cx="153675" cy="153675"/>
          </a:xfrm>
          <a:prstGeom prst="ellipse">
            <a:avLst/>
          </a:prstGeom>
          <a:solidFill>
            <a:srgbClr val="FBBC05"/>
          </a:solidFill>
          <a:ln/>
        </p:spPr>
      </p:sp>
      <p:sp>
        <p:nvSpPr>
          <p:cNvPr id="87" name="Shape 77"/>
          <p:cNvSpPr/>
          <p:nvPr/>
        </p:nvSpPr>
        <p:spPr>
          <a:xfrm>
            <a:off x="3771262" y="3232000"/>
            <a:ext cx="512249" cy="466109"/>
          </a:xfrm>
          <a:prstGeom prst="triangle">
            <a:avLst/>
          </a:prstGeom>
          <a:solidFill>
            <a:srgbClr val="34A853"/>
          </a:solidFill>
          <a:ln/>
        </p:spPr>
      </p:sp>
      <p:sp>
        <p:nvSpPr>
          <p:cNvPr id="88" name="Shape 78"/>
          <p:cNvSpPr/>
          <p:nvPr/>
        </p:nvSpPr>
        <p:spPr>
          <a:xfrm>
            <a:off x="752368" y="2427485"/>
            <a:ext cx="640080" cy="2106549"/>
          </a:xfrm>
          <a:prstGeom prst="roundRect">
            <a:avLst>
              <a:gd name="adj" fmla="val 7143"/>
            </a:avLst>
          </a:prstGeom>
          <a:solidFill>
            <a:srgbClr val="FFFFFF">
              <a:alpha val="0"/>
            </a:srgbClr>
          </a:solidFill>
          <a:ln w="31750">
            <a:solidFill>
              <a:srgbClr val="E53935"/>
            </a:solidFill>
            <a:prstDash val="solid"/>
          </a:ln>
        </p:spPr>
      </p:sp>
      <p:sp>
        <p:nvSpPr>
          <p:cNvPr id="89" name="Shape 79"/>
          <p:cNvSpPr/>
          <p:nvPr/>
        </p:nvSpPr>
        <p:spPr>
          <a:xfrm>
            <a:off x="1255288" y="2290325"/>
            <a:ext cx="274320" cy="274320"/>
          </a:xfrm>
          <a:prstGeom prst="ellipse">
            <a:avLst/>
          </a:prstGeom>
          <a:solidFill>
            <a:srgbClr val="E53935"/>
          </a:solidFill>
          <a:ln w="12700">
            <a:solidFill>
              <a:srgbClr val="FFFFFF"/>
            </a:solidFill>
            <a:prstDash val="solid"/>
          </a:ln>
        </p:spPr>
      </p:sp>
      <p:sp>
        <p:nvSpPr>
          <p:cNvPr id="90" name="Text 80"/>
          <p:cNvSpPr txBox="1"/>
          <p:nvPr/>
        </p:nvSpPr>
        <p:spPr>
          <a:xfrm>
            <a:off x="125528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91" name="Image 8" descr="preencoded.png">    </p:cNvPr>
          <p:cNvPicPr>
            <a:picLocks noChangeAspect="1"/>
          </p:cNvPicPr>
          <p:nvPr/>
        </p:nvPicPr>
        <p:blipFill>
          <a:blip r:embed="rId9"/>
          <a:stretch>
            <a:fillRect/>
          </a:stretch>
        </p:blipFill>
        <p:spPr>
          <a:xfrm>
            <a:off x="1100755" y="3582429"/>
            <a:ext cx="237744" cy="237744"/>
          </a:xfrm>
          <a:prstGeom prst="rect">
            <a:avLst/>
          </a:prstGeom>
        </p:spPr>
      </p:pic>
      <p:sp>
        <p:nvSpPr>
          <p:cNvPr id="92" name="Text 8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93" name="Text 8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6 slide sesuai susunan</a:t>
            </a:r>
            <a:endParaRPr lang="en-US" sz="1800" dirty="0"/>
          </a:p>
        </p:txBody>
      </p:sp>
      <p:sp>
        <p:nvSpPr>
          <p:cNvPr id="94" name="Text 8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slide 1–6. Setiap anggota mengisi slide bagiannya: judul, poin singkat, dan satu gambar.</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 Slide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Pesantren_Impian_Kelompok_1 -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Pesantren_Impian_Kelompok_1</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19050">
            <a:solidFill>
              <a:srgbClr val="F4B400"/>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Pesantren Impian Kami</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6350">
            <a:solidFill>
              <a:srgbClr val="CCCCCC"/>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Gambaran</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Fasilitas</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Shape 60"/>
          <p:cNvSpPr/>
          <p:nvPr/>
        </p:nvSpPr>
        <p:spPr>
          <a:xfrm>
            <a:off x="2196348" y="2464061"/>
            <a:ext cx="2511024" cy="1412451"/>
          </a:xfrm>
          <a:prstGeom prst="rect">
            <a:avLst/>
          </a:prstGeom>
          <a:solidFill>
            <a:srgbClr val="0F4C3A"/>
          </a:solidFill>
          <a:ln w="6350">
            <a:solidFill>
              <a:srgbClr val="DDDDDD"/>
            </a:solidFill>
            <a:prstDash val="solid"/>
          </a:ln>
        </p:spPr>
      </p:sp>
      <p:sp>
        <p:nvSpPr>
          <p:cNvPr id="71" name="Text 61"/>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Pesantren Impian Kami</a:t>
            </a:r>
            <a:endParaRPr lang="en-US" sz="1600" dirty="0"/>
          </a:p>
        </p:txBody>
      </p:sp>
      <p:sp>
        <p:nvSpPr>
          <p:cNvPr id="72" name="Text 62"/>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Kelompok 1</a:t>
            </a:r>
            <a:endParaRPr lang="en-US" sz="800" dirty="0"/>
          </a:p>
        </p:txBody>
      </p:sp>
      <p:sp>
        <p:nvSpPr>
          <p:cNvPr id="73" name="Shape 63"/>
          <p:cNvSpPr/>
          <p:nvPr/>
        </p:nvSpPr>
        <p:spPr>
          <a:xfrm>
            <a:off x="4093952" y="1686821"/>
            <a:ext cx="740664" cy="292608"/>
          </a:xfrm>
          <a:prstGeom prst="roundRect">
            <a:avLst>
              <a:gd name="adj" fmla="val 15625"/>
            </a:avLst>
          </a:prstGeom>
          <a:solidFill>
            <a:srgbClr val="FFFFFF">
              <a:alpha val="0"/>
            </a:srgbClr>
          </a:solidFill>
          <a:ln w="31750">
            <a:solidFill>
              <a:srgbClr val="E53935"/>
            </a:solidFill>
            <a:prstDash val="solid"/>
          </a:ln>
        </p:spPr>
      </p:sp>
      <p:sp>
        <p:nvSpPr>
          <p:cNvPr id="74" name="Shape 64"/>
          <p:cNvSpPr/>
          <p:nvPr/>
        </p:nvSpPr>
        <p:spPr>
          <a:xfrm>
            <a:off x="4697456" y="1549661"/>
            <a:ext cx="274320" cy="274320"/>
          </a:xfrm>
          <a:prstGeom prst="ellipse">
            <a:avLst/>
          </a:prstGeom>
          <a:solidFill>
            <a:srgbClr val="E53935"/>
          </a:solidFill>
          <a:ln w="12700">
            <a:solidFill>
              <a:srgbClr val="FFFFFF"/>
            </a:solidFill>
            <a:prstDash val="solid"/>
          </a:ln>
        </p:spPr>
      </p:sp>
      <p:sp>
        <p:nvSpPr>
          <p:cNvPr id="75" name="Text 65"/>
          <p:cNvSpPr txBox="1"/>
          <p:nvPr/>
        </p:nvSpPr>
        <p:spPr>
          <a:xfrm>
            <a:off x="4697456" y="1549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6" name="Image 8" descr="preencoded.png">    </p:cNvPr>
          <p:cNvPicPr>
            <a:picLocks noChangeAspect="1"/>
          </p:cNvPicPr>
          <p:nvPr/>
        </p:nvPicPr>
        <p:blipFill>
          <a:blip r:embed="rId9"/>
          <a:stretch>
            <a:fillRect/>
          </a:stretch>
        </p:blipFill>
        <p:spPr>
          <a:xfrm>
            <a:off x="4498574" y="1845012"/>
            <a:ext cx="237744" cy="237744"/>
          </a:xfrm>
          <a:prstGeom prst="rect">
            <a:avLst/>
          </a:prstGeom>
        </p:spPr>
      </p:pic>
      <p:sp>
        <p:nvSpPr>
          <p:cNvPr id="77"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8"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bersama</a:t>
            </a:r>
            <a:endParaRPr lang="en-US" sz="1800" dirty="0"/>
          </a:p>
        </p:txBody>
      </p:sp>
      <p:sp>
        <p:nvSpPr>
          <p:cNvPr id="79"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Tayangkan dengan Slideshow. Periksa ejaan, ukuran huruf, dan urutan slide bersama kelompok.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Catatan Pembicara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Pesantren_Impian_Kelompok_1 -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Pesantren_Impian_Kelompok_1</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Pesantren Impian Kami</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Fasilitas</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Shape 54"/>
          <p:cNvSpPr/>
          <p:nvPr/>
        </p:nvSpPr>
        <p:spPr>
          <a:xfrm>
            <a:off x="2521468" y="2464061"/>
            <a:ext cx="1860784" cy="1046691"/>
          </a:xfrm>
          <a:prstGeom prst="rect">
            <a:avLst/>
          </a:prstGeom>
          <a:solidFill>
            <a:srgbClr val="0F4C3A"/>
          </a:solidFill>
          <a:ln w="6350">
            <a:solidFill>
              <a:srgbClr val="DDDDDD"/>
            </a:solidFill>
            <a:prstDash val="solid"/>
          </a:ln>
        </p:spPr>
      </p:sp>
      <p:sp>
        <p:nvSpPr>
          <p:cNvPr id="65" name="Text 55"/>
          <p:cNvSpPr txBox="1"/>
          <p:nvPr/>
        </p:nvSpPr>
        <p:spPr>
          <a:xfrm>
            <a:off x="2686060" y="2573789"/>
            <a:ext cx="15316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Fasilitas</a:t>
            </a:r>
            <a:endParaRPr lang="en-US" sz="1300" dirty="0"/>
          </a:p>
        </p:txBody>
      </p:sp>
      <p:sp>
        <p:nvSpPr>
          <p:cNvPr id="66" name="Text 56"/>
          <p:cNvSpPr txBox="1"/>
          <p:nvPr/>
        </p:nvSpPr>
        <p:spPr>
          <a:xfrm>
            <a:off x="2686060" y="2921261"/>
            <a:ext cx="967608" cy="45233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Perpustakaan besar</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Laboratorium komputer</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Kebun santri</a:t>
            </a:r>
            <a:endParaRPr lang="en-US" sz="800" dirty="0"/>
          </a:p>
        </p:txBody>
      </p:sp>
      <p:sp>
        <p:nvSpPr>
          <p:cNvPr id="67" name="Shape 57"/>
          <p:cNvSpPr/>
          <p:nvPr/>
        </p:nvSpPr>
        <p:spPr>
          <a:xfrm>
            <a:off x="3637938" y="2921261"/>
            <a:ext cx="632666" cy="575680"/>
          </a:xfrm>
          <a:prstGeom prst="rect">
            <a:avLst/>
          </a:prstGeom>
          <a:solidFill>
            <a:srgbClr val="A7CBEE"/>
          </a:solidFill>
          <a:ln w="12700">
            <a:solidFill>
              <a:srgbClr val="A7CBEE"/>
            </a:solidFill>
            <a:prstDash val="solid"/>
          </a:ln>
        </p:spPr>
      </p:sp>
      <p:sp>
        <p:nvSpPr>
          <p:cNvPr id="68" name="Shape 58"/>
          <p:cNvSpPr/>
          <p:nvPr/>
        </p:nvSpPr>
        <p:spPr>
          <a:xfrm>
            <a:off x="4049172" y="2990343"/>
            <a:ext cx="113880" cy="113880"/>
          </a:xfrm>
          <a:prstGeom prst="ellipse">
            <a:avLst/>
          </a:prstGeom>
          <a:solidFill>
            <a:srgbClr val="FBBC05"/>
          </a:solidFill>
          <a:ln/>
        </p:spPr>
      </p:sp>
      <p:sp>
        <p:nvSpPr>
          <p:cNvPr id="69" name="Shape 59"/>
          <p:cNvSpPr/>
          <p:nvPr/>
        </p:nvSpPr>
        <p:spPr>
          <a:xfrm>
            <a:off x="3688552" y="3151533"/>
            <a:ext cx="379600" cy="345408"/>
          </a:xfrm>
          <a:prstGeom prst="triangle">
            <a:avLst/>
          </a:prstGeom>
          <a:solidFill>
            <a:srgbClr val="34A853"/>
          </a:solidFill>
          <a:ln/>
        </p:spPr>
      </p:sp>
      <p:sp>
        <p:nvSpPr>
          <p:cNvPr id="70" name="Shape 60"/>
          <p:cNvSpPr/>
          <p:nvPr/>
        </p:nvSpPr>
        <p:spPr>
          <a:xfrm>
            <a:off x="2521468" y="3583904"/>
            <a:ext cx="1860784" cy="274320"/>
          </a:xfrm>
          <a:prstGeom prst="rect">
            <a:avLst/>
          </a:prstGeom>
          <a:solidFill>
            <a:srgbClr val="FFFFFF"/>
          </a:solidFill>
          <a:ln w="6350">
            <a:solidFill>
              <a:srgbClr val="DDDDDD"/>
            </a:solidFill>
            <a:prstDash val="solid"/>
          </a:ln>
        </p:spPr>
      </p:sp>
      <p:sp>
        <p:nvSpPr>
          <p:cNvPr id="71" name="Text 61"/>
          <p:cNvSpPr txBox="1"/>
          <p:nvPr/>
        </p:nvSpPr>
        <p:spPr>
          <a:xfrm>
            <a:off x="2594620" y="3583904"/>
            <a:ext cx="1769344" cy="274320"/>
          </a:xfrm>
          <a:prstGeom prst="rect">
            <a:avLst/>
          </a:prstGeom>
          <a:noFill/>
          <a:ln/>
        </p:spPr>
        <p:txBody>
          <a:bodyPr wrap="square" lIns="0" tIns="0" rIns="0" bIns="0" rtlCol="0" anchor="ctr"/>
          <a:lstStyle/>
          <a:p>
            <a:pPr indent="0" marL="0">
              <a:buNone/>
            </a:pPr>
            <a:r>
              <a:rPr lang="en-US" sz="700" dirty="0">
                <a:solidFill>
                  <a:srgbClr val="222222"/>
                </a:solidFill>
                <a:latin typeface="Calibri" pitchFamily="34" charset="0"/>
                <a:ea typeface="Calibri" pitchFamily="34" charset="-122"/>
                <a:cs typeface="Calibri" pitchFamily="34" charset="-120"/>
              </a:rPr>
              <a:t>Bilal: Kami ingin perpustakaan yang nyaman untuk membaca kitab...</a:t>
            </a:r>
            <a:endParaRPr lang="en-US" sz="700" dirty="0"/>
          </a:p>
        </p:txBody>
      </p:sp>
      <p:sp>
        <p:nvSpPr>
          <p:cNvPr id="72" name="Shape 62"/>
          <p:cNvSpPr/>
          <p:nvPr/>
        </p:nvSpPr>
        <p:spPr>
          <a:xfrm>
            <a:off x="2494036" y="3556472"/>
            <a:ext cx="1915648" cy="329184"/>
          </a:xfrm>
          <a:prstGeom prst="roundRect">
            <a:avLst>
              <a:gd name="adj" fmla="val 13889"/>
            </a:avLst>
          </a:prstGeom>
          <a:solidFill>
            <a:srgbClr val="FFFFFF">
              <a:alpha val="0"/>
            </a:srgbClr>
          </a:solidFill>
          <a:ln w="31750">
            <a:solidFill>
              <a:srgbClr val="E53935"/>
            </a:solidFill>
            <a:prstDash val="solid"/>
          </a:ln>
        </p:spPr>
      </p:sp>
      <p:sp>
        <p:nvSpPr>
          <p:cNvPr id="73" name="Shape 63"/>
          <p:cNvSpPr/>
          <p:nvPr/>
        </p:nvSpPr>
        <p:spPr>
          <a:xfrm>
            <a:off x="4272524" y="3419312"/>
            <a:ext cx="274320" cy="274320"/>
          </a:xfrm>
          <a:prstGeom prst="ellipse">
            <a:avLst/>
          </a:prstGeom>
          <a:solidFill>
            <a:srgbClr val="E53935"/>
          </a:solidFill>
          <a:ln w="12700">
            <a:solidFill>
              <a:srgbClr val="FFFFFF"/>
            </a:solidFill>
            <a:prstDash val="solid"/>
          </a:ln>
        </p:spPr>
      </p:sp>
      <p:sp>
        <p:nvSpPr>
          <p:cNvPr id="74" name="Text 64"/>
          <p:cNvSpPr txBox="1"/>
          <p:nvPr/>
        </p:nvSpPr>
        <p:spPr>
          <a:xfrm>
            <a:off x="4272524" y="3419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5" name="Image 8" descr="preencoded.png">    </p:cNvPr>
          <p:cNvPicPr>
            <a:picLocks noChangeAspect="1"/>
          </p:cNvPicPr>
          <p:nvPr/>
        </p:nvPicPr>
        <p:blipFill>
          <a:blip r:embed="rId9"/>
          <a:stretch>
            <a:fillRect/>
          </a:stretch>
        </p:blipFill>
        <p:spPr>
          <a:xfrm>
            <a:off x="3544899" y="3734780"/>
            <a:ext cx="237744" cy="237744"/>
          </a:xfrm>
          <a:prstGeom prst="rect">
            <a:avLst/>
          </a:prstGeom>
        </p:spPr>
      </p:pic>
      <p:sp>
        <p:nvSpPr>
          <p:cNvPr id="76"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7"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catatan pembicara</a:t>
            </a:r>
            <a:endParaRPr lang="en-US" sz="1800" dirty="0"/>
          </a:p>
        </p:txBody>
      </p:sp>
      <p:sp>
        <p:nvSpPr>
          <p:cNvPr id="78"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bawah slide ada kotak Click to add speaker notes. Tulis poin yang akan kamu ucapkan. Catatan ini tidak terlihat penonton.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Catatan Pembicara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Pesantren_Impian_Kelompok_1 -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Pesantren_Impian_Kelompok_1</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19050">
            <a:solidFill>
              <a:srgbClr val="F4B400"/>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Pesantren Impian Kami</a:t>
            </a:r>
            <a:endParaRPr lang="en-US" sz="400" dirty="0"/>
          </a:p>
        </p:txBody>
      </p:sp>
      <p:sp>
        <p:nvSpPr>
          <p:cNvPr id="58" name="Shape 48"/>
          <p:cNvSpPr/>
          <p:nvPr/>
        </p:nvSpPr>
        <p:spPr>
          <a:xfrm>
            <a:off x="2196348" y="2464061"/>
            <a:ext cx="2511024" cy="1412451"/>
          </a:xfrm>
          <a:prstGeom prst="rect">
            <a:avLst/>
          </a:prstGeom>
          <a:solidFill>
            <a:srgbClr val="0F4C3A"/>
          </a:solidFill>
          <a:ln w="6350">
            <a:solidFill>
              <a:srgbClr val="DDDDDD"/>
            </a:solidFill>
            <a:prstDash val="solid"/>
          </a:ln>
        </p:spPr>
      </p:sp>
      <p:sp>
        <p:nvSpPr>
          <p:cNvPr id="59" name="Text 49"/>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Pesantren Impian Kami</a:t>
            </a:r>
            <a:endParaRPr lang="en-US" sz="1600" dirty="0"/>
          </a:p>
        </p:txBody>
      </p:sp>
      <p:sp>
        <p:nvSpPr>
          <p:cNvPr id="60" name="Text 50"/>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Kelompok 1</a:t>
            </a:r>
            <a:endParaRPr lang="en-US" sz="800" dirty="0"/>
          </a:p>
        </p:txBody>
      </p:sp>
      <p:sp>
        <p:nvSpPr>
          <p:cNvPr id="61" name="Shape 51"/>
          <p:cNvSpPr/>
          <p:nvPr/>
        </p:nvSpPr>
        <p:spPr>
          <a:xfrm>
            <a:off x="3572744" y="1970285"/>
            <a:ext cx="1234440" cy="457200"/>
          </a:xfrm>
          <a:prstGeom prst="rect">
            <a:avLst/>
          </a:prstGeom>
          <a:solidFill>
            <a:srgbClr val="FFFFFF"/>
          </a:solidFill>
          <a:ln w="9525">
            <a:solidFill>
              <a:srgbClr val="AAAAAA"/>
            </a:solidFill>
            <a:prstDash val="solid"/>
          </a:ln>
        </p:spPr>
      </p:sp>
      <p:sp>
        <p:nvSpPr>
          <p:cNvPr id="62" name="Text 52"/>
          <p:cNvSpPr txBox="1"/>
          <p:nvPr/>
        </p:nvSpPr>
        <p:spPr>
          <a:xfrm>
            <a:off x="3682472" y="199771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Start from beginning</a:t>
            </a:r>
            <a:endParaRPr lang="en-US" sz="800" dirty="0"/>
          </a:p>
        </p:txBody>
      </p:sp>
      <p:sp>
        <p:nvSpPr>
          <p:cNvPr id="63" name="Text 53"/>
          <p:cNvSpPr txBox="1"/>
          <p:nvPr/>
        </p:nvSpPr>
        <p:spPr>
          <a:xfrm>
            <a:off x="3682472" y="219888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Presenter view</a:t>
            </a:r>
            <a:endParaRPr lang="en-US" sz="800" dirty="0"/>
          </a:p>
        </p:txBody>
      </p:sp>
      <p:sp>
        <p:nvSpPr>
          <p:cNvPr id="64" name="Shape 54"/>
          <p:cNvSpPr/>
          <p:nvPr/>
        </p:nvSpPr>
        <p:spPr>
          <a:xfrm>
            <a:off x="3591032" y="2180597"/>
            <a:ext cx="1197864" cy="228600"/>
          </a:xfrm>
          <a:prstGeom prst="roundRect">
            <a:avLst>
              <a:gd name="adj" fmla="val 20000"/>
            </a:avLst>
          </a:prstGeom>
          <a:solidFill>
            <a:srgbClr val="FFFFFF">
              <a:alpha val="0"/>
            </a:srgbClr>
          </a:solidFill>
          <a:ln w="31750">
            <a:solidFill>
              <a:srgbClr val="E53935"/>
            </a:solidFill>
            <a:prstDash val="solid"/>
          </a:ln>
        </p:spPr>
      </p:sp>
      <p:sp>
        <p:nvSpPr>
          <p:cNvPr id="65" name="Shape 55"/>
          <p:cNvSpPr/>
          <p:nvPr/>
        </p:nvSpPr>
        <p:spPr>
          <a:xfrm>
            <a:off x="4651736" y="2043437"/>
            <a:ext cx="274320" cy="274320"/>
          </a:xfrm>
          <a:prstGeom prst="ellipse">
            <a:avLst/>
          </a:prstGeom>
          <a:solidFill>
            <a:srgbClr val="E53935"/>
          </a:solidFill>
          <a:ln w="12700">
            <a:solidFill>
              <a:srgbClr val="FFFFFF"/>
            </a:solidFill>
            <a:prstDash val="solid"/>
          </a:ln>
        </p:spPr>
      </p:sp>
      <p:sp>
        <p:nvSpPr>
          <p:cNvPr id="66" name="Text 56"/>
          <p:cNvSpPr txBox="1"/>
          <p:nvPr/>
        </p:nvSpPr>
        <p:spPr>
          <a:xfrm>
            <a:off x="4651736" y="20434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67" name="Image 8" descr="preencoded.png">    </p:cNvPr>
          <p:cNvPicPr>
            <a:picLocks noChangeAspect="1"/>
          </p:cNvPicPr>
          <p:nvPr/>
        </p:nvPicPr>
        <p:blipFill>
          <a:blip r:embed="rId9"/>
          <a:stretch>
            <a:fillRect/>
          </a:stretch>
        </p:blipFill>
        <p:spPr>
          <a:xfrm>
            <a:off x="4248028" y="2304498"/>
            <a:ext cx="237744" cy="237744"/>
          </a:xfrm>
          <a:prstGeom prst="rect">
            <a:avLst/>
          </a:prstGeom>
        </p:spPr>
      </p:pic>
      <p:sp>
        <p:nvSpPr>
          <p:cNvPr id="68" name="Text 5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9" name="Text 5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Slideshow ▾ › Presenter view</a:t>
            </a:r>
            <a:endParaRPr lang="en-US" sz="1800" dirty="0"/>
          </a:p>
        </p:txBody>
      </p:sp>
      <p:sp>
        <p:nvSpPr>
          <p:cNvPr id="70" name="Text 5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panah di samping Slideshow, pilih Presenter view. Penonton melihat slide, penyaji melihat catatan.</a:t>
            </a:r>
            <a:endParaRPr lang="en-US" sz="1300" dirty="0"/>
          </a:p>
        </p:txBody>
      </p:sp>
      <p:sp>
        <p:nvSpPr>
          <p:cNvPr id="71" name="Shape 6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2"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73" name="Text 6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Gunakan catatan sebagai pengingat, bukan untuk dibaca seluruhnya.</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Tampil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325880" y="1280160"/>
            <a:ext cx="3474720" cy="1737360"/>
          </a:xfrm>
          <a:prstGeom prst="rect">
            <a:avLst/>
          </a:prstGeom>
          <a:solidFill>
            <a:srgbClr val="0F4C3A"/>
          </a:solidFill>
          <a:ln w="12700">
            <a:solidFill>
              <a:srgbClr val="0F4C3A"/>
            </a:solidFill>
            <a:prstDash val="solid"/>
          </a:ln>
        </p:spPr>
      </p:sp>
      <p:sp>
        <p:nvSpPr>
          <p:cNvPr id="11" name="Text 7"/>
          <p:cNvSpPr txBox="1"/>
          <p:nvPr/>
        </p:nvSpPr>
        <p:spPr>
          <a:xfrm>
            <a:off x="1325880" y="1828800"/>
            <a:ext cx="3474720" cy="45720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Pesantren Impian Kami</a:t>
            </a:r>
            <a:endParaRPr lang="en-US" sz="1800" dirty="0"/>
          </a:p>
        </p:txBody>
      </p:sp>
      <p:sp>
        <p:nvSpPr>
          <p:cNvPr id="12" name="Shape 8"/>
          <p:cNvSpPr/>
          <p:nvPr/>
        </p:nvSpPr>
        <p:spPr>
          <a:xfrm>
            <a:off x="1783080" y="3246120"/>
            <a:ext cx="457200" cy="457200"/>
          </a:xfrm>
          <a:prstGeom prst="ellipse">
            <a:avLst/>
          </a:prstGeom>
          <a:solidFill>
            <a:srgbClr val="1F7A5C"/>
          </a:solidFill>
          <a:ln/>
        </p:spPr>
      </p:sp>
      <p:sp>
        <p:nvSpPr>
          <p:cNvPr id="13" name="Shape 9"/>
          <p:cNvSpPr/>
          <p:nvPr/>
        </p:nvSpPr>
        <p:spPr>
          <a:xfrm>
            <a:off x="1691640" y="3749040"/>
            <a:ext cx="640080" cy="731520"/>
          </a:xfrm>
          <a:prstGeom prst="roundRect">
            <a:avLst>
              <a:gd name="adj" fmla="val 21429"/>
            </a:avLst>
          </a:prstGeom>
          <a:solidFill>
            <a:srgbClr val="1F7A5C"/>
          </a:solidFill>
          <a:ln w="12700">
            <a:solidFill>
              <a:srgbClr val="1F7A5C"/>
            </a:solidFill>
            <a:prstDash val="solid"/>
          </a:ln>
        </p:spPr>
      </p:sp>
      <p:sp>
        <p:nvSpPr>
          <p:cNvPr id="14" name="Shape 10"/>
          <p:cNvSpPr/>
          <p:nvPr/>
        </p:nvSpPr>
        <p:spPr>
          <a:xfrm>
            <a:off x="2926080" y="3246120"/>
            <a:ext cx="457200" cy="457200"/>
          </a:xfrm>
          <a:prstGeom prst="ellipse">
            <a:avLst/>
          </a:prstGeom>
          <a:solidFill>
            <a:srgbClr val="1F7A5C"/>
          </a:solidFill>
          <a:ln/>
        </p:spPr>
      </p:sp>
      <p:sp>
        <p:nvSpPr>
          <p:cNvPr id="15" name="Shape 11"/>
          <p:cNvSpPr/>
          <p:nvPr/>
        </p:nvSpPr>
        <p:spPr>
          <a:xfrm>
            <a:off x="2834640" y="3749040"/>
            <a:ext cx="640080" cy="731520"/>
          </a:xfrm>
          <a:prstGeom prst="roundRect">
            <a:avLst>
              <a:gd name="adj" fmla="val 21429"/>
            </a:avLst>
          </a:prstGeom>
          <a:solidFill>
            <a:srgbClr val="1F7A5C"/>
          </a:solidFill>
          <a:ln w="12700">
            <a:solidFill>
              <a:srgbClr val="1F7A5C"/>
            </a:solidFill>
            <a:prstDash val="solid"/>
          </a:ln>
        </p:spPr>
      </p:sp>
      <p:sp>
        <p:nvSpPr>
          <p:cNvPr id="16" name="Shape 12"/>
          <p:cNvSpPr/>
          <p:nvPr/>
        </p:nvSpPr>
        <p:spPr>
          <a:xfrm>
            <a:off x="4069080" y="3246120"/>
            <a:ext cx="457200" cy="457200"/>
          </a:xfrm>
          <a:prstGeom prst="ellipse">
            <a:avLst/>
          </a:prstGeom>
          <a:solidFill>
            <a:srgbClr val="1F7A5C"/>
          </a:solidFill>
          <a:ln/>
        </p:spPr>
      </p:sp>
      <p:sp>
        <p:nvSpPr>
          <p:cNvPr id="17" name="Shape 13"/>
          <p:cNvSpPr/>
          <p:nvPr/>
        </p:nvSpPr>
        <p:spPr>
          <a:xfrm>
            <a:off x="3977640" y="3749040"/>
            <a:ext cx="640080" cy="731520"/>
          </a:xfrm>
          <a:prstGeom prst="roundRect">
            <a:avLst>
              <a:gd name="adj" fmla="val 21429"/>
            </a:avLst>
          </a:prstGeom>
          <a:solidFill>
            <a:srgbClr val="1F7A5C"/>
          </a:solidFill>
          <a:ln w="12700">
            <a:solidFill>
              <a:srgbClr val="1F7A5C"/>
            </a:solidFill>
            <a:prstDash val="solid"/>
          </a:ln>
        </p:spPr>
      </p:sp>
      <p:pic>
        <p:nvPicPr>
          <p:cNvPr id="18" name="Image 2" descr="preencoded.png">    </p:cNvPr>
          <p:cNvPicPr>
            <a:picLocks noChangeAspect="1"/>
          </p:cNvPicPr>
          <p:nvPr/>
        </p:nvPicPr>
        <p:blipFill>
          <a:blip r:embed="rId3"/>
          <a:stretch>
            <a:fillRect/>
          </a:stretch>
        </p:blipFill>
        <p:spPr>
          <a:xfrm>
            <a:off x="777240" y="4069080"/>
            <a:ext cx="457200" cy="457200"/>
          </a:xfrm>
          <a:prstGeom prst="rect">
            <a:avLst/>
          </a:prstGeom>
        </p:spPr>
      </p:pic>
      <p:pic>
        <p:nvPicPr>
          <p:cNvPr id="19" name="Image 3" descr="preencoded.png">    </p:cNvPr>
          <p:cNvPicPr>
            <a:picLocks noChangeAspect="1"/>
          </p:cNvPicPr>
          <p:nvPr/>
        </p:nvPicPr>
        <p:blipFill>
          <a:blip r:embed="rId4"/>
          <a:stretch>
            <a:fillRect/>
          </a:stretch>
        </p:blipFill>
        <p:spPr>
          <a:xfrm>
            <a:off x="4892040" y="3337560"/>
            <a:ext cx="502920" cy="502920"/>
          </a:xfrm>
          <a:prstGeom prst="rect">
            <a:avLst/>
          </a:prstGeom>
        </p:spPr>
      </p:pic>
      <p:sp>
        <p:nvSpPr>
          <p:cNvPr id="20" name="Text 14"/>
          <p:cNvSpPr txBox="1"/>
          <p:nvPr/>
        </p:nvSpPr>
        <p:spPr>
          <a:xfrm>
            <a:off x="4754880" y="3886200"/>
            <a:ext cx="777240" cy="320040"/>
          </a:xfrm>
          <a:prstGeom prst="rect">
            <a:avLst/>
          </a:prstGeom>
          <a:noFill/>
          <a:ln/>
        </p:spPr>
        <p:txBody>
          <a:bodyPr wrap="square" lIns="0" tIns="0" rIns="0" bIns="0" rtlCol="0" anchor="t"/>
          <a:lstStyle/>
          <a:p>
            <a:pPr algn="ctr" indent="0" marL="0">
              <a:buNone/>
            </a:pPr>
            <a:r>
              <a:rPr lang="en-US" sz="1600" b="1" dirty="0">
                <a:solidFill>
                  <a:srgbClr val="0F4C3A"/>
                </a:solidFill>
                <a:latin typeface="Calibri" pitchFamily="34" charset="0"/>
                <a:ea typeface="Calibri" pitchFamily="34" charset="-122"/>
                <a:cs typeface="Calibri" pitchFamily="34" charset="-120"/>
              </a:rPr>
              <a:t>3:00</a:t>
            </a:r>
            <a:endParaRPr lang="en-US" sz="1600" dirty="0"/>
          </a:p>
        </p:txBody>
      </p:sp>
      <p:sp>
        <p:nvSpPr>
          <p:cNvPr id="21" name="Text 1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2" name="Text 1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Tampil maksimal 3 menit</a:t>
            </a:r>
            <a:endParaRPr lang="en-US" sz="1800" dirty="0"/>
          </a:p>
        </p:txBody>
      </p:sp>
      <p:sp>
        <p:nvSpPr>
          <p:cNvPr id="23" name="Text 1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dengan salam. Setiap anggota menjelaskan bagiannya. Tutup dengan harapan dan salam. Lalu terima pertanyaan.</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Penilaian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Setiap kelompok dinilai dengan skor 1–4 untuk:</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Isi: lengkap 6 bagian, gagasan jelas dan bermanfaat.</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Slide: rapi, aturan 6×6, gambar sesuai, huruf terbaca.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Cara berbicara: salam, kontak mata, suara jelas, tepat waktu.</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Kerja sama: semua anggota berbicara dan saling membantu.</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6: Presentasi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anggota ikut berbicara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Waktu tidak lebih dari 3 menit</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Kontak mata dan suara jelas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Slide mendukung penjelasan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perasaanmu saat tampil di depan?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akan kamu perbaiki di presentasi berikutnya?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Beri masukan dengan santun: satu pujian, lalu satu saran yang membangun.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Semester 2, Modul 7: audio digital dan proyek Nasihat 1 Menit.</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6 - Presentasi</dc:title>
  <dc:subject>PptxGenJS Presentation</dc:subject>
  <dc:creator>PptxGenJS</dc:creator>
  <cp:lastModifiedBy>PptxGenJS</cp:lastModifiedBy>
  <cp:revision>1</cp:revision>
  <dcterms:created xsi:type="dcterms:W3CDTF">2026-10-01T00:29:50Z</dcterms:created>
  <dcterms:modified xsi:type="dcterms:W3CDTF">2026-10-01T00:29:50Z</dcterms:modified>
</cp:coreProperties>
</file>