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PETUNJUK UNTUK GURU (tidak perlu dibacakan)
Modul 11: Digital Storytelling — Proyek: Cerita Digital Pesantren
Terdiri dari 3 pertemuan (Pertemuan 31–33), masing-masing 2 JP / 100 menit.
CARA MEMAKAI SLIDE INI
1. Seluruh materi sudah tersedia di catatan pembicara (speaker notes) setiap slide. Cukup dibacakan kepada santri.
2. Kalimat di dalam tanda kurung ( ... ) adalah petunjuk tindakan untuk guru, tidak dibacakan.
3. Pada slide "Panduan Praktik Bergambar", kotak MERAH bernomor adalah bagian yang harus diklik santri. Tampilkan slide itu selama santri praktik.
4. Gunakan Presenter View (saat Slide Show, klik kanan → Show Presenter View) agar naskah terlihat oleh guru saja. Naskah juga bisa dicetak: File → Print → "Notes Pages".
PERSIAPAN SEBELUM MENGAJAR
- Siapkan contoh cerita digital pendek (boleh guru buat sendiri dari slide di modul ini, atau kisah teladan berbentuk slide bergambar).
- Kumpulkan foto kegiatan pesantren yang boleh digunakan di Google Drive akun kelas, atau minta santri menggambar dengan tangan lalu memotretnya.
- Pertemuan 33: santri merekam narasi dengan HP (seperti Modul 7) dan mengunggahnya ke Google Drive. Google Slides hanya dapat menyisipkan audio dari Google Drive.
- Jika menyisipkan audio terasa sulit, narasi boleh dibacakan langsung saat penayangan.
CATATAN
Cerita boleh fiksi, tetapi berlatar kehidupan pesantren dan mengandung hikmah. Ingatkan santri agar tidak menceritakan aib orang yang nyata.
Tampilan Google Slides berbahasa Inggris. Insert › Audio = Sisipkan › Audio.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ke-31, dengan judul "Unsur Cerita &amp; Alur". Kita akan belajar kekuatan cerita dan cara menyusun cerita yang berkesan.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Alhamdulillah, AI Study Assistant sudah jadi. Hari ini kita masuk Modul 11 yang menyenangkan: bercerita dengan media digital.
Sekarang pertanyaan hari ini. Coba pikirkan sejenak:
"Kisah apa dalam Al-Qur'an atau sirah yang paling kalian ingat? Mengapa mudah diingat?"
(Beri waktu 1 menit. Minta 2–3 santri menjawab. Hargai semua jawaban.)
Banyak yang menjawab kisah Nabi Yusuf, kisah Ashabul Kahfi, atau kisah hijrah. Kisah-kisah itu mudah diingat karena memiliki tokoh, masalah, dan hikmah. Allah sendiri menyebut kisah dalam Al-Qur'an sebagai kisah terbaik, dan di dalamnya ada pelajaran bagi orang yang berakal. Itulah kekuatan cerita.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Digital storytelling artinya bercerita secara digital. Kita menyampaikan cerita dengan bantuan media digital: gambar-gambar, tulisan singkat, dan suara narasi.
Cerita disajikan dalam bentuk slide bergambar, seperti buku cerita bergambar yang bisa ditayangkan di layar, lengkap dengan suara pencerita.
Bercerita adalah salah satu cara dakwah yang paling tua dan paling efektif. Anak-anak dan orang dewasa sama-sama menyukai cerita. Pesan yang disampaikan lewat cerita lebih mudah diingat daripada nasihat yang panjang.
Di modul ini, kalian memadukan semua yang sudah dipelajari: menulis di Google Docs, desain, presentasi di Google Slides, dan merekam suara.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Setiap cerita yang baik memiliki empat unsur.
Pertama, TOKOH, yaitu siapa yang diceritakan. Contoh: Hasan, seorang santri baru.
Kedua, LATAR, yaitu di mana dan kapan cerita terjadi. Contoh: di asrama pesantren pada malam pertama.
Ketiga, KONFLIK, yaitu masalah yang dihadapi tokoh. Contoh: Hasan sangat rindu rumah dan ingin pulang. Konflik inilah yang membuat pembaca penasaran dan ingin tahu kelanjutannya. Cerita tanpa konflik terasa hambar.
Keempat, HIKMAH, yaitu pelajaran yang dapat dipetik di akhir cerita. Contoh: kesabaran akan berbuah manis, dan sahabat yang baik adalah nikmat dari Allah.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Cerita disusun dengan alur, yaitu urutan kejadian. Alur paling sederhana memiliki tiga bagian.
Bagian pertama, AWAL: perkenalan tokoh dan latar. Contoh: Hasan tiba di pesantren sebagai santri baru.
Bagian kedua, KONFLIK: masalah muncul dan semakin memuncak. Contoh: pada malam pertama, Hasan sangat rindu ibunya, menangis diam-diam, dan ingin pulang.
Bagian ketiga, PENYELESAIAN: masalah teratasi dan hikmah tersampaikan. Contoh: Bilal, teman sekamarnya, menghibur dan mengajaknya murajaah bersama. Lama-kelamaan Hasan menjadi betah dan bersemangat.
Alur ini sama seperti kisah-kisah dalam Al-Qur'an. Kisah Nabi Yusuf, misalnya, memiliki awal, ujian yang berat, dan penyelesaian yang indah.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(Bagi kelas menjadi kelompok 3–5 santri.)
Sekarang setiap kelompok merancang ide cerita digitalnya. Cerita boleh fiksi atau rekaan, tetapi berlatar kehidupan pesantren dan mengandung hikmah.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Ingat-ingat kejadian berkesan selama di pesantren. Cerita terbaik sering berasal dari pengalaman nyata yang kita ubah menjadi kisah.
Lihat contoh ide di layar: santri baru yang rindu rumah, dompet yang ditemukan di masjid, berjuang menyelesaikan hafalan juz 30, dua sahabat yang bertengkar lalu berbaikan, atau santri yang malu bertanya kepada ustadz.
Diskusikan dalam kelompok dan pilih satu ide. Ingat, gunakan nama tokoh rekaan, jangan memakai nama teman yang nyata, apalagi menceritakan aibnya.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Buka Google Docs, buat dokumen Ide Cerita, garis bawah, Kelompok, dan nomornya. Tulis judul cerita dengan Heading 1.
Buat tabel dua kolom: unsur dan isinya. Isi keempat unsur: tokoh, latar, konflik, dan hikmah, seperti contoh di layar.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Tulis alur cerita dalam lima kalimat dengan daftar bernomor.
Kalimat pertama: awal, perkenalan tokoh dan latar.
Kalimat kedua dan ketiga: konflik yang muncul dan memuncak.
Kalimat keempat: penyelesaian.
Kalimat kelima: hikmah.
Lima kalimat ini akan menjadi kerangka cerita digital kalian.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Setiap kelompok menceritakan idenya secara lisan di depan kelas dalam satu menit.
Kelompok lain mendengarkan, lalu memberi masukan: apakah tokohnya jelas? Apakah konfliknya menarik? Apakah hikmahnya sampai?
(Catat ide setiap kelompok. Pastikan ceritanya sesuai nilai pesantren.)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Dokumen Ide Cerita kelompok harus berisi empat hal: judul, tabel empat unsur, alur lima kalimat, dan nama anggota.
(Periksa dokumen setiap kelompok.)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keempat unsur cerita sudah jelas?
- alur memiliki awal, konflik, dan penyelesaian?
- hikmah mudah dipahami?
- ide sesuai nilai pesantren?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mengapa cerita efektif untuk menyampaikan pesan?
Pertanyaan kedua: hikmah apa yang ingin kelompokmu sampaikan?
(Minta 2–3 santri menjawab secara bergantian.)
Pesan adab kita hari ini: bercerita dengan jujur. Jangan memuat ghibah atau membuka aib orang yang nyata. Gunakan tokoh rekaan, dan jadikan cerita sebagai sarana menyampaikan kebaikan.
Pekan depan: kita membuat storyboard serta menyiapkan gambar dan naskah narasi.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ke-32, dengan judul "Storyboard &amp; Aset". Hari ini kita merencanakan setiap adegan dan menyiapkan bahan-bahan cerita digital.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menyusun ide cerita. Siapa yang ingat empat unsur cerita?
(Tunggu jawaban: tokoh, latar, konflik, hikmah.)
Sekarang pertanyaan hari ini. Coba pikirkan sejenak:
"Apa yang dibutuhkan agar cerita di kertas bisa menjadi cerita digital?"
(Beri waktu 1 menit. Minta 2–3 santri menjawab. Hargai semua jawaban.)
Kita membutuhkan storyboard, gambar, teks, dan suara. Semua bahan ini disebut ASET. Hari ini kita menyiapkan semuanya, dan pekan depan kita menyatukannya.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Cerita digital dibangun dari empat jenis bahan atau aset.
Pertama, STORYBOARD, seperti yang kita buat di Modul 8. Lima sampai tujuh kotak adegan, masing-masing berisi gambar, teks singkat yang tampil di layar, dan narasi.
Kedua, GAMBAR. Bisa berupa foto kegiatan pesantren yang sudah diizinkan, gambar tangan santri yang difoto dengan HP, atau ilustrasi gratis. Gambar buatan tangan sendiri sering membuat cerita terasa lebih unik dan hangat.
Ketiga, NARASI, yaitu naskah yang dibacakan pencerita untuk setiap adegan. Cukup satu sampai tiga kalimat per adegan.
Keempat, FOLDER ASET. Semua bahan disimpan dalam satu folder agar mudah dicari saat produksi.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Perhatikan contoh storyboard cerita Rindu yang Menguatkan.
Adegan 1. Gambar: Hasan tiba di gerbang pesantren bersama ayahnya. Narasi: Hari itu, Hasan resmi menjadi santri.
Adegan 2. Gambar: malam di asrama, Hasan memandangi foto ibunya. Narasi: Malam pertama terasa begitu panjang.
Adegan 3. Gambar: Hasan menangis diam-diam. Narasi: Ia ingin pulang.
Adegan 4. Gambar: Bilal datang dan mengajak murajaah. Narasi: Ayo murajaah bersama, kata Bilal.
Lalu dilanjutkan sampai adegan penyelesaian dan hikmah. Totalnya lima sampai tujuh adegan.
Setiap kotak berisi keterangan gambar dan naskah narasi. Gambar sketsa cukup sederhana.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Bagi tugas dalam kelompok: penulis narasi, pembuat storyboard, dan pencari atau pembuat gambar. Ikuti langkah demi langkah.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Di kertas, gambar lima sampai tujuh kotak adegan. Ikuti alur lima kalimat yang kalian tulis pekan lalu: setiap kalimat bisa menjadi satu atau dua adegan.
Isi setiap kotak dengan sketsa sederhana, dan di bawahnya tulis keterangan gambar serta ringkasan narasi.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Penulis narasi membuka Google Docs dan membuat dokumen Narasi Cerita Kelompok.
Tulis narasi untuk setiap adegan, satu sampai tiga kalimat, dengan judul adegan yang dicetak tebal. Tambahkan tanda jeda seperti di Modul 7: garis miring untuk jeda pendek, dua garis miring untuk jeda panjang.
Narasi boleh berisi dialog tokoh, agar cerita lebih hidup.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Buka Google Drive dengan akun kelas. Buat folder baru bernama Aset Cerita, garis bawah, Kelompok, dan nomornya, seperti di Modul 2: tombol New, lalu New folder.
Semua gambar dan rekaman narasi kelompok disimpan di folder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Siapkan satu gambar untuk setiap adegan. Ada dua cara.
Cara pertama: pilih dari foto kegiatan pesantren yang sudah disiapkan guru di Google Drive.
Cara kedua: gambar adegan dengan tangan di kertas, lalu foto dengan kamera HP. Tips memotret gambar tangan: letakkan kertas di tempat yang terang, potret dari atas, dan pastikan tidak ada bayangan HP atau tangan.
Unggah semua gambar ke folder aset kelompok di Google Drive.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Di Google Drive, ganti nama setiap gambar sesuai nomor adegannya: Adegan1, Adegan2, dan seterusnya. Caranya: klik kanan gambar, pilih Rename, seperti di Modul 2.
Dengan nama yang urut, pekan depan kita mudah menyusunnya.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Kelompok siap produksi pekan depan jika memiliki empat hal: storyboard, naskah narasi, gambar setiap adegan, dan nama gambar yang urut.
(Periksa folder aset dan naskah setiap kelompok.)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setiap adegan punya gambar?
- narasi setiap adegan sudah ditulis?
- alur runtut?
- aset tersimpan rapi di satu folder?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aset mana yang paling sulit dicari?
Pertanyaan kedua: bagaimana kelompokmu membagi tugas?
(Minta 2–3 santri menjawab secara bergantian.)
Pesan adab kita hari ini: gunakan gambar yang santun, dan sebutkan sumber gambar yang bukan milik sendiri. Menghargai karya orang lain adalah bagian dari kejujuran.
Pekan depan: produksi: menyatukan gambar, teks, dan suara menjadi Cerita Digital Pesantren.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ke-33, dengan judul "Cerita Digital Pesantren". Hari ini kita menyelesaikan proyek Modul 11: menyatukan gambar, teks, dan suara, lalu menayangkannya.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menyiapkan aset. Siapa yang ingat, di mana semua aset kelompok disimpan?
(Tunggu jawaban: di folder aset di Google Drive.)
Sekarang pertanyaan hari ini. Coba pikirkan sejenak:
"Bagaimana cara menggabungkan gambar dan suara menjadi satu cerita?"
(Beri waktu 1 menit. Minta 2–3 santri menjawab. Hargai semua jawaban.)
Kita bisa memakai Google Slides, yang sudah kita pelajari di Modul 6. Setiap adegan menjadi satu slide, dan rekaman narasi disisipkan ke dalam slide. Hari ini kita memproduksinya, lalu menayangkannya bersama.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Produksi cerita digital memiliki tiga tahap.
Tahap pertama, SUSUN ADEGAN. Satu adegan menjadi satu slide di Google Slides, sesuai urutan storyboard. Setiap slide berisi gambar besar dan teks singkat.
Tahap kedua, REKAM NARASI. Rekam narasi untuk setiap adegan dengan HP, seperti di Modul 7. Satu adegan satu rekaman. Unggah ke folder aset di Google Drive.
Tahap ketiga, SISIPKAN DAN TAYANGKAN. Sisipkan rekaman ke slide yang sesuai, lalu tayangkan dengan Slideshow.
Contohnya di bawah: slide 2 berisi gambar adegan 2, teks Malam Pertama, dan audio narasi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Bagi tugas: satu atau dua anggota menyusun slide, satu anggota merekam narasi di tempat tenang, satu anggota memeriksa.
Ikuti langkah demi langkah.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Buka slides.google.com dengan akun kelas, buat presentasi kosong, lalu beri nama Cerita, garis bawah, Kelompok, dan nomornya, tanda a.
Pilih tema yang sesuai dengan suasana cerita, tanda b. Untuk cerita yang menyentuh, pilih tema dengan warna lembut atau gelap.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Di slide pertama, ketik judul cerita, tanda a, dan nama kelompok serta tulisan Cerita Digital Pesantren, tanda b. Slide ini menjadi sampul cerita.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Tambahkan slide baru untuk adegan 1. Sisipkan gambar adegan melalui Insert, Image, Drive, lalu pilih gambar dari folder aset, tanda a. Perbesar gambar agar mendominasi slide.
Tulis teks singkat, cukup satu baris, misalnya judul adegan. Ceritanya akan disampaikan lewat narasi suara, bukan tulisan panjang.
Ulangi untuk semua adegan, sampai deretan slide di kiri lengkap sesuai storyboard, tanda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Petugas narasi pergi ke tempat tenang dan merekam narasi dengan HP, satu rekaman untuk setiap adegan. Ingat pelajaran Modul 7: jarak satu jengkal, diam satu detik di awal dan akhir, bicara tenang dengan intonasi hidup.
Beri nama rekaman sesuai adegannya: Narasi1, Narasi2, dan seterusnya.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Dari HP, buka aplikasi Google Drive dengan akun kelas, masuk ke folder aset kelompok, tekan tombol tambah, pilih Upload, lalu pilih semua rekaman narasi.
Setelah selesai, rekaman muncul di folder aset bersama gambar-gambar, seperti di layar.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Klik slide adegan 1. Klik menu Insert, lalu Audio, tanda a. Muncul jendela berisi file audio dari Google Drive. Pilih Narasi1, lalu klik Insert.
Ikon pengeras suara muncul di slide, tanda b. Geser ikon ke pojok agar tidak menutupi gambar.
Di panel sebelah kanan, pada bagian Playback, pilih Start playing: Automatically, artinya narasi diputar otomatis saat slide tampil.
Ulangi untuk setiap slide adegan.
Jika menyisipkan audio terasa sulit atau internet lambat, tidak apa-apa. Narasi boleh dibacakan langsung oleh petugas narasi saat penayangan.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ketujuh, langkah terakhir. Klik slide pertama, lalu klik Slideshow. Putar dari awal sampai akhir. Periksa: apakah urutan adegan benar, gambar jelas, dan narasi terdengar?
Setelah semua kelompok siap, kita adakan penayangan. Setiap kelompok menayangkan ceritanya di layar proyektor, maksimal tiga menit.
(Matikan lampu jika memungkinkan agar suasana seperti menonton. Setelah setiap cerita, minta penonton menyebutkan hikmahnya.)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Cerita digital kelompok dinyatakan selesai jika empat syarat ini terpenuhi.
Satu, memiliki slide judul dan lima sampai tujuh slide adegan.
Dua, setiap adegan memiliki gambar dan teks singkat.
Tiga, narasi terdengar.
Empat, hikmah cerita tersampaikan dan sudah ditayangkan.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semua adegan tersusun sesuai storyboard?
- teks terbaca jelas?
- narasi terdengar?
- hikmah cerita tersampaikan?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cerita kelompok mana yang paling berkesan bagimu?
Pertanyaan kedua: apa pelajaran dari membuat cerita digital?
(Minta 2–3 santri menjawab secara bergantian.)
Pesan adab kita hari ini: hargai karya teman. Simak dengan tenang saat cerita ditayangkan, dan berikan apresiasi dengan tulus. Menghargai jerih payah orang lain adalah akhlak yang mulia.
Pekan depan: Modul 12, Proyek Akhir Kelas 1: Digital Magazine WU. Siapkan karya-karya terbaik kalian selama setahun. Alhamdulillah, Modul 11 sudah selesai.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slideLayout" Target="../slideLayouts/slideLayout1.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slideLayout" Target="../slideLayouts/slideLayout1.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image" Target="../media/image-23-10.png"/><Relationship Id="rId11" Type="http://schemas.openxmlformats.org/officeDocument/2006/relationships/image" Target="../media/image-23-11.png"/><Relationship Id="rId12" Type="http://schemas.openxmlformats.org/officeDocument/2006/relationships/slideLayout" Target="../slideLayouts/slideLayout1.xml"/><Relationship Id="rId1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slideLayout" Target="../slideLayouts/slideLayout1.xml"/><Relationship Id="rId10"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image" Target="../media/image-26-11.png"/><Relationship Id="rId12" Type="http://schemas.openxmlformats.org/officeDocument/2006/relationships/image" Target="../media/image-26-12.png"/><Relationship Id="rId13" Type="http://schemas.openxmlformats.org/officeDocument/2006/relationships/slideLayout" Target="../slideLayouts/slideLayout1.xml"/><Relationship Id="rId1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slideLayout" Target="../slideLayouts/slideLayout1.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image" Target="../media/image-35-7.png"/><Relationship Id="rId8" Type="http://schemas.openxmlformats.org/officeDocument/2006/relationships/image" Target="../media/image-35-8.png"/><Relationship Id="rId9" Type="http://schemas.openxmlformats.org/officeDocument/2006/relationships/image" Target="../media/image-35-9.png"/><Relationship Id="rId10" Type="http://schemas.openxmlformats.org/officeDocument/2006/relationships/image" Target="../media/image-35-10.png"/><Relationship Id="rId11" Type="http://schemas.openxmlformats.org/officeDocument/2006/relationships/slideLayout" Target="../slideLayouts/slideLayout1.xml"/><Relationship Id="rId1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image" Target="../media/image-36-7.png"/><Relationship Id="rId8" Type="http://schemas.openxmlformats.org/officeDocument/2006/relationships/image" Target="../media/image-36-8.png"/><Relationship Id="rId9" Type="http://schemas.openxmlformats.org/officeDocument/2006/relationships/image" Target="../media/image-36-9.png"/><Relationship Id="rId10" Type="http://schemas.openxmlformats.org/officeDocument/2006/relationships/image" Target="../media/image-36-10.png"/><Relationship Id="rId11" Type="http://schemas.openxmlformats.org/officeDocument/2006/relationships/slideLayout" Target="../slideLayouts/slideLayout1.xml"/><Relationship Id="rId1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image" Target="../media/image-37-7.png"/><Relationship Id="rId8" Type="http://schemas.openxmlformats.org/officeDocument/2006/relationships/image" Target="../media/image-37-8.png"/><Relationship Id="rId9" Type="http://schemas.openxmlformats.org/officeDocument/2006/relationships/image" Target="../media/image-37-9.png"/><Relationship Id="rId10" Type="http://schemas.openxmlformats.org/officeDocument/2006/relationships/image" Target="../media/image-37-10.png"/><Relationship Id="rId11" Type="http://schemas.openxmlformats.org/officeDocument/2006/relationships/image" Target="../media/image-37-11.png"/><Relationship Id="rId12" Type="http://schemas.openxmlformats.org/officeDocument/2006/relationships/slideLayout" Target="../slideLayouts/slideLayout1.xml"/><Relationship Id="rId1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slideLayout" Target="../slideLayouts/slideLayout1.xml"/><Relationship Id="rId8"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image" Target="../media/image-39-7.png"/><Relationship Id="rId8" Type="http://schemas.openxmlformats.org/officeDocument/2006/relationships/image" Target="../media/image-39-8.png"/><Relationship Id="rId9" Type="http://schemas.openxmlformats.org/officeDocument/2006/relationships/image" Target="../media/image-39-9.png"/><Relationship Id="rId10" Type="http://schemas.openxmlformats.org/officeDocument/2006/relationships/image" Target="../media/image-39-10.png"/><Relationship Id="rId11" Type="http://schemas.openxmlformats.org/officeDocument/2006/relationships/image" Target="../media/image-39-11.png"/><Relationship Id="rId12" Type="http://schemas.openxmlformats.org/officeDocument/2006/relationships/image" Target="../media/image-39-12.png"/><Relationship Id="rId13" Type="http://schemas.openxmlformats.org/officeDocument/2006/relationships/slideLayout" Target="../slideLayouts/slideLayout1.xml"/><Relationship Id="rId1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image" Target="../media/image-40-7.png"/><Relationship Id="rId8" Type="http://schemas.openxmlformats.org/officeDocument/2006/relationships/image" Target="../media/image-40-8.png"/><Relationship Id="rId9" Type="http://schemas.openxmlformats.org/officeDocument/2006/relationships/image" Target="../media/image-40-9.png"/><Relationship Id="rId10" Type="http://schemas.openxmlformats.org/officeDocument/2006/relationships/image" Target="../media/image-40-10.png"/><Relationship Id="rId11" Type="http://schemas.openxmlformats.org/officeDocument/2006/relationships/image" Target="../media/image-40-11.png"/><Relationship Id="rId12" Type="http://schemas.openxmlformats.org/officeDocument/2006/relationships/image" Target="../media/image-40-12.png"/><Relationship Id="rId13" Type="http://schemas.openxmlformats.org/officeDocument/2006/relationships/slideLayout" Target="../slideLayouts/slideLayout1.xml"/><Relationship Id="rId1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image" Target="../media/image-41-7.png"/><Relationship Id="rId8" Type="http://schemas.openxmlformats.org/officeDocument/2006/relationships/image" Target="../media/image-41-8.png"/><Relationship Id="rId9" Type="http://schemas.openxmlformats.org/officeDocument/2006/relationships/image" Target="../media/image-41-9.png"/><Relationship Id="rId10" Type="http://schemas.openxmlformats.org/officeDocument/2006/relationships/slideLayout" Target="../slideLayouts/slideLayout1.xml"/><Relationship Id="rId11"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6720840" y="45720"/>
            <a:ext cx="2377440" cy="2377440"/>
          </a:xfrm>
          <a:prstGeom prst="ellipse">
            <a:avLst/>
          </a:prstGeom>
          <a:solidFill>
            <a:srgbClr val="1F7A5C">
              <a:alpha val="70000"/>
            </a:srgbClr>
          </a:solidFill>
          <a:ln/>
        </p:spPr>
      </p:sp>
      <p:pic>
        <p:nvPicPr>
          <p:cNvPr id="3" name="Image 0" descr="/home/claude/logo.png">    </p:cNvPr>
          <p:cNvPicPr>
            <a:picLocks noChangeAspect="1"/>
          </p:cNvPicPr>
          <p:nvPr/>
        </p:nvPicPr>
        <p:blipFill>
          <a:blip r:embed="rId1"/>
          <a:stretch>
            <a:fillRect/>
          </a:stretch>
        </p:blipFill>
        <p:spPr>
          <a:xfrm>
            <a:off x="6949440" y="274320"/>
            <a:ext cx="1920240" cy="1920240"/>
          </a:xfrm>
          <a:prstGeom prst="rect">
            <a:avLst/>
          </a:prstGeom>
        </p:spPr>
      </p:pic>
      <p:sp>
        <p:nvSpPr>
          <p:cNvPr id="4" name="Text 1"/>
          <p:cNvSpPr txBox="1"/>
          <p:nvPr/>
        </p:nvSpPr>
        <p:spPr>
          <a:xfrm>
            <a:off x="548640" y="274320"/>
            <a:ext cx="6400800" cy="274320"/>
          </a:xfrm>
          <a:prstGeom prst="rect">
            <a:avLst/>
          </a:prstGeom>
          <a:noFill/>
          <a:ln/>
        </p:spPr>
        <p:txBody>
          <a:bodyPr wrap="square" lIns="0" tIns="0" rIns="0" bIns="0" rtlCol="0" anchor="t"/>
          <a:lstStyle/>
          <a:p>
            <a:pPr indent="0" marL="0">
              <a:buNone/>
            </a:pPr>
            <a:r>
              <a:rPr lang="en-US" sz="1100" b="1" spc="200" kern="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
        <p:nvSpPr>
          <p:cNvPr id="5" name="Text 2"/>
          <p:cNvSpPr txBox="1"/>
          <p:nvPr/>
        </p:nvSpPr>
        <p:spPr>
          <a:xfrm>
            <a:off x="548640" y="566928"/>
            <a:ext cx="6400800" cy="32004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KELAS 1 WUSTHA  ·  SEMESTER 2  ·  MODUL 11</a:t>
            </a:r>
            <a:endParaRPr lang="en-US" sz="1200" dirty="0"/>
          </a:p>
        </p:txBody>
      </p:sp>
      <p:sp>
        <p:nvSpPr>
          <p:cNvPr id="6" name="Text 3"/>
          <p:cNvSpPr txBox="1"/>
          <p:nvPr/>
        </p:nvSpPr>
        <p:spPr>
          <a:xfrm>
            <a:off x="548640" y="896112"/>
            <a:ext cx="62179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Digital Storytelling</a:t>
            </a:r>
            <a:endParaRPr lang="en-US" sz="3800" dirty="0"/>
          </a:p>
        </p:txBody>
      </p:sp>
      <p:sp>
        <p:nvSpPr>
          <p:cNvPr id="7" name="Text 4"/>
          <p:cNvSpPr txBox="1"/>
          <p:nvPr/>
        </p:nvSpPr>
        <p:spPr>
          <a:xfrm>
            <a:off x="548640" y="1737360"/>
            <a:ext cx="6858000" cy="365760"/>
          </a:xfrm>
          <a:prstGeom prst="rect">
            <a:avLst/>
          </a:prstGeom>
          <a:noFill/>
          <a:ln/>
        </p:spPr>
        <p:txBody>
          <a:bodyPr wrap="square" lIns="0" tIns="0" rIns="0" bIns="0" rtlCol="0" anchor="t"/>
          <a:lstStyle/>
          <a:p>
            <a:pPr indent="0" marL="0">
              <a:buNone/>
            </a:pPr>
            <a:r>
              <a:rPr lang="en-US" sz="1600" dirty="0">
                <a:solidFill>
                  <a:srgbClr val="BFE3D3"/>
                </a:solidFill>
                <a:latin typeface="Calibri" pitchFamily="34" charset="0"/>
                <a:ea typeface="Calibri" pitchFamily="34" charset="-122"/>
                <a:cs typeface="Calibri" pitchFamily="34" charset="-120"/>
              </a:rPr>
              <a:t>Proyek Modul:  </a:t>
            </a:r>
            <a:pPr indent="0" marL="0">
              <a:buNone/>
            </a:pPr>
            <a:r>
              <a:rPr lang="en-US" sz="1600" b="1" dirty="0">
                <a:solidFill>
                  <a:srgbClr val="D4A017"/>
                </a:solidFill>
                <a:latin typeface="Calibri" pitchFamily="34" charset="0"/>
                <a:ea typeface="Calibri" pitchFamily="34" charset="-122"/>
                <a:cs typeface="Calibri" pitchFamily="34" charset="-120"/>
              </a:rPr>
              <a:t>Cerita Digital Pesantren</a:t>
            </a:r>
            <a:endParaRPr lang="en-US" sz="1600" dirty="0"/>
          </a:p>
        </p:txBody>
      </p:sp>
      <p:sp>
        <p:nvSpPr>
          <p:cNvPr id="8" name="Text 5"/>
          <p:cNvSpPr txBox="1"/>
          <p:nvPr/>
        </p:nvSpPr>
        <p:spPr>
          <a:xfrm>
            <a:off x="548640" y="2148840"/>
            <a:ext cx="621792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Santri menyusun cerita berhikmah dengan alur yang baik, lalu menyajikannya secara digital melalui slide bergambar dan narasi suara.</a:t>
            </a:r>
            <a:endParaRPr lang="en-US" sz="1300" dirty="0"/>
          </a:p>
        </p:txBody>
      </p:sp>
      <p:sp>
        <p:nvSpPr>
          <p:cNvPr id="9" name="Shape 6"/>
          <p:cNvSpPr/>
          <p:nvPr/>
        </p:nvSpPr>
        <p:spPr>
          <a:xfrm>
            <a:off x="548640" y="3017520"/>
            <a:ext cx="2514600" cy="1234440"/>
          </a:xfrm>
          <a:prstGeom prst="roundRect">
            <a:avLst>
              <a:gd name="adj" fmla="val 8889"/>
            </a:avLst>
          </a:prstGeom>
          <a:solidFill>
            <a:srgbClr val="1F7A5C"/>
          </a:solidFill>
          <a:ln w="12700">
            <a:solidFill>
              <a:srgbClr val="1F7A5C"/>
            </a:solidFill>
            <a:prstDash val="solid"/>
          </a:ln>
        </p:spPr>
      </p:sp>
      <p:sp>
        <p:nvSpPr>
          <p:cNvPr id="10" name="Text 7"/>
          <p:cNvSpPr txBox="1"/>
          <p:nvPr/>
        </p:nvSpPr>
        <p:spPr>
          <a:xfrm>
            <a:off x="73152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31</a:t>
            </a:r>
            <a:endParaRPr lang="en-US" sz="1000" dirty="0"/>
          </a:p>
        </p:txBody>
      </p:sp>
      <p:sp>
        <p:nvSpPr>
          <p:cNvPr id="11" name="Text 8"/>
          <p:cNvSpPr txBox="1"/>
          <p:nvPr/>
        </p:nvSpPr>
        <p:spPr>
          <a:xfrm>
            <a:off x="73152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Unsur Cerita &amp; Alur</a:t>
            </a:r>
            <a:endParaRPr lang="en-US" sz="1500" dirty="0"/>
          </a:p>
        </p:txBody>
      </p:sp>
      <p:sp>
        <p:nvSpPr>
          <p:cNvPr id="12" name="Shape 9"/>
          <p:cNvSpPr/>
          <p:nvPr/>
        </p:nvSpPr>
        <p:spPr>
          <a:xfrm>
            <a:off x="3246120" y="3017520"/>
            <a:ext cx="2514600" cy="1234440"/>
          </a:xfrm>
          <a:prstGeom prst="roundRect">
            <a:avLst>
              <a:gd name="adj" fmla="val 8889"/>
            </a:avLst>
          </a:prstGeom>
          <a:solidFill>
            <a:srgbClr val="1F7A5C"/>
          </a:solidFill>
          <a:ln w="12700">
            <a:solidFill>
              <a:srgbClr val="1F7A5C"/>
            </a:solidFill>
            <a:prstDash val="solid"/>
          </a:ln>
        </p:spPr>
      </p:sp>
      <p:sp>
        <p:nvSpPr>
          <p:cNvPr id="13" name="Text 10"/>
          <p:cNvSpPr txBox="1"/>
          <p:nvPr/>
        </p:nvSpPr>
        <p:spPr>
          <a:xfrm>
            <a:off x="342900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32</a:t>
            </a:r>
            <a:endParaRPr lang="en-US" sz="1000" dirty="0"/>
          </a:p>
        </p:txBody>
      </p:sp>
      <p:sp>
        <p:nvSpPr>
          <p:cNvPr id="14" name="Text 11"/>
          <p:cNvSpPr txBox="1"/>
          <p:nvPr/>
        </p:nvSpPr>
        <p:spPr>
          <a:xfrm>
            <a:off x="342900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Storyboard &amp; Aset</a:t>
            </a:r>
            <a:endParaRPr lang="en-US" sz="1500" dirty="0"/>
          </a:p>
        </p:txBody>
      </p:sp>
      <p:sp>
        <p:nvSpPr>
          <p:cNvPr id="15" name="Shape 12"/>
          <p:cNvSpPr/>
          <p:nvPr/>
        </p:nvSpPr>
        <p:spPr>
          <a:xfrm>
            <a:off x="5943600" y="3017520"/>
            <a:ext cx="2514600" cy="1234440"/>
          </a:xfrm>
          <a:prstGeom prst="roundRect">
            <a:avLst>
              <a:gd name="adj" fmla="val 8889"/>
            </a:avLst>
          </a:prstGeom>
          <a:solidFill>
            <a:srgbClr val="1F7A5C"/>
          </a:solidFill>
          <a:ln w="12700">
            <a:solidFill>
              <a:srgbClr val="1F7A5C"/>
            </a:solidFill>
            <a:prstDash val="solid"/>
          </a:ln>
        </p:spPr>
      </p:sp>
      <p:sp>
        <p:nvSpPr>
          <p:cNvPr id="16" name="Text 13"/>
          <p:cNvSpPr txBox="1"/>
          <p:nvPr/>
        </p:nvSpPr>
        <p:spPr>
          <a:xfrm>
            <a:off x="612648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33</a:t>
            </a:r>
            <a:endParaRPr lang="en-US" sz="1000" dirty="0"/>
          </a:p>
        </p:txBody>
      </p:sp>
      <p:sp>
        <p:nvSpPr>
          <p:cNvPr id="17" name="Text 14"/>
          <p:cNvSpPr txBox="1"/>
          <p:nvPr/>
        </p:nvSpPr>
        <p:spPr>
          <a:xfrm>
            <a:off x="612648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Cerita Digital Pesantren</a:t>
            </a:r>
            <a:endParaRPr lang="en-US" sz="1500" dirty="0"/>
          </a:p>
        </p:txBody>
      </p:sp>
      <p:sp>
        <p:nvSpPr>
          <p:cNvPr id="18" name="Text 15"/>
          <p:cNvSpPr txBox="1"/>
          <p:nvPr/>
        </p:nvSpPr>
        <p:spPr>
          <a:xfrm>
            <a:off x="548640" y="4434840"/>
            <a:ext cx="8046720" cy="36576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Alat: Google Slides, Google Docs, HP perekam suara, Google Drive akun kelas, kertas untuk storyboard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31</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Unsur Cerita &amp; Alur</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Kekuatan sebuah cerita</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11: Digital Storytelling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11: Digital Storytelling · Pertemuan 31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Kisah apa dalam Al-Qur'an atau sirah yang paling kalian ingat? Mengapa mudah diingat?</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11: Digital Storytelling · Pertemuan 31</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Menyebutkan unsur-unsur cerita</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Memahami alur: awal, konflik, penyelesaian</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Menentukan ide cerita digital berlatar pesantren</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Apa Itu Digital Storytelling?</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11: Digital Storytelling · Pertemuan 31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926080" cy="3520440"/>
          </a:xfrm>
          <a:prstGeom prst="roundRect">
            <a:avLst>
              <a:gd name="adj" fmla="val 4688"/>
            </a:avLst>
          </a:prstGeom>
          <a:solidFill>
            <a:srgbClr val="0F4C3A"/>
          </a:solidFill>
          <a:ln w="12700">
            <a:solidFill>
              <a:srgbClr val="0F4C3A"/>
            </a:solidFill>
            <a:prstDash val="solid"/>
          </a:ln>
        </p:spPr>
      </p:sp>
      <p:pic>
        <p:nvPicPr>
          <p:cNvPr id="10" name="Image 2" descr="preencoded.png">    </p:cNvPr>
          <p:cNvPicPr>
            <a:picLocks noChangeAspect="1"/>
          </p:cNvPicPr>
          <p:nvPr/>
        </p:nvPicPr>
        <p:blipFill>
          <a:blip r:embed="rId3"/>
          <a:stretch>
            <a:fillRect/>
          </a:stretch>
        </p:blipFill>
        <p:spPr>
          <a:xfrm>
            <a:off x="1234440" y="1600200"/>
            <a:ext cx="1371600" cy="1371600"/>
          </a:xfrm>
          <a:prstGeom prst="rect">
            <a:avLst/>
          </a:prstGeom>
        </p:spPr>
      </p:pic>
      <p:sp>
        <p:nvSpPr>
          <p:cNvPr id="11" name="Text 6"/>
          <p:cNvSpPr txBox="1"/>
          <p:nvPr/>
        </p:nvSpPr>
        <p:spPr>
          <a:xfrm>
            <a:off x="640080" y="3200400"/>
            <a:ext cx="2560320" cy="1188720"/>
          </a:xfrm>
          <a:prstGeom prst="rect">
            <a:avLst/>
          </a:prstGeom>
          <a:noFill/>
          <a:ln/>
        </p:spPr>
        <p:txBody>
          <a:bodyPr wrap="square" lIns="0" tIns="0" rIns="0" bIns="0" rtlCol="0" anchor="ctr"/>
          <a:lstStyle/>
          <a:p>
            <a:pPr algn="ctr" indent="0" marL="0">
              <a:buNone/>
            </a:pPr>
            <a:r>
              <a:rPr lang="en-US" sz="1800" b="1" dirty="0">
                <a:solidFill>
                  <a:srgbClr val="D4A017"/>
                </a:solidFill>
                <a:latin typeface="Cambria" pitchFamily="34" charset="0"/>
                <a:ea typeface="Cambria" pitchFamily="34" charset="-122"/>
                <a:cs typeface="Cambria" pitchFamily="34" charset="-120"/>
              </a:rPr>
              <a:t>Cerita Digital</a:t>
            </a:r>
            <a:endParaRPr lang="en-US" sz="1800" dirty="0"/>
          </a:p>
        </p:txBody>
      </p:sp>
      <p:sp>
        <p:nvSpPr>
          <p:cNvPr id="12" name="Text 7"/>
          <p:cNvSpPr txBox="1"/>
          <p:nvPr/>
        </p:nvSpPr>
        <p:spPr>
          <a:xfrm>
            <a:off x="3703320" y="1097280"/>
            <a:ext cx="4983480" cy="1463040"/>
          </a:xfrm>
          <a:prstGeom prst="rect">
            <a:avLst/>
          </a:prstGeom>
          <a:noFill/>
          <a:ln/>
        </p:spPr>
        <p:txBody>
          <a:bodyPr wrap="square" lIns="0" tIns="0" rIns="0" bIns="0" rtlCol="0" anchor="ctr"/>
          <a:lstStyle/>
          <a:p>
            <a:pPr indent="0" marL="0">
              <a:buNone/>
            </a:pPr>
            <a:r>
              <a:rPr lang="en-US" sz="2000" b="1" dirty="0">
                <a:solidFill>
                  <a:srgbClr val="0F4C3A"/>
                </a:solidFill>
                <a:latin typeface="Cambria" pitchFamily="34" charset="0"/>
                <a:ea typeface="Cambria" pitchFamily="34" charset="-122"/>
                <a:cs typeface="Cambria" pitchFamily="34" charset="-120"/>
              </a:rPr>
              <a:t>Digital storytelling adalah bercerita dengan bantuan media digital: gambar, tulisan, dan suara narasi.</a:t>
            </a:r>
            <a:endParaRPr lang="en-US" sz="2000" dirty="0"/>
          </a:p>
        </p:txBody>
      </p:sp>
      <p:sp>
        <p:nvSpPr>
          <p:cNvPr id="13" name="Shape 8"/>
          <p:cNvSpPr/>
          <p:nvPr/>
        </p:nvSpPr>
        <p:spPr>
          <a:xfrm>
            <a:off x="3703320" y="2807208"/>
            <a:ext cx="164592" cy="164592"/>
          </a:xfrm>
          <a:prstGeom prst="ellipse">
            <a:avLst/>
          </a:prstGeom>
          <a:solidFill>
            <a:srgbClr val="D4A017"/>
          </a:solidFill>
          <a:ln/>
        </p:spPr>
      </p:sp>
      <p:sp>
        <p:nvSpPr>
          <p:cNvPr id="14" name="Text 9"/>
          <p:cNvSpPr txBox="1"/>
          <p:nvPr/>
        </p:nvSpPr>
        <p:spPr>
          <a:xfrm>
            <a:off x="4023360" y="269748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Cerita disajikan dalam slide bergambar atau video</a:t>
            </a:r>
            <a:endParaRPr lang="en-US" sz="1450" dirty="0"/>
          </a:p>
        </p:txBody>
      </p:sp>
      <p:sp>
        <p:nvSpPr>
          <p:cNvPr id="15" name="Shape 10"/>
          <p:cNvSpPr/>
          <p:nvPr/>
        </p:nvSpPr>
        <p:spPr>
          <a:xfrm>
            <a:off x="3703320" y="3447288"/>
            <a:ext cx="164592" cy="164592"/>
          </a:xfrm>
          <a:prstGeom prst="ellipse">
            <a:avLst/>
          </a:prstGeom>
          <a:solidFill>
            <a:srgbClr val="D4A017"/>
          </a:solidFill>
          <a:ln/>
        </p:spPr>
      </p:sp>
      <p:sp>
        <p:nvSpPr>
          <p:cNvPr id="16" name="Text 11"/>
          <p:cNvSpPr txBox="1"/>
          <p:nvPr/>
        </p:nvSpPr>
        <p:spPr>
          <a:xfrm>
            <a:off x="4023360" y="333756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Narasi suara menghidupkan cerita</a:t>
            </a:r>
            <a:endParaRPr lang="en-US" sz="1450" dirty="0"/>
          </a:p>
        </p:txBody>
      </p:sp>
      <p:sp>
        <p:nvSpPr>
          <p:cNvPr id="17" name="Shape 12"/>
          <p:cNvSpPr/>
          <p:nvPr/>
        </p:nvSpPr>
        <p:spPr>
          <a:xfrm>
            <a:off x="3703320" y="4087368"/>
            <a:ext cx="164592" cy="164592"/>
          </a:xfrm>
          <a:prstGeom prst="ellipse">
            <a:avLst/>
          </a:prstGeom>
          <a:solidFill>
            <a:srgbClr val="D4A017"/>
          </a:solidFill>
          <a:ln/>
        </p:spPr>
      </p:sp>
      <p:sp>
        <p:nvSpPr>
          <p:cNvPr id="18" name="Text 13"/>
          <p:cNvSpPr txBox="1"/>
          <p:nvPr/>
        </p:nvSpPr>
        <p:spPr>
          <a:xfrm>
            <a:off x="4023360" y="397764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Sarana dakwah yang menyenangkan dan mudah diterima</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Empat Unsur Cerita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11: Digital Storytelling · Pertemuan 31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Tokoh</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Siapa yang diceritakan. Contoh: Hasan, santri baru yang rindu rumah.</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Latar</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Di mana dan kapan. Contoh: asrama pesantren pada malam pertama.</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Konflik</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Masalah yang dihadapi tokoh. Inilah yang membuat cerita menarik.</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Hikmah</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Pelajaran yang dapat dipetik pembaca di akhir cerita.</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Alur Cerita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11: Digital Storytelling · Pertemuan 31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88720"/>
            <a:ext cx="2438400" cy="2240280"/>
          </a:xfrm>
          <a:prstGeom prst="roundRect">
            <a:avLst>
              <a:gd name="adj" fmla="val 4898"/>
            </a:avLst>
          </a:prstGeom>
          <a:solidFill>
            <a:srgbClr val="E6F2EC"/>
          </a:solidFill>
          <a:ln w="12700">
            <a:solidFill>
              <a:srgbClr val="E6F2EC"/>
            </a:solidFill>
            <a:prstDash val="solid"/>
          </a:ln>
        </p:spPr>
      </p:sp>
      <p:sp>
        <p:nvSpPr>
          <p:cNvPr id="10" name="Shape 6"/>
          <p:cNvSpPr/>
          <p:nvPr/>
        </p:nvSpPr>
        <p:spPr>
          <a:xfrm>
            <a:off x="1310640" y="1371600"/>
            <a:ext cx="731520" cy="73152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1493520" y="1554480"/>
            <a:ext cx="365760" cy="365760"/>
          </a:xfrm>
          <a:prstGeom prst="rect">
            <a:avLst/>
          </a:prstGeom>
        </p:spPr>
      </p:pic>
      <p:sp>
        <p:nvSpPr>
          <p:cNvPr id="12" name="Text 7"/>
          <p:cNvSpPr txBox="1"/>
          <p:nvPr/>
        </p:nvSpPr>
        <p:spPr>
          <a:xfrm>
            <a:off x="5486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Awal</a:t>
            </a:r>
            <a:endParaRPr lang="en-US" sz="1700" dirty="0"/>
          </a:p>
        </p:txBody>
      </p:sp>
      <p:sp>
        <p:nvSpPr>
          <p:cNvPr id="13" name="Text 8"/>
          <p:cNvSpPr txBox="1"/>
          <p:nvPr/>
        </p:nvSpPr>
        <p:spPr>
          <a:xfrm>
            <a:off x="6400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Perkenalan tokoh dan latar</a:t>
            </a:r>
            <a:endParaRPr lang="en-US" sz="1300" dirty="0"/>
          </a:p>
        </p:txBody>
      </p:sp>
      <p:sp>
        <p:nvSpPr>
          <p:cNvPr id="14" name="Text 9"/>
          <p:cNvSpPr txBox="1"/>
          <p:nvPr/>
        </p:nvSpPr>
        <p:spPr>
          <a:xfrm>
            <a:off x="28956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15" name="Shape 10"/>
          <p:cNvSpPr/>
          <p:nvPr/>
        </p:nvSpPr>
        <p:spPr>
          <a:xfrm>
            <a:off x="3352800" y="1188720"/>
            <a:ext cx="2438400" cy="2240280"/>
          </a:xfrm>
          <a:prstGeom prst="roundRect">
            <a:avLst>
              <a:gd name="adj" fmla="val 4898"/>
            </a:avLst>
          </a:prstGeom>
          <a:solidFill>
            <a:srgbClr val="0F4C3A"/>
          </a:solidFill>
          <a:ln w="12700">
            <a:solidFill>
              <a:srgbClr val="0F4C3A"/>
            </a:solidFill>
            <a:prstDash val="solid"/>
          </a:ln>
        </p:spPr>
      </p:sp>
      <p:sp>
        <p:nvSpPr>
          <p:cNvPr id="16" name="Shape 11"/>
          <p:cNvSpPr/>
          <p:nvPr/>
        </p:nvSpPr>
        <p:spPr>
          <a:xfrm>
            <a:off x="4206240" y="1371600"/>
            <a:ext cx="731520" cy="731520"/>
          </a:xfrm>
          <a:prstGeom prst="ellipse">
            <a:avLst/>
          </a:prstGeom>
          <a:solidFill>
            <a:srgbClr val="D4A017"/>
          </a:solidFill>
          <a:ln/>
        </p:spPr>
      </p:sp>
      <p:pic>
        <p:nvPicPr>
          <p:cNvPr id="17" name="Image 3" descr="preencoded.png">    </p:cNvPr>
          <p:cNvPicPr>
            <a:picLocks noChangeAspect="1"/>
          </p:cNvPicPr>
          <p:nvPr/>
        </p:nvPicPr>
        <p:blipFill>
          <a:blip r:embed="rId4"/>
          <a:stretch>
            <a:fillRect/>
          </a:stretch>
        </p:blipFill>
        <p:spPr>
          <a:xfrm>
            <a:off x="4389120" y="1554480"/>
            <a:ext cx="365760" cy="365760"/>
          </a:xfrm>
          <a:prstGeom prst="rect">
            <a:avLst/>
          </a:prstGeom>
        </p:spPr>
      </p:pic>
      <p:sp>
        <p:nvSpPr>
          <p:cNvPr id="18" name="Text 12"/>
          <p:cNvSpPr txBox="1"/>
          <p:nvPr/>
        </p:nvSpPr>
        <p:spPr>
          <a:xfrm>
            <a:off x="3444240" y="2194560"/>
            <a:ext cx="2255520" cy="365760"/>
          </a:xfrm>
          <a:prstGeom prst="rect">
            <a:avLst/>
          </a:prstGeom>
          <a:noFill/>
          <a:ln/>
        </p:spPr>
        <p:txBody>
          <a:bodyPr wrap="square" lIns="0" tIns="0" rIns="0" bIns="0" rtlCol="0" anchor="t"/>
          <a:lstStyle/>
          <a:p>
            <a:pPr algn="ctr" indent="0" marL="0">
              <a:buNone/>
            </a:pPr>
            <a:r>
              <a:rPr lang="en-US" sz="1700" b="1" dirty="0">
                <a:solidFill>
                  <a:srgbClr val="FFFFFF"/>
                </a:solidFill>
                <a:latin typeface="Cambria" pitchFamily="34" charset="0"/>
                <a:ea typeface="Cambria" pitchFamily="34" charset="-122"/>
                <a:cs typeface="Cambria" pitchFamily="34" charset="-120"/>
              </a:rPr>
              <a:t>Konflik</a:t>
            </a:r>
            <a:endParaRPr lang="en-US" sz="1700" dirty="0"/>
          </a:p>
        </p:txBody>
      </p:sp>
      <p:sp>
        <p:nvSpPr>
          <p:cNvPr id="19" name="Text 13"/>
          <p:cNvSpPr txBox="1"/>
          <p:nvPr/>
        </p:nvSpPr>
        <p:spPr>
          <a:xfrm>
            <a:off x="3535680" y="2606040"/>
            <a:ext cx="2072640" cy="7772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Masalah muncul dan memuncak</a:t>
            </a:r>
            <a:endParaRPr lang="en-US" sz="1300" dirty="0"/>
          </a:p>
        </p:txBody>
      </p:sp>
      <p:sp>
        <p:nvSpPr>
          <p:cNvPr id="20" name="Text 14"/>
          <p:cNvSpPr txBox="1"/>
          <p:nvPr/>
        </p:nvSpPr>
        <p:spPr>
          <a:xfrm>
            <a:off x="57912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21" name="Shape 15"/>
          <p:cNvSpPr/>
          <p:nvPr/>
        </p:nvSpPr>
        <p:spPr>
          <a:xfrm>
            <a:off x="6248400" y="1188720"/>
            <a:ext cx="2438400" cy="2240280"/>
          </a:xfrm>
          <a:prstGeom prst="roundRect">
            <a:avLst>
              <a:gd name="adj" fmla="val 4898"/>
            </a:avLst>
          </a:prstGeom>
          <a:solidFill>
            <a:srgbClr val="E6F2EC"/>
          </a:solidFill>
          <a:ln w="12700">
            <a:solidFill>
              <a:srgbClr val="E6F2EC"/>
            </a:solidFill>
            <a:prstDash val="solid"/>
          </a:ln>
        </p:spPr>
      </p:sp>
      <p:sp>
        <p:nvSpPr>
          <p:cNvPr id="22" name="Shape 16"/>
          <p:cNvSpPr/>
          <p:nvPr/>
        </p:nvSpPr>
        <p:spPr>
          <a:xfrm>
            <a:off x="7101840" y="1371600"/>
            <a:ext cx="731520" cy="731520"/>
          </a:xfrm>
          <a:prstGeom prst="ellipse">
            <a:avLst/>
          </a:prstGeom>
          <a:solidFill>
            <a:srgbClr val="0F4C3A"/>
          </a:solidFill>
          <a:ln/>
        </p:spPr>
      </p:sp>
      <p:pic>
        <p:nvPicPr>
          <p:cNvPr id="23" name="Image 4" descr="preencoded.png">    </p:cNvPr>
          <p:cNvPicPr>
            <a:picLocks noChangeAspect="1"/>
          </p:cNvPicPr>
          <p:nvPr/>
        </p:nvPicPr>
        <p:blipFill>
          <a:blip r:embed="rId5"/>
          <a:stretch>
            <a:fillRect/>
          </a:stretch>
        </p:blipFill>
        <p:spPr>
          <a:xfrm>
            <a:off x="7284720" y="1554480"/>
            <a:ext cx="365760" cy="365760"/>
          </a:xfrm>
          <a:prstGeom prst="rect">
            <a:avLst/>
          </a:prstGeom>
        </p:spPr>
      </p:pic>
      <p:sp>
        <p:nvSpPr>
          <p:cNvPr id="24" name="Text 17"/>
          <p:cNvSpPr txBox="1"/>
          <p:nvPr/>
        </p:nvSpPr>
        <p:spPr>
          <a:xfrm>
            <a:off x="63398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Penyelesaian</a:t>
            </a:r>
            <a:endParaRPr lang="en-US" sz="1700" dirty="0"/>
          </a:p>
        </p:txBody>
      </p:sp>
      <p:sp>
        <p:nvSpPr>
          <p:cNvPr id="25" name="Text 18"/>
          <p:cNvSpPr txBox="1"/>
          <p:nvPr/>
        </p:nvSpPr>
        <p:spPr>
          <a:xfrm>
            <a:off x="64312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Masalah teratasi, hikmah tersampaikan</a:t>
            </a:r>
            <a:endParaRPr lang="en-US" sz="1300" dirty="0"/>
          </a:p>
        </p:txBody>
      </p:sp>
      <p:sp>
        <p:nvSpPr>
          <p:cNvPr id="26" name="Shape 19"/>
          <p:cNvSpPr/>
          <p:nvPr/>
        </p:nvSpPr>
        <p:spPr>
          <a:xfrm>
            <a:off x="457200" y="3657600"/>
            <a:ext cx="8229600" cy="960120"/>
          </a:xfrm>
          <a:prstGeom prst="roundRect">
            <a:avLst>
              <a:gd name="adj" fmla="val 9524"/>
            </a:avLst>
          </a:prstGeom>
          <a:solidFill>
            <a:srgbClr val="FBF1D3"/>
          </a:solidFill>
          <a:ln w="12700">
            <a:solidFill>
              <a:srgbClr val="FBF1D3"/>
            </a:solidFill>
            <a:prstDash val="solid"/>
          </a:ln>
        </p:spPr>
      </p:sp>
      <p:sp>
        <p:nvSpPr>
          <p:cNvPr id="27" name="Text 20"/>
          <p:cNvSpPr txBox="1"/>
          <p:nvPr/>
        </p:nvSpPr>
        <p:spPr>
          <a:xfrm>
            <a:off x="685800" y="3703320"/>
            <a:ext cx="7772400" cy="86868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Contoh:  </a:t>
            </a:r>
            <a:pPr indent="0" marL="0">
              <a:buNone/>
            </a:pPr>
            <a:r>
              <a:rPr lang="en-US" sz="1400" dirty="0">
                <a:solidFill>
                  <a:srgbClr val="1E2A26"/>
                </a:solidFill>
                <a:latin typeface="Calibri" pitchFamily="34" charset="0"/>
                <a:ea typeface="Calibri" pitchFamily="34" charset="-122"/>
                <a:cs typeface="Calibri" pitchFamily="34" charset="-120"/>
              </a:rPr>
              <a:t>Hasan tiba di pesantren (awal) → rindu rumah dan ingin pulang (konflik) → Bilal mengajaknya murajaah, Hasan menjadi betah (penyelesaian).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Merancang Ide Cerita</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Kerja kelompok · ikuti langkah demi langkah</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Menentukan ide dari kehidupan pesantren</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2–3</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Menentukan unsur dan alur</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Mempresentasikan ide</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Ide Cerita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1/4</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11: Digital Storytelling · Pertemuan 31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685800" y="1051560"/>
            <a:ext cx="4754880" cy="3611880"/>
          </a:xfrm>
          <a:prstGeom prst="rect">
            <a:avLst/>
          </a:prstGeom>
          <a:solidFill>
            <a:srgbClr val="FFFFFF"/>
          </a:solidFill>
          <a:ln w="12700">
            <a:solidFill>
              <a:srgbClr val="BBBBBB"/>
            </a:solidFill>
            <a:prstDash val="solid"/>
          </a:ln>
        </p:spPr>
      </p:sp>
      <p:sp>
        <p:nvSpPr>
          <p:cNvPr id="10" name="Text 6"/>
          <p:cNvSpPr txBox="1"/>
          <p:nvPr/>
        </p:nvSpPr>
        <p:spPr>
          <a:xfrm>
            <a:off x="914400" y="1188720"/>
            <a:ext cx="3657600" cy="365760"/>
          </a:xfrm>
          <a:prstGeom prst="rect">
            <a:avLst/>
          </a:prstGeom>
          <a:noFill/>
          <a:ln/>
        </p:spPr>
        <p:txBody>
          <a:bodyPr wrap="square" lIns="0" tIns="0" rIns="0" bIns="0" rtlCol="0" anchor="t"/>
          <a:lstStyle/>
          <a:p>
            <a:pPr indent="0" marL="0">
              <a:buNone/>
            </a:pPr>
            <a:r>
              <a:rPr lang="en-US" sz="1600" b="1" dirty="0">
                <a:solidFill>
                  <a:srgbClr val="0F4C3A"/>
                </a:solidFill>
                <a:latin typeface="Cambria" pitchFamily="34" charset="0"/>
                <a:ea typeface="Cambria" pitchFamily="34" charset="-122"/>
                <a:cs typeface="Cambria" pitchFamily="34" charset="-120"/>
              </a:rPr>
              <a:t>Contoh Ide Cerita</a:t>
            </a:r>
            <a:endParaRPr lang="en-US" sz="1600" dirty="0"/>
          </a:p>
        </p:txBody>
      </p:sp>
      <p:sp>
        <p:nvSpPr>
          <p:cNvPr id="11" name="Shape 7"/>
          <p:cNvSpPr/>
          <p:nvPr/>
        </p:nvSpPr>
        <p:spPr>
          <a:xfrm>
            <a:off x="960120" y="1847088"/>
            <a:ext cx="182880" cy="182880"/>
          </a:xfrm>
          <a:prstGeom prst="ellipse">
            <a:avLst/>
          </a:prstGeom>
          <a:solidFill>
            <a:srgbClr val="D4A017"/>
          </a:solidFill>
          <a:ln/>
        </p:spPr>
      </p:sp>
      <p:sp>
        <p:nvSpPr>
          <p:cNvPr id="12" name="Text 8"/>
          <p:cNvSpPr txBox="1"/>
          <p:nvPr/>
        </p:nvSpPr>
        <p:spPr>
          <a:xfrm>
            <a:off x="1280160" y="1737360"/>
            <a:ext cx="4023360" cy="411480"/>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Santri baru yang rindu rumah</a:t>
            </a:r>
            <a:endParaRPr lang="en-US" sz="1400" dirty="0"/>
          </a:p>
        </p:txBody>
      </p:sp>
      <p:sp>
        <p:nvSpPr>
          <p:cNvPr id="13" name="Shape 9"/>
          <p:cNvSpPr/>
          <p:nvPr/>
        </p:nvSpPr>
        <p:spPr>
          <a:xfrm>
            <a:off x="960120" y="2377440"/>
            <a:ext cx="182880" cy="182880"/>
          </a:xfrm>
          <a:prstGeom prst="ellipse">
            <a:avLst/>
          </a:prstGeom>
          <a:solidFill>
            <a:srgbClr val="D4A017"/>
          </a:solidFill>
          <a:ln/>
        </p:spPr>
      </p:sp>
      <p:sp>
        <p:nvSpPr>
          <p:cNvPr id="14" name="Text 10"/>
          <p:cNvSpPr txBox="1"/>
          <p:nvPr/>
        </p:nvSpPr>
        <p:spPr>
          <a:xfrm>
            <a:off x="1280160" y="2267712"/>
            <a:ext cx="4023360" cy="411480"/>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Dompet yang ditemukan di masjid</a:t>
            </a:r>
            <a:endParaRPr lang="en-US" sz="1400" dirty="0"/>
          </a:p>
        </p:txBody>
      </p:sp>
      <p:sp>
        <p:nvSpPr>
          <p:cNvPr id="15" name="Shape 11"/>
          <p:cNvSpPr/>
          <p:nvPr/>
        </p:nvSpPr>
        <p:spPr>
          <a:xfrm>
            <a:off x="960120" y="2907792"/>
            <a:ext cx="182880" cy="182880"/>
          </a:xfrm>
          <a:prstGeom prst="ellipse">
            <a:avLst/>
          </a:prstGeom>
          <a:solidFill>
            <a:srgbClr val="D4A017"/>
          </a:solidFill>
          <a:ln/>
        </p:spPr>
      </p:sp>
      <p:sp>
        <p:nvSpPr>
          <p:cNvPr id="16" name="Text 12"/>
          <p:cNvSpPr txBox="1"/>
          <p:nvPr/>
        </p:nvSpPr>
        <p:spPr>
          <a:xfrm>
            <a:off x="1280160" y="2798064"/>
            <a:ext cx="4023360" cy="411480"/>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Berjuang menyelesaikan hafalan juz 30</a:t>
            </a:r>
            <a:endParaRPr lang="en-US" sz="1400" dirty="0"/>
          </a:p>
        </p:txBody>
      </p:sp>
      <p:sp>
        <p:nvSpPr>
          <p:cNvPr id="17" name="Shape 13"/>
          <p:cNvSpPr/>
          <p:nvPr/>
        </p:nvSpPr>
        <p:spPr>
          <a:xfrm>
            <a:off x="960120" y="3438144"/>
            <a:ext cx="182880" cy="182880"/>
          </a:xfrm>
          <a:prstGeom prst="ellipse">
            <a:avLst/>
          </a:prstGeom>
          <a:solidFill>
            <a:srgbClr val="D4A017"/>
          </a:solidFill>
          <a:ln/>
        </p:spPr>
      </p:sp>
      <p:sp>
        <p:nvSpPr>
          <p:cNvPr id="18" name="Text 14"/>
          <p:cNvSpPr txBox="1"/>
          <p:nvPr/>
        </p:nvSpPr>
        <p:spPr>
          <a:xfrm>
            <a:off x="1280160" y="3328416"/>
            <a:ext cx="4023360" cy="411480"/>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Dua sahabat yang bertengkar lalu berbaikan</a:t>
            </a:r>
            <a:endParaRPr lang="en-US" sz="1400" dirty="0"/>
          </a:p>
        </p:txBody>
      </p:sp>
      <p:sp>
        <p:nvSpPr>
          <p:cNvPr id="19" name="Shape 15"/>
          <p:cNvSpPr/>
          <p:nvPr/>
        </p:nvSpPr>
        <p:spPr>
          <a:xfrm>
            <a:off x="960120" y="3968496"/>
            <a:ext cx="182880" cy="182880"/>
          </a:xfrm>
          <a:prstGeom prst="ellipse">
            <a:avLst/>
          </a:prstGeom>
          <a:solidFill>
            <a:srgbClr val="D4A017"/>
          </a:solidFill>
          <a:ln/>
        </p:spPr>
      </p:sp>
      <p:sp>
        <p:nvSpPr>
          <p:cNvPr id="20" name="Text 16"/>
          <p:cNvSpPr txBox="1"/>
          <p:nvPr/>
        </p:nvSpPr>
        <p:spPr>
          <a:xfrm>
            <a:off x="1280160" y="3858768"/>
            <a:ext cx="4023360" cy="411480"/>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Santri yang malu bertanya kepada ustadz</a:t>
            </a:r>
            <a:endParaRPr lang="en-US" sz="1400" dirty="0"/>
          </a:p>
        </p:txBody>
      </p:sp>
      <p:sp>
        <p:nvSpPr>
          <p:cNvPr id="21" name="Text 1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22" name="Text 1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Temukan ide dari kehidupan pesantren</a:t>
            </a:r>
            <a:endParaRPr lang="en-US" sz="1800" dirty="0"/>
          </a:p>
        </p:txBody>
      </p:sp>
      <p:sp>
        <p:nvSpPr>
          <p:cNvPr id="23" name="Text 1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Ingat kejadian berkesan di pesantren. Pilih satu ide: santri baru, persahabatan, hafalan, kejujuran, atau kesabaran.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Unsur &amp; Alur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2/4</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11: Digital Storytelling · Pertemuan 31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Ide_Cerita_Kelompok_1 -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Ide_Cerita_Kelompok_1</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Ide Cerita: Rindu yang Menguatkan</a:t>
            </a:r>
            <a:endParaRPr lang="en-US" sz="1100" dirty="0"/>
          </a:p>
        </p:txBody>
      </p:sp>
      <p:sp>
        <p:nvSpPr>
          <p:cNvPr id="70" name="Shape 59"/>
          <p:cNvSpPr/>
          <p:nvPr/>
        </p:nvSpPr>
        <p:spPr>
          <a:xfrm>
            <a:off x="1554480" y="2876938"/>
            <a:ext cx="1508760" cy="182880"/>
          </a:xfrm>
          <a:prstGeom prst="rect">
            <a:avLst/>
          </a:prstGeom>
          <a:solidFill>
            <a:srgbClr val="D9EAD3"/>
          </a:solidFill>
          <a:ln w="6350">
            <a:solidFill>
              <a:srgbClr val="777777"/>
            </a:solidFill>
            <a:prstDash val="solid"/>
          </a:ln>
        </p:spPr>
      </p:sp>
      <p:sp>
        <p:nvSpPr>
          <p:cNvPr id="71" name="Text 60"/>
          <p:cNvSpPr txBox="1"/>
          <p:nvPr/>
        </p:nvSpPr>
        <p:spPr>
          <a:xfrm>
            <a:off x="1581912" y="2876938"/>
            <a:ext cx="146304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Unsur</a:t>
            </a:r>
            <a:endParaRPr lang="en-US" sz="650" dirty="0"/>
          </a:p>
        </p:txBody>
      </p:sp>
      <p:sp>
        <p:nvSpPr>
          <p:cNvPr id="72" name="Shape 61"/>
          <p:cNvSpPr/>
          <p:nvPr/>
        </p:nvSpPr>
        <p:spPr>
          <a:xfrm>
            <a:off x="3063240" y="2876938"/>
            <a:ext cx="1508760" cy="182880"/>
          </a:xfrm>
          <a:prstGeom prst="rect">
            <a:avLst/>
          </a:prstGeom>
          <a:solidFill>
            <a:srgbClr val="D9EAD3"/>
          </a:solidFill>
          <a:ln w="6350">
            <a:solidFill>
              <a:srgbClr val="777777"/>
            </a:solidFill>
            <a:prstDash val="solid"/>
          </a:ln>
        </p:spPr>
      </p:sp>
      <p:sp>
        <p:nvSpPr>
          <p:cNvPr id="73" name="Text 62"/>
          <p:cNvSpPr txBox="1"/>
          <p:nvPr/>
        </p:nvSpPr>
        <p:spPr>
          <a:xfrm>
            <a:off x="3090672" y="2876938"/>
            <a:ext cx="146304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Isi</a:t>
            </a:r>
            <a:endParaRPr lang="en-US" sz="650" dirty="0"/>
          </a:p>
        </p:txBody>
      </p:sp>
      <p:sp>
        <p:nvSpPr>
          <p:cNvPr id="74" name="Shape 63"/>
          <p:cNvSpPr/>
          <p:nvPr/>
        </p:nvSpPr>
        <p:spPr>
          <a:xfrm>
            <a:off x="1554480" y="3059818"/>
            <a:ext cx="1508760" cy="182880"/>
          </a:xfrm>
          <a:prstGeom prst="rect">
            <a:avLst/>
          </a:prstGeom>
          <a:solidFill>
            <a:srgbClr val="FFFFFF"/>
          </a:solidFill>
          <a:ln w="6350">
            <a:solidFill>
              <a:srgbClr val="777777"/>
            </a:solidFill>
            <a:prstDash val="solid"/>
          </a:ln>
        </p:spPr>
      </p:sp>
      <p:sp>
        <p:nvSpPr>
          <p:cNvPr id="75" name="Text 64"/>
          <p:cNvSpPr txBox="1"/>
          <p:nvPr/>
        </p:nvSpPr>
        <p:spPr>
          <a:xfrm>
            <a:off x="1581912" y="3059818"/>
            <a:ext cx="146304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Tokoh</a:t>
            </a:r>
            <a:endParaRPr lang="en-US" sz="650" dirty="0"/>
          </a:p>
        </p:txBody>
      </p:sp>
      <p:sp>
        <p:nvSpPr>
          <p:cNvPr id="76" name="Shape 65"/>
          <p:cNvSpPr/>
          <p:nvPr/>
        </p:nvSpPr>
        <p:spPr>
          <a:xfrm>
            <a:off x="3063240" y="3059818"/>
            <a:ext cx="1508760" cy="182880"/>
          </a:xfrm>
          <a:prstGeom prst="rect">
            <a:avLst/>
          </a:prstGeom>
          <a:solidFill>
            <a:srgbClr val="FFFFFF"/>
          </a:solidFill>
          <a:ln w="6350">
            <a:solidFill>
              <a:srgbClr val="777777"/>
            </a:solidFill>
            <a:prstDash val="solid"/>
          </a:ln>
        </p:spPr>
      </p:sp>
      <p:sp>
        <p:nvSpPr>
          <p:cNvPr id="77" name="Text 66"/>
          <p:cNvSpPr txBox="1"/>
          <p:nvPr/>
        </p:nvSpPr>
        <p:spPr>
          <a:xfrm>
            <a:off x="3090672" y="3059818"/>
            <a:ext cx="146304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Hasan (santri baru), Bilal (sahabat)</a:t>
            </a:r>
            <a:endParaRPr lang="en-US" sz="650" dirty="0"/>
          </a:p>
        </p:txBody>
      </p:sp>
      <p:sp>
        <p:nvSpPr>
          <p:cNvPr id="78" name="Shape 67"/>
          <p:cNvSpPr/>
          <p:nvPr/>
        </p:nvSpPr>
        <p:spPr>
          <a:xfrm>
            <a:off x="1554480" y="3242698"/>
            <a:ext cx="1508760" cy="182880"/>
          </a:xfrm>
          <a:prstGeom prst="rect">
            <a:avLst/>
          </a:prstGeom>
          <a:solidFill>
            <a:srgbClr val="FFFFFF"/>
          </a:solidFill>
          <a:ln w="6350">
            <a:solidFill>
              <a:srgbClr val="777777"/>
            </a:solidFill>
            <a:prstDash val="solid"/>
          </a:ln>
        </p:spPr>
      </p:sp>
      <p:sp>
        <p:nvSpPr>
          <p:cNvPr id="79" name="Text 68"/>
          <p:cNvSpPr txBox="1"/>
          <p:nvPr/>
        </p:nvSpPr>
        <p:spPr>
          <a:xfrm>
            <a:off x="1581912" y="3242698"/>
            <a:ext cx="146304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Latar</a:t>
            </a:r>
            <a:endParaRPr lang="en-US" sz="650" dirty="0"/>
          </a:p>
        </p:txBody>
      </p:sp>
      <p:sp>
        <p:nvSpPr>
          <p:cNvPr id="80" name="Shape 69"/>
          <p:cNvSpPr/>
          <p:nvPr/>
        </p:nvSpPr>
        <p:spPr>
          <a:xfrm>
            <a:off x="3063240" y="3242698"/>
            <a:ext cx="1508760" cy="182880"/>
          </a:xfrm>
          <a:prstGeom prst="rect">
            <a:avLst/>
          </a:prstGeom>
          <a:solidFill>
            <a:srgbClr val="FFFFFF"/>
          </a:solidFill>
          <a:ln w="6350">
            <a:solidFill>
              <a:srgbClr val="777777"/>
            </a:solidFill>
            <a:prstDash val="solid"/>
          </a:ln>
        </p:spPr>
      </p:sp>
      <p:sp>
        <p:nvSpPr>
          <p:cNvPr id="81" name="Text 70"/>
          <p:cNvSpPr txBox="1"/>
          <p:nvPr/>
        </p:nvSpPr>
        <p:spPr>
          <a:xfrm>
            <a:off x="3090672" y="3242698"/>
            <a:ext cx="146304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Asrama pesantren, malam pertama</a:t>
            </a:r>
            <a:endParaRPr lang="en-US" sz="650" dirty="0"/>
          </a:p>
        </p:txBody>
      </p:sp>
      <p:sp>
        <p:nvSpPr>
          <p:cNvPr id="82" name="Shape 71"/>
          <p:cNvSpPr/>
          <p:nvPr/>
        </p:nvSpPr>
        <p:spPr>
          <a:xfrm>
            <a:off x="1554480" y="3425578"/>
            <a:ext cx="1508760" cy="182880"/>
          </a:xfrm>
          <a:prstGeom prst="rect">
            <a:avLst/>
          </a:prstGeom>
          <a:solidFill>
            <a:srgbClr val="FFFFFF"/>
          </a:solidFill>
          <a:ln w="6350">
            <a:solidFill>
              <a:srgbClr val="777777"/>
            </a:solidFill>
            <a:prstDash val="solid"/>
          </a:ln>
        </p:spPr>
      </p:sp>
      <p:sp>
        <p:nvSpPr>
          <p:cNvPr id="83" name="Text 72"/>
          <p:cNvSpPr txBox="1"/>
          <p:nvPr/>
        </p:nvSpPr>
        <p:spPr>
          <a:xfrm>
            <a:off x="1581912" y="3425578"/>
            <a:ext cx="146304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Konflik</a:t>
            </a:r>
            <a:endParaRPr lang="en-US" sz="650" dirty="0"/>
          </a:p>
        </p:txBody>
      </p:sp>
      <p:sp>
        <p:nvSpPr>
          <p:cNvPr id="84" name="Shape 73"/>
          <p:cNvSpPr/>
          <p:nvPr/>
        </p:nvSpPr>
        <p:spPr>
          <a:xfrm>
            <a:off x="3063240" y="3425578"/>
            <a:ext cx="1508760" cy="182880"/>
          </a:xfrm>
          <a:prstGeom prst="rect">
            <a:avLst/>
          </a:prstGeom>
          <a:solidFill>
            <a:srgbClr val="FFFFFF"/>
          </a:solidFill>
          <a:ln w="6350">
            <a:solidFill>
              <a:srgbClr val="777777"/>
            </a:solidFill>
            <a:prstDash val="solid"/>
          </a:ln>
        </p:spPr>
      </p:sp>
      <p:sp>
        <p:nvSpPr>
          <p:cNvPr id="85" name="Text 74"/>
          <p:cNvSpPr txBox="1"/>
          <p:nvPr/>
        </p:nvSpPr>
        <p:spPr>
          <a:xfrm>
            <a:off x="3090672" y="3425578"/>
            <a:ext cx="146304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Hasan rindu rumah, ingin pulang</a:t>
            </a:r>
            <a:endParaRPr lang="en-US" sz="650" dirty="0"/>
          </a:p>
        </p:txBody>
      </p:sp>
      <p:sp>
        <p:nvSpPr>
          <p:cNvPr id="86" name="Shape 75"/>
          <p:cNvSpPr/>
          <p:nvPr/>
        </p:nvSpPr>
        <p:spPr>
          <a:xfrm>
            <a:off x="1554480" y="3608458"/>
            <a:ext cx="1508760" cy="182880"/>
          </a:xfrm>
          <a:prstGeom prst="rect">
            <a:avLst/>
          </a:prstGeom>
          <a:solidFill>
            <a:srgbClr val="FFFFFF"/>
          </a:solidFill>
          <a:ln w="6350">
            <a:solidFill>
              <a:srgbClr val="777777"/>
            </a:solidFill>
            <a:prstDash val="solid"/>
          </a:ln>
        </p:spPr>
      </p:sp>
      <p:sp>
        <p:nvSpPr>
          <p:cNvPr id="87" name="Text 76"/>
          <p:cNvSpPr txBox="1"/>
          <p:nvPr/>
        </p:nvSpPr>
        <p:spPr>
          <a:xfrm>
            <a:off x="1581912" y="3608458"/>
            <a:ext cx="146304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Hikmah</a:t>
            </a:r>
            <a:endParaRPr lang="en-US" sz="650" dirty="0"/>
          </a:p>
        </p:txBody>
      </p:sp>
      <p:sp>
        <p:nvSpPr>
          <p:cNvPr id="88" name="Shape 77"/>
          <p:cNvSpPr/>
          <p:nvPr/>
        </p:nvSpPr>
        <p:spPr>
          <a:xfrm>
            <a:off x="3063240" y="3608458"/>
            <a:ext cx="1508760" cy="182880"/>
          </a:xfrm>
          <a:prstGeom prst="rect">
            <a:avLst/>
          </a:prstGeom>
          <a:solidFill>
            <a:srgbClr val="FFFFFF"/>
          </a:solidFill>
          <a:ln w="6350">
            <a:solidFill>
              <a:srgbClr val="777777"/>
            </a:solidFill>
            <a:prstDash val="solid"/>
          </a:ln>
        </p:spPr>
      </p:sp>
      <p:sp>
        <p:nvSpPr>
          <p:cNvPr id="89" name="Text 78"/>
          <p:cNvSpPr txBox="1"/>
          <p:nvPr/>
        </p:nvSpPr>
        <p:spPr>
          <a:xfrm>
            <a:off x="3090672" y="3608458"/>
            <a:ext cx="146304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Sabar dan sahabat yang baik</a:t>
            </a:r>
            <a:endParaRPr lang="en-US" sz="650" dirty="0"/>
          </a:p>
        </p:txBody>
      </p:sp>
      <p:sp>
        <p:nvSpPr>
          <p:cNvPr id="90" name="Shape 79"/>
          <p:cNvSpPr/>
          <p:nvPr/>
        </p:nvSpPr>
        <p:spPr>
          <a:xfrm>
            <a:off x="1527048" y="2849506"/>
            <a:ext cx="3072384" cy="969264"/>
          </a:xfrm>
          <a:prstGeom prst="roundRect">
            <a:avLst>
              <a:gd name="adj" fmla="val 4717"/>
            </a:avLst>
          </a:prstGeom>
          <a:solidFill>
            <a:srgbClr val="FFFFFF">
              <a:alpha val="0"/>
            </a:srgbClr>
          </a:solidFill>
          <a:ln w="31750">
            <a:solidFill>
              <a:srgbClr val="E53935"/>
            </a:solidFill>
            <a:prstDash val="solid"/>
          </a:ln>
        </p:spPr>
      </p:sp>
      <p:sp>
        <p:nvSpPr>
          <p:cNvPr id="91" name="Shape 80"/>
          <p:cNvSpPr/>
          <p:nvPr/>
        </p:nvSpPr>
        <p:spPr>
          <a:xfrm>
            <a:off x="4462272" y="2712346"/>
            <a:ext cx="274320" cy="274320"/>
          </a:xfrm>
          <a:prstGeom prst="ellipse">
            <a:avLst/>
          </a:prstGeom>
          <a:solidFill>
            <a:srgbClr val="E53935"/>
          </a:solidFill>
          <a:ln w="12700">
            <a:solidFill>
              <a:srgbClr val="FFFFFF"/>
            </a:solidFill>
            <a:prstDash val="solid"/>
          </a:ln>
        </p:spPr>
      </p:sp>
      <p:sp>
        <p:nvSpPr>
          <p:cNvPr id="92" name="Text 81"/>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93" name="Image 9" descr="preencoded.png">    </p:cNvPr>
          <p:cNvPicPr>
            <a:picLocks noChangeAspect="1"/>
          </p:cNvPicPr>
          <p:nvPr/>
        </p:nvPicPr>
        <p:blipFill>
          <a:blip r:embed="rId10"/>
          <a:stretch>
            <a:fillRect/>
          </a:stretch>
        </p:blipFill>
        <p:spPr>
          <a:xfrm>
            <a:off x="3214116" y="3379858"/>
            <a:ext cx="237744" cy="237744"/>
          </a:xfrm>
          <a:prstGeom prst="rect">
            <a:avLst/>
          </a:prstGeom>
        </p:spPr>
      </p:pic>
      <p:sp>
        <p:nvSpPr>
          <p:cNvPr id="94" name="Text 8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95" name="Text 8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Tentukan 4 unsur cerita</a:t>
            </a:r>
            <a:endParaRPr lang="en-US" sz="1800" dirty="0"/>
          </a:p>
        </p:txBody>
      </p:sp>
      <p:sp>
        <p:nvSpPr>
          <p:cNvPr id="96" name="Text 8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Google Docs, tulis: tokoh, latar, konflik, dan hikmah cerita kelompokmu.</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Unsur &amp; Alur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3/4</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11: Digital Storytelling · Pertemuan 31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Ide_Cerita_Kelompok_1 -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Ide_Cerita_Kelompok_1</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Alur Cerita</a:t>
            </a:r>
            <a:endParaRPr lang="en-US" sz="1100" dirty="0"/>
          </a:p>
        </p:txBody>
      </p:sp>
      <p:sp>
        <p:nvSpPr>
          <p:cNvPr id="70" name="Text 59"/>
          <p:cNvSpPr txBox="1"/>
          <p:nvPr/>
        </p:nvSpPr>
        <p:spPr>
          <a:xfrm>
            <a:off x="1645920" y="2876938"/>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1. Hasan tiba di pesantren sebagai santri baru.</a:t>
            </a:r>
            <a:endParaRPr lang="en-US" sz="750" dirty="0"/>
          </a:p>
        </p:txBody>
      </p:sp>
      <p:sp>
        <p:nvSpPr>
          <p:cNvPr id="71" name="Text 60"/>
          <p:cNvSpPr txBox="1"/>
          <p:nvPr/>
        </p:nvSpPr>
        <p:spPr>
          <a:xfrm>
            <a:off x="1645920" y="3024195"/>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2. Malam pertama ia sangat rindu ibunya.</a:t>
            </a:r>
            <a:endParaRPr lang="en-US" sz="750" dirty="0"/>
          </a:p>
        </p:txBody>
      </p:sp>
      <p:sp>
        <p:nvSpPr>
          <p:cNvPr id="72" name="Text 61"/>
          <p:cNvSpPr txBox="1"/>
          <p:nvPr/>
        </p:nvSpPr>
        <p:spPr>
          <a:xfrm>
            <a:off x="1645920" y="3171451"/>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3. Ia menangis diam-diam dan ingin pulang.</a:t>
            </a:r>
            <a:endParaRPr lang="en-US" sz="750" dirty="0"/>
          </a:p>
        </p:txBody>
      </p:sp>
      <p:sp>
        <p:nvSpPr>
          <p:cNvPr id="73" name="Text 62"/>
          <p:cNvSpPr txBox="1"/>
          <p:nvPr/>
        </p:nvSpPr>
        <p:spPr>
          <a:xfrm>
            <a:off x="1645920" y="3318708"/>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4. Bilal menghibur dan mengajak murajaah.</a:t>
            </a:r>
            <a:endParaRPr lang="en-US" sz="750" dirty="0"/>
          </a:p>
        </p:txBody>
      </p:sp>
      <p:sp>
        <p:nvSpPr>
          <p:cNvPr id="74" name="Text 63"/>
          <p:cNvSpPr txBox="1"/>
          <p:nvPr/>
        </p:nvSpPr>
        <p:spPr>
          <a:xfrm>
            <a:off x="1645920" y="3465964"/>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5. Hasan betah: sabar berbuah manis.</a:t>
            </a:r>
            <a:endParaRPr lang="en-US" sz="750" dirty="0"/>
          </a:p>
        </p:txBody>
      </p:sp>
      <p:sp>
        <p:nvSpPr>
          <p:cNvPr id="75" name="Shape 64"/>
          <p:cNvSpPr/>
          <p:nvPr/>
        </p:nvSpPr>
        <p:spPr>
          <a:xfrm>
            <a:off x="1527048" y="2849506"/>
            <a:ext cx="3072384" cy="782003"/>
          </a:xfrm>
          <a:prstGeom prst="roundRect">
            <a:avLst>
              <a:gd name="adj" fmla="val 5847"/>
            </a:avLst>
          </a:prstGeom>
          <a:solidFill>
            <a:srgbClr val="FFFFFF">
              <a:alpha val="0"/>
            </a:srgbClr>
          </a:solidFill>
          <a:ln w="31750">
            <a:solidFill>
              <a:srgbClr val="E53935"/>
            </a:solidFill>
            <a:prstDash val="solid"/>
          </a:ln>
        </p:spPr>
      </p:sp>
      <p:sp>
        <p:nvSpPr>
          <p:cNvPr id="76" name="Shape 65"/>
          <p:cNvSpPr/>
          <p:nvPr/>
        </p:nvSpPr>
        <p:spPr>
          <a:xfrm>
            <a:off x="4462272" y="2712346"/>
            <a:ext cx="274320" cy="274320"/>
          </a:xfrm>
          <a:prstGeom prst="ellipse">
            <a:avLst/>
          </a:prstGeom>
          <a:solidFill>
            <a:srgbClr val="E53935"/>
          </a:solidFill>
          <a:ln w="12700">
            <a:solidFill>
              <a:srgbClr val="FFFFFF"/>
            </a:solidFill>
            <a:prstDash val="solid"/>
          </a:ln>
        </p:spPr>
      </p:sp>
      <p:sp>
        <p:nvSpPr>
          <p:cNvPr id="77" name="Text 66"/>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78" name="Image 9" descr="preencoded.png">    </p:cNvPr>
          <p:cNvPicPr>
            <a:picLocks noChangeAspect="1"/>
          </p:cNvPicPr>
          <p:nvPr/>
        </p:nvPicPr>
        <p:blipFill>
          <a:blip r:embed="rId10"/>
          <a:stretch>
            <a:fillRect/>
          </a:stretch>
        </p:blipFill>
        <p:spPr>
          <a:xfrm>
            <a:off x="3214116" y="3276864"/>
            <a:ext cx="237744" cy="237744"/>
          </a:xfrm>
          <a:prstGeom prst="rect">
            <a:avLst/>
          </a:prstGeom>
        </p:spPr>
      </p:pic>
      <p:sp>
        <p:nvSpPr>
          <p:cNvPr id="79" name="Text 6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80" name="Text 6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alur dalam 5 kalimat</a:t>
            </a:r>
            <a:endParaRPr lang="en-US" sz="1800" dirty="0"/>
          </a:p>
        </p:txBody>
      </p:sp>
      <p:sp>
        <p:nvSpPr>
          <p:cNvPr id="81" name="Text 6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Satu kalimat awal, dua kalimat konflik, satu kalimat penyelesaian, satu kalimat hikmah.</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Presentasi Ide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4/4</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11: Digital Storytelling · Pertemuan 31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611880"/>
          </a:xfrm>
          <a:prstGeom prst="roundRect">
            <a:avLst>
              <a:gd name="adj" fmla="val 2532"/>
            </a:avLst>
          </a:prstGeom>
          <a:solidFill>
            <a:srgbClr val="F5F5F5"/>
          </a:solidFill>
          <a:ln w="12700">
            <a:solidFill>
              <a:srgbClr val="F5F5F5"/>
            </a:solidFill>
            <a:prstDash val="solid"/>
          </a:ln>
        </p:spPr>
      </p:sp>
      <p:sp>
        <p:nvSpPr>
          <p:cNvPr id="10" name="Shape 6"/>
          <p:cNvSpPr/>
          <p:nvPr/>
        </p:nvSpPr>
        <p:spPr>
          <a:xfrm>
            <a:off x="777240" y="1234440"/>
            <a:ext cx="2377440" cy="731520"/>
          </a:xfrm>
          <a:prstGeom prst="roundRect">
            <a:avLst>
              <a:gd name="adj" fmla="val 25000"/>
            </a:avLst>
          </a:prstGeom>
          <a:solidFill>
            <a:srgbClr val="FFFFFF"/>
          </a:solidFill>
          <a:ln w="12700">
            <a:solidFill>
              <a:srgbClr val="BBBBBB"/>
            </a:solidFill>
            <a:prstDash val="solid"/>
          </a:ln>
        </p:spPr>
      </p:sp>
      <p:sp>
        <p:nvSpPr>
          <p:cNvPr id="11" name="Text 7"/>
          <p:cNvSpPr txBox="1"/>
          <p:nvPr/>
        </p:nvSpPr>
        <p:spPr>
          <a:xfrm>
            <a:off x="868680" y="1234440"/>
            <a:ext cx="2194560" cy="731520"/>
          </a:xfrm>
          <a:prstGeom prst="rect">
            <a:avLst/>
          </a:prstGeom>
          <a:noFill/>
          <a:ln/>
        </p:spPr>
        <p:txBody>
          <a:bodyPr wrap="square" lIns="0" tIns="0" rIns="0" bIns="0" rtlCol="0" anchor="ctr"/>
          <a:lstStyle/>
          <a:p>
            <a:pPr indent="0" marL="0">
              <a:buNone/>
            </a:pPr>
            <a:r>
              <a:rPr lang="en-US" sz="1200" i="1" dirty="0">
                <a:solidFill>
                  <a:srgbClr val="1E2A26"/>
                </a:solidFill>
                <a:latin typeface="Calibri" pitchFamily="34" charset="0"/>
                <a:ea typeface="Calibri" pitchFamily="34" charset="-122"/>
                <a:cs typeface="Calibri" pitchFamily="34" charset="-120"/>
              </a:rPr>
              <a:t>"Hasan adalah santri baru yang..."</a:t>
            </a:r>
            <a:endParaRPr lang="en-US" sz="1200" dirty="0"/>
          </a:p>
        </p:txBody>
      </p:sp>
      <p:sp>
        <p:nvSpPr>
          <p:cNvPr id="12" name="Shape 8"/>
          <p:cNvSpPr/>
          <p:nvPr/>
        </p:nvSpPr>
        <p:spPr>
          <a:xfrm>
            <a:off x="1325880" y="2331720"/>
            <a:ext cx="502920" cy="502920"/>
          </a:xfrm>
          <a:prstGeom prst="ellipse">
            <a:avLst/>
          </a:prstGeom>
          <a:solidFill>
            <a:srgbClr val="E8C39E"/>
          </a:solidFill>
          <a:ln/>
        </p:spPr>
      </p:sp>
      <p:sp>
        <p:nvSpPr>
          <p:cNvPr id="13" name="Shape 9"/>
          <p:cNvSpPr/>
          <p:nvPr/>
        </p:nvSpPr>
        <p:spPr>
          <a:xfrm>
            <a:off x="1216152" y="2880360"/>
            <a:ext cx="731520" cy="1005840"/>
          </a:xfrm>
          <a:prstGeom prst="roundRect">
            <a:avLst>
              <a:gd name="adj" fmla="val 25000"/>
            </a:avLst>
          </a:prstGeom>
          <a:solidFill>
            <a:srgbClr val="1F7A5C"/>
          </a:solidFill>
          <a:ln w="12700">
            <a:solidFill>
              <a:srgbClr val="1F7A5C"/>
            </a:solidFill>
            <a:prstDash val="solid"/>
          </a:ln>
        </p:spPr>
      </p:sp>
      <p:sp>
        <p:nvSpPr>
          <p:cNvPr id="14" name="Shape 10"/>
          <p:cNvSpPr/>
          <p:nvPr/>
        </p:nvSpPr>
        <p:spPr>
          <a:xfrm>
            <a:off x="2514600" y="2331720"/>
            <a:ext cx="502920" cy="502920"/>
          </a:xfrm>
          <a:prstGeom prst="ellipse">
            <a:avLst/>
          </a:prstGeom>
          <a:solidFill>
            <a:srgbClr val="E8C39E"/>
          </a:solidFill>
          <a:ln/>
        </p:spPr>
      </p:sp>
      <p:sp>
        <p:nvSpPr>
          <p:cNvPr id="15" name="Shape 11"/>
          <p:cNvSpPr/>
          <p:nvPr/>
        </p:nvSpPr>
        <p:spPr>
          <a:xfrm>
            <a:off x="2404872" y="2880360"/>
            <a:ext cx="731520" cy="1005840"/>
          </a:xfrm>
          <a:prstGeom prst="roundRect">
            <a:avLst>
              <a:gd name="adj" fmla="val 25000"/>
            </a:avLst>
          </a:prstGeom>
          <a:solidFill>
            <a:srgbClr val="D4A017"/>
          </a:solidFill>
          <a:ln w="12700">
            <a:solidFill>
              <a:srgbClr val="D4A017"/>
            </a:solidFill>
            <a:prstDash val="solid"/>
          </a:ln>
        </p:spPr>
      </p:sp>
      <p:sp>
        <p:nvSpPr>
          <p:cNvPr id="16" name="Shape 12"/>
          <p:cNvSpPr/>
          <p:nvPr/>
        </p:nvSpPr>
        <p:spPr>
          <a:xfrm>
            <a:off x="3703320" y="2331720"/>
            <a:ext cx="502920" cy="502920"/>
          </a:xfrm>
          <a:prstGeom prst="ellipse">
            <a:avLst/>
          </a:prstGeom>
          <a:solidFill>
            <a:srgbClr val="E8C39E"/>
          </a:solidFill>
          <a:ln/>
        </p:spPr>
      </p:sp>
      <p:sp>
        <p:nvSpPr>
          <p:cNvPr id="17" name="Shape 13"/>
          <p:cNvSpPr/>
          <p:nvPr/>
        </p:nvSpPr>
        <p:spPr>
          <a:xfrm>
            <a:off x="3593592" y="2880360"/>
            <a:ext cx="731520" cy="1005840"/>
          </a:xfrm>
          <a:prstGeom prst="roundRect">
            <a:avLst>
              <a:gd name="adj" fmla="val 25000"/>
            </a:avLst>
          </a:prstGeom>
          <a:solidFill>
            <a:srgbClr val="0078D4"/>
          </a:solidFill>
          <a:ln w="12700">
            <a:solidFill>
              <a:srgbClr val="0078D4"/>
            </a:solidFill>
            <a:prstDash val="solid"/>
          </a:ln>
        </p:spPr>
      </p:sp>
      <p:pic>
        <p:nvPicPr>
          <p:cNvPr id="18" name="Image 2" descr="preencoded.png">    </p:cNvPr>
          <p:cNvPicPr>
            <a:picLocks noChangeAspect="1"/>
          </p:cNvPicPr>
          <p:nvPr/>
        </p:nvPicPr>
        <p:blipFill>
          <a:blip r:embed="rId3"/>
          <a:stretch>
            <a:fillRect/>
          </a:stretch>
        </p:blipFill>
        <p:spPr>
          <a:xfrm>
            <a:off x="4892040" y="1325880"/>
            <a:ext cx="457200" cy="457200"/>
          </a:xfrm>
          <a:prstGeom prst="rect">
            <a:avLst/>
          </a:prstGeom>
        </p:spPr>
      </p:pic>
      <p:sp>
        <p:nvSpPr>
          <p:cNvPr id="19" name="Text 14"/>
          <p:cNvSpPr txBox="1"/>
          <p:nvPr/>
        </p:nvSpPr>
        <p:spPr>
          <a:xfrm>
            <a:off x="4709160" y="1828800"/>
            <a:ext cx="822960" cy="274320"/>
          </a:xfrm>
          <a:prstGeom prst="rect">
            <a:avLst/>
          </a:prstGeom>
          <a:noFill/>
          <a:ln/>
        </p:spPr>
        <p:txBody>
          <a:bodyPr wrap="square" lIns="0" tIns="0" rIns="0" bIns="0" rtlCol="0" anchor="t"/>
          <a:lstStyle/>
          <a:p>
            <a:pPr algn="ctr" indent="0" marL="0">
              <a:buNone/>
            </a:pPr>
            <a:r>
              <a:rPr lang="en-US" sz="1200" b="1" dirty="0">
                <a:solidFill>
                  <a:srgbClr val="0F4C3A"/>
                </a:solidFill>
                <a:latin typeface="Calibri" pitchFamily="34" charset="0"/>
                <a:ea typeface="Calibri" pitchFamily="34" charset="-122"/>
                <a:cs typeface="Calibri" pitchFamily="34" charset="-120"/>
              </a:rPr>
              <a:t>1 menit</a:t>
            </a:r>
            <a:endParaRPr lang="en-US" sz="1200" dirty="0"/>
          </a:p>
        </p:txBody>
      </p:sp>
      <p:sp>
        <p:nvSpPr>
          <p:cNvPr id="20" name="Text 1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21" name="Text 1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Presentasikan ide dalam 1 menit</a:t>
            </a:r>
            <a:endParaRPr lang="en-US" sz="1800" dirty="0"/>
          </a:p>
        </p:txBody>
      </p:sp>
      <p:sp>
        <p:nvSpPr>
          <p:cNvPr id="22" name="Text 1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Setiap kelompok menceritakan idenya secara lisan. Kelompok lain memberi masukan: apakah konfliknya menarik?</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31</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11: Digital Storytelling · Pertemuan 31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Dokumen Ide Cerita kelompok harus berisi:</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Judul cerita dengan gaya Heading 1.</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Tabel 4 unsur: tokoh, latar, konflik, hikmah.</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Alur 5 kalimat: awal, konflik, penyelesaian, hikmah.</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Nama anggota kelompok.</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11: Digital Storytelling · Pertemuan 31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Keempat unsur cerita sudah jelas</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Alur memiliki awal, konflik, dan penyelesaian</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Hikmah mudah dipahami</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Ide sesuai nilai pesantren</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cerita efektif untuk menyampaikan pesan?</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Hikmah apa yang ingin kelompokmu sampaikan?</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Bercerita dengan jujur: tidak memuat ghibah atau aib orang yang nyata.</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Membuat storyboard dan menyiapkan gambar serta narasi.</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32</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Storyboard &amp; Aset</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Menyiapkan gambar dan narasi</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11: Digital Storytelling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11: Digital Storytelling · Pertemuan 32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Apa yang dibutuhkan agar cerita di kertas bisa menjadi cerita digital?</a:t>
            </a:r>
            <a:endParaRPr lang="en-US" sz="2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11: Digital Storytelling · Pertemuan 32</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Membuat storyboard cerita 5–7 adegan</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Menyiapkan gambar untuk setiap adegan</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Menulis naskah narasi setiap adegan</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Bahan-bahan Cerita Digital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11: Digital Storytelling · Pertemuan 32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Storyboard</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5–7 kotak adegan: gambar, teks singkat, dan narasi setiap adegan.</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Gambar</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Foto kegiatan pesantren, gambar tangan yang difoto, atau ilustrasi gratis.</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Narasi</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Naskah yang dibacakan untuk setiap adegan, 1–3 kalimat.</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Folder Aset</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Semua aset disimpan dalam satu folder agar mudah dicari.</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Contoh Storyboard Cerita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11: Digital Storytelling · Pertemuan 32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43000"/>
            <a:ext cx="1965960" cy="1234440"/>
          </a:xfrm>
          <a:prstGeom prst="rect">
            <a:avLst/>
          </a:prstGeom>
          <a:solidFill>
            <a:srgbClr val="FFFFFF"/>
          </a:solidFill>
          <a:ln w="12700">
            <a:solidFill>
              <a:srgbClr val="333333"/>
            </a:solidFill>
            <a:prstDash val="solid"/>
          </a:ln>
        </p:spPr>
      </p:sp>
      <p:sp>
        <p:nvSpPr>
          <p:cNvPr id="10" name="Text 6"/>
          <p:cNvSpPr txBox="1"/>
          <p:nvPr/>
        </p:nvSpPr>
        <p:spPr>
          <a:xfrm>
            <a:off x="530352" y="1170432"/>
            <a:ext cx="1371600" cy="228600"/>
          </a:xfrm>
          <a:prstGeom prst="rect">
            <a:avLst/>
          </a:prstGeom>
          <a:noFill/>
          <a:ln/>
        </p:spPr>
        <p:txBody>
          <a:bodyPr wrap="square" lIns="0" tIns="0" rIns="0" bIns="0" rtlCol="0" anchor="t"/>
          <a:lstStyle/>
          <a:p>
            <a:pPr indent="0" marL="0">
              <a:buNone/>
            </a:pPr>
            <a:r>
              <a:rPr lang="en-US" sz="1000" b="1" dirty="0">
                <a:solidFill>
                  <a:srgbClr val="E53935"/>
                </a:solidFill>
                <a:latin typeface="Calibri" pitchFamily="34" charset="0"/>
                <a:ea typeface="Calibri" pitchFamily="34" charset="-122"/>
                <a:cs typeface="Calibri" pitchFamily="34" charset="-120"/>
              </a:rPr>
              <a:t>Adegan 1</a:t>
            </a:r>
            <a:endParaRPr lang="en-US" sz="1000" dirty="0"/>
          </a:p>
        </p:txBody>
      </p:sp>
      <p:sp>
        <p:nvSpPr>
          <p:cNvPr id="11" name="Shape 7"/>
          <p:cNvSpPr/>
          <p:nvPr/>
        </p:nvSpPr>
        <p:spPr>
          <a:xfrm>
            <a:off x="1234440" y="1463040"/>
            <a:ext cx="320040" cy="320040"/>
          </a:xfrm>
          <a:prstGeom prst="ellipse">
            <a:avLst/>
          </a:prstGeom>
          <a:solidFill>
            <a:srgbClr val="FFFFFF"/>
          </a:solidFill>
          <a:ln w="12700">
            <a:solidFill>
              <a:srgbClr val="555555"/>
            </a:solidFill>
            <a:prstDash val="solid"/>
          </a:ln>
        </p:spPr>
      </p:sp>
      <p:sp>
        <p:nvSpPr>
          <p:cNvPr id="12" name="Shape 8"/>
          <p:cNvSpPr/>
          <p:nvPr/>
        </p:nvSpPr>
        <p:spPr>
          <a:xfrm>
            <a:off x="1394460" y="1783080"/>
            <a:ext cx="0" cy="411480"/>
          </a:xfrm>
          <a:prstGeom prst="line">
            <a:avLst/>
          </a:prstGeom>
          <a:noFill/>
          <a:ln w="12700">
            <a:solidFill>
              <a:srgbClr val="555555"/>
            </a:solidFill>
            <a:prstDash val="solid"/>
          </a:ln>
        </p:spPr>
      </p:sp>
      <p:sp>
        <p:nvSpPr>
          <p:cNvPr id="13" name="Text 9"/>
          <p:cNvSpPr txBox="1"/>
          <p:nvPr/>
        </p:nvSpPr>
        <p:spPr>
          <a:xfrm>
            <a:off x="457200" y="2450592"/>
            <a:ext cx="1965960" cy="685800"/>
          </a:xfrm>
          <a:prstGeom prst="rect">
            <a:avLst/>
          </a:prstGeom>
          <a:noFill/>
          <a:ln/>
        </p:spPr>
        <p:txBody>
          <a:bodyPr wrap="square" lIns="0" tIns="0" rIns="0" bIns="0" rtlCol="0" anchor="t"/>
          <a:lstStyle/>
          <a:p>
            <a:pPr indent="0" marL="0">
              <a:buNone/>
            </a:pPr>
            <a:r>
              <a:rPr lang="en-US" sz="1050" b="1" dirty="0">
                <a:solidFill>
                  <a:srgbClr val="1E2A26"/>
                </a:solidFill>
                <a:latin typeface="Calibri" pitchFamily="34" charset="0"/>
                <a:ea typeface="Calibri" pitchFamily="34" charset="-122"/>
                <a:cs typeface="Calibri" pitchFamily="34" charset="-120"/>
              </a:rPr>
              <a:t>Gambar: </a:t>
            </a:r>
            <a:pPr indent="0" marL="0">
              <a:buNone/>
            </a:pPr>
            <a:r>
              <a:rPr lang="en-US" sz="1050" dirty="0">
                <a:solidFill>
                  <a:srgbClr val="1E2A26"/>
                </a:solidFill>
                <a:latin typeface="Calibri" pitchFamily="34" charset="0"/>
                <a:ea typeface="Calibri" pitchFamily="34" charset="-122"/>
                <a:cs typeface="Calibri" pitchFamily="34" charset="-120"/>
              </a:rPr>
              <a:t>Hasan tiba di gerbang pesantren bersama ayahnya.</a:t>
            </a:r>
            <a:endParaRPr lang="en-US" sz="1050" dirty="0"/>
          </a:p>
        </p:txBody>
      </p:sp>
      <p:sp>
        <p:nvSpPr>
          <p:cNvPr id="14" name="Text 10"/>
          <p:cNvSpPr txBox="1"/>
          <p:nvPr/>
        </p:nvSpPr>
        <p:spPr>
          <a:xfrm>
            <a:off x="457200" y="3154680"/>
            <a:ext cx="1965960" cy="640080"/>
          </a:xfrm>
          <a:prstGeom prst="rect">
            <a:avLst/>
          </a:prstGeom>
          <a:noFill/>
          <a:ln/>
        </p:spPr>
        <p:txBody>
          <a:bodyPr wrap="square" lIns="0" tIns="0" rIns="0" bIns="0" rtlCol="0" anchor="t"/>
          <a:lstStyle/>
          <a:p>
            <a:pPr indent="0" marL="0">
              <a:buNone/>
            </a:pPr>
            <a:r>
              <a:rPr lang="en-US" sz="1050" b="1" dirty="0">
                <a:solidFill>
                  <a:srgbClr val="1F7A5C"/>
                </a:solidFill>
                <a:latin typeface="Calibri" pitchFamily="34" charset="0"/>
                <a:ea typeface="Calibri" pitchFamily="34" charset="-122"/>
                <a:cs typeface="Calibri" pitchFamily="34" charset="-120"/>
              </a:rPr>
              <a:t>Narasi: </a:t>
            </a:r>
            <a:pPr indent="0" marL="0">
              <a:buNone/>
            </a:pPr>
            <a:r>
              <a:rPr lang="en-US" sz="1050" i="1" dirty="0">
                <a:solidFill>
                  <a:srgbClr val="1E2A26"/>
                </a:solidFill>
                <a:latin typeface="Calibri" pitchFamily="34" charset="0"/>
                <a:ea typeface="Calibri" pitchFamily="34" charset="-122"/>
                <a:cs typeface="Calibri" pitchFamily="34" charset="-120"/>
              </a:rPr>
              <a:t>Hari itu, Hasan resmi menjadi santri...</a:t>
            </a:r>
            <a:endParaRPr lang="en-US" sz="1050" dirty="0"/>
          </a:p>
        </p:txBody>
      </p:sp>
      <p:sp>
        <p:nvSpPr>
          <p:cNvPr id="15" name="Shape 11"/>
          <p:cNvSpPr/>
          <p:nvPr/>
        </p:nvSpPr>
        <p:spPr>
          <a:xfrm>
            <a:off x="2560320" y="1143000"/>
            <a:ext cx="1965960" cy="1234440"/>
          </a:xfrm>
          <a:prstGeom prst="rect">
            <a:avLst/>
          </a:prstGeom>
          <a:solidFill>
            <a:srgbClr val="FFFFFF"/>
          </a:solidFill>
          <a:ln w="12700">
            <a:solidFill>
              <a:srgbClr val="333333"/>
            </a:solidFill>
            <a:prstDash val="solid"/>
          </a:ln>
        </p:spPr>
      </p:sp>
      <p:sp>
        <p:nvSpPr>
          <p:cNvPr id="16" name="Text 12"/>
          <p:cNvSpPr txBox="1"/>
          <p:nvPr/>
        </p:nvSpPr>
        <p:spPr>
          <a:xfrm>
            <a:off x="2633472" y="1170432"/>
            <a:ext cx="1371600" cy="228600"/>
          </a:xfrm>
          <a:prstGeom prst="rect">
            <a:avLst/>
          </a:prstGeom>
          <a:noFill/>
          <a:ln/>
        </p:spPr>
        <p:txBody>
          <a:bodyPr wrap="square" lIns="0" tIns="0" rIns="0" bIns="0" rtlCol="0" anchor="t"/>
          <a:lstStyle/>
          <a:p>
            <a:pPr indent="0" marL="0">
              <a:buNone/>
            </a:pPr>
            <a:r>
              <a:rPr lang="en-US" sz="1000" b="1" dirty="0">
                <a:solidFill>
                  <a:srgbClr val="E53935"/>
                </a:solidFill>
                <a:latin typeface="Calibri" pitchFamily="34" charset="0"/>
                <a:ea typeface="Calibri" pitchFamily="34" charset="-122"/>
                <a:cs typeface="Calibri" pitchFamily="34" charset="-120"/>
              </a:rPr>
              <a:t>Adegan 2</a:t>
            </a:r>
            <a:endParaRPr lang="en-US" sz="1000" dirty="0"/>
          </a:p>
        </p:txBody>
      </p:sp>
      <p:sp>
        <p:nvSpPr>
          <p:cNvPr id="17" name="Shape 13"/>
          <p:cNvSpPr/>
          <p:nvPr/>
        </p:nvSpPr>
        <p:spPr>
          <a:xfrm>
            <a:off x="3337560" y="1463040"/>
            <a:ext cx="320040" cy="320040"/>
          </a:xfrm>
          <a:prstGeom prst="ellipse">
            <a:avLst/>
          </a:prstGeom>
          <a:solidFill>
            <a:srgbClr val="FFFFFF"/>
          </a:solidFill>
          <a:ln w="12700">
            <a:solidFill>
              <a:srgbClr val="555555"/>
            </a:solidFill>
            <a:prstDash val="solid"/>
          </a:ln>
        </p:spPr>
      </p:sp>
      <p:sp>
        <p:nvSpPr>
          <p:cNvPr id="18" name="Shape 14"/>
          <p:cNvSpPr/>
          <p:nvPr/>
        </p:nvSpPr>
        <p:spPr>
          <a:xfrm>
            <a:off x="3497580" y="1783080"/>
            <a:ext cx="0" cy="411480"/>
          </a:xfrm>
          <a:prstGeom prst="line">
            <a:avLst/>
          </a:prstGeom>
          <a:noFill/>
          <a:ln w="12700">
            <a:solidFill>
              <a:srgbClr val="555555"/>
            </a:solidFill>
            <a:prstDash val="solid"/>
          </a:ln>
        </p:spPr>
      </p:sp>
      <p:sp>
        <p:nvSpPr>
          <p:cNvPr id="19" name="Text 15"/>
          <p:cNvSpPr txBox="1"/>
          <p:nvPr/>
        </p:nvSpPr>
        <p:spPr>
          <a:xfrm>
            <a:off x="2560320" y="2450592"/>
            <a:ext cx="1965960" cy="685800"/>
          </a:xfrm>
          <a:prstGeom prst="rect">
            <a:avLst/>
          </a:prstGeom>
          <a:noFill/>
          <a:ln/>
        </p:spPr>
        <p:txBody>
          <a:bodyPr wrap="square" lIns="0" tIns="0" rIns="0" bIns="0" rtlCol="0" anchor="t"/>
          <a:lstStyle/>
          <a:p>
            <a:pPr indent="0" marL="0">
              <a:buNone/>
            </a:pPr>
            <a:r>
              <a:rPr lang="en-US" sz="1050" b="1" dirty="0">
                <a:solidFill>
                  <a:srgbClr val="1E2A26"/>
                </a:solidFill>
                <a:latin typeface="Calibri" pitchFamily="34" charset="0"/>
                <a:ea typeface="Calibri" pitchFamily="34" charset="-122"/>
                <a:cs typeface="Calibri" pitchFamily="34" charset="-120"/>
              </a:rPr>
              <a:t>Gambar: </a:t>
            </a:r>
            <a:pPr indent="0" marL="0">
              <a:buNone/>
            </a:pPr>
            <a:r>
              <a:rPr lang="en-US" sz="1050" dirty="0">
                <a:solidFill>
                  <a:srgbClr val="1E2A26"/>
                </a:solidFill>
                <a:latin typeface="Calibri" pitchFamily="34" charset="0"/>
                <a:ea typeface="Calibri" pitchFamily="34" charset="-122"/>
                <a:cs typeface="Calibri" pitchFamily="34" charset="-120"/>
              </a:rPr>
              <a:t>Malam di asrama, Hasan memandangi foto ibunya.</a:t>
            </a:r>
            <a:endParaRPr lang="en-US" sz="1050" dirty="0"/>
          </a:p>
        </p:txBody>
      </p:sp>
      <p:sp>
        <p:nvSpPr>
          <p:cNvPr id="20" name="Text 16"/>
          <p:cNvSpPr txBox="1"/>
          <p:nvPr/>
        </p:nvSpPr>
        <p:spPr>
          <a:xfrm>
            <a:off x="2560320" y="3154680"/>
            <a:ext cx="1965960" cy="640080"/>
          </a:xfrm>
          <a:prstGeom prst="rect">
            <a:avLst/>
          </a:prstGeom>
          <a:noFill/>
          <a:ln/>
        </p:spPr>
        <p:txBody>
          <a:bodyPr wrap="square" lIns="0" tIns="0" rIns="0" bIns="0" rtlCol="0" anchor="t"/>
          <a:lstStyle/>
          <a:p>
            <a:pPr indent="0" marL="0">
              <a:buNone/>
            </a:pPr>
            <a:r>
              <a:rPr lang="en-US" sz="1050" b="1" dirty="0">
                <a:solidFill>
                  <a:srgbClr val="1F7A5C"/>
                </a:solidFill>
                <a:latin typeface="Calibri" pitchFamily="34" charset="0"/>
                <a:ea typeface="Calibri" pitchFamily="34" charset="-122"/>
                <a:cs typeface="Calibri" pitchFamily="34" charset="-120"/>
              </a:rPr>
              <a:t>Narasi: </a:t>
            </a:r>
            <a:pPr indent="0" marL="0">
              <a:buNone/>
            </a:pPr>
            <a:r>
              <a:rPr lang="en-US" sz="1050" i="1" dirty="0">
                <a:solidFill>
                  <a:srgbClr val="1E2A26"/>
                </a:solidFill>
                <a:latin typeface="Calibri" pitchFamily="34" charset="0"/>
                <a:ea typeface="Calibri" pitchFamily="34" charset="-122"/>
                <a:cs typeface="Calibri" pitchFamily="34" charset="-120"/>
              </a:rPr>
              <a:t>Malam pertama terasa begitu panjang...</a:t>
            </a:r>
            <a:endParaRPr lang="en-US" sz="1050" dirty="0"/>
          </a:p>
        </p:txBody>
      </p:sp>
      <p:sp>
        <p:nvSpPr>
          <p:cNvPr id="21" name="Shape 17"/>
          <p:cNvSpPr/>
          <p:nvPr/>
        </p:nvSpPr>
        <p:spPr>
          <a:xfrm>
            <a:off x="4663440" y="1143000"/>
            <a:ext cx="1965960" cy="1234440"/>
          </a:xfrm>
          <a:prstGeom prst="rect">
            <a:avLst/>
          </a:prstGeom>
          <a:solidFill>
            <a:srgbClr val="FFFFFF"/>
          </a:solidFill>
          <a:ln w="12700">
            <a:solidFill>
              <a:srgbClr val="333333"/>
            </a:solidFill>
            <a:prstDash val="solid"/>
          </a:ln>
        </p:spPr>
      </p:sp>
      <p:sp>
        <p:nvSpPr>
          <p:cNvPr id="22" name="Text 18"/>
          <p:cNvSpPr txBox="1"/>
          <p:nvPr/>
        </p:nvSpPr>
        <p:spPr>
          <a:xfrm>
            <a:off x="4736592" y="1170432"/>
            <a:ext cx="1371600" cy="228600"/>
          </a:xfrm>
          <a:prstGeom prst="rect">
            <a:avLst/>
          </a:prstGeom>
          <a:noFill/>
          <a:ln/>
        </p:spPr>
        <p:txBody>
          <a:bodyPr wrap="square" lIns="0" tIns="0" rIns="0" bIns="0" rtlCol="0" anchor="t"/>
          <a:lstStyle/>
          <a:p>
            <a:pPr indent="0" marL="0">
              <a:buNone/>
            </a:pPr>
            <a:r>
              <a:rPr lang="en-US" sz="1000" b="1" dirty="0">
                <a:solidFill>
                  <a:srgbClr val="E53935"/>
                </a:solidFill>
                <a:latin typeface="Calibri" pitchFamily="34" charset="0"/>
                <a:ea typeface="Calibri" pitchFamily="34" charset="-122"/>
                <a:cs typeface="Calibri" pitchFamily="34" charset="-120"/>
              </a:rPr>
              <a:t>Adegan 3</a:t>
            </a:r>
            <a:endParaRPr lang="en-US" sz="1000" dirty="0"/>
          </a:p>
        </p:txBody>
      </p:sp>
      <p:sp>
        <p:nvSpPr>
          <p:cNvPr id="23" name="Shape 19"/>
          <p:cNvSpPr/>
          <p:nvPr/>
        </p:nvSpPr>
        <p:spPr>
          <a:xfrm>
            <a:off x="5440680" y="1463040"/>
            <a:ext cx="320040" cy="320040"/>
          </a:xfrm>
          <a:prstGeom prst="ellipse">
            <a:avLst/>
          </a:prstGeom>
          <a:solidFill>
            <a:srgbClr val="FFFFFF"/>
          </a:solidFill>
          <a:ln w="12700">
            <a:solidFill>
              <a:srgbClr val="555555"/>
            </a:solidFill>
            <a:prstDash val="solid"/>
          </a:ln>
        </p:spPr>
      </p:sp>
      <p:sp>
        <p:nvSpPr>
          <p:cNvPr id="24" name="Shape 20"/>
          <p:cNvSpPr/>
          <p:nvPr/>
        </p:nvSpPr>
        <p:spPr>
          <a:xfrm>
            <a:off x="5600700" y="1783080"/>
            <a:ext cx="0" cy="411480"/>
          </a:xfrm>
          <a:prstGeom prst="line">
            <a:avLst/>
          </a:prstGeom>
          <a:noFill/>
          <a:ln w="12700">
            <a:solidFill>
              <a:srgbClr val="555555"/>
            </a:solidFill>
            <a:prstDash val="solid"/>
          </a:ln>
        </p:spPr>
      </p:sp>
      <p:sp>
        <p:nvSpPr>
          <p:cNvPr id="25" name="Text 21"/>
          <p:cNvSpPr txBox="1"/>
          <p:nvPr/>
        </p:nvSpPr>
        <p:spPr>
          <a:xfrm>
            <a:off x="4663440" y="2450592"/>
            <a:ext cx="1965960" cy="685800"/>
          </a:xfrm>
          <a:prstGeom prst="rect">
            <a:avLst/>
          </a:prstGeom>
          <a:noFill/>
          <a:ln/>
        </p:spPr>
        <p:txBody>
          <a:bodyPr wrap="square" lIns="0" tIns="0" rIns="0" bIns="0" rtlCol="0" anchor="t"/>
          <a:lstStyle/>
          <a:p>
            <a:pPr indent="0" marL="0">
              <a:buNone/>
            </a:pPr>
            <a:r>
              <a:rPr lang="en-US" sz="1050" b="1" dirty="0">
                <a:solidFill>
                  <a:srgbClr val="1E2A26"/>
                </a:solidFill>
                <a:latin typeface="Calibri" pitchFamily="34" charset="0"/>
                <a:ea typeface="Calibri" pitchFamily="34" charset="-122"/>
                <a:cs typeface="Calibri" pitchFamily="34" charset="-120"/>
              </a:rPr>
              <a:t>Gambar: </a:t>
            </a:r>
            <a:pPr indent="0" marL="0">
              <a:buNone/>
            </a:pPr>
            <a:r>
              <a:rPr lang="en-US" sz="1050" dirty="0">
                <a:solidFill>
                  <a:srgbClr val="1E2A26"/>
                </a:solidFill>
                <a:latin typeface="Calibri" pitchFamily="34" charset="0"/>
                <a:ea typeface="Calibri" pitchFamily="34" charset="-122"/>
                <a:cs typeface="Calibri" pitchFamily="34" charset="-120"/>
              </a:rPr>
              <a:t>Hasan menangis diam-diam di balik selimut.</a:t>
            </a:r>
            <a:endParaRPr lang="en-US" sz="1050" dirty="0"/>
          </a:p>
        </p:txBody>
      </p:sp>
      <p:sp>
        <p:nvSpPr>
          <p:cNvPr id="26" name="Text 22"/>
          <p:cNvSpPr txBox="1"/>
          <p:nvPr/>
        </p:nvSpPr>
        <p:spPr>
          <a:xfrm>
            <a:off x="4663440" y="3154680"/>
            <a:ext cx="1965960" cy="640080"/>
          </a:xfrm>
          <a:prstGeom prst="rect">
            <a:avLst/>
          </a:prstGeom>
          <a:noFill/>
          <a:ln/>
        </p:spPr>
        <p:txBody>
          <a:bodyPr wrap="square" lIns="0" tIns="0" rIns="0" bIns="0" rtlCol="0" anchor="t"/>
          <a:lstStyle/>
          <a:p>
            <a:pPr indent="0" marL="0">
              <a:buNone/>
            </a:pPr>
            <a:r>
              <a:rPr lang="en-US" sz="1050" b="1" dirty="0">
                <a:solidFill>
                  <a:srgbClr val="1F7A5C"/>
                </a:solidFill>
                <a:latin typeface="Calibri" pitchFamily="34" charset="0"/>
                <a:ea typeface="Calibri" pitchFamily="34" charset="-122"/>
                <a:cs typeface="Calibri" pitchFamily="34" charset="-120"/>
              </a:rPr>
              <a:t>Narasi: </a:t>
            </a:r>
            <a:pPr indent="0" marL="0">
              <a:buNone/>
            </a:pPr>
            <a:r>
              <a:rPr lang="en-US" sz="1050" i="1" dirty="0">
                <a:solidFill>
                  <a:srgbClr val="1E2A26"/>
                </a:solidFill>
                <a:latin typeface="Calibri" pitchFamily="34" charset="0"/>
                <a:ea typeface="Calibri" pitchFamily="34" charset="-122"/>
                <a:cs typeface="Calibri" pitchFamily="34" charset="-120"/>
              </a:rPr>
              <a:t>Ia ingin pulang...</a:t>
            </a:r>
            <a:endParaRPr lang="en-US" sz="1050" dirty="0"/>
          </a:p>
        </p:txBody>
      </p:sp>
      <p:sp>
        <p:nvSpPr>
          <p:cNvPr id="27" name="Shape 23"/>
          <p:cNvSpPr/>
          <p:nvPr/>
        </p:nvSpPr>
        <p:spPr>
          <a:xfrm>
            <a:off x="6766560" y="1143000"/>
            <a:ext cx="1965960" cy="1234440"/>
          </a:xfrm>
          <a:prstGeom prst="rect">
            <a:avLst/>
          </a:prstGeom>
          <a:solidFill>
            <a:srgbClr val="FFFFFF"/>
          </a:solidFill>
          <a:ln w="12700">
            <a:solidFill>
              <a:srgbClr val="333333"/>
            </a:solidFill>
            <a:prstDash val="solid"/>
          </a:ln>
        </p:spPr>
      </p:sp>
      <p:sp>
        <p:nvSpPr>
          <p:cNvPr id="28" name="Text 24"/>
          <p:cNvSpPr txBox="1"/>
          <p:nvPr/>
        </p:nvSpPr>
        <p:spPr>
          <a:xfrm>
            <a:off x="6839712" y="1170432"/>
            <a:ext cx="1371600" cy="228600"/>
          </a:xfrm>
          <a:prstGeom prst="rect">
            <a:avLst/>
          </a:prstGeom>
          <a:noFill/>
          <a:ln/>
        </p:spPr>
        <p:txBody>
          <a:bodyPr wrap="square" lIns="0" tIns="0" rIns="0" bIns="0" rtlCol="0" anchor="t"/>
          <a:lstStyle/>
          <a:p>
            <a:pPr indent="0" marL="0">
              <a:buNone/>
            </a:pPr>
            <a:r>
              <a:rPr lang="en-US" sz="1000" b="1" dirty="0">
                <a:solidFill>
                  <a:srgbClr val="E53935"/>
                </a:solidFill>
                <a:latin typeface="Calibri" pitchFamily="34" charset="0"/>
                <a:ea typeface="Calibri" pitchFamily="34" charset="-122"/>
                <a:cs typeface="Calibri" pitchFamily="34" charset="-120"/>
              </a:rPr>
              <a:t>Adegan 4</a:t>
            </a:r>
            <a:endParaRPr lang="en-US" sz="1000" dirty="0"/>
          </a:p>
        </p:txBody>
      </p:sp>
      <p:sp>
        <p:nvSpPr>
          <p:cNvPr id="29" name="Shape 25"/>
          <p:cNvSpPr/>
          <p:nvPr/>
        </p:nvSpPr>
        <p:spPr>
          <a:xfrm>
            <a:off x="7543800" y="1463040"/>
            <a:ext cx="320040" cy="320040"/>
          </a:xfrm>
          <a:prstGeom prst="ellipse">
            <a:avLst/>
          </a:prstGeom>
          <a:solidFill>
            <a:srgbClr val="FFFFFF"/>
          </a:solidFill>
          <a:ln w="12700">
            <a:solidFill>
              <a:srgbClr val="555555"/>
            </a:solidFill>
            <a:prstDash val="solid"/>
          </a:ln>
        </p:spPr>
      </p:sp>
      <p:sp>
        <p:nvSpPr>
          <p:cNvPr id="30" name="Shape 26"/>
          <p:cNvSpPr/>
          <p:nvPr/>
        </p:nvSpPr>
        <p:spPr>
          <a:xfrm>
            <a:off x="7703820" y="1783080"/>
            <a:ext cx="0" cy="411480"/>
          </a:xfrm>
          <a:prstGeom prst="line">
            <a:avLst/>
          </a:prstGeom>
          <a:noFill/>
          <a:ln w="12700">
            <a:solidFill>
              <a:srgbClr val="555555"/>
            </a:solidFill>
            <a:prstDash val="solid"/>
          </a:ln>
        </p:spPr>
      </p:sp>
      <p:sp>
        <p:nvSpPr>
          <p:cNvPr id="31" name="Text 27"/>
          <p:cNvSpPr txBox="1"/>
          <p:nvPr/>
        </p:nvSpPr>
        <p:spPr>
          <a:xfrm>
            <a:off x="6766560" y="2450592"/>
            <a:ext cx="1965960" cy="685800"/>
          </a:xfrm>
          <a:prstGeom prst="rect">
            <a:avLst/>
          </a:prstGeom>
          <a:noFill/>
          <a:ln/>
        </p:spPr>
        <p:txBody>
          <a:bodyPr wrap="square" lIns="0" tIns="0" rIns="0" bIns="0" rtlCol="0" anchor="t"/>
          <a:lstStyle/>
          <a:p>
            <a:pPr indent="0" marL="0">
              <a:buNone/>
            </a:pPr>
            <a:r>
              <a:rPr lang="en-US" sz="1050" b="1" dirty="0">
                <a:solidFill>
                  <a:srgbClr val="1E2A26"/>
                </a:solidFill>
                <a:latin typeface="Calibri" pitchFamily="34" charset="0"/>
                <a:ea typeface="Calibri" pitchFamily="34" charset="-122"/>
                <a:cs typeface="Calibri" pitchFamily="34" charset="-120"/>
              </a:rPr>
              <a:t>Gambar: </a:t>
            </a:r>
            <a:pPr indent="0" marL="0">
              <a:buNone/>
            </a:pPr>
            <a:r>
              <a:rPr lang="en-US" sz="1050" dirty="0">
                <a:solidFill>
                  <a:srgbClr val="1E2A26"/>
                </a:solidFill>
                <a:latin typeface="Calibri" pitchFamily="34" charset="0"/>
                <a:ea typeface="Calibri" pitchFamily="34" charset="-122"/>
                <a:cs typeface="Calibri" pitchFamily="34" charset="-120"/>
              </a:rPr>
              <a:t>Bilal datang dan mengajak murajaah.</a:t>
            </a:r>
            <a:endParaRPr lang="en-US" sz="1050" dirty="0"/>
          </a:p>
        </p:txBody>
      </p:sp>
      <p:sp>
        <p:nvSpPr>
          <p:cNvPr id="32" name="Text 28"/>
          <p:cNvSpPr txBox="1"/>
          <p:nvPr/>
        </p:nvSpPr>
        <p:spPr>
          <a:xfrm>
            <a:off x="6766560" y="3154680"/>
            <a:ext cx="1965960" cy="640080"/>
          </a:xfrm>
          <a:prstGeom prst="rect">
            <a:avLst/>
          </a:prstGeom>
          <a:noFill/>
          <a:ln/>
        </p:spPr>
        <p:txBody>
          <a:bodyPr wrap="square" lIns="0" tIns="0" rIns="0" bIns="0" rtlCol="0" anchor="t"/>
          <a:lstStyle/>
          <a:p>
            <a:pPr indent="0" marL="0">
              <a:buNone/>
            </a:pPr>
            <a:r>
              <a:rPr lang="en-US" sz="1050" b="1" dirty="0">
                <a:solidFill>
                  <a:srgbClr val="1F7A5C"/>
                </a:solidFill>
                <a:latin typeface="Calibri" pitchFamily="34" charset="0"/>
                <a:ea typeface="Calibri" pitchFamily="34" charset="-122"/>
                <a:cs typeface="Calibri" pitchFamily="34" charset="-120"/>
              </a:rPr>
              <a:t>Narasi: </a:t>
            </a:r>
            <a:pPr indent="0" marL="0">
              <a:buNone/>
            </a:pPr>
            <a:r>
              <a:rPr lang="en-US" sz="1050" i="1" dirty="0">
                <a:solidFill>
                  <a:srgbClr val="1E2A26"/>
                </a:solidFill>
                <a:latin typeface="Calibri" pitchFamily="34" charset="0"/>
                <a:ea typeface="Calibri" pitchFamily="34" charset="-122"/>
                <a:cs typeface="Calibri" pitchFamily="34" charset="-120"/>
              </a:rPr>
              <a:t>"Ayo murajaah bersama," kata Bilal...</a:t>
            </a:r>
            <a:endParaRPr lang="en-US" sz="1050" dirty="0"/>
          </a:p>
        </p:txBody>
      </p:sp>
      <p:sp>
        <p:nvSpPr>
          <p:cNvPr id="33" name="Shape 29"/>
          <p:cNvSpPr/>
          <p:nvPr/>
        </p:nvSpPr>
        <p:spPr>
          <a:xfrm>
            <a:off x="457200" y="3931920"/>
            <a:ext cx="8229600" cy="640080"/>
          </a:xfrm>
          <a:prstGeom prst="roundRect">
            <a:avLst>
              <a:gd name="adj" fmla="val 14286"/>
            </a:avLst>
          </a:prstGeom>
          <a:solidFill>
            <a:srgbClr val="FBF1D3"/>
          </a:solidFill>
          <a:ln w="12700">
            <a:solidFill>
              <a:srgbClr val="FBF1D3"/>
            </a:solidFill>
            <a:prstDash val="solid"/>
          </a:ln>
        </p:spPr>
      </p:sp>
      <p:sp>
        <p:nvSpPr>
          <p:cNvPr id="34" name="Text 30"/>
          <p:cNvSpPr txBox="1"/>
          <p:nvPr/>
        </p:nvSpPr>
        <p:spPr>
          <a:xfrm>
            <a:off x="640080" y="3931920"/>
            <a:ext cx="7863840" cy="640080"/>
          </a:xfrm>
          <a:prstGeom prst="rect">
            <a:avLst/>
          </a:prstGeom>
          <a:noFill/>
          <a:ln/>
        </p:spPr>
        <p:txBody>
          <a:bodyPr wrap="square" lIns="0" tIns="0" rIns="0" bIns="0" rtlCol="0" anchor="ctr"/>
          <a:lstStyle/>
          <a:p>
            <a:pPr indent="0" marL="0">
              <a:buNone/>
            </a:pPr>
            <a:r>
              <a:rPr lang="en-US" sz="1350" b="1" dirty="0">
                <a:solidFill>
                  <a:srgbClr val="0F4C3A"/>
                </a:solidFill>
                <a:latin typeface="Calibri" pitchFamily="34" charset="0"/>
                <a:ea typeface="Calibri" pitchFamily="34" charset="-122"/>
                <a:cs typeface="Calibri" pitchFamily="34" charset="-120"/>
              </a:rPr>
              <a:t>Lanjutkan sampai adegan penyelesaian dan hikmah (5–7 adegan).</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Menyiapkan Storyboard dan Aset</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Kerja kelompok · ikuti langkah demi langkah</a:t>
            </a:r>
            <a:endParaRPr lang="en-US" sz="1500" dirty="0"/>
          </a:p>
        </p:txBody>
      </p:sp>
      <p:sp>
        <p:nvSpPr>
          <p:cNvPr id="5" name="Shape 3"/>
          <p:cNvSpPr/>
          <p:nvPr/>
        </p:nvSpPr>
        <p:spPr>
          <a:xfrm>
            <a:off x="548640" y="2514600"/>
            <a:ext cx="379476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347472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347472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Storyboard dan naskah narasi</a:t>
            </a:r>
            <a:endParaRPr lang="en-US" sz="1700" dirty="0"/>
          </a:p>
        </p:txBody>
      </p:sp>
      <p:sp>
        <p:nvSpPr>
          <p:cNvPr id="8" name="Shape 6"/>
          <p:cNvSpPr/>
          <p:nvPr/>
        </p:nvSpPr>
        <p:spPr>
          <a:xfrm>
            <a:off x="4572000" y="2514600"/>
            <a:ext cx="379476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4754880" y="2651760"/>
            <a:ext cx="347472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3–5</a:t>
            </a:r>
            <a:endParaRPr lang="en-US" sz="1200" dirty="0"/>
          </a:p>
        </p:txBody>
      </p:sp>
      <p:sp>
        <p:nvSpPr>
          <p:cNvPr id="10" name="Text 8"/>
          <p:cNvSpPr txBox="1"/>
          <p:nvPr/>
        </p:nvSpPr>
        <p:spPr>
          <a:xfrm>
            <a:off x="4754880" y="2971800"/>
            <a:ext cx="347472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Mengumpulkan gambar ke folder aset</a:t>
            </a:r>
            <a:endParaRPr lang="en-US" sz="1700" dirty="0"/>
          </a:p>
        </p:txBody>
      </p:sp>
      <p:sp>
        <p:nvSpPr>
          <p:cNvPr id="11" name="Text 9"/>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2"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Storyboard</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1/5</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11: Digital Storytelling · Pertemuan 32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502920" y="1051560"/>
            <a:ext cx="5120640" cy="3611880"/>
          </a:xfrm>
          <a:prstGeom prst="rect">
            <a:avLst/>
          </a:prstGeom>
          <a:solidFill>
            <a:srgbClr val="FFFFFF"/>
          </a:solidFill>
          <a:ln w="12700">
            <a:solidFill>
              <a:srgbClr val="BBBBBB"/>
            </a:solidFill>
            <a:prstDash val="solid"/>
          </a:ln>
        </p:spPr>
      </p:sp>
      <p:sp>
        <p:nvSpPr>
          <p:cNvPr id="10" name="Shape 6"/>
          <p:cNvSpPr/>
          <p:nvPr/>
        </p:nvSpPr>
        <p:spPr>
          <a:xfrm>
            <a:off x="685800" y="1234440"/>
            <a:ext cx="1463040" cy="914400"/>
          </a:xfrm>
          <a:prstGeom prst="rect">
            <a:avLst/>
          </a:prstGeom>
          <a:solidFill>
            <a:srgbClr val="FFFFFF"/>
          </a:solidFill>
          <a:ln w="12700">
            <a:solidFill>
              <a:srgbClr val="333333"/>
            </a:solidFill>
            <a:prstDash val="solid"/>
          </a:ln>
        </p:spPr>
      </p:sp>
      <p:sp>
        <p:nvSpPr>
          <p:cNvPr id="11" name="Text 7"/>
          <p:cNvSpPr txBox="1"/>
          <p:nvPr/>
        </p:nvSpPr>
        <p:spPr>
          <a:xfrm>
            <a:off x="731520" y="1252728"/>
            <a:ext cx="274320" cy="228600"/>
          </a:xfrm>
          <a:prstGeom prst="rect">
            <a:avLst/>
          </a:prstGeom>
          <a:noFill/>
          <a:ln/>
        </p:spPr>
        <p:txBody>
          <a:bodyPr wrap="square" lIns="0" tIns="0" rIns="0" bIns="0" rtlCol="0" anchor="t"/>
          <a:lstStyle/>
          <a:p>
            <a:pPr indent="0" marL="0">
              <a:buNone/>
            </a:pPr>
            <a:r>
              <a:rPr lang="en-US" sz="1100" b="1" dirty="0">
                <a:solidFill>
                  <a:srgbClr val="E53935"/>
                </a:solidFill>
                <a:latin typeface="Calibri" pitchFamily="34" charset="0"/>
                <a:ea typeface="Calibri" pitchFamily="34" charset="-122"/>
                <a:cs typeface="Calibri" pitchFamily="34" charset="-120"/>
              </a:rPr>
              <a:t>1</a:t>
            </a:r>
            <a:endParaRPr lang="en-US" sz="1100" dirty="0"/>
          </a:p>
        </p:txBody>
      </p:sp>
      <p:sp>
        <p:nvSpPr>
          <p:cNvPr id="12" name="Shape 8"/>
          <p:cNvSpPr/>
          <p:nvPr/>
        </p:nvSpPr>
        <p:spPr>
          <a:xfrm>
            <a:off x="685800" y="2286000"/>
            <a:ext cx="1463040" cy="0"/>
          </a:xfrm>
          <a:prstGeom prst="line">
            <a:avLst/>
          </a:prstGeom>
          <a:noFill/>
          <a:ln w="6350">
            <a:solidFill>
              <a:srgbClr val="AAAAAA"/>
            </a:solidFill>
            <a:prstDash val="dash"/>
          </a:ln>
        </p:spPr>
      </p:sp>
      <p:sp>
        <p:nvSpPr>
          <p:cNvPr id="13" name="Shape 9"/>
          <p:cNvSpPr/>
          <p:nvPr/>
        </p:nvSpPr>
        <p:spPr>
          <a:xfrm>
            <a:off x="685800" y="2450592"/>
            <a:ext cx="1463040" cy="0"/>
          </a:xfrm>
          <a:prstGeom prst="line">
            <a:avLst/>
          </a:prstGeom>
          <a:noFill/>
          <a:ln w="6350">
            <a:solidFill>
              <a:srgbClr val="AAAAAA"/>
            </a:solidFill>
            <a:prstDash val="dash"/>
          </a:ln>
        </p:spPr>
      </p:sp>
      <p:sp>
        <p:nvSpPr>
          <p:cNvPr id="14" name="Shape 10"/>
          <p:cNvSpPr/>
          <p:nvPr/>
        </p:nvSpPr>
        <p:spPr>
          <a:xfrm>
            <a:off x="685800" y="2615184"/>
            <a:ext cx="1463040" cy="0"/>
          </a:xfrm>
          <a:prstGeom prst="line">
            <a:avLst/>
          </a:prstGeom>
          <a:noFill/>
          <a:ln w="6350">
            <a:solidFill>
              <a:srgbClr val="AAAAAA"/>
            </a:solidFill>
            <a:prstDash val="dash"/>
          </a:ln>
        </p:spPr>
      </p:sp>
      <p:sp>
        <p:nvSpPr>
          <p:cNvPr id="15" name="Shape 11"/>
          <p:cNvSpPr/>
          <p:nvPr/>
        </p:nvSpPr>
        <p:spPr>
          <a:xfrm>
            <a:off x="2331720" y="1234440"/>
            <a:ext cx="1463040" cy="914400"/>
          </a:xfrm>
          <a:prstGeom prst="rect">
            <a:avLst/>
          </a:prstGeom>
          <a:solidFill>
            <a:srgbClr val="FFFFFF"/>
          </a:solidFill>
          <a:ln w="12700">
            <a:solidFill>
              <a:srgbClr val="333333"/>
            </a:solidFill>
            <a:prstDash val="solid"/>
          </a:ln>
        </p:spPr>
      </p:sp>
      <p:sp>
        <p:nvSpPr>
          <p:cNvPr id="16" name="Text 12"/>
          <p:cNvSpPr txBox="1"/>
          <p:nvPr/>
        </p:nvSpPr>
        <p:spPr>
          <a:xfrm>
            <a:off x="2377440" y="1252728"/>
            <a:ext cx="274320" cy="228600"/>
          </a:xfrm>
          <a:prstGeom prst="rect">
            <a:avLst/>
          </a:prstGeom>
          <a:noFill/>
          <a:ln/>
        </p:spPr>
        <p:txBody>
          <a:bodyPr wrap="square" lIns="0" tIns="0" rIns="0" bIns="0" rtlCol="0" anchor="t"/>
          <a:lstStyle/>
          <a:p>
            <a:pPr indent="0" marL="0">
              <a:buNone/>
            </a:pPr>
            <a:r>
              <a:rPr lang="en-US" sz="1100" b="1" dirty="0">
                <a:solidFill>
                  <a:srgbClr val="E53935"/>
                </a:solidFill>
                <a:latin typeface="Calibri" pitchFamily="34" charset="0"/>
                <a:ea typeface="Calibri" pitchFamily="34" charset="-122"/>
                <a:cs typeface="Calibri" pitchFamily="34" charset="-120"/>
              </a:rPr>
              <a:t>2</a:t>
            </a:r>
            <a:endParaRPr lang="en-US" sz="1100" dirty="0"/>
          </a:p>
        </p:txBody>
      </p:sp>
      <p:sp>
        <p:nvSpPr>
          <p:cNvPr id="17" name="Shape 13"/>
          <p:cNvSpPr/>
          <p:nvPr/>
        </p:nvSpPr>
        <p:spPr>
          <a:xfrm>
            <a:off x="2331720" y="2286000"/>
            <a:ext cx="1463040" cy="0"/>
          </a:xfrm>
          <a:prstGeom prst="line">
            <a:avLst/>
          </a:prstGeom>
          <a:noFill/>
          <a:ln w="6350">
            <a:solidFill>
              <a:srgbClr val="AAAAAA"/>
            </a:solidFill>
            <a:prstDash val="dash"/>
          </a:ln>
        </p:spPr>
      </p:sp>
      <p:sp>
        <p:nvSpPr>
          <p:cNvPr id="18" name="Shape 14"/>
          <p:cNvSpPr/>
          <p:nvPr/>
        </p:nvSpPr>
        <p:spPr>
          <a:xfrm>
            <a:off x="2331720" y="2450592"/>
            <a:ext cx="1463040" cy="0"/>
          </a:xfrm>
          <a:prstGeom prst="line">
            <a:avLst/>
          </a:prstGeom>
          <a:noFill/>
          <a:ln w="6350">
            <a:solidFill>
              <a:srgbClr val="AAAAAA"/>
            </a:solidFill>
            <a:prstDash val="dash"/>
          </a:ln>
        </p:spPr>
      </p:sp>
      <p:sp>
        <p:nvSpPr>
          <p:cNvPr id="19" name="Shape 15"/>
          <p:cNvSpPr/>
          <p:nvPr/>
        </p:nvSpPr>
        <p:spPr>
          <a:xfrm>
            <a:off x="2331720" y="2615184"/>
            <a:ext cx="1463040" cy="0"/>
          </a:xfrm>
          <a:prstGeom prst="line">
            <a:avLst/>
          </a:prstGeom>
          <a:noFill/>
          <a:ln w="6350">
            <a:solidFill>
              <a:srgbClr val="AAAAAA"/>
            </a:solidFill>
            <a:prstDash val="dash"/>
          </a:ln>
        </p:spPr>
      </p:sp>
      <p:sp>
        <p:nvSpPr>
          <p:cNvPr id="20" name="Shape 16"/>
          <p:cNvSpPr/>
          <p:nvPr/>
        </p:nvSpPr>
        <p:spPr>
          <a:xfrm>
            <a:off x="3977640" y="1234440"/>
            <a:ext cx="1463040" cy="914400"/>
          </a:xfrm>
          <a:prstGeom prst="rect">
            <a:avLst/>
          </a:prstGeom>
          <a:solidFill>
            <a:srgbClr val="FFFFFF"/>
          </a:solidFill>
          <a:ln w="12700">
            <a:solidFill>
              <a:srgbClr val="333333"/>
            </a:solidFill>
            <a:prstDash val="solid"/>
          </a:ln>
        </p:spPr>
      </p:sp>
      <p:sp>
        <p:nvSpPr>
          <p:cNvPr id="21" name="Text 17"/>
          <p:cNvSpPr txBox="1"/>
          <p:nvPr/>
        </p:nvSpPr>
        <p:spPr>
          <a:xfrm>
            <a:off x="4023360" y="1252728"/>
            <a:ext cx="274320" cy="228600"/>
          </a:xfrm>
          <a:prstGeom prst="rect">
            <a:avLst/>
          </a:prstGeom>
          <a:noFill/>
          <a:ln/>
        </p:spPr>
        <p:txBody>
          <a:bodyPr wrap="square" lIns="0" tIns="0" rIns="0" bIns="0" rtlCol="0" anchor="t"/>
          <a:lstStyle/>
          <a:p>
            <a:pPr indent="0" marL="0">
              <a:buNone/>
            </a:pPr>
            <a:r>
              <a:rPr lang="en-US" sz="1100" b="1" dirty="0">
                <a:solidFill>
                  <a:srgbClr val="E53935"/>
                </a:solidFill>
                <a:latin typeface="Calibri" pitchFamily="34" charset="0"/>
                <a:ea typeface="Calibri" pitchFamily="34" charset="-122"/>
                <a:cs typeface="Calibri" pitchFamily="34" charset="-120"/>
              </a:rPr>
              <a:t>3</a:t>
            </a:r>
            <a:endParaRPr lang="en-US" sz="1100" dirty="0"/>
          </a:p>
        </p:txBody>
      </p:sp>
      <p:sp>
        <p:nvSpPr>
          <p:cNvPr id="22" name="Shape 18"/>
          <p:cNvSpPr/>
          <p:nvPr/>
        </p:nvSpPr>
        <p:spPr>
          <a:xfrm>
            <a:off x="3977640" y="2286000"/>
            <a:ext cx="1463040" cy="0"/>
          </a:xfrm>
          <a:prstGeom prst="line">
            <a:avLst/>
          </a:prstGeom>
          <a:noFill/>
          <a:ln w="6350">
            <a:solidFill>
              <a:srgbClr val="AAAAAA"/>
            </a:solidFill>
            <a:prstDash val="dash"/>
          </a:ln>
        </p:spPr>
      </p:sp>
      <p:sp>
        <p:nvSpPr>
          <p:cNvPr id="23" name="Shape 19"/>
          <p:cNvSpPr/>
          <p:nvPr/>
        </p:nvSpPr>
        <p:spPr>
          <a:xfrm>
            <a:off x="3977640" y="2450592"/>
            <a:ext cx="1463040" cy="0"/>
          </a:xfrm>
          <a:prstGeom prst="line">
            <a:avLst/>
          </a:prstGeom>
          <a:noFill/>
          <a:ln w="6350">
            <a:solidFill>
              <a:srgbClr val="AAAAAA"/>
            </a:solidFill>
            <a:prstDash val="dash"/>
          </a:ln>
        </p:spPr>
      </p:sp>
      <p:sp>
        <p:nvSpPr>
          <p:cNvPr id="24" name="Shape 20"/>
          <p:cNvSpPr/>
          <p:nvPr/>
        </p:nvSpPr>
        <p:spPr>
          <a:xfrm>
            <a:off x="3977640" y="2615184"/>
            <a:ext cx="1463040" cy="0"/>
          </a:xfrm>
          <a:prstGeom prst="line">
            <a:avLst/>
          </a:prstGeom>
          <a:noFill/>
          <a:ln w="6350">
            <a:solidFill>
              <a:srgbClr val="AAAAAA"/>
            </a:solidFill>
            <a:prstDash val="dash"/>
          </a:ln>
        </p:spPr>
      </p:sp>
      <p:sp>
        <p:nvSpPr>
          <p:cNvPr id="25" name="Shape 21"/>
          <p:cNvSpPr/>
          <p:nvPr/>
        </p:nvSpPr>
        <p:spPr>
          <a:xfrm>
            <a:off x="685800" y="2926080"/>
            <a:ext cx="1463040" cy="914400"/>
          </a:xfrm>
          <a:prstGeom prst="rect">
            <a:avLst/>
          </a:prstGeom>
          <a:solidFill>
            <a:srgbClr val="FFFFFF"/>
          </a:solidFill>
          <a:ln w="12700">
            <a:solidFill>
              <a:srgbClr val="333333"/>
            </a:solidFill>
            <a:prstDash val="solid"/>
          </a:ln>
        </p:spPr>
      </p:sp>
      <p:sp>
        <p:nvSpPr>
          <p:cNvPr id="26" name="Text 22"/>
          <p:cNvSpPr txBox="1"/>
          <p:nvPr/>
        </p:nvSpPr>
        <p:spPr>
          <a:xfrm>
            <a:off x="731520" y="2944368"/>
            <a:ext cx="274320" cy="228600"/>
          </a:xfrm>
          <a:prstGeom prst="rect">
            <a:avLst/>
          </a:prstGeom>
          <a:noFill/>
          <a:ln/>
        </p:spPr>
        <p:txBody>
          <a:bodyPr wrap="square" lIns="0" tIns="0" rIns="0" bIns="0" rtlCol="0" anchor="t"/>
          <a:lstStyle/>
          <a:p>
            <a:pPr indent="0" marL="0">
              <a:buNone/>
            </a:pPr>
            <a:r>
              <a:rPr lang="en-US" sz="1100" b="1" dirty="0">
                <a:solidFill>
                  <a:srgbClr val="E53935"/>
                </a:solidFill>
                <a:latin typeface="Calibri" pitchFamily="34" charset="0"/>
                <a:ea typeface="Calibri" pitchFamily="34" charset="-122"/>
                <a:cs typeface="Calibri" pitchFamily="34" charset="-120"/>
              </a:rPr>
              <a:t>4</a:t>
            </a:r>
            <a:endParaRPr lang="en-US" sz="1100" dirty="0"/>
          </a:p>
        </p:txBody>
      </p:sp>
      <p:sp>
        <p:nvSpPr>
          <p:cNvPr id="27" name="Shape 23"/>
          <p:cNvSpPr/>
          <p:nvPr/>
        </p:nvSpPr>
        <p:spPr>
          <a:xfrm>
            <a:off x="685800" y="3977640"/>
            <a:ext cx="1463040" cy="0"/>
          </a:xfrm>
          <a:prstGeom prst="line">
            <a:avLst/>
          </a:prstGeom>
          <a:noFill/>
          <a:ln w="6350">
            <a:solidFill>
              <a:srgbClr val="AAAAAA"/>
            </a:solidFill>
            <a:prstDash val="dash"/>
          </a:ln>
        </p:spPr>
      </p:sp>
      <p:sp>
        <p:nvSpPr>
          <p:cNvPr id="28" name="Shape 24"/>
          <p:cNvSpPr/>
          <p:nvPr/>
        </p:nvSpPr>
        <p:spPr>
          <a:xfrm>
            <a:off x="685800" y="4142232"/>
            <a:ext cx="1463040" cy="0"/>
          </a:xfrm>
          <a:prstGeom prst="line">
            <a:avLst/>
          </a:prstGeom>
          <a:noFill/>
          <a:ln w="6350">
            <a:solidFill>
              <a:srgbClr val="AAAAAA"/>
            </a:solidFill>
            <a:prstDash val="dash"/>
          </a:ln>
        </p:spPr>
      </p:sp>
      <p:sp>
        <p:nvSpPr>
          <p:cNvPr id="29" name="Shape 25"/>
          <p:cNvSpPr/>
          <p:nvPr/>
        </p:nvSpPr>
        <p:spPr>
          <a:xfrm>
            <a:off x="685800" y="4306824"/>
            <a:ext cx="1463040" cy="0"/>
          </a:xfrm>
          <a:prstGeom prst="line">
            <a:avLst/>
          </a:prstGeom>
          <a:noFill/>
          <a:ln w="6350">
            <a:solidFill>
              <a:srgbClr val="AAAAAA"/>
            </a:solidFill>
            <a:prstDash val="dash"/>
          </a:ln>
        </p:spPr>
      </p:sp>
      <p:sp>
        <p:nvSpPr>
          <p:cNvPr id="30" name="Shape 26"/>
          <p:cNvSpPr/>
          <p:nvPr/>
        </p:nvSpPr>
        <p:spPr>
          <a:xfrm>
            <a:off x="2331720" y="2926080"/>
            <a:ext cx="1463040" cy="914400"/>
          </a:xfrm>
          <a:prstGeom prst="rect">
            <a:avLst/>
          </a:prstGeom>
          <a:solidFill>
            <a:srgbClr val="FFFFFF"/>
          </a:solidFill>
          <a:ln w="12700">
            <a:solidFill>
              <a:srgbClr val="333333"/>
            </a:solidFill>
            <a:prstDash val="solid"/>
          </a:ln>
        </p:spPr>
      </p:sp>
      <p:sp>
        <p:nvSpPr>
          <p:cNvPr id="31" name="Text 27"/>
          <p:cNvSpPr txBox="1"/>
          <p:nvPr/>
        </p:nvSpPr>
        <p:spPr>
          <a:xfrm>
            <a:off x="2377440" y="2944368"/>
            <a:ext cx="274320" cy="228600"/>
          </a:xfrm>
          <a:prstGeom prst="rect">
            <a:avLst/>
          </a:prstGeom>
          <a:noFill/>
          <a:ln/>
        </p:spPr>
        <p:txBody>
          <a:bodyPr wrap="square" lIns="0" tIns="0" rIns="0" bIns="0" rtlCol="0" anchor="t"/>
          <a:lstStyle/>
          <a:p>
            <a:pPr indent="0" marL="0">
              <a:buNone/>
            </a:pPr>
            <a:r>
              <a:rPr lang="en-US" sz="1100" b="1" dirty="0">
                <a:solidFill>
                  <a:srgbClr val="E53935"/>
                </a:solidFill>
                <a:latin typeface="Calibri" pitchFamily="34" charset="0"/>
                <a:ea typeface="Calibri" pitchFamily="34" charset="-122"/>
                <a:cs typeface="Calibri" pitchFamily="34" charset="-120"/>
              </a:rPr>
              <a:t>5</a:t>
            </a:r>
            <a:endParaRPr lang="en-US" sz="1100" dirty="0"/>
          </a:p>
        </p:txBody>
      </p:sp>
      <p:sp>
        <p:nvSpPr>
          <p:cNvPr id="32" name="Shape 28"/>
          <p:cNvSpPr/>
          <p:nvPr/>
        </p:nvSpPr>
        <p:spPr>
          <a:xfrm>
            <a:off x="2331720" y="3977640"/>
            <a:ext cx="1463040" cy="0"/>
          </a:xfrm>
          <a:prstGeom prst="line">
            <a:avLst/>
          </a:prstGeom>
          <a:noFill/>
          <a:ln w="6350">
            <a:solidFill>
              <a:srgbClr val="AAAAAA"/>
            </a:solidFill>
            <a:prstDash val="dash"/>
          </a:ln>
        </p:spPr>
      </p:sp>
      <p:sp>
        <p:nvSpPr>
          <p:cNvPr id="33" name="Shape 29"/>
          <p:cNvSpPr/>
          <p:nvPr/>
        </p:nvSpPr>
        <p:spPr>
          <a:xfrm>
            <a:off x="2331720" y="4142232"/>
            <a:ext cx="1463040" cy="0"/>
          </a:xfrm>
          <a:prstGeom prst="line">
            <a:avLst/>
          </a:prstGeom>
          <a:noFill/>
          <a:ln w="6350">
            <a:solidFill>
              <a:srgbClr val="AAAAAA"/>
            </a:solidFill>
            <a:prstDash val="dash"/>
          </a:ln>
        </p:spPr>
      </p:sp>
      <p:sp>
        <p:nvSpPr>
          <p:cNvPr id="34" name="Shape 30"/>
          <p:cNvSpPr/>
          <p:nvPr/>
        </p:nvSpPr>
        <p:spPr>
          <a:xfrm>
            <a:off x="2331720" y="4306824"/>
            <a:ext cx="1463040" cy="0"/>
          </a:xfrm>
          <a:prstGeom prst="line">
            <a:avLst/>
          </a:prstGeom>
          <a:noFill/>
          <a:ln w="6350">
            <a:solidFill>
              <a:srgbClr val="AAAAAA"/>
            </a:solidFill>
            <a:prstDash val="dash"/>
          </a:ln>
        </p:spPr>
      </p:sp>
      <p:sp>
        <p:nvSpPr>
          <p:cNvPr id="35" name="Shape 31"/>
          <p:cNvSpPr/>
          <p:nvPr/>
        </p:nvSpPr>
        <p:spPr>
          <a:xfrm>
            <a:off x="3977640" y="2926080"/>
            <a:ext cx="1463040" cy="914400"/>
          </a:xfrm>
          <a:prstGeom prst="rect">
            <a:avLst/>
          </a:prstGeom>
          <a:solidFill>
            <a:srgbClr val="FFFFFF"/>
          </a:solidFill>
          <a:ln w="12700">
            <a:solidFill>
              <a:srgbClr val="333333"/>
            </a:solidFill>
            <a:prstDash val="solid"/>
          </a:ln>
        </p:spPr>
      </p:sp>
      <p:sp>
        <p:nvSpPr>
          <p:cNvPr id="36" name="Text 32"/>
          <p:cNvSpPr txBox="1"/>
          <p:nvPr/>
        </p:nvSpPr>
        <p:spPr>
          <a:xfrm>
            <a:off x="4023360" y="2944368"/>
            <a:ext cx="274320" cy="228600"/>
          </a:xfrm>
          <a:prstGeom prst="rect">
            <a:avLst/>
          </a:prstGeom>
          <a:noFill/>
          <a:ln/>
        </p:spPr>
        <p:txBody>
          <a:bodyPr wrap="square" lIns="0" tIns="0" rIns="0" bIns="0" rtlCol="0" anchor="t"/>
          <a:lstStyle/>
          <a:p>
            <a:pPr indent="0" marL="0">
              <a:buNone/>
            </a:pPr>
            <a:r>
              <a:rPr lang="en-US" sz="1100" b="1" dirty="0">
                <a:solidFill>
                  <a:srgbClr val="E53935"/>
                </a:solidFill>
                <a:latin typeface="Calibri" pitchFamily="34" charset="0"/>
                <a:ea typeface="Calibri" pitchFamily="34" charset="-122"/>
                <a:cs typeface="Calibri" pitchFamily="34" charset="-120"/>
              </a:rPr>
              <a:t>6</a:t>
            </a:r>
            <a:endParaRPr lang="en-US" sz="1100" dirty="0"/>
          </a:p>
        </p:txBody>
      </p:sp>
      <p:sp>
        <p:nvSpPr>
          <p:cNvPr id="37" name="Shape 33"/>
          <p:cNvSpPr/>
          <p:nvPr/>
        </p:nvSpPr>
        <p:spPr>
          <a:xfrm>
            <a:off x="3977640" y="3977640"/>
            <a:ext cx="1463040" cy="0"/>
          </a:xfrm>
          <a:prstGeom prst="line">
            <a:avLst/>
          </a:prstGeom>
          <a:noFill/>
          <a:ln w="6350">
            <a:solidFill>
              <a:srgbClr val="AAAAAA"/>
            </a:solidFill>
            <a:prstDash val="dash"/>
          </a:ln>
        </p:spPr>
      </p:sp>
      <p:sp>
        <p:nvSpPr>
          <p:cNvPr id="38" name="Shape 34"/>
          <p:cNvSpPr/>
          <p:nvPr/>
        </p:nvSpPr>
        <p:spPr>
          <a:xfrm>
            <a:off x="3977640" y="4142232"/>
            <a:ext cx="1463040" cy="0"/>
          </a:xfrm>
          <a:prstGeom prst="line">
            <a:avLst/>
          </a:prstGeom>
          <a:noFill/>
          <a:ln w="6350">
            <a:solidFill>
              <a:srgbClr val="AAAAAA"/>
            </a:solidFill>
            <a:prstDash val="dash"/>
          </a:ln>
        </p:spPr>
      </p:sp>
      <p:sp>
        <p:nvSpPr>
          <p:cNvPr id="39" name="Shape 35"/>
          <p:cNvSpPr/>
          <p:nvPr/>
        </p:nvSpPr>
        <p:spPr>
          <a:xfrm>
            <a:off x="3977640" y="4306824"/>
            <a:ext cx="1463040" cy="0"/>
          </a:xfrm>
          <a:prstGeom prst="line">
            <a:avLst/>
          </a:prstGeom>
          <a:noFill/>
          <a:ln w="6350">
            <a:solidFill>
              <a:srgbClr val="AAAAAA"/>
            </a:solidFill>
            <a:prstDash val="dash"/>
          </a:ln>
        </p:spPr>
      </p:sp>
      <p:sp>
        <p:nvSpPr>
          <p:cNvPr id="40" name="Text 3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41" name="Text 3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Gambar storyboard 5–7 adegan</a:t>
            </a:r>
            <a:endParaRPr lang="en-US" sz="1800" dirty="0"/>
          </a:p>
        </p:txBody>
      </p:sp>
      <p:sp>
        <p:nvSpPr>
          <p:cNvPr id="42" name="Text 3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kertas, gambar kotak adegan. Isi: sketsa, keterangan gambar, dan ringkasan narasi. Ikuti alur 5 kalimat pekan lalu.</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Storyboard</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2/5</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11: Digital Storytelling · Pertemuan 32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Narasi_Cerita_Kelompok_1 -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Narasi_Cerita_Kelompok_1</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Naskah Narasi</a:t>
            </a:r>
            <a:endParaRPr lang="en-US" sz="1100" dirty="0"/>
          </a:p>
        </p:txBody>
      </p:sp>
      <p:sp>
        <p:nvSpPr>
          <p:cNvPr id="70" name="Text 59"/>
          <p:cNvSpPr txBox="1"/>
          <p:nvPr/>
        </p:nvSpPr>
        <p:spPr>
          <a:xfrm>
            <a:off x="1554480" y="2876938"/>
            <a:ext cx="3017520" cy="147320"/>
          </a:xfrm>
          <a:prstGeom prst="rect">
            <a:avLst/>
          </a:prstGeom>
          <a:noFill/>
          <a:ln/>
        </p:spPr>
        <p:txBody>
          <a:bodyPr wrap="square" lIns="0" tIns="0" rIns="0" bIns="0" rtlCol="0" anchor="ctr"/>
          <a:lstStyle/>
          <a:p>
            <a:pPr algn="l" indent="0" marL="0">
              <a:buNone/>
            </a:pPr>
            <a:r>
              <a:rPr lang="en-US" sz="800" b="1" dirty="0">
                <a:solidFill>
                  <a:srgbClr val="1E2A26"/>
                </a:solidFill>
                <a:latin typeface="Arial" pitchFamily="34" charset="0"/>
                <a:ea typeface="Arial" pitchFamily="34" charset="-122"/>
                <a:cs typeface="Arial" pitchFamily="34" charset="-120"/>
              </a:rPr>
              <a:t>Adegan 1:</a:t>
            </a:r>
            <a:endParaRPr lang="en-US" sz="800" dirty="0"/>
          </a:p>
        </p:txBody>
      </p:sp>
      <p:sp>
        <p:nvSpPr>
          <p:cNvPr id="71" name="Text 60"/>
          <p:cNvSpPr txBox="1"/>
          <p:nvPr/>
        </p:nvSpPr>
        <p:spPr>
          <a:xfrm>
            <a:off x="1554480" y="306997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Hari itu, / Hasan resmi menjadi santri. //</a:t>
            </a:r>
            <a:endParaRPr lang="en-US" sz="800" dirty="0"/>
          </a:p>
        </p:txBody>
      </p:sp>
      <p:sp>
        <p:nvSpPr>
          <p:cNvPr id="72" name="Text 61"/>
          <p:cNvSpPr txBox="1"/>
          <p:nvPr/>
        </p:nvSpPr>
        <p:spPr>
          <a:xfrm>
            <a:off x="1554480" y="3263018"/>
            <a:ext cx="3017520" cy="147320"/>
          </a:xfrm>
          <a:prstGeom prst="rect">
            <a:avLst/>
          </a:prstGeom>
          <a:noFill/>
          <a:ln/>
        </p:spPr>
        <p:txBody>
          <a:bodyPr wrap="square" lIns="0" tIns="0" rIns="0" bIns="0" rtlCol="0" anchor="ctr"/>
          <a:lstStyle/>
          <a:p>
            <a:pPr algn="l" indent="0" marL="0">
              <a:buNone/>
            </a:pPr>
            <a:r>
              <a:rPr lang="en-US" sz="800" b="1" dirty="0">
                <a:solidFill>
                  <a:srgbClr val="1E2A26"/>
                </a:solidFill>
                <a:latin typeface="Arial" pitchFamily="34" charset="0"/>
                <a:ea typeface="Arial" pitchFamily="34" charset="-122"/>
                <a:cs typeface="Arial" pitchFamily="34" charset="-120"/>
              </a:rPr>
              <a:t>Adegan 2:</a:t>
            </a:r>
            <a:endParaRPr lang="en-US" sz="800" dirty="0"/>
          </a:p>
        </p:txBody>
      </p:sp>
      <p:sp>
        <p:nvSpPr>
          <p:cNvPr id="73" name="Text 62"/>
          <p:cNvSpPr txBox="1"/>
          <p:nvPr/>
        </p:nvSpPr>
        <p:spPr>
          <a:xfrm>
            <a:off x="1554480" y="345605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Malam pertama terasa begitu panjang. /</a:t>
            </a:r>
            <a:endParaRPr lang="en-US" sz="800" dirty="0"/>
          </a:p>
        </p:txBody>
      </p:sp>
      <p:sp>
        <p:nvSpPr>
          <p:cNvPr id="74" name="Text 63"/>
          <p:cNvSpPr txBox="1"/>
          <p:nvPr/>
        </p:nvSpPr>
        <p:spPr>
          <a:xfrm>
            <a:off x="1554480" y="364909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Hasan memandangi foto ibunya. //</a:t>
            </a:r>
            <a:endParaRPr lang="en-US" sz="800" dirty="0"/>
          </a:p>
        </p:txBody>
      </p:sp>
      <p:sp>
        <p:nvSpPr>
          <p:cNvPr id="75" name="Shape 64"/>
          <p:cNvSpPr/>
          <p:nvPr/>
        </p:nvSpPr>
        <p:spPr>
          <a:xfrm>
            <a:off x="1527048" y="2849506"/>
            <a:ext cx="3072384" cy="974344"/>
          </a:xfrm>
          <a:prstGeom prst="roundRect">
            <a:avLst>
              <a:gd name="adj" fmla="val 4692"/>
            </a:avLst>
          </a:prstGeom>
          <a:solidFill>
            <a:srgbClr val="FFFFFF">
              <a:alpha val="0"/>
            </a:srgbClr>
          </a:solidFill>
          <a:ln w="31750">
            <a:solidFill>
              <a:srgbClr val="E53935"/>
            </a:solidFill>
            <a:prstDash val="solid"/>
          </a:ln>
        </p:spPr>
      </p:sp>
      <p:sp>
        <p:nvSpPr>
          <p:cNvPr id="76" name="Shape 65"/>
          <p:cNvSpPr/>
          <p:nvPr/>
        </p:nvSpPr>
        <p:spPr>
          <a:xfrm>
            <a:off x="4462272" y="2712346"/>
            <a:ext cx="274320" cy="274320"/>
          </a:xfrm>
          <a:prstGeom prst="ellipse">
            <a:avLst/>
          </a:prstGeom>
          <a:solidFill>
            <a:srgbClr val="E53935"/>
          </a:solidFill>
          <a:ln w="12700">
            <a:solidFill>
              <a:srgbClr val="FFFFFF"/>
            </a:solidFill>
            <a:prstDash val="solid"/>
          </a:ln>
        </p:spPr>
      </p:sp>
      <p:sp>
        <p:nvSpPr>
          <p:cNvPr id="77" name="Text 66"/>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78" name="Image 9" descr="preencoded.png">    </p:cNvPr>
          <p:cNvPicPr>
            <a:picLocks noChangeAspect="1"/>
          </p:cNvPicPr>
          <p:nvPr/>
        </p:nvPicPr>
        <p:blipFill>
          <a:blip r:embed="rId10"/>
          <a:stretch>
            <a:fillRect/>
          </a:stretch>
        </p:blipFill>
        <p:spPr>
          <a:xfrm>
            <a:off x="3214116" y="3382652"/>
            <a:ext cx="237744" cy="237744"/>
          </a:xfrm>
          <a:prstGeom prst="rect">
            <a:avLst/>
          </a:prstGeom>
        </p:spPr>
      </p:pic>
      <p:sp>
        <p:nvSpPr>
          <p:cNvPr id="79" name="Text 6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80" name="Text 6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naskah narasi di Google Docs</a:t>
            </a:r>
            <a:endParaRPr lang="en-US" sz="1800" dirty="0"/>
          </a:p>
        </p:txBody>
      </p:sp>
      <p:sp>
        <p:nvSpPr>
          <p:cNvPr id="81" name="Text 6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Buat dokumen Narasi_Cerita_Kelompok_N. Tulis narasi setiap adegan, 1–3 kalimat, dengan tanda jeda.</a:t>
            </a:r>
            <a:endParaRPr lang="en-US" sz="1300" dirty="0"/>
          </a:p>
        </p:txBody>
      </p:sp>
      <p:sp>
        <p:nvSpPr>
          <p:cNvPr id="82" name="Shape 70"/>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83" name="Image 10" descr="preencoded.png">    </p:cNvPr>
          <p:cNvPicPr>
            <a:picLocks noChangeAspect="1"/>
          </p:cNvPicPr>
          <p:nvPr/>
        </p:nvPicPr>
        <p:blipFill>
          <a:blip r:embed="rId11"/>
          <a:stretch>
            <a:fillRect/>
          </a:stretch>
        </p:blipFill>
        <p:spPr>
          <a:xfrm>
            <a:off x="6108192" y="3721608"/>
            <a:ext cx="201168" cy="201168"/>
          </a:xfrm>
          <a:prstGeom prst="rect">
            <a:avLst/>
          </a:prstGeom>
        </p:spPr>
      </p:pic>
      <p:sp>
        <p:nvSpPr>
          <p:cNvPr id="84" name="Text 71"/>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Narasi singkat dan hidup. Boleh ada dialog tokoh.</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Aset Gambar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3/5</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11: Digital Storytelling · Pertemuan 32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 - Google Drive</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drive.google.com</a:t>
            </a:r>
            <a:endParaRPr lang="en-US" sz="800" dirty="0"/>
          </a:p>
        </p:txBody>
      </p:sp>
      <p:pic>
        <p:nvPicPr>
          <p:cNvPr id="28" name="Image 5" descr="preencoded.png">    </p:cNvPr>
          <p:cNvPicPr>
            <a:picLocks noChangeAspect="1"/>
          </p:cNvPicPr>
          <p:nvPr/>
        </p:nvPicPr>
        <p:blipFill>
          <a:blip r:embed="rId6"/>
          <a:stretch>
            <a:fillRect/>
          </a:stretch>
        </p:blipFill>
        <p:spPr>
          <a:xfrm>
            <a:off x="697504" y="1741685"/>
            <a:ext cx="201168" cy="201168"/>
          </a:xfrm>
          <a:prstGeom prst="rect">
            <a:avLst/>
          </a:prstGeom>
        </p:spPr>
      </p:pic>
      <p:sp>
        <p:nvSpPr>
          <p:cNvPr id="29" name="Text 21"/>
          <p:cNvSpPr txBox="1"/>
          <p:nvPr/>
        </p:nvSpPr>
        <p:spPr>
          <a:xfrm>
            <a:off x="953536" y="1714253"/>
            <a:ext cx="548640" cy="256032"/>
          </a:xfrm>
          <a:prstGeom prst="rect">
            <a:avLst/>
          </a:prstGeom>
          <a:noFill/>
          <a:ln/>
        </p:spPr>
        <p:txBody>
          <a:bodyPr wrap="square" lIns="0" tIns="0" rIns="0" bIns="0" rtlCol="0" anchor="ctr"/>
          <a:lstStyle/>
          <a:p>
            <a:pPr indent="0" marL="0">
              <a:buNone/>
            </a:pPr>
            <a:r>
              <a:rPr lang="en-US" sz="1000" dirty="0">
                <a:solidFill>
                  <a:srgbClr val="1E2A26"/>
                </a:solidFill>
                <a:latin typeface="Calibri" pitchFamily="34" charset="0"/>
                <a:ea typeface="Calibri" pitchFamily="34" charset="-122"/>
                <a:cs typeface="Calibri" pitchFamily="34" charset="-120"/>
              </a:rPr>
              <a:t>Drive</a:t>
            </a:r>
            <a:endParaRPr lang="en-US" sz="1000" dirty="0"/>
          </a:p>
        </p:txBody>
      </p:sp>
      <p:sp>
        <p:nvSpPr>
          <p:cNvPr id="30" name="Shape 22"/>
          <p:cNvSpPr/>
          <p:nvPr/>
        </p:nvSpPr>
        <p:spPr>
          <a:xfrm>
            <a:off x="5218664" y="1732541"/>
            <a:ext cx="219456" cy="219456"/>
          </a:xfrm>
          <a:prstGeom prst="ellipse">
            <a:avLst/>
          </a:prstGeom>
          <a:solidFill>
            <a:srgbClr val="1F7A5C"/>
          </a:solidFill>
          <a:ln/>
        </p:spPr>
      </p:sp>
      <p:sp>
        <p:nvSpPr>
          <p:cNvPr id="31" name="Text 23"/>
          <p:cNvSpPr txBox="1"/>
          <p:nvPr/>
        </p:nvSpPr>
        <p:spPr>
          <a:xfrm>
            <a:off x="5218664" y="1732541"/>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a:t>
            </a:r>
            <a:endParaRPr lang="en-US" sz="800" dirty="0"/>
          </a:p>
        </p:txBody>
      </p:sp>
      <p:sp>
        <p:nvSpPr>
          <p:cNvPr id="32" name="Shape 24"/>
          <p:cNvSpPr/>
          <p:nvPr/>
        </p:nvSpPr>
        <p:spPr>
          <a:xfrm>
            <a:off x="697504" y="2061725"/>
            <a:ext cx="685800" cy="292608"/>
          </a:xfrm>
          <a:prstGeom prst="roundRect">
            <a:avLst>
              <a:gd name="adj" fmla="val 25000"/>
            </a:avLst>
          </a:prstGeom>
          <a:solidFill>
            <a:srgbClr val="FFFFFF"/>
          </a:solidFill>
          <a:ln w="9525">
            <a:solidFill>
              <a:srgbClr val="CCCCCC"/>
            </a:solidFill>
            <a:prstDash val="solid"/>
          </a:ln>
        </p:spPr>
      </p:sp>
      <p:sp>
        <p:nvSpPr>
          <p:cNvPr id="33" name="Text 25"/>
          <p:cNvSpPr txBox="1"/>
          <p:nvPr/>
        </p:nvSpPr>
        <p:spPr>
          <a:xfrm>
            <a:off x="697504" y="2061725"/>
            <a:ext cx="685800" cy="292608"/>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  New</a:t>
            </a:r>
            <a:endParaRPr lang="en-US" sz="900" dirty="0"/>
          </a:p>
        </p:txBody>
      </p:sp>
      <p:sp>
        <p:nvSpPr>
          <p:cNvPr id="34" name="Shape 26"/>
          <p:cNvSpPr/>
          <p:nvPr/>
        </p:nvSpPr>
        <p:spPr>
          <a:xfrm>
            <a:off x="660928" y="2464061"/>
            <a:ext cx="960120" cy="201168"/>
          </a:xfrm>
          <a:prstGeom prst="roundRect">
            <a:avLst>
              <a:gd name="adj" fmla="val 45455"/>
            </a:avLst>
          </a:prstGeom>
          <a:solidFill>
            <a:srgbClr val="C2E7FF"/>
          </a:solidFill>
          <a:ln w="12700">
            <a:solidFill>
              <a:srgbClr val="C2E7FF"/>
            </a:solidFill>
            <a:prstDash val="solid"/>
          </a:ln>
        </p:spPr>
      </p:sp>
      <p:sp>
        <p:nvSpPr>
          <p:cNvPr id="35" name="Text 27"/>
          <p:cNvSpPr txBox="1"/>
          <p:nvPr/>
        </p:nvSpPr>
        <p:spPr>
          <a:xfrm>
            <a:off x="752368" y="24640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a:t>
            </a:r>
            <a:endParaRPr lang="en-US" sz="750" dirty="0"/>
          </a:p>
        </p:txBody>
      </p:sp>
      <p:sp>
        <p:nvSpPr>
          <p:cNvPr id="36" name="Text 28"/>
          <p:cNvSpPr txBox="1"/>
          <p:nvPr/>
        </p:nvSpPr>
        <p:spPr>
          <a:xfrm>
            <a:off x="752368" y="26926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Shared with me</a:t>
            </a:r>
            <a:endParaRPr lang="en-US" sz="750" dirty="0"/>
          </a:p>
        </p:txBody>
      </p:sp>
      <p:sp>
        <p:nvSpPr>
          <p:cNvPr id="37" name="Text 29"/>
          <p:cNvSpPr txBox="1"/>
          <p:nvPr/>
        </p:nvSpPr>
        <p:spPr>
          <a:xfrm>
            <a:off x="752368" y="29212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Recent</a:t>
            </a:r>
            <a:endParaRPr lang="en-US" sz="750" dirty="0"/>
          </a:p>
        </p:txBody>
      </p:sp>
      <p:sp>
        <p:nvSpPr>
          <p:cNvPr id="38" name="Text 30"/>
          <p:cNvSpPr txBox="1"/>
          <p:nvPr/>
        </p:nvSpPr>
        <p:spPr>
          <a:xfrm>
            <a:off x="752368" y="31498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Trash</a:t>
            </a:r>
            <a:endParaRPr lang="en-US" sz="750" dirty="0"/>
          </a:p>
        </p:txBody>
      </p:sp>
      <p:sp>
        <p:nvSpPr>
          <p:cNvPr id="39" name="Text 31"/>
          <p:cNvSpPr txBox="1"/>
          <p:nvPr/>
        </p:nvSpPr>
        <p:spPr>
          <a:xfrm>
            <a:off x="679216" y="3721064"/>
            <a:ext cx="1188720" cy="182880"/>
          </a:xfrm>
          <a:prstGeom prst="rect">
            <a:avLst/>
          </a:prstGeom>
          <a:noFill/>
          <a:ln/>
        </p:spPr>
        <p:txBody>
          <a:bodyPr wrap="square" lIns="0" tIns="0" rIns="0" bIns="0" rtlCol="0" anchor="t"/>
          <a:lstStyle/>
          <a:p>
            <a:pPr indent="0" marL="0">
              <a:buNone/>
            </a:pPr>
            <a:r>
              <a:rPr lang="en-US" sz="600" dirty="0">
                <a:solidFill>
                  <a:srgbClr val="666666"/>
                </a:solidFill>
                <a:latin typeface="Calibri" pitchFamily="34" charset="0"/>
                <a:ea typeface="Calibri" pitchFamily="34" charset="-122"/>
                <a:cs typeface="Calibri" pitchFamily="34" charset="-120"/>
              </a:rPr>
              <a:t>Storage: 1 GB of 15 GB used</a:t>
            </a:r>
            <a:endParaRPr lang="en-US" sz="600" dirty="0"/>
          </a:p>
        </p:txBody>
      </p:sp>
      <p:sp>
        <p:nvSpPr>
          <p:cNvPr id="40" name="Text 32"/>
          <p:cNvSpPr txBox="1"/>
          <p:nvPr/>
        </p:nvSpPr>
        <p:spPr>
          <a:xfrm>
            <a:off x="1730776" y="2061725"/>
            <a:ext cx="3670767" cy="27432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My Drive</a:t>
            </a:r>
            <a:endParaRPr lang="en-US" sz="1200" dirty="0"/>
          </a:p>
        </p:txBody>
      </p:sp>
      <p:sp>
        <p:nvSpPr>
          <p:cNvPr id="41" name="Text 33"/>
          <p:cNvSpPr txBox="1"/>
          <p:nvPr/>
        </p:nvSpPr>
        <p:spPr>
          <a:xfrm>
            <a:off x="1730776" y="2400053"/>
            <a:ext cx="1828800" cy="182880"/>
          </a:xfrm>
          <a:prstGeom prst="rect">
            <a:avLst/>
          </a:prstGeom>
          <a:noFill/>
          <a:ln/>
        </p:spPr>
        <p:txBody>
          <a:bodyPr wrap="square" lIns="0" tIns="0" rIns="0" bIns="0" rtlCol="0" anchor="t"/>
          <a:lstStyle/>
          <a:p>
            <a:pPr indent="0" marL="0">
              <a:buNone/>
            </a:pPr>
            <a:r>
              <a:rPr lang="en-US" sz="700" b="1" dirty="0">
                <a:solidFill>
                  <a:srgbClr val="555555"/>
                </a:solidFill>
                <a:latin typeface="Calibri" pitchFamily="34" charset="0"/>
                <a:ea typeface="Calibri" pitchFamily="34" charset="-122"/>
                <a:cs typeface="Calibri" pitchFamily="34" charset="-120"/>
              </a:rPr>
              <a:t>Name</a:t>
            </a:r>
            <a:endParaRPr lang="en-US" sz="700" dirty="0"/>
          </a:p>
        </p:txBody>
      </p:sp>
      <p:sp>
        <p:nvSpPr>
          <p:cNvPr id="42" name="Shape 34"/>
          <p:cNvSpPr/>
          <p:nvPr/>
        </p:nvSpPr>
        <p:spPr>
          <a:xfrm>
            <a:off x="1730776" y="2592077"/>
            <a:ext cx="3670767" cy="0"/>
          </a:xfrm>
          <a:prstGeom prst="line">
            <a:avLst/>
          </a:prstGeom>
          <a:noFill/>
          <a:ln w="6350">
            <a:solidFill>
              <a:srgbClr val="DDDDDD"/>
            </a:solidFill>
            <a:prstDash val="solid"/>
          </a:ln>
        </p:spPr>
      </p:sp>
      <p:sp>
        <p:nvSpPr>
          <p:cNvPr id="43" name="Shape 35"/>
          <p:cNvSpPr/>
          <p:nvPr/>
        </p:nvSpPr>
        <p:spPr>
          <a:xfrm>
            <a:off x="1730776" y="2628653"/>
            <a:ext cx="3670767" cy="228600"/>
          </a:xfrm>
          <a:prstGeom prst="roundRect">
            <a:avLst>
              <a:gd name="adj" fmla="val 16000"/>
            </a:avLst>
          </a:prstGeom>
          <a:solidFill>
            <a:srgbClr val="C2E7FF"/>
          </a:solidFill>
          <a:ln w="12700">
            <a:solidFill>
              <a:srgbClr val="C2E7FF"/>
            </a:solidFill>
            <a:prstDash val="solid"/>
          </a:ln>
        </p:spPr>
      </p:sp>
      <p:pic>
        <p:nvPicPr>
          <p:cNvPr id="44" name="Image 6" descr="preencoded.png">    </p:cNvPr>
          <p:cNvPicPr>
            <a:picLocks noChangeAspect="1"/>
          </p:cNvPicPr>
          <p:nvPr/>
        </p:nvPicPr>
        <p:blipFill>
          <a:blip r:embed="rId7"/>
          <a:stretch>
            <a:fillRect/>
          </a:stretch>
        </p:blipFill>
        <p:spPr>
          <a:xfrm>
            <a:off x="1776496" y="2674373"/>
            <a:ext cx="137160" cy="137160"/>
          </a:xfrm>
          <a:prstGeom prst="rect">
            <a:avLst/>
          </a:prstGeom>
        </p:spPr>
      </p:pic>
      <p:sp>
        <p:nvSpPr>
          <p:cNvPr id="45" name="Text 36"/>
          <p:cNvSpPr txBox="1"/>
          <p:nvPr/>
        </p:nvSpPr>
        <p:spPr>
          <a:xfrm>
            <a:off x="2005096" y="2628653"/>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Aset_Cerita_Kelompok_1</a:t>
            </a:r>
            <a:endParaRPr lang="en-US" sz="800" dirty="0"/>
          </a:p>
        </p:txBody>
      </p:sp>
      <p:sp>
        <p:nvSpPr>
          <p:cNvPr id="46" name="Shape 37"/>
          <p:cNvSpPr/>
          <p:nvPr/>
        </p:nvSpPr>
        <p:spPr>
          <a:xfrm>
            <a:off x="1712488" y="2610365"/>
            <a:ext cx="3707343" cy="265176"/>
          </a:xfrm>
          <a:prstGeom prst="roundRect">
            <a:avLst>
              <a:gd name="adj" fmla="val 17241"/>
            </a:avLst>
          </a:prstGeom>
          <a:solidFill>
            <a:srgbClr val="FFFFFF">
              <a:alpha val="0"/>
            </a:srgbClr>
          </a:solidFill>
          <a:ln w="31750">
            <a:solidFill>
              <a:srgbClr val="E53935"/>
            </a:solidFill>
            <a:prstDash val="solid"/>
          </a:ln>
        </p:spPr>
      </p:sp>
      <p:sp>
        <p:nvSpPr>
          <p:cNvPr id="47" name="Shape 38"/>
          <p:cNvSpPr/>
          <p:nvPr/>
        </p:nvSpPr>
        <p:spPr>
          <a:xfrm>
            <a:off x="5282672" y="2473205"/>
            <a:ext cx="274320" cy="274320"/>
          </a:xfrm>
          <a:prstGeom prst="ellipse">
            <a:avLst/>
          </a:prstGeom>
          <a:solidFill>
            <a:srgbClr val="E53935"/>
          </a:solidFill>
          <a:ln w="12700">
            <a:solidFill>
              <a:srgbClr val="FFFFFF"/>
            </a:solidFill>
            <a:prstDash val="solid"/>
          </a:ln>
        </p:spPr>
      </p:sp>
      <p:sp>
        <p:nvSpPr>
          <p:cNvPr id="48" name="Text 39"/>
          <p:cNvSpPr txBox="1"/>
          <p:nvPr/>
        </p:nvSpPr>
        <p:spPr>
          <a:xfrm>
            <a:off x="5282672" y="24732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49" name="Image 7" descr="preencoded.png">    </p:cNvPr>
          <p:cNvPicPr>
            <a:picLocks noChangeAspect="1"/>
          </p:cNvPicPr>
          <p:nvPr/>
        </p:nvPicPr>
        <p:blipFill>
          <a:blip r:embed="rId8"/>
          <a:stretch>
            <a:fillRect/>
          </a:stretch>
        </p:blipFill>
        <p:spPr>
          <a:xfrm>
            <a:off x="3749698" y="2754383"/>
            <a:ext cx="237744" cy="237744"/>
          </a:xfrm>
          <a:prstGeom prst="rect">
            <a:avLst/>
          </a:prstGeom>
        </p:spPr>
      </p:pic>
      <p:sp>
        <p:nvSpPr>
          <p:cNvPr id="50" name="Text 4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51" name="Text 4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Buat folder aset di Google Drive</a:t>
            </a:r>
            <a:endParaRPr lang="en-US" sz="1800" dirty="0"/>
          </a:p>
        </p:txBody>
      </p:sp>
      <p:sp>
        <p:nvSpPr>
          <p:cNvPr id="52" name="Text 4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Drive akun kelas, buat folder Aset_Cerita_Kelompok_N. Semua gambar dan rekaman disimpan di sini.</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Aset Gambar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4/5</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11: Digital Storytelling · Pertemuan 32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1170432" y="1948952"/>
            <a:ext cx="3785616" cy="1817096"/>
          </a:xfrm>
          <a:prstGeom prst="roundRect">
            <a:avLst>
              <a:gd name="adj" fmla="val 9058"/>
            </a:avLst>
          </a:prstGeom>
          <a:solidFill>
            <a:srgbClr val="1A1A1A"/>
          </a:solidFill>
          <a:ln w="12700">
            <a:solidFill>
              <a:srgbClr val="1A1A1A"/>
            </a:solidFill>
            <a:prstDash val="solid"/>
          </a:ln>
        </p:spPr>
      </p:sp>
      <p:sp>
        <p:nvSpPr>
          <p:cNvPr id="10" name="Shape 6"/>
          <p:cNvSpPr/>
          <p:nvPr/>
        </p:nvSpPr>
        <p:spPr>
          <a:xfrm>
            <a:off x="1261872" y="2040392"/>
            <a:ext cx="3602736" cy="1634216"/>
          </a:xfrm>
          <a:prstGeom prst="roundRect">
            <a:avLst>
              <a:gd name="adj" fmla="val 6714"/>
            </a:avLst>
          </a:prstGeom>
          <a:solidFill>
            <a:srgbClr val="6B8E9E"/>
          </a:solidFill>
          <a:ln w="12700">
            <a:solidFill>
              <a:srgbClr val="6B8E9E"/>
            </a:solidFill>
            <a:prstDash val="solid"/>
          </a:ln>
        </p:spPr>
      </p:sp>
      <p:sp>
        <p:nvSpPr>
          <p:cNvPr id="11" name="Shape 7"/>
          <p:cNvSpPr/>
          <p:nvPr/>
        </p:nvSpPr>
        <p:spPr>
          <a:xfrm>
            <a:off x="1261872" y="2040392"/>
            <a:ext cx="3602736" cy="1634216"/>
          </a:xfrm>
          <a:prstGeom prst="rect">
            <a:avLst/>
          </a:prstGeom>
          <a:solidFill>
            <a:srgbClr val="D7C9A8"/>
          </a:solidFill>
          <a:ln w="12700">
            <a:solidFill>
              <a:srgbClr val="D7C9A8"/>
            </a:solidFill>
            <a:prstDash val="solid"/>
          </a:ln>
        </p:spPr>
      </p:sp>
      <p:sp>
        <p:nvSpPr>
          <p:cNvPr id="12" name="Shape 8"/>
          <p:cNvSpPr/>
          <p:nvPr/>
        </p:nvSpPr>
        <p:spPr>
          <a:xfrm>
            <a:off x="1982419" y="2203814"/>
            <a:ext cx="2161642" cy="1307373"/>
          </a:xfrm>
          <a:prstGeom prst="rect">
            <a:avLst/>
          </a:prstGeom>
          <a:solidFill>
            <a:srgbClr val="FFFFFF"/>
          </a:solidFill>
          <a:ln w="12700">
            <a:solidFill>
              <a:srgbClr val="FFFFFF"/>
            </a:solidFill>
            <a:prstDash val="solid"/>
          </a:ln>
        </p:spPr>
      </p:sp>
      <p:sp>
        <p:nvSpPr>
          <p:cNvPr id="13" name="Shape 9"/>
          <p:cNvSpPr/>
          <p:nvPr/>
        </p:nvSpPr>
        <p:spPr>
          <a:xfrm>
            <a:off x="2775021" y="2448946"/>
            <a:ext cx="432328" cy="432328"/>
          </a:xfrm>
          <a:prstGeom prst="ellipse">
            <a:avLst/>
          </a:prstGeom>
          <a:solidFill>
            <a:srgbClr val="FFFFFF"/>
          </a:solidFill>
          <a:ln w="19050">
            <a:solidFill>
              <a:srgbClr val="333333"/>
            </a:solidFill>
            <a:prstDash val="solid"/>
          </a:ln>
        </p:spPr>
      </p:sp>
      <p:sp>
        <p:nvSpPr>
          <p:cNvPr id="14" name="Shape 10"/>
          <p:cNvSpPr/>
          <p:nvPr/>
        </p:nvSpPr>
        <p:spPr>
          <a:xfrm>
            <a:off x="2991185" y="2881274"/>
            <a:ext cx="0" cy="490265"/>
          </a:xfrm>
          <a:prstGeom prst="line">
            <a:avLst/>
          </a:prstGeom>
          <a:noFill/>
          <a:ln w="19050">
            <a:solidFill>
              <a:srgbClr val="333333"/>
            </a:solidFill>
            <a:prstDash val="solid"/>
          </a:ln>
        </p:spPr>
      </p:sp>
      <p:sp>
        <p:nvSpPr>
          <p:cNvPr id="15" name="Shape 11"/>
          <p:cNvSpPr/>
          <p:nvPr/>
        </p:nvSpPr>
        <p:spPr>
          <a:xfrm>
            <a:off x="2462784" y="2040392"/>
            <a:ext cx="0" cy="1634216"/>
          </a:xfrm>
          <a:prstGeom prst="line">
            <a:avLst/>
          </a:prstGeom>
          <a:noFill/>
          <a:ln w="6350">
            <a:solidFill>
              <a:srgbClr val="FFFFFF">
                <a:alpha val="60000"/>
              </a:srgbClr>
            </a:solidFill>
            <a:prstDash val="solid"/>
          </a:ln>
        </p:spPr>
      </p:sp>
      <p:sp>
        <p:nvSpPr>
          <p:cNvPr id="16" name="Shape 12"/>
          <p:cNvSpPr/>
          <p:nvPr/>
        </p:nvSpPr>
        <p:spPr>
          <a:xfrm>
            <a:off x="1261872" y="2585131"/>
            <a:ext cx="3602736" cy="0"/>
          </a:xfrm>
          <a:prstGeom prst="line">
            <a:avLst/>
          </a:prstGeom>
          <a:noFill/>
          <a:ln w="6350">
            <a:solidFill>
              <a:srgbClr val="FFFFFF">
                <a:alpha val="60000"/>
              </a:srgbClr>
            </a:solidFill>
            <a:prstDash val="solid"/>
          </a:ln>
        </p:spPr>
      </p:sp>
      <p:sp>
        <p:nvSpPr>
          <p:cNvPr id="17" name="Shape 13"/>
          <p:cNvSpPr/>
          <p:nvPr/>
        </p:nvSpPr>
        <p:spPr>
          <a:xfrm>
            <a:off x="3663696" y="2040392"/>
            <a:ext cx="0" cy="1634216"/>
          </a:xfrm>
          <a:prstGeom prst="line">
            <a:avLst/>
          </a:prstGeom>
          <a:noFill/>
          <a:ln w="6350">
            <a:solidFill>
              <a:srgbClr val="FFFFFF">
                <a:alpha val="60000"/>
              </a:srgbClr>
            </a:solidFill>
            <a:prstDash val="solid"/>
          </a:ln>
        </p:spPr>
      </p:sp>
      <p:sp>
        <p:nvSpPr>
          <p:cNvPr id="18" name="Shape 14"/>
          <p:cNvSpPr/>
          <p:nvPr/>
        </p:nvSpPr>
        <p:spPr>
          <a:xfrm>
            <a:off x="1261872" y="3129869"/>
            <a:ext cx="3602736" cy="0"/>
          </a:xfrm>
          <a:prstGeom prst="line">
            <a:avLst/>
          </a:prstGeom>
          <a:noFill/>
          <a:ln w="6350">
            <a:solidFill>
              <a:srgbClr val="FFFFFF">
                <a:alpha val="60000"/>
              </a:srgbClr>
            </a:solidFill>
            <a:prstDash val="solid"/>
          </a:ln>
        </p:spPr>
      </p:sp>
      <p:sp>
        <p:nvSpPr>
          <p:cNvPr id="19" name="Shape 15"/>
          <p:cNvSpPr/>
          <p:nvPr/>
        </p:nvSpPr>
        <p:spPr>
          <a:xfrm>
            <a:off x="4315968" y="2628900"/>
            <a:ext cx="457200" cy="457200"/>
          </a:xfrm>
          <a:prstGeom prst="ellipse">
            <a:avLst/>
          </a:prstGeom>
          <a:solidFill>
            <a:srgbClr val="FFFFFF"/>
          </a:solidFill>
          <a:ln/>
        </p:spPr>
      </p:sp>
      <p:sp>
        <p:nvSpPr>
          <p:cNvPr id="20" name="Shape 16"/>
          <p:cNvSpPr/>
          <p:nvPr/>
        </p:nvSpPr>
        <p:spPr>
          <a:xfrm>
            <a:off x="4389120" y="2702052"/>
            <a:ext cx="310896" cy="310896"/>
          </a:xfrm>
          <a:prstGeom prst="ellipse">
            <a:avLst/>
          </a:prstGeom>
          <a:solidFill>
            <a:srgbClr val="C62828"/>
          </a:solidFill>
          <a:ln/>
        </p:spPr>
      </p:sp>
      <p:sp>
        <p:nvSpPr>
          <p:cNvPr id="21" name="Shape 17"/>
          <p:cNvSpPr/>
          <p:nvPr/>
        </p:nvSpPr>
        <p:spPr>
          <a:xfrm>
            <a:off x="4279392" y="2592324"/>
            <a:ext cx="530352" cy="530352"/>
          </a:xfrm>
          <a:prstGeom prst="roundRect">
            <a:avLst>
              <a:gd name="adj" fmla="val 8621"/>
            </a:avLst>
          </a:prstGeom>
          <a:solidFill>
            <a:srgbClr val="FFFFFF">
              <a:alpha val="0"/>
            </a:srgbClr>
          </a:solidFill>
          <a:ln w="31750">
            <a:solidFill>
              <a:srgbClr val="E53935"/>
            </a:solidFill>
            <a:prstDash val="solid"/>
          </a:ln>
        </p:spPr>
      </p:sp>
      <p:sp>
        <p:nvSpPr>
          <p:cNvPr id="22" name="Shape 18"/>
          <p:cNvSpPr/>
          <p:nvPr/>
        </p:nvSpPr>
        <p:spPr>
          <a:xfrm>
            <a:off x="4672584" y="2455164"/>
            <a:ext cx="274320" cy="274320"/>
          </a:xfrm>
          <a:prstGeom prst="ellipse">
            <a:avLst/>
          </a:prstGeom>
          <a:solidFill>
            <a:srgbClr val="E53935"/>
          </a:solidFill>
          <a:ln w="12700">
            <a:solidFill>
              <a:srgbClr val="FFFFFF"/>
            </a:solidFill>
            <a:prstDash val="solid"/>
          </a:ln>
        </p:spPr>
      </p:sp>
      <p:sp>
        <p:nvSpPr>
          <p:cNvPr id="23" name="Text 19"/>
          <p:cNvSpPr txBox="1"/>
          <p:nvPr/>
        </p:nvSpPr>
        <p:spPr>
          <a:xfrm>
            <a:off x="4672584" y="245516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24" name="Image 2" descr="preencoded.png">    </p:cNvPr>
          <p:cNvPicPr>
            <a:picLocks noChangeAspect="1"/>
          </p:cNvPicPr>
          <p:nvPr/>
        </p:nvPicPr>
        <p:blipFill>
          <a:blip r:embed="rId3"/>
          <a:stretch>
            <a:fillRect/>
          </a:stretch>
        </p:blipFill>
        <p:spPr>
          <a:xfrm>
            <a:off x="4567428" y="2880360"/>
            <a:ext cx="237744" cy="237744"/>
          </a:xfrm>
          <a:prstGeom prst="rect">
            <a:avLst/>
          </a:prstGeom>
        </p:spPr>
      </p:pic>
      <p:sp>
        <p:nvSpPr>
          <p:cNvPr id="25" name="Text 2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26" name="Text 2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Siapkan gambar setiap adegan</a:t>
            </a:r>
            <a:endParaRPr lang="en-US" sz="1800" dirty="0"/>
          </a:p>
        </p:txBody>
      </p:sp>
      <p:sp>
        <p:nvSpPr>
          <p:cNvPr id="27" name="Text 2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Pilih dari foto pesantren yang disiapkan guru, atau gambar dengan tangan lalu foto dengan HP. Unggah ke folder aset.</a:t>
            </a:r>
            <a:endParaRPr lang="en-US" sz="1300" dirty="0"/>
          </a:p>
        </p:txBody>
      </p:sp>
      <p:sp>
        <p:nvSpPr>
          <p:cNvPr id="28" name="Shape 23"/>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29" name="Image 3" descr="preencoded.png">    </p:cNvPr>
          <p:cNvPicPr>
            <a:picLocks noChangeAspect="1"/>
          </p:cNvPicPr>
          <p:nvPr/>
        </p:nvPicPr>
        <p:blipFill>
          <a:blip r:embed="rId4"/>
          <a:stretch>
            <a:fillRect/>
          </a:stretch>
        </p:blipFill>
        <p:spPr>
          <a:xfrm>
            <a:off x="6108192" y="3721608"/>
            <a:ext cx="201168" cy="201168"/>
          </a:xfrm>
          <a:prstGeom prst="rect">
            <a:avLst/>
          </a:prstGeom>
        </p:spPr>
      </p:pic>
      <p:sp>
        <p:nvSpPr>
          <p:cNvPr id="30" name="Text 24"/>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Foto gambar tangan di tempat terang, dari atas, tanpa bayangan.</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Aset Gambar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5/5</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11: Digital Storytelling · Pertemuan 32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 - Google Drive</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drive.google.com</a:t>
            </a:r>
            <a:endParaRPr lang="en-US" sz="800" dirty="0"/>
          </a:p>
        </p:txBody>
      </p:sp>
      <p:pic>
        <p:nvPicPr>
          <p:cNvPr id="28" name="Image 5" descr="preencoded.png">    </p:cNvPr>
          <p:cNvPicPr>
            <a:picLocks noChangeAspect="1"/>
          </p:cNvPicPr>
          <p:nvPr/>
        </p:nvPicPr>
        <p:blipFill>
          <a:blip r:embed="rId6"/>
          <a:stretch>
            <a:fillRect/>
          </a:stretch>
        </p:blipFill>
        <p:spPr>
          <a:xfrm>
            <a:off x="697504" y="1741685"/>
            <a:ext cx="201168" cy="201168"/>
          </a:xfrm>
          <a:prstGeom prst="rect">
            <a:avLst/>
          </a:prstGeom>
        </p:spPr>
      </p:pic>
      <p:sp>
        <p:nvSpPr>
          <p:cNvPr id="29" name="Text 21"/>
          <p:cNvSpPr txBox="1"/>
          <p:nvPr/>
        </p:nvSpPr>
        <p:spPr>
          <a:xfrm>
            <a:off x="953536" y="1714253"/>
            <a:ext cx="548640" cy="256032"/>
          </a:xfrm>
          <a:prstGeom prst="rect">
            <a:avLst/>
          </a:prstGeom>
          <a:noFill/>
          <a:ln/>
        </p:spPr>
        <p:txBody>
          <a:bodyPr wrap="square" lIns="0" tIns="0" rIns="0" bIns="0" rtlCol="0" anchor="ctr"/>
          <a:lstStyle/>
          <a:p>
            <a:pPr indent="0" marL="0">
              <a:buNone/>
            </a:pPr>
            <a:r>
              <a:rPr lang="en-US" sz="1000" dirty="0">
                <a:solidFill>
                  <a:srgbClr val="1E2A26"/>
                </a:solidFill>
                <a:latin typeface="Calibri" pitchFamily="34" charset="0"/>
                <a:ea typeface="Calibri" pitchFamily="34" charset="-122"/>
                <a:cs typeface="Calibri" pitchFamily="34" charset="-120"/>
              </a:rPr>
              <a:t>Drive</a:t>
            </a:r>
            <a:endParaRPr lang="en-US" sz="1000" dirty="0"/>
          </a:p>
        </p:txBody>
      </p:sp>
      <p:sp>
        <p:nvSpPr>
          <p:cNvPr id="30" name="Shape 22"/>
          <p:cNvSpPr/>
          <p:nvPr/>
        </p:nvSpPr>
        <p:spPr>
          <a:xfrm>
            <a:off x="5218664" y="1732541"/>
            <a:ext cx="219456" cy="219456"/>
          </a:xfrm>
          <a:prstGeom prst="ellipse">
            <a:avLst/>
          </a:prstGeom>
          <a:solidFill>
            <a:srgbClr val="1F7A5C"/>
          </a:solidFill>
          <a:ln/>
        </p:spPr>
      </p:sp>
      <p:sp>
        <p:nvSpPr>
          <p:cNvPr id="31" name="Text 23"/>
          <p:cNvSpPr txBox="1"/>
          <p:nvPr/>
        </p:nvSpPr>
        <p:spPr>
          <a:xfrm>
            <a:off x="5218664" y="1732541"/>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a:t>
            </a:r>
            <a:endParaRPr lang="en-US" sz="800" dirty="0"/>
          </a:p>
        </p:txBody>
      </p:sp>
      <p:sp>
        <p:nvSpPr>
          <p:cNvPr id="32" name="Shape 24"/>
          <p:cNvSpPr/>
          <p:nvPr/>
        </p:nvSpPr>
        <p:spPr>
          <a:xfrm>
            <a:off x="697504" y="2061725"/>
            <a:ext cx="685800" cy="292608"/>
          </a:xfrm>
          <a:prstGeom prst="roundRect">
            <a:avLst>
              <a:gd name="adj" fmla="val 25000"/>
            </a:avLst>
          </a:prstGeom>
          <a:solidFill>
            <a:srgbClr val="FFFFFF"/>
          </a:solidFill>
          <a:ln w="9525">
            <a:solidFill>
              <a:srgbClr val="CCCCCC"/>
            </a:solidFill>
            <a:prstDash val="solid"/>
          </a:ln>
        </p:spPr>
      </p:sp>
      <p:sp>
        <p:nvSpPr>
          <p:cNvPr id="33" name="Text 25"/>
          <p:cNvSpPr txBox="1"/>
          <p:nvPr/>
        </p:nvSpPr>
        <p:spPr>
          <a:xfrm>
            <a:off x="697504" y="2061725"/>
            <a:ext cx="685800" cy="292608"/>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  New</a:t>
            </a:r>
            <a:endParaRPr lang="en-US" sz="900" dirty="0"/>
          </a:p>
        </p:txBody>
      </p:sp>
      <p:sp>
        <p:nvSpPr>
          <p:cNvPr id="34" name="Shape 26"/>
          <p:cNvSpPr/>
          <p:nvPr/>
        </p:nvSpPr>
        <p:spPr>
          <a:xfrm>
            <a:off x="660928" y="2464061"/>
            <a:ext cx="960120" cy="201168"/>
          </a:xfrm>
          <a:prstGeom prst="roundRect">
            <a:avLst>
              <a:gd name="adj" fmla="val 45455"/>
            </a:avLst>
          </a:prstGeom>
          <a:solidFill>
            <a:srgbClr val="C2E7FF"/>
          </a:solidFill>
          <a:ln w="12700">
            <a:solidFill>
              <a:srgbClr val="C2E7FF"/>
            </a:solidFill>
            <a:prstDash val="solid"/>
          </a:ln>
        </p:spPr>
      </p:sp>
      <p:sp>
        <p:nvSpPr>
          <p:cNvPr id="35" name="Text 27"/>
          <p:cNvSpPr txBox="1"/>
          <p:nvPr/>
        </p:nvSpPr>
        <p:spPr>
          <a:xfrm>
            <a:off x="752368" y="24640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a:t>
            </a:r>
            <a:endParaRPr lang="en-US" sz="750" dirty="0"/>
          </a:p>
        </p:txBody>
      </p:sp>
      <p:sp>
        <p:nvSpPr>
          <p:cNvPr id="36" name="Text 28"/>
          <p:cNvSpPr txBox="1"/>
          <p:nvPr/>
        </p:nvSpPr>
        <p:spPr>
          <a:xfrm>
            <a:off x="752368" y="26926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Shared with me</a:t>
            </a:r>
            <a:endParaRPr lang="en-US" sz="750" dirty="0"/>
          </a:p>
        </p:txBody>
      </p:sp>
      <p:sp>
        <p:nvSpPr>
          <p:cNvPr id="37" name="Text 29"/>
          <p:cNvSpPr txBox="1"/>
          <p:nvPr/>
        </p:nvSpPr>
        <p:spPr>
          <a:xfrm>
            <a:off x="752368" y="29212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Recent</a:t>
            </a:r>
            <a:endParaRPr lang="en-US" sz="750" dirty="0"/>
          </a:p>
        </p:txBody>
      </p:sp>
      <p:sp>
        <p:nvSpPr>
          <p:cNvPr id="38" name="Text 30"/>
          <p:cNvSpPr txBox="1"/>
          <p:nvPr/>
        </p:nvSpPr>
        <p:spPr>
          <a:xfrm>
            <a:off x="752368" y="31498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Trash</a:t>
            </a:r>
            <a:endParaRPr lang="en-US" sz="750" dirty="0"/>
          </a:p>
        </p:txBody>
      </p:sp>
      <p:sp>
        <p:nvSpPr>
          <p:cNvPr id="39" name="Text 31"/>
          <p:cNvSpPr txBox="1"/>
          <p:nvPr/>
        </p:nvSpPr>
        <p:spPr>
          <a:xfrm>
            <a:off x="679216" y="3721064"/>
            <a:ext cx="1188720" cy="182880"/>
          </a:xfrm>
          <a:prstGeom prst="rect">
            <a:avLst/>
          </a:prstGeom>
          <a:noFill/>
          <a:ln/>
        </p:spPr>
        <p:txBody>
          <a:bodyPr wrap="square" lIns="0" tIns="0" rIns="0" bIns="0" rtlCol="0" anchor="t"/>
          <a:lstStyle/>
          <a:p>
            <a:pPr indent="0" marL="0">
              <a:buNone/>
            </a:pPr>
            <a:r>
              <a:rPr lang="en-US" sz="600" dirty="0">
                <a:solidFill>
                  <a:srgbClr val="666666"/>
                </a:solidFill>
                <a:latin typeface="Calibri" pitchFamily="34" charset="0"/>
                <a:ea typeface="Calibri" pitchFamily="34" charset="-122"/>
                <a:cs typeface="Calibri" pitchFamily="34" charset="-120"/>
              </a:rPr>
              <a:t>Storage: 1 GB of 15 GB used</a:t>
            </a:r>
            <a:endParaRPr lang="en-US" sz="600" dirty="0"/>
          </a:p>
        </p:txBody>
      </p:sp>
      <p:sp>
        <p:nvSpPr>
          <p:cNvPr id="40" name="Text 32"/>
          <p:cNvSpPr txBox="1"/>
          <p:nvPr/>
        </p:nvSpPr>
        <p:spPr>
          <a:xfrm>
            <a:off x="1730776" y="2061725"/>
            <a:ext cx="3670767" cy="27432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My Drive  ›  Aset_Cerita_Kelompok_1</a:t>
            </a:r>
            <a:endParaRPr lang="en-US" sz="1200" dirty="0"/>
          </a:p>
        </p:txBody>
      </p:sp>
      <p:sp>
        <p:nvSpPr>
          <p:cNvPr id="41" name="Text 33"/>
          <p:cNvSpPr txBox="1"/>
          <p:nvPr/>
        </p:nvSpPr>
        <p:spPr>
          <a:xfrm>
            <a:off x="1730776" y="2400053"/>
            <a:ext cx="1828800" cy="182880"/>
          </a:xfrm>
          <a:prstGeom prst="rect">
            <a:avLst/>
          </a:prstGeom>
          <a:noFill/>
          <a:ln/>
        </p:spPr>
        <p:txBody>
          <a:bodyPr wrap="square" lIns="0" tIns="0" rIns="0" bIns="0" rtlCol="0" anchor="t"/>
          <a:lstStyle/>
          <a:p>
            <a:pPr indent="0" marL="0">
              <a:buNone/>
            </a:pPr>
            <a:r>
              <a:rPr lang="en-US" sz="700" b="1" dirty="0">
                <a:solidFill>
                  <a:srgbClr val="555555"/>
                </a:solidFill>
                <a:latin typeface="Calibri" pitchFamily="34" charset="0"/>
                <a:ea typeface="Calibri" pitchFamily="34" charset="-122"/>
                <a:cs typeface="Calibri" pitchFamily="34" charset="-120"/>
              </a:rPr>
              <a:t>Name</a:t>
            </a:r>
            <a:endParaRPr lang="en-US" sz="700" dirty="0"/>
          </a:p>
        </p:txBody>
      </p:sp>
      <p:sp>
        <p:nvSpPr>
          <p:cNvPr id="42" name="Shape 34"/>
          <p:cNvSpPr/>
          <p:nvPr/>
        </p:nvSpPr>
        <p:spPr>
          <a:xfrm>
            <a:off x="1730776" y="2592077"/>
            <a:ext cx="3670767" cy="0"/>
          </a:xfrm>
          <a:prstGeom prst="line">
            <a:avLst/>
          </a:prstGeom>
          <a:noFill/>
          <a:ln w="6350">
            <a:solidFill>
              <a:srgbClr val="DDDDDD"/>
            </a:solidFill>
            <a:prstDash val="solid"/>
          </a:ln>
        </p:spPr>
      </p:sp>
      <p:pic>
        <p:nvPicPr>
          <p:cNvPr id="43" name="Image 6" descr="preencoded.png">    </p:cNvPr>
          <p:cNvPicPr>
            <a:picLocks noChangeAspect="1"/>
          </p:cNvPicPr>
          <p:nvPr/>
        </p:nvPicPr>
        <p:blipFill>
          <a:blip r:embed="rId7"/>
          <a:stretch>
            <a:fillRect/>
          </a:stretch>
        </p:blipFill>
        <p:spPr>
          <a:xfrm>
            <a:off x="1776496" y="2674373"/>
            <a:ext cx="137160" cy="137160"/>
          </a:xfrm>
          <a:prstGeom prst="rect">
            <a:avLst/>
          </a:prstGeom>
        </p:spPr>
      </p:pic>
      <p:sp>
        <p:nvSpPr>
          <p:cNvPr id="44" name="Text 35"/>
          <p:cNvSpPr txBox="1"/>
          <p:nvPr/>
        </p:nvSpPr>
        <p:spPr>
          <a:xfrm>
            <a:off x="2005096" y="2628653"/>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Adegan1.jpg</a:t>
            </a:r>
            <a:endParaRPr lang="en-US" sz="800" dirty="0"/>
          </a:p>
        </p:txBody>
      </p:sp>
      <p:pic>
        <p:nvPicPr>
          <p:cNvPr id="45" name="Image 7" descr="preencoded.png">    </p:cNvPr>
          <p:cNvPicPr>
            <a:picLocks noChangeAspect="1"/>
          </p:cNvPicPr>
          <p:nvPr/>
        </p:nvPicPr>
        <p:blipFill>
          <a:blip r:embed="rId8"/>
          <a:stretch>
            <a:fillRect/>
          </a:stretch>
        </p:blipFill>
        <p:spPr>
          <a:xfrm>
            <a:off x="1776496" y="2921261"/>
            <a:ext cx="137160" cy="137160"/>
          </a:xfrm>
          <a:prstGeom prst="rect">
            <a:avLst/>
          </a:prstGeom>
        </p:spPr>
      </p:pic>
      <p:sp>
        <p:nvSpPr>
          <p:cNvPr id="46" name="Text 36"/>
          <p:cNvSpPr txBox="1"/>
          <p:nvPr/>
        </p:nvSpPr>
        <p:spPr>
          <a:xfrm>
            <a:off x="2005096" y="2875541"/>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Adegan2.jpg</a:t>
            </a:r>
            <a:endParaRPr lang="en-US" sz="800" dirty="0"/>
          </a:p>
        </p:txBody>
      </p:sp>
      <p:pic>
        <p:nvPicPr>
          <p:cNvPr id="47" name="Image 8" descr="preencoded.png">    </p:cNvPr>
          <p:cNvPicPr>
            <a:picLocks noChangeAspect="1"/>
          </p:cNvPicPr>
          <p:nvPr/>
        </p:nvPicPr>
        <p:blipFill>
          <a:blip r:embed="rId9"/>
          <a:stretch>
            <a:fillRect/>
          </a:stretch>
        </p:blipFill>
        <p:spPr>
          <a:xfrm>
            <a:off x="1776496" y="3168149"/>
            <a:ext cx="137160" cy="137160"/>
          </a:xfrm>
          <a:prstGeom prst="rect">
            <a:avLst/>
          </a:prstGeom>
        </p:spPr>
      </p:pic>
      <p:sp>
        <p:nvSpPr>
          <p:cNvPr id="48" name="Text 37"/>
          <p:cNvSpPr txBox="1"/>
          <p:nvPr/>
        </p:nvSpPr>
        <p:spPr>
          <a:xfrm>
            <a:off x="2005096" y="3122429"/>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Adegan3.jpg</a:t>
            </a:r>
            <a:endParaRPr lang="en-US" sz="800" dirty="0"/>
          </a:p>
        </p:txBody>
      </p:sp>
      <p:pic>
        <p:nvPicPr>
          <p:cNvPr id="49" name="Image 9" descr="preencoded.png">    </p:cNvPr>
          <p:cNvPicPr>
            <a:picLocks noChangeAspect="1"/>
          </p:cNvPicPr>
          <p:nvPr/>
        </p:nvPicPr>
        <p:blipFill>
          <a:blip r:embed="rId10"/>
          <a:stretch>
            <a:fillRect/>
          </a:stretch>
        </p:blipFill>
        <p:spPr>
          <a:xfrm>
            <a:off x="1776496" y="3415037"/>
            <a:ext cx="137160" cy="137160"/>
          </a:xfrm>
          <a:prstGeom prst="rect">
            <a:avLst/>
          </a:prstGeom>
        </p:spPr>
      </p:pic>
      <p:sp>
        <p:nvSpPr>
          <p:cNvPr id="50" name="Text 38"/>
          <p:cNvSpPr txBox="1"/>
          <p:nvPr/>
        </p:nvSpPr>
        <p:spPr>
          <a:xfrm>
            <a:off x="2005096" y="3369317"/>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Adegan4.jpg</a:t>
            </a:r>
            <a:endParaRPr lang="en-US" sz="800" dirty="0"/>
          </a:p>
        </p:txBody>
      </p:sp>
      <p:pic>
        <p:nvPicPr>
          <p:cNvPr id="51" name="Image 10" descr="preencoded.png">    </p:cNvPr>
          <p:cNvPicPr>
            <a:picLocks noChangeAspect="1"/>
          </p:cNvPicPr>
          <p:nvPr/>
        </p:nvPicPr>
        <p:blipFill>
          <a:blip r:embed="rId11"/>
          <a:stretch>
            <a:fillRect/>
          </a:stretch>
        </p:blipFill>
        <p:spPr>
          <a:xfrm>
            <a:off x="1776496" y="3661925"/>
            <a:ext cx="137160" cy="137160"/>
          </a:xfrm>
          <a:prstGeom prst="rect">
            <a:avLst/>
          </a:prstGeom>
        </p:spPr>
      </p:pic>
      <p:sp>
        <p:nvSpPr>
          <p:cNvPr id="52" name="Text 39"/>
          <p:cNvSpPr txBox="1"/>
          <p:nvPr/>
        </p:nvSpPr>
        <p:spPr>
          <a:xfrm>
            <a:off x="2005096" y="3616205"/>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Adegan5.jpg</a:t>
            </a:r>
            <a:endParaRPr lang="en-US" sz="800" dirty="0"/>
          </a:p>
        </p:txBody>
      </p:sp>
      <p:sp>
        <p:nvSpPr>
          <p:cNvPr id="53" name="Shape 40"/>
          <p:cNvSpPr/>
          <p:nvPr/>
        </p:nvSpPr>
        <p:spPr>
          <a:xfrm>
            <a:off x="1712488" y="2610365"/>
            <a:ext cx="3707343" cy="1252728"/>
          </a:xfrm>
          <a:prstGeom prst="roundRect">
            <a:avLst>
              <a:gd name="adj" fmla="val 3650"/>
            </a:avLst>
          </a:prstGeom>
          <a:solidFill>
            <a:srgbClr val="FFFFFF">
              <a:alpha val="0"/>
            </a:srgbClr>
          </a:solidFill>
          <a:ln w="31750">
            <a:solidFill>
              <a:srgbClr val="E53935"/>
            </a:solidFill>
            <a:prstDash val="solid"/>
          </a:ln>
        </p:spPr>
      </p:sp>
      <p:sp>
        <p:nvSpPr>
          <p:cNvPr id="54" name="Shape 41"/>
          <p:cNvSpPr/>
          <p:nvPr/>
        </p:nvSpPr>
        <p:spPr>
          <a:xfrm>
            <a:off x="5282672" y="2473205"/>
            <a:ext cx="274320" cy="274320"/>
          </a:xfrm>
          <a:prstGeom prst="ellipse">
            <a:avLst/>
          </a:prstGeom>
          <a:solidFill>
            <a:srgbClr val="E53935"/>
          </a:solidFill>
          <a:ln w="12700">
            <a:solidFill>
              <a:srgbClr val="FFFFFF"/>
            </a:solidFill>
            <a:prstDash val="solid"/>
          </a:ln>
        </p:spPr>
      </p:sp>
      <p:sp>
        <p:nvSpPr>
          <p:cNvPr id="55" name="Text 42"/>
          <p:cNvSpPr txBox="1"/>
          <p:nvPr/>
        </p:nvSpPr>
        <p:spPr>
          <a:xfrm>
            <a:off x="5282672" y="24732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56" name="Image 11" descr="preencoded.png">    </p:cNvPr>
          <p:cNvPicPr>
            <a:picLocks noChangeAspect="1"/>
          </p:cNvPicPr>
          <p:nvPr/>
        </p:nvPicPr>
        <p:blipFill>
          <a:blip r:embed="rId12"/>
          <a:stretch>
            <a:fillRect/>
          </a:stretch>
        </p:blipFill>
        <p:spPr>
          <a:xfrm>
            <a:off x="3749698" y="3297537"/>
            <a:ext cx="237744" cy="237744"/>
          </a:xfrm>
          <a:prstGeom prst="rect">
            <a:avLst/>
          </a:prstGeom>
        </p:spPr>
      </p:pic>
      <p:sp>
        <p:nvSpPr>
          <p:cNvPr id="57" name="Text 4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58" name="Text 4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Beri nama gambar sesuai nomor adegan</a:t>
            </a:r>
            <a:endParaRPr lang="en-US" sz="1800" dirty="0"/>
          </a:p>
        </p:txBody>
      </p:sp>
      <p:sp>
        <p:nvSpPr>
          <p:cNvPr id="59" name="Text 4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Ganti nama setiap gambar: Adegan1, Adegan2, dan seterusnya, agar urutannya jelas.</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32</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11: Digital Storytelling · Pertemuan 32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Kelompok siap produksi jika memiliki:</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Storyboard 5–7 adegan di kertas.</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Naskah narasi setiap adegan di Google Docs.</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Satu gambar untuk setiap adegan di folder aset.</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Nama gambar sesuai urutan adegan.</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11: Digital Storytelling · Pertemuan 32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Setiap adegan punya gambar</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Narasi setiap adegan sudah ditulis</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Alur runtut</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Aset tersimpan rapi di satu folder</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Aset mana yang paling sulit dicari?</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Bagaimana kelompokmu membagi tugas?</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Gunakan gambar yang santun dan sebutkan sumber gambar yang bukan milik sendiri.</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Produksi: menyatukan gambar, teks, dan suara menjadi Cerita Digital Pesantren.</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33</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Cerita Digital Pesantren</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Proyek: produksi dan penayangan</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11: Digital Storytelling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11: Digital Storytelling · Pertemuan 33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Bagaimana cara menggabungkan gambar dan suara menjadi satu cerita?</a:t>
            </a:r>
            <a:endParaRPr lang="en-US" sz="2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11: Digital Storytelling · Pertemuan 33</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Menyusun adegan cerita di Google Slides</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Merekam dan menyisipkan narasi suara</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Menayangkan cerita digital di depan kelas</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Tahap Produksi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11: Digital Storytelling · Pertemuan 33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88720"/>
            <a:ext cx="2438400" cy="2240280"/>
          </a:xfrm>
          <a:prstGeom prst="roundRect">
            <a:avLst>
              <a:gd name="adj" fmla="val 4898"/>
            </a:avLst>
          </a:prstGeom>
          <a:solidFill>
            <a:srgbClr val="E6F2EC"/>
          </a:solidFill>
          <a:ln w="12700">
            <a:solidFill>
              <a:srgbClr val="E6F2EC"/>
            </a:solidFill>
            <a:prstDash val="solid"/>
          </a:ln>
        </p:spPr>
      </p:sp>
      <p:sp>
        <p:nvSpPr>
          <p:cNvPr id="10" name="Shape 6"/>
          <p:cNvSpPr/>
          <p:nvPr/>
        </p:nvSpPr>
        <p:spPr>
          <a:xfrm>
            <a:off x="1310640" y="1371600"/>
            <a:ext cx="731520" cy="73152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1493520" y="1554480"/>
            <a:ext cx="365760" cy="365760"/>
          </a:xfrm>
          <a:prstGeom prst="rect">
            <a:avLst/>
          </a:prstGeom>
        </p:spPr>
      </p:pic>
      <p:sp>
        <p:nvSpPr>
          <p:cNvPr id="12" name="Text 7"/>
          <p:cNvSpPr txBox="1"/>
          <p:nvPr/>
        </p:nvSpPr>
        <p:spPr>
          <a:xfrm>
            <a:off x="5486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Susun Adegan</a:t>
            </a:r>
            <a:endParaRPr lang="en-US" sz="1700" dirty="0"/>
          </a:p>
        </p:txBody>
      </p:sp>
      <p:sp>
        <p:nvSpPr>
          <p:cNvPr id="13" name="Text 8"/>
          <p:cNvSpPr txBox="1"/>
          <p:nvPr/>
        </p:nvSpPr>
        <p:spPr>
          <a:xfrm>
            <a:off x="6400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Satu adegan = satu slide, sesuai storyboard</a:t>
            </a:r>
            <a:endParaRPr lang="en-US" sz="1300" dirty="0"/>
          </a:p>
        </p:txBody>
      </p:sp>
      <p:sp>
        <p:nvSpPr>
          <p:cNvPr id="14" name="Text 9"/>
          <p:cNvSpPr txBox="1"/>
          <p:nvPr/>
        </p:nvSpPr>
        <p:spPr>
          <a:xfrm>
            <a:off x="28956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15" name="Shape 10"/>
          <p:cNvSpPr/>
          <p:nvPr/>
        </p:nvSpPr>
        <p:spPr>
          <a:xfrm>
            <a:off x="3352800" y="1188720"/>
            <a:ext cx="2438400" cy="2240280"/>
          </a:xfrm>
          <a:prstGeom prst="roundRect">
            <a:avLst>
              <a:gd name="adj" fmla="val 4898"/>
            </a:avLst>
          </a:prstGeom>
          <a:solidFill>
            <a:srgbClr val="0F4C3A"/>
          </a:solidFill>
          <a:ln w="12700">
            <a:solidFill>
              <a:srgbClr val="0F4C3A"/>
            </a:solidFill>
            <a:prstDash val="solid"/>
          </a:ln>
        </p:spPr>
      </p:sp>
      <p:sp>
        <p:nvSpPr>
          <p:cNvPr id="16" name="Shape 11"/>
          <p:cNvSpPr/>
          <p:nvPr/>
        </p:nvSpPr>
        <p:spPr>
          <a:xfrm>
            <a:off x="4206240" y="1371600"/>
            <a:ext cx="731520" cy="731520"/>
          </a:xfrm>
          <a:prstGeom prst="ellipse">
            <a:avLst/>
          </a:prstGeom>
          <a:solidFill>
            <a:srgbClr val="D4A017"/>
          </a:solidFill>
          <a:ln/>
        </p:spPr>
      </p:sp>
      <p:pic>
        <p:nvPicPr>
          <p:cNvPr id="17" name="Image 3" descr="preencoded.png">    </p:cNvPr>
          <p:cNvPicPr>
            <a:picLocks noChangeAspect="1"/>
          </p:cNvPicPr>
          <p:nvPr/>
        </p:nvPicPr>
        <p:blipFill>
          <a:blip r:embed="rId4"/>
          <a:stretch>
            <a:fillRect/>
          </a:stretch>
        </p:blipFill>
        <p:spPr>
          <a:xfrm>
            <a:off x="4389120" y="1554480"/>
            <a:ext cx="365760" cy="365760"/>
          </a:xfrm>
          <a:prstGeom prst="rect">
            <a:avLst/>
          </a:prstGeom>
        </p:spPr>
      </p:pic>
      <p:sp>
        <p:nvSpPr>
          <p:cNvPr id="18" name="Text 12"/>
          <p:cNvSpPr txBox="1"/>
          <p:nvPr/>
        </p:nvSpPr>
        <p:spPr>
          <a:xfrm>
            <a:off x="3444240" y="2194560"/>
            <a:ext cx="2255520" cy="365760"/>
          </a:xfrm>
          <a:prstGeom prst="rect">
            <a:avLst/>
          </a:prstGeom>
          <a:noFill/>
          <a:ln/>
        </p:spPr>
        <p:txBody>
          <a:bodyPr wrap="square" lIns="0" tIns="0" rIns="0" bIns="0" rtlCol="0" anchor="t"/>
          <a:lstStyle/>
          <a:p>
            <a:pPr algn="ctr" indent="0" marL="0">
              <a:buNone/>
            </a:pPr>
            <a:r>
              <a:rPr lang="en-US" sz="1700" b="1" dirty="0">
                <a:solidFill>
                  <a:srgbClr val="FFFFFF"/>
                </a:solidFill>
                <a:latin typeface="Cambria" pitchFamily="34" charset="0"/>
                <a:ea typeface="Cambria" pitchFamily="34" charset="-122"/>
                <a:cs typeface="Cambria" pitchFamily="34" charset="-120"/>
              </a:rPr>
              <a:t>Rekam Narasi</a:t>
            </a:r>
            <a:endParaRPr lang="en-US" sz="1700" dirty="0"/>
          </a:p>
        </p:txBody>
      </p:sp>
      <p:sp>
        <p:nvSpPr>
          <p:cNvPr id="19" name="Text 13"/>
          <p:cNvSpPr txBox="1"/>
          <p:nvPr/>
        </p:nvSpPr>
        <p:spPr>
          <a:xfrm>
            <a:off x="3535680" y="2606040"/>
            <a:ext cx="2072640" cy="7772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Rekam narasi per adegan, unggah ke folder aset</a:t>
            </a:r>
            <a:endParaRPr lang="en-US" sz="1300" dirty="0"/>
          </a:p>
        </p:txBody>
      </p:sp>
      <p:sp>
        <p:nvSpPr>
          <p:cNvPr id="20" name="Text 14"/>
          <p:cNvSpPr txBox="1"/>
          <p:nvPr/>
        </p:nvSpPr>
        <p:spPr>
          <a:xfrm>
            <a:off x="57912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21" name="Shape 15"/>
          <p:cNvSpPr/>
          <p:nvPr/>
        </p:nvSpPr>
        <p:spPr>
          <a:xfrm>
            <a:off x="6248400" y="1188720"/>
            <a:ext cx="2438400" cy="2240280"/>
          </a:xfrm>
          <a:prstGeom prst="roundRect">
            <a:avLst>
              <a:gd name="adj" fmla="val 4898"/>
            </a:avLst>
          </a:prstGeom>
          <a:solidFill>
            <a:srgbClr val="E6F2EC"/>
          </a:solidFill>
          <a:ln w="12700">
            <a:solidFill>
              <a:srgbClr val="E6F2EC"/>
            </a:solidFill>
            <a:prstDash val="solid"/>
          </a:ln>
        </p:spPr>
      </p:sp>
      <p:sp>
        <p:nvSpPr>
          <p:cNvPr id="22" name="Shape 16"/>
          <p:cNvSpPr/>
          <p:nvPr/>
        </p:nvSpPr>
        <p:spPr>
          <a:xfrm>
            <a:off x="7101840" y="1371600"/>
            <a:ext cx="731520" cy="731520"/>
          </a:xfrm>
          <a:prstGeom prst="ellipse">
            <a:avLst/>
          </a:prstGeom>
          <a:solidFill>
            <a:srgbClr val="0F4C3A"/>
          </a:solidFill>
          <a:ln/>
        </p:spPr>
      </p:sp>
      <p:pic>
        <p:nvPicPr>
          <p:cNvPr id="23" name="Image 4" descr="preencoded.png">    </p:cNvPr>
          <p:cNvPicPr>
            <a:picLocks noChangeAspect="1"/>
          </p:cNvPicPr>
          <p:nvPr/>
        </p:nvPicPr>
        <p:blipFill>
          <a:blip r:embed="rId5"/>
          <a:stretch>
            <a:fillRect/>
          </a:stretch>
        </p:blipFill>
        <p:spPr>
          <a:xfrm>
            <a:off x="7284720" y="1554480"/>
            <a:ext cx="365760" cy="365760"/>
          </a:xfrm>
          <a:prstGeom prst="rect">
            <a:avLst/>
          </a:prstGeom>
        </p:spPr>
      </p:pic>
      <p:sp>
        <p:nvSpPr>
          <p:cNvPr id="24" name="Text 17"/>
          <p:cNvSpPr txBox="1"/>
          <p:nvPr/>
        </p:nvSpPr>
        <p:spPr>
          <a:xfrm>
            <a:off x="63398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Sisipkan &amp; Tayangkan</a:t>
            </a:r>
            <a:endParaRPr lang="en-US" sz="1700" dirty="0"/>
          </a:p>
        </p:txBody>
      </p:sp>
      <p:sp>
        <p:nvSpPr>
          <p:cNvPr id="25" name="Text 18"/>
          <p:cNvSpPr txBox="1"/>
          <p:nvPr/>
        </p:nvSpPr>
        <p:spPr>
          <a:xfrm>
            <a:off x="64312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Sisipkan audio ke slide, putar dengan Slideshow</a:t>
            </a:r>
            <a:endParaRPr lang="en-US" sz="1300" dirty="0"/>
          </a:p>
        </p:txBody>
      </p:sp>
      <p:sp>
        <p:nvSpPr>
          <p:cNvPr id="26" name="Shape 19"/>
          <p:cNvSpPr/>
          <p:nvPr/>
        </p:nvSpPr>
        <p:spPr>
          <a:xfrm>
            <a:off x="457200" y="3657600"/>
            <a:ext cx="8229600" cy="960120"/>
          </a:xfrm>
          <a:prstGeom prst="roundRect">
            <a:avLst>
              <a:gd name="adj" fmla="val 9524"/>
            </a:avLst>
          </a:prstGeom>
          <a:solidFill>
            <a:srgbClr val="FBF1D3"/>
          </a:solidFill>
          <a:ln w="12700">
            <a:solidFill>
              <a:srgbClr val="FBF1D3"/>
            </a:solidFill>
            <a:prstDash val="solid"/>
          </a:ln>
        </p:spPr>
      </p:sp>
      <p:sp>
        <p:nvSpPr>
          <p:cNvPr id="27" name="Text 20"/>
          <p:cNvSpPr txBox="1"/>
          <p:nvPr/>
        </p:nvSpPr>
        <p:spPr>
          <a:xfrm>
            <a:off x="685800" y="3703320"/>
            <a:ext cx="7772400" cy="86868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Contoh:  </a:t>
            </a:r>
            <a:pPr indent="0" marL="0">
              <a:buNone/>
            </a:pPr>
            <a:r>
              <a:rPr lang="en-US" sz="1400" dirty="0">
                <a:solidFill>
                  <a:srgbClr val="1E2A26"/>
                </a:solidFill>
                <a:latin typeface="Calibri" pitchFamily="34" charset="0"/>
                <a:ea typeface="Calibri" pitchFamily="34" charset="-122"/>
                <a:cs typeface="Calibri" pitchFamily="34" charset="-120"/>
              </a:rPr>
              <a:t>Slide 2 berisi gambar Adegan2.jpg, teks "Malam Pertama", dan audio Narasi2 yang diputar saat slide tampil.</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Memproduksi Cerita Digital</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Proyek Modul 11 · kerja kelompok</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Menyusun slide adegan</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4–6</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Merekam dan menyisipkan narasi</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7</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Penayangan</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Menyusun Slide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11: Digital Storytelling · Pertemuan 33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Cerita_Kelompok_1 - Google Slides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docs.google.com/presentation/...</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Cerita_Kelompok_1</a:t>
            </a:r>
            <a:endParaRPr lang="en-US" sz="900" dirty="0"/>
          </a:p>
        </p:txBody>
      </p:sp>
      <p:sp>
        <p:nvSpPr>
          <p:cNvPr id="30" name="Shape 22"/>
          <p:cNvSpPr/>
          <p:nvPr/>
        </p:nvSpPr>
        <p:spPr>
          <a:xfrm>
            <a:off x="944392" y="1695965"/>
            <a:ext cx="2011680" cy="182880"/>
          </a:xfrm>
          <a:prstGeom prst="rect">
            <a:avLst/>
          </a:prstGeom>
          <a:solidFill>
            <a:srgbClr val="FFFFFF">
              <a:alpha val="0"/>
            </a:srgbClr>
          </a:solidFill>
          <a:ln w="12700">
            <a:solidFill>
              <a:srgbClr val="0B57D0"/>
            </a:solidFill>
            <a:prstDash val="solid"/>
          </a:ln>
        </p:spPr>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Slide</a:t>
            </a:r>
            <a:endParaRPr lang="en-US" sz="700" dirty="0"/>
          </a:p>
        </p:txBody>
      </p:sp>
      <p:sp>
        <p:nvSpPr>
          <p:cNvPr id="37" name="Text 29"/>
          <p:cNvSpPr txBox="1"/>
          <p:nvPr/>
        </p:nvSpPr>
        <p:spPr>
          <a:xfrm>
            <a:off x="327611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Arrange</a:t>
            </a:r>
            <a:endParaRPr lang="en-US" sz="700" dirty="0"/>
          </a:p>
        </p:txBody>
      </p:sp>
      <p:sp>
        <p:nvSpPr>
          <p:cNvPr id="38" name="Text 30"/>
          <p:cNvSpPr txBox="1"/>
          <p:nvPr/>
        </p:nvSpPr>
        <p:spPr>
          <a:xfrm>
            <a:off x="366016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9" name="Shape 31"/>
          <p:cNvSpPr/>
          <p:nvPr/>
        </p:nvSpPr>
        <p:spPr>
          <a:xfrm>
            <a:off x="4121384" y="1714253"/>
            <a:ext cx="685800" cy="237744"/>
          </a:xfrm>
          <a:prstGeom prst="roundRect">
            <a:avLst>
              <a:gd name="adj" fmla="val 50000"/>
            </a:avLst>
          </a:prstGeom>
          <a:solidFill>
            <a:srgbClr val="FFFFFF"/>
          </a:solidFill>
          <a:ln w="9525">
            <a:solidFill>
              <a:srgbClr val="888888"/>
            </a:solidFill>
            <a:prstDash val="solid"/>
          </a:ln>
        </p:spPr>
      </p:sp>
      <p:sp>
        <p:nvSpPr>
          <p:cNvPr id="40" name="Text 32"/>
          <p:cNvSpPr txBox="1"/>
          <p:nvPr/>
        </p:nvSpPr>
        <p:spPr>
          <a:xfrm>
            <a:off x="4121384" y="1714253"/>
            <a:ext cx="685800" cy="237744"/>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 Slideshow</a:t>
            </a:r>
            <a:endParaRPr lang="en-US" sz="750" dirty="0"/>
          </a:p>
        </p:txBody>
      </p:sp>
      <p:sp>
        <p:nvSpPr>
          <p:cNvPr id="41" name="Shape 33"/>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42" name="Text 34"/>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3" name="Shape 35"/>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4" name="Text 36"/>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1100" b="1" dirty="0">
                <a:solidFill>
                  <a:srgbClr val="1E2A26"/>
                </a:solidFill>
                <a:latin typeface="Calibri" pitchFamily="34" charset="0"/>
                <a:ea typeface="Calibri" pitchFamily="34" charset="-122"/>
                <a:cs typeface="Calibri" pitchFamily="34" charset="-120"/>
              </a:rPr>
              <a:t>+</a:t>
            </a:r>
            <a:endParaRPr lang="en-US" sz="1100" dirty="0"/>
          </a:p>
        </p:txBody>
      </p:sp>
      <p:sp>
        <p:nvSpPr>
          <p:cNvPr id="45" name="Text 37"/>
          <p:cNvSpPr txBox="1"/>
          <p:nvPr/>
        </p:nvSpPr>
        <p:spPr>
          <a:xfrm>
            <a:off x="953536" y="2098301"/>
            <a:ext cx="128016"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6" name="Text 38"/>
          <p:cNvSpPr txBox="1"/>
          <p:nvPr/>
        </p:nvSpPr>
        <p:spPr>
          <a:xfrm>
            <a:off x="1127272" y="2098301"/>
            <a:ext cx="1828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7" name="Text 39"/>
          <p:cNvSpPr txBox="1"/>
          <p:nvPr/>
        </p:nvSpPr>
        <p:spPr>
          <a:xfrm>
            <a:off x="1355872"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8" name="Text 40"/>
          <p:cNvSpPr txBox="1"/>
          <p:nvPr/>
        </p:nvSpPr>
        <p:spPr>
          <a:xfrm>
            <a:off x="1621048"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9" name="Text 41"/>
          <p:cNvSpPr txBox="1"/>
          <p:nvPr/>
        </p:nvSpPr>
        <p:spPr>
          <a:xfrm>
            <a:off x="1886224" y="2098301"/>
            <a:ext cx="621792"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Background</a:t>
            </a:r>
            <a:endParaRPr lang="en-US" sz="700" dirty="0"/>
          </a:p>
        </p:txBody>
      </p:sp>
      <p:sp>
        <p:nvSpPr>
          <p:cNvPr id="50" name="Text 42"/>
          <p:cNvSpPr txBox="1"/>
          <p:nvPr/>
        </p:nvSpPr>
        <p:spPr>
          <a:xfrm>
            <a:off x="2553736" y="2098301"/>
            <a:ext cx="50292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Layout ▾</a:t>
            </a:r>
            <a:endParaRPr lang="en-US" sz="700" dirty="0"/>
          </a:p>
        </p:txBody>
      </p:sp>
      <p:sp>
        <p:nvSpPr>
          <p:cNvPr id="51" name="Text 43"/>
          <p:cNvSpPr txBox="1"/>
          <p:nvPr/>
        </p:nvSpPr>
        <p:spPr>
          <a:xfrm>
            <a:off x="3102376" y="2098301"/>
            <a:ext cx="4114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Theme</a:t>
            </a:r>
            <a:endParaRPr lang="en-US" sz="700" dirty="0"/>
          </a:p>
        </p:txBody>
      </p:sp>
      <p:sp>
        <p:nvSpPr>
          <p:cNvPr id="52" name="Text 44"/>
          <p:cNvSpPr txBox="1"/>
          <p:nvPr/>
        </p:nvSpPr>
        <p:spPr>
          <a:xfrm>
            <a:off x="3559576" y="2098301"/>
            <a:ext cx="54864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Transition</a:t>
            </a:r>
            <a:endParaRPr lang="en-US" sz="700" dirty="0"/>
          </a:p>
        </p:txBody>
      </p:sp>
      <p:pic>
        <p:nvPicPr>
          <p:cNvPr id="53" name="Image 6" descr="preencoded.png">    </p:cNvPr>
          <p:cNvPicPr>
            <a:picLocks noChangeAspect="1"/>
          </p:cNvPicPr>
          <p:nvPr/>
        </p:nvPicPr>
        <p:blipFill>
          <a:blip r:embed="rId7"/>
          <a:stretch>
            <a:fillRect/>
          </a:stretch>
        </p:blipFill>
        <p:spPr>
          <a:xfrm>
            <a:off x="1401592" y="2125733"/>
            <a:ext cx="128016" cy="128016"/>
          </a:xfrm>
          <a:prstGeom prst="rect">
            <a:avLst/>
          </a:prstGeom>
        </p:spPr>
      </p:pic>
      <p:pic>
        <p:nvPicPr>
          <p:cNvPr id="54" name="Image 7" descr="preencoded.png">    </p:cNvPr>
          <p:cNvPicPr>
            <a:picLocks noChangeAspect="1"/>
          </p:cNvPicPr>
          <p:nvPr/>
        </p:nvPicPr>
        <p:blipFill>
          <a:blip r:embed="rId8"/>
          <a:stretch>
            <a:fillRect/>
          </a:stretch>
        </p:blipFill>
        <p:spPr>
          <a:xfrm>
            <a:off x="1666768" y="2125733"/>
            <a:ext cx="128016" cy="128016"/>
          </a:xfrm>
          <a:prstGeom prst="rect">
            <a:avLst/>
          </a:prstGeom>
        </p:spPr>
      </p:pic>
      <p:sp>
        <p:nvSpPr>
          <p:cNvPr id="55" name="Shape 45"/>
          <p:cNvSpPr/>
          <p:nvPr/>
        </p:nvSpPr>
        <p:spPr>
          <a:xfrm>
            <a:off x="587776" y="2354333"/>
            <a:ext cx="4950927" cy="1641051"/>
          </a:xfrm>
          <a:prstGeom prst="rect">
            <a:avLst/>
          </a:prstGeom>
          <a:solidFill>
            <a:srgbClr val="F8F9FA"/>
          </a:solidFill>
          <a:ln w="12700">
            <a:solidFill>
              <a:srgbClr val="F8F9FA"/>
            </a:solidFill>
            <a:prstDash val="solid"/>
          </a:ln>
        </p:spPr>
      </p:sp>
      <p:sp>
        <p:nvSpPr>
          <p:cNvPr id="56" name="Text 46"/>
          <p:cNvSpPr txBox="1"/>
          <p:nvPr/>
        </p:nvSpPr>
        <p:spPr>
          <a:xfrm>
            <a:off x="633496" y="24640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1</a:t>
            </a:r>
            <a:endParaRPr lang="en-US" sz="600" dirty="0"/>
          </a:p>
        </p:txBody>
      </p:sp>
      <p:sp>
        <p:nvSpPr>
          <p:cNvPr id="57" name="Shape 47"/>
          <p:cNvSpPr/>
          <p:nvPr/>
        </p:nvSpPr>
        <p:spPr>
          <a:xfrm>
            <a:off x="788944" y="2464061"/>
            <a:ext cx="566928" cy="318897"/>
          </a:xfrm>
          <a:prstGeom prst="rect">
            <a:avLst/>
          </a:prstGeom>
          <a:solidFill>
            <a:srgbClr val="0F4C3A"/>
          </a:solidFill>
          <a:ln w="19050">
            <a:solidFill>
              <a:srgbClr val="F4B400"/>
            </a:solidFill>
            <a:prstDash val="solid"/>
          </a:ln>
        </p:spPr>
      </p:sp>
      <p:sp>
        <p:nvSpPr>
          <p:cNvPr id="58" name="Shape 48"/>
          <p:cNvSpPr/>
          <p:nvPr/>
        </p:nvSpPr>
        <p:spPr>
          <a:xfrm>
            <a:off x="2196348" y="2464061"/>
            <a:ext cx="2511024" cy="1412451"/>
          </a:xfrm>
          <a:prstGeom prst="rect">
            <a:avLst/>
          </a:prstGeom>
          <a:solidFill>
            <a:srgbClr val="0F4C3A"/>
          </a:solidFill>
          <a:ln w="6350">
            <a:solidFill>
              <a:srgbClr val="DDDDDD"/>
            </a:solidFill>
            <a:prstDash val="solid"/>
          </a:ln>
        </p:spPr>
      </p:sp>
      <p:sp>
        <p:nvSpPr>
          <p:cNvPr id="59" name="Shape 49"/>
          <p:cNvSpPr/>
          <p:nvPr/>
        </p:nvSpPr>
        <p:spPr>
          <a:xfrm>
            <a:off x="2379228" y="2887796"/>
            <a:ext cx="2145264" cy="353113"/>
          </a:xfrm>
          <a:prstGeom prst="rect">
            <a:avLst/>
          </a:prstGeom>
          <a:solidFill>
            <a:srgbClr val="FFFFFF">
              <a:alpha val="0"/>
            </a:srgbClr>
          </a:solidFill>
          <a:ln w="6350">
            <a:solidFill>
              <a:srgbClr val="AAAAAA"/>
            </a:solidFill>
            <a:prstDash val="dash"/>
          </a:ln>
        </p:spPr>
      </p:sp>
      <p:sp>
        <p:nvSpPr>
          <p:cNvPr id="60" name="Text 50"/>
          <p:cNvSpPr txBox="1"/>
          <p:nvPr/>
        </p:nvSpPr>
        <p:spPr>
          <a:xfrm>
            <a:off x="2379228" y="2887796"/>
            <a:ext cx="2145264" cy="353113"/>
          </a:xfrm>
          <a:prstGeom prst="rect">
            <a:avLst/>
          </a:prstGeom>
          <a:noFill/>
          <a:ln/>
        </p:spPr>
        <p:txBody>
          <a:bodyPr wrap="square" lIns="0" tIns="0" rIns="0" bIns="0" rtlCol="0" anchor="ctr"/>
          <a:lstStyle/>
          <a:p>
            <a:pPr algn="ctr" indent="0" marL="0">
              <a:buNone/>
            </a:pPr>
            <a:r>
              <a:rPr lang="en-US" sz="1200" dirty="0">
                <a:solidFill>
                  <a:srgbClr val="888888"/>
                </a:solidFill>
                <a:latin typeface="Arial" pitchFamily="34" charset="0"/>
                <a:ea typeface="Arial" pitchFamily="34" charset="-122"/>
                <a:cs typeface="Arial" pitchFamily="34" charset="-120"/>
              </a:rPr>
              <a:t>Click to add title</a:t>
            </a:r>
            <a:endParaRPr lang="en-US" sz="1200" dirty="0"/>
          </a:p>
        </p:txBody>
      </p:sp>
      <p:sp>
        <p:nvSpPr>
          <p:cNvPr id="61" name="Text 51"/>
          <p:cNvSpPr txBox="1"/>
          <p:nvPr/>
        </p:nvSpPr>
        <p:spPr>
          <a:xfrm>
            <a:off x="2562108" y="3314061"/>
            <a:ext cx="1779504" cy="197743"/>
          </a:xfrm>
          <a:prstGeom prst="rect">
            <a:avLst/>
          </a:prstGeom>
          <a:noFill/>
          <a:ln/>
        </p:spPr>
        <p:txBody>
          <a:bodyPr wrap="square" lIns="0" tIns="0" rIns="0" bIns="0" rtlCol="0" anchor="ctr"/>
          <a:lstStyle/>
          <a:p>
            <a:pPr algn="ctr" indent="0" marL="0">
              <a:buNone/>
            </a:pPr>
            <a:r>
              <a:rPr lang="en-US" sz="800" dirty="0">
                <a:solidFill>
                  <a:srgbClr val="888888"/>
                </a:solidFill>
                <a:latin typeface="Arial" pitchFamily="34" charset="0"/>
                <a:ea typeface="Arial" pitchFamily="34" charset="-122"/>
                <a:cs typeface="Arial" pitchFamily="34" charset="-120"/>
              </a:rPr>
              <a:t>Click to add subtitle</a:t>
            </a:r>
            <a:endParaRPr lang="en-US" sz="800" dirty="0"/>
          </a:p>
        </p:txBody>
      </p:sp>
      <p:sp>
        <p:nvSpPr>
          <p:cNvPr id="62" name="Shape 52"/>
          <p:cNvSpPr/>
          <p:nvPr/>
        </p:nvSpPr>
        <p:spPr>
          <a:xfrm>
            <a:off x="4121384" y="2354333"/>
            <a:ext cx="1371600" cy="1641051"/>
          </a:xfrm>
          <a:prstGeom prst="rect">
            <a:avLst/>
          </a:prstGeom>
          <a:solidFill>
            <a:srgbClr val="FFFFFF"/>
          </a:solidFill>
          <a:ln w="6350">
            <a:solidFill>
              <a:srgbClr val="DDDDDD"/>
            </a:solidFill>
            <a:prstDash val="solid"/>
          </a:ln>
        </p:spPr>
      </p:sp>
      <p:sp>
        <p:nvSpPr>
          <p:cNvPr id="63" name="Text 53"/>
          <p:cNvSpPr txBox="1"/>
          <p:nvPr/>
        </p:nvSpPr>
        <p:spPr>
          <a:xfrm>
            <a:off x="4212824" y="2409197"/>
            <a:ext cx="1097280" cy="201168"/>
          </a:xfrm>
          <a:prstGeom prst="rect">
            <a:avLst/>
          </a:prstGeom>
          <a:noFill/>
          <a:ln/>
        </p:spPr>
        <p:txBody>
          <a:bodyPr wrap="square" lIns="0" tIns="0" rIns="0" bIns="0" rtlCol="0" anchor="t"/>
          <a:lstStyle/>
          <a:p>
            <a:pPr indent="0" marL="0">
              <a:buNone/>
            </a:pPr>
            <a:r>
              <a:rPr lang="en-US" sz="900" b="1" dirty="0">
                <a:solidFill>
                  <a:srgbClr val="1E2A26"/>
                </a:solidFill>
                <a:latin typeface="Calibri" pitchFamily="34" charset="0"/>
                <a:ea typeface="Calibri" pitchFamily="34" charset="-122"/>
                <a:cs typeface="Calibri" pitchFamily="34" charset="-120"/>
              </a:rPr>
              <a:t>Themes</a:t>
            </a:r>
            <a:endParaRPr lang="en-US" sz="900" dirty="0"/>
          </a:p>
        </p:txBody>
      </p:sp>
      <p:sp>
        <p:nvSpPr>
          <p:cNvPr id="64" name="Shape 54"/>
          <p:cNvSpPr/>
          <p:nvPr/>
        </p:nvSpPr>
        <p:spPr>
          <a:xfrm>
            <a:off x="4231112" y="2674373"/>
            <a:ext cx="1152144" cy="411480"/>
          </a:xfrm>
          <a:prstGeom prst="rect">
            <a:avLst/>
          </a:prstGeom>
          <a:solidFill>
            <a:srgbClr val="FFFFFF"/>
          </a:solidFill>
          <a:ln w="6350">
            <a:solidFill>
              <a:srgbClr val="CCCCCC"/>
            </a:solidFill>
            <a:prstDash val="solid"/>
          </a:ln>
        </p:spPr>
      </p:sp>
      <p:sp>
        <p:nvSpPr>
          <p:cNvPr id="65" name="Text 55"/>
          <p:cNvSpPr txBox="1"/>
          <p:nvPr/>
        </p:nvSpPr>
        <p:spPr>
          <a:xfrm>
            <a:off x="4304264" y="2720093"/>
            <a:ext cx="1152144" cy="164592"/>
          </a:xfrm>
          <a:prstGeom prst="rect">
            <a:avLst/>
          </a:prstGeom>
          <a:noFill/>
          <a:ln/>
        </p:spPr>
        <p:txBody>
          <a:bodyPr wrap="square" lIns="0" tIns="0" rIns="0" bIns="0" rtlCol="0" anchor="t"/>
          <a:lstStyle/>
          <a:p>
            <a:pPr indent="0" marL="0">
              <a:buNone/>
            </a:pPr>
            <a:r>
              <a:rPr lang="en-US" sz="700" b="1" dirty="0">
                <a:solidFill>
                  <a:srgbClr val="222222"/>
                </a:solidFill>
                <a:latin typeface="Calibri" pitchFamily="34" charset="0"/>
                <a:ea typeface="Calibri" pitchFamily="34" charset="-122"/>
                <a:cs typeface="Calibri" pitchFamily="34" charset="-120"/>
              </a:rPr>
              <a:t>Title</a:t>
            </a:r>
            <a:endParaRPr lang="en-US" sz="700" dirty="0"/>
          </a:p>
        </p:txBody>
      </p:sp>
      <p:sp>
        <p:nvSpPr>
          <p:cNvPr id="66" name="Text 56"/>
          <p:cNvSpPr txBox="1"/>
          <p:nvPr/>
        </p:nvSpPr>
        <p:spPr>
          <a:xfrm>
            <a:off x="4231112" y="3094997"/>
            <a:ext cx="1152144" cy="118872"/>
          </a:xfrm>
          <a:prstGeom prst="rect">
            <a:avLst/>
          </a:prstGeom>
          <a:noFill/>
          <a:ln/>
        </p:spPr>
        <p:txBody>
          <a:bodyPr wrap="square" lIns="0" tIns="0" rIns="0" bIns="0" rtlCol="0" anchor="t"/>
          <a:lstStyle/>
          <a:p>
            <a:pPr algn="ctr" indent="0" marL="0">
              <a:buNone/>
            </a:pPr>
            <a:r>
              <a:rPr lang="en-US" sz="600" dirty="0">
                <a:solidFill>
                  <a:srgbClr val="1E2A26"/>
                </a:solidFill>
                <a:latin typeface="Calibri" pitchFamily="34" charset="0"/>
                <a:ea typeface="Calibri" pitchFamily="34" charset="-122"/>
                <a:cs typeface="Calibri" pitchFamily="34" charset="-120"/>
              </a:rPr>
              <a:t>Simple Light</a:t>
            </a:r>
            <a:endParaRPr lang="en-US" sz="600" dirty="0"/>
          </a:p>
        </p:txBody>
      </p:sp>
      <p:sp>
        <p:nvSpPr>
          <p:cNvPr id="67" name="Shape 57"/>
          <p:cNvSpPr/>
          <p:nvPr/>
        </p:nvSpPr>
        <p:spPr>
          <a:xfrm>
            <a:off x="4231112" y="3241301"/>
            <a:ext cx="1152144" cy="411480"/>
          </a:xfrm>
          <a:prstGeom prst="rect">
            <a:avLst/>
          </a:prstGeom>
          <a:solidFill>
            <a:srgbClr val="263238"/>
          </a:solidFill>
          <a:ln w="6350">
            <a:solidFill>
              <a:srgbClr val="CCCCCC"/>
            </a:solidFill>
            <a:prstDash val="solid"/>
          </a:ln>
        </p:spPr>
      </p:sp>
      <p:sp>
        <p:nvSpPr>
          <p:cNvPr id="68" name="Text 58"/>
          <p:cNvSpPr txBox="1"/>
          <p:nvPr/>
        </p:nvSpPr>
        <p:spPr>
          <a:xfrm>
            <a:off x="4304264" y="3287021"/>
            <a:ext cx="1152144" cy="164592"/>
          </a:xfrm>
          <a:prstGeom prst="rect">
            <a:avLst/>
          </a:prstGeom>
          <a:noFill/>
          <a:ln/>
        </p:spPr>
        <p:txBody>
          <a:bodyPr wrap="square" lIns="0" tIns="0" rIns="0" bIns="0" rtlCol="0" anchor="t"/>
          <a:lstStyle/>
          <a:p>
            <a:pPr indent="0" marL="0">
              <a:buNone/>
            </a:pPr>
            <a:r>
              <a:rPr lang="en-US" sz="700" b="1" dirty="0">
                <a:solidFill>
                  <a:srgbClr val="FFFFFF"/>
                </a:solidFill>
                <a:latin typeface="Calibri" pitchFamily="34" charset="0"/>
                <a:ea typeface="Calibri" pitchFamily="34" charset="-122"/>
                <a:cs typeface="Calibri" pitchFamily="34" charset="-120"/>
              </a:rPr>
              <a:t>Title</a:t>
            </a:r>
            <a:endParaRPr lang="en-US" sz="700" dirty="0"/>
          </a:p>
        </p:txBody>
      </p:sp>
      <p:sp>
        <p:nvSpPr>
          <p:cNvPr id="69" name="Text 59"/>
          <p:cNvSpPr txBox="1"/>
          <p:nvPr/>
        </p:nvSpPr>
        <p:spPr>
          <a:xfrm>
            <a:off x="4231112" y="3661925"/>
            <a:ext cx="1152144" cy="118872"/>
          </a:xfrm>
          <a:prstGeom prst="rect">
            <a:avLst/>
          </a:prstGeom>
          <a:noFill/>
          <a:ln/>
        </p:spPr>
        <p:txBody>
          <a:bodyPr wrap="square" lIns="0" tIns="0" rIns="0" bIns="0" rtlCol="0" anchor="t"/>
          <a:lstStyle/>
          <a:p>
            <a:pPr algn="ctr" indent="0" marL="0">
              <a:buNone/>
            </a:pPr>
            <a:r>
              <a:rPr lang="en-US" sz="600" dirty="0">
                <a:solidFill>
                  <a:srgbClr val="1E2A26"/>
                </a:solidFill>
                <a:latin typeface="Calibri" pitchFamily="34" charset="0"/>
                <a:ea typeface="Calibri" pitchFamily="34" charset="-122"/>
                <a:cs typeface="Calibri" pitchFamily="34" charset="-120"/>
              </a:rPr>
              <a:t>Simple Dark</a:t>
            </a:r>
            <a:endParaRPr lang="en-US" sz="600" dirty="0"/>
          </a:p>
        </p:txBody>
      </p:sp>
      <p:sp>
        <p:nvSpPr>
          <p:cNvPr id="70" name="Shape 60"/>
          <p:cNvSpPr/>
          <p:nvPr/>
        </p:nvSpPr>
        <p:spPr>
          <a:xfrm>
            <a:off x="4231112" y="3808229"/>
            <a:ext cx="1152144" cy="411480"/>
          </a:xfrm>
          <a:prstGeom prst="rect">
            <a:avLst/>
          </a:prstGeom>
          <a:solidFill>
            <a:srgbClr val="0F4C3A"/>
          </a:solidFill>
          <a:ln w="19050">
            <a:solidFill>
              <a:srgbClr val="0B57D0"/>
            </a:solidFill>
            <a:prstDash val="solid"/>
          </a:ln>
        </p:spPr>
      </p:sp>
      <p:sp>
        <p:nvSpPr>
          <p:cNvPr id="71" name="Text 61"/>
          <p:cNvSpPr txBox="1"/>
          <p:nvPr/>
        </p:nvSpPr>
        <p:spPr>
          <a:xfrm>
            <a:off x="4304264" y="3853949"/>
            <a:ext cx="1152144" cy="164592"/>
          </a:xfrm>
          <a:prstGeom prst="rect">
            <a:avLst/>
          </a:prstGeom>
          <a:noFill/>
          <a:ln/>
        </p:spPr>
        <p:txBody>
          <a:bodyPr wrap="square" lIns="0" tIns="0" rIns="0" bIns="0" rtlCol="0" anchor="t"/>
          <a:lstStyle/>
          <a:p>
            <a:pPr indent="0" marL="0">
              <a:buNone/>
            </a:pPr>
            <a:r>
              <a:rPr lang="en-US" sz="700" b="1" dirty="0">
                <a:solidFill>
                  <a:srgbClr val="FFFFFF"/>
                </a:solidFill>
                <a:latin typeface="Calibri" pitchFamily="34" charset="0"/>
                <a:ea typeface="Calibri" pitchFamily="34" charset="-122"/>
                <a:cs typeface="Calibri" pitchFamily="34" charset="-120"/>
              </a:rPr>
              <a:t>Title</a:t>
            </a:r>
            <a:endParaRPr lang="en-US" sz="700" dirty="0"/>
          </a:p>
        </p:txBody>
      </p:sp>
      <p:sp>
        <p:nvSpPr>
          <p:cNvPr id="72" name="Text 62"/>
          <p:cNvSpPr txBox="1"/>
          <p:nvPr/>
        </p:nvSpPr>
        <p:spPr>
          <a:xfrm>
            <a:off x="4231112" y="4228853"/>
            <a:ext cx="1152144" cy="118872"/>
          </a:xfrm>
          <a:prstGeom prst="rect">
            <a:avLst/>
          </a:prstGeom>
          <a:noFill/>
          <a:ln/>
        </p:spPr>
        <p:txBody>
          <a:bodyPr wrap="square" lIns="0" tIns="0" rIns="0" bIns="0" rtlCol="0" anchor="t"/>
          <a:lstStyle/>
          <a:p>
            <a:pPr algn="ctr" indent="0" marL="0">
              <a:buNone/>
            </a:pPr>
            <a:r>
              <a:rPr lang="en-US" sz="600" dirty="0">
                <a:solidFill>
                  <a:srgbClr val="1E2A26"/>
                </a:solidFill>
                <a:latin typeface="Calibri" pitchFamily="34" charset="0"/>
                <a:ea typeface="Calibri" pitchFamily="34" charset="-122"/>
                <a:cs typeface="Calibri" pitchFamily="34" charset="-120"/>
              </a:rPr>
              <a:t>Streamline</a:t>
            </a:r>
            <a:endParaRPr lang="en-US" sz="600" dirty="0"/>
          </a:p>
        </p:txBody>
      </p:sp>
      <p:sp>
        <p:nvSpPr>
          <p:cNvPr id="73" name="Shape 63"/>
          <p:cNvSpPr/>
          <p:nvPr/>
        </p:nvSpPr>
        <p:spPr>
          <a:xfrm>
            <a:off x="4231112" y="4375157"/>
            <a:ext cx="1152144" cy="411480"/>
          </a:xfrm>
          <a:prstGeom prst="rect">
            <a:avLst/>
          </a:prstGeom>
          <a:solidFill>
            <a:srgbClr val="FBF1D3"/>
          </a:solidFill>
          <a:ln w="6350">
            <a:solidFill>
              <a:srgbClr val="CCCCCC"/>
            </a:solidFill>
            <a:prstDash val="solid"/>
          </a:ln>
        </p:spPr>
      </p:sp>
      <p:sp>
        <p:nvSpPr>
          <p:cNvPr id="74" name="Text 64"/>
          <p:cNvSpPr txBox="1"/>
          <p:nvPr/>
        </p:nvSpPr>
        <p:spPr>
          <a:xfrm>
            <a:off x="4304264" y="4420877"/>
            <a:ext cx="1152144" cy="164592"/>
          </a:xfrm>
          <a:prstGeom prst="rect">
            <a:avLst/>
          </a:prstGeom>
          <a:noFill/>
          <a:ln/>
        </p:spPr>
        <p:txBody>
          <a:bodyPr wrap="square" lIns="0" tIns="0" rIns="0" bIns="0" rtlCol="0" anchor="t"/>
          <a:lstStyle/>
          <a:p>
            <a:pPr indent="0" marL="0">
              <a:buNone/>
            </a:pPr>
            <a:r>
              <a:rPr lang="en-US" sz="700" b="1" dirty="0">
                <a:solidFill>
                  <a:srgbClr val="333333"/>
                </a:solidFill>
                <a:latin typeface="Calibri" pitchFamily="34" charset="0"/>
                <a:ea typeface="Calibri" pitchFamily="34" charset="-122"/>
                <a:cs typeface="Calibri" pitchFamily="34" charset="-120"/>
              </a:rPr>
              <a:t>Title</a:t>
            </a:r>
            <a:endParaRPr lang="en-US" sz="700" dirty="0"/>
          </a:p>
        </p:txBody>
      </p:sp>
      <p:sp>
        <p:nvSpPr>
          <p:cNvPr id="75" name="Text 65"/>
          <p:cNvSpPr txBox="1"/>
          <p:nvPr/>
        </p:nvSpPr>
        <p:spPr>
          <a:xfrm>
            <a:off x="4231112" y="4795781"/>
            <a:ext cx="1152144" cy="118872"/>
          </a:xfrm>
          <a:prstGeom prst="rect">
            <a:avLst/>
          </a:prstGeom>
          <a:noFill/>
          <a:ln/>
        </p:spPr>
        <p:txBody>
          <a:bodyPr wrap="square" lIns="0" tIns="0" rIns="0" bIns="0" rtlCol="0" anchor="t"/>
          <a:lstStyle/>
          <a:p>
            <a:pPr algn="ctr" indent="0" marL="0">
              <a:buNone/>
            </a:pPr>
            <a:r>
              <a:rPr lang="en-US" sz="600" dirty="0">
                <a:solidFill>
                  <a:srgbClr val="1E2A26"/>
                </a:solidFill>
                <a:latin typeface="Calibri" pitchFamily="34" charset="0"/>
                <a:ea typeface="Calibri" pitchFamily="34" charset="-122"/>
                <a:cs typeface="Calibri" pitchFamily="34" charset="-120"/>
              </a:rPr>
              <a:t>Focus</a:t>
            </a:r>
            <a:endParaRPr lang="en-US" sz="600" dirty="0"/>
          </a:p>
        </p:txBody>
      </p:sp>
      <p:sp>
        <p:nvSpPr>
          <p:cNvPr id="76" name="Shape 66"/>
          <p:cNvSpPr/>
          <p:nvPr/>
        </p:nvSpPr>
        <p:spPr>
          <a:xfrm>
            <a:off x="944392" y="1668533"/>
            <a:ext cx="2066544" cy="237744"/>
          </a:xfrm>
          <a:prstGeom prst="roundRect">
            <a:avLst>
              <a:gd name="adj" fmla="val 19231"/>
            </a:avLst>
          </a:prstGeom>
          <a:solidFill>
            <a:srgbClr val="FFFFFF">
              <a:alpha val="0"/>
            </a:srgbClr>
          </a:solidFill>
          <a:ln w="31750">
            <a:solidFill>
              <a:srgbClr val="E53935"/>
            </a:solidFill>
            <a:prstDash val="solid"/>
          </a:ln>
        </p:spPr>
      </p:sp>
      <p:sp>
        <p:nvSpPr>
          <p:cNvPr id="77" name="Shape 67"/>
          <p:cNvSpPr/>
          <p:nvPr/>
        </p:nvSpPr>
        <p:spPr>
          <a:xfrm>
            <a:off x="2873776" y="1531373"/>
            <a:ext cx="274320" cy="274320"/>
          </a:xfrm>
          <a:prstGeom prst="ellipse">
            <a:avLst/>
          </a:prstGeom>
          <a:solidFill>
            <a:srgbClr val="E53935"/>
          </a:solidFill>
          <a:ln w="12700">
            <a:solidFill>
              <a:srgbClr val="FFFFFF"/>
            </a:solidFill>
            <a:prstDash val="solid"/>
          </a:ln>
        </p:spPr>
      </p:sp>
      <p:sp>
        <p:nvSpPr>
          <p:cNvPr id="78" name="Text 68"/>
          <p:cNvSpPr txBox="1"/>
          <p:nvPr/>
        </p:nvSpPr>
        <p:spPr>
          <a:xfrm>
            <a:off x="2873776" y="153137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79" name="Image 8" descr="preencoded.png">    </p:cNvPr>
          <p:cNvPicPr>
            <a:picLocks noChangeAspect="1"/>
          </p:cNvPicPr>
          <p:nvPr/>
        </p:nvPicPr>
        <p:blipFill>
          <a:blip r:embed="rId9"/>
          <a:stretch>
            <a:fillRect/>
          </a:stretch>
        </p:blipFill>
        <p:spPr>
          <a:xfrm>
            <a:off x="2078248" y="1796549"/>
            <a:ext cx="237744" cy="237744"/>
          </a:xfrm>
          <a:prstGeom prst="rect">
            <a:avLst/>
          </a:prstGeom>
        </p:spPr>
      </p:pic>
      <p:sp>
        <p:nvSpPr>
          <p:cNvPr id="80" name="Shape 69"/>
          <p:cNvSpPr/>
          <p:nvPr/>
        </p:nvSpPr>
        <p:spPr>
          <a:xfrm>
            <a:off x="4203680" y="3780797"/>
            <a:ext cx="1207008" cy="466344"/>
          </a:xfrm>
          <a:prstGeom prst="roundRect">
            <a:avLst>
              <a:gd name="adj" fmla="val 9804"/>
            </a:avLst>
          </a:prstGeom>
          <a:solidFill>
            <a:srgbClr val="FFFFFF">
              <a:alpha val="0"/>
            </a:srgbClr>
          </a:solidFill>
          <a:ln w="31750">
            <a:solidFill>
              <a:srgbClr val="E53935"/>
            </a:solidFill>
            <a:prstDash val="solid"/>
          </a:ln>
        </p:spPr>
      </p:sp>
      <p:sp>
        <p:nvSpPr>
          <p:cNvPr id="81" name="Shape 70"/>
          <p:cNvSpPr/>
          <p:nvPr/>
        </p:nvSpPr>
        <p:spPr>
          <a:xfrm>
            <a:off x="5273528" y="3643637"/>
            <a:ext cx="274320" cy="274320"/>
          </a:xfrm>
          <a:prstGeom prst="ellipse">
            <a:avLst/>
          </a:prstGeom>
          <a:solidFill>
            <a:srgbClr val="E53935"/>
          </a:solidFill>
          <a:ln w="12700">
            <a:solidFill>
              <a:srgbClr val="FFFFFF"/>
            </a:solidFill>
            <a:prstDash val="solid"/>
          </a:ln>
        </p:spPr>
      </p:sp>
      <p:sp>
        <p:nvSpPr>
          <p:cNvPr id="82" name="Text 71"/>
          <p:cNvSpPr txBox="1"/>
          <p:nvPr/>
        </p:nvSpPr>
        <p:spPr>
          <a:xfrm>
            <a:off x="5273528" y="364363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83" name="Image 9" descr="preencoded.png">    </p:cNvPr>
          <p:cNvPicPr>
            <a:picLocks noChangeAspect="1"/>
          </p:cNvPicPr>
          <p:nvPr/>
        </p:nvPicPr>
        <p:blipFill>
          <a:blip r:embed="rId10"/>
          <a:stretch>
            <a:fillRect/>
          </a:stretch>
        </p:blipFill>
        <p:spPr>
          <a:xfrm>
            <a:off x="4864791" y="4034543"/>
            <a:ext cx="237744" cy="237744"/>
          </a:xfrm>
          <a:prstGeom prst="rect">
            <a:avLst/>
          </a:prstGeom>
        </p:spPr>
      </p:pic>
      <p:sp>
        <p:nvSpPr>
          <p:cNvPr id="84" name="Text 7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85" name="Text 7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Buat presentasi dan pilih tema</a:t>
            </a:r>
            <a:endParaRPr lang="en-US" sz="1800" dirty="0"/>
          </a:p>
        </p:txBody>
      </p:sp>
      <p:sp>
        <p:nvSpPr>
          <p:cNvPr id="86" name="Text 7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slides.google.com › Blank. Beri nama Cerita_Kelompok_N. Pilih tema yang sesuai suasana cerita.</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Menyusun Slide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11: Digital Storytelling · Pertemuan 33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Cerita_Kelompok_1 - Google Slides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docs.google.com/presentation/...</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Cerita_Kelompok_1</a:t>
            </a:r>
            <a:endParaRPr lang="en-US" sz="900" dirty="0"/>
          </a:p>
        </p:txBody>
      </p:sp>
      <p:sp>
        <p:nvSpPr>
          <p:cNvPr id="30" name="Text 22"/>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Slide</a:t>
            </a:r>
            <a:endParaRPr lang="en-US" sz="700" dirty="0"/>
          </a:p>
        </p:txBody>
      </p:sp>
      <p:sp>
        <p:nvSpPr>
          <p:cNvPr id="36" name="Text 28"/>
          <p:cNvSpPr txBox="1"/>
          <p:nvPr/>
        </p:nvSpPr>
        <p:spPr>
          <a:xfrm>
            <a:off x="327611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Arrange</a:t>
            </a:r>
            <a:endParaRPr lang="en-US" sz="700" dirty="0"/>
          </a:p>
        </p:txBody>
      </p:sp>
      <p:sp>
        <p:nvSpPr>
          <p:cNvPr id="37" name="Text 29"/>
          <p:cNvSpPr txBox="1"/>
          <p:nvPr/>
        </p:nvSpPr>
        <p:spPr>
          <a:xfrm>
            <a:off x="366016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8" name="Shape 30"/>
          <p:cNvSpPr/>
          <p:nvPr/>
        </p:nvSpPr>
        <p:spPr>
          <a:xfrm>
            <a:off x="4121384" y="1714253"/>
            <a:ext cx="685800" cy="237744"/>
          </a:xfrm>
          <a:prstGeom prst="roundRect">
            <a:avLst>
              <a:gd name="adj" fmla="val 50000"/>
            </a:avLst>
          </a:prstGeom>
          <a:solidFill>
            <a:srgbClr val="FFFFFF"/>
          </a:solidFill>
          <a:ln w="9525">
            <a:solidFill>
              <a:srgbClr val="888888"/>
            </a:solidFill>
            <a:prstDash val="solid"/>
          </a:ln>
        </p:spPr>
      </p:sp>
      <p:sp>
        <p:nvSpPr>
          <p:cNvPr id="39" name="Text 31"/>
          <p:cNvSpPr txBox="1"/>
          <p:nvPr/>
        </p:nvSpPr>
        <p:spPr>
          <a:xfrm>
            <a:off x="4121384" y="1714253"/>
            <a:ext cx="685800" cy="237744"/>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 Slideshow</a:t>
            </a:r>
            <a:endParaRPr lang="en-US" sz="750" dirty="0"/>
          </a:p>
        </p:txBody>
      </p:sp>
      <p:sp>
        <p:nvSpPr>
          <p:cNvPr id="40" name="Shape 32"/>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41" name="Text 33"/>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2" name="Shape 34"/>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3" name="Text 35"/>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1100" b="1" dirty="0">
                <a:solidFill>
                  <a:srgbClr val="1E2A26"/>
                </a:solidFill>
                <a:latin typeface="Calibri" pitchFamily="34" charset="0"/>
                <a:ea typeface="Calibri" pitchFamily="34" charset="-122"/>
                <a:cs typeface="Calibri" pitchFamily="34" charset="-120"/>
              </a:rPr>
              <a:t>+</a:t>
            </a:r>
            <a:endParaRPr lang="en-US" sz="1100" dirty="0"/>
          </a:p>
        </p:txBody>
      </p:sp>
      <p:sp>
        <p:nvSpPr>
          <p:cNvPr id="44" name="Text 36"/>
          <p:cNvSpPr txBox="1"/>
          <p:nvPr/>
        </p:nvSpPr>
        <p:spPr>
          <a:xfrm>
            <a:off x="953536" y="2098301"/>
            <a:ext cx="128016"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5" name="Text 37"/>
          <p:cNvSpPr txBox="1"/>
          <p:nvPr/>
        </p:nvSpPr>
        <p:spPr>
          <a:xfrm>
            <a:off x="1127272" y="2098301"/>
            <a:ext cx="1828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6" name="Text 38"/>
          <p:cNvSpPr txBox="1"/>
          <p:nvPr/>
        </p:nvSpPr>
        <p:spPr>
          <a:xfrm>
            <a:off x="1355872"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7" name="Text 39"/>
          <p:cNvSpPr txBox="1"/>
          <p:nvPr/>
        </p:nvSpPr>
        <p:spPr>
          <a:xfrm>
            <a:off x="1621048"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8" name="Text 40"/>
          <p:cNvSpPr txBox="1"/>
          <p:nvPr/>
        </p:nvSpPr>
        <p:spPr>
          <a:xfrm>
            <a:off x="1886224" y="2098301"/>
            <a:ext cx="621792"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Background</a:t>
            </a:r>
            <a:endParaRPr lang="en-US" sz="700" dirty="0"/>
          </a:p>
        </p:txBody>
      </p:sp>
      <p:sp>
        <p:nvSpPr>
          <p:cNvPr id="49" name="Text 41"/>
          <p:cNvSpPr txBox="1"/>
          <p:nvPr/>
        </p:nvSpPr>
        <p:spPr>
          <a:xfrm>
            <a:off x="2553736" y="2098301"/>
            <a:ext cx="50292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Layout ▾</a:t>
            </a:r>
            <a:endParaRPr lang="en-US" sz="700" dirty="0"/>
          </a:p>
        </p:txBody>
      </p:sp>
      <p:sp>
        <p:nvSpPr>
          <p:cNvPr id="50" name="Text 42"/>
          <p:cNvSpPr txBox="1"/>
          <p:nvPr/>
        </p:nvSpPr>
        <p:spPr>
          <a:xfrm>
            <a:off x="3102376" y="2098301"/>
            <a:ext cx="4114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Theme</a:t>
            </a:r>
            <a:endParaRPr lang="en-US" sz="700" dirty="0"/>
          </a:p>
        </p:txBody>
      </p:sp>
      <p:sp>
        <p:nvSpPr>
          <p:cNvPr id="51" name="Text 43"/>
          <p:cNvSpPr txBox="1"/>
          <p:nvPr/>
        </p:nvSpPr>
        <p:spPr>
          <a:xfrm>
            <a:off x="3559576" y="2098301"/>
            <a:ext cx="54864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Transition</a:t>
            </a:r>
            <a:endParaRPr lang="en-US" sz="700" dirty="0"/>
          </a:p>
        </p:txBody>
      </p:sp>
      <p:pic>
        <p:nvPicPr>
          <p:cNvPr id="52" name="Image 6" descr="preencoded.png">    </p:cNvPr>
          <p:cNvPicPr>
            <a:picLocks noChangeAspect="1"/>
          </p:cNvPicPr>
          <p:nvPr/>
        </p:nvPicPr>
        <p:blipFill>
          <a:blip r:embed="rId7"/>
          <a:stretch>
            <a:fillRect/>
          </a:stretch>
        </p:blipFill>
        <p:spPr>
          <a:xfrm>
            <a:off x="1401592" y="2125733"/>
            <a:ext cx="128016" cy="128016"/>
          </a:xfrm>
          <a:prstGeom prst="rect">
            <a:avLst/>
          </a:prstGeom>
        </p:spPr>
      </p:pic>
      <p:pic>
        <p:nvPicPr>
          <p:cNvPr id="53" name="Image 7" descr="preencoded.png">    </p:cNvPr>
          <p:cNvPicPr>
            <a:picLocks noChangeAspect="1"/>
          </p:cNvPicPr>
          <p:nvPr/>
        </p:nvPicPr>
        <p:blipFill>
          <a:blip r:embed="rId8"/>
          <a:stretch>
            <a:fillRect/>
          </a:stretch>
        </p:blipFill>
        <p:spPr>
          <a:xfrm>
            <a:off x="1666768" y="2125733"/>
            <a:ext cx="128016" cy="128016"/>
          </a:xfrm>
          <a:prstGeom prst="rect">
            <a:avLst/>
          </a:prstGeom>
        </p:spPr>
      </p:pic>
      <p:sp>
        <p:nvSpPr>
          <p:cNvPr id="54" name="Shape 44"/>
          <p:cNvSpPr/>
          <p:nvPr/>
        </p:nvSpPr>
        <p:spPr>
          <a:xfrm>
            <a:off x="587776" y="2354333"/>
            <a:ext cx="4950927" cy="1641051"/>
          </a:xfrm>
          <a:prstGeom prst="rect">
            <a:avLst/>
          </a:prstGeom>
          <a:solidFill>
            <a:srgbClr val="F8F9FA"/>
          </a:solidFill>
          <a:ln w="12700">
            <a:solidFill>
              <a:srgbClr val="F8F9FA"/>
            </a:solidFill>
            <a:prstDash val="solid"/>
          </a:ln>
        </p:spPr>
      </p:sp>
      <p:sp>
        <p:nvSpPr>
          <p:cNvPr id="55" name="Text 45"/>
          <p:cNvSpPr txBox="1"/>
          <p:nvPr/>
        </p:nvSpPr>
        <p:spPr>
          <a:xfrm>
            <a:off x="633496" y="24640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1</a:t>
            </a:r>
            <a:endParaRPr lang="en-US" sz="600" dirty="0"/>
          </a:p>
        </p:txBody>
      </p:sp>
      <p:sp>
        <p:nvSpPr>
          <p:cNvPr id="56" name="Shape 46"/>
          <p:cNvSpPr/>
          <p:nvPr/>
        </p:nvSpPr>
        <p:spPr>
          <a:xfrm>
            <a:off x="788944" y="2464061"/>
            <a:ext cx="566928" cy="318897"/>
          </a:xfrm>
          <a:prstGeom prst="rect">
            <a:avLst/>
          </a:prstGeom>
          <a:solidFill>
            <a:srgbClr val="0F4C3A"/>
          </a:solidFill>
          <a:ln w="19050">
            <a:solidFill>
              <a:srgbClr val="F4B400"/>
            </a:solidFill>
            <a:prstDash val="solid"/>
          </a:ln>
        </p:spPr>
      </p:sp>
      <p:sp>
        <p:nvSpPr>
          <p:cNvPr id="57" name="Text 47"/>
          <p:cNvSpPr txBox="1"/>
          <p:nvPr/>
        </p:nvSpPr>
        <p:spPr>
          <a:xfrm>
            <a:off x="816376" y="250063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Rindu yang Menguatkan</a:t>
            </a:r>
            <a:endParaRPr lang="en-US" sz="400" dirty="0"/>
          </a:p>
        </p:txBody>
      </p:sp>
      <p:sp>
        <p:nvSpPr>
          <p:cNvPr id="58" name="Shape 48"/>
          <p:cNvSpPr/>
          <p:nvPr/>
        </p:nvSpPr>
        <p:spPr>
          <a:xfrm>
            <a:off x="2196348" y="2464061"/>
            <a:ext cx="2511024" cy="1412451"/>
          </a:xfrm>
          <a:prstGeom prst="rect">
            <a:avLst/>
          </a:prstGeom>
          <a:solidFill>
            <a:srgbClr val="0F4C3A"/>
          </a:solidFill>
          <a:ln w="6350">
            <a:solidFill>
              <a:srgbClr val="DDDDDD"/>
            </a:solidFill>
            <a:prstDash val="solid"/>
          </a:ln>
        </p:spPr>
      </p:sp>
      <p:sp>
        <p:nvSpPr>
          <p:cNvPr id="59" name="Text 49"/>
          <p:cNvSpPr txBox="1"/>
          <p:nvPr/>
        </p:nvSpPr>
        <p:spPr>
          <a:xfrm>
            <a:off x="2379228" y="2887796"/>
            <a:ext cx="2145264" cy="353113"/>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Rindu yang Menguatkan</a:t>
            </a:r>
            <a:endParaRPr lang="en-US" sz="1600" dirty="0"/>
          </a:p>
        </p:txBody>
      </p:sp>
      <p:sp>
        <p:nvSpPr>
          <p:cNvPr id="60" name="Text 50"/>
          <p:cNvSpPr txBox="1"/>
          <p:nvPr/>
        </p:nvSpPr>
        <p:spPr>
          <a:xfrm>
            <a:off x="2562108" y="3314061"/>
            <a:ext cx="1779504" cy="197743"/>
          </a:xfrm>
          <a:prstGeom prst="rect">
            <a:avLst/>
          </a:prstGeom>
          <a:noFill/>
          <a:ln/>
        </p:spPr>
        <p:txBody>
          <a:bodyPr wrap="square" lIns="0" tIns="0" rIns="0" bIns="0" rtlCol="0" anchor="ctr"/>
          <a:lstStyle/>
          <a:p>
            <a:pPr algn="ctr" indent="0" marL="0">
              <a:buNone/>
            </a:pPr>
            <a:r>
              <a:rPr lang="en-US" sz="800" dirty="0">
                <a:solidFill>
                  <a:srgbClr val="FFFFFF"/>
                </a:solidFill>
                <a:latin typeface="Arial" pitchFamily="34" charset="0"/>
                <a:ea typeface="Arial" pitchFamily="34" charset="-122"/>
                <a:cs typeface="Arial" pitchFamily="34" charset="-120"/>
              </a:rPr>
              <a:t>Cerita Digital Pesantren · Kelompok 1</a:t>
            </a:r>
            <a:endParaRPr lang="en-US" sz="800" dirty="0"/>
          </a:p>
        </p:txBody>
      </p:sp>
      <p:sp>
        <p:nvSpPr>
          <p:cNvPr id="61" name="Shape 51"/>
          <p:cNvSpPr/>
          <p:nvPr/>
        </p:nvSpPr>
        <p:spPr>
          <a:xfrm>
            <a:off x="2351796" y="2860364"/>
            <a:ext cx="2200128" cy="407977"/>
          </a:xfrm>
          <a:prstGeom prst="roundRect">
            <a:avLst>
              <a:gd name="adj" fmla="val 11207"/>
            </a:avLst>
          </a:prstGeom>
          <a:solidFill>
            <a:srgbClr val="FFFFFF">
              <a:alpha val="0"/>
            </a:srgbClr>
          </a:solidFill>
          <a:ln w="31750">
            <a:solidFill>
              <a:srgbClr val="E53935"/>
            </a:solidFill>
            <a:prstDash val="solid"/>
          </a:ln>
        </p:spPr>
      </p:sp>
      <p:sp>
        <p:nvSpPr>
          <p:cNvPr id="62" name="Shape 52"/>
          <p:cNvSpPr/>
          <p:nvPr/>
        </p:nvSpPr>
        <p:spPr>
          <a:xfrm>
            <a:off x="4414764" y="2723204"/>
            <a:ext cx="274320" cy="274320"/>
          </a:xfrm>
          <a:prstGeom prst="ellipse">
            <a:avLst/>
          </a:prstGeom>
          <a:solidFill>
            <a:srgbClr val="E53935"/>
          </a:solidFill>
          <a:ln w="12700">
            <a:solidFill>
              <a:srgbClr val="FFFFFF"/>
            </a:solidFill>
            <a:prstDash val="solid"/>
          </a:ln>
        </p:spPr>
      </p:sp>
      <p:sp>
        <p:nvSpPr>
          <p:cNvPr id="63" name="Text 53"/>
          <p:cNvSpPr txBox="1"/>
          <p:nvPr/>
        </p:nvSpPr>
        <p:spPr>
          <a:xfrm>
            <a:off x="4414764" y="272320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64" name="Image 8" descr="preencoded.png">    </p:cNvPr>
          <p:cNvPicPr>
            <a:picLocks noChangeAspect="1"/>
          </p:cNvPicPr>
          <p:nvPr/>
        </p:nvPicPr>
        <p:blipFill>
          <a:blip r:embed="rId9"/>
          <a:stretch>
            <a:fillRect/>
          </a:stretch>
        </p:blipFill>
        <p:spPr>
          <a:xfrm>
            <a:off x="3559123" y="3082008"/>
            <a:ext cx="237744" cy="237744"/>
          </a:xfrm>
          <a:prstGeom prst="rect">
            <a:avLst/>
          </a:prstGeom>
        </p:spPr>
      </p:pic>
      <p:sp>
        <p:nvSpPr>
          <p:cNvPr id="65" name="Shape 54"/>
          <p:cNvSpPr/>
          <p:nvPr/>
        </p:nvSpPr>
        <p:spPr>
          <a:xfrm>
            <a:off x="2534676" y="3286629"/>
            <a:ext cx="1834368" cy="252607"/>
          </a:xfrm>
          <a:prstGeom prst="roundRect">
            <a:avLst>
              <a:gd name="adj" fmla="val 18099"/>
            </a:avLst>
          </a:prstGeom>
          <a:solidFill>
            <a:srgbClr val="FFFFFF">
              <a:alpha val="0"/>
            </a:srgbClr>
          </a:solidFill>
          <a:ln w="31750">
            <a:solidFill>
              <a:srgbClr val="E53935"/>
            </a:solidFill>
            <a:prstDash val="solid"/>
          </a:ln>
        </p:spPr>
      </p:sp>
      <p:sp>
        <p:nvSpPr>
          <p:cNvPr id="66" name="Shape 55"/>
          <p:cNvSpPr/>
          <p:nvPr/>
        </p:nvSpPr>
        <p:spPr>
          <a:xfrm>
            <a:off x="4231884" y="3149469"/>
            <a:ext cx="274320" cy="274320"/>
          </a:xfrm>
          <a:prstGeom prst="ellipse">
            <a:avLst/>
          </a:prstGeom>
          <a:solidFill>
            <a:srgbClr val="E53935"/>
          </a:solidFill>
          <a:ln w="12700">
            <a:solidFill>
              <a:srgbClr val="FFFFFF"/>
            </a:solidFill>
            <a:prstDash val="solid"/>
          </a:ln>
        </p:spPr>
      </p:sp>
      <p:sp>
        <p:nvSpPr>
          <p:cNvPr id="67" name="Text 56"/>
          <p:cNvSpPr txBox="1"/>
          <p:nvPr/>
        </p:nvSpPr>
        <p:spPr>
          <a:xfrm>
            <a:off x="4231884" y="314946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68" name="Image 9" descr="preencoded.png">    </p:cNvPr>
          <p:cNvPicPr>
            <a:picLocks noChangeAspect="1"/>
          </p:cNvPicPr>
          <p:nvPr/>
        </p:nvPicPr>
        <p:blipFill>
          <a:blip r:embed="rId10"/>
          <a:stretch>
            <a:fillRect/>
          </a:stretch>
        </p:blipFill>
        <p:spPr>
          <a:xfrm>
            <a:off x="3540835" y="3422820"/>
            <a:ext cx="237744" cy="237744"/>
          </a:xfrm>
          <a:prstGeom prst="rect">
            <a:avLst/>
          </a:prstGeom>
        </p:spPr>
      </p:pic>
      <p:sp>
        <p:nvSpPr>
          <p:cNvPr id="69" name="Text 5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70" name="Text 5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Isi slide judul</a:t>
            </a:r>
            <a:endParaRPr lang="en-US" sz="1800" dirty="0"/>
          </a:p>
        </p:txBody>
      </p:sp>
      <p:sp>
        <p:nvSpPr>
          <p:cNvPr id="71" name="Text 5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Judul cerita dan nama kelompok. Ini menjadi sampul cerita digital.</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Menyusun Slide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11: Digital Storytelling · Pertemuan 33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Cerita_Kelompok_1 - Google Slides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docs.google.com/presentation/...</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Cerita_Kelompok_1</a:t>
            </a:r>
            <a:endParaRPr lang="en-US" sz="900" dirty="0"/>
          </a:p>
        </p:txBody>
      </p:sp>
      <p:sp>
        <p:nvSpPr>
          <p:cNvPr id="30" name="Text 22"/>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Slide</a:t>
            </a:r>
            <a:endParaRPr lang="en-US" sz="700" dirty="0"/>
          </a:p>
        </p:txBody>
      </p:sp>
      <p:sp>
        <p:nvSpPr>
          <p:cNvPr id="36" name="Text 28"/>
          <p:cNvSpPr txBox="1"/>
          <p:nvPr/>
        </p:nvSpPr>
        <p:spPr>
          <a:xfrm>
            <a:off x="327611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Arrange</a:t>
            </a:r>
            <a:endParaRPr lang="en-US" sz="700" dirty="0"/>
          </a:p>
        </p:txBody>
      </p:sp>
      <p:sp>
        <p:nvSpPr>
          <p:cNvPr id="37" name="Text 29"/>
          <p:cNvSpPr txBox="1"/>
          <p:nvPr/>
        </p:nvSpPr>
        <p:spPr>
          <a:xfrm>
            <a:off x="366016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8" name="Shape 30"/>
          <p:cNvSpPr/>
          <p:nvPr/>
        </p:nvSpPr>
        <p:spPr>
          <a:xfrm>
            <a:off x="4121384" y="1714253"/>
            <a:ext cx="685800" cy="237744"/>
          </a:xfrm>
          <a:prstGeom prst="roundRect">
            <a:avLst>
              <a:gd name="adj" fmla="val 50000"/>
            </a:avLst>
          </a:prstGeom>
          <a:solidFill>
            <a:srgbClr val="FFFFFF"/>
          </a:solidFill>
          <a:ln w="9525">
            <a:solidFill>
              <a:srgbClr val="888888"/>
            </a:solidFill>
            <a:prstDash val="solid"/>
          </a:ln>
        </p:spPr>
      </p:sp>
      <p:sp>
        <p:nvSpPr>
          <p:cNvPr id="39" name="Text 31"/>
          <p:cNvSpPr txBox="1"/>
          <p:nvPr/>
        </p:nvSpPr>
        <p:spPr>
          <a:xfrm>
            <a:off x="4121384" y="1714253"/>
            <a:ext cx="685800" cy="237744"/>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 Slideshow</a:t>
            </a:r>
            <a:endParaRPr lang="en-US" sz="750" dirty="0"/>
          </a:p>
        </p:txBody>
      </p:sp>
      <p:sp>
        <p:nvSpPr>
          <p:cNvPr id="40" name="Shape 32"/>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41" name="Text 33"/>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2" name="Shape 34"/>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3" name="Text 35"/>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1100" b="1" dirty="0">
                <a:solidFill>
                  <a:srgbClr val="1E2A26"/>
                </a:solidFill>
                <a:latin typeface="Calibri" pitchFamily="34" charset="0"/>
                <a:ea typeface="Calibri" pitchFamily="34" charset="-122"/>
                <a:cs typeface="Calibri" pitchFamily="34" charset="-120"/>
              </a:rPr>
              <a:t>+</a:t>
            </a:r>
            <a:endParaRPr lang="en-US" sz="1100" dirty="0"/>
          </a:p>
        </p:txBody>
      </p:sp>
      <p:sp>
        <p:nvSpPr>
          <p:cNvPr id="44" name="Text 36"/>
          <p:cNvSpPr txBox="1"/>
          <p:nvPr/>
        </p:nvSpPr>
        <p:spPr>
          <a:xfrm>
            <a:off x="953536" y="2098301"/>
            <a:ext cx="128016"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5" name="Text 37"/>
          <p:cNvSpPr txBox="1"/>
          <p:nvPr/>
        </p:nvSpPr>
        <p:spPr>
          <a:xfrm>
            <a:off x="1127272" y="2098301"/>
            <a:ext cx="1828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6" name="Text 38"/>
          <p:cNvSpPr txBox="1"/>
          <p:nvPr/>
        </p:nvSpPr>
        <p:spPr>
          <a:xfrm>
            <a:off x="1355872"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7" name="Text 39"/>
          <p:cNvSpPr txBox="1"/>
          <p:nvPr/>
        </p:nvSpPr>
        <p:spPr>
          <a:xfrm>
            <a:off x="1621048"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8" name="Text 40"/>
          <p:cNvSpPr txBox="1"/>
          <p:nvPr/>
        </p:nvSpPr>
        <p:spPr>
          <a:xfrm>
            <a:off x="1886224" y="2098301"/>
            <a:ext cx="621792"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Background</a:t>
            </a:r>
            <a:endParaRPr lang="en-US" sz="700" dirty="0"/>
          </a:p>
        </p:txBody>
      </p:sp>
      <p:sp>
        <p:nvSpPr>
          <p:cNvPr id="49" name="Text 41"/>
          <p:cNvSpPr txBox="1"/>
          <p:nvPr/>
        </p:nvSpPr>
        <p:spPr>
          <a:xfrm>
            <a:off x="2553736" y="2098301"/>
            <a:ext cx="50292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Layout ▾</a:t>
            </a:r>
            <a:endParaRPr lang="en-US" sz="700" dirty="0"/>
          </a:p>
        </p:txBody>
      </p:sp>
      <p:sp>
        <p:nvSpPr>
          <p:cNvPr id="50" name="Text 42"/>
          <p:cNvSpPr txBox="1"/>
          <p:nvPr/>
        </p:nvSpPr>
        <p:spPr>
          <a:xfrm>
            <a:off x="3102376" y="2098301"/>
            <a:ext cx="4114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Theme</a:t>
            </a:r>
            <a:endParaRPr lang="en-US" sz="700" dirty="0"/>
          </a:p>
        </p:txBody>
      </p:sp>
      <p:sp>
        <p:nvSpPr>
          <p:cNvPr id="51" name="Text 43"/>
          <p:cNvSpPr txBox="1"/>
          <p:nvPr/>
        </p:nvSpPr>
        <p:spPr>
          <a:xfrm>
            <a:off x="3559576" y="2098301"/>
            <a:ext cx="54864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Transition</a:t>
            </a:r>
            <a:endParaRPr lang="en-US" sz="700" dirty="0"/>
          </a:p>
        </p:txBody>
      </p:sp>
      <p:pic>
        <p:nvPicPr>
          <p:cNvPr id="52" name="Image 6" descr="preencoded.png">    </p:cNvPr>
          <p:cNvPicPr>
            <a:picLocks noChangeAspect="1"/>
          </p:cNvPicPr>
          <p:nvPr/>
        </p:nvPicPr>
        <p:blipFill>
          <a:blip r:embed="rId7"/>
          <a:stretch>
            <a:fillRect/>
          </a:stretch>
        </p:blipFill>
        <p:spPr>
          <a:xfrm>
            <a:off x="1401592" y="2125733"/>
            <a:ext cx="128016" cy="128016"/>
          </a:xfrm>
          <a:prstGeom prst="rect">
            <a:avLst/>
          </a:prstGeom>
        </p:spPr>
      </p:pic>
      <p:pic>
        <p:nvPicPr>
          <p:cNvPr id="53" name="Image 7" descr="preencoded.png">    </p:cNvPr>
          <p:cNvPicPr>
            <a:picLocks noChangeAspect="1"/>
          </p:cNvPicPr>
          <p:nvPr/>
        </p:nvPicPr>
        <p:blipFill>
          <a:blip r:embed="rId8"/>
          <a:stretch>
            <a:fillRect/>
          </a:stretch>
        </p:blipFill>
        <p:spPr>
          <a:xfrm>
            <a:off x="1666768" y="2125733"/>
            <a:ext cx="128016" cy="128016"/>
          </a:xfrm>
          <a:prstGeom prst="rect">
            <a:avLst/>
          </a:prstGeom>
        </p:spPr>
      </p:pic>
      <p:sp>
        <p:nvSpPr>
          <p:cNvPr id="54" name="Shape 44"/>
          <p:cNvSpPr/>
          <p:nvPr/>
        </p:nvSpPr>
        <p:spPr>
          <a:xfrm>
            <a:off x="587776" y="2354333"/>
            <a:ext cx="4950927" cy="1641051"/>
          </a:xfrm>
          <a:prstGeom prst="rect">
            <a:avLst/>
          </a:prstGeom>
          <a:solidFill>
            <a:srgbClr val="F8F9FA"/>
          </a:solidFill>
          <a:ln w="12700">
            <a:solidFill>
              <a:srgbClr val="F8F9FA"/>
            </a:solidFill>
            <a:prstDash val="solid"/>
          </a:ln>
        </p:spPr>
      </p:sp>
      <p:sp>
        <p:nvSpPr>
          <p:cNvPr id="55" name="Text 45"/>
          <p:cNvSpPr txBox="1"/>
          <p:nvPr/>
        </p:nvSpPr>
        <p:spPr>
          <a:xfrm>
            <a:off x="633496" y="24640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1</a:t>
            </a:r>
            <a:endParaRPr lang="en-US" sz="600" dirty="0"/>
          </a:p>
        </p:txBody>
      </p:sp>
      <p:sp>
        <p:nvSpPr>
          <p:cNvPr id="56" name="Shape 46"/>
          <p:cNvSpPr/>
          <p:nvPr/>
        </p:nvSpPr>
        <p:spPr>
          <a:xfrm>
            <a:off x="788944" y="2464061"/>
            <a:ext cx="566928" cy="318897"/>
          </a:xfrm>
          <a:prstGeom prst="rect">
            <a:avLst/>
          </a:prstGeom>
          <a:solidFill>
            <a:srgbClr val="0F4C3A"/>
          </a:solidFill>
          <a:ln w="6350">
            <a:solidFill>
              <a:srgbClr val="CCCCCC"/>
            </a:solidFill>
            <a:prstDash val="solid"/>
          </a:ln>
        </p:spPr>
      </p:sp>
      <p:sp>
        <p:nvSpPr>
          <p:cNvPr id="57" name="Text 47"/>
          <p:cNvSpPr txBox="1"/>
          <p:nvPr/>
        </p:nvSpPr>
        <p:spPr>
          <a:xfrm>
            <a:off x="816376" y="250063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Rindu yang Menguatkan</a:t>
            </a:r>
            <a:endParaRPr lang="en-US" sz="400" dirty="0"/>
          </a:p>
        </p:txBody>
      </p:sp>
      <p:sp>
        <p:nvSpPr>
          <p:cNvPr id="58" name="Text 48"/>
          <p:cNvSpPr txBox="1"/>
          <p:nvPr/>
        </p:nvSpPr>
        <p:spPr>
          <a:xfrm>
            <a:off x="633496" y="2892686"/>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2</a:t>
            </a:r>
            <a:endParaRPr lang="en-US" sz="600" dirty="0"/>
          </a:p>
        </p:txBody>
      </p:sp>
      <p:sp>
        <p:nvSpPr>
          <p:cNvPr id="59" name="Shape 49"/>
          <p:cNvSpPr/>
          <p:nvPr/>
        </p:nvSpPr>
        <p:spPr>
          <a:xfrm>
            <a:off x="788944" y="2892686"/>
            <a:ext cx="566928" cy="318897"/>
          </a:xfrm>
          <a:prstGeom prst="rect">
            <a:avLst/>
          </a:prstGeom>
          <a:solidFill>
            <a:srgbClr val="0F4C3A"/>
          </a:solidFill>
          <a:ln w="19050">
            <a:solidFill>
              <a:srgbClr val="F4B400"/>
            </a:solidFill>
            <a:prstDash val="solid"/>
          </a:ln>
        </p:spPr>
      </p:sp>
      <p:sp>
        <p:nvSpPr>
          <p:cNvPr id="60" name="Text 50"/>
          <p:cNvSpPr txBox="1"/>
          <p:nvPr/>
        </p:nvSpPr>
        <p:spPr>
          <a:xfrm>
            <a:off x="816376" y="2929262"/>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Malam Pertama</a:t>
            </a:r>
            <a:endParaRPr lang="en-US" sz="400" dirty="0"/>
          </a:p>
        </p:txBody>
      </p:sp>
      <p:sp>
        <p:nvSpPr>
          <p:cNvPr id="61" name="Shape 51"/>
          <p:cNvSpPr/>
          <p:nvPr/>
        </p:nvSpPr>
        <p:spPr>
          <a:xfrm>
            <a:off x="843808" y="3057278"/>
            <a:ext cx="320040" cy="18288"/>
          </a:xfrm>
          <a:prstGeom prst="rect">
            <a:avLst/>
          </a:prstGeom>
          <a:solidFill>
            <a:srgbClr val="BBBBBB"/>
          </a:solidFill>
          <a:ln w="12700">
            <a:solidFill>
              <a:srgbClr val="BBBBBB"/>
            </a:solidFill>
            <a:prstDash val="solid"/>
          </a:ln>
        </p:spPr>
      </p:sp>
      <p:sp>
        <p:nvSpPr>
          <p:cNvPr id="62" name="Shape 52"/>
          <p:cNvSpPr/>
          <p:nvPr/>
        </p:nvSpPr>
        <p:spPr>
          <a:xfrm>
            <a:off x="843808" y="3102998"/>
            <a:ext cx="320040" cy="18288"/>
          </a:xfrm>
          <a:prstGeom prst="rect">
            <a:avLst/>
          </a:prstGeom>
          <a:solidFill>
            <a:srgbClr val="BBBBBB"/>
          </a:solidFill>
          <a:ln w="12700">
            <a:solidFill>
              <a:srgbClr val="BBBBBB"/>
            </a:solidFill>
            <a:prstDash val="solid"/>
          </a:ln>
        </p:spPr>
      </p:sp>
      <p:sp>
        <p:nvSpPr>
          <p:cNvPr id="63" name="Shape 53"/>
          <p:cNvSpPr/>
          <p:nvPr/>
        </p:nvSpPr>
        <p:spPr>
          <a:xfrm>
            <a:off x="843808" y="3148718"/>
            <a:ext cx="320040" cy="18288"/>
          </a:xfrm>
          <a:prstGeom prst="rect">
            <a:avLst/>
          </a:prstGeom>
          <a:solidFill>
            <a:srgbClr val="BBBBBB"/>
          </a:solidFill>
          <a:ln w="12700">
            <a:solidFill>
              <a:srgbClr val="BBBBBB"/>
            </a:solidFill>
            <a:prstDash val="solid"/>
          </a:ln>
        </p:spPr>
      </p:sp>
      <p:sp>
        <p:nvSpPr>
          <p:cNvPr id="64" name="Text 54"/>
          <p:cNvSpPr txBox="1"/>
          <p:nvPr/>
        </p:nvSpPr>
        <p:spPr>
          <a:xfrm>
            <a:off x="633496" y="332131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3</a:t>
            </a:r>
            <a:endParaRPr lang="en-US" sz="600" dirty="0"/>
          </a:p>
        </p:txBody>
      </p:sp>
      <p:sp>
        <p:nvSpPr>
          <p:cNvPr id="65" name="Shape 55"/>
          <p:cNvSpPr/>
          <p:nvPr/>
        </p:nvSpPr>
        <p:spPr>
          <a:xfrm>
            <a:off x="788944" y="3321311"/>
            <a:ext cx="566928" cy="318897"/>
          </a:xfrm>
          <a:prstGeom prst="rect">
            <a:avLst/>
          </a:prstGeom>
          <a:solidFill>
            <a:srgbClr val="0F4C3A"/>
          </a:solidFill>
          <a:ln w="6350">
            <a:solidFill>
              <a:srgbClr val="CCCCCC"/>
            </a:solidFill>
            <a:prstDash val="solid"/>
          </a:ln>
        </p:spPr>
      </p:sp>
      <p:sp>
        <p:nvSpPr>
          <p:cNvPr id="66" name="Text 56"/>
          <p:cNvSpPr txBox="1"/>
          <p:nvPr/>
        </p:nvSpPr>
        <p:spPr>
          <a:xfrm>
            <a:off x="816376" y="335788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Ingin Pulang</a:t>
            </a:r>
            <a:endParaRPr lang="en-US" sz="400" dirty="0"/>
          </a:p>
        </p:txBody>
      </p:sp>
      <p:sp>
        <p:nvSpPr>
          <p:cNvPr id="67" name="Shape 57"/>
          <p:cNvSpPr/>
          <p:nvPr/>
        </p:nvSpPr>
        <p:spPr>
          <a:xfrm>
            <a:off x="843808" y="3485903"/>
            <a:ext cx="320040" cy="18288"/>
          </a:xfrm>
          <a:prstGeom prst="rect">
            <a:avLst/>
          </a:prstGeom>
          <a:solidFill>
            <a:srgbClr val="BBBBBB"/>
          </a:solidFill>
          <a:ln w="12700">
            <a:solidFill>
              <a:srgbClr val="BBBBBB"/>
            </a:solidFill>
            <a:prstDash val="solid"/>
          </a:ln>
        </p:spPr>
      </p:sp>
      <p:sp>
        <p:nvSpPr>
          <p:cNvPr id="68" name="Shape 58"/>
          <p:cNvSpPr/>
          <p:nvPr/>
        </p:nvSpPr>
        <p:spPr>
          <a:xfrm>
            <a:off x="843808" y="3531623"/>
            <a:ext cx="320040" cy="18288"/>
          </a:xfrm>
          <a:prstGeom prst="rect">
            <a:avLst/>
          </a:prstGeom>
          <a:solidFill>
            <a:srgbClr val="BBBBBB"/>
          </a:solidFill>
          <a:ln w="12700">
            <a:solidFill>
              <a:srgbClr val="BBBBBB"/>
            </a:solidFill>
            <a:prstDash val="solid"/>
          </a:ln>
        </p:spPr>
      </p:sp>
      <p:sp>
        <p:nvSpPr>
          <p:cNvPr id="69" name="Shape 59"/>
          <p:cNvSpPr/>
          <p:nvPr/>
        </p:nvSpPr>
        <p:spPr>
          <a:xfrm>
            <a:off x="843808" y="3577343"/>
            <a:ext cx="320040" cy="18288"/>
          </a:xfrm>
          <a:prstGeom prst="rect">
            <a:avLst/>
          </a:prstGeom>
          <a:solidFill>
            <a:srgbClr val="BBBBBB"/>
          </a:solidFill>
          <a:ln w="12700">
            <a:solidFill>
              <a:srgbClr val="BBBBBB"/>
            </a:solidFill>
            <a:prstDash val="solid"/>
          </a:ln>
        </p:spPr>
      </p:sp>
      <p:sp>
        <p:nvSpPr>
          <p:cNvPr id="70" name="Text 60"/>
          <p:cNvSpPr txBox="1"/>
          <p:nvPr/>
        </p:nvSpPr>
        <p:spPr>
          <a:xfrm>
            <a:off x="633496" y="3749936"/>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4</a:t>
            </a:r>
            <a:endParaRPr lang="en-US" sz="600" dirty="0"/>
          </a:p>
        </p:txBody>
      </p:sp>
      <p:sp>
        <p:nvSpPr>
          <p:cNvPr id="71" name="Shape 61"/>
          <p:cNvSpPr/>
          <p:nvPr/>
        </p:nvSpPr>
        <p:spPr>
          <a:xfrm>
            <a:off x="788944" y="3749936"/>
            <a:ext cx="566928" cy="318897"/>
          </a:xfrm>
          <a:prstGeom prst="rect">
            <a:avLst/>
          </a:prstGeom>
          <a:solidFill>
            <a:srgbClr val="0F4C3A"/>
          </a:solidFill>
          <a:ln w="6350">
            <a:solidFill>
              <a:srgbClr val="CCCCCC"/>
            </a:solidFill>
            <a:prstDash val="solid"/>
          </a:ln>
        </p:spPr>
      </p:sp>
      <p:sp>
        <p:nvSpPr>
          <p:cNvPr id="72" name="Text 62"/>
          <p:cNvSpPr txBox="1"/>
          <p:nvPr/>
        </p:nvSpPr>
        <p:spPr>
          <a:xfrm>
            <a:off x="816376" y="3786512"/>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Sahabat Datang</a:t>
            </a:r>
            <a:endParaRPr lang="en-US" sz="400" dirty="0"/>
          </a:p>
        </p:txBody>
      </p:sp>
      <p:sp>
        <p:nvSpPr>
          <p:cNvPr id="73" name="Shape 63"/>
          <p:cNvSpPr/>
          <p:nvPr/>
        </p:nvSpPr>
        <p:spPr>
          <a:xfrm>
            <a:off x="843808" y="3914528"/>
            <a:ext cx="320040" cy="18288"/>
          </a:xfrm>
          <a:prstGeom prst="rect">
            <a:avLst/>
          </a:prstGeom>
          <a:solidFill>
            <a:srgbClr val="BBBBBB"/>
          </a:solidFill>
          <a:ln w="12700">
            <a:solidFill>
              <a:srgbClr val="BBBBBB"/>
            </a:solidFill>
            <a:prstDash val="solid"/>
          </a:ln>
        </p:spPr>
      </p:sp>
      <p:sp>
        <p:nvSpPr>
          <p:cNvPr id="74" name="Shape 64"/>
          <p:cNvSpPr/>
          <p:nvPr/>
        </p:nvSpPr>
        <p:spPr>
          <a:xfrm>
            <a:off x="843808" y="3960248"/>
            <a:ext cx="320040" cy="18288"/>
          </a:xfrm>
          <a:prstGeom prst="rect">
            <a:avLst/>
          </a:prstGeom>
          <a:solidFill>
            <a:srgbClr val="BBBBBB"/>
          </a:solidFill>
          <a:ln w="12700">
            <a:solidFill>
              <a:srgbClr val="BBBBBB"/>
            </a:solidFill>
            <a:prstDash val="solid"/>
          </a:ln>
        </p:spPr>
      </p:sp>
      <p:sp>
        <p:nvSpPr>
          <p:cNvPr id="75" name="Shape 65"/>
          <p:cNvSpPr/>
          <p:nvPr/>
        </p:nvSpPr>
        <p:spPr>
          <a:xfrm>
            <a:off x="843808" y="4005968"/>
            <a:ext cx="320040" cy="18288"/>
          </a:xfrm>
          <a:prstGeom prst="rect">
            <a:avLst/>
          </a:prstGeom>
          <a:solidFill>
            <a:srgbClr val="BBBBBB"/>
          </a:solidFill>
          <a:ln w="12700">
            <a:solidFill>
              <a:srgbClr val="BBBBBB"/>
            </a:solidFill>
            <a:prstDash val="solid"/>
          </a:ln>
        </p:spPr>
      </p:sp>
      <p:sp>
        <p:nvSpPr>
          <p:cNvPr id="76" name="Text 66"/>
          <p:cNvSpPr txBox="1"/>
          <p:nvPr/>
        </p:nvSpPr>
        <p:spPr>
          <a:xfrm>
            <a:off x="633496" y="41785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5</a:t>
            </a:r>
            <a:endParaRPr lang="en-US" sz="600" dirty="0"/>
          </a:p>
        </p:txBody>
      </p:sp>
      <p:sp>
        <p:nvSpPr>
          <p:cNvPr id="77" name="Shape 67"/>
          <p:cNvSpPr/>
          <p:nvPr/>
        </p:nvSpPr>
        <p:spPr>
          <a:xfrm>
            <a:off x="788944" y="4178561"/>
            <a:ext cx="566928" cy="318897"/>
          </a:xfrm>
          <a:prstGeom prst="rect">
            <a:avLst/>
          </a:prstGeom>
          <a:solidFill>
            <a:srgbClr val="0F4C3A"/>
          </a:solidFill>
          <a:ln w="6350">
            <a:solidFill>
              <a:srgbClr val="CCCCCC"/>
            </a:solidFill>
            <a:prstDash val="solid"/>
          </a:ln>
        </p:spPr>
      </p:sp>
      <p:sp>
        <p:nvSpPr>
          <p:cNvPr id="78" name="Text 68"/>
          <p:cNvSpPr txBox="1"/>
          <p:nvPr/>
        </p:nvSpPr>
        <p:spPr>
          <a:xfrm>
            <a:off x="816376" y="421513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Hikmah</a:t>
            </a:r>
            <a:endParaRPr lang="en-US" sz="400" dirty="0"/>
          </a:p>
        </p:txBody>
      </p:sp>
      <p:sp>
        <p:nvSpPr>
          <p:cNvPr id="79" name="Shape 69"/>
          <p:cNvSpPr/>
          <p:nvPr/>
        </p:nvSpPr>
        <p:spPr>
          <a:xfrm>
            <a:off x="843808" y="4343153"/>
            <a:ext cx="320040" cy="18288"/>
          </a:xfrm>
          <a:prstGeom prst="rect">
            <a:avLst/>
          </a:prstGeom>
          <a:solidFill>
            <a:srgbClr val="BBBBBB"/>
          </a:solidFill>
          <a:ln w="12700">
            <a:solidFill>
              <a:srgbClr val="BBBBBB"/>
            </a:solidFill>
            <a:prstDash val="solid"/>
          </a:ln>
        </p:spPr>
      </p:sp>
      <p:sp>
        <p:nvSpPr>
          <p:cNvPr id="80" name="Shape 70"/>
          <p:cNvSpPr/>
          <p:nvPr/>
        </p:nvSpPr>
        <p:spPr>
          <a:xfrm>
            <a:off x="843808" y="4388873"/>
            <a:ext cx="320040" cy="18288"/>
          </a:xfrm>
          <a:prstGeom prst="rect">
            <a:avLst/>
          </a:prstGeom>
          <a:solidFill>
            <a:srgbClr val="BBBBBB"/>
          </a:solidFill>
          <a:ln w="12700">
            <a:solidFill>
              <a:srgbClr val="BBBBBB"/>
            </a:solidFill>
            <a:prstDash val="solid"/>
          </a:ln>
        </p:spPr>
      </p:sp>
      <p:sp>
        <p:nvSpPr>
          <p:cNvPr id="81" name="Shape 71"/>
          <p:cNvSpPr/>
          <p:nvPr/>
        </p:nvSpPr>
        <p:spPr>
          <a:xfrm>
            <a:off x="843808" y="4434593"/>
            <a:ext cx="320040" cy="18288"/>
          </a:xfrm>
          <a:prstGeom prst="rect">
            <a:avLst/>
          </a:prstGeom>
          <a:solidFill>
            <a:srgbClr val="BBBBBB"/>
          </a:solidFill>
          <a:ln w="12700">
            <a:solidFill>
              <a:srgbClr val="BBBBBB"/>
            </a:solidFill>
            <a:prstDash val="solid"/>
          </a:ln>
        </p:spPr>
      </p:sp>
      <p:sp>
        <p:nvSpPr>
          <p:cNvPr id="82" name="Shape 72"/>
          <p:cNvSpPr/>
          <p:nvPr/>
        </p:nvSpPr>
        <p:spPr>
          <a:xfrm>
            <a:off x="2196348" y="2464061"/>
            <a:ext cx="2511024" cy="1412451"/>
          </a:xfrm>
          <a:prstGeom prst="rect">
            <a:avLst/>
          </a:prstGeom>
          <a:solidFill>
            <a:srgbClr val="0F4C3A"/>
          </a:solidFill>
          <a:ln w="6350">
            <a:solidFill>
              <a:srgbClr val="DDDDDD"/>
            </a:solidFill>
            <a:prstDash val="solid"/>
          </a:ln>
        </p:spPr>
      </p:sp>
      <p:sp>
        <p:nvSpPr>
          <p:cNvPr id="83" name="Text 73"/>
          <p:cNvSpPr txBox="1"/>
          <p:nvPr/>
        </p:nvSpPr>
        <p:spPr>
          <a:xfrm>
            <a:off x="2360940" y="2573789"/>
            <a:ext cx="218184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Malam Pertama</a:t>
            </a:r>
            <a:endParaRPr lang="en-US" sz="1300" dirty="0"/>
          </a:p>
        </p:txBody>
      </p:sp>
      <p:sp>
        <p:nvSpPr>
          <p:cNvPr id="84" name="Text 74"/>
          <p:cNvSpPr txBox="1"/>
          <p:nvPr/>
        </p:nvSpPr>
        <p:spPr>
          <a:xfrm>
            <a:off x="2360940" y="2921261"/>
            <a:ext cx="1305732" cy="818091"/>
          </a:xfrm>
          <a:prstGeom prst="rect">
            <a:avLst/>
          </a:prstGeom>
          <a:noFill/>
          <a:ln/>
        </p:spPr>
        <p:txBody>
          <a:bodyPr wrap="square" lIns="0" tIns="0" rIns="0" bIns="0" rtlCol="0" anchor="t"/>
          <a:lstStyle/>
          <a:p>
            <a:pPr indent="0" marL="0">
              <a:spcAft>
                <a:spcPts val="300"/>
              </a:spcAft>
              <a:buNone/>
            </a:pPr>
            <a:r>
              <a:rPr lang="en-US" sz="800" dirty="0">
                <a:solidFill>
                  <a:srgbClr val="FFFFFF"/>
                </a:solidFill>
                <a:latin typeface="Arial" pitchFamily="34" charset="0"/>
                <a:ea typeface="Arial" pitchFamily="34" charset="-122"/>
                <a:cs typeface="Arial" pitchFamily="34" charset="-120"/>
              </a:rPr>
              <a:t>•  Hasan santri baru</a:t>
            </a:r>
            <a:endParaRPr lang="en-US" sz="800" dirty="0"/>
          </a:p>
          <a:p>
            <a:pPr indent="0" marL="0">
              <a:spcAft>
                <a:spcPts val="300"/>
              </a:spcAft>
              <a:buNone/>
            </a:pPr>
            <a:r>
              <a:rPr lang="en-US" sz="800" dirty="0">
                <a:solidFill>
                  <a:srgbClr val="FFFFFF"/>
                </a:solidFill>
                <a:latin typeface="Arial" pitchFamily="34" charset="0"/>
                <a:ea typeface="Arial" pitchFamily="34" charset="-122"/>
                <a:cs typeface="Arial" pitchFamily="34" charset="-120"/>
              </a:rPr>
              <a:t>•  Rindu rumah dan ibunya</a:t>
            </a:r>
            <a:endParaRPr lang="en-US" sz="800" dirty="0"/>
          </a:p>
        </p:txBody>
      </p:sp>
      <p:sp>
        <p:nvSpPr>
          <p:cNvPr id="85" name="Shape 75"/>
          <p:cNvSpPr/>
          <p:nvPr/>
        </p:nvSpPr>
        <p:spPr>
          <a:xfrm>
            <a:off x="3702962" y="2921261"/>
            <a:ext cx="853748" cy="776848"/>
          </a:xfrm>
          <a:prstGeom prst="rect">
            <a:avLst/>
          </a:prstGeom>
          <a:solidFill>
            <a:srgbClr val="A7CBEE"/>
          </a:solidFill>
          <a:ln w="12700">
            <a:solidFill>
              <a:srgbClr val="A7CBEE"/>
            </a:solidFill>
            <a:prstDash val="solid"/>
          </a:ln>
        </p:spPr>
      </p:sp>
      <p:sp>
        <p:nvSpPr>
          <p:cNvPr id="86" name="Shape 76"/>
          <p:cNvSpPr/>
          <p:nvPr/>
        </p:nvSpPr>
        <p:spPr>
          <a:xfrm>
            <a:off x="4257899" y="3014483"/>
            <a:ext cx="153675" cy="153675"/>
          </a:xfrm>
          <a:prstGeom prst="ellipse">
            <a:avLst/>
          </a:prstGeom>
          <a:solidFill>
            <a:srgbClr val="FBBC05"/>
          </a:solidFill>
          <a:ln/>
        </p:spPr>
      </p:sp>
      <p:sp>
        <p:nvSpPr>
          <p:cNvPr id="87" name="Shape 77"/>
          <p:cNvSpPr/>
          <p:nvPr/>
        </p:nvSpPr>
        <p:spPr>
          <a:xfrm>
            <a:off x="3771262" y="3232000"/>
            <a:ext cx="512249" cy="466109"/>
          </a:xfrm>
          <a:prstGeom prst="triangle">
            <a:avLst/>
          </a:prstGeom>
          <a:solidFill>
            <a:srgbClr val="34A853"/>
          </a:solidFill>
          <a:ln/>
        </p:spPr>
      </p:sp>
      <p:sp>
        <p:nvSpPr>
          <p:cNvPr id="88" name="Shape 78"/>
          <p:cNvSpPr/>
          <p:nvPr/>
        </p:nvSpPr>
        <p:spPr>
          <a:xfrm>
            <a:off x="3675530" y="2893829"/>
            <a:ext cx="908612" cy="831712"/>
          </a:xfrm>
          <a:prstGeom prst="roundRect">
            <a:avLst>
              <a:gd name="adj" fmla="val 5497"/>
            </a:avLst>
          </a:prstGeom>
          <a:solidFill>
            <a:srgbClr val="FFFFFF">
              <a:alpha val="0"/>
            </a:srgbClr>
          </a:solidFill>
          <a:ln w="31750">
            <a:solidFill>
              <a:srgbClr val="E53935"/>
            </a:solidFill>
            <a:prstDash val="solid"/>
          </a:ln>
        </p:spPr>
      </p:sp>
      <p:sp>
        <p:nvSpPr>
          <p:cNvPr id="89" name="Shape 79"/>
          <p:cNvSpPr/>
          <p:nvPr/>
        </p:nvSpPr>
        <p:spPr>
          <a:xfrm>
            <a:off x="4446982" y="2756669"/>
            <a:ext cx="274320" cy="274320"/>
          </a:xfrm>
          <a:prstGeom prst="ellipse">
            <a:avLst/>
          </a:prstGeom>
          <a:solidFill>
            <a:srgbClr val="E53935"/>
          </a:solidFill>
          <a:ln w="12700">
            <a:solidFill>
              <a:srgbClr val="FFFFFF"/>
            </a:solidFill>
            <a:prstDash val="solid"/>
          </a:ln>
        </p:spPr>
      </p:sp>
      <p:sp>
        <p:nvSpPr>
          <p:cNvPr id="90" name="Text 80"/>
          <p:cNvSpPr txBox="1"/>
          <p:nvPr/>
        </p:nvSpPr>
        <p:spPr>
          <a:xfrm>
            <a:off x="4446982" y="275666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91" name="Image 8" descr="preencoded.png">    </p:cNvPr>
          <p:cNvPicPr>
            <a:picLocks noChangeAspect="1"/>
          </p:cNvPicPr>
          <p:nvPr/>
        </p:nvPicPr>
        <p:blipFill>
          <a:blip r:embed="rId9"/>
          <a:stretch>
            <a:fillRect/>
          </a:stretch>
        </p:blipFill>
        <p:spPr>
          <a:xfrm>
            <a:off x="4172524" y="3348527"/>
            <a:ext cx="237744" cy="237744"/>
          </a:xfrm>
          <a:prstGeom prst="rect">
            <a:avLst/>
          </a:prstGeom>
        </p:spPr>
      </p:pic>
      <p:sp>
        <p:nvSpPr>
          <p:cNvPr id="92" name="Shape 81"/>
          <p:cNvSpPr/>
          <p:nvPr/>
        </p:nvSpPr>
        <p:spPr>
          <a:xfrm>
            <a:off x="752368" y="2427485"/>
            <a:ext cx="640080" cy="2106549"/>
          </a:xfrm>
          <a:prstGeom prst="roundRect">
            <a:avLst>
              <a:gd name="adj" fmla="val 7143"/>
            </a:avLst>
          </a:prstGeom>
          <a:solidFill>
            <a:srgbClr val="FFFFFF">
              <a:alpha val="0"/>
            </a:srgbClr>
          </a:solidFill>
          <a:ln w="31750">
            <a:solidFill>
              <a:srgbClr val="E53935"/>
            </a:solidFill>
            <a:prstDash val="solid"/>
          </a:ln>
        </p:spPr>
      </p:sp>
      <p:sp>
        <p:nvSpPr>
          <p:cNvPr id="93" name="Shape 82"/>
          <p:cNvSpPr/>
          <p:nvPr/>
        </p:nvSpPr>
        <p:spPr>
          <a:xfrm>
            <a:off x="1255288" y="2290325"/>
            <a:ext cx="274320" cy="274320"/>
          </a:xfrm>
          <a:prstGeom prst="ellipse">
            <a:avLst/>
          </a:prstGeom>
          <a:solidFill>
            <a:srgbClr val="E53935"/>
          </a:solidFill>
          <a:ln w="12700">
            <a:solidFill>
              <a:srgbClr val="FFFFFF"/>
            </a:solidFill>
            <a:prstDash val="solid"/>
          </a:ln>
        </p:spPr>
      </p:sp>
      <p:sp>
        <p:nvSpPr>
          <p:cNvPr id="94" name="Text 83"/>
          <p:cNvSpPr txBox="1"/>
          <p:nvPr/>
        </p:nvSpPr>
        <p:spPr>
          <a:xfrm>
            <a:off x="1255288" y="229032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95" name="Image 9" descr="preencoded.png">    </p:cNvPr>
          <p:cNvPicPr>
            <a:picLocks noChangeAspect="1"/>
          </p:cNvPicPr>
          <p:nvPr/>
        </p:nvPicPr>
        <p:blipFill>
          <a:blip r:embed="rId10"/>
          <a:stretch>
            <a:fillRect/>
          </a:stretch>
        </p:blipFill>
        <p:spPr>
          <a:xfrm>
            <a:off x="1100755" y="3582429"/>
            <a:ext cx="237744" cy="237744"/>
          </a:xfrm>
          <a:prstGeom prst="rect">
            <a:avLst/>
          </a:prstGeom>
        </p:spPr>
      </p:pic>
      <p:sp>
        <p:nvSpPr>
          <p:cNvPr id="96" name="Text 8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97" name="Text 8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Satu adegan satu slide: gambar + teks</a:t>
            </a:r>
            <a:endParaRPr lang="en-US" sz="1800" dirty="0"/>
          </a:p>
        </p:txBody>
      </p:sp>
      <p:sp>
        <p:nvSpPr>
          <p:cNvPr id="98" name="Text 8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Tambah slide. Insert › Image › Drive, pilih gambar adegan. Tulis teks singkat. Ulangi untuk semua adegan.</a:t>
            </a:r>
            <a:endParaRPr lang="en-US" sz="1300" dirty="0"/>
          </a:p>
        </p:txBody>
      </p:sp>
      <p:sp>
        <p:nvSpPr>
          <p:cNvPr id="99" name="Shape 87"/>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100" name="Image 10" descr="preencoded.png">    </p:cNvPr>
          <p:cNvPicPr>
            <a:picLocks noChangeAspect="1"/>
          </p:cNvPicPr>
          <p:nvPr/>
        </p:nvPicPr>
        <p:blipFill>
          <a:blip r:embed="rId11"/>
          <a:stretch>
            <a:fillRect/>
          </a:stretch>
        </p:blipFill>
        <p:spPr>
          <a:xfrm>
            <a:off x="6108192" y="3721608"/>
            <a:ext cx="201168" cy="201168"/>
          </a:xfrm>
          <a:prstGeom prst="rect">
            <a:avLst/>
          </a:prstGeom>
        </p:spPr>
      </p:pic>
      <p:sp>
        <p:nvSpPr>
          <p:cNvPr id="101" name="Text 88"/>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Teks di slide cukup 1 baris. Ceritanya ada di narasi.</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Narasi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11: Digital Storytelling · Pertemuan 33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2160270" y="1051560"/>
            <a:ext cx="1805940" cy="3611880"/>
          </a:xfrm>
          <a:prstGeom prst="roundRect">
            <a:avLst>
              <a:gd name="adj" fmla="val 9114"/>
            </a:avLst>
          </a:prstGeom>
          <a:solidFill>
            <a:srgbClr val="1A1A1A"/>
          </a:solidFill>
          <a:ln w="12700">
            <a:solidFill>
              <a:srgbClr val="1A1A1A"/>
            </a:solidFill>
            <a:prstDash val="solid"/>
          </a:ln>
        </p:spPr>
      </p:sp>
      <p:sp>
        <p:nvSpPr>
          <p:cNvPr id="10" name="Shape 6"/>
          <p:cNvSpPr/>
          <p:nvPr/>
        </p:nvSpPr>
        <p:spPr>
          <a:xfrm>
            <a:off x="2251710" y="1143000"/>
            <a:ext cx="1623060" cy="3429000"/>
          </a:xfrm>
          <a:prstGeom prst="roundRect">
            <a:avLst>
              <a:gd name="adj" fmla="val 6761"/>
            </a:avLst>
          </a:prstGeom>
          <a:solidFill>
            <a:srgbClr val="FFFFFF"/>
          </a:solidFill>
          <a:ln w="12700">
            <a:solidFill>
              <a:srgbClr val="FFFFFF"/>
            </a:solidFill>
            <a:prstDash val="solid"/>
          </a:ln>
        </p:spPr>
      </p:sp>
      <p:sp>
        <p:nvSpPr>
          <p:cNvPr id="11" name="Text 7"/>
          <p:cNvSpPr txBox="1"/>
          <p:nvPr/>
        </p:nvSpPr>
        <p:spPr>
          <a:xfrm>
            <a:off x="2251710" y="1280160"/>
            <a:ext cx="1623060" cy="228600"/>
          </a:xfrm>
          <a:prstGeom prst="rect">
            <a:avLst/>
          </a:prstGeom>
          <a:noFill/>
          <a:ln/>
        </p:spPr>
        <p:txBody>
          <a:bodyPr wrap="square" lIns="0" tIns="0" rIns="0" bIns="0" rtlCol="0" anchor="t"/>
          <a:lstStyle/>
          <a:p>
            <a:pPr algn="ctr" indent="0" marL="0">
              <a:buNone/>
            </a:pPr>
            <a:r>
              <a:rPr lang="en-US" sz="1000" b="1" dirty="0">
                <a:solidFill>
                  <a:srgbClr val="1E2A26"/>
                </a:solidFill>
                <a:latin typeface="Calibri" pitchFamily="34" charset="0"/>
                <a:ea typeface="Calibri" pitchFamily="34" charset="-122"/>
                <a:cs typeface="Calibri" pitchFamily="34" charset="-120"/>
              </a:rPr>
              <a:t>Perekam Suara</a:t>
            </a:r>
            <a:endParaRPr lang="en-US" sz="1000" dirty="0"/>
          </a:p>
        </p:txBody>
      </p:sp>
      <p:sp>
        <p:nvSpPr>
          <p:cNvPr id="12" name="Text 8"/>
          <p:cNvSpPr txBox="1"/>
          <p:nvPr/>
        </p:nvSpPr>
        <p:spPr>
          <a:xfrm>
            <a:off x="2251710" y="1645920"/>
            <a:ext cx="1623060" cy="411480"/>
          </a:xfrm>
          <a:prstGeom prst="rect">
            <a:avLst/>
          </a:prstGeom>
          <a:noFill/>
          <a:ln/>
        </p:spPr>
        <p:txBody>
          <a:bodyPr wrap="square" lIns="0" tIns="0" rIns="0" bIns="0" rtlCol="0" anchor="t"/>
          <a:lstStyle/>
          <a:p>
            <a:pPr algn="ctr" indent="0" marL="0">
              <a:buNone/>
            </a:pPr>
            <a:r>
              <a:rPr lang="en-US" sz="2200" b="1" dirty="0">
                <a:solidFill>
                  <a:srgbClr val="222222"/>
                </a:solidFill>
                <a:latin typeface="Calibri" pitchFamily="34" charset="0"/>
                <a:ea typeface="Calibri" pitchFamily="34" charset="-122"/>
                <a:cs typeface="Calibri" pitchFamily="34" charset="-120"/>
              </a:rPr>
              <a:t>00:08</a:t>
            </a:r>
            <a:endParaRPr lang="en-US" sz="2200" dirty="0"/>
          </a:p>
        </p:txBody>
      </p:sp>
      <p:sp>
        <p:nvSpPr>
          <p:cNvPr id="13" name="Shape 9"/>
          <p:cNvSpPr/>
          <p:nvPr/>
        </p:nvSpPr>
        <p:spPr>
          <a:xfrm>
            <a:off x="2388870" y="2459736"/>
            <a:ext cx="1348740" cy="18288"/>
          </a:xfrm>
          <a:prstGeom prst="rect">
            <a:avLst/>
          </a:prstGeom>
          <a:solidFill>
            <a:srgbClr val="BBBBBB"/>
          </a:solidFill>
          <a:ln w="12700">
            <a:solidFill>
              <a:srgbClr val="BBBBBB"/>
            </a:solidFill>
            <a:prstDash val="solid"/>
          </a:ln>
        </p:spPr>
      </p:sp>
      <p:sp>
        <p:nvSpPr>
          <p:cNvPr id="14" name="Shape 10"/>
          <p:cNvSpPr/>
          <p:nvPr/>
        </p:nvSpPr>
        <p:spPr>
          <a:xfrm>
            <a:off x="2743200" y="3566160"/>
            <a:ext cx="640080" cy="640080"/>
          </a:xfrm>
          <a:prstGeom prst="ellipse">
            <a:avLst/>
          </a:prstGeom>
          <a:solidFill>
            <a:srgbClr val="FFFFFF"/>
          </a:solidFill>
          <a:ln w="25400">
            <a:solidFill>
              <a:srgbClr val="CCCCCC"/>
            </a:solidFill>
            <a:prstDash val="solid"/>
          </a:ln>
        </p:spPr>
      </p:sp>
      <p:sp>
        <p:nvSpPr>
          <p:cNvPr id="15" name="Shape 11"/>
          <p:cNvSpPr/>
          <p:nvPr/>
        </p:nvSpPr>
        <p:spPr>
          <a:xfrm>
            <a:off x="2852928" y="3675888"/>
            <a:ext cx="420624" cy="420624"/>
          </a:xfrm>
          <a:prstGeom prst="ellipse">
            <a:avLst/>
          </a:prstGeom>
          <a:solidFill>
            <a:srgbClr val="C62828"/>
          </a:solidFill>
          <a:ln/>
        </p:spPr>
      </p:sp>
      <p:sp>
        <p:nvSpPr>
          <p:cNvPr id="16" name="Shape 12"/>
          <p:cNvSpPr/>
          <p:nvPr/>
        </p:nvSpPr>
        <p:spPr>
          <a:xfrm>
            <a:off x="2388870" y="2926080"/>
            <a:ext cx="1348740" cy="256032"/>
          </a:xfrm>
          <a:prstGeom prst="roundRect">
            <a:avLst>
              <a:gd name="adj" fmla="val 17857"/>
            </a:avLst>
          </a:prstGeom>
          <a:solidFill>
            <a:srgbClr val="FDECEA"/>
          </a:solidFill>
          <a:ln w="12700">
            <a:solidFill>
              <a:srgbClr val="FDECEA"/>
            </a:solidFill>
            <a:prstDash val="solid"/>
          </a:ln>
        </p:spPr>
      </p:sp>
      <p:pic>
        <p:nvPicPr>
          <p:cNvPr id="17" name="Image 2" descr="preencoded.png">    </p:cNvPr>
          <p:cNvPicPr>
            <a:picLocks noChangeAspect="1"/>
          </p:cNvPicPr>
          <p:nvPr/>
        </p:nvPicPr>
        <p:blipFill>
          <a:blip r:embed="rId3"/>
          <a:stretch>
            <a:fillRect/>
          </a:stretch>
        </p:blipFill>
        <p:spPr>
          <a:xfrm>
            <a:off x="2443734" y="2990088"/>
            <a:ext cx="128016" cy="128016"/>
          </a:xfrm>
          <a:prstGeom prst="rect">
            <a:avLst/>
          </a:prstGeom>
        </p:spPr>
      </p:pic>
      <p:sp>
        <p:nvSpPr>
          <p:cNvPr id="18" name="Text 13"/>
          <p:cNvSpPr txBox="1"/>
          <p:nvPr/>
        </p:nvSpPr>
        <p:spPr>
          <a:xfrm>
            <a:off x="2644902" y="2926080"/>
            <a:ext cx="1074420" cy="256032"/>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Narasi2 · 00:08</a:t>
            </a:r>
            <a:endParaRPr lang="en-US" sz="750" dirty="0"/>
          </a:p>
        </p:txBody>
      </p:sp>
      <p:sp>
        <p:nvSpPr>
          <p:cNvPr id="19" name="Shape 14"/>
          <p:cNvSpPr/>
          <p:nvPr/>
        </p:nvSpPr>
        <p:spPr>
          <a:xfrm>
            <a:off x="2388870" y="3218688"/>
            <a:ext cx="1348740" cy="256032"/>
          </a:xfrm>
          <a:prstGeom prst="roundRect">
            <a:avLst>
              <a:gd name="adj" fmla="val 17857"/>
            </a:avLst>
          </a:prstGeom>
          <a:solidFill>
            <a:srgbClr val="F5F5F5"/>
          </a:solidFill>
          <a:ln w="12700">
            <a:solidFill>
              <a:srgbClr val="F5F5F5"/>
            </a:solidFill>
            <a:prstDash val="solid"/>
          </a:ln>
        </p:spPr>
      </p:sp>
      <p:pic>
        <p:nvPicPr>
          <p:cNvPr id="20" name="Image 3" descr="preencoded.png">    </p:cNvPr>
          <p:cNvPicPr>
            <a:picLocks noChangeAspect="1"/>
          </p:cNvPicPr>
          <p:nvPr/>
        </p:nvPicPr>
        <p:blipFill>
          <a:blip r:embed="rId4"/>
          <a:stretch>
            <a:fillRect/>
          </a:stretch>
        </p:blipFill>
        <p:spPr>
          <a:xfrm>
            <a:off x="2443734" y="3282696"/>
            <a:ext cx="128016" cy="128016"/>
          </a:xfrm>
          <a:prstGeom prst="rect">
            <a:avLst/>
          </a:prstGeom>
        </p:spPr>
      </p:pic>
      <p:sp>
        <p:nvSpPr>
          <p:cNvPr id="21" name="Text 15"/>
          <p:cNvSpPr txBox="1"/>
          <p:nvPr/>
        </p:nvSpPr>
        <p:spPr>
          <a:xfrm>
            <a:off x="2644902" y="3218688"/>
            <a:ext cx="1074420" cy="256032"/>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Narasi1 · 00:06</a:t>
            </a:r>
            <a:endParaRPr lang="en-US" sz="750" dirty="0"/>
          </a:p>
        </p:txBody>
      </p:sp>
      <p:sp>
        <p:nvSpPr>
          <p:cNvPr id="22" name="Shape 16"/>
          <p:cNvSpPr/>
          <p:nvPr/>
        </p:nvSpPr>
        <p:spPr>
          <a:xfrm>
            <a:off x="2361438" y="2898648"/>
            <a:ext cx="1403604" cy="603504"/>
          </a:xfrm>
          <a:prstGeom prst="roundRect">
            <a:avLst>
              <a:gd name="adj" fmla="val 7576"/>
            </a:avLst>
          </a:prstGeom>
          <a:solidFill>
            <a:srgbClr val="FFFFFF">
              <a:alpha val="0"/>
            </a:srgbClr>
          </a:solidFill>
          <a:ln w="31750">
            <a:solidFill>
              <a:srgbClr val="E53935"/>
            </a:solidFill>
            <a:prstDash val="solid"/>
          </a:ln>
        </p:spPr>
      </p:sp>
      <p:sp>
        <p:nvSpPr>
          <p:cNvPr id="23" name="Shape 17"/>
          <p:cNvSpPr/>
          <p:nvPr/>
        </p:nvSpPr>
        <p:spPr>
          <a:xfrm>
            <a:off x="3627882" y="2761488"/>
            <a:ext cx="274320" cy="274320"/>
          </a:xfrm>
          <a:prstGeom prst="ellipse">
            <a:avLst/>
          </a:prstGeom>
          <a:solidFill>
            <a:srgbClr val="E53935"/>
          </a:solidFill>
          <a:ln w="12700">
            <a:solidFill>
              <a:srgbClr val="FFFFFF"/>
            </a:solidFill>
            <a:prstDash val="solid"/>
          </a:ln>
        </p:spPr>
      </p:sp>
      <p:sp>
        <p:nvSpPr>
          <p:cNvPr id="24" name="Text 18"/>
          <p:cNvSpPr txBox="1"/>
          <p:nvPr/>
        </p:nvSpPr>
        <p:spPr>
          <a:xfrm>
            <a:off x="3627882" y="276148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25" name="Image 4" descr="preencoded.png">    </p:cNvPr>
          <p:cNvPicPr>
            <a:picLocks noChangeAspect="1"/>
          </p:cNvPicPr>
          <p:nvPr/>
        </p:nvPicPr>
        <p:blipFill>
          <a:blip r:embed="rId5"/>
          <a:stretch>
            <a:fillRect/>
          </a:stretch>
        </p:blipFill>
        <p:spPr>
          <a:xfrm>
            <a:off x="3130677" y="3227832"/>
            <a:ext cx="237744" cy="237744"/>
          </a:xfrm>
          <a:prstGeom prst="rect">
            <a:avLst/>
          </a:prstGeom>
        </p:spPr>
      </p:pic>
      <p:sp>
        <p:nvSpPr>
          <p:cNvPr id="26" name="Text 1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27" name="Text 2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Rekam narasi setiap adegan</a:t>
            </a:r>
            <a:endParaRPr lang="en-US" sz="1800" dirty="0"/>
          </a:p>
        </p:txBody>
      </p:sp>
      <p:sp>
        <p:nvSpPr>
          <p:cNvPr id="28" name="Text 2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tempat tenang, rekam narasi per adegan dengan HP. Beri nama Narasi1, Narasi2, dan seterusnya.</a:t>
            </a:r>
            <a:endParaRPr lang="en-US" sz="1300" dirty="0"/>
          </a:p>
        </p:txBody>
      </p:sp>
      <p:sp>
        <p:nvSpPr>
          <p:cNvPr id="29" name="Shape 22"/>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30" name="Image 5" descr="preencoded.png">    </p:cNvPr>
          <p:cNvPicPr>
            <a:picLocks noChangeAspect="1"/>
          </p:cNvPicPr>
          <p:nvPr/>
        </p:nvPicPr>
        <p:blipFill>
          <a:blip r:embed="rId6"/>
          <a:stretch>
            <a:fillRect/>
          </a:stretch>
        </p:blipFill>
        <p:spPr>
          <a:xfrm>
            <a:off x="6108192" y="3721608"/>
            <a:ext cx="201168" cy="201168"/>
          </a:xfrm>
          <a:prstGeom prst="rect">
            <a:avLst/>
          </a:prstGeom>
        </p:spPr>
      </p:pic>
      <p:sp>
        <p:nvSpPr>
          <p:cNvPr id="31" name="Text 23"/>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Ingat: jarak satu jengkal, diam 1 detik di awal dan akhir.</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Narasi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11: Digital Storytelling · Pertemuan 33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 - Google Drive</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drive.google.com</a:t>
            </a:r>
            <a:endParaRPr lang="en-US" sz="800" dirty="0"/>
          </a:p>
        </p:txBody>
      </p:sp>
      <p:pic>
        <p:nvPicPr>
          <p:cNvPr id="28" name="Image 5" descr="preencoded.png">    </p:cNvPr>
          <p:cNvPicPr>
            <a:picLocks noChangeAspect="1"/>
          </p:cNvPicPr>
          <p:nvPr/>
        </p:nvPicPr>
        <p:blipFill>
          <a:blip r:embed="rId6"/>
          <a:stretch>
            <a:fillRect/>
          </a:stretch>
        </p:blipFill>
        <p:spPr>
          <a:xfrm>
            <a:off x="697504" y="1741685"/>
            <a:ext cx="201168" cy="201168"/>
          </a:xfrm>
          <a:prstGeom prst="rect">
            <a:avLst/>
          </a:prstGeom>
        </p:spPr>
      </p:pic>
      <p:sp>
        <p:nvSpPr>
          <p:cNvPr id="29" name="Text 21"/>
          <p:cNvSpPr txBox="1"/>
          <p:nvPr/>
        </p:nvSpPr>
        <p:spPr>
          <a:xfrm>
            <a:off x="953536" y="1714253"/>
            <a:ext cx="548640" cy="256032"/>
          </a:xfrm>
          <a:prstGeom prst="rect">
            <a:avLst/>
          </a:prstGeom>
          <a:noFill/>
          <a:ln/>
        </p:spPr>
        <p:txBody>
          <a:bodyPr wrap="square" lIns="0" tIns="0" rIns="0" bIns="0" rtlCol="0" anchor="ctr"/>
          <a:lstStyle/>
          <a:p>
            <a:pPr indent="0" marL="0">
              <a:buNone/>
            </a:pPr>
            <a:r>
              <a:rPr lang="en-US" sz="1000" dirty="0">
                <a:solidFill>
                  <a:srgbClr val="1E2A26"/>
                </a:solidFill>
                <a:latin typeface="Calibri" pitchFamily="34" charset="0"/>
                <a:ea typeface="Calibri" pitchFamily="34" charset="-122"/>
                <a:cs typeface="Calibri" pitchFamily="34" charset="-120"/>
              </a:rPr>
              <a:t>Drive</a:t>
            </a:r>
            <a:endParaRPr lang="en-US" sz="1000" dirty="0"/>
          </a:p>
        </p:txBody>
      </p:sp>
      <p:sp>
        <p:nvSpPr>
          <p:cNvPr id="30" name="Shape 22"/>
          <p:cNvSpPr/>
          <p:nvPr/>
        </p:nvSpPr>
        <p:spPr>
          <a:xfrm>
            <a:off x="5218664" y="1732541"/>
            <a:ext cx="219456" cy="219456"/>
          </a:xfrm>
          <a:prstGeom prst="ellipse">
            <a:avLst/>
          </a:prstGeom>
          <a:solidFill>
            <a:srgbClr val="1F7A5C"/>
          </a:solidFill>
          <a:ln/>
        </p:spPr>
      </p:sp>
      <p:sp>
        <p:nvSpPr>
          <p:cNvPr id="31" name="Text 23"/>
          <p:cNvSpPr txBox="1"/>
          <p:nvPr/>
        </p:nvSpPr>
        <p:spPr>
          <a:xfrm>
            <a:off x="5218664" y="1732541"/>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a:t>
            </a:r>
            <a:endParaRPr lang="en-US" sz="800" dirty="0"/>
          </a:p>
        </p:txBody>
      </p:sp>
      <p:sp>
        <p:nvSpPr>
          <p:cNvPr id="32" name="Shape 24"/>
          <p:cNvSpPr/>
          <p:nvPr/>
        </p:nvSpPr>
        <p:spPr>
          <a:xfrm>
            <a:off x="697504" y="2061725"/>
            <a:ext cx="685800" cy="292608"/>
          </a:xfrm>
          <a:prstGeom prst="roundRect">
            <a:avLst>
              <a:gd name="adj" fmla="val 25000"/>
            </a:avLst>
          </a:prstGeom>
          <a:solidFill>
            <a:srgbClr val="FFFFFF"/>
          </a:solidFill>
          <a:ln w="9525">
            <a:solidFill>
              <a:srgbClr val="CCCCCC"/>
            </a:solidFill>
            <a:prstDash val="solid"/>
          </a:ln>
        </p:spPr>
      </p:sp>
      <p:sp>
        <p:nvSpPr>
          <p:cNvPr id="33" name="Text 25"/>
          <p:cNvSpPr txBox="1"/>
          <p:nvPr/>
        </p:nvSpPr>
        <p:spPr>
          <a:xfrm>
            <a:off x="697504" y="2061725"/>
            <a:ext cx="685800" cy="292608"/>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  New</a:t>
            </a:r>
            <a:endParaRPr lang="en-US" sz="900" dirty="0"/>
          </a:p>
        </p:txBody>
      </p:sp>
      <p:sp>
        <p:nvSpPr>
          <p:cNvPr id="34" name="Shape 26"/>
          <p:cNvSpPr/>
          <p:nvPr/>
        </p:nvSpPr>
        <p:spPr>
          <a:xfrm>
            <a:off x="660928" y="2464061"/>
            <a:ext cx="960120" cy="201168"/>
          </a:xfrm>
          <a:prstGeom prst="roundRect">
            <a:avLst>
              <a:gd name="adj" fmla="val 45455"/>
            </a:avLst>
          </a:prstGeom>
          <a:solidFill>
            <a:srgbClr val="C2E7FF"/>
          </a:solidFill>
          <a:ln w="12700">
            <a:solidFill>
              <a:srgbClr val="C2E7FF"/>
            </a:solidFill>
            <a:prstDash val="solid"/>
          </a:ln>
        </p:spPr>
      </p:sp>
      <p:sp>
        <p:nvSpPr>
          <p:cNvPr id="35" name="Text 27"/>
          <p:cNvSpPr txBox="1"/>
          <p:nvPr/>
        </p:nvSpPr>
        <p:spPr>
          <a:xfrm>
            <a:off x="752368" y="24640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a:t>
            </a:r>
            <a:endParaRPr lang="en-US" sz="750" dirty="0"/>
          </a:p>
        </p:txBody>
      </p:sp>
      <p:sp>
        <p:nvSpPr>
          <p:cNvPr id="36" name="Text 28"/>
          <p:cNvSpPr txBox="1"/>
          <p:nvPr/>
        </p:nvSpPr>
        <p:spPr>
          <a:xfrm>
            <a:off x="752368" y="26926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Shared with me</a:t>
            </a:r>
            <a:endParaRPr lang="en-US" sz="750" dirty="0"/>
          </a:p>
        </p:txBody>
      </p:sp>
      <p:sp>
        <p:nvSpPr>
          <p:cNvPr id="37" name="Text 29"/>
          <p:cNvSpPr txBox="1"/>
          <p:nvPr/>
        </p:nvSpPr>
        <p:spPr>
          <a:xfrm>
            <a:off x="752368" y="29212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Recent</a:t>
            </a:r>
            <a:endParaRPr lang="en-US" sz="750" dirty="0"/>
          </a:p>
        </p:txBody>
      </p:sp>
      <p:sp>
        <p:nvSpPr>
          <p:cNvPr id="38" name="Text 30"/>
          <p:cNvSpPr txBox="1"/>
          <p:nvPr/>
        </p:nvSpPr>
        <p:spPr>
          <a:xfrm>
            <a:off x="752368" y="31498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Trash</a:t>
            </a:r>
            <a:endParaRPr lang="en-US" sz="750" dirty="0"/>
          </a:p>
        </p:txBody>
      </p:sp>
      <p:sp>
        <p:nvSpPr>
          <p:cNvPr id="39" name="Text 31"/>
          <p:cNvSpPr txBox="1"/>
          <p:nvPr/>
        </p:nvSpPr>
        <p:spPr>
          <a:xfrm>
            <a:off x="679216" y="3721064"/>
            <a:ext cx="1188720" cy="182880"/>
          </a:xfrm>
          <a:prstGeom prst="rect">
            <a:avLst/>
          </a:prstGeom>
          <a:noFill/>
          <a:ln/>
        </p:spPr>
        <p:txBody>
          <a:bodyPr wrap="square" lIns="0" tIns="0" rIns="0" bIns="0" rtlCol="0" anchor="t"/>
          <a:lstStyle/>
          <a:p>
            <a:pPr indent="0" marL="0">
              <a:buNone/>
            </a:pPr>
            <a:r>
              <a:rPr lang="en-US" sz="600" dirty="0">
                <a:solidFill>
                  <a:srgbClr val="666666"/>
                </a:solidFill>
                <a:latin typeface="Calibri" pitchFamily="34" charset="0"/>
                <a:ea typeface="Calibri" pitchFamily="34" charset="-122"/>
                <a:cs typeface="Calibri" pitchFamily="34" charset="-120"/>
              </a:rPr>
              <a:t>Storage: 1 GB of 15 GB used</a:t>
            </a:r>
            <a:endParaRPr lang="en-US" sz="600" dirty="0"/>
          </a:p>
        </p:txBody>
      </p:sp>
      <p:sp>
        <p:nvSpPr>
          <p:cNvPr id="40" name="Text 32"/>
          <p:cNvSpPr txBox="1"/>
          <p:nvPr/>
        </p:nvSpPr>
        <p:spPr>
          <a:xfrm>
            <a:off x="1730776" y="2061725"/>
            <a:ext cx="3670767" cy="27432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My Drive  ›  Aset_Cerita_Kelompok_1</a:t>
            </a:r>
            <a:endParaRPr lang="en-US" sz="1200" dirty="0"/>
          </a:p>
        </p:txBody>
      </p:sp>
      <p:sp>
        <p:nvSpPr>
          <p:cNvPr id="41" name="Text 33"/>
          <p:cNvSpPr txBox="1"/>
          <p:nvPr/>
        </p:nvSpPr>
        <p:spPr>
          <a:xfrm>
            <a:off x="1730776" y="2400053"/>
            <a:ext cx="1828800" cy="182880"/>
          </a:xfrm>
          <a:prstGeom prst="rect">
            <a:avLst/>
          </a:prstGeom>
          <a:noFill/>
          <a:ln/>
        </p:spPr>
        <p:txBody>
          <a:bodyPr wrap="square" lIns="0" tIns="0" rIns="0" bIns="0" rtlCol="0" anchor="t"/>
          <a:lstStyle/>
          <a:p>
            <a:pPr indent="0" marL="0">
              <a:buNone/>
            </a:pPr>
            <a:r>
              <a:rPr lang="en-US" sz="700" b="1" dirty="0">
                <a:solidFill>
                  <a:srgbClr val="555555"/>
                </a:solidFill>
                <a:latin typeface="Calibri" pitchFamily="34" charset="0"/>
                <a:ea typeface="Calibri" pitchFamily="34" charset="-122"/>
                <a:cs typeface="Calibri" pitchFamily="34" charset="-120"/>
              </a:rPr>
              <a:t>Name</a:t>
            </a:r>
            <a:endParaRPr lang="en-US" sz="700" dirty="0"/>
          </a:p>
        </p:txBody>
      </p:sp>
      <p:sp>
        <p:nvSpPr>
          <p:cNvPr id="42" name="Shape 34"/>
          <p:cNvSpPr/>
          <p:nvPr/>
        </p:nvSpPr>
        <p:spPr>
          <a:xfrm>
            <a:off x="1730776" y="2592077"/>
            <a:ext cx="3670767" cy="0"/>
          </a:xfrm>
          <a:prstGeom prst="line">
            <a:avLst/>
          </a:prstGeom>
          <a:noFill/>
          <a:ln w="6350">
            <a:solidFill>
              <a:srgbClr val="DDDDDD"/>
            </a:solidFill>
            <a:prstDash val="solid"/>
          </a:ln>
        </p:spPr>
      </p:sp>
      <p:pic>
        <p:nvPicPr>
          <p:cNvPr id="43" name="Image 6" descr="preencoded.png">    </p:cNvPr>
          <p:cNvPicPr>
            <a:picLocks noChangeAspect="1"/>
          </p:cNvPicPr>
          <p:nvPr/>
        </p:nvPicPr>
        <p:blipFill>
          <a:blip r:embed="rId7"/>
          <a:stretch>
            <a:fillRect/>
          </a:stretch>
        </p:blipFill>
        <p:spPr>
          <a:xfrm>
            <a:off x="1776496" y="2674373"/>
            <a:ext cx="137160" cy="137160"/>
          </a:xfrm>
          <a:prstGeom prst="rect">
            <a:avLst/>
          </a:prstGeom>
        </p:spPr>
      </p:pic>
      <p:sp>
        <p:nvSpPr>
          <p:cNvPr id="44" name="Text 35"/>
          <p:cNvSpPr txBox="1"/>
          <p:nvPr/>
        </p:nvSpPr>
        <p:spPr>
          <a:xfrm>
            <a:off x="2005096" y="2628653"/>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Adegan1.jpg</a:t>
            </a:r>
            <a:endParaRPr lang="en-US" sz="800" dirty="0"/>
          </a:p>
        </p:txBody>
      </p:sp>
      <p:pic>
        <p:nvPicPr>
          <p:cNvPr id="45" name="Image 7" descr="preencoded.png">    </p:cNvPr>
          <p:cNvPicPr>
            <a:picLocks noChangeAspect="1"/>
          </p:cNvPicPr>
          <p:nvPr/>
        </p:nvPicPr>
        <p:blipFill>
          <a:blip r:embed="rId8"/>
          <a:stretch>
            <a:fillRect/>
          </a:stretch>
        </p:blipFill>
        <p:spPr>
          <a:xfrm>
            <a:off x="1776496" y="2921261"/>
            <a:ext cx="137160" cy="137160"/>
          </a:xfrm>
          <a:prstGeom prst="rect">
            <a:avLst/>
          </a:prstGeom>
        </p:spPr>
      </p:pic>
      <p:sp>
        <p:nvSpPr>
          <p:cNvPr id="46" name="Text 36"/>
          <p:cNvSpPr txBox="1"/>
          <p:nvPr/>
        </p:nvSpPr>
        <p:spPr>
          <a:xfrm>
            <a:off x="2005096" y="2875541"/>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Adegan2.jpg</a:t>
            </a:r>
            <a:endParaRPr lang="en-US" sz="800" dirty="0"/>
          </a:p>
        </p:txBody>
      </p:sp>
      <p:pic>
        <p:nvPicPr>
          <p:cNvPr id="47" name="Image 8" descr="preencoded.png">    </p:cNvPr>
          <p:cNvPicPr>
            <a:picLocks noChangeAspect="1"/>
          </p:cNvPicPr>
          <p:nvPr/>
        </p:nvPicPr>
        <p:blipFill>
          <a:blip r:embed="rId9"/>
          <a:stretch>
            <a:fillRect/>
          </a:stretch>
        </p:blipFill>
        <p:spPr>
          <a:xfrm>
            <a:off x="1776496" y="3168149"/>
            <a:ext cx="137160" cy="137160"/>
          </a:xfrm>
          <a:prstGeom prst="rect">
            <a:avLst/>
          </a:prstGeom>
        </p:spPr>
      </p:pic>
      <p:sp>
        <p:nvSpPr>
          <p:cNvPr id="48" name="Text 37"/>
          <p:cNvSpPr txBox="1"/>
          <p:nvPr/>
        </p:nvSpPr>
        <p:spPr>
          <a:xfrm>
            <a:off x="2005096" y="3122429"/>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Narasi1.m4a</a:t>
            </a:r>
            <a:endParaRPr lang="en-US" sz="800" dirty="0"/>
          </a:p>
        </p:txBody>
      </p:sp>
      <p:pic>
        <p:nvPicPr>
          <p:cNvPr id="49" name="Image 9" descr="preencoded.png">    </p:cNvPr>
          <p:cNvPicPr>
            <a:picLocks noChangeAspect="1"/>
          </p:cNvPicPr>
          <p:nvPr/>
        </p:nvPicPr>
        <p:blipFill>
          <a:blip r:embed="rId10"/>
          <a:stretch>
            <a:fillRect/>
          </a:stretch>
        </p:blipFill>
        <p:spPr>
          <a:xfrm>
            <a:off x="1776496" y="3415037"/>
            <a:ext cx="137160" cy="137160"/>
          </a:xfrm>
          <a:prstGeom prst="rect">
            <a:avLst/>
          </a:prstGeom>
        </p:spPr>
      </p:pic>
      <p:sp>
        <p:nvSpPr>
          <p:cNvPr id="50" name="Text 38"/>
          <p:cNvSpPr txBox="1"/>
          <p:nvPr/>
        </p:nvSpPr>
        <p:spPr>
          <a:xfrm>
            <a:off x="2005096" y="3369317"/>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Narasi2.m4a</a:t>
            </a:r>
            <a:endParaRPr lang="en-US" sz="800" dirty="0"/>
          </a:p>
        </p:txBody>
      </p:sp>
      <p:pic>
        <p:nvPicPr>
          <p:cNvPr id="51" name="Image 10" descr="preencoded.png">    </p:cNvPr>
          <p:cNvPicPr>
            <a:picLocks noChangeAspect="1"/>
          </p:cNvPicPr>
          <p:nvPr/>
        </p:nvPicPr>
        <p:blipFill>
          <a:blip r:embed="rId11"/>
          <a:stretch>
            <a:fillRect/>
          </a:stretch>
        </p:blipFill>
        <p:spPr>
          <a:xfrm>
            <a:off x="1776496" y="3661925"/>
            <a:ext cx="137160" cy="137160"/>
          </a:xfrm>
          <a:prstGeom prst="rect">
            <a:avLst/>
          </a:prstGeom>
        </p:spPr>
      </p:pic>
      <p:sp>
        <p:nvSpPr>
          <p:cNvPr id="52" name="Text 39"/>
          <p:cNvSpPr txBox="1"/>
          <p:nvPr/>
        </p:nvSpPr>
        <p:spPr>
          <a:xfrm>
            <a:off x="2005096" y="3616205"/>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Narasi3.m4a</a:t>
            </a:r>
            <a:endParaRPr lang="en-US" sz="800" dirty="0"/>
          </a:p>
        </p:txBody>
      </p:sp>
      <p:sp>
        <p:nvSpPr>
          <p:cNvPr id="53" name="Shape 40"/>
          <p:cNvSpPr/>
          <p:nvPr/>
        </p:nvSpPr>
        <p:spPr>
          <a:xfrm>
            <a:off x="1712488" y="3104141"/>
            <a:ext cx="3707343" cy="758952"/>
          </a:xfrm>
          <a:prstGeom prst="roundRect">
            <a:avLst>
              <a:gd name="adj" fmla="val 6024"/>
            </a:avLst>
          </a:prstGeom>
          <a:solidFill>
            <a:srgbClr val="FFFFFF">
              <a:alpha val="0"/>
            </a:srgbClr>
          </a:solidFill>
          <a:ln w="31750">
            <a:solidFill>
              <a:srgbClr val="E53935"/>
            </a:solidFill>
            <a:prstDash val="solid"/>
          </a:ln>
        </p:spPr>
      </p:sp>
      <p:sp>
        <p:nvSpPr>
          <p:cNvPr id="54" name="Shape 41"/>
          <p:cNvSpPr/>
          <p:nvPr/>
        </p:nvSpPr>
        <p:spPr>
          <a:xfrm>
            <a:off x="5282672" y="2966981"/>
            <a:ext cx="274320" cy="274320"/>
          </a:xfrm>
          <a:prstGeom prst="ellipse">
            <a:avLst/>
          </a:prstGeom>
          <a:solidFill>
            <a:srgbClr val="E53935"/>
          </a:solidFill>
          <a:ln w="12700">
            <a:solidFill>
              <a:srgbClr val="FFFFFF"/>
            </a:solidFill>
            <a:prstDash val="solid"/>
          </a:ln>
        </p:spPr>
      </p:sp>
      <p:sp>
        <p:nvSpPr>
          <p:cNvPr id="55" name="Text 42"/>
          <p:cNvSpPr txBox="1"/>
          <p:nvPr/>
        </p:nvSpPr>
        <p:spPr>
          <a:xfrm>
            <a:off x="5282672" y="296698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56" name="Image 11" descr="preencoded.png">    </p:cNvPr>
          <p:cNvPicPr>
            <a:picLocks noChangeAspect="1"/>
          </p:cNvPicPr>
          <p:nvPr/>
        </p:nvPicPr>
        <p:blipFill>
          <a:blip r:embed="rId12"/>
          <a:stretch>
            <a:fillRect/>
          </a:stretch>
        </p:blipFill>
        <p:spPr>
          <a:xfrm>
            <a:off x="3749698" y="3519736"/>
            <a:ext cx="237744" cy="237744"/>
          </a:xfrm>
          <a:prstGeom prst="rect">
            <a:avLst/>
          </a:prstGeom>
        </p:spPr>
      </p:pic>
      <p:sp>
        <p:nvSpPr>
          <p:cNvPr id="57" name="Text 4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58" name="Text 4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Unggah rekaman ke folder aset</a:t>
            </a:r>
            <a:endParaRPr lang="en-US" sz="1800" dirty="0"/>
          </a:p>
        </p:txBody>
      </p:sp>
      <p:sp>
        <p:nvSpPr>
          <p:cNvPr id="59" name="Text 4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Dari HP, buka Google Drive akun kelas, masuk folder Aset_Cerita, tekan + › Upload, pilih semua rekaman narasi.</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Narasi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11: Digital Storytelling · Pertemuan 33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Cerita_Kelompok_1 - Google Slides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docs.google.com/presentation/...</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Cerita_Kelompok_1</a:t>
            </a:r>
            <a:endParaRPr lang="en-US" sz="900" dirty="0"/>
          </a:p>
        </p:txBody>
      </p:sp>
      <p:sp>
        <p:nvSpPr>
          <p:cNvPr id="30" name="Text 22"/>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Slide</a:t>
            </a:r>
            <a:endParaRPr lang="en-US" sz="700" dirty="0"/>
          </a:p>
        </p:txBody>
      </p:sp>
      <p:sp>
        <p:nvSpPr>
          <p:cNvPr id="36" name="Text 28"/>
          <p:cNvSpPr txBox="1"/>
          <p:nvPr/>
        </p:nvSpPr>
        <p:spPr>
          <a:xfrm>
            <a:off x="327611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Arrange</a:t>
            </a:r>
            <a:endParaRPr lang="en-US" sz="700" dirty="0"/>
          </a:p>
        </p:txBody>
      </p:sp>
      <p:sp>
        <p:nvSpPr>
          <p:cNvPr id="37" name="Text 29"/>
          <p:cNvSpPr txBox="1"/>
          <p:nvPr/>
        </p:nvSpPr>
        <p:spPr>
          <a:xfrm>
            <a:off x="366016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8" name="Shape 30"/>
          <p:cNvSpPr/>
          <p:nvPr/>
        </p:nvSpPr>
        <p:spPr>
          <a:xfrm>
            <a:off x="4121384" y="1714253"/>
            <a:ext cx="685800" cy="237744"/>
          </a:xfrm>
          <a:prstGeom prst="roundRect">
            <a:avLst>
              <a:gd name="adj" fmla="val 50000"/>
            </a:avLst>
          </a:prstGeom>
          <a:solidFill>
            <a:srgbClr val="FFFFFF"/>
          </a:solidFill>
          <a:ln w="9525">
            <a:solidFill>
              <a:srgbClr val="888888"/>
            </a:solidFill>
            <a:prstDash val="solid"/>
          </a:ln>
        </p:spPr>
      </p:sp>
      <p:sp>
        <p:nvSpPr>
          <p:cNvPr id="39" name="Text 31"/>
          <p:cNvSpPr txBox="1"/>
          <p:nvPr/>
        </p:nvSpPr>
        <p:spPr>
          <a:xfrm>
            <a:off x="4121384" y="1714253"/>
            <a:ext cx="685800" cy="237744"/>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 Slideshow</a:t>
            </a:r>
            <a:endParaRPr lang="en-US" sz="750" dirty="0"/>
          </a:p>
        </p:txBody>
      </p:sp>
      <p:sp>
        <p:nvSpPr>
          <p:cNvPr id="40" name="Shape 32"/>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41" name="Text 33"/>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2" name="Shape 34"/>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3" name="Text 35"/>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1100" b="1" dirty="0">
                <a:solidFill>
                  <a:srgbClr val="1E2A26"/>
                </a:solidFill>
                <a:latin typeface="Calibri" pitchFamily="34" charset="0"/>
                <a:ea typeface="Calibri" pitchFamily="34" charset="-122"/>
                <a:cs typeface="Calibri" pitchFamily="34" charset="-120"/>
              </a:rPr>
              <a:t>+</a:t>
            </a:r>
            <a:endParaRPr lang="en-US" sz="1100" dirty="0"/>
          </a:p>
        </p:txBody>
      </p:sp>
      <p:sp>
        <p:nvSpPr>
          <p:cNvPr id="44" name="Text 36"/>
          <p:cNvSpPr txBox="1"/>
          <p:nvPr/>
        </p:nvSpPr>
        <p:spPr>
          <a:xfrm>
            <a:off x="953536" y="2098301"/>
            <a:ext cx="128016"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5" name="Text 37"/>
          <p:cNvSpPr txBox="1"/>
          <p:nvPr/>
        </p:nvSpPr>
        <p:spPr>
          <a:xfrm>
            <a:off x="1127272" y="2098301"/>
            <a:ext cx="1828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6" name="Text 38"/>
          <p:cNvSpPr txBox="1"/>
          <p:nvPr/>
        </p:nvSpPr>
        <p:spPr>
          <a:xfrm>
            <a:off x="1355872"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7" name="Text 39"/>
          <p:cNvSpPr txBox="1"/>
          <p:nvPr/>
        </p:nvSpPr>
        <p:spPr>
          <a:xfrm>
            <a:off x="1621048"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8" name="Text 40"/>
          <p:cNvSpPr txBox="1"/>
          <p:nvPr/>
        </p:nvSpPr>
        <p:spPr>
          <a:xfrm>
            <a:off x="1886224" y="2098301"/>
            <a:ext cx="621792"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Background</a:t>
            </a:r>
            <a:endParaRPr lang="en-US" sz="700" dirty="0"/>
          </a:p>
        </p:txBody>
      </p:sp>
      <p:sp>
        <p:nvSpPr>
          <p:cNvPr id="49" name="Text 41"/>
          <p:cNvSpPr txBox="1"/>
          <p:nvPr/>
        </p:nvSpPr>
        <p:spPr>
          <a:xfrm>
            <a:off x="2553736" y="2098301"/>
            <a:ext cx="50292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Layout ▾</a:t>
            </a:r>
            <a:endParaRPr lang="en-US" sz="700" dirty="0"/>
          </a:p>
        </p:txBody>
      </p:sp>
      <p:sp>
        <p:nvSpPr>
          <p:cNvPr id="50" name="Text 42"/>
          <p:cNvSpPr txBox="1"/>
          <p:nvPr/>
        </p:nvSpPr>
        <p:spPr>
          <a:xfrm>
            <a:off x="3102376" y="2098301"/>
            <a:ext cx="4114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Theme</a:t>
            </a:r>
            <a:endParaRPr lang="en-US" sz="700" dirty="0"/>
          </a:p>
        </p:txBody>
      </p:sp>
      <p:sp>
        <p:nvSpPr>
          <p:cNvPr id="51" name="Text 43"/>
          <p:cNvSpPr txBox="1"/>
          <p:nvPr/>
        </p:nvSpPr>
        <p:spPr>
          <a:xfrm>
            <a:off x="3559576" y="2098301"/>
            <a:ext cx="54864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Transition</a:t>
            </a:r>
            <a:endParaRPr lang="en-US" sz="700" dirty="0"/>
          </a:p>
        </p:txBody>
      </p:sp>
      <p:pic>
        <p:nvPicPr>
          <p:cNvPr id="52" name="Image 6" descr="preencoded.png">    </p:cNvPr>
          <p:cNvPicPr>
            <a:picLocks noChangeAspect="1"/>
          </p:cNvPicPr>
          <p:nvPr/>
        </p:nvPicPr>
        <p:blipFill>
          <a:blip r:embed="rId7"/>
          <a:stretch>
            <a:fillRect/>
          </a:stretch>
        </p:blipFill>
        <p:spPr>
          <a:xfrm>
            <a:off x="1401592" y="2125733"/>
            <a:ext cx="128016" cy="128016"/>
          </a:xfrm>
          <a:prstGeom prst="rect">
            <a:avLst/>
          </a:prstGeom>
        </p:spPr>
      </p:pic>
      <p:pic>
        <p:nvPicPr>
          <p:cNvPr id="53" name="Image 7" descr="preencoded.png">    </p:cNvPr>
          <p:cNvPicPr>
            <a:picLocks noChangeAspect="1"/>
          </p:cNvPicPr>
          <p:nvPr/>
        </p:nvPicPr>
        <p:blipFill>
          <a:blip r:embed="rId8"/>
          <a:stretch>
            <a:fillRect/>
          </a:stretch>
        </p:blipFill>
        <p:spPr>
          <a:xfrm>
            <a:off x="1666768" y="2125733"/>
            <a:ext cx="128016" cy="128016"/>
          </a:xfrm>
          <a:prstGeom prst="rect">
            <a:avLst/>
          </a:prstGeom>
        </p:spPr>
      </p:pic>
      <p:sp>
        <p:nvSpPr>
          <p:cNvPr id="54" name="Shape 44"/>
          <p:cNvSpPr/>
          <p:nvPr/>
        </p:nvSpPr>
        <p:spPr>
          <a:xfrm>
            <a:off x="587776" y="2354333"/>
            <a:ext cx="4950927" cy="1641051"/>
          </a:xfrm>
          <a:prstGeom prst="rect">
            <a:avLst/>
          </a:prstGeom>
          <a:solidFill>
            <a:srgbClr val="F8F9FA"/>
          </a:solidFill>
          <a:ln w="12700">
            <a:solidFill>
              <a:srgbClr val="F8F9FA"/>
            </a:solidFill>
            <a:prstDash val="solid"/>
          </a:ln>
        </p:spPr>
      </p:sp>
      <p:sp>
        <p:nvSpPr>
          <p:cNvPr id="55" name="Text 45"/>
          <p:cNvSpPr txBox="1"/>
          <p:nvPr/>
        </p:nvSpPr>
        <p:spPr>
          <a:xfrm>
            <a:off x="633496" y="24640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1</a:t>
            </a:r>
            <a:endParaRPr lang="en-US" sz="600" dirty="0"/>
          </a:p>
        </p:txBody>
      </p:sp>
      <p:sp>
        <p:nvSpPr>
          <p:cNvPr id="56" name="Shape 46"/>
          <p:cNvSpPr/>
          <p:nvPr/>
        </p:nvSpPr>
        <p:spPr>
          <a:xfrm>
            <a:off x="788944" y="2464061"/>
            <a:ext cx="566928" cy="318897"/>
          </a:xfrm>
          <a:prstGeom prst="rect">
            <a:avLst/>
          </a:prstGeom>
          <a:solidFill>
            <a:srgbClr val="0F4C3A"/>
          </a:solidFill>
          <a:ln w="6350">
            <a:solidFill>
              <a:srgbClr val="CCCCCC"/>
            </a:solidFill>
            <a:prstDash val="solid"/>
          </a:ln>
        </p:spPr>
      </p:sp>
      <p:sp>
        <p:nvSpPr>
          <p:cNvPr id="57" name="Text 47"/>
          <p:cNvSpPr txBox="1"/>
          <p:nvPr/>
        </p:nvSpPr>
        <p:spPr>
          <a:xfrm>
            <a:off x="816376" y="250063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Rindu yang Menguatkan</a:t>
            </a:r>
            <a:endParaRPr lang="en-US" sz="400" dirty="0"/>
          </a:p>
        </p:txBody>
      </p:sp>
      <p:sp>
        <p:nvSpPr>
          <p:cNvPr id="58" name="Text 48"/>
          <p:cNvSpPr txBox="1"/>
          <p:nvPr/>
        </p:nvSpPr>
        <p:spPr>
          <a:xfrm>
            <a:off x="633496" y="2892686"/>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2</a:t>
            </a:r>
            <a:endParaRPr lang="en-US" sz="600" dirty="0"/>
          </a:p>
        </p:txBody>
      </p:sp>
      <p:sp>
        <p:nvSpPr>
          <p:cNvPr id="59" name="Shape 49"/>
          <p:cNvSpPr/>
          <p:nvPr/>
        </p:nvSpPr>
        <p:spPr>
          <a:xfrm>
            <a:off x="788944" y="2892686"/>
            <a:ext cx="566928" cy="318897"/>
          </a:xfrm>
          <a:prstGeom prst="rect">
            <a:avLst/>
          </a:prstGeom>
          <a:solidFill>
            <a:srgbClr val="0F4C3A"/>
          </a:solidFill>
          <a:ln w="19050">
            <a:solidFill>
              <a:srgbClr val="F4B400"/>
            </a:solidFill>
            <a:prstDash val="solid"/>
          </a:ln>
        </p:spPr>
      </p:sp>
      <p:sp>
        <p:nvSpPr>
          <p:cNvPr id="60" name="Text 50"/>
          <p:cNvSpPr txBox="1"/>
          <p:nvPr/>
        </p:nvSpPr>
        <p:spPr>
          <a:xfrm>
            <a:off x="816376" y="2929262"/>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Malam Pertama</a:t>
            </a:r>
            <a:endParaRPr lang="en-US" sz="400" dirty="0"/>
          </a:p>
        </p:txBody>
      </p:sp>
      <p:sp>
        <p:nvSpPr>
          <p:cNvPr id="61" name="Shape 51"/>
          <p:cNvSpPr/>
          <p:nvPr/>
        </p:nvSpPr>
        <p:spPr>
          <a:xfrm>
            <a:off x="843808" y="3057278"/>
            <a:ext cx="320040" cy="18288"/>
          </a:xfrm>
          <a:prstGeom prst="rect">
            <a:avLst/>
          </a:prstGeom>
          <a:solidFill>
            <a:srgbClr val="BBBBBB"/>
          </a:solidFill>
          <a:ln w="12700">
            <a:solidFill>
              <a:srgbClr val="BBBBBB"/>
            </a:solidFill>
            <a:prstDash val="solid"/>
          </a:ln>
        </p:spPr>
      </p:sp>
      <p:sp>
        <p:nvSpPr>
          <p:cNvPr id="62" name="Shape 52"/>
          <p:cNvSpPr/>
          <p:nvPr/>
        </p:nvSpPr>
        <p:spPr>
          <a:xfrm>
            <a:off x="843808" y="3102998"/>
            <a:ext cx="320040" cy="18288"/>
          </a:xfrm>
          <a:prstGeom prst="rect">
            <a:avLst/>
          </a:prstGeom>
          <a:solidFill>
            <a:srgbClr val="BBBBBB"/>
          </a:solidFill>
          <a:ln w="12700">
            <a:solidFill>
              <a:srgbClr val="BBBBBB"/>
            </a:solidFill>
            <a:prstDash val="solid"/>
          </a:ln>
        </p:spPr>
      </p:sp>
      <p:sp>
        <p:nvSpPr>
          <p:cNvPr id="63" name="Shape 53"/>
          <p:cNvSpPr/>
          <p:nvPr/>
        </p:nvSpPr>
        <p:spPr>
          <a:xfrm>
            <a:off x="843808" y="3148718"/>
            <a:ext cx="320040" cy="18288"/>
          </a:xfrm>
          <a:prstGeom prst="rect">
            <a:avLst/>
          </a:prstGeom>
          <a:solidFill>
            <a:srgbClr val="BBBBBB"/>
          </a:solidFill>
          <a:ln w="12700">
            <a:solidFill>
              <a:srgbClr val="BBBBBB"/>
            </a:solidFill>
            <a:prstDash val="solid"/>
          </a:ln>
        </p:spPr>
      </p:sp>
      <p:sp>
        <p:nvSpPr>
          <p:cNvPr id="64" name="Text 54"/>
          <p:cNvSpPr txBox="1"/>
          <p:nvPr/>
        </p:nvSpPr>
        <p:spPr>
          <a:xfrm>
            <a:off x="633496" y="332131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3</a:t>
            </a:r>
            <a:endParaRPr lang="en-US" sz="600" dirty="0"/>
          </a:p>
        </p:txBody>
      </p:sp>
      <p:sp>
        <p:nvSpPr>
          <p:cNvPr id="65" name="Shape 55"/>
          <p:cNvSpPr/>
          <p:nvPr/>
        </p:nvSpPr>
        <p:spPr>
          <a:xfrm>
            <a:off x="788944" y="3321311"/>
            <a:ext cx="566928" cy="318897"/>
          </a:xfrm>
          <a:prstGeom prst="rect">
            <a:avLst/>
          </a:prstGeom>
          <a:solidFill>
            <a:srgbClr val="0F4C3A"/>
          </a:solidFill>
          <a:ln w="6350">
            <a:solidFill>
              <a:srgbClr val="CCCCCC"/>
            </a:solidFill>
            <a:prstDash val="solid"/>
          </a:ln>
        </p:spPr>
      </p:sp>
      <p:sp>
        <p:nvSpPr>
          <p:cNvPr id="66" name="Text 56"/>
          <p:cNvSpPr txBox="1"/>
          <p:nvPr/>
        </p:nvSpPr>
        <p:spPr>
          <a:xfrm>
            <a:off x="816376" y="335788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Ingin Pulang</a:t>
            </a:r>
            <a:endParaRPr lang="en-US" sz="400" dirty="0"/>
          </a:p>
        </p:txBody>
      </p:sp>
      <p:sp>
        <p:nvSpPr>
          <p:cNvPr id="67" name="Shape 57"/>
          <p:cNvSpPr/>
          <p:nvPr/>
        </p:nvSpPr>
        <p:spPr>
          <a:xfrm>
            <a:off x="843808" y="3485903"/>
            <a:ext cx="320040" cy="18288"/>
          </a:xfrm>
          <a:prstGeom prst="rect">
            <a:avLst/>
          </a:prstGeom>
          <a:solidFill>
            <a:srgbClr val="BBBBBB"/>
          </a:solidFill>
          <a:ln w="12700">
            <a:solidFill>
              <a:srgbClr val="BBBBBB"/>
            </a:solidFill>
            <a:prstDash val="solid"/>
          </a:ln>
        </p:spPr>
      </p:sp>
      <p:sp>
        <p:nvSpPr>
          <p:cNvPr id="68" name="Shape 58"/>
          <p:cNvSpPr/>
          <p:nvPr/>
        </p:nvSpPr>
        <p:spPr>
          <a:xfrm>
            <a:off x="843808" y="3531623"/>
            <a:ext cx="320040" cy="18288"/>
          </a:xfrm>
          <a:prstGeom prst="rect">
            <a:avLst/>
          </a:prstGeom>
          <a:solidFill>
            <a:srgbClr val="BBBBBB"/>
          </a:solidFill>
          <a:ln w="12700">
            <a:solidFill>
              <a:srgbClr val="BBBBBB"/>
            </a:solidFill>
            <a:prstDash val="solid"/>
          </a:ln>
        </p:spPr>
      </p:sp>
      <p:sp>
        <p:nvSpPr>
          <p:cNvPr id="69" name="Shape 59"/>
          <p:cNvSpPr/>
          <p:nvPr/>
        </p:nvSpPr>
        <p:spPr>
          <a:xfrm>
            <a:off x="843808" y="3577343"/>
            <a:ext cx="320040" cy="18288"/>
          </a:xfrm>
          <a:prstGeom prst="rect">
            <a:avLst/>
          </a:prstGeom>
          <a:solidFill>
            <a:srgbClr val="BBBBBB"/>
          </a:solidFill>
          <a:ln w="12700">
            <a:solidFill>
              <a:srgbClr val="BBBBBB"/>
            </a:solidFill>
            <a:prstDash val="solid"/>
          </a:ln>
        </p:spPr>
      </p:sp>
      <p:sp>
        <p:nvSpPr>
          <p:cNvPr id="70" name="Text 60"/>
          <p:cNvSpPr txBox="1"/>
          <p:nvPr/>
        </p:nvSpPr>
        <p:spPr>
          <a:xfrm>
            <a:off x="633496" y="3749936"/>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4</a:t>
            </a:r>
            <a:endParaRPr lang="en-US" sz="600" dirty="0"/>
          </a:p>
        </p:txBody>
      </p:sp>
      <p:sp>
        <p:nvSpPr>
          <p:cNvPr id="71" name="Shape 61"/>
          <p:cNvSpPr/>
          <p:nvPr/>
        </p:nvSpPr>
        <p:spPr>
          <a:xfrm>
            <a:off x="788944" y="3749936"/>
            <a:ext cx="566928" cy="318897"/>
          </a:xfrm>
          <a:prstGeom prst="rect">
            <a:avLst/>
          </a:prstGeom>
          <a:solidFill>
            <a:srgbClr val="0F4C3A"/>
          </a:solidFill>
          <a:ln w="6350">
            <a:solidFill>
              <a:srgbClr val="CCCCCC"/>
            </a:solidFill>
            <a:prstDash val="solid"/>
          </a:ln>
        </p:spPr>
      </p:sp>
      <p:sp>
        <p:nvSpPr>
          <p:cNvPr id="72" name="Text 62"/>
          <p:cNvSpPr txBox="1"/>
          <p:nvPr/>
        </p:nvSpPr>
        <p:spPr>
          <a:xfrm>
            <a:off x="816376" y="3786512"/>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Sahabat Datang</a:t>
            </a:r>
            <a:endParaRPr lang="en-US" sz="400" dirty="0"/>
          </a:p>
        </p:txBody>
      </p:sp>
      <p:sp>
        <p:nvSpPr>
          <p:cNvPr id="73" name="Shape 63"/>
          <p:cNvSpPr/>
          <p:nvPr/>
        </p:nvSpPr>
        <p:spPr>
          <a:xfrm>
            <a:off x="843808" y="3914528"/>
            <a:ext cx="320040" cy="18288"/>
          </a:xfrm>
          <a:prstGeom prst="rect">
            <a:avLst/>
          </a:prstGeom>
          <a:solidFill>
            <a:srgbClr val="BBBBBB"/>
          </a:solidFill>
          <a:ln w="12700">
            <a:solidFill>
              <a:srgbClr val="BBBBBB"/>
            </a:solidFill>
            <a:prstDash val="solid"/>
          </a:ln>
        </p:spPr>
      </p:sp>
      <p:sp>
        <p:nvSpPr>
          <p:cNvPr id="74" name="Shape 64"/>
          <p:cNvSpPr/>
          <p:nvPr/>
        </p:nvSpPr>
        <p:spPr>
          <a:xfrm>
            <a:off x="843808" y="3960248"/>
            <a:ext cx="320040" cy="18288"/>
          </a:xfrm>
          <a:prstGeom prst="rect">
            <a:avLst/>
          </a:prstGeom>
          <a:solidFill>
            <a:srgbClr val="BBBBBB"/>
          </a:solidFill>
          <a:ln w="12700">
            <a:solidFill>
              <a:srgbClr val="BBBBBB"/>
            </a:solidFill>
            <a:prstDash val="solid"/>
          </a:ln>
        </p:spPr>
      </p:sp>
      <p:sp>
        <p:nvSpPr>
          <p:cNvPr id="75" name="Shape 65"/>
          <p:cNvSpPr/>
          <p:nvPr/>
        </p:nvSpPr>
        <p:spPr>
          <a:xfrm>
            <a:off x="843808" y="4005968"/>
            <a:ext cx="320040" cy="18288"/>
          </a:xfrm>
          <a:prstGeom prst="rect">
            <a:avLst/>
          </a:prstGeom>
          <a:solidFill>
            <a:srgbClr val="BBBBBB"/>
          </a:solidFill>
          <a:ln w="12700">
            <a:solidFill>
              <a:srgbClr val="BBBBBB"/>
            </a:solidFill>
            <a:prstDash val="solid"/>
          </a:ln>
        </p:spPr>
      </p:sp>
      <p:sp>
        <p:nvSpPr>
          <p:cNvPr id="76" name="Text 66"/>
          <p:cNvSpPr txBox="1"/>
          <p:nvPr/>
        </p:nvSpPr>
        <p:spPr>
          <a:xfrm>
            <a:off x="633496" y="41785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5</a:t>
            </a:r>
            <a:endParaRPr lang="en-US" sz="600" dirty="0"/>
          </a:p>
        </p:txBody>
      </p:sp>
      <p:sp>
        <p:nvSpPr>
          <p:cNvPr id="77" name="Shape 67"/>
          <p:cNvSpPr/>
          <p:nvPr/>
        </p:nvSpPr>
        <p:spPr>
          <a:xfrm>
            <a:off x="788944" y="4178561"/>
            <a:ext cx="566928" cy="318897"/>
          </a:xfrm>
          <a:prstGeom prst="rect">
            <a:avLst/>
          </a:prstGeom>
          <a:solidFill>
            <a:srgbClr val="0F4C3A"/>
          </a:solidFill>
          <a:ln w="6350">
            <a:solidFill>
              <a:srgbClr val="CCCCCC"/>
            </a:solidFill>
            <a:prstDash val="solid"/>
          </a:ln>
        </p:spPr>
      </p:sp>
      <p:sp>
        <p:nvSpPr>
          <p:cNvPr id="78" name="Text 68"/>
          <p:cNvSpPr txBox="1"/>
          <p:nvPr/>
        </p:nvSpPr>
        <p:spPr>
          <a:xfrm>
            <a:off x="816376" y="421513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Hikmah</a:t>
            </a:r>
            <a:endParaRPr lang="en-US" sz="400" dirty="0"/>
          </a:p>
        </p:txBody>
      </p:sp>
      <p:sp>
        <p:nvSpPr>
          <p:cNvPr id="79" name="Shape 69"/>
          <p:cNvSpPr/>
          <p:nvPr/>
        </p:nvSpPr>
        <p:spPr>
          <a:xfrm>
            <a:off x="843808" y="4343153"/>
            <a:ext cx="320040" cy="18288"/>
          </a:xfrm>
          <a:prstGeom prst="rect">
            <a:avLst/>
          </a:prstGeom>
          <a:solidFill>
            <a:srgbClr val="BBBBBB"/>
          </a:solidFill>
          <a:ln w="12700">
            <a:solidFill>
              <a:srgbClr val="BBBBBB"/>
            </a:solidFill>
            <a:prstDash val="solid"/>
          </a:ln>
        </p:spPr>
      </p:sp>
      <p:sp>
        <p:nvSpPr>
          <p:cNvPr id="80" name="Shape 70"/>
          <p:cNvSpPr/>
          <p:nvPr/>
        </p:nvSpPr>
        <p:spPr>
          <a:xfrm>
            <a:off x="843808" y="4388873"/>
            <a:ext cx="320040" cy="18288"/>
          </a:xfrm>
          <a:prstGeom prst="rect">
            <a:avLst/>
          </a:prstGeom>
          <a:solidFill>
            <a:srgbClr val="BBBBBB"/>
          </a:solidFill>
          <a:ln w="12700">
            <a:solidFill>
              <a:srgbClr val="BBBBBB"/>
            </a:solidFill>
            <a:prstDash val="solid"/>
          </a:ln>
        </p:spPr>
      </p:sp>
      <p:sp>
        <p:nvSpPr>
          <p:cNvPr id="81" name="Shape 71"/>
          <p:cNvSpPr/>
          <p:nvPr/>
        </p:nvSpPr>
        <p:spPr>
          <a:xfrm>
            <a:off x="843808" y="4434593"/>
            <a:ext cx="320040" cy="18288"/>
          </a:xfrm>
          <a:prstGeom prst="rect">
            <a:avLst/>
          </a:prstGeom>
          <a:solidFill>
            <a:srgbClr val="BBBBBB"/>
          </a:solidFill>
          <a:ln w="12700">
            <a:solidFill>
              <a:srgbClr val="BBBBBB"/>
            </a:solidFill>
            <a:prstDash val="solid"/>
          </a:ln>
        </p:spPr>
      </p:sp>
      <p:sp>
        <p:nvSpPr>
          <p:cNvPr id="82" name="Shape 72"/>
          <p:cNvSpPr/>
          <p:nvPr/>
        </p:nvSpPr>
        <p:spPr>
          <a:xfrm>
            <a:off x="2196348" y="2464061"/>
            <a:ext cx="2511024" cy="1412451"/>
          </a:xfrm>
          <a:prstGeom prst="rect">
            <a:avLst/>
          </a:prstGeom>
          <a:solidFill>
            <a:srgbClr val="0F4C3A"/>
          </a:solidFill>
          <a:ln w="6350">
            <a:solidFill>
              <a:srgbClr val="DDDDDD"/>
            </a:solidFill>
            <a:prstDash val="solid"/>
          </a:ln>
        </p:spPr>
      </p:sp>
      <p:sp>
        <p:nvSpPr>
          <p:cNvPr id="83" name="Text 73"/>
          <p:cNvSpPr txBox="1"/>
          <p:nvPr/>
        </p:nvSpPr>
        <p:spPr>
          <a:xfrm>
            <a:off x="2360940" y="2573789"/>
            <a:ext cx="218184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Malam Pertama</a:t>
            </a:r>
            <a:endParaRPr lang="en-US" sz="1300" dirty="0"/>
          </a:p>
        </p:txBody>
      </p:sp>
      <p:sp>
        <p:nvSpPr>
          <p:cNvPr id="84" name="Text 74"/>
          <p:cNvSpPr txBox="1"/>
          <p:nvPr/>
        </p:nvSpPr>
        <p:spPr>
          <a:xfrm>
            <a:off x="2360940" y="2921261"/>
            <a:ext cx="1305732" cy="818091"/>
          </a:xfrm>
          <a:prstGeom prst="rect">
            <a:avLst/>
          </a:prstGeom>
          <a:noFill/>
          <a:ln/>
        </p:spPr>
        <p:txBody>
          <a:bodyPr wrap="square" lIns="0" tIns="0" rIns="0" bIns="0" rtlCol="0" anchor="t"/>
          <a:lstStyle/>
          <a:p>
            <a:pPr indent="0" marL="0">
              <a:spcAft>
                <a:spcPts val="300"/>
              </a:spcAft>
              <a:buNone/>
            </a:pPr>
            <a:r>
              <a:rPr lang="en-US" sz="800" dirty="0">
                <a:solidFill>
                  <a:srgbClr val="FFFFFF"/>
                </a:solidFill>
                <a:latin typeface="Arial" pitchFamily="34" charset="0"/>
                <a:ea typeface="Arial" pitchFamily="34" charset="-122"/>
                <a:cs typeface="Arial" pitchFamily="34" charset="-120"/>
              </a:rPr>
              <a:t>•  Hasan santri baru</a:t>
            </a:r>
            <a:endParaRPr lang="en-US" sz="800" dirty="0"/>
          </a:p>
          <a:p>
            <a:pPr indent="0" marL="0">
              <a:spcAft>
                <a:spcPts val="300"/>
              </a:spcAft>
              <a:buNone/>
            </a:pPr>
            <a:r>
              <a:rPr lang="en-US" sz="800" dirty="0">
                <a:solidFill>
                  <a:srgbClr val="FFFFFF"/>
                </a:solidFill>
                <a:latin typeface="Arial" pitchFamily="34" charset="0"/>
                <a:ea typeface="Arial" pitchFamily="34" charset="-122"/>
                <a:cs typeface="Arial" pitchFamily="34" charset="-120"/>
              </a:rPr>
              <a:t>•  Rindu rumah dan ibunya</a:t>
            </a:r>
            <a:endParaRPr lang="en-US" sz="800" dirty="0"/>
          </a:p>
        </p:txBody>
      </p:sp>
      <p:sp>
        <p:nvSpPr>
          <p:cNvPr id="85" name="Shape 75"/>
          <p:cNvSpPr/>
          <p:nvPr/>
        </p:nvSpPr>
        <p:spPr>
          <a:xfrm>
            <a:off x="3702962" y="2921261"/>
            <a:ext cx="853748" cy="776848"/>
          </a:xfrm>
          <a:prstGeom prst="rect">
            <a:avLst/>
          </a:prstGeom>
          <a:solidFill>
            <a:srgbClr val="A7CBEE"/>
          </a:solidFill>
          <a:ln w="12700">
            <a:solidFill>
              <a:srgbClr val="A7CBEE"/>
            </a:solidFill>
            <a:prstDash val="solid"/>
          </a:ln>
        </p:spPr>
      </p:sp>
      <p:sp>
        <p:nvSpPr>
          <p:cNvPr id="86" name="Shape 76"/>
          <p:cNvSpPr/>
          <p:nvPr/>
        </p:nvSpPr>
        <p:spPr>
          <a:xfrm>
            <a:off x="4257899" y="3014483"/>
            <a:ext cx="153675" cy="153675"/>
          </a:xfrm>
          <a:prstGeom prst="ellipse">
            <a:avLst/>
          </a:prstGeom>
          <a:solidFill>
            <a:srgbClr val="FBBC05"/>
          </a:solidFill>
          <a:ln/>
        </p:spPr>
      </p:sp>
      <p:sp>
        <p:nvSpPr>
          <p:cNvPr id="87" name="Shape 77"/>
          <p:cNvSpPr/>
          <p:nvPr/>
        </p:nvSpPr>
        <p:spPr>
          <a:xfrm>
            <a:off x="3771262" y="3232000"/>
            <a:ext cx="512249" cy="466109"/>
          </a:xfrm>
          <a:prstGeom prst="triangle">
            <a:avLst/>
          </a:prstGeom>
          <a:solidFill>
            <a:srgbClr val="34A853"/>
          </a:solidFill>
          <a:ln/>
        </p:spPr>
      </p:sp>
      <p:sp>
        <p:nvSpPr>
          <p:cNvPr id="88" name="Shape 78"/>
          <p:cNvSpPr/>
          <p:nvPr/>
        </p:nvSpPr>
        <p:spPr>
          <a:xfrm>
            <a:off x="2123968" y="2043437"/>
            <a:ext cx="1325880" cy="1261872"/>
          </a:xfrm>
          <a:prstGeom prst="rect">
            <a:avLst/>
          </a:prstGeom>
          <a:solidFill>
            <a:srgbClr val="FFFFFF"/>
          </a:solidFill>
          <a:ln w="9525">
            <a:solidFill>
              <a:srgbClr val="AAAAAA"/>
            </a:solidFill>
            <a:prstDash val="solid"/>
          </a:ln>
        </p:spPr>
      </p:sp>
      <p:sp>
        <p:nvSpPr>
          <p:cNvPr id="89" name="Text 79"/>
          <p:cNvSpPr txBox="1"/>
          <p:nvPr/>
        </p:nvSpPr>
        <p:spPr>
          <a:xfrm>
            <a:off x="2233696" y="2070869"/>
            <a:ext cx="11612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Image           ›</a:t>
            </a:r>
            <a:endParaRPr lang="en-US" sz="800" dirty="0"/>
          </a:p>
        </p:txBody>
      </p:sp>
      <p:sp>
        <p:nvSpPr>
          <p:cNvPr id="90" name="Text 80"/>
          <p:cNvSpPr txBox="1"/>
          <p:nvPr/>
        </p:nvSpPr>
        <p:spPr>
          <a:xfrm>
            <a:off x="2233696" y="2272037"/>
            <a:ext cx="11612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Text box</a:t>
            </a:r>
            <a:endParaRPr lang="en-US" sz="800" dirty="0"/>
          </a:p>
        </p:txBody>
      </p:sp>
      <p:sp>
        <p:nvSpPr>
          <p:cNvPr id="91" name="Text 81"/>
          <p:cNvSpPr txBox="1"/>
          <p:nvPr/>
        </p:nvSpPr>
        <p:spPr>
          <a:xfrm>
            <a:off x="2233696" y="2473205"/>
            <a:ext cx="11612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Audio</a:t>
            </a:r>
            <a:endParaRPr lang="en-US" sz="800" dirty="0"/>
          </a:p>
        </p:txBody>
      </p:sp>
      <p:sp>
        <p:nvSpPr>
          <p:cNvPr id="92" name="Text 82"/>
          <p:cNvSpPr txBox="1"/>
          <p:nvPr/>
        </p:nvSpPr>
        <p:spPr>
          <a:xfrm>
            <a:off x="2233696" y="2674373"/>
            <a:ext cx="11612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Video</a:t>
            </a:r>
            <a:endParaRPr lang="en-US" sz="800" dirty="0"/>
          </a:p>
        </p:txBody>
      </p:sp>
      <p:sp>
        <p:nvSpPr>
          <p:cNvPr id="93" name="Text 83"/>
          <p:cNvSpPr txBox="1"/>
          <p:nvPr/>
        </p:nvSpPr>
        <p:spPr>
          <a:xfrm>
            <a:off x="2233696" y="2875541"/>
            <a:ext cx="11612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Shape           ›</a:t>
            </a:r>
            <a:endParaRPr lang="en-US" sz="800" dirty="0"/>
          </a:p>
        </p:txBody>
      </p:sp>
      <p:sp>
        <p:nvSpPr>
          <p:cNvPr id="94" name="Text 84"/>
          <p:cNvSpPr txBox="1"/>
          <p:nvPr/>
        </p:nvSpPr>
        <p:spPr>
          <a:xfrm>
            <a:off x="2233696" y="3076709"/>
            <a:ext cx="11612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Table           ›</a:t>
            </a:r>
            <a:endParaRPr lang="en-US" sz="800" dirty="0"/>
          </a:p>
        </p:txBody>
      </p:sp>
      <p:sp>
        <p:nvSpPr>
          <p:cNvPr id="95" name="Shape 85"/>
          <p:cNvSpPr/>
          <p:nvPr/>
        </p:nvSpPr>
        <p:spPr>
          <a:xfrm>
            <a:off x="4323324" y="3529040"/>
            <a:ext cx="274320" cy="274320"/>
          </a:xfrm>
          <a:prstGeom prst="ellipse">
            <a:avLst/>
          </a:prstGeom>
          <a:solidFill>
            <a:srgbClr val="FFFFFF"/>
          </a:solidFill>
          <a:ln w="9525">
            <a:solidFill>
              <a:srgbClr val="888888"/>
            </a:solidFill>
            <a:prstDash val="solid"/>
          </a:ln>
        </p:spPr>
      </p:sp>
      <p:pic>
        <p:nvPicPr>
          <p:cNvPr id="96" name="Image 8" descr="preencoded.png">    </p:cNvPr>
          <p:cNvPicPr>
            <a:picLocks noChangeAspect="1"/>
          </p:cNvPicPr>
          <p:nvPr/>
        </p:nvPicPr>
        <p:blipFill>
          <a:blip r:embed="rId9"/>
          <a:stretch>
            <a:fillRect/>
          </a:stretch>
        </p:blipFill>
        <p:spPr>
          <a:xfrm>
            <a:off x="4387332" y="3593048"/>
            <a:ext cx="146304" cy="146304"/>
          </a:xfrm>
          <a:prstGeom prst="rect">
            <a:avLst/>
          </a:prstGeom>
        </p:spPr>
      </p:pic>
      <p:sp>
        <p:nvSpPr>
          <p:cNvPr id="97" name="Shape 86"/>
          <p:cNvSpPr/>
          <p:nvPr/>
        </p:nvSpPr>
        <p:spPr>
          <a:xfrm>
            <a:off x="2142256" y="2454917"/>
            <a:ext cx="1289304" cy="228600"/>
          </a:xfrm>
          <a:prstGeom prst="roundRect">
            <a:avLst>
              <a:gd name="adj" fmla="val 20000"/>
            </a:avLst>
          </a:prstGeom>
          <a:solidFill>
            <a:srgbClr val="FFFFFF">
              <a:alpha val="0"/>
            </a:srgbClr>
          </a:solidFill>
          <a:ln w="31750">
            <a:solidFill>
              <a:srgbClr val="E53935"/>
            </a:solidFill>
            <a:prstDash val="solid"/>
          </a:ln>
        </p:spPr>
      </p:sp>
      <p:sp>
        <p:nvSpPr>
          <p:cNvPr id="98" name="Shape 87"/>
          <p:cNvSpPr/>
          <p:nvPr/>
        </p:nvSpPr>
        <p:spPr>
          <a:xfrm>
            <a:off x="3294400" y="2317757"/>
            <a:ext cx="274320" cy="274320"/>
          </a:xfrm>
          <a:prstGeom prst="ellipse">
            <a:avLst/>
          </a:prstGeom>
          <a:solidFill>
            <a:srgbClr val="E53935"/>
          </a:solidFill>
          <a:ln w="12700">
            <a:solidFill>
              <a:srgbClr val="FFFFFF"/>
            </a:solidFill>
            <a:prstDash val="solid"/>
          </a:ln>
        </p:spPr>
      </p:sp>
      <p:sp>
        <p:nvSpPr>
          <p:cNvPr id="99" name="Text 88"/>
          <p:cNvSpPr txBox="1"/>
          <p:nvPr/>
        </p:nvSpPr>
        <p:spPr>
          <a:xfrm>
            <a:off x="3294400" y="231775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100" name="Image 9" descr="preencoded.png">    </p:cNvPr>
          <p:cNvPicPr>
            <a:picLocks noChangeAspect="1"/>
          </p:cNvPicPr>
          <p:nvPr/>
        </p:nvPicPr>
        <p:blipFill>
          <a:blip r:embed="rId10"/>
          <a:stretch>
            <a:fillRect/>
          </a:stretch>
        </p:blipFill>
        <p:spPr>
          <a:xfrm>
            <a:off x="2849545" y="2578818"/>
            <a:ext cx="237744" cy="237744"/>
          </a:xfrm>
          <a:prstGeom prst="rect">
            <a:avLst/>
          </a:prstGeom>
        </p:spPr>
      </p:pic>
      <p:sp>
        <p:nvSpPr>
          <p:cNvPr id="101" name="Shape 89"/>
          <p:cNvSpPr/>
          <p:nvPr/>
        </p:nvSpPr>
        <p:spPr>
          <a:xfrm>
            <a:off x="4295892" y="3501608"/>
            <a:ext cx="329184" cy="329184"/>
          </a:xfrm>
          <a:prstGeom prst="roundRect">
            <a:avLst>
              <a:gd name="adj" fmla="val 13889"/>
            </a:avLst>
          </a:prstGeom>
          <a:solidFill>
            <a:srgbClr val="FFFFFF">
              <a:alpha val="0"/>
            </a:srgbClr>
          </a:solidFill>
          <a:ln w="31750">
            <a:solidFill>
              <a:srgbClr val="E53935"/>
            </a:solidFill>
            <a:prstDash val="solid"/>
          </a:ln>
        </p:spPr>
      </p:sp>
      <p:sp>
        <p:nvSpPr>
          <p:cNvPr id="102" name="Shape 90"/>
          <p:cNvSpPr/>
          <p:nvPr/>
        </p:nvSpPr>
        <p:spPr>
          <a:xfrm>
            <a:off x="4487916" y="3364448"/>
            <a:ext cx="274320" cy="274320"/>
          </a:xfrm>
          <a:prstGeom prst="ellipse">
            <a:avLst/>
          </a:prstGeom>
          <a:solidFill>
            <a:srgbClr val="E53935"/>
          </a:solidFill>
          <a:ln w="12700">
            <a:solidFill>
              <a:srgbClr val="FFFFFF"/>
            </a:solidFill>
            <a:prstDash val="solid"/>
          </a:ln>
        </p:spPr>
      </p:sp>
      <p:sp>
        <p:nvSpPr>
          <p:cNvPr id="103" name="Text 91"/>
          <p:cNvSpPr txBox="1"/>
          <p:nvPr/>
        </p:nvSpPr>
        <p:spPr>
          <a:xfrm>
            <a:off x="4487916" y="336444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104" name="Image 10" descr="preencoded.png">    </p:cNvPr>
          <p:cNvPicPr>
            <a:picLocks noChangeAspect="1"/>
          </p:cNvPicPr>
          <p:nvPr/>
        </p:nvPicPr>
        <p:blipFill>
          <a:blip r:embed="rId11"/>
          <a:stretch>
            <a:fillRect/>
          </a:stretch>
        </p:blipFill>
        <p:spPr>
          <a:xfrm>
            <a:off x="4474200" y="3679916"/>
            <a:ext cx="237744" cy="237744"/>
          </a:xfrm>
          <a:prstGeom prst="rect">
            <a:avLst/>
          </a:prstGeom>
        </p:spPr>
      </p:pic>
      <p:sp>
        <p:nvSpPr>
          <p:cNvPr id="105" name="Text 9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106" name="Text 9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Insert › Audio, pilih narasi</a:t>
            </a:r>
            <a:endParaRPr lang="en-US" sz="1800" dirty="0"/>
          </a:p>
        </p:txBody>
      </p:sp>
      <p:sp>
        <p:nvSpPr>
          <p:cNvPr id="107" name="Text 9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slide adegan, klik Insert › Audio. Pilih rekaman yang sesuai, klik Insert. Di panel kanan, centang Start playing: Automatically.</a:t>
            </a:r>
            <a:endParaRPr lang="en-US" sz="1300" dirty="0"/>
          </a:p>
        </p:txBody>
      </p:sp>
      <p:sp>
        <p:nvSpPr>
          <p:cNvPr id="108" name="Shape 95"/>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109" name="Image 11" descr="preencoded.png">    </p:cNvPr>
          <p:cNvPicPr>
            <a:picLocks noChangeAspect="1"/>
          </p:cNvPicPr>
          <p:nvPr/>
        </p:nvPicPr>
        <p:blipFill>
          <a:blip r:embed="rId12"/>
          <a:stretch>
            <a:fillRect/>
          </a:stretch>
        </p:blipFill>
        <p:spPr>
          <a:xfrm>
            <a:off x="6108192" y="3721608"/>
            <a:ext cx="201168" cy="201168"/>
          </a:xfrm>
          <a:prstGeom prst="rect">
            <a:avLst/>
          </a:prstGeom>
        </p:spPr>
      </p:pic>
      <p:sp>
        <p:nvSpPr>
          <p:cNvPr id="110" name="Text 96"/>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Jika sulit, narasi boleh dibacakan langsung saat penayangan.</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Penayangan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7/7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11: Digital Storytelling · Pertemuan 33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Cerita_Kelompok_1 - Google Slides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docs.google.com/presentation/...</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Cerita_Kelompok_1</a:t>
            </a:r>
            <a:endParaRPr lang="en-US" sz="900" dirty="0"/>
          </a:p>
        </p:txBody>
      </p:sp>
      <p:sp>
        <p:nvSpPr>
          <p:cNvPr id="30" name="Text 22"/>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Slide</a:t>
            </a:r>
            <a:endParaRPr lang="en-US" sz="700" dirty="0"/>
          </a:p>
        </p:txBody>
      </p:sp>
      <p:sp>
        <p:nvSpPr>
          <p:cNvPr id="36" name="Text 28"/>
          <p:cNvSpPr txBox="1"/>
          <p:nvPr/>
        </p:nvSpPr>
        <p:spPr>
          <a:xfrm>
            <a:off x="327611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Arrange</a:t>
            </a:r>
            <a:endParaRPr lang="en-US" sz="700" dirty="0"/>
          </a:p>
        </p:txBody>
      </p:sp>
      <p:sp>
        <p:nvSpPr>
          <p:cNvPr id="37" name="Text 29"/>
          <p:cNvSpPr txBox="1"/>
          <p:nvPr/>
        </p:nvSpPr>
        <p:spPr>
          <a:xfrm>
            <a:off x="366016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8" name="Shape 30"/>
          <p:cNvSpPr/>
          <p:nvPr/>
        </p:nvSpPr>
        <p:spPr>
          <a:xfrm>
            <a:off x="4121384" y="1714253"/>
            <a:ext cx="685800" cy="237744"/>
          </a:xfrm>
          <a:prstGeom prst="roundRect">
            <a:avLst>
              <a:gd name="adj" fmla="val 50000"/>
            </a:avLst>
          </a:prstGeom>
          <a:solidFill>
            <a:srgbClr val="FFFFFF"/>
          </a:solidFill>
          <a:ln w="9525">
            <a:solidFill>
              <a:srgbClr val="888888"/>
            </a:solidFill>
            <a:prstDash val="solid"/>
          </a:ln>
        </p:spPr>
      </p:sp>
      <p:sp>
        <p:nvSpPr>
          <p:cNvPr id="39" name="Text 31"/>
          <p:cNvSpPr txBox="1"/>
          <p:nvPr/>
        </p:nvSpPr>
        <p:spPr>
          <a:xfrm>
            <a:off x="4121384" y="1714253"/>
            <a:ext cx="685800" cy="237744"/>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 Slideshow</a:t>
            </a:r>
            <a:endParaRPr lang="en-US" sz="750" dirty="0"/>
          </a:p>
        </p:txBody>
      </p:sp>
      <p:sp>
        <p:nvSpPr>
          <p:cNvPr id="40" name="Shape 32"/>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41" name="Text 33"/>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2" name="Shape 34"/>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3" name="Text 35"/>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1100" b="1" dirty="0">
                <a:solidFill>
                  <a:srgbClr val="1E2A26"/>
                </a:solidFill>
                <a:latin typeface="Calibri" pitchFamily="34" charset="0"/>
                <a:ea typeface="Calibri" pitchFamily="34" charset="-122"/>
                <a:cs typeface="Calibri" pitchFamily="34" charset="-120"/>
              </a:rPr>
              <a:t>+</a:t>
            </a:r>
            <a:endParaRPr lang="en-US" sz="1100" dirty="0"/>
          </a:p>
        </p:txBody>
      </p:sp>
      <p:sp>
        <p:nvSpPr>
          <p:cNvPr id="44" name="Text 36"/>
          <p:cNvSpPr txBox="1"/>
          <p:nvPr/>
        </p:nvSpPr>
        <p:spPr>
          <a:xfrm>
            <a:off x="953536" y="2098301"/>
            <a:ext cx="128016"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5" name="Text 37"/>
          <p:cNvSpPr txBox="1"/>
          <p:nvPr/>
        </p:nvSpPr>
        <p:spPr>
          <a:xfrm>
            <a:off x="1127272" y="2098301"/>
            <a:ext cx="1828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6" name="Text 38"/>
          <p:cNvSpPr txBox="1"/>
          <p:nvPr/>
        </p:nvSpPr>
        <p:spPr>
          <a:xfrm>
            <a:off x="1355872"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7" name="Text 39"/>
          <p:cNvSpPr txBox="1"/>
          <p:nvPr/>
        </p:nvSpPr>
        <p:spPr>
          <a:xfrm>
            <a:off x="1621048"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8" name="Text 40"/>
          <p:cNvSpPr txBox="1"/>
          <p:nvPr/>
        </p:nvSpPr>
        <p:spPr>
          <a:xfrm>
            <a:off x="1886224" y="2098301"/>
            <a:ext cx="621792"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Background</a:t>
            </a:r>
            <a:endParaRPr lang="en-US" sz="700" dirty="0"/>
          </a:p>
        </p:txBody>
      </p:sp>
      <p:sp>
        <p:nvSpPr>
          <p:cNvPr id="49" name="Text 41"/>
          <p:cNvSpPr txBox="1"/>
          <p:nvPr/>
        </p:nvSpPr>
        <p:spPr>
          <a:xfrm>
            <a:off x="2553736" y="2098301"/>
            <a:ext cx="50292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Layout ▾</a:t>
            </a:r>
            <a:endParaRPr lang="en-US" sz="700" dirty="0"/>
          </a:p>
        </p:txBody>
      </p:sp>
      <p:sp>
        <p:nvSpPr>
          <p:cNvPr id="50" name="Text 42"/>
          <p:cNvSpPr txBox="1"/>
          <p:nvPr/>
        </p:nvSpPr>
        <p:spPr>
          <a:xfrm>
            <a:off x="3102376" y="2098301"/>
            <a:ext cx="4114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Theme</a:t>
            </a:r>
            <a:endParaRPr lang="en-US" sz="700" dirty="0"/>
          </a:p>
        </p:txBody>
      </p:sp>
      <p:sp>
        <p:nvSpPr>
          <p:cNvPr id="51" name="Text 43"/>
          <p:cNvSpPr txBox="1"/>
          <p:nvPr/>
        </p:nvSpPr>
        <p:spPr>
          <a:xfrm>
            <a:off x="3559576" y="2098301"/>
            <a:ext cx="54864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Transition</a:t>
            </a:r>
            <a:endParaRPr lang="en-US" sz="700" dirty="0"/>
          </a:p>
        </p:txBody>
      </p:sp>
      <p:pic>
        <p:nvPicPr>
          <p:cNvPr id="52" name="Image 6" descr="preencoded.png">    </p:cNvPr>
          <p:cNvPicPr>
            <a:picLocks noChangeAspect="1"/>
          </p:cNvPicPr>
          <p:nvPr/>
        </p:nvPicPr>
        <p:blipFill>
          <a:blip r:embed="rId7"/>
          <a:stretch>
            <a:fillRect/>
          </a:stretch>
        </p:blipFill>
        <p:spPr>
          <a:xfrm>
            <a:off x="1401592" y="2125733"/>
            <a:ext cx="128016" cy="128016"/>
          </a:xfrm>
          <a:prstGeom prst="rect">
            <a:avLst/>
          </a:prstGeom>
        </p:spPr>
      </p:pic>
      <p:pic>
        <p:nvPicPr>
          <p:cNvPr id="53" name="Image 7" descr="preencoded.png">    </p:cNvPr>
          <p:cNvPicPr>
            <a:picLocks noChangeAspect="1"/>
          </p:cNvPicPr>
          <p:nvPr/>
        </p:nvPicPr>
        <p:blipFill>
          <a:blip r:embed="rId8"/>
          <a:stretch>
            <a:fillRect/>
          </a:stretch>
        </p:blipFill>
        <p:spPr>
          <a:xfrm>
            <a:off x="1666768" y="2125733"/>
            <a:ext cx="128016" cy="128016"/>
          </a:xfrm>
          <a:prstGeom prst="rect">
            <a:avLst/>
          </a:prstGeom>
        </p:spPr>
      </p:pic>
      <p:sp>
        <p:nvSpPr>
          <p:cNvPr id="54" name="Shape 44"/>
          <p:cNvSpPr/>
          <p:nvPr/>
        </p:nvSpPr>
        <p:spPr>
          <a:xfrm>
            <a:off x="587776" y="2354333"/>
            <a:ext cx="4950927" cy="1641051"/>
          </a:xfrm>
          <a:prstGeom prst="rect">
            <a:avLst/>
          </a:prstGeom>
          <a:solidFill>
            <a:srgbClr val="F8F9FA"/>
          </a:solidFill>
          <a:ln w="12700">
            <a:solidFill>
              <a:srgbClr val="F8F9FA"/>
            </a:solidFill>
            <a:prstDash val="solid"/>
          </a:ln>
        </p:spPr>
      </p:sp>
      <p:sp>
        <p:nvSpPr>
          <p:cNvPr id="55" name="Text 45"/>
          <p:cNvSpPr txBox="1"/>
          <p:nvPr/>
        </p:nvSpPr>
        <p:spPr>
          <a:xfrm>
            <a:off x="633496" y="24640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1</a:t>
            </a:r>
            <a:endParaRPr lang="en-US" sz="600" dirty="0"/>
          </a:p>
        </p:txBody>
      </p:sp>
      <p:sp>
        <p:nvSpPr>
          <p:cNvPr id="56" name="Shape 46"/>
          <p:cNvSpPr/>
          <p:nvPr/>
        </p:nvSpPr>
        <p:spPr>
          <a:xfrm>
            <a:off x="788944" y="2464061"/>
            <a:ext cx="566928" cy="318897"/>
          </a:xfrm>
          <a:prstGeom prst="rect">
            <a:avLst/>
          </a:prstGeom>
          <a:solidFill>
            <a:srgbClr val="0F4C3A"/>
          </a:solidFill>
          <a:ln w="19050">
            <a:solidFill>
              <a:srgbClr val="F4B400"/>
            </a:solidFill>
            <a:prstDash val="solid"/>
          </a:ln>
        </p:spPr>
      </p:sp>
      <p:sp>
        <p:nvSpPr>
          <p:cNvPr id="57" name="Text 47"/>
          <p:cNvSpPr txBox="1"/>
          <p:nvPr/>
        </p:nvSpPr>
        <p:spPr>
          <a:xfrm>
            <a:off x="816376" y="250063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Rindu yang Menguatkan</a:t>
            </a:r>
            <a:endParaRPr lang="en-US" sz="400" dirty="0"/>
          </a:p>
        </p:txBody>
      </p:sp>
      <p:sp>
        <p:nvSpPr>
          <p:cNvPr id="58" name="Text 48"/>
          <p:cNvSpPr txBox="1"/>
          <p:nvPr/>
        </p:nvSpPr>
        <p:spPr>
          <a:xfrm>
            <a:off x="633496" y="2892686"/>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2</a:t>
            </a:r>
            <a:endParaRPr lang="en-US" sz="600" dirty="0"/>
          </a:p>
        </p:txBody>
      </p:sp>
      <p:sp>
        <p:nvSpPr>
          <p:cNvPr id="59" name="Shape 49"/>
          <p:cNvSpPr/>
          <p:nvPr/>
        </p:nvSpPr>
        <p:spPr>
          <a:xfrm>
            <a:off x="788944" y="2892686"/>
            <a:ext cx="566928" cy="318897"/>
          </a:xfrm>
          <a:prstGeom prst="rect">
            <a:avLst/>
          </a:prstGeom>
          <a:solidFill>
            <a:srgbClr val="0F4C3A"/>
          </a:solidFill>
          <a:ln w="6350">
            <a:solidFill>
              <a:srgbClr val="CCCCCC"/>
            </a:solidFill>
            <a:prstDash val="solid"/>
          </a:ln>
        </p:spPr>
      </p:sp>
      <p:sp>
        <p:nvSpPr>
          <p:cNvPr id="60" name="Text 50"/>
          <p:cNvSpPr txBox="1"/>
          <p:nvPr/>
        </p:nvSpPr>
        <p:spPr>
          <a:xfrm>
            <a:off x="816376" y="2929262"/>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Malam Pertama</a:t>
            </a:r>
            <a:endParaRPr lang="en-US" sz="400" dirty="0"/>
          </a:p>
        </p:txBody>
      </p:sp>
      <p:sp>
        <p:nvSpPr>
          <p:cNvPr id="61" name="Shape 51"/>
          <p:cNvSpPr/>
          <p:nvPr/>
        </p:nvSpPr>
        <p:spPr>
          <a:xfrm>
            <a:off x="843808" y="3057278"/>
            <a:ext cx="320040" cy="18288"/>
          </a:xfrm>
          <a:prstGeom prst="rect">
            <a:avLst/>
          </a:prstGeom>
          <a:solidFill>
            <a:srgbClr val="BBBBBB"/>
          </a:solidFill>
          <a:ln w="12700">
            <a:solidFill>
              <a:srgbClr val="BBBBBB"/>
            </a:solidFill>
            <a:prstDash val="solid"/>
          </a:ln>
        </p:spPr>
      </p:sp>
      <p:sp>
        <p:nvSpPr>
          <p:cNvPr id="62" name="Shape 52"/>
          <p:cNvSpPr/>
          <p:nvPr/>
        </p:nvSpPr>
        <p:spPr>
          <a:xfrm>
            <a:off x="843808" y="3102998"/>
            <a:ext cx="320040" cy="18288"/>
          </a:xfrm>
          <a:prstGeom prst="rect">
            <a:avLst/>
          </a:prstGeom>
          <a:solidFill>
            <a:srgbClr val="BBBBBB"/>
          </a:solidFill>
          <a:ln w="12700">
            <a:solidFill>
              <a:srgbClr val="BBBBBB"/>
            </a:solidFill>
            <a:prstDash val="solid"/>
          </a:ln>
        </p:spPr>
      </p:sp>
      <p:sp>
        <p:nvSpPr>
          <p:cNvPr id="63" name="Shape 53"/>
          <p:cNvSpPr/>
          <p:nvPr/>
        </p:nvSpPr>
        <p:spPr>
          <a:xfrm>
            <a:off x="843808" y="3148718"/>
            <a:ext cx="320040" cy="18288"/>
          </a:xfrm>
          <a:prstGeom prst="rect">
            <a:avLst/>
          </a:prstGeom>
          <a:solidFill>
            <a:srgbClr val="BBBBBB"/>
          </a:solidFill>
          <a:ln w="12700">
            <a:solidFill>
              <a:srgbClr val="BBBBBB"/>
            </a:solidFill>
            <a:prstDash val="solid"/>
          </a:ln>
        </p:spPr>
      </p:sp>
      <p:sp>
        <p:nvSpPr>
          <p:cNvPr id="64" name="Text 54"/>
          <p:cNvSpPr txBox="1"/>
          <p:nvPr/>
        </p:nvSpPr>
        <p:spPr>
          <a:xfrm>
            <a:off x="633496" y="332131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3</a:t>
            </a:r>
            <a:endParaRPr lang="en-US" sz="600" dirty="0"/>
          </a:p>
        </p:txBody>
      </p:sp>
      <p:sp>
        <p:nvSpPr>
          <p:cNvPr id="65" name="Shape 55"/>
          <p:cNvSpPr/>
          <p:nvPr/>
        </p:nvSpPr>
        <p:spPr>
          <a:xfrm>
            <a:off x="788944" y="3321311"/>
            <a:ext cx="566928" cy="318897"/>
          </a:xfrm>
          <a:prstGeom prst="rect">
            <a:avLst/>
          </a:prstGeom>
          <a:solidFill>
            <a:srgbClr val="0F4C3A"/>
          </a:solidFill>
          <a:ln w="6350">
            <a:solidFill>
              <a:srgbClr val="CCCCCC"/>
            </a:solidFill>
            <a:prstDash val="solid"/>
          </a:ln>
        </p:spPr>
      </p:sp>
      <p:sp>
        <p:nvSpPr>
          <p:cNvPr id="66" name="Text 56"/>
          <p:cNvSpPr txBox="1"/>
          <p:nvPr/>
        </p:nvSpPr>
        <p:spPr>
          <a:xfrm>
            <a:off x="816376" y="335788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Ingin Pulang</a:t>
            </a:r>
            <a:endParaRPr lang="en-US" sz="400" dirty="0"/>
          </a:p>
        </p:txBody>
      </p:sp>
      <p:sp>
        <p:nvSpPr>
          <p:cNvPr id="67" name="Shape 57"/>
          <p:cNvSpPr/>
          <p:nvPr/>
        </p:nvSpPr>
        <p:spPr>
          <a:xfrm>
            <a:off x="843808" y="3485903"/>
            <a:ext cx="320040" cy="18288"/>
          </a:xfrm>
          <a:prstGeom prst="rect">
            <a:avLst/>
          </a:prstGeom>
          <a:solidFill>
            <a:srgbClr val="BBBBBB"/>
          </a:solidFill>
          <a:ln w="12700">
            <a:solidFill>
              <a:srgbClr val="BBBBBB"/>
            </a:solidFill>
            <a:prstDash val="solid"/>
          </a:ln>
        </p:spPr>
      </p:sp>
      <p:sp>
        <p:nvSpPr>
          <p:cNvPr id="68" name="Shape 58"/>
          <p:cNvSpPr/>
          <p:nvPr/>
        </p:nvSpPr>
        <p:spPr>
          <a:xfrm>
            <a:off x="843808" y="3531623"/>
            <a:ext cx="320040" cy="18288"/>
          </a:xfrm>
          <a:prstGeom prst="rect">
            <a:avLst/>
          </a:prstGeom>
          <a:solidFill>
            <a:srgbClr val="BBBBBB"/>
          </a:solidFill>
          <a:ln w="12700">
            <a:solidFill>
              <a:srgbClr val="BBBBBB"/>
            </a:solidFill>
            <a:prstDash val="solid"/>
          </a:ln>
        </p:spPr>
      </p:sp>
      <p:sp>
        <p:nvSpPr>
          <p:cNvPr id="69" name="Shape 59"/>
          <p:cNvSpPr/>
          <p:nvPr/>
        </p:nvSpPr>
        <p:spPr>
          <a:xfrm>
            <a:off x="843808" y="3577343"/>
            <a:ext cx="320040" cy="18288"/>
          </a:xfrm>
          <a:prstGeom prst="rect">
            <a:avLst/>
          </a:prstGeom>
          <a:solidFill>
            <a:srgbClr val="BBBBBB"/>
          </a:solidFill>
          <a:ln w="12700">
            <a:solidFill>
              <a:srgbClr val="BBBBBB"/>
            </a:solidFill>
            <a:prstDash val="solid"/>
          </a:ln>
        </p:spPr>
      </p:sp>
      <p:sp>
        <p:nvSpPr>
          <p:cNvPr id="70" name="Text 60"/>
          <p:cNvSpPr txBox="1"/>
          <p:nvPr/>
        </p:nvSpPr>
        <p:spPr>
          <a:xfrm>
            <a:off x="633496" y="3749936"/>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4</a:t>
            </a:r>
            <a:endParaRPr lang="en-US" sz="600" dirty="0"/>
          </a:p>
        </p:txBody>
      </p:sp>
      <p:sp>
        <p:nvSpPr>
          <p:cNvPr id="71" name="Shape 61"/>
          <p:cNvSpPr/>
          <p:nvPr/>
        </p:nvSpPr>
        <p:spPr>
          <a:xfrm>
            <a:off x="788944" y="3749936"/>
            <a:ext cx="566928" cy="318897"/>
          </a:xfrm>
          <a:prstGeom prst="rect">
            <a:avLst/>
          </a:prstGeom>
          <a:solidFill>
            <a:srgbClr val="0F4C3A"/>
          </a:solidFill>
          <a:ln w="6350">
            <a:solidFill>
              <a:srgbClr val="CCCCCC"/>
            </a:solidFill>
            <a:prstDash val="solid"/>
          </a:ln>
        </p:spPr>
      </p:sp>
      <p:sp>
        <p:nvSpPr>
          <p:cNvPr id="72" name="Text 62"/>
          <p:cNvSpPr txBox="1"/>
          <p:nvPr/>
        </p:nvSpPr>
        <p:spPr>
          <a:xfrm>
            <a:off x="816376" y="3786512"/>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Sahabat Datang</a:t>
            </a:r>
            <a:endParaRPr lang="en-US" sz="400" dirty="0"/>
          </a:p>
        </p:txBody>
      </p:sp>
      <p:sp>
        <p:nvSpPr>
          <p:cNvPr id="73" name="Shape 63"/>
          <p:cNvSpPr/>
          <p:nvPr/>
        </p:nvSpPr>
        <p:spPr>
          <a:xfrm>
            <a:off x="843808" y="3914528"/>
            <a:ext cx="320040" cy="18288"/>
          </a:xfrm>
          <a:prstGeom prst="rect">
            <a:avLst/>
          </a:prstGeom>
          <a:solidFill>
            <a:srgbClr val="BBBBBB"/>
          </a:solidFill>
          <a:ln w="12700">
            <a:solidFill>
              <a:srgbClr val="BBBBBB"/>
            </a:solidFill>
            <a:prstDash val="solid"/>
          </a:ln>
        </p:spPr>
      </p:sp>
      <p:sp>
        <p:nvSpPr>
          <p:cNvPr id="74" name="Shape 64"/>
          <p:cNvSpPr/>
          <p:nvPr/>
        </p:nvSpPr>
        <p:spPr>
          <a:xfrm>
            <a:off x="843808" y="3960248"/>
            <a:ext cx="320040" cy="18288"/>
          </a:xfrm>
          <a:prstGeom prst="rect">
            <a:avLst/>
          </a:prstGeom>
          <a:solidFill>
            <a:srgbClr val="BBBBBB"/>
          </a:solidFill>
          <a:ln w="12700">
            <a:solidFill>
              <a:srgbClr val="BBBBBB"/>
            </a:solidFill>
            <a:prstDash val="solid"/>
          </a:ln>
        </p:spPr>
      </p:sp>
      <p:sp>
        <p:nvSpPr>
          <p:cNvPr id="75" name="Shape 65"/>
          <p:cNvSpPr/>
          <p:nvPr/>
        </p:nvSpPr>
        <p:spPr>
          <a:xfrm>
            <a:off x="843808" y="4005968"/>
            <a:ext cx="320040" cy="18288"/>
          </a:xfrm>
          <a:prstGeom prst="rect">
            <a:avLst/>
          </a:prstGeom>
          <a:solidFill>
            <a:srgbClr val="BBBBBB"/>
          </a:solidFill>
          <a:ln w="12700">
            <a:solidFill>
              <a:srgbClr val="BBBBBB"/>
            </a:solidFill>
            <a:prstDash val="solid"/>
          </a:ln>
        </p:spPr>
      </p:sp>
      <p:sp>
        <p:nvSpPr>
          <p:cNvPr id="76" name="Text 66"/>
          <p:cNvSpPr txBox="1"/>
          <p:nvPr/>
        </p:nvSpPr>
        <p:spPr>
          <a:xfrm>
            <a:off x="633496" y="41785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5</a:t>
            </a:r>
            <a:endParaRPr lang="en-US" sz="600" dirty="0"/>
          </a:p>
        </p:txBody>
      </p:sp>
      <p:sp>
        <p:nvSpPr>
          <p:cNvPr id="77" name="Shape 67"/>
          <p:cNvSpPr/>
          <p:nvPr/>
        </p:nvSpPr>
        <p:spPr>
          <a:xfrm>
            <a:off x="788944" y="4178561"/>
            <a:ext cx="566928" cy="318897"/>
          </a:xfrm>
          <a:prstGeom prst="rect">
            <a:avLst/>
          </a:prstGeom>
          <a:solidFill>
            <a:srgbClr val="0F4C3A"/>
          </a:solidFill>
          <a:ln w="6350">
            <a:solidFill>
              <a:srgbClr val="CCCCCC"/>
            </a:solidFill>
            <a:prstDash val="solid"/>
          </a:ln>
        </p:spPr>
      </p:sp>
      <p:sp>
        <p:nvSpPr>
          <p:cNvPr id="78" name="Text 68"/>
          <p:cNvSpPr txBox="1"/>
          <p:nvPr/>
        </p:nvSpPr>
        <p:spPr>
          <a:xfrm>
            <a:off x="816376" y="4215137"/>
            <a:ext cx="512064" cy="109728"/>
          </a:xfrm>
          <a:prstGeom prst="rect">
            <a:avLst/>
          </a:prstGeom>
          <a:noFill/>
          <a:ln/>
        </p:spPr>
        <p:txBody>
          <a:bodyPr wrap="square" lIns="0" tIns="0" rIns="0" bIns="0" rtlCol="0" anchor="t"/>
          <a:lstStyle/>
          <a:p>
            <a:pPr indent="0" marL="0">
              <a:buNone/>
            </a:pPr>
            <a:r>
              <a:rPr lang="en-US" sz="400" b="1" dirty="0">
                <a:solidFill>
                  <a:srgbClr val="FFFFFF"/>
                </a:solidFill>
                <a:latin typeface="Calibri" pitchFamily="34" charset="0"/>
                <a:ea typeface="Calibri" pitchFamily="34" charset="-122"/>
                <a:cs typeface="Calibri" pitchFamily="34" charset="-120"/>
              </a:rPr>
              <a:t>Hikmah</a:t>
            </a:r>
            <a:endParaRPr lang="en-US" sz="400" dirty="0"/>
          </a:p>
        </p:txBody>
      </p:sp>
      <p:sp>
        <p:nvSpPr>
          <p:cNvPr id="79" name="Shape 69"/>
          <p:cNvSpPr/>
          <p:nvPr/>
        </p:nvSpPr>
        <p:spPr>
          <a:xfrm>
            <a:off x="843808" y="4343153"/>
            <a:ext cx="320040" cy="18288"/>
          </a:xfrm>
          <a:prstGeom prst="rect">
            <a:avLst/>
          </a:prstGeom>
          <a:solidFill>
            <a:srgbClr val="BBBBBB"/>
          </a:solidFill>
          <a:ln w="12700">
            <a:solidFill>
              <a:srgbClr val="BBBBBB"/>
            </a:solidFill>
            <a:prstDash val="solid"/>
          </a:ln>
        </p:spPr>
      </p:sp>
      <p:sp>
        <p:nvSpPr>
          <p:cNvPr id="80" name="Shape 70"/>
          <p:cNvSpPr/>
          <p:nvPr/>
        </p:nvSpPr>
        <p:spPr>
          <a:xfrm>
            <a:off x="843808" y="4388873"/>
            <a:ext cx="320040" cy="18288"/>
          </a:xfrm>
          <a:prstGeom prst="rect">
            <a:avLst/>
          </a:prstGeom>
          <a:solidFill>
            <a:srgbClr val="BBBBBB"/>
          </a:solidFill>
          <a:ln w="12700">
            <a:solidFill>
              <a:srgbClr val="BBBBBB"/>
            </a:solidFill>
            <a:prstDash val="solid"/>
          </a:ln>
        </p:spPr>
      </p:sp>
      <p:sp>
        <p:nvSpPr>
          <p:cNvPr id="81" name="Shape 71"/>
          <p:cNvSpPr/>
          <p:nvPr/>
        </p:nvSpPr>
        <p:spPr>
          <a:xfrm>
            <a:off x="843808" y="4434593"/>
            <a:ext cx="320040" cy="18288"/>
          </a:xfrm>
          <a:prstGeom prst="rect">
            <a:avLst/>
          </a:prstGeom>
          <a:solidFill>
            <a:srgbClr val="BBBBBB"/>
          </a:solidFill>
          <a:ln w="12700">
            <a:solidFill>
              <a:srgbClr val="BBBBBB"/>
            </a:solidFill>
            <a:prstDash val="solid"/>
          </a:ln>
        </p:spPr>
      </p:sp>
      <p:sp>
        <p:nvSpPr>
          <p:cNvPr id="82" name="Shape 72"/>
          <p:cNvSpPr/>
          <p:nvPr/>
        </p:nvSpPr>
        <p:spPr>
          <a:xfrm>
            <a:off x="2196348" y="2464061"/>
            <a:ext cx="2511024" cy="1412451"/>
          </a:xfrm>
          <a:prstGeom prst="rect">
            <a:avLst/>
          </a:prstGeom>
          <a:solidFill>
            <a:srgbClr val="0F4C3A"/>
          </a:solidFill>
          <a:ln w="6350">
            <a:solidFill>
              <a:srgbClr val="DDDDDD"/>
            </a:solidFill>
            <a:prstDash val="solid"/>
          </a:ln>
        </p:spPr>
      </p:sp>
      <p:sp>
        <p:nvSpPr>
          <p:cNvPr id="83" name="Text 73"/>
          <p:cNvSpPr txBox="1"/>
          <p:nvPr/>
        </p:nvSpPr>
        <p:spPr>
          <a:xfrm>
            <a:off x="2379228" y="2887796"/>
            <a:ext cx="2145264" cy="353113"/>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Rindu yang Menguatkan</a:t>
            </a:r>
            <a:endParaRPr lang="en-US" sz="1600" dirty="0"/>
          </a:p>
        </p:txBody>
      </p:sp>
      <p:sp>
        <p:nvSpPr>
          <p:cNvPr id="84" name="Text 74"/>
          <p:cNvSpPr txBox="1"/>
          <p:nvPr/>
        </p:nvSpPr>
        <p:spPr>
          <a:xfrm>
            <a:off x="2562108" y="3314061"/>
            <a:ext cx="1779504" cy="197743"/>
          </a:xfrm>
          <a:prstGeom prst="rect">
            <a:avLst/>
          </a:prstGeom>
          <a:noFill/>
          <a:ln/>
        </p:spPr>
        <p:txBody>
          <a:bodyPr wrap="square" lIns="0" tIns="0" rIns="0" bIns="0" rtlCol="0" anchor="ctr"/>
          <a:lstStyle/>
          <a:p>
            <a:pPr algn="ctr" indent="0" marL="0">
              <a:buNone/>
            </a:pPr>
            <a:r>
              <a:rPr lang="en-US" sz="800" dirty="0">
                <a:solidFill>
                  <a:srgbClr val="FFFFFF"/>
                </a:solidFill>
                <a:latin typeface="Arial" pitchFamily="34" charset="0"/>
                <a:ea typeface="Arial" pitchFamily="34" charset="-122"/>
                <a:cs typeface="Arial" pitchFamily="34" charset="-120"/>
              </a:rPr>
              <a:t>Cerita Digital Pesantren · Kelompok 1</a:t>
            </a:r>
            <a:endParaRPr lang="en-US" sz="800" dirty="0"/>
          </a:p>
        </p:txBody>
      </p:sp>
      <p:sp>
        <p:nvSpPr>
          <p:cNvPr id="85" name="Shape 75"/>
          <p:cNvSpPr/>
          <p:nvPr/>
        </p:nvSpPr>
        <p:spPr>
          <a:xfrm>
            <a:off x="4093952" y="1686821"/>
            <a:ext cx="740664" cy="292608"/>
          </a:xfrm>
          <a:prstGeom prst="roundRect">
            <a:avLst>
              <a:gd name="adj" fmla="val 15625"/>
            </a:avLst>
          </a:prstGeom>
          <a:solidFill>
            <a:srgbClr val="FFFFFF">
              <a:alpha val="0"/>
            </a:srgbClr>
          </a:solidFill>
          <a:ln w="31750">
            <a:solidFill>
              <a:srgbClr val="E53935"/>
            </a:solidFill>
            <a:prstDash val="solid"/>
          </a:ln>
        </p:spPr>
      </p:sp>
      <p:sp>
        <p:nvSpPr>
          <p:cNvPr id="86" name="Shape 76"/>
          <p:cNvSpPr/>
          <p:nvPr/>
        </p:nvSpPr>
        <p:spPr>
          <a:xfrm>
            <a:off x="4697456" y="1549661"/>
            <a:ext cx="274320" cy="274320"/>
          </a:xfrm>
          <a:prstGeom prst="ellipse">
            <a:avLst/>
          </a:prstGeom>
          <a:solidFill>
            <a:srgbClr val="E53935"/>
          </a:solidFill>
          <a:ln w="12700">
            <a:solidFill>
              <a:srgbClr val="FFFFFF"/>
            </a:solidFill>
            <a:prstDash val="solid"/>
          </a:ln>
        </p:spPr>
      </p:sp>
      <p:sp>
        <p:nvSpPr>
          <p:cNvPr id="87" name="Text 77"/>
          <p:cNvSpPr txBox="1"/>
          <p:nvPr/>
        </p:nvSpPr>
        <p:spPr>
          <a:xfrm>
            <a:off x="4697456" y="154966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pic>
        <p:nvPicPr>
          <p:cNvPr id="88" name="Image 8" descr="preencoded.png">    </p:cNvPr>
          <p:cNvPicPr>
            <a:picLocks noChangeAspect="1"/>
          </p:cNvPicPr>
          <p:nvPr/>
        </p:nvPicPr>
        <p:blipFill>
          <a:blip r:embed="rId9"/>
          <a:stretch>
            <a:fillRect/>
          </a:stretch>
        </p:blipFill>
        <p:spPr>
          <a:xfrm>
            <a:off x="4498574" y="1845012"/>
            <a:ext cx="237744" cy="237744"/>
          </a:xfrm>
          <a:prstGeom prst="rect">
            <a:avLst/>
          </a:prstGeom>
        </p:spPr>
      </p:pic>
      <p:sp>
        <p:nvSpPr>
          <p:cNvPr id="89" name="Text 7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7</a:t>
            </a:r>
            <a:endParaRPr lang="en-US" sz="1200" dirty="0"/>
          </a:p>
        </p:txBody>
      </p:sp>
      <p:sp>
        <p:nvSpPr>
          <p:cNvPr id="90" name="Text 7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Uji, lalu tayangkan di depan kelas</a:t>
            </a:r>
            <a:endParaRPr lang="en-US" sz="1800" dirty="0"/>
          </a:p>
        </p:txBody>
      </p:sp>
      <p:sp>
        <p:nvSpPr>
          <p:cNvPr id="91" name="Text 8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Slideshow, putar dari awal sampai akhir. Periksa urutan dan suara. Lalu tayangkan untuk seluruh kelas (maksimal 3 menit).</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Proyek: Cerita Digital Pesantren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Proyek</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11: Digital Storytelling · Pertemuan 33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Cerita digital kelompok dinyatakan selesai jika:</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Memiliki slide judul dan 5–7 slide adegan sesuai storyboard.</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Setiap adegan memiliki gambar dan teks singkat yang terbaca.</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Narasi terdengar (audio di slide atau dibacakan langsung).</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Hikmah cerita tersampaikan dan sudah ditayangkan.</a:t>
            </a:r>
            <a:endParaRPr lang="en-US" sz="15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11: Digital Storytelling · Pertemuan 33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Semua adegan tersusun sesuai storyboard</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Teks terbaca jelas</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Narasi terdengar</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Hikmah cerita tersampaikan</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Cerita kelompok mana yang paling berkesan bagimu?</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pelajaran dari membuat cerita digital?</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Hargai karya teman: simak dengan tenang dan beri apresiasi.</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Modul 12: Proyek Akhir Kelas 1, Digital Magazine WU.</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Kelas 1 Modul 11 - Digital Storytelling</dc:title>
  <dc:subject>PptxGenJS Presentation</dc:subject>
  <dc:creator>PptxGenJS</dc:creator>
  <cp:lastModifiedBy>PptxGenJS</cp:lastModifiedBy>
  <cp:revision>1</cp:revision>
  <dcterms:created xsi:type="dcterms:W3CDTF">2026-10-01T05:41:18Z</dcterms:created>
  <dcterms:modified xsi:type="dcterms:W3CDTF">2026-10-01T05:41:18Z</dcterms:modified>
</cp:coreProperties>
</file>