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7: Audio Digital — Proyek: Nasihat 1 Menit
Terdiri dari 3 pertemuan (Pertemuan 19–21),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Pasang Audacity di komputer sebelum Pertemuan 21. Audacity gratis dan dapat diunduh dari situs resminya, audacityteam.org.
- Siapkan beberapa HP untuk merekam (HP pesantren atau HP guru). Santri bekerja berpasangan atau berkelompok.
- Siapkan cara memindahkan rekaman dari HP ke komputer: kabel data, atau unggah ke Google Drive akun kelas.
- Cari ruangan yang cukup tenang untuk merekam, misalnya perpustakaan atau kelas kosong.
- Siapkan earphone agar santri tidak saling mengganggu saat mengedit.
CATATAN
Nama aplikasi perekam suara berbeda di setiap HP (Perekam Suara, Voice Recorder, Recorder). Cara pakainya sama: tombol merah untuk merekam, kotak untuk berhenti.
Tampilan Audacity berbahasa Inggris. Terjemahan: Play = Putar, Stop = Berhenti, Record = Rekam, Delete = Hapus, Export = Ekspor, Fade In = Masuk perlahan, Fade Out = Keluar perlahan.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ke-19, dengan judul "Mengenal Audio Digital". Alhamdulillah, kita memasuki Semester 2. Hari ini kita belajar tentang suara digital dan cara merekam yang jernih.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Selamat datang di Semester 2. Semester lalu kalian sudah membuat banyak karya: buku digital, ensiklopedia, poster dakwah, dan presentasi. Siapa yang masih ingat, di folder mana kita menyimpan semua karya itu?
(Tunggu jawaban: folder Portofolio.)
Semester ini kita akan membuat karya suara dan video.
Sekarang pertanyaan hari ini. Coba pikirkan sejenak:
"Mengapa suara adzan dari speaker masjid kadang jernih, kadang tidak?"
(Beri waktu 1 menit. Minta 2–3 santri menjawab. Hargai semua jawaban.)
Jawabannya bisa bermacam-macam: mikrofonnya, jaraknya, atau suasana di sekitarnya. Semua itu benar. Kualitas suara dipengaruhi oleh alat, jarak, dan lingkungan. Hari ini kita mempelajarinya agar rekaman kita jernih.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Suara sebenarnya adalah getaran udara. Ketika kita berbicara, pita suara kita bergetar, lalu getaran itu merambat melalui udara sampai ke telinga pendengar.
Mikrofon bekerja seperti telinga. Ia menangkap getaran udara itu. Lalu komputer atau HP mengubah getaran tersebut menjadi angka-angka yang disimpan sebagai file. Inilah yang disebut AUDIO DIGITAL.
Karena sudah berbentuk file, audio digital bisa diputar berulang kali, diedit, dikirim, dan dibagikan.
Contohnya ada di sekitar kita: rekaman murattal Al-Qur'an, rekaman ceramah, podcast, dan pesan suara di HP.
Bayangkan, rekaman murattal para qari terkenal bisa kita dengarkan di mana saja. Itu salah satu manfaat audio digital untuk dakwah.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empat rahasia agar rekaman jernih.
Pertama, JARAK MIKROFON. Mikrofon HP biasanya ada di bagian bawah HP. Letakkan sekitar satu jengkal dari mulut. Jika terlalu dekat, suara bisa pecah dan terdengar napas. Jika terlalu jauh, suara menjadi pelan dan bercampur bising.
Kedua, RUANGAN TENANG. Matikan kipas angin jika memungkinkan, dan jauhi suara kendaraan atau teman yang mengobrol. Ruangan yang banyak kain atau buku, seperti perpustakaan, membuat suara tidak bergema.
Ketiga, HP STABIL. Letakkan HP di atas meja, atau pegang dengan diam. Jari yang bergeser di badan HP akan ikut terekam sebagai suara gesekan.
Keempat, TES DULU. Sebelum rekaman utama, rekam lima detik, dengarkan dengan earphone, lalu perbaiki jarak atau tempatnya. Baru setelah itu rekam yang sesungguhnya.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audio memiliki beberapa format. Dua yang paling sering dipakai adalah MP3 dan WAV.
MP3, di kolom kiri: ukurannya kecil, sehingga mudah dikirim lewat WhatsApp atau diunggah ke internet. Kualitasnya sedikit dikurangi, tetapi telinga kita hampir tidak bisa membedakannya. MP3 cocok untuk hasil akhir yang akan dibagikan.
WAV, di kolom kanan: ukurannya besar, bisa sepuluh kali lipat MP3, tetapi kualitasnya paling jernih. WAV cocok untuk bahan yang masih akan diedit.
Catatan: kolom kanan berwarna merah di slide ini bukan berarti WAV itu salah. Keduanya baik, hanya kegunaannya berbeda. Pada proyek kita, hasil akhir Nasihat 1 Menit akan disimpan sebagai MP3.
HP biasanya merekam dalam format M4A atau AAC. Format ini juga kecil dan bisa dibuka di Audacity.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kita praktik merekam. Kerjakan berpasangan: satu orang berbicara, satu orang memegang HP dan memperhatikan jaraknya, lalu bergantian.
Kita akan merekam perkenalan diri 15 detik, dua kali, di tempat yang berbeda, lalu membandingkannya.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Ambil HP yang disediakan. Cari aplikasi perekam suara. Namanya berbeda di setiap HP: Perekam Suara, Voice Recorder, atau Recorder. Ikonnya biasanya bergambar mikrofon atau gelombang suara. Buka aplikasi itu.
Tampilannya kurang lebih seperti gambar: ada angka waktu di atas, dan tombol merah besar di bawah.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Pegang HP sekitar satu jengkal dari mulut, dengan bagian bawah HP mengarah ke mulut, karena mikrofon biasanya ada di sana.
Tekan tombol merah besar, yang ditandai kotak merah, untuk mulai merekam.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Setelah tombol ditekan, angka waktu mulai berjalan dan muncul gelombang suara yang bergerak, tanda suara sedang direkam.
Diam sekitar satu detik, lalu ucapkan dengan tenang: salam, nama, kelas, dan asal daerah. Kira-kira 15 detik. Setelah selesai, diam satu detik lagi, lalu tekan tombol kotak untuk berhenti.
Mengapa diam satu detik? Agar awal dan akhir ucapan tidak terpotong.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Rekaman kalian muncul di daftar bagian bawah. Tekan rekaman itu untuk memutarnya. Dengarkan dengan earphone.
Apakah suaranya jelas? Apakah ada bunyi kipas atau suara teman? Apakah terlalu pelan atau terlalu keras?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Sekarang rekam ulang perkenalan yang sama, tetapi di tempat yang berbeda, misalnya di sudut yang lebih tenang, atau dengan jarak yang berbeda.
Putar kedua rekaman dan bandingkan. Tulis di buku: rekaman mana yang lebih jernih, dan mengapa.
(Minta 2–3 pasangan memperdengarkan perbandingannya kepada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Rekaman terbaik kita pindahkan ke komputer agar tersimpan di portofolio.
Cara pertama: di HP, buka aplikasi Google Drive dengan akun kelas, tekan tombol tambah, pilih Upload, lalu pilih rekaman. Setelah itu di komputer, buka Google Drive, unduh rekaman tersebut, lalu pindahkan dari folder Downloads ke folder Portofolio, Audio. Ganti namanya menjadi Perkenalan, garis bawah, nama kalian.
Cara kedua: sambungkan HP ke komputer dengan kabel data, dibantu guru.
(Bantu santri memindahkan file. Setelah selesai, pastikan akun di HP dan komputer sudah Sign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Kerjakan lembar kerja ini di buku tulis.
Satu: tulis perbandingan dua rekaman kalian: tempatnya, jaraknya, dan mana yang lebih jernih.
Dua: tulis tiga sumber bising yang kalian temukan saat merekam.
Tiga: tulis tempat terbaik di pesantren untuk merekam, beserta alasannya.
Empat: pastikan rekaman terbaik sudah tersimpan di folder Audio.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rekaman terdengar jelas?
- tidak ada bising yang mengganggu?
- volume tidak terlalu pelan atau pecah?
- file tersimpan di folder Audio?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faktor apa yang paling memengaruhi kualitas rekaman?
Pertanyaan kedua: di mana tempat terbaik untuk merekam di pesantren?
(Minta 2–3 santri menjawab secara bergantian.)
Pesan adab kita hari ini: jangan merekam suara orang lain tanpa izin, dan jangan menyebarkan rekaman orang lain tanpa persetujuannya. Menjaga privasi dan kehormatan saudara kita termasuk akhlak yang mulia.
Pekan depan: kita menulis naskah dan merekam Nasihat 1 Menit.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ke-20, dengan judul "Naskah &amp; Rekaman". Hari ini kita menulis naskah nasihat dan merekamnya dengan suara terbaik.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merekam suara. Siapa yang ingat, berapa jarak ideal antara mulut dan HP?
(Tunggu jawaban: sekitar satu jengkal.)
Sekarang pertanyaan hari ini. Coba pikirkan sejenak:
"Berapa banyak kata yang bisa kita ucapkan dalam satu menit?"
(Beri waktu 1 menit. Minta 2–3 santri menjawab. Hargai semua jawaban.)
Kira-kira 100 sampai 130 kata, jika berbicara dengan tenang dan jelas. Artinya, naskah nasihat satu menit cukup satu paragraf pendek. Singkat, tetapi jika disampaikan dengan sungguh-sungguh, bisa sangat berkesan.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nasihat satu menit memiliki tiga bagian.
Pertama, PEMBUKA, sekitar 10 detik. Ucapkan salam, lalu satu kalimat yang menarik perhatian. Misalnya sebuah pertanyaan: Saudaraku, kapan terakhir kali kita sholat tepat waktu?
Kedua, ISI, sekitar 40 detik. Sampaikan SATU pesan utama saja, jangan banyak-banyak. Lalu kuatkan dengan satu dalil, yaitu ayat atau hadits, atau satu kisah singkat, lengkap dengan sumbernya.
Ketiga, PENUTUP, sekitar 10 detik. Ajak pendengar untuk beramal, lalu tutup dengan salam.
Jika dijumlahkan: 10 ditambah 40 ditambah 10 sama dengan 60 detik, atau satu menit. Kira-kira 110 kata.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contoh naskah di layar. Naskah ini sudah diberi tanda baca lisan, agar mudah dibacakan dengan intonasi yang baik.
Tanda garis miring tunggal artinya jeda pendek. Di sini kita berhenti sebentar dan menarik napas.
Tanda garis miring ganda artinya jeda panjang, yaitu saat berpindah bagian.
Kata yang digarisbawahi adalah kata yang ditekankan, diucapkan sedikit lebih keras dan lebih lambat.
(Bacakan contoh naskah di layar dengan mengikuti tanda-tandanya, sebagai contoh bagi santri.)
Dengar perbedaannya? Naskah yang diberi tanda dibaca lebih hidup dan lebih mudah dipahami pendengar. Kalian akan memberi tanda yang sama pada naskah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yang baik harus dibacakan dengan baik pula. Ada empat kuncinya.
Pertama, TIDAK TERBURU-BURU. Bicaralah dengan tenang, seperti menasihati adik sendiri. Orang yang gugup cenderung bicara terlalu cepat.
Kedua, INTONASI HIDUP. Naikkan nada di akhir kalimat tanya, dan turunkan dengan mantap di akhir kalimat penegasan. Suara yang datar seperti robot membuat pendengar bosan.
Ketiga, DARI HATI. Pahami makna naskah kalian. Nasihat yang keluar dari hati, insya Allah, akan sampai ke hati.
Keempat, LATIHAN TIGA KALI. Bacalah naskah dengan suara keras tiga kali sebelum merekam. Mintalah teman mengukur waktunya dengan jam. Jika lebih dari satu menit, persingkat naskahnya.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setiap santri menulis naskah nasihatnya sendiri, lalu merekamnya. Tema bebas, selama berisi nasihat kebaikan: menjaga sholat, berbakti kepada orang tua, menjaga lisan, menuntut ilmu, menjaga kebersihan, dan lainnya.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Google Docs dengan akun kelas. Buat dokumen baru bernama Naskah Nasihat, garis bawah, nama kalian.
Tulis judul dengan Heading 1, lalu tulis naskah dengan tiga bagian: pembuka, isi dengan dalil, dan penutup.
Untuk mengetahui jumlah kata, klik menu Tools, lalu Word count, atau tekan Ctrl, Shift, dan C bersamaan. Usahakan 100 sampai 130 kata.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Beri tanda baca lisan pada naskah, seperti contoh tadi. Ketik garis miring untuk jeda pendek, dan dua garis miring untuk jeda panjang.
Untuk kata yang ditekankan, blok kata itu lalu klik tombol U di toolbar, tanda a, atau tekan Ctrl dan U, agar bergaris bawah.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langkah yang sangat penting. Tunjukkan naskah kalian kepada ustadz atau guru, terutama bagian dalilnya.
Pastikan makna ayat atau hadits yang kalian tulis benar, dan sumbernya jelas. Ustadz bisa memberi komentar langsung di Google Docs, seperti kotak kuning pada gambar.
Jika kalian ragu dengan sebuah hadits, lebih baik diganti dengan ayat Al-Qur'an atau nasihat ulama yang sumbernya jelas.
(Guru atau ustadz berkeliling memeriksa dalil setiap naskah.)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Bacalah naskah dengan suara keras sebanyak tiga kali. Minta teman mengukur waktunya dengan stopwatch di HP.
Targetnya sekitar satu menit, boleh 50 detik sampai 1 menit 10 detik. Jika terlalu panjang, persingkat naskahnya. Jika terlalu cepat, bacalah lebih tenang.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Pergi ke tempat yang tenang yang sudah ditentukan guru. Atur jarak HP satu jengkal dari mulut. Tekan tombol rekam, diam satu detik, lalu bacakan naskah.
Satu tips penting: jika salah ucap di tengah jalan, jangan berhenti merekam. Diam sebentar, lalu ulangi kalimat yang salah dari awal. Bagian yang salah akan kita potong pekan depan dengan Audacity.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Setelah merekam, dengarkan sekali untuk memastikan seluruh naskah terekam. Ganti nama rekaman menjadi Nasihat, garis bawah, nama kalian.
Pindahkan rekaman ke komputer seperti pekan lalu, lalu simpan di folder Portofolio, Audio. Rekaman inilah yang akan kita edit pekan depan.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Pastikan empat hal ini sudah siap untuk diedit pekan depan.
Satu, naskah 100 sampai 130 kata dengan pembuka, isi, dalil, dan penutup.
Dua, naskah sudah diberi tanda jeda dan penekanan.
Tiga, dalil sudah diperiksa ustadz.
Empat, rekaman sudah tersimpan di folder Audio.
(Periksa dan beri paraf. Santri yang belum selesai merekam dapat melanjutkan di luar jam pelajaran dengan izin.)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naskah memiliki 4 bagian?
- dalil sudah diperiksa ustadz?
- durasi sekitar 1 menit?
- intonasi jelas dan tidak terburu-buru?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tantangan membaca naskah sambil direkam?
Pertanyaan kedua: nasihat apa yang kamu pilih dan mengapa?
(Minta 2–3 santri menjawab secara bergantian.)
Pesan adab kita hari ini: nasihatilah diri sendiri sebelum menasihati orang lain. Allah mencela orang yang menyuruh kebaikan tetapi melupakan dirinya sendiri. Semoga nasihat yang kita rekam juga menjadi pengingat bagi diri kita.
Pekan depan: kita mengedit rekaman dengan Audacity hingga siap diperdengarkan.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ke-21, dengan judul "Mengedit Audio". Hari ini kita menyelesaikan proyek Modul 7: mengedit rekaman hingga menjadi Nasihat 1 Menit yang siap didengar.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menulis naskah dan merekam nasihat. Siapa yang ingat, apa arti tanda dua garis miring dalam naskah?
(Tunggu jawaban: jeda panjang.)
Sekarang pertanyaan hari ini. Coba pikirkan sejenak:
"Jika dalam rekaman ada batuk atau kata yang salah, apakah harus merekam ulang dari awal?"
(Beri waktu 1 menit. Minta 2–3 santri menjawab. Hargai semua jawaban.)
Tidak perlu. Kita bisa memotong bagian itu dengan aplikasi pengedit audio. Hari ini kita memakai AUDACITY, aplikasi pengedit audio yang gratis dan sudah dipasang di komputer.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tampilan Audacity di layar. Ada tiga bagian penting.
Nomor 1, MENU di bagian atas: File untuk membuka dan mengekspor, Edit untuk memotong dan menghapus, dan Effect untuk memberi efek suara.
Nomor 2, TOMBOL KENDALI: Pause bergambar dua garis untuk jeda, Play bergambar segitiga hijau untuk memutar, Stop bergambar kotak hitam untuk berhenti, dan Record bergambar lingkaran merah untuk merekam.
Nomor 3, TRACK, yaitu jalur panjang berisi gelombang suara berwarna biru. Inilah gambar dari suara kita. Angka di atasnya menunjukkan waktu dalam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mengedit, kita harus bisa membaca gelombang suara.
Garis yang datar artinya HENING, tidak ada suara. Biasanya ada di awal dan akhir rekaman.
Gelombang yang tinggi artinya suara keras, gelombang yang rendah artinya suara pelan.
Bagian berwarna merah pada contoh ini adalah bagian salah ucap yang ingin kita buang. Di Audacity, warnanya tetap biru. Kita menemukannya dengan cara mendengarkan, lalu melihat letaknya pada gelombang.
Perhatikan kotak kuning: gelombang yang terlalu tinggi sampai menyentuh batas atas berarti suara pecah. Gelombang yang sangat kecil berarti suara terlalu pelan. Itulah gunanya pelajaran jarak mikrofon di pertemuan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empat jurus mengedit audio.
Jurus pertama, PILIH atau BLOK. Tekan tombol kiri mouse di atas gelombang, tahan, lalu seret. Bagian yang terpilih akan berwarna biru muda. Sama seperti memblok tulisan di Google Docs.
Jurus kedua, HAPUS. Setelah bagian yang salah terpilih, tekan tombol Delete di keyboard. Bagian itu hilang, dan sisa rekaman otomatis menyambung.
Jurus ketiga, FADE IN dan FADE OUT. Fade in membuat suara di awal masuk perlahan-lahan, dan fade out membuat suara di akhir menghilang perlahan. Hasilnya lebih halus dan enak didengar.
Jurus keempat, EXPORT. Setelah selesai, rekaman diekspor menjadi file MP3 agar mudah dibagikan.
Satu pengingat penting: jika salah memotong, tekan Ctrl dan Z untuk membatalkan.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Pakai earphone agar tidak mengganggu teman. Buka Audacity dari menu Start: klik Start, ketik audacity, lalu tekan Enter.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Audacity, klik menu File, tanda a, lalu klik Open, tanda b.
Muncul jendela Open. Cari folder Documents, Portofolio kalian, lalu Audio. Klik rekaman Nasihat milik kalian, lalu klik tombol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Rekaman muncul sebagai gelombang suara biru. Klik tombol Play, segitiga hijau, untuk mendengarkan seluruh rekaman.
Sambil mendengarkan, perhatikan garis tegak yang bergerak di atas gelombang. Catat di kertas: detik ke berapa ada salah ucap, batuk, atau suara yang mengganggu.
Cara cepat: tekan tombol Spasi untuk memutar, dan tekan lagi untuk berhenti.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Kita buang keheningan di awal rekaman.
Letakkan kursor di ujung paling kiri gelombang. Tekan dan tahan tombol kiri mouse, lalu seret sampai tepat sebelum gelombang suara dimulai. Bagian itu akan berwarna biru muda.
Tekan tombol Delete. Keheningan di awal hilang. Sisakan sedikit, kira-kira setengah detik, agar tidak terdengar terpotong.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Sekarang buang bagian salah ucap.
Cari letaknya berdasarkan catatan detik tadi. Blok bagian itu, mulai dari awal kalimat yang salah sampai tepat sebelum kalimat yang diulang dengan benar.
Sebelum menghapus, tekan Spasi untuk mendengarkan bagian yang terpilih saja. Jika sudah tepat, tekan Delete.
Dengarkan lagi bagian sambungannya. Jika terdengar janggal, tekan Ctrl Z untuk membatalkan, lalu coba blok lebih teliti.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Lakukan hal yang sama untuk keheningan di akhir rekaman: blok dari akhir suara sampai ujung kanan, lalu tekan Delete.
Perhatikan panjang rekaman sekarang. Seharusnya sekitar satu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Sekarang kita haluskan awal dan akhir rekaman.
Blok sekitar dua detik pertama rekaman. Klik menu Effect, arahkan ke Fade, tanda a, lalu klik Fade In, tanda b. Gelombang di awal akan mengecil perlahan dari kiri.
Lalu blok sekitar dua detik terakhir, klik Effect, Fade, lalu Fade Out.
Putar dari awal dan dengarkan: suara masuk dan keluar dengan halus.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Setelah semua rapi, klik menu File, lalu Export Audio, yang ditandai kotak merah.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langkah terakhir. Muncul jendela Export Audio.
Pada pilihan Format, tanda a, pilih MP3 Files.
Pada File name, tanda b, ketik Nasihat1Menit, garis bawah, nama kalian.
Pastikan foldernya Portofolio, Audio. Lalu klik Export, tanda c.
Jika muncul jendela berisi judul dan nama artis, langsung klik OK.
Alhamdulillah, Nasihat 1 Menit kalian sudah jadi! Putar file MP3 itu untuk memastikan hasilnya.
(Kumpulkan beberapa nasihat terbaik. Dengan izin pimpinan, nasihat dapat diperdengarkan setelah sholat berjamaah atau di radio internal pesantren.)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Nasihat 1 Menit dinyatakan selesai jika empat syarat ini terpenuhi.
Satu, durasi sekitar satu menit tanpa keheningan panjang.
Dua, tidak ada salah ucap, batuk, atau bising yang mengganggu.
Tiga, awal dan akhir memakai fade in dan fade out.
Empat, tersimpan sebagai file MP3 di folder Audio.
(Perdengarkan 3–4 nasihat terbaik di depan kelas. Minta santri lain memberi satu pujian dan satu saran.)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keheningan awal dan akhir sudah dipotong?
- bagian salah ucap sudah dihapus?
- ada fade in dan fade out?
- file MP3 tersimpan di folder Audio?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yang paling sulit saat mengedit?
Pertanyaan kedua: di mana nasihatmu bisa diperdengarkan?
(Minta 2–3 santri menjawab secara bergantian.)
Pesan adab kita hari ini: sampaikan kebaikan dengan cara terbaik. Allah menyukai jika seseorang mengerjakan suatu pekerjaan, ia mengerjakannya dengan itqan, yaitu sungguh-sungguh dan rapi. Nasihat yang direkam dengan rapi lebih mudah diterima pendengar.
Pekan depan: kita masuk Modul 8, belajar video digital dan membuat Video Adab Santri. Alhamdulillah, Modul 7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slideLayout" Target="../slideLayouts/slideLayout1.xml"/><Relationship Id="rId1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slideLayout" Target="../slideLayouts/slideLayout1.xml"/><Relationship Id="rId1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slideLayout" Target="../slideLayouts/slideLayout1.xml"/><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slideLayout" Target="../slideLayouts/slideLayout1.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1.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slideLayout" Target="../slideLayouts/slideLayout1.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1.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image" Target="../media/image-48-7.png"/><Relationship Id="rId8" Type="http://schemas.openxmlformats.org/officeDocument/2006/relationships/slideLayout" Target="../slideLayouts/slideLayout1.xml"/><Relationship Id="rId9"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1 WUSTHA  ·  SEMESTER 2  ·  MODUL 7</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Audio Digital</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Nasihat 1 Menit</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merekam, mengedit, dan menyajikan audio nasihat singkat berdurasi satu menit, dengan suara yang jernih dan pesan yang menyentuh.</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19</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 Audio Digital</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20</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Naskah &amp; Rekaman</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21</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Mengedit Audio</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HP dengan aplikasi perekam suara, Audacity (gratis) di komputer, earphone, kabel data atau Google Drive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19</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 Audio Digital</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Suara yang jernih untuk pesan yang jelas</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7: Audio Digital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Mengapa suara adzan dari speaker masjid kadang jernih, kadang tidak?</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19</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audio digital dan formatnya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Mengenali faktor yang memengaruhi kualitas rekaman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Merekam suara dengan HP secara jernih</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Audio Digital?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Audio Digital</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Audio digital adalah suara yang direkam dan disimpan dalam bentuk file, sehingga bisa diputar, diedit, dan dibagikan.</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Suara berupa getaran udara yang ditangkap mikrofon</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Komputer mengubahnya menjadi angka-angka (data)</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Contoh: murattal, ceramah, podcast, pesan suara</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Rahasia Rekaman Jernih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Jarak Mikrofon</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Sekitar satu jengkal dari mulut. Terlalu dekat suara pecah, terlalu jauh suara pelan.</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Ruangan Tenang</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Jauhi suara kipas, kendaraan, dan keramaian. Ruangan berisi kain dan buku meredam gema.</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HP Stabil</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Letakkan HP di meja atau pegang diam. Gesekan tangan ikut terekam.</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Tes Dulu</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Rekam 5 detik, dengarkan dengan earphone, perbaiki, baru rekam yang utama.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Format File Audio</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MP3</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Ukuran file kecil</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Mudah dikirim lewat WhatsApp</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Cocok untuk dibagikan</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WAV</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Ukuran file besar</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Kualitas paling jernih</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Cocok untuk diedit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Merekam Suara dengan HP</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Kerjakan berpasangan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Merekam suara</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Mendengarkan dan membandingkan</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Memindahkan ke komputer</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Merekam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Text 7"/>
          <p:cNvSpPr txBox="1"/>
          <p:nvPr/>
        </p:nvSpPr>
        <p:spPr>
          <a:xfrm>
            <a:off x="2251710" y="1280160"/>
            <a:ext cx="1623060" cy="228600"/>
          </a:xfrm>
          <a:prstGeom prst="rect">
            <a:avLst/>
          </a:prstGeom>
          <a:noFill/>
          <a:ln/>
        </p:spPr>
        <p:txBody>
          <a:bodyPr wrap="square" lIns="0" tIns="0" rIns="0" bIns="0" rtlCol="0" anchor="t"/>
          <a:lstStyle/>
          <a:p>
            <a:pPr algn="ctr" indent="0" marL="0">
              <a:buNone/>
            </a:pPr>
            <a:r>
              <a:rPr lang="en-US" sz="1000" b="1" dirty="0">
                <a:solidFill>
                  <a:srgbClr val="1E2A26"/>
                </a:solidFill>
                <a:latin typeface="Calibri" pitchFamily="34" charset="0"/>
                <a:ea typeface="Calibri" pitchFamily="34" charset="-122"/>
                <a:cs typeface="Calibri" pitchFamily="34" charset="-120"/>
              </a:rPr>
              <a:t>Perekam Suara</a:t>
            </a:r>
            <a:endParaRPr lang="en-US" sz="1000" dirty="0"/>
          </a:p>
        </p:txBody>
      </p:sp>
      <p:sp>
        <p:nvSpPr>
          <p:cNvPr id="12" name="Text 8"/>
          <p:cNvSpPr txBox="1"/>
          <p:nvPr/>
        </p:nvSpPr>
        <p:spPr>
          <a:xfrm>
            <a:off x="2251710" y="1645920"/>
            <a:ext cx="1623060" cy="411480"/>
          </a:xfrm>
          <a:prstGeom prst="rect">
            <a:avLst/>
          </a:prstGeom>
          <a:noFill/>
          <a:ln/>
        </p:spPr>
        <p:txBody>
          <a:bodyPr wrap="square" lIns="0" tIns="0" rIns="0" bIns="0" rtlCol="0" anchor="t"/>
          <a:lstStyle/>
          <a:p>
            <a:pPr algn="ctr" indent="0" marL="0">
              <a:buNone/>
            </a:pPr>
            <a:r>
              <a:rPr lang="en-US" sz="2200" b="1" dirty="0">
                <a:solidFill>
                  <a:srgbClr val="222222"/>
                </a:solidFill>
                <a:latin typeface="Calibri" pitchFamily="34" charset="0"/>
                <a:ea typeface="Calibri" pitchFamily="34" charset="-122"/>
                <a:cs typeface="Calibri" pitchFamily="34" charset="-120"/>
              </a:rPr>
              <a:t>00:00</a:t>
            </a:r>
            <a:endParaRPr lang="en-US" sz="2200" dirty="0"/>
          </a:p>
        </p:txBody>
      </p:sp>
      <p:sp>
        <p:nvSpPr>
          <p:cNvPr id="13" name="Shape 9"/>
          <p:cNvSpPr/>
          <p:nvPr/>
        </p:nvSpPr>
        <p:spPr>
          <a:xfrm>
            <a:off x="2388870" y="2459736"/>
            <a:ext cx="1348740" cy="18288"/>
          </a:xfrm>
          <a:prstGeom prst="rect">
            <a:avLst/>
          </a:prstGeom>
          <a:solidFill>
            <a:srgbClr val="BBBBBB"/>
          </a:solidFill>
          <a:ln w="12700">
            <a:solidFill>
              <a:srgbClr val="BBBBBB"/>
            </a:solidFill>
            <a:prstDash val="solid"/>
          </a:ln>
        </p:spPr>
      </p:sp>
      <p:sp>
        <p:nvSpPr>
          <p:cNvPr id="14" name="Shape 10"/>
          <p:cNvSpPr/>
          <p:nvPr/>
        </p:nvSpPr>
        <p:spPr>
          <a:xfrm>
            <a:off x="2743200" y="3566160"/>
            <a:ext cx="640080" cy="640080"/>
          </a:xfrm>
          <a:prstGeom prst="ellipse">
            <a:avLst/>
          </a:prstGeom>
          <a:solidFill>
            <a:srgbClr val="FFFFFF"/>
          </a:solidFill>
          <a:ln w="25400">
            <a:solidFill>
              <a:srgbClr val="CCCCCC"/>
            </a:solidFill>
            <a:prstDash val="solid"/>
          </a:ln>
        </p:spPr>
      </p:sp>
      <p:sp>
        <p:nvSpPr>
          <p:cNvPr id="15" name="Shape 11"/>
          <p:cNvSpPr/>
          <p:nvPr/>
        </p:nvSpPr>
        <p:spPr>
          <a:xfrm>
            <a:off x="2852928" y="3675888"/>
            <a:ext cx="420624" cy="420624"/>
          </a:xfrm>
          <a:prstGeom prst="ellipse">
            <a:avLst/>
          </a:prstGeom>
          <a:solidFill>
            <a:srgbClr val="C62828"/>
          </a:solidFill>
          <a:ln/>
        </p:spPr>
      </p:sp>
      <p:sp>
        <p:nvSpPr>
          <p:cNvPr id="16" name="Shape 12"/>
          <p:cNvSpPr/>
          <p:nvPr/>
        </p:nvSpPr>
        <p:spPr>
          <a:xfrm>
            <a:off x="2233422" y="1124712"/>
            <a:ext cx="1659636" cy="3465576"/>
          </a:xfrm>
          <a:prstGeom prst="roundRect">
            <a:avLst>
              <a:gd name="adj" fmla="val 2755"/>
            </a:avLst>
          </a:prstGeom>
          <a:solidFill>
            <a:srgbClr val="FFFFFF">
              <a:alpha val="0"/>
            </a:srgbClr>
          </a:solidFill>
          <a:ln w="31750">
            <a:solidFill>
              <a:srgbClr val="E53935"/>
            </a:solidFill>
            <a:prstDash val="solid"/>
          </a:ln>
        </p:spPr>
      </p:sp>
      <p:sp>
        <p:nvSpPr>
          <p:cNvPr id="17" name="Shape 13"/>
          <p:cNvSpPr/>
          <p:nvPr/>
        </p:nvSpPr>
        <p:spPr>
          <a:xfrm>
            <a:off x="3755898" y="987552"/>
            <a:ext cx="274320" cy="274320"/>
          </a:xfrm>
          <a:prstGeom prst="ellipse">
            <a:avLst/>
          </a:prstGeom>
          <a:solidFill>
            <a:srgbClr val="E53935"/>
          </a:solidFill>
          <a:ln w="12700">
            <a:solidFill>
              <a:srgbClr val="FFFFFF"/>
            </a:solidFill>
            <a:prstDash val="solid"/>
          </a:ln>
        </p:spPr>
      </p:sp>
      <p:sp>
        <p:nvSpPr>
          <p:cNvPr id="18" name="Text 14"/>
          <p:cNvSpPr txBox="1"/>
          <p:nvPr/>
        </p:nvSpPr>
        <p:spPr>
          <a:xfrm>
            <a:off x="3755898" y="9875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0" name="Text 1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aplikasi perekam suara</a:t>
            </a:r>
            <a:endParaRPr lang="en-US" sz="1800" dirty="0"/>
          </a:p>
        </p:txBody>
      </p:sp>
      <p:sp>
        <p:nvSpPr>
          <p:cNvPr id="21" name="Text 1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Cari aplikasi bernama Perekam Suara, Voice Recorder, atau Recorder di HP, lalu buka.</a:t>
            </a:r>
            <a:endParaRPr lang="en-US" sz="1300" dirty="0"/>
          </a:p>
        </p:txBody>
      </p:sp>
      <p:sp>
        <p:nvSpPr>
          <p:cNvPr id="22" name="Shape 1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23" name="Image 2" descr="preencoded.png">    </p:cNvPr>
          <p:cNvPicPr>
            <a:picLocks noChangeAspect="1"/>
          </p:cNvPicPr>
          <p:nvPr/>
        </p:nvPicPr>
        <p:blipFill>
          <a:blip r:embed="rId3"/>
          <a:stretch>
            <a:fillRect/>
          </a:stretch>
        </p:blipFill>
        <p:spPr>
          <a:xfrm>
            <a:off x="6108192" y="3721608"/>
            <a:ext cx="201168" cy="201168"/>
          </a:xfrm>
          <a:prstGeom prst="rect">
            <a:avLst/>
          </a:prstGeom>
        </p:spPr>
      </p:pic>
      <p:sp>
        <p:nvSpPr>
          <p:cNvPr id="24" name="Text 1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tidak ada, guru akan membantu memasang aplikasi perekam gratis.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Merekam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Text 7"/>
          <p:cNvSpPr txBox="1"/>
          <p:nvPr/>
        </p:nvSpPr>
        <p:spPr>
          <a:xfrm>
            <a:off x="2251710" y="1280160"/>
            <a:ext cx="1623060" cy="228600"/>
          </a:xfrm>
          <a:prstGeom prst="rect">
            <a:avLst/>
          </a:prstGeom>
          <a:noFill/>
          <a:ln/>
        </p:spPr>
        <p:txBody>
          <a:bodyPr wrap="square" lIns="0" tIns="0" rIns="0" bIns="0" rtlCol="0" anchor="t"/>
          <a:lstStyle/>
          <a:p>
            <a:pPr algn="ctr" indent="0" marL="0">
              <a:buNone/>
            </a:pPr>
            <a:r>
              <a:rPr lang="en-US" sz="1000" b="1" dirty="0">
                <a:solidFill>
                  <a:srgbClr val="1E2A26"/>
                </a:solidFill>
                <a:latin typeface="Calibri" pitchFamily="34" charset="0"/>
                <a:ea typeface="Calibri" pitchFamily="34" charset="-122"/>
                <a:cs typeface="Calibri" pitchFamily="34" charset="-120"/>
              </a:rPr>
              <a:t>Perekam Suara</a:t>
            </a:r>
            <a:endParaRPr lang="en-US" sz="1000" dirty="0"/>
          </a:p>
        </p:txBody>
      </p:sp>
      <p:sp>
        <p:nvSpPr>
          <p:cNvPr id="12" name="Text 8"/>
          <p:cNvSpPr txBox="1"/>
          <p:nvPr/>
        </p:nvSpPr>
        <p:spPr>
          <a:xfrm>
            <a:off x="2251710" y="1645920"/>
            <a:ext cx="1623060" cy="411480"/>
          </a:xfrm>
          <a:prstGeom prst="rect">
            <a:avLst/>
          </a:prstGeom>
          <a:noFill/>
          <a:ln/>
        </p:spPr>
        <p:txBody>
          <a:bodyPr wrap="square" lIns="0" tIns="0" rIns="0" bIns="0" rtlCol="0" anchor="t"/>
          <a:lstStyle/>
          <a:p>
            <a:pPr algn="ctr" indent="0" marL="0">
              <a:buNone/>
            </a:pPr>
            <a:r>
              <a:rPr lang="en-US" sz="2200" b="1" dirty="0">
                <a:solidFill>
                  <a:srgbClr val="222222"/>
                </a:solidFill>
                <a:latin typeface="Calibri" pitchFamily="34" charset="0"/>
                <a:ea typeface="Calibri" pitchFamily="34" charset="-122"/>
                <a:cs typeface="Calibri" pitchFamily="34" charset="-120"/>
              </a:rPr>
              <a:t>00:00</a:t>
            </a:r>
            <a:endParaRPr lang="en-US" sz="2200" dirty="0"/>
          </a:p>
        </p:txBody>
      </p:sp>
      <p:sp>
        <p:nvSpPr>
          <p:cNvPr id="13" name="Shape 9"/>
          <p:cNvSpPr/>
          <p:nvPr/>
        </p:nvSpPr>
        <p:spPr>
          <a:xfrm>
            <a:off x="2388870" y="2459736"/>
            <a:ext cx="1348740" cy="18288"/>
          </a:xfrm>
          <a:prstGeom prst="rect">
            <a:avLst/>
          </a:prstGeom>
          <a:solidFill>
            <a:srgbClr val="BBBBBB"/>
          </a:solidFill>
          <a:ln w="12700">
            <a:solidFill>
              <a:srgbClr val="BBBBBB"/>
            </a:solidFill>
            <a:prstDash val="solid"/>
          </a:ln>
        </p:spPr>
      </p:sp>
      <p:sp>
        <p:nvSpPr>
          <p:cNvPr id="14" name="Shape 10"/>
          <p:cNvSpPr/>
          <p:nvPr/>
        </p:nvSpPr>
        <p:spPr>
          <a:xfrm>
            <a:off x="2743200" y="3566160"/>
            <a:ext cx="640080" cy="640080"/>
          </a:xfrm>
          <a:prstGeom prst="ellipse">
            <a:avLst/>
          </a:prstGeom>
          <a:solidFill>
            <a:srgbClr val="FFFFFF"/>
          </a:solidFill>
          <a:ln w="25400">
            <a:solidFill>
              <a:srgbClr val="CCCCCC"/>
            </a:solidFill>
            <a:prstDash val="solid"/>
          </a:ln>
        </p:spPr>
      </p:sp>
      <p:sp>
        <p:nvSpPr>
          <p:cNvPr id="15" name="Shape 11"/>
          <p:cNvSpPr/>
          <p:nvPr/>
        </p:nvSpPr>
        <p:spPr>
          <a:xfrm>
            <a:off x="2852928" y="3675888"/>
            <a:ext cx="420624" cy="420624"/>
          </a:xfrm>
          <a:prstGeom prst="ellipse">
            <a:avLst/>
          </a:prstGeom>
          <a:solidFill>
            <a:srgbClr val="C62828"/>
          </a:solidFill>
          <a:ln/>
        </p:spPr>
      </p:sp>
      <p:sp>
        <p:nvSpPr>
          <p:cNvPr id="16" name="Shape 12"/>
          <p:cNvSpPr/>
          <p:nvPr/>
        </p:nvSpPr>
        <p:spPr>
          <a:xfrm>
            <a:off x="2706624" y="3529584"/>
            <a:ext cx="713232" cy="713232"/>
          </a:xfrm>
          <a:prstGeom prst="roundRect">
            <a:avLst>
              <a:gd name="adj" fmla="val 6410"/>
            </a:avLst>
          </a:prstGeom>
          <a:solidFill>
            <a:srgbClr val="FFFFFF">
              <a:alpha val="0"/>
            </a:srgbClr>
          </a:solidFill>
          <a:ln w="31750">
            <a:solidFill>
              <a:srgbClr val="E53935"/>
            </a:solidFill>
            <a:prstDash val="solid"/>
          </a:ln>
        </p:spPr>
      </p:sp>
      <p:sp>
        <p:nvSpPr>
          <p:cNvPr id="17" name="Shape 13"/>
          <p:cNvSpPr/>
          <p:nvPr/>
        </p:nvSpPr>
        <p:spPr>
          <a:xfrm>
            <a:off x="3282696" y="3392424"/>
            <a:ext cx="274320" cy="274320"/>
          </a:xfrm>
          <a:prstGeom prst="ellipse">
            <a:avLst/>
          </a:prstGeom>
          <a:solidFill>
            <a:srgbClr val="E53935"/>
          </a:solidFill>
          <a:ln w="12700">
            <a:solidFill>
              <a:srgbClr val="FFFFFF"/>
            </a:solidFill>
            <a:prstDash val="solid"/>
          </a:ln>
        </p:spPr>
      </p:sp>
      <p:sp>
        <p:nvSpPr>
          <p:cNvPr id="18" name="Text 14"/>
          <p:cNvSpPr txBox="1"/>
          <p:nvPr/>
        </p:nvSpPr>
        <p:spPr>
          <a:xfrm>
            <a:off x="3282696" y="33924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19" name="Image 2" descr="preencoded.png">    </p:cNvPr>
          <p:cNvPicPr>
            <a:picLocks noChangeAspect="1"/>
          </p:cNvPicPr>
          <p:nvPr/>
        </p:nvPicPr>
        <p:blipFill>
          <a:blip r:embed="rId3"/>
          <a:stretch>
            <a:fillRect/>
          </a:stretch>
        </p:blipFill>
        <p:spPr>
          <a:xfrm>
            <a:off x="3095244" y="3918204"/>
            <a:ext cx="237744" cy="237744"/>
          </a:xfrm>
          <a:prstGeom prst="rect">
            <a:avLst/>
          </a:prstGeom>
        </p:spPr>
      </p:pic>
      <p:sp>
        <p:nvSpPr>
          <p:cNvPr id="20" name="Text 1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21" name="Text 1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Atur jarak, lalu tekan tombol merah</a:t>
            </a:r>
            <a:endParaRPr lang="en-US" sz="1800" dirty="0"/>
          </a:p>
        </p:txBody>
      </p:sp>
      <p:sp>
        <p:nvSpPr>
          <p:cNvPr id="22" name="Text 1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Pegang HP satu jengkal dari mulut, bagian bawah HP mengarah ke mulut. Tekan tombol merah untuk mulai merekam.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Merekam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Text 7"/>
          <p:cNvSpPr txBox="1"/>
          <p:nvPr/>
        </p:nvSpPr>
        <p:spPr>
          <a:xfrm>
            <a:off x="2251710" y="1280160"/>
            <a:ext cx="1623060" cy="228600"/>
          </a:xfrm>
          <a:prstGeom prst="rect">
            <a:avLst/>
          </a:prstGeom>
          <a:noFill/>
          <a:ln/>
        </p:spPr>
        <p:txBody>
          <a:bodyPr wrap="square" lIns="0" tIns="0" rIns="0" bIns="0" rtlCol="0" anchor="t"/>
          <a:lstStyle/>
          <a:p>
            <a:pPr algn="ctr" indent="0" marL="0">
              <a:buNone/>
            </a:pPr>
            <a:r>
              <a:rPr lang="en-US" sz="1000" b="1" dirty="0">
                <a:solidFill>
                  <a:srgbClr val="1E2A26"/>
                </a:solidFill>
                <a:latin typeface="Calibri" pitchFamily="34" charset="0"/>
                <a:ea typeface="Calibri" pitchFamily="34" charset="-122"/>
                <a:cs typeface="Calibri" pitchFamily="34" charset="-120"/>
              </a:rPr>
              <a:t>Perekam Suara</a:t>
            </a:r>
            <a:endParaRPr lang="en-US" sz="1000" dirty="0"/>
          </a:p>
        </p:txBody>
      </p:sp>
      <p:sp>
        <p:nvSpPr>
          <p:cNvPr id="12" name="Text 8"/>
          <p:cNvSpPr txBox="1"/>
          <p:nvPr/>
        </p:nvSpPr>
        <p:spPr>
          <a:xfrm>
            <a:off x="2251710" y="1645920"/>
            <a:ext cx="1623060" cy="411480"/>
          </a:xfrm>
          <a:prstGeom prst="rect">
            <a:avLst/>
          </a:prstGeom>
          <a:noFill/>
          <a:ln/>
        </p:spPr>
        <p:txBody>
          <a:bodyPr wrap="square" lIns="0" tIns="0" rIns="0" bIns="0" rtlCol="0" anchor="t"/>
          <a:lstStyle/>
          <a:p>
            <a:pPr algn="ctr" indent="0" marL="0">
              <a:buNone/>
            </a:pPr>
            <a:r>
              <a:rPr lang="en-US" sz="2200" b="1" dirty="0">
                <a:solidFill>
                  <a:srgbClr val="C62828"/>
                </a:solidFill>
                <a:latin typeface="Calibri" pitchFamily="34" charset="0"/>
                <a:ea typeface="Calibri" pitchFamily="34" charset="-122"/>
                <a:cs typeface="Calibri" pitchFamily="34" charset="-120"/>
              </a:rPr>
              <a:t>00:15</a:t>
            </a:r>
            <a:endParaRPr lang="en-US" sz="2200" dirty="0"/>
          </a:p>
        </p:txBody>
      </p:sp>
      <p:sp>
        <p:nvSpPr>
          <p:cNvPr id="13" name="Shape 9"/>
          <p:cNvSpPr/>
          <p:nvPr/>
        </p:nvSpPr>
        <p:spPr>
          <a:xfrm>
            <a:off x="2388870" y="2445837"/>
            <a:ext cx="20231" cy="46086"/>
          </a:xfrm>
          <a:prstGeom prst="rect">
            <a:avLst/>
          </a:prstGeom>
          <a:solidFill>
            <a:srgbClr val="C62828"/>
          </a:solidFill>
          <a:ln w="12700">
            <a:solidFill>
              <a:srgbClr val="C62828"/>
            </a:solidFill>
            <a:prstDash val="solid"/>
          </a:ln>
        </p:spPr>
      </p:sp>
      <p:sp>
        <p:nvSpPr>
          <p:cNvPr id="14" name="Shape 10"/>
          <p:cNvSpPr/>
          <p:nvPr/>
        </p:nvSpPr>
        <p:spPr>
          <a:xfrm>
            <a:off x="2422589" y="2445837"/>
            <a:ext cx="20231" cy="46086"/>
          </a:xfrm>
          <a:prstGeom prst="rect">
            <a:avLst/>
          </a:prstGeom>
          <a:solidFill>
            <a:srgbClr val="C62828"/>
          </a:solidFill>
          <a:ln w="12700">
            <a:solidFill>
              <a:srgbClr val="C62828"/>
            </a:solidFill>
            <a:prstDash val="solid"/>
          </a:ln>
        </p:spPr>
      </p:sp>
      <p:sp>
        <p:nvSpPr>
          <p:cNvPr id="15" name="Shape 11"/>
          <p:cNvSpPr/>
          <p:nvPr/>
        </p:nvSpPr>
        <p:spPr>
          <a:xfrm>
            <a:off x="2456307" y="2445837"/>
            <a:ext cx="20231" cy="46086"/>
          </a:xfrm>
          <a:prstGeom prst="rect">
            <a:avLst/>
          </a:prstGeom>
          <a:solidFill>
            <a:srgbClr val="C62828"/>
          </a:solidFill>
          <a:ln w="12700">
            <a:solidFill>
              <a:srgbClr val="C62828"/>
            </a:solidFill>
            <a:prstDash val="solid"/>
          </a:ln>
        </p:spPr>
      </p:sp>
      <p:sp>
        <p:nvSpPr>
          <p:cNvPr id="16" name="Shape 12"/>
          <p:cNvSpPr/>
          <p:nvPr/>
        </p:nvSpPr>
        <p:spPr>
          <a:xfrm>
            <a:off x="2490026" y="2445837"/>
            <a:ext cx="20231" cy="46086"/>
          </a:xfrm>
          <a:prstGeom prst="rect">
            <a:avLst/>
          </a:prstGeom>
          <a:solidFill>
            <a:srgbClr val="C62828"/>
          </a:solidFill>
          <a:ln w="12700">
            <a:solidFill>
              <a:srgbClr val="C62828"/>
            </a:solidFill>
            <a:prstDash val="solid"/>
          </a:ln>
        </p:spPr>
      </p:sp>
      <p:sp>
        <p:nvSpPr>
          <p:cNvPr id="17" name="Shape 13"/>
          <p:cNvSpPr/>
          <p:nvPr/>
        </p:nvSpPr>
        <p:spPr>
          <a:xfrm>
            <a:off x="2523744" y="2315745"/>
            <a:ext cx="20231" cy="306270"/>
          </a:xfrm>
          <a:prstGeom prst="rect">
            <a:avLst/>
          </a:prstGeom>
          <a:solidFill>
            <a:srgbClr val="C62828"/>
          </a:solidFill>
          <a:ln w="12700">
            <a:solidFill>
              <a:srgbClr val="C62828"/>
            </a:solidFill>
            <a:prstDash val="solid"/>
          </a:ln>
        </p:spPr>
      </p:sp>
      <p:sp>
        <p:nvSpPr>
          <p:cNvPr id="18" name="Shape 14"/>
          <p:cNvSpPr/>
          <p:nvPr/>
        </p:nvSpPr>
        <p:spPr>
          <a:xfrm>
            <a:off x="2557463" y="2338686"/>
            <a:ext cx="20231" cy="260388"/>
          </a:xfrm>
          <a:prstGeom prst="rect">
            <a:avLst/>
          </a:prstGeom>
          <a:solidFill>
            <a:srgbClr val="C62828"/>
          </a:solidFill>
          <a:ln w="12700">
            <a:solidFill>
              <a:srgbClr val="C62828"/>
            </a:solidFill>
            <a:prstDash val="solid"/>
          </a:ln>
        </p:spPr>
      </p:sp>
      <p:sp>
        <p:nvSpPr>
          <p:cNvPr id="19" name="Shape 15"/>
          <p:cNvSpPr/>
          <p:nvPr/>
        </p:nvSpPr>
        <p:spPr>
          <a:xfrm>
            <a:off x="2591181" y="2194280"/>
            <a:ext cx="20231" cy="549199"/>
          </a:xfrm>
          <a:prstGeom prst="rect">
            <a:avLst/>
          </a:prstGeom>
          <a:solidFill>
            <a:srgbClr val="C62828"/>
          </a:solidFill>
          <a:ln w="12700">
            <a:solidFill>
              <a:srgbClr val="C62828"/>
            </a:solidFill>
            <a:prstDash val="solid"/>
          </a:ln>
        </p:spPr>
      </p:sp>
      <p:sp>
        <p:nvSpPr>
          <p:cNvPr id="20" name="Shape 16"/>
          <p:cNvSpPr/>
          <p:nvPr/>
        </p:nvSpPr>
        <p:spPr>
          <a:xfrm>
            <a:off x="2624900" y="2305070"/>
            <a:ext cx="20231" cy="327620"/>
          </a:xfrm>
          <a:prstGeom prst="rect">
            <a:avLst/>
          </a:prstGeom>
          <a:solidFill>
            <a:srgbClr val="C62828"/>
          </a:solidFill>
          <a:ln w="12700">
            <a:solidFill>
              <a:srgbClr val="C62828"/>
            </a:solidFill>
            <a:prstDash val="solid"/>
          </a:ln>
        </p:spPr>
      </p:sp>
      <p:sp>
        <p:nvSpPr>
          <p:cNvPr id="21" name="Shape 17"/>
          <p:cNvSpPr/>
          <p:nvPr/>
        </p:nvSpPr>
        <p:spPr>
          <a:xfrm>
            <a:off x="2658618" y="2249757"/>
            <a:ext cx="20231" cy="438246"/>
          </a:xfrm>
          <a:prstGeom prst="rect">
            <a:avLst/>
          </a:prstGeom>
          <a:solidFill>
            <a:srgbClr val="C62828"/>
          </a:solidFill>
          <a:ln w="12700">
            <a:solidFill>
              <a:srgbClr val="C62828"/>
            </a:solidFill>
            <a:prstDash val="solid"/>
          </a:ln>
        </p:spPr>
      </p:sp>
      <p:sp>
        <p:nvSpPr>
          <p:cNvPr id="22" name="Shape 18"/>
          <p:cNvSpPr/>
          <p:nvPr/>
        </p:nvSpPr>
        <p:spPr>
          <a:xfrm>
            <a:off x="2692337" y="2331402"/>
            <a:ext cx="20231" cy="274957"/>
          </a:xfrm>
          <a:prstGeom prst="rect">
            <a:avLst/>
          </a:prstGeom>
          <a:solidFill>
            <a:srgbClr val="C62828"/>
          </a:solidFill>
          <a:ln w="12700">
            <a:solidFill>
              <a:srgbClr val="C62828"/>
            </a:solidFill>
            <a:prstDash val="solid"/>
          </a:ln>
        </p:spPr>
      </p:sp>
      <p:sp>
        <p:nvSpPr>
          <p:cNvPr id="23" name="Shape 19"/>
          <p:cNvSpPr/>
          <p:nvPr/>
        </p:nvSpPr>
        <p:spPr>
          <a:xfrm>
            <a:off x="2726055" y="2188448"/>
            <a:ext cx="20231" cy="560864"/>
          </a:xfrm>
          <a:prstGeom prst="rect">
            <a:avLst/>
          </a:prstGeom>
          <a:solidFill>
            <a:srgbClr val="C62828"/>
          </a:solidFill>
          <a:ln w="12700">
            <a:solidFill>
              <a:srgbClr val="C62828"/>
            </a:solidFill>
            <a:prstDash val="solid"/>
          </a:ln>
        </p:spPr>
      </p:sp>
      <p:sp>
        <p:nvSpPr>
          <p:cNvPr id="24" name="Shape 20"/>
          <p:cNvSpPr/>
          <p:nvPr/>
        </p:nvSpPr>
        <p:spPr>
          <a:xfrm>
            <a:off x="2759774" y="2295711"/>
            <a:ext cx="20231" cy="346338"/>
          </a:xfrm>
          <a:prstGeom prst="rect">
            <a:avLst/>
          </a:prstGeom>
          <a:solidFill>
            <a:srgbClr val="C62828"/>
          </a:solidFill>
          <a:ln w="12700">
            <a:solidFill>
              <a:srgbClr val="C62828"/>
            </a:solidFill>
            <a:prstDash val="solid"/>
          </a:ln>
        </p:spPr>
      </p:sp>
      <p:sp>
        <p:nvSpPr>
          <p:cNvPr id="25" name="Shape 21"/>
          <p:cNvSpPr/>
          <p:nvPr/>
        </p:nvSpPr>
        <p:spPr>
          <a:xfrm>
            <a:off x="2793492" y="2306569"/>
            <a:ext cx="20231" cy="324621"/>
          </a:xfrm>
          <a:prstGeom prst="rect">
            <a:avLst/>
          </a:prstGeom>
          <a:solidFill>
            <a:srgbClr val="C62828"/>
          </a:solidFill>
          <a:ln w="12700">
            <a:solidFill>
              <a:srgbClr val="C62828"/>
            </a:solidFill>
            <a:prstDash val="solid"/>
          </a:ln>
        </p:spPr>
      </p:sp>
      <p:sp>
        <p:nvSpPr>
          <p:cNvPr id="26" name="Shape 22"/>
          <p:cNvSpPr/>
          <p:nvPr/>
        </p:nvSpPr>
        <p:spPr>
          <a:xfrm>
            <a:off x="2827211" y="2285120"/>
            <a:ext cx="20231" cy="367520"/>
          </a:xfrm>
          <a:prstGeom prst="rect">
            <a:avLst/>
          </a:prstGeom>
          <a:solidFill>
            <a:srgbClr val="C62828"/>
          </a:solidFill>
          <a:ln w="12700">
            <a:solidFill>
              <a:srgbClr val="C62828"/>
            </a:solidFill>
            <a:prstDash val="solid"/>
          </a:ln>
        </p:spPr>
      </p:sp>
      <p:sp>
        <p:nvSpPr>
          <p:cNvPr id="27" name="Shape 23"/>
          <p:cNvSpPr/>
          <p:nvPr/>
        </p:nvSpPr>
        <p:spPr>
          <a:xfrm>
            <a:off x="2860929" y="2190913"/>
            <a:ext cx="20231" cy="555934"/>
          </a:xfrm>
          <a:prstGeom prst="rect">
            <a:avLst/>
          </a:prstGeom>
          <a:solidFill>
            <a:srgbClr val="C62828"/>
          </a:solidFill>
          <a:ln w="12700">
            <a:solidFill>
              <a:srgbClr val="C62828"/>
            </a:solidFill>
            <a:prstDash val="solid"/>
          </a:ln>
        </p:spPr>
      </p:sp>
      <p:sp>
        <p:nvSpPr>
          <p:cNvPr id="28" name="Shape 24"/>
          <p:cNvSpPr/>
          <p:nvPr/>
        </p:nvSpPr>
        <p:spPr>
          <a:xfrm>
            <a:off x="2894648" y="2237398"/>
            <a:ext cx="20231" cy="462964"/>
          </a:xfrm>
          <a:prstGeom prst="rect">
            <a:avLst/>
          </a:prstGeom>
          <a:solidFill>
            <a:srgbClr val="C62828"/>
          </a:solidFill>
          <a:ln w="12700">
            <a:solidFill>
              <a:srgbClr val="C62828"/>
            </a:solidFill>
            <a:prstDash val="solid"/>
          </a:ln>
        </p:spPr>
      </p:sp>
      <p:sp>
        <p:nvSpPr>
          <p:cNvPr id="29" name="Shape 25"/>
          <p:cNvSpPr/>
          <p:nvPr/>
        </p:nvSpPr>
        <p:spPr>
          <a:xfrm>
            <a:off x="2928366" y="2309449"/>
            <a:ext cx="20231" cy="318862"/>
          </a:xfrm>
          <a:prstGeom prst="rect">
            <a:avLst/>
          </a:prstGeom>
          <a:solidFill>
            <a:srgbClr val="C62828"/>
          </a:solidFill>
          <a:ln w="12700">
            <a:solidFill>
              <a:srgbClr val="C62828"/>
            </a:solidFill>
            <a:prstDash val="solid"/>
          </a:ln>
        </p:spPr>
      </p:sp>
      <p:sp>
        <p:nvSpPr>
          <p:cNvPr id="30" name="Shape 26"/>
          <p:cNvSpPr/>
          <p:nvPr/>
        </p:nvSpPr>
        <p:spPr>
          <a:xfrm>
            <a:off x="2962085" y="2254603"/>
            <a:ext cx="20231" cy="428554"/>
          </a:xfrm>
          <a:prstGeom prst="rect">
            <a:avLst/>
          </a:prstGeom>
          <a:solidFill>
            <a:srgbClr val="C62828"/>
          </a:solidFill>
          <a:ln w="12700">
            <a:solidFill>
              <a:srgbClr val="C62828"/>
            </a:solidFill>
            <a:prstDash val="solid"/>
          </a:ln>
        </p:spPr>
      </p:sp>
      <p:sp>
        <p:nvSpPr>
          <p:cNvPr id="31" name="Shape 27"/>
          <p:cNvSpPr/>
          <p:nvPr/>
        </p:nvSpPr>
        <p:spPr>
          <a:xfrm>
            <a:off x="2995803" y="2241503"/>
            <a:ext cx="20231" cy="454755"/>
          </a:xfrm>
          <a:prstGeom prst="rect">
            <a:avLst/>
          </a:prstGeom>
          <a:solidFill>
            <a:srgbClr val="C62828"/>
          </a:solidFill>
          <a:ln w="12700">
            <a:solidFill>
              <a:srgbClr val="C62828"/>
            </a:solidFill>
            <a:prstDash val="solid"/>
          </a:ln>
        </p:spPr>
      </p:sp>
      <p:sp>
        <p:nvSpPr>
          <p:cNvPr id="32" name="Shape 28"/>
          <p:cNvSpPr/>
          <p:nvPr/>
        </p:nvSpPr>
        <p:spPr>
          <a:xfrm>
            <a:off x="3029522" y="2379051"/>
            <a:ext cx="20231" cy="179658"/>
          </a:xfrm>
          <a:prstGeom prst="rect">
            <a:avLst/>
          </a:prstGeom>
          <a:solidFill>
            <a:srgbClr val="C62828"/>
          </a:solidFill>
          <a:ln w="12700">
            <a:solidFill>
              <a:srgbClr val="C62828"/>
            </a:solidFill>
            <a:prstDash val="solid"/>
          </a:ln>
        </p:spPr>
      </p:sp>
      <p:sp>
        <p:nvSpPr>
          <p:cNvPr id="33" name="Shape 29"/>
          <p:cNvSpPr/>
          <p:nvPr/>
        </p:nvSpPr>
        <p:spPr>
          <a:xfrm>
            <a:off x="3063240" y="2201145"/>
            <a:ext cx="20231" cy="535470"/>
          </a:xfrm>
          <a:prstGeom prst="rect">
            <a:avLst/>
          </a:prstGeom>
          <a:solidFill>
            <a:srgbClr val="C62828"/>
          </a:solidFill>
          <a:ln w="12700">
            <a:solidFill>
              <a:srgbClr val="C62828"/>
            </a:solidFill>
            <a:prstDash val="solid"/>
          </a:ln>
        </p:spPr>
      </p:sp>
      <p:sp>
        <p:nvSpPr>
          <p:cNvPr id="34" name="Shape 30"/>
          <p:cNvSpPr/>
          <p:nvPr/>
        </p:nvSpPr>
        <p:spPr>
          <a:xfrm>
            <a:off x="3096959" y="2234873"/>
            <a:ext cx="20231" cy="468015"/>
          </a:xfrm>
          <a:prstGeom prst="rect">
            <a:avLst/>
          </a:prstGeom>
          <a:solidFill>
            <a:srgbClr val="C62828"/>
          </a:solidFill>
          <a:ln w="12700">
            <a:solidFill>
              <a:srgbClr val="C62828"/>
            </a:solidFill>
            <a:prstDash val="solid"/>
          </a:ln>
        </p:spPr>
      </p:sp>
      <p:sp>
        <p:nvSpPr>
          <p:cNvPr id="35" name="Shape 31"/>
          <p:cNvSpPr/>
          <p:nvPr/>
        </p:nvSpPr>
        <p:spPr>
          <a:xfrm>
            <a:off x="3130677" y="2208289"/>
            <a:ext cx="20231" cy="521182"/>
          </a:xfrm>
          <a:prstGeom prst="rect">
            <a:avLst/>
          </a:prstGeom>
          <a:solidFill>
            <a:srgbClr val="C62828"/>
          </a:solidFill>
          <a:ln w="12700">
            <a:solidFill>
              <a:srgbClr val="C62828"/>
            </a:solidFill>
            <a:prstDash val="solid"/>
          </a:ln>
        </p:spPr>
      </p:sp>
      <p:sp>
        <p:nvSpPr>
          <p:cNvPr id="36" name="Shape 32"/>
          <p:cNvSpPr/>
          <p:nvPr/>
        </p:nvSpPr>
        <p:spPr>
          <a:xfrm>
            <a:off x="3164396" y="2349779"/>
            <a:ext cx="20231" cy="238203"/>
          </a:xfrm>
          <a:prstGeom prst="rect">
            <a:avLst/>
          </a:prstGeom>
          <a:solidFill>
            <a:srgbClr val="C62828"/>
          </a:solidFill>
          <a:ln w="12700">
            <a:solidFill>
              <a:srgbClr val="C62828"/>
            </a:solidFill>
            <a:prstDash val="solid"/>
          </a:ln>
        </p:spPr>
      </p:sp>
      <p:sp>
        <p:nvSpPr>
          <p:cNvPr id="37" name="Shape 33"/>
          <p:cNvSpPr/>
          <p:nvPr/>
        </p:nvSpPr>
        <p:spPr>
          <a:xfrm>
            <a:off x="3198114" y="2335123"/>
            <a:ext cx="20231" cy="267515"/>
          </a:xfrm>
          <a:prstGeom prst="rect">
            <a:avLst/>
          </a:prstGeom>
          <a:solidFill>
            <a:srgbClr val="C62828"/>
          </a:solidFill>
          <a:ln w="12700">
            <a:solidFill>
              <a:srgbClr val="C62828"/>
            </a:solidFill>
            <a:prstDash val="solid"/>
          </a:ln>
        </p:spPr>
      </p:sp>
      <p:sp>
        <p:nvSpPr>
          <p:cNvPr id="38" name="Shape 34"/>
          <p:cNvSpPr/>
          <p:nvPr/>
        </p:nvSpPr>
        <p:spPr>
          <a:xfrm>
            <a:off x="3231833" y="2318029"/>
            <a:ext cx="20231" cy="301702"/>
          </a:xfrm>
          <a:prstGeom prst="rect">
            <a:avLst/>
          </a:prstGeom>
          <a:solidFill>
            <a:srgbClr val="C62828"/>
          </a:solidFill>
          <a:ln w="12700">
            <a:solidFill>
              <a:srgbClr val="C62828"/>
            </a:solidFill>
            <a:prstDash val="solid"/>
          </a:ln>
        </p:spPr>
      </p:sp>
      <p:sp>
        <p:nvSpPr>
          <p:cNvPr id="39" name="Shape 35"/>
          <p:cNvSpPr/>
          <p:nvPr/>
        </p:nvSpPr>
        <p:spPr>
          <a:xfrm>
            <a:off x="3265551" y="2213243"/>
            <a:ext cx="20231" cy="511273"/>
          </a:xfrm>
          <a:prstGeom prst="rect">
            <a:avLst/>
          </a:prstGeom>
          <a:solidFill>
            <a:srgbClr val="C62828"/>
          </a:solidFill>
          <a:ln w="12700">
            <a:solidFill>
              <a:srgbClr val="C62828"/>
            </a:solidFill>
            <a:prstDash val="solid"/>
          </a:ln>
        </p:spPr>
      </p:sp>
      <p:sp>
        <p:nvSpPr>
          <p:cNvPr id="40" name="Shape 36"/>
          <p:cNvSpPr/>
          <p:nvPr/>
        </p:nvSpPr>
        <p:spPr>
          <a:xfrm>
            <a:off x="3299270" y="2256617"/>
            <a:ext cx="20231" cy="424526"/>
          </a:xfrm>
          <a:prstGeom prst="rect">
            <a:avLst/>
          </a:prstGeom>
          <a:solidFill>
            <a:srgbClr val="C62828"/>
          </a:solidFill>
          <a:ln w="12700">
            <a:solidFill>
              <a:srgbClr val="C62828"/>
            </a:solidFill>
            <a:prstDash val="solid"/>
          </a:ln>
        </p:spPr>
      </p:sp>
      <p:sp>
        <p:nvSpPr>
          <p:cNvPr id="41" name="Shape 37"/>
          <p:cNvSpPr/>
          <p:nvPr/>
        </p:nvSpPr>
        <p:spPr>
          <a:xfrm>
            <a:off x="3332988" y="2221010"/>
            <a:ext cx="20231" cy="495740"/>
          </a:xfrm>
          <a:prstGeom prst="rect">
            <a:avLst/>
          </a:prstGeom>
          <a:solidFill>
            <a:srgbClr val="C62828"/>
          </a:solidFill>
          <a:ln w="12700">
            <a:solidFill>
              <a:srgbClr val="C62828"/>
            </a:solidFill>
            <a:prstDash val="solid"/>
          </a:ln>
        </p:spPr>
      </p:sp>
      <p:sp>
        <p:nvSpPr>
          <p:cNvPr id="42" name="Shape 38"/>
          <p:cNvSpPr/>
          <p:nvPr/>
        </p:nvSpPr>
        <p:spPr>
          <a:xfrm>
            <a:off x="3366707" y="2312404"/>
            <a:ext cx="20231" cy="312951"/>
          </a:xfrm>
          <a:prstGeom prst="rect">
            <a:avLst/>
          </a:prstGeom>
          <a:solidFill>
            <a:srgbClr val="C62828"/>
          </a:solidFill>
          <a:ln w="12700">
            <a:solidFill>
              <a:srgbClr val="C62828"/>
            </a:solidFill>
            <a:prstDash val="solid"/>
          </a:ln>
        </p:spPr>
      </p:sp>
      <p:sp>
        <p:nvSpPr>
          <p:cNvPr id="43" name="Shape 39"/>
          <p:cNvSpPr/>
          <p:nvPr/>
        </p:nvSpPr>
        <p:spPr>
          <a:xfrm>
            <a:off x="3400425" y="2318595"/>
            <a:ext cx="20231" cy="300569"/>
          </a:xfrm>
          <a:prstGeom prst="rect">
            <a:avLst/>
          </a:prstGeom>
          <a:solidFill>
            <a:srgbClr val="C62828"/>
          </a:solidFill>
          <a:ln w="12700">
            <a:solidFill>
              <a:srgbClr val="C62828"/>
            </a:solidFill>
            <a:prstDash val="solid"/>
          </a:ln>
        </p:spPr>
      </p:sp>
      <p:sp>
        <p:nvSpPr>
          <p:cNvPr id="44" name="Shape 40"/>
          <p:cNvSpPr/>
          <p:nvPr/>
        </p:nvSpPr>
        <p:spPr>
          <a:xfrm>
            <a:off x="3434144" y="2236472"/>
            <a:ext cx="20231" cy="464817"/>
          </a:xfrm>
          <a:prstGeom prst="rect">
            <a:avLst/>
          </a:prstGeom>
          <a:solidFill>
            <a:srgbClr val="C62828"/>
          </a:solidFill>
          <a:ln w="12700">
            <a:solidFill>
              <a:srgbClr val="C62828"/>
            </a:solidFill>
            <a:prstDash val="solid"/>
          </a:ln>
        </p:spPr>
      </p:sp>
      <p:sp>
        <p:nvSpPr>
          <p:cNvPr id="45" name="Shape 41"/>
          <p:cNvSpPr/>
          <p:nvPr/>
        </p:nvSpPr>
        <p:spPr>
          <a:xfrm>
            <a:off x="3467862" y="2361626"/>
            <a:ext cx="20231" cy="214509"/>
          </a:xfrm>
          <a:prstGeom prst="rect">
            <a:avLst/>
          </a:prstGeom>
          <a:solidFill>
            <a:srgbClr val="C62828"/>
          </a:solidFill>
          <a:ln w="12700">
            <a:solidFill>
              <a:srgbClr val="C62828"/>
            </a:solidFill>
            <a:prstDash val="solid"/>
          </a:ln>
        </p:spPr>
      </p:sp>
      <p:sp>
        <p:nvSpPr>
          <p:cNvPr id="46" name="Shape 42"/>
          <p:cNvSpPr/>
          <p:nvPr/>
        </p:nvSpPr>
        <p:spPr>
          <a:xfrm>
            <a:off x="3501581" y="2235422"/>
            <a:ext cx="20231" cy="466915"/>
          </a:xfrm>
          <a:prstGeom prst="rect">
            <a:avLst/>
          </a:prstGeom>
          <a:solidFill>
            <a:srgbClr val="C62828"/>
          </a:solidFill>
          <a:ln w="12700">
            <a:solidFill>
              <a:srgbClr val="C62828"/>
            </a:solidFill>
            <a:prstDash val="solid"/>
          </a:ln>
        </p:spPr>
      </p:sp>
      <p:sp>
        <p:nvSpPr>
          <p:cNvPr id="47" name="Shape 43"/>
          <p:cNvSpPr/>
          <p:nvPr/>
        </p:nvSpPr>
        <p:spPr>
          <a:xfrm>
            <a:off x="3535299" y="2280403"/>
            <a:ext cx="20231" cy="376953"/>
          </a:xfrm>
          <a:prstGeom prst="rect">
            <a:avLst/>
          </a:prstGeom>
          <a:solidFill>
            <a:srgbClr val="C62828"/>
          </a:solidFill>
          <a:ln w="12700">
            <a:solidFill>
              <a:srgbClr val="C62828"/>
            </a:solidFill>
            <a:prstDash val="solid"/>
          </a:ln>
        </p:spPr>
      </p:sp>
      <p:sp>
        <p:nvSpPr>
          <p:cNvPr id="48" name="Shape 44"/>
          <p:cNvSpPr/>
          <p:nvPr/>
        </p:nvSpPr>
        <p:spPr>
          <a:xfrm>
            <a:off x="3569018" y="2276897"/>
            <a:ext cx="20231" cy="383966"/>
          </a:xfrm>
          <a:prstGeom prst="rect">
            <a:avLst/>
          </a:prstGeom>
          <a:solidFill>
            <a:srgbClr val="C62828"/>
          </a:solidFill>
          <a:ln w="12700">
            <a:solidFill>
              <a:srgbClr val="C62828"/>
            </a:solidFill>
            <a:prstDash val="solid"/>
          </a:ln>
        </p:spPr>
      </p:sp>
      <p:sp>
        <p:nvSpPr>
          <p:cNvPr id="49" name="Shape 45"/>
          <p:cNvSpPr/>
          <p:nvPr/>
        </p:nvSpPr>
        <p:spPr>
          <a:xfrm>
            <a:off x="3602736" y="2445837"/>
            <a:ext cx="20231" cy="46086"/>
          </a:xfrm>
          <a:prstGeom prst="rect">
            <a:avLst/>
          </a:prstGeom>
          <a:solidFill>
            <a:srgbClr val="C62828"/>
          </a:solidFill>
          <a:ln w="12700">
            <a:solidFill>
              <a:srgbClr val="C62828"/>
            </a:solidFill>
            <a:prstDash val="solid"/>
          </a:ln>
        </p:spPr>
      </p:sp>
      <p:sp>
        <p:nvSpPr>
          <p:cNvPr id="50" name="Shape 46"/>
          <p:cNvSpPr/>
          <p:nvPr/>
        </p:nvSpPr>
        <p:spPr>
          <a:xfrm>
            <a:off x="3636454" y="2445837"/>
            <a:ext cx="20231" cy="46086"/>
          </a:xfrm>
          <a:prstGeom prst="rect">
            <a:avLst/>
          </a:prstGeom>
          <a:solidFill>
            <a:srgbClr val="C62828"/>
          </a:solidFill>
          <a:ln w="12700">
            <a:solidFill>
              <a:srgbClr val="C62828"/>
            </a:solidFill>
            <a:prstDash val="solid"/>
          </a:ln>
        </p:spPr>
      </p:sp>
      <p:sp>
        <p:nvSpPr>
          <p:cNvPr id="51" name="Shape 47"/>
          <p:cNvSpPr/>
          <p:nvPr/>
        </p:nvSpPr>
        <p:spPr>
          <a:xfrm>
            <a:off x="3670173" y="2445837"/>
            <a:ext cx="20231" cy="46086"/>
          </a:xfrm>
          <a:prstGeom prst="rect">
            <a:avLst/>
          </a:prstGeom>
          <a:solidFill>
            <a:srgbClr val="C62828"/>
          </a:solidFill>
          <a:ln w="12700">
            <a:solidFill>
              <a:srgbClr val="C62828"/>
            </a:solidFill>
            <a:prstDash val="solid"/>
          </a:ln>
        </p:spPr>
      </p:sp>
      <p:sp>
        <p:nvSpPr>
          <p:cNvPr id="52" name="Shape 48"/>
          <p:cNvSpPr/>
          <p:nvPr/>
        </p:nvSpPr>
        <p:spPr>
          <a:xfrm>
            <a:off x="3703892" y="2445837"/>
            <a:ext cx="20231" cy="46086"/>
          </a:xfrm>
          <a:prstGeom prst="rect">
            <a:avLst/>
          </a:prstGeom>
          <a:solidFill>
            <a:srgbClr val="C62828"/>
          </a:solidFill>
          <a:ln w="12700">
            <a:solidFill>
              <a:srgbClr val="C62828"/>
            </a:solidFill>
            <a:prstDash val="solid"/>
          </a:ln>
        </p:spPr>
      </p:sp>
      <p:sp>
        <p:nvSpPr>
          <p:cNvPr id="53" name="Shape 49"/>
          <p:cNvSpPr/>
          <p:nvPr/>
        </p:nvSpPr>
        <p:spPr>
          <a:xfrm>
            <a:off x="2743200" y="3566160"/>
            <a:ext cx="640080" cy="640080"/>
          </a:xfrm>
          <a:prstGeom prst="ellipse">
            <a:avLst/>
          </a:prstGeom>
          <a:solidFill>
            <a:srgbClr val="FFFFFF"/>
          </a:solidFill>
          <a:ln w="25400">
            <a:solidFill>
              <a:srgbClr val="CCCCCC"/>
            </a:solidFill>
            <a:prstDash val="solid"/>
          </a:ln>
        </p:spPr>
      </p:sp>
      <p:sp>
        <p:nvSpPr>
          <p:cNvPr id="54" name="Shape 50"/>
          <p:cNvSpPr/>
          <p:nvPr/>
        </p:nvSpPr>
        <p:spPr>
          <a:xfrm>
            <a:off x="2944368" y="3767328"/>
            <a:ext cx="237744" cy="237744"/>
          </a:xfrm>
          <a:prstGeom prst="roundRect">
            <a:avLst>
              <a:gd name="adj" fmla="val 15385"/>
            </a:avLst>
          </a:prstGeom>
          <a:solidFill>
            <a:srgbClr val="C62828"/>
          </a:solidFill>
          <a:ln w="12700">
            <a:solidFill>
              <a:srgbClr val="C62828"/>
            </a:solidFill>
            <a:prstDash val="solid"/>
          </a:ln>
        </p:spPr>
      </p:sp>
      <p:sp>
        <p:nvSpPr>
          <p:cNvPr id="55" name="Shape 51"/>
          <p:cNvSpPr/>
          <p:nvPr/>
        </p:nvSpPr>
        <p:spPr>
          <a:xfrm>
            <a:off x="2706624" y="3529584"/>
            <a:ext cx="713232" cy="713232"/>
          </a:xfrm>
          <a:prstGeom prst="roundRect">
            <a:avLst>
              <a:gd name="adj" fmla="val 6410"/>
            </a:avLst>
          </a:prstGeom>
          <a:solidFill>
            <a:srgbClr val="FFFFFF">
              <a:alpha val="0"/>
            </a:srgbClr>
          </a:solidFill>
          <a:ln w="31750">
            <a:solidFill>
              <a:srgbClr val="E53935"/>
            </a:solidFill>
            <a:prstDash val="solid"/>
          </a:ln>
        </p:spPr>
      </p:sp>
      <p:sp>
        <p:nvSpPr>
          <p:cNvPr id="56" name="Shape 52"/>
          <p:cNvSpPr/>
          <p:nvPr/>
        </p:nvSpPr>
        <p:spPr>
          <a:xfrm>
            <a:off x="3282696" y="3392424"/>
            <a:ext cx="274320" cy="274320"/>
          </a:xfrm>
          <a:prstGeom prst="ellipse">
            <a:avLst/>
          </a:prstGeom>
          <a:solidFill>
            <a:srgbClr val="E53935"/>
          </a:solidFill>
          <a:ln w="12700">
            <a:solidFill>
              <a:srgbClr val="FFFFFF"/>
            </a:solidFill>
            <a:prstDash val="solid"/>
          </a:ln>
        </p:spPr>
      </p:sp>
      <p:sp>
        <p:nvSpPr>
          <p:cNvPr id="57" name="Text 53"/>
          <p:cNvSpPr txBox="1"/>
          <p:nvPr/>
        </p:nvSpPr>
        <p:spPr>
          <a:xfrm>
            <a:off x="3282696" y="33924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58" name="Image 2" descr="preencoded.png">    </p:cNvPr>
          <p:cNvPicPr>
            <a:picLocks noChangeAspect="1"/>
          </p:cNvPicPr>
          <p:nvPr/>
        </p:nvPicPr>
        <p:blipFill>
          <a:blip r:embed="rId3"/>
          <a:stretch>
            <a:fillRect/>
          </a:stretch>
        </p:blipFill>
        <p:spPr>
          <a:xfrm>
            <a:off x="3095244" y="3918204"/>
            <a:ext cx="237744" cy="237744"/>
          </a:xfrm>
          <a:prstGeom prst="rect">
            <a:avLst/>
          </a:prstGeom>
        </p:spPr>
      </p:pic>
      <p:sp>
        <p:nvSpPr>
          <p:cNvPr id="59" name="Text 5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60" name="Text 5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Bicara jelas 15 detik, lalu tekan Stop</a:t>
            </a:r>
            <a:endParaRPr lang="en-US" sz="1800" dirty="0"/>
          </a:p>
        </p:txBody>
      </p:sp>
      <p:sp>
        <p:nvSpPr>
          <p:cNvPr id="61" name="Text 5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Ucapkan salam dan perkenalan diri dengan tenang. Angka waktu berjalan dan gelombang suara bergerak. Tekan tombol kotak untuk berhenti.</a:t>
            </a:r>
            <a:endParaRPr lang="en-US" sz="1300" dirty="0"/>
          </a:p>
        </p:txBody>
      </p:sp>
      <p:sp>
        <p:nvSpPr>
          <p:cNvPr id="62" name="Shape 5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3" name="Image 3" descr="preencoded.png">    </p:cNvPr>
          <p:cNvPicPr>
            <a:picLocks noChangeAspect="1"/>
          </p:cNvPicPr>
          <p:nvPr/>
        </p:nvPicPr>
        <p:blipFill>
          <a:blip r:embed="rId4"/>
          <a:stretch>
            <a:fillRect/>
          </a:stretch>
        </p:blipFill>
        <p:spPr>
          <a:xfrm>
            <a:off x="6108192" y="3721608"/>
            <a:ext cx="201168" cy="201168"/>
          </a:xfrm>
          <a:prstGeom prst="rect">
            <a:avLst/>
          </a:prstGeom>
        </p:spPr>
      </p:pic>
      <p:sp>
        <p:nvSpPr>
          <p:cNvPr id="64" name="Text 5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Diam 1 detik sebelum mulai dan setelah selesai bicara.</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Mendengarkan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Text 7"/>
          <p:cNvSpPr txBox="1"/>
          <p:nvPr/>
        </p:nvSpPr>
        <p:spPr>
          <a:xfrm>
            <a:off x="2251710" y="1280160"/>
            <a:ext cx="1623060" cy="228600"/>
          </a:xfrm>
          <a:prstGeom prst="rect">
            <a:avLst/>
          </a:prstGeom>
          <a:noFill/>
          <a:ln/>
        </p:spPr>
        <p:txBody>
          <a:bodyPr wrap="square" lIns="0" tIns="0" rIns="0" bIns="0" rtlCol="0" anchor="t"/>
          <a:lstStyle/>
          <a:p>
            <a:pPr algn="ctr" indent="0" marL="0">
              <a:buNone/>
            </a:pPr>
            <a:r>
              <a:rPr lang="en-US" sz="1000" b="1" dirty="0">
                <a:solidFill>
                  <a:srgbClr val="1E2A26"/>
                </a:solidFill>
                <a:latin typeface="Calibri" pitchFamily="34" charset="0"/>
                <a:ea typeface="Calibri" pitchFamily="34" charset="-122"/>
                <a:cs typeface="Calibri" pitchFamily="34" charset="-120"/>
              </a:rPr>
              <a:t>Perekam Suara</a:t>
            </a:r>
            <a:endParaRPr lang="en-US" sz="1000" dirty="0"/>
          </a:p>
        </p:txBody>
      </p:sp>
      <p:sp>
        <p:nvSpPr>
          <p:cNvPr id="12" name="Text 8"/>
          <p:cNvSpPr txBox="1"/>
          <p:nvPr/>
        </p:nvSpPr>
        <p:spPr>
          <a:xfrm>
            <a:off x="2251710" y="1645920"/>
            <a:ext cx="1623060" cy="411480"/>
          </a:xfrm>
          <a:prstGeom prst="rect">
            <a:avLst/>
          </a:prstGeom>
          <a:noFill/>
          <a:ln/>
        </p:spPr>
        <p:txBody>
          <a:bodyPr wrap="square" lIns="0" tIns="0" rIns="0" bIns="0" rtlCol="0" anchor="t"/>
          <a:lstStyle/>
          <a:p>
            <a:pPr algn="ctr" indent="0" marL="0">
              <a:buNone/>
            </a:pPr>
            <a:r>
              <a:rPr lang="en-US" sz="2200" b="1" dirty="0">
                <a:solidFill>
                  <a:srgbClr val="222222"/>
                </a:solidFill>
                <a:latin typeface="Calibri" pitchFamily="34" charset="0"/>
                <a:ea typeface="Calibri" pitchFamily="34" charset="-122"/>
                <a:cs typeface="Calibri" pitchFamily="34" charset="-120"/>
              </a:rPr>
              <a:t>00:15</a:t>
            </a:r>
            <a:endParaRPr lang="en-US" sz="2200" dirty="0"/>
          </a:p>
        </p:txBody>
      </p:sp>
      <p:sp>
        <p:nvSpPr>
          <p:cNvPr id="13" name="Shape 9"/>
          <p:cNvSpPr/>
          <p:nvPr/>
        </p:nvSpPr>
        <p:spPr>
          <a:xfrm>
            <a:off x="2388870" y="2459736"/>
            <a:ext cx="1348740" cy="18288"/>
          </a:xfrm>
          <a:prstGeom prst="rect">
            <a:avLst/>
          </a:prstGeom>
          <a:solidFill>
            <a:srgbClr val="BBBBBB"/>
          </a:solidFill>
          <a:ln w="12700">
            <a:solidFill>
              <a:srgbClr val="BBBBBB"/>
            </a:solidFill>
            <a:prstDash val="solid"/>
          </a:ln>
        </p:spPr>
      </p:sp>
      <p:sp>
        <p:nvSpPr>
          <p:cNvPr id="14" name="Shape 10"/>
          <p:cNvSpPr/>
          <p:nvPr/>
        </p:nvSpPr>
        <p:spPr>
          <a:xfrm>
            <a:off x="2743200" y="3566160"/>
            <a:ext cx="640080" cy="640080"/>
          </a:xfrm>
          <a:prstGeom prst="ellipse">
            <a:avLst/>
          </a:prstGeom>
          <a:solidFill>
            <a:srgbClr val="FFFFFF"/>
          </a:solidFill>
          <a:ln w="25400">
            <a:solidFill>
              <a:srgbClr val="CCCCCC"/>
            </a:solidFill>
            <a:prstDash val="solid"/>
          </a:ln>
        </p:spPr>
      </p:sp>
      <p:sp>
        <p:nvSpPr>
          <p:cNvPr id="15" name="Shape 11"/>
          <p:cNvSpPr/>
          <p:nvPr/>
        </p:nvSpPr>
        <p:spPr>
          <a:xfrm>
            <a:off x="2852928" y="3675888"/>
            <a:ext cx="420624" cy="420624"/>
          </a:xfrm>
          <a:prstGeom prst="ellipse">
            <a:avLst/>
          </a:prstGeom>
          <a:solidFill>
            <a:srgbClr val="C62828"/>
          </a:solidFill>
          <a:ln/>
        </p:spPr>
      </p:sp>
      <p:sp>
        <p:nvSpPr>
          <p:cNvPr id="16" name="Shape 12"/>
          <p:cNvSpPr/>
          <p:nvPr/>
        </p:nvSpPr>
        <p:spPr>
          <a:xfrm>
            <a:off x="2388870" y="2926080"/>
            <a:ext cx="1348740" cy="256032"/>
          </a:xfrm>
          <a:prstGeom prst="roundRect">
            <a:avLst>
              <a:gd name="adj" fmla="val 17857"/>
            </a:avLst>
          </a:prstGeom>
          <a:solidFill>
            <a:srgbClr val="FDECEA"/>
          </a:solidFill>
          <a:ln w="12700">
            <a:solidFill>
              <a:srgbClr val="FDECEA"/>
            </a:solidFill>
            <a:prstDash val="solid"/>
          </a:ln>
        </p:spPr>
      </p:sp>
      <p:pic>
        <p:nvPicPr>
          <p:cNvPr id="17" name="Image 2" descr="preencoded.png">    </p:cNvPr>
          <p:cNvPicPr>
            <a:picLocks noChangeAspect="1"/>
          </p:cNvPicPr>
          <p:nvPr/>
        </p:nvPicPr>
        <p:blipFill>
          <a:blip r:embed="rId3"/>
          <a:stretch>
            <a:fillRect/>
          </a:stretch>
        </p:blipFill>
        <p:spPr>
          <a:xfrm>
            <a:off x="2443734" y="2990088"/>
            <a:ext cx="128016" cy="128016"/>
          </a:xfrm>
          <a:prstGeom prst="rect">
            <a:avLst/>
          </a:prstGeom>
        </p:spPr>
      </p:pic>
      <p:sp>
        <p:nvSpPr>
          <p:cNvPr id="18" name="Text 13"/>
          <p:cNvSpPr txBox="1"/>
          <p:nvPr/>
        </p:nvSpPr>
        <p:spPr>
          <a:xfrm>
            <a:off x="2644902" y="2926080"/>
            <a:ext cx="1074420" cy="256032"/>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Rekaman_002 · 00:15</a:t>
            </a:r>
            <a:endParaRPr lang="en-US" sz="750" dirty="0"/>
          </a:p>
        </p:txBody>
      </p:sp>
      <p:sp>
        <p:nvSpPr>
          <p:cNvPr id="19" name="Shape 14"/>
          <p:cNvSpPr/>
          <p:nvPr/>
        </p:nvSpPr>
        <p:spPr>
          <a:xfrm>
            <a:off x="2388870" y="3218688"/>
            <a:ext cx="1348740" cy="256032"/>
          </a:xfrm>
          <a:prstGeom prst="roundRect">
            <a:avLst>
              <a:gd name="adj" fmla="val 17857"/>
            </a:avLst>
          </a:prstGeom>
          <a:solidFill>
            <a:srgbClr val="F5F5F5"/>
          </a:solidFill>
          <a:ln w="12700">
            <a:solidFill>
              <a:srgbClr val="F5F5F5"/>
            </a:solidFill>
            <a:prstDash val="solid"/>
          </a:ln>
        </p:spPr>
      </p:sp>
      <p:pic>
        <p:nvPicPr>
          <p:cNvPr id="20" name="Image 3" descr="preencoded.png">    </p:cNvPr>
          <p:cNvPicPr>
            <a:picLocks noChangeAspect="1"/>
          </p:cNvPicPr>
          <p:nvPr/>
        </p:nvPicPr>
        <p:blipFill>
          <a:blip r:embed="rId4"/>
          <a:stretch>
            <a:fillRect/>
          </a:stretch>
        </p:blipFill>
        <p:spPr>
          <a:xfrm>
            <a:off x="2443734" y="3282696"/>
            <a:ext cx="128016" cy="128016"/>
          </a:xfrm>
          <a:prstGeom prst="rect">
            <a:avLst/>
          </a:prstGeom>
        </p:spPr>
      </p:pic>
      <p:sp>
        <p:nvSpPr>
          <p:cNvPr id="21" name="Text 15"/>
          <p:cNvSpPr txBox="1"/>
          <p:nvPr/>
        </p:nvSpPr>
        <p:spPr>
          <a:xfrm>
            <a:off x="2644902" y="3218688"/>
            <a:ext cx="1074420" cy="256032"/>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Rekaman_001 · 00:15</a:t>
            </a:r>
            <a:endParaRPr lang="en-US" sz="750" dirty="0"/>
          </a:p>
        </p:txBody>
      </p:sp>
      <p:sp>
        <p:nvSpPr>
          <p:cNvPr id="22" name="Shape 16"/>
          <p:cNvSpPr/>
          <p:nvPr/>
        </p:nvSpPr>
        <p:spPr>
          <a:xfrm>
            <a:off x="2361438" y="2898648"/>
            <a:ext cx="1403604" cy="310896"/>
          </a:xfrm>
          <a:prstGeom prst="roundRect">
            <a:avLst>
              <a:gd name="adj" fmla="val 14706"/>
            </a:avLst>
          </a:prstGeom>
          <a:solidFill>
            <a:srgbClr val="FFFFFF">
              <a:alpha val="0"/>
            </a:srgbClr>
          </a:solidFill>
          <a:ln w="31750">
            <a:solidFill>
              <a:srgbClr val="E53935"/>
            </a:solidFill>
            <a:prstDash val="solid"/>
          </a:ln>
        </p:spPr>
      </p:sp>
      <p:sp>
        <p:nvSpPr>
          <p:cNvPr id="23" name="Shape 17"/>
          <p:cNvSpPr/>
          <p:nvPr/>
        </p:nvSpPr>
        <p:spPr>
          <a:xfrm>
            <a:off x="3627882" y="2761488"/>
            <a:ext cx="274320" cy="274320"/>
          </a:xfrm>
          <a:prstGeom prst="ellipse">
            <a:avLst/>
          </a:prstGeom>
          <a:solidFill>
            <a:srgbClr val="E53935"/>
          </a:solidFill>
          <a:ln w="12700">
            <a:solidFill>
              <a:srgbClr val="FFFFFF"/>
            </a:solidFill>
            <a:prstDash val="solid"/>
          </a:ln>
        </p:spPr>
      </p:sp>
      <p:sp>
        <p:nvSpPr>
          <p:cNvPr id="24" name="Text 18"/>
          <p:cNvSpPr txBox="1"/>
          <p:nvPr/>
        </p:nvSpPr>
        <p:spPr>
          <a:xfrm>
            <a:off x="3627882" y="27614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25" name="Image 4" descr="preencoded.png">    </p:cNvPr>
          <p:cNvPicPr>
            <a:picLocks noChangeAspect="1"/>
          </p:cNvPicPr>
          <p:nvPr/>
        </p:nvPicPr>
        <p:blipFill>
          <a:blip r:embed="rId5"/>
          <a:stretch>
            <a:fillRect/>
          </a:stretch>
        </p:blipFill>
        <p:spPr>
          <a:xfrm>
            <a:off x="3130677" y="3066898"/>
            <a:ext cx="237744" cy="237744"/>
          </a:xfrm>
          <a:prstGeom prst="rect">
            <a:avLst/>
          </a:prstGeom>
        </p:spPr>
      </p:pic>
      <p:sp>
        <p:nvSpPr>
          <p:cNvPr id="26" name="Text 1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27" name="Text 2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Putar dan dengarkan hasilnya</a:t>
            </a:r>
            <a:endParaRPr lang="en-US" sz="1800" dirty="0"/>
          </a:p>
        </p:txBody>
      </p:sp>
      <p:sp>
        <p:nvSpPr>
          <p:cNvPr id="28" name="Text 2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Rekaman muncul di daftar. Tekan untuk memutar. Dengarkan dengan earphone.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Mendengarkan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Text 7"/>
          <p:cNvSpPr txBox="1"/>
          <p:nvPr/>
        </p:nvSpPr>
        <p:spPr>
          <a:xfrm>
            <a:off x="2251710" y="1280160"/>
            <a:ext cx="1623060" cy="228600"/>
          </a:xfrm>
          <a:prstGeom prst="rect">
            <a:avLst/>
          </a:prstGeom>
          <a:noFill/>
          <a:ln/>
        </p:spPr>
        <p:txBody>
          <a:bodyPr wrap="square" lIns="0" tIns="0" rIns="0" bIns="0" rtlCol="0" anchor="t"/>
          <a:lstStyle/>
          <a:p>
            <a:pPr algn="ctr" indent="0" marL="0">
              <a:buNone/>
            </a:pPr>
            <a:r>
              <a:rPr lang="en-US" sz="1000" b="1" dirty="0">
                <a:solidFill>
                  <a:srgbClr val="1E2A26"/>
                </a:solidFill>
                <a:latin typeface="Calibri" pitchFamily="34" charset="0"/>
                <a:ea typeface="Calibri" pitchFamily="34" charset="-122"/>
                <a:cs typeface="Calibri" pitchFamily="34" charset="-120"/>
              </a:rPr>
              <a:t>Perekam Suara</a:t>
            </a:r>
            <a:endParaRPr lang="en-US" sz="1000" dirty="0"/>
          </a:p>
        </p:txBody>
      </p:sp>
      <p:sp>
        <p:nvSpPr>
          <p:cNvPr id="12" name="Text 8"/>
          <p:cNvSpPr txBox="1"/>
          <p:nvPr/>
        </p:nvSpPr>
        <p:spPr>
          <a:xfrm>
            <a:off x="2251710" y="1645920"/>
            <a:ext cx="1623060" cy="411480"/>
          </a:xfrm>
          <a:prstGeom prst="rect">
            <a:avLst/>
          </a:prstGeom>
          <a:noFill/>
          <a:ln/>
        </p:spPr>
        <p:txBody>
          <a:bodyPr wrap="square" lIns="0" tIns="0" rIns="0" bIns="0" rtlCol="0" anchor="t"/>
          <a:lstStyle/>
          <a:p>
            <a:pPr algn="ctr" indent="0" marL="0">
              <a:buNone/>
            </a:pPr>
            <a:r>
              <a:rPr lang="en-US" sz="2200" b="1" dirty="0">
                <a:solidFill>
                  <a:srgbClr val="222222"/>
                </a:solidFill>
                <a:latin typeface="Calibri" pitchFamily="34" charset="0"/>
                <a:ea typeface="Calibri" pitchFamily="34" charset="-122"/>
                <a:cs typeface="Calibri" pitchFamily="34" charset="-120"/>
              </a:rPr>
              <a:t>00:15</a:t>
            </a:r>
            <a:endParaRPr lang="en-US" sz="2200" dirty="0"/>
          </a:p>
        </p:txBody>
      </p:sp>
      <p:sp>
        <p:nvSpPr>
          <p:cNvPr id="13" name="Shape 9"/>
          <p:cNvSpPr/>
          <p:nvPr/>
        </p:nvSpPr>
        <p:spPr>
          <a:xfrm>
            <a:off x="2388870" y="2459736"/>
            <a:ext cx="1348740" cy="18288"/>
          </a:xfrm>
          <a:prstGeom prst="rect">
            <a:avLst/>
          </a:prstGeom>
          <a:solidFill>
            <a:srgbClr val="BBBBBB"/>
          </a:solidFill>
          <a:ln w="12700">
            <a:solidFill>
              <a:srgbClr val="BBBBBB"/>
            </a:solidFill>
            <a:prstDash val="solid"/>
          </a:ln>
        </p:spPr>
      </p:sp>
      <p:sp>
        <p:nvSpPr>
          <p:cNvPr id="14" name="Shape 10"/>
          <p:cNvSpPr/>
          <p:nvPr/>
        </p:nvSpPr>
        <p:spPr>
          <a:xfrm>
            <a:off x="2743200" y="3566160"/>
            <a:ext cx="640080" cy="640080"/>
          </a:xfrm>
          <a:prstGeom prst="ellipse">
            <a:avLst/>
          </a:prstGeom>
          <a:solidFill>
            <a:srgbClr val="FFFFFF"/>
          </a:solidFill>
          <a:ln w="25400">
            <a:solidFill>
              <a:srgbClr val="CCCCCC"/>
            </a:solidFill>
            <a:prstDash val="solid"/>
          </a:ln>
        </p:spPr>
      </p:sp>
      <p:sp>
        <p:nvSpPr>
          <p:cNvPr id="15" name="Shape 11"/>
          <p:cNvSpPr/>
          <p:nvPr/>
        </p:nvSpPr>
        <p:spPr>
          <a:xfrm>
            <a:off x="2852928" y="3675888"/>
            <a:ext cx="420624" cy="420624"/>
          </a:xfrm>
          <a:prstGeom prst="ellipse">
            <a:avLst/>
          </a:prstGeom>
          <a:solidFill>
            <a:srgbClr val="C62828"/>
          </a:solidFill>
          <a:ln/>
        </p:spPr>
      </p:sp>
      <p:sp>
        <p:nvSpPr>
          <p:cNvPr id="16" name="Shape 12"/>
          <p:cNvSpPr/>
          <p:nvPr/>
        </p:nvSpPr>
        <p:spPr>
          <a:xfrm>
            <a:off x="2388870" y="2926080"/>
            <a:ext cx="1348740" cy="256032"/>
          </a:xfrm>
          <a:prstGeom prst="roundRect">
            <a:avLst>
              <a:gd name="adj" fmla="val 17857"/>
            </a:avLst>
          </a:prstGeom>
          <a:solidFill>
            <a:srgbClr val="FDECEA"/>
          </a:solidFill>
          <a:ln w="12700">
            <a:solidFill>
              <a:srgbClr val="FDECEA"/>
            </a:solidFill>
            <a:prstDash val="solid"/>
          </a:ln>
        </p:spPr>
      </p:sp>
      <p:pic>
        <p:nvPicPr>
          <p:cNvPr id="17" name="Image 2" descr="preencoded.png">    </p:cNvPr>
          <p:cNvPicPr>
            <a:picLocks noChangeAspect="1"/>
          </p:cNvPicPr>
          <p:nvPr/>
        </p:nvPicPr>
        <p:blipFill>
          <a:blip r:embed="rId3"/>
          <a:stretch>
            <a:fillRect/>
          </a:stretch>
        </p:blipFill>
        <p:spPr>
          <a:xfrm>
            <a:off x="2443734" y="2990088"/>
            <a:ext cx="128016" cy="128016"/>
          </a:xfrm>
          <a:prstGeom prst="rect">
            <a:avLst/>
          </a:prstGeom>
        </p:spPr>
      </p:pic>
      <p:sp>
        <p:nvSpPr>
          <p:cNvPr id="18" name="Text 13"/>
          <p:cNvSpPr txBox="1"/>
          <p:nvPr/>
        </p:nvSpPr>
        <p:spPr>
          <a:xfrm>
            <a:off x="2644902" y="2926080"/>
            <a:ext cx="1074420" cy="256032"/>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Rekaman_002 · tempat tenang</a:t>
            </a:r>
            <a:endParaRPr lang="en-US" sz="750" dirty="0"/>
          </a:p>
        </p:txBody>
      </p:sp>
      <p:sp>
        <p:nvSpPr>
          <p:cNvPr id="19" name="Shape 14"/>
          <p:cNvSpPr/>
          <p:nvPr/>
        </p:nvSpPr>
        <p:spPr>
          <a:xfrm>
            <a:off x="2388870" y="3218688"/>
            <a:ext cx="1348740" cy="256032"/>
          </a:xfrm>
          <a:prstGeom prst="roundRect">
            <a:avLst>
              <a:gd name="adj" fmla="val 17857"/>
            </a:avLst>
          </a:prstGeom>
          <a:solidFill>
            <a:srgbClr val="F5F5F5"/>
          </a:solidFill>
          <a:ln w="12700">
            <a:solidFill>
              <a:srgbClr val="F5F5F5"/>
            </a:solidFill>
            <a:prstDash val="solid"/>
          </a:ln>
        </p:spPr>
      </p:sp>
      <p:pic>
        <p:nvPicPr>
          <p:cNvPr id="20" name="Image 3" descr="preencoded.png">    </p:cNvPr>
          <p:cNvPicPr>
            <a:picLocks noChangeAspect="1"/>
          </p:cNvPicPr>
          <p:nvPr/>
        </p:nvPicPr>
        <p:blipFill>
          <a:blip r:embed="rId4"/>
          <a:stretch>
            <a:fillRect/>
          </a:stretch>
        </p:blipFill>
        <p:spPr>
          <a:xfrm>
            <a:off x="2443734" y="3282696"/>
            <a:ext cx="128016" cy="128016"/>
          </a:xfrm>
          <a:prstGeom prst="rect">
            <a:avLst/>
          </a:prstGeom>
        </p:spPr>
      </p:pic>
      <p:sp>
        <p:nvSpPr>
          <p:cNvPr id="21" name="Text 15"/>
          <p:cNvSpPr txBox="1"/>
          <p:nvPr/>
        </p:nvSpPr>
        <p:spPr>
          <a:xfrm>
            <a:off x="2644902" y="3218688"/>
            <a:ext cx="1074420" cy="256032"/>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Rekaman_001 · tempat ramai</a:t>
            </a:r>
            <a:endParaRPr lang="en-US" sz="750" dirty="0"/>
          </a:p>
        </p:txBody>
      </p:sp>
      <p:sp>
        <p:nvSpPr>
          <p:cNvPr id="22" name="Shape 16"/>
          <p:cNvSpPr/>
          <p:nvPr/>
        </p:nvSpPr>
        <p:spPr>
          <a:xfrm>
            <a:off x="2361438" y="2898648"/>
            <a:ext cx="1403604" cy="603504"/>
          </a:xfrm>
          <a:prstGeom prst="roundRect">
            <a:avLst>
              <a:gd name="adj" fmla="val 7576"/>
            </a:avLst>
          </a:prstGeom>
          <a:solidFill>
            <a:srgbClr val="FFFFFF">
              <a:alpha val="0"/>
            </a:srgbClr>
          </a:solidFill>
          <a:ln w="31750">
            <a:solidFill>
              <a:srgbClr val="E53935"/>
            </a:solidFill>
            <a:prstDash val="solid"/>
          </a:ln>
        </p:spPr>
      </p:sp>
      <p:sp>
        <p:nvSpPr>
          <p:cNvPr id="23" name="Shape 17"/>
          <p:cNvSpPr/>
          <p:nvPr/>
        </p:nvSpPr>
        <p:spPr>
          <a:xfrm>
            <a:off x="3627882" y="2761488"/>
            <a:ext cx="274320" cy="274320"/>
          </a:xfrm>
          <a:prstGeom prst="ellipse">
            <a:avLst/>
          </a:prstGeom>
          <a:solidFill>
            <a:srgbClr val="E53935"/>
          </a:solidFill>
          <a:ln w="12700">
            <a:solidFill>
              <a:srgbClr val="FFFFFF"/>
            </a:solidFill>
            <a:prstDash val="solid"/>
          </a:ln>
        </p:spPr>
      </p:sp>
      <p:sp>
        <p:nvSpPr>
          <p:cNvPr id="24" name="Text 18"/>
          <p:cNvSpPr txBox="1"/>
          <p:nvPr/>
        </p:nvSpPr>
        <p:spPr>
          <a:xfrm>
            <a:off x="3627882" y="27614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25" name="Image 4" descr="preencoded.png">    </p:cNvPr>
          <p:cNvPicPr>
            <a:picLocks noChangeAspect="1"/>
          </p:cNvPicPr>
          <p:nvPr/>
        </p:nvPicPr>
        <p:blipFill>
          <a:blip r:embed="rId5"/>
          <a:stretch>
            <a:fillRect/>
          </a:stretch>
        </p:blipFill>
        <p:spPr>
          <a:xfrm>
            <a:off x="3130677" y="3227832"/>
            <a:ext cx="237744" cy="237744"/>
          </a:xfrm>
          <a:prstGeom prst="rect">
            <a:avLst/>
          </a:prstGeom>
        </p:spPr>
      </p:pic>
      <p:sp>
        <p:nvSpPr>
          <p:cNvPr id="26" name="Text 1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7" name="Text 2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Rekam ulang di tempat berbeda, bandingkan</a:t>
            </a:r>
            <a:endParaRPr lang="en-US" sz="1800" dirty="0"/>
          </a:p>
        </p:txBody>
      </p:sp>
      <p:sp>
        <p:nvSpPr>
          <p:cNvPr id="28" name="Text 2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Rekam perkenalan yang sama di tempat yang lebih tenang atau dengan jarak berbeda. Bandingkan kedua rekaman.</a:t>
            </a:r>
            <a:endParaRPr lang="en-US" sz="1300" dirty="0"/>
          </a:p>
        </p:txBody>
      </p:sp>
      <p:sp>
        <p:nvSpPr>
          <p:cNvPr id="29" name="Shape 22"/>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30" name="Image 5" descr="preencoded.png">    </p:cNvPr>
          <p:cNvPicPr>
            <a:picLocks noChangeAspect="1"/>
          </p:cNvPicPr>
          <p:nvPr/>
        </p:nvPicPr>
        <p:blipFill>
          <a:blip r:embed="rId6"/>
          <a:stretch>
            <a:fillRect/>
          </a:stretch>
        </p:blipFill>
        <p:spPr>
          <a:xfrm>
            <a:off x="6108192" y="3721608"/>
            <a:ext cx="201168" cy="201168"/>
          </a:xfrm>
          <a:prstGeom prst="rect">
            <a:avLst/>
          </a:prstGeom>
        </p:spPr>
      </p:pic>
      <p:sp>
        <p:nvSpPr>
          <p:cNvPr id="31" name="Text 23"/>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Tulis di buku: rekaman mana yang lebih jernih dan mengapa.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Memindahkan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Audio</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sp>
        <p:nvSpPr>
          <p:cNvPr id="36" name="Shape 27"/>
          <p:cNvSpPr/>
          <p:nvPr/>
        </p:nvSpPr>
        <p:spPr>
          <a:xfrm>
            <a:off x="1891345" y="1839613"/>
            <a:ext cx="786384" cy="603504"/>
          </a:xfrm>
          <a:prstGeom prst="roundRect">
            <a:avLst>
              <a:gd name="adj" fmla="val 6061"/>
            </a:avLst>
          </a:prstGeom>
          <a:solidFill>
            <a:srgbClr val="CCE4F7"/>
          </a:solidFill>
          <a:ln w="12700">
            <a:solidFill>
              <a:srgbClr val="CCE4F7"/>
            </a:solidFill>
            <a:prstDash val="solid"/>
          </a:ln>
        </p:spPr>
      </p:sp>
      <p:pic>
        <p:nvPicPr>
          <p:cNvPr id="37"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8" name="Text 28"/>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Perkenalan_Ahmad</a:t>
            </a:r>
            <a:endParaRPr lang="en-US" sz="700" dirty="0"/>
          </a:p>
        </p:txBody>
      </p:sp>
      <p:sp>
        <p:nvSpPr>
          <p:cNvPr id="39" name="Shape 29"/>
          <p:cNvSpPr/>
          <p:nvPr/>
        </p:nvSpPr>
        <p:spPr>
          <a:xfrm>
            <a:off x="1854769" y="1803037"/>
            <a:ext cx="859536" cy="676656"/>
          </a:xfrm>
          <a:prstGeom prst="roundRect">
            <a:avLst>
              <a:gd name="adj" fmla="val 6757"/>
            </a:avLst>
          </a:prstGeom>
          <a:solidFill>
            <a:srgbClr val="FFFFFF">
              <a:alpha val="0"/>
            </a:srgbClr>
          </a:solidFill>
          <a:ln w="31750">
            <a:solidFill>
              <a:srgbClr val="E53935"/>
            </a:solidFill>
            <a:prstDash val="solid"/>
          </a:ln>
        </p:spPr>
      </p:sp>
      <p:sp>
        <p:nvSpPr>
          <p:cNvPr id="40" name="Shape 30"/>
          <p:cNvSpPr/>
          <p:nvPr/>
        </p:nvSpPr>
        <p:spPr>
          <a:xfrm>
            <a:off x="2577145" y="1665877"/>
            <a:ext cx="274320" cy="274320"/>
          </a:xfrm>
          <a:prstGeom prst="ellipse">
            <a:avLst/>
          </a:prstGeom>
          <a:solidFill>
            <a:srgbClr val="E53935"/>
          </a:solidFill>
          <a:ln w="12700">
            <a:solidFill>
              <a:srgbClr val="FFFFFF"/>
            </a:solidFill>
            <a:prstDash val="solid"/>
          </a:ln>
        </p:spPr>
      </p:sp>
      <p:sp>
        <p:nvSpPr>
          <p:cNvPr id="41" name="Text 31"/>
          <p:cNvSpPr txBox="1"/>
          <p:nvPr/>
        </p:nvSpPr>
        <p:spPr>
          <a:xfrm>
            <a:off x="257714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42" name="Image 8" descr="preencoded.png">    </p:cNvPr>
          <p:cNvPicPr>
            <a:picLocks noChangeAspect="1"/>
          </p:cNvPicPr>
          <p:nvPr/>
        </p:nvPicPr>
        <p:blipFill>
          <a:blip r:embed="rId9"/>
          <a:stretch>
            <a:fillRect/>
          </a:stretch>
        </p:blipFill>
        <p:spPr>
          <a:xfrm>
            <a:off x="2323856" y="2171540"/>
            <a:ext cx="237744" cy="237744"/>
          </a:xfrm>
          <a:prstGeom prst="rect">
            <a:avLst/>
          </a:prstGeom>
        </p:spPr>
      </p:pic>
      <p:sp>
        <p:nvSpPr>
          <p:cNvPr id="43" name="Text 3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4" name="Text 3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Pindahkan rekaman terbaik ke folder Audio</a:t>
            </a:r>
            <a:endParaRPr lang="en-US" sz="1800" dirty="0"/>
          </a:p>
        </p:txBody>
      </p:sp>
      <p:sp>
        <p:nvSpPr>
          <p:cNvPr id="45" name="Text 3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Unggah rekaman dari HP ke Google Drive akun kelas, lalu unduh di komputer. Pindahkan ke Portofolio › Audio.</a:t>
            </a:r>
            <a:endParaRPr lang="en-US" sz="1300" dirty="0"/>
          </a:p>
        </p:txBody>
      </p:sp>
      <p:sp>
        <p:nvSpPr>
          <p:cNvPr id="46" name="Shape 3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7" name="Image 9" descr="preencoded.png">    </p:cNvPr>
          <p:cNvPicPr>
            <a:picLocks noChangeAspect="1"/>
          </p:cNvPicPr>
          <p:nvPr/>
        </p:nvPicPr>
        <p:blipFill>
          <a:blip r:embed="rId10"/>
          <a:stretch>
            <a:fillRect/>
          </a:stretch>
        </p:blipFill>
        <p:spPr>
          <a:xfrm>
            <a:off x="6108192" y="3721608"/>
            <a:ext cx="201168" cy="201168"/>
          </a:xfrm>
          <a:prstGeom prst="rect">
            <a:avLst/>
          </a:prstGeom>
        </p:spPr>
      </p:pic>
      <p:sp>
        <p:nvSpPr>
          <p:cNvPr id="48" name="Text 3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Bisa juga dengan kabel data, dibantu guru.</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19</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Tulis di buku dan tunjukkan kepada guru: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Perbandingan 2 rekaman: tempat, jarak, dan mana yang lebih jernih.</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3 sumber bising yang kamu temukan saat merekam.</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Tempat terbaik di pesantren untuk merekam, beserta alasannya.</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Rekaman terbaik sudah tersimpan di folder Portofolio › Audio.</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19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Rekaman terdengar jelas</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Tidak ada bising yang mengganggu</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Volume tidak terlalu pelan atau pecah</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File tersimpan di folder Audio</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Faktor apa yang paling memengaruhi kualitas rekaman?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Di mana tempat terbaik untuk merekam di pesantren?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Jangan merekam suara orang lain tanpa izin.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Menulis naskah dan merekam Nasihat 1 Menit.</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20</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Naskah &amp; Rekaman</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Menyiapkan Nasihat 1 Menit</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7: Audio Digital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Berapa banyak kata yang bisa kita ucapkan dalam satu menit?</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20</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naskah nasihat singkat dengan struktur yang baik</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Membaca naskah dengan intonasi dan jeda yang tepat</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Merekam nasihat berdurasi sekitar satu menit</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Struktur Naskah Nasihat 1 Menit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Pembuka</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Salam dan satu kalimat yang menarik perhatian</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Isi</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Satu pesan utama + dalil atau kisah singkat</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Penutup</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Ajakan beramal dan salam penutup</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Pembuka 10 detik · Isi 40 detik · Penutup 10 detik = 1 menit (sekitar 110 kata).</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Contoh Naskah dengan Tanda Baca Lisan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5486400" cy="3520440"/>
          </a:xfrm>
          <a:prstGeom prst="rect">
            <a:avLst/>
          </a:prstGeom>
          <a:solidFill>
            <a:srgbClr val="FFFFFF"/>
          </a:solidFill>
          <a:ln w="12700">
            <a:solidFill>
              <a:srgbClr val="BBBBBB"/>
            </a:solidFill>
            <a:prstDash val="solid"/>
          </a:ln>
        </p:spPr>
      </p:sp>
      <p:sp>
        <p:nvSpPr>
          <p:cNvPr id="10" name="Text 6"/>
          <p:cNvSpPr txBox="1"/>
          <p:nvPr/>
        </p:nvSpPr>
        <p:spPr>
          <a:xfrm>
            <a:off x="685800" y="1234440"/>
            <a:ext cx="5029200" cy="3200400"/>
          </a:xfrm>
          <a:prstGeom prst="rect">
            <a:avLst/>
          </a:prstGeom>
          <a:noFill/>
          <a:ln/>
        </p:spPr>
        <p:txBody>
          <a:bodyPr wrap="square" lIns="0" tIns="0" rIns="0" bIns="0" rtlCol="0" anchor="t"/>
          <a:lstStyle/>
          <a:p>
            <a:pPr indent="0" marL="0">
              <a:spcAft>
                <a:spcPts val="800"/>
              </a:spcAft>
              <a:buNone/>
            </a:pPr>
            <a:r>
              <a:rPr lang="en-US" sz="1300" dirty="0">
                <a:solidFill>
                  <a:srgbClr val="1E2A26"/>
                </a:solidFill>
                <a:latin typeface="Georgia" pitchFamily="34" charset="0"/>
                <a:ea typeface="Georgia" pitchFamily="34" charset="-122"/>
                <a:cs typeface="Georgia" pitchFamily="34" charset="-120"/>
              </a:rPr>
              <a:t>Assalamu'alaikum warahmatullahi wabarakatuh. /</a:t>
            </a:r>
            <a:endParaRPr lang="en-US" sz="1300" dirty="0"/>
          </a:p>
          <a:p>
            <a:pPr indent="0" marL="0">
              <a:spcAft>
                <a:spcPts val="800"/>
              </a:spcAft>
              <a:buNone/>
            </a:pPr>
            <a:r>
              <a:rPr lang="en-US" sz="1300" dirty="0">
                <a:solidFill>
                  <a:srgbClr val="1E2A26"/>
                </a:solidFill>
                <a:latin typeface="Georgia" pitchFamily="34" charset="0"/>
                <a:ea typeface="Georgia" pitchFamily="34" charset="-122"/>
                <a:cs typeface="Georgia" pitchFamily="34" charset="-120"/>
              </a:rPr>
              <a:t>Saudaraku, / kapan terakhir kali kita </a:t>
            </a:r>
            <a:pPr indent="0" marL="0">
              <a:spcAft>
                <a:spcPts val="800"/>
              </a:spcAft>
              <a:buNone/>
            </a:pPr>
            <a:r>
              <a:rPr lang="en-US" sz="1300" b="1" u="sng" dirty="0">
                <a:solidFill>
                  <a:srgbClr val="1E2A26"/>
                </a:solidFill>
                <a:latin typeface="Georgia" pitchFamily="34" charset="0"/>
                <a:ea typeface="Georgia" pitchFamily="34" charset="-122"/>
                <a:cs typeface="Georgia" pitchFamily="34" charset="-120"/>
              </a:rPr>
              <a:t>sholat tepat waktu</a:t>
            </a:r>
            <a:pPr indent="0" marL="0">
              <a:spcAft>
                <a:spcPts val="800"/>
              </a:spcAft>
              <a:buNone/>
            </a:pPr>
            <a:r>
              <a:rPr lang="en-US" sz="1300" dirty="0">
                <a:solidFill>
                  <a:srgbClr val="1E2A26"/>
                </a:solidFill>
                <a:latin typeface="Georgia" pitchFamily="34" charset="0"/>
                <a:ea typeface="Georgia" pitchFamily="34" charset="-122"/>
                <a:cs typeface="Georgia" pitchFamily="34" charset="-120"/>
              </a:rPr>
              <a:t>? //</a:t>
            </a:r>
            <a:endParaRPr lang="en-US" sz="1300" dirty="0"/>
          </a:p>
          <a:p>
            <a:pPr indent="0" marL="0">
              <a:spcAft>
                <a:spcPts val="800"/>
              </a:spcAft>
              <a:buNone/>
            </a:pPr>
            <a:r>
              <a:rPr lang="en-US" sz="1300" dirty="0">
                <a:solidFill>
                  <a:srgbClr val="1E2A26"/>
                </a:solidFill>
                <a:latin typeface="Georgia" pitchFamily="34" charset="0"/>
                <a:ea typeface="Georgia" pitchFamily="34" charset="-122"/>
                <a:cs typeface="Georgia" pitchFamily="34" charset="-120"/>
              </a:rPr>
              <a:t>Rasulullah ditanya, amal apa yang paling dicintai Allah. / Beliau menjawab: </a:t>
            </a:r>
            <a:pPr indent="0" marL="0">
              <a:spcAft>
                <a:spcPts val="800"/>
              </a:spcAft>
              <a:buNone/>
            </a:pPr>
            <a:r>
              <a:rPr lang="en-US" sz="1300" b="1" u="sng" dirty="0">
                <a:solidFill>
                  <a:srgbClr val="1E2A26"/>
                </a:solidFill>
                <a:latin typeface="Georgia" pitchFamily="34" charset="0"/>
                <a:ea typeface="Georgia" pitchFamily="34" charset="-122"/>
                <a:cs typeface="Georgia" pitchFamily="34" charset="-120"/>
              </a:rPr>
              <a:t>sholat pada waktunya</a:t>
            </a:r>
            <a:pPr indent="0" marL="0">
              <a:spcAft>
                <a:spcPts val="800"/>
              </a:spcAft>
              <a:buNone/>
            </a:pPr>
            <a:r>
              <a:rPr lang="en-US" sz="1300" dirty="0">
                <a:solidFill>
                  <a:srgbClr val="1E2A26"/>
                </a:solidFill>
                <a:latin typeface="Georgia" pitchFamily="34" charset="0"/>
                <a:ea typeface="Georgia" pitchFamily="34" charset="-122"/>
                <a:cs typeface="Georgia" pitchFamily="34" charset="-120"/>
              </a:rPr>
              <a:t>. / (HR. Bukhari dan Muslim) //</a:t>
            </a:r>
            <a:endParaRPr lang="en-US" sz="1300" dirty="0"/>
          </a:p>
          <a:p>
            <a:pPr indent="0" marL="0">
              <a:spcAft>
                <a:spcPts val="800"/>
              </a:spcAft>
              <a:buNone/>
            </a:pPr>
            <a:r>
              <a:rPr lang="en-US" sz="1300" dirty="0">
                <a:solidFill>
                  <a:srgbClr val="1E2A26"/>
                </a:solidFill>
                <a:latin typeface="Georgia" pitchFamily="34" charset="0"/>
                <a:ea typeface="Georgia" pitchFamily="34" charset="-122"/>
                <a:cs typeface="Georgia" pitchFamily="34" charset="-120"/>
              </a:rPr>
              <a:t>Mari kita jaga sholat kita, / karena sholat adalah </a:t>
            </a:r>
            <a:pPr indent="0" marL="0">
              <a:spcAft>
                <a:spcPts val="800"/>
              </a:spcAft>
              <a:buNone/>
            </a:pPr>
            <a:r>
              <a:rPr lang="en-US" sz="1300" b="1" u="sng" dirty="0">
                <a:solidFill>
                  <a:srgbClr val="1E2A26"/>
                </a:solidFill>
                <a:latin typeface="Georgia" pitchFamily="34" charset="0"/>
                <a:ea typeface="Georgia" pitchFamily="34" charset="-122"/>
                <a:cs typeface="Georgia" pitchFamily="34" charset="-120"/>
              </a:rPr>
              <a:t>tiang agama</a:t>
            </a:r>
            <a:pPr indent="0" marL="0">
              <a:spcAft>
                <a:spcPts val="800"/>
              </a:spcAft>
              <a:buNone/>
            </a:pPr>
            <a:r>
              <a:rPr lang="en-US" sz="1300" dirty="0">
                <a:solidFill>
                  <a:srgbClr val="1E2A26"/>
                </a:solidFill>
                <a:latin typeface="Georgia" pitchFamily="34" charset="0"/>
                <a:ea typeface="Georgia" pitchFamily="34" charset="-122"/>
                <a:cs typeface="Georgia" pitchFamily="34" charset="-120"/>
              </a:rPr>
              <a:t>. //</a:t>
            </a:r>
            <a:endParaRPr lang="en-US" sz="1300" dirty="0"/>
          </a:p>
          <a:p>
            <a:pPr indent="0" marL="0">
              <a:spcAft>
                <a:spcPts val="800"/>
              </a:spcAft>
              <a:buNone/>
            </a:pPr>
            <a:r>
              <a:rPr lang="en-US" sz="1300" dirty="0">
                <a:solidFill>
                  <a:srgbClr val="1E2A26"/>
                </a:solidFill>
                <a:latin typeface="Georgia" pitchFamily="34" charset="0"/>
                <a:ea typeface="Georgia" pitchFamily="34" charset="-122"/>
                <a:cs typeface="Georgia" pitchFamily="34" charset="-120"/>
              </a:rPr>
              <a:t>Wassalamu'alaikum warahmatullahi wabarakatuh.</a:t>
            </a:r>
            <a:endParaRPr lang="en-US" sz="1300" dirty="0"/>
          </a:p>
        </p:txBody>
      </p:sp>
      <p:sp>
        <p:nvSpPr>
          <p:cNvPr id="11" name="Shape 7"/>
          <p:cNvSpPr/>
          <p:nvPr/>
        </p:nvSpPr>
        <p:spPr>
          <a:xfrm>
            <a:off x="6217920" y="1280160"/>
            <a:ext cx="2468880" cy="822960"/>
          </a:xfrm>
          <a:prstGeom prst="roundRect">
            <a:avLst>
              <a:gd name="adj" fmla="val 11111"/>
            </a:avLst>
          </a:prstGeom>
          <a:solidFill>
            <a:srgbClr val="FBF1D3"/>
          </a:solidFill>
          <a:ln w="12700">
            <a:solidFill>
              <a:srgbClr val="FBF1D3"/>
            </a:solidFill>
            <a:prstDash val="solid"/>
          </a:ln>
        </p:spPr>
      </p:sp>
      <p:sp>
        <p:nvSpPr>
          <p:cNvPr id="12" name="Text 8"/>
          <p:cNvSpPr txBox="1"/>
          <p:nvPr/>
        </p:nvSpPr>
        <p:spPr>
          <a:xfrm>
            <a:off x="6355080" y="1325880"/>
            <a:ext cx="2194560" cy="365760"/>
          </a:xfrm>
          <a:prstGeom prst="rect">
            <a:avLst/>
          </a:prstGeom>
          <a:noFill/>
          <a:ln/>
        </p:spPr>
        <p:txBody>
          <a:bodyPr wrap="square" lIns="0" tIns="0" rIns="0" bIns="0" rtlCol="0" anchor="t"/>
          <a:lstStyle/>
          <a:p>
            <a:pPr indent="0" marL="0">
              <a:buNone/>
            </a:pPr>
            <a:r>
              <a:rPr lang="en-US" sz="1600" b="1" dirty="0">
                <a:solidFill>
                  <a:srgbClr val="E53935"/>
                </a:solidFill>
                <a:latin typeface="Calibri" pitchFamily="34" charset="0"/>
                <a:ea typeface="Calibri" pitchFamily="34" charset="-122"/>
                <a:cs typeface="Calibri" pitchFamily="34" charset="-120"/>
              </a:rPr>
              <a:t>/</a:t>
            </a:r>
            <a:endParaRPr lang="en-US" sz="1600" dirty="0"/>
          </a:p>
        </p:txBody>
      </p:sp>
      <p:sp>
        <p:nvSpPr>
          <p:cNvPr id="13" name="Text 9"/>
          <p:cNvSpPr txBox="1"/>
          <p:nvPr/>
        </p:nvSpPr>
        <p:spPr>
          <a:xfrm>
            <a:off x="6355080" y="1691640"/>
            <a:ext cx="2194560" cy="36576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jeda pendek (tarik napas)</a:t>
            </a:r>
            <a:endParaRPr lang="en-US" sz="1200" dirty="0"/>
          </a:p>
        </p:txBody>
      </p:sp>
      <p:sp>
        <p:nvSpPr>
          <p:cNvPr id="14" name="Shape 10"/>
          <p:cNvSpPr/>
          <p:nvPr/>
        </p:nvSpPr>
        <p:spPr>
          <a:xfrm>
            <a:off x="6217920" y="2286000"/>
            <a:ext cx="2468880" cy="822960"/>
          </a:xfrm>
          <a:prstGeom prst="roundRect">
            <a:avLst>
              <a:gd name="adj" fmla="val 11111"/>
            </a:avLst>
          </a:prstGeom>
          <a:solidFill>
            <a:srgbClr val="FBF1D3"/>
          </a:solidFill>
          <a:ln w="12700">
            <a:solidFill>
              <a:srgbClr val="FBF1D3"/>
            </a:solidFill>
            <a:prstDash val="solid"/>
          </a:ln>
        </p:spPr>
      </p:sp>
      <p:sp>
        <p:nvSpPr>
          <p:cNvPr id="15" name="Text 11"/>
          <p:cNvSpPr txBox="1"/>
          <p:nvPr/>
        </p:nvSpPr>
        <p:spPr>
          <a:xfrm>
            <a:off x="6355080" y="2331720"/>
            <a:ext cx="2194560" cy="365760"/>
          </a:xfrm>
          <a:prstGeom prst="rect">
            <a:avLst/>
          </a:prstGeom>
          <a:noFill/>
          <a:ln/>
        </p:spPr>
        <p:txBody>
          <a:bodyPr wrap="square" lIns="0" tIns="0" rIns="0" bIns="0" rtlCol="0" anchor="t"/>
          <a:lstStyle/>
          <a:p>
            <a:pPr indent="0" marL="0">
              <a:buNone/>
            </a:pPr>
            <a:r>
              <a:rPr lang="en-US" sz="1600" b="1" dirty="0">
                <a:solidFill>
                  <a:srgbClr val="E53935"/>
                </a:solidFill>
                <a:latin typeface="Calibri" pitchFamily="34" charset="0"/>
                <a:ea typeface="Calibri" pitchFamily="34" charset="-122"/>
                <a:cs typeface="Calibri" pitchFamily="34" charset="-120"/>
              </a:rPr>
              <a:t>//</a:t>
            </a:r>
            <a:endParaRPr lang="en-US" sz="1600" dirty="0"/>
          </a:p>
        </p:txBody>
      </p:sp>
      <p:sp>
        <p:nvSpPr>
          <p:cNvPr id="16" name="Text 12"/>
          <p:cNvSpPr txBox="1"/>
          <p:nvPr/>
        </p:nvSpPr>
        <p:spPr>
          <a:xfrm>
            <a:off x="6355080" y="2697480"/>
            <a:ext cx="2194560" cy="36576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jeda panjang (ganti bagian)</a:t>
            </a:r>
            <a:endParaRPr lang="en-US" sz="1200" dirty="0"/>
          </a:p>
        </p:txBody>
      </p:sp>
      <p:sp>
        <p:nvSpPr>
          <p:cNvPr id="17" name="Shape 13"/>
          <p:cNvSpPr/>
          <p:nvPr/>
        </p:nvSpPr>
        <p:spPr>
          <a:xfrm>
            <a:off x="6217920" y="3291840"/>
            <a:ext cx="2468880" cy="822960"/>
          </a:xfrm>
          <a:prstGeom prst="roundRect">
            <a:avLst>
              <a:gd name="adj" fmla="val 11111"/>
            </a:avLst>
          </a:prstGeom>
          <a:solidFill>
            <a:srgbClr val="FBF1D3"/>
          </a:solidFill>
          <a:ln w="12700">
            <a:solidFill>
              <a:srgbClr val="FBF1D3"/>
            </a:solidFill>
            <a:prstDash val="solid"/>
          </a:ln>
        </p:spPr>
      </p:sp>
      <p:sp>
        <p:nvSpPr>
          <p:cNvPr id="18" name="Text 14"/>
          <p:cNvSpPr txBox="1"/>
          <p:nvPr/>
        </p:nvSpPr>
        <p:spPr>
          <a:xfrm>
            <a:off x="6355080" y="3337560"/>
            <a:ext cx="2194560" cy="365760"/>
          </a:xfrm>
          <a:prstGeom prst="rect">
            <a:avLst/>
          </a:prstGeom>
          <a:noFill/>
          <a:ln/>
        </p:spPr>
        <p:txBody>
          <a:bodyPr wrap="square" lIns="0" tIns="0" rIns="0" bIns="0" rtlCol="0" anchor="t"/>
          <a:lstStyle/>
          <a:p>
            <a:pPr indent="0" marL="0">
              <a:buNone/>
            </a:pPr>
            <a:r>
              <a:rPr lang="en-US" sz="1600" b="1" u="sng" dirty="0">
                <a:solidFill>
                  <a:srgbClr val="E53935"/>
                </a:solidFill>
                <a:latin typeface="Calibri" pitchFamily="34" charset="0"/>
                <a:ea typeface="Calibri" pitchFamily="34" charset="-122"/>
                <a:cs typeface="Calibri" pitchFamily="34" charset="-120"/>
              </a:rPr>
              <a:t>garis bawah</a:t>
            </a:r>
            <a:endParaRPr lang="en-US" sz="1600" dirty="0"/>
          </a:p>
        </p:txBody>
      </p:sp>
      <p:sp>
        <p:nvSpPr>
          <p:cNvPr id="19" name="Text 15"/>
          <p:cNvSpPr txBox="1"/>
          <p:nvPr/>
        </p:nvSpPr>
        <p:spPr>
          <a:xfrm>
            <a:off x="6355080" y="3703320"/>
            <a:ext cx="2194560" cy="36576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kata yang ditekankan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Membaca dengan Intonasi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Tidak Terburu-buru</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Bicara tenang, seperti menasihati adik sendiri.</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Intonasi Hidup</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Naik-turunkan nada. Pertanyaan naik di akhir, penegasan turun mantap.</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Dari Hati</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Pahami makna naskah, agar terdengar tulus, bukan sekadar membaca.</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Latihan 3 Kali</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Baca keras-keras 3 kali sebelum merekam. Ukur waktunya.</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Menulis dan Merekam Nasihat</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Menulis naskah di Google Docs</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Memeriksa dalil</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Latihan dan merekam</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 Naskah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Naskah_Nasihat_Ahmad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Naskah_Nasihat_Ahmad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Nasihat 1 Menit: Sholat Tepat Waktu</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Assalamu'alaikum warahmatullahi wabarakatuh.</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Saudaraku, kapan terakhir kali kita sholat tepat waktu?</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Rasulullah ditanya, amal apa yang paling dicintai Allah...</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Mari kita jaga sholat kita...</a:t>
            </a:r>
            <a:endParaRPr lang="en-US" sz="800" dirty="0"/>
          </a:p>
        </p:txBody>
      </p:sp>
      <p:sp>
        <p:nvSpPr>
          <p:cNvPr id="74" name="Shape 63"/>
          <p:cNvSpPr/>
          <p:nvPr/>
        </p:nvSpPr>
        <p:spPr>
          <a:xfrm>
            <a:off x="1527048" y="2849506"/>
            <a:ext cx="3072384" cy="781304"/>
          </a:xfrm>
          <a:prstGeom prst="roundRect">
            <a:avLst>
              <a:gd name="adj" fmla="val 5852"/>
            </a:avLst>
          </a:prstGeom>
          <a:solidFill>
            <a:srgbClr val="FFFFFF">
              <a:alpha val="0"/>
            </a:srgbClr>
          </a:solidFill>
          <a:ln w="31750">
            <a:solidFill>
              <a:srgbClr val="E53935"/>
            </a:solidFill>
            <a:prstDash val="solid"/>
          </a:ln>
        </p:spPr>
      </p:sp>
      <p:sp>
        <p:nvSpPr>
          <p:cNvPr id="75" name="Shape 64"/>
          <p:cNvSpPr/>
          <p:nvPr/>
        </p:nvSpPr>
        <p:spPr>
          <a:xfrm>
            <a:off x="4462272" y="271234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77" name="Image 9" descr="preencoded.png">    </p:cNvPr>
          <p:cNvPicPr>
            <a:picLocks noChangeAspect="1"/>
          </p:cNvPicPr>
          <p:nvPr/>
        </p:nvPicPr>
        <p:blipFill>
          <a:blip r:embed="rId10"/>
          <a:stretch>
            <a:fillRect/>
          </a:stretch>
        </p:blipFill>
        <p:spPr>
          <a:xfrm>
            <a:off x="3214116" y="3276480"/>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naskah di Google Docs</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dokumen Naskah_Nasihat_NamaKamu. Tulis pembuka, isi dengan dalil, dan penutup. Sekitar 100–130 kata.</a:t>
            </a:r>
            <a:endParaRPr lang="en-US" sz="1300" dirty="0"/>
          </a:p>
        </p:txBody>
      </p:sp>
      <p:sp>
        <p:nvSpPr>
          <p:cNvPr id="81" name="Shape 69"/>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2"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83" name="Text 70"/>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Lihat jumlah kata: Tools › Word count (Ctrl+Shift+C).</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 Naskah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Naskah_Nasihat_Ahmad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Naskah_Nasihat_Ahmad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Nasihat 1 Menit: Sholat Tepat Waktu</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Assalamu'alaikum warahmatullahi wabarakatuh. /</a:t>
            </a:r>
            <a:endParaRPr lang="en-US" sz="800" dirty="0"/>
          </a:p>
        </p:txBody>
      </p:sp>
      <p:sp>
        <p:nvSpPr>
          <p:cNvPr id="71" name="Shape 60"/>
          <p:cNvSpPr/>
          <p:nvPr/>
        </p:nvSpPr>
        <p:spPr>
          <a:xfrm>
            <a:off x="1554480" y="3069978"/>
            <a:ext cx="2957170" cy="147320"/>
          </a:xfrm>
          <a:prstGeom prst="rect">
            <a:avLst/>
          </a:prstGeom>
          <a:solidFill>
            <a:srgbClr val="C2E7FF"/>
          </a:solidFill>
          <a:ln w="12700">
            <a:solidFill>
              <a:srgbClr val="C2E7FF"/>
            </a:solidFill>
            <a:prstDash val="solid"/>
          </a:ln>
        </p:spPr>
      </p:sp>
      <p:sp>
        <p:nvSpPr>
          <p:cNvPr id="72" name="Text 61"/>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Saudaraku, / kapan terakhir kali kita sholat tepat waktu? //</a:t>
            </a:r>
            <a:endParaRPr lang="en-US" sz="800" dirty="0"/>
          </a:p>
        </p:txBody>
      </p:sp>
      <p:sp>
        <p:nvSpPr>
          <p:cNvPr id="73" name="Shape 62"/>
          <p:cNvSpPr/>
          <p:nvPr/>
        </p:nvSpPr>
        <p:spPr>
          <a:xfrm>
            <a:off x="3184672" y="2070869"/>
            <a:ext cx="237744" cy="237744"/>
          </a:xfrm>
          <a:prstGeom prst="roundRect">
            <a:avLst>
              <a:gd name="adj" fmla="val 19231"/>
            </a:avLst>
          </a:prstGeom>
          <a:solidFill>
            <a:srgbClr val="FFFFFF">
              <a:alpha val="0"/>
            </a:srgbClr>
          </a:solidFill>
          <a:ln w="31750">
            <a:solidFill>
              <a:srgbClr val="E53935"/>
            </a:solidFill>
            <a:prstDash val="solid"/>
          </a:ln>
        </p:spPr>
      </p:sp>
      <p:sp>
        <p:nvSpPr>
          <p:cNvPr id="74" name="Shape 63"/>
          <p:cNvSpPr/>
          <p:nvPr/>
        </p:nvSpPr>
        <p:spPr>
          <a:xfrm>
            <a:off x="3285256" y="1933709"/>
            <a:ext cx="274320" cy="274320"/>
          </a:xfrm>
          <a:prstGeom prst="ellipse">
            <a:avLst/>
          </a:prstGeom>
          <a:solidFill>
            <a:srgbClr val="E53935"/>
          </a:solidFill>
          <a:ln w="12700">
            <a:solidFill>
              <a:srgbClr val="FFFFFF"/>
            </a:solidFill>
            <a:prstDash val="solid"/>
          </a:ln>
        </p:spPr>
      </p:sp>
      <p:sp>
        <p:nvSpPr>
          <p:cNvPr id="75" name="Text 64"/>
          <p:cNvSpPr txBox="1"/>
          <p:nvPr/>
        </p:nvSpPr>
        <p:spPr>
          <a:xfrm>
            <a:off x="3285256" y="19337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6" name="Image 9" descr="preencoded.png">    </p:cNvPr>
          <p:cNvPicPr>
            <a:picLocks noChangeAspect="1"/>
          </p:cNvPicPr>
          <p:nvPr/>
        </p:nvPicPr>
        <p:blipFill>
          <a:blip r:embed="rId10"/>
          <a:stretch>
            <a:fillRect/>
          </a:stretch>
        </p:blipFill>
        <p:spPr>
          <a:xfrm>
            <a:off x="3312688" y="2198885"/>
            <a:ext cx="237744" cy="237744"/>
          </a:xfrm>
          <a:prstGeom prst="rect">
            <a:avLst/>
          </a:prstGeom>
        </p:spPr>
      </p:pic>
      <p:sp>
        <p:nvSpPr>
          <p:cNvPr id="77" name="Shape 65"/>
          <p:cNvSpPr/>
          <p:nvPr/>
        </p:nvSpPr>
        <p:spPr>
          <a:xfrm>
            <a:off x="1527048" y="3042546"/>
            <a:ext cx="3072384" cy="202184"/>
          </a:xfrm>
          <a:prstGeom prst="roundRect">
            <a:avLst>
              <a:gd name="adj" fmla="val 22613"/>
            </a:avLst>
          </a:prstGeom>
          <a:solidFill>
            <a:srgbClr val="FFFFFF">
              <a:alpha val="0"/>
            </a:srgbClr>
          </a:solidFill>
          <a:ln w="31750">
            <a:solidFill>
              <a:srgbClr val="E53935"/>
            </a:solidFill>
            <a:prstDash val="solid"/>
          </a:ln>
        </p:spPr>
      </p:sp>
      <p:sp>
        <p:nvSpPr>
          <p:cNvPr id="78" name="Shape 66"/>
          <p:cNvSpPr/>
          <p:nvPr/>
        </p:nvSpPr>
        <p:spPr>
          <a:xfrm>
            <a:off x="4462272" y="2905386"/>
            <a:ext cx="274320" cy="274320"/>
          </a:xfrm>
          <a:prstGeom prst="ellipse">
            <a:avLst/>
          </a:prstGeom>
          <a:solidFill>
            <a:srgbClr val="E53935"/>
          </a:solidFill>
          <a:ln w="12700">
            <a:solidFill>
              <a:srgbClr val="FFFFFF"/>
            </a:solidFill>
            <a:prstDash val="solid"/>
          </a:ln>
        </p:spPr>
      </p:sp>
      <p:sp>
        <p:nvSpPr>
          <p:cNvPr id="79" name="Text 67"/>
          <p:cNvSpPr txBox="1"/>
          <p:nvPr/>
        </p:nvSpPr>
        <p:spPr>
          <a:xfrm>
            <a:off x="4462272" y="29053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0" name="Image 10" descr="preencoded.png">    </p:cNvPr>
          <p:cNvPicPr>
            <a:picLocks noChangeAspect="1"/>
          </p:cNvPicPr>
          <p:nvPr/>
        </p:nvPicPr>
        <p:blipFill>
          <a:blip r:embed="rId11"/>
          <a:stretch>
            <a:fillRect/>
          </a:stretch>
        </p:blipFill>
        <p:spPr>
          <a:xfrm>
            <a:off x="3214116" y="3151004"/>
            <a:ext cx="237744" cy="237744"/>
          </a:xfrm>
          <a:prstGeom prst="rect">
            <a:avLst/>
          </a:prstGeom>
        </p:spPr>
      </p:pic>
      <p:sp>
        <p:nvSpPr>
          <p:cNvPr id="81" name="Text 6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82" name="Text 6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Beri tanda jeda dan penekanan</a:t>
            </a:r>
            <a:endParaRPr lang="en-US" sz="1800" dirty="0"/>
          </a:p>
        </p:txBody>
      </p:sp>
      <p:sp>
        <p:nvSpPr>
          <p:cNvPr id="83" name="Text 7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 untuk jeda pendek, // untuk jeda panjang. Garis bawahi kata yang ditekankan (Ctrl+U).</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Memeriksa Dalil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Naskah_Nasihat_Ahmad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Naskah_Nasihat_Ahmad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Nasihat 1 Menit: Sholat Tepat Waktu</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Rasulullah ditanya, amal apa yang paling dicintai Allah.</a:t>
            </a:r>
            <a:endParaRPr lang="en-US" sz="800" dirty="0"/>
          </a:p>
        </p:txBody>
      </p:sp>
      <p:sp>
        <p:nvSpPr>
          <p:cNvPr id="71" name="Shape 60"/>
          <p:cNvSpPr/>
          <p:nvPr/>
        </p:nvSpPr>
        <p:spPr>
          <a:xfrm>
            <a:off x="1554480" y="3069978"/>
            <a:ext cx="3017520" cy="147320"/>
          </a:xfrm>
          <a:prstGeom prst="rect">
            <a:avLst/>
          </a:prstGeom>
          <a:solidFill>
            <a:srgbClr val="C2E7FF"/>
          </a:solidFill>
          <a:ln w="12700">
            <a:solidFill>
              <a:srgbClr val="C2E7FF"/>
            </a:solidFill>
            <a:prstDash val="solid"/>
          </a:ln>
        </p:spPr>
      </p:sp>
      <p:sp>
        <p:nvSpPr>
          <p:cNvPr id="72" name="Text 61"/>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Beliau menjawab: sholat pada waktunya. (HR. Bukhari dan Muslim)</a:t>
            </a:r>
            <a:endParaRPr lang="en-US" sz="800" dirty="0"/>
          </a:p>
        </p:txBody>
      </p:sp>
      <p:sp>
        <p:nvSpPr>
          <p:cNvPr id="73" name="Shape 62"/>
          <p:cNvSpPr/>
          <p:nvPr/>
        </p:nvSpPr>
        <p:spPr>
          <a:xfrm>
            <a:off x="4919472" y="2978538"/>
            <a:ext cx="1051560" cy="594360"/>
          </a:xfrm>
          <a:prstGeom prst="roundRect">
            <a:avLst>
              <a:gd name="adj" fmla="val 7692"/>
            </a:avLst>
          </a:prstGeom>
          <a:solidFill>
            <a:srgbClr val="FFF8E1"/>
          </a:solidFill>
          <a:ln w="12700">
            <a:solidFill>
              <a:srgbClr val="F4B400"/>
            </a:solidFill>
            <a:prstDash val="solid"/>
          </a:ln>
        </p:spPr>
      </p:sp>
      <p:sp>
        <p:nvSpPr>
          <p:cNvPr id="74" name="Text 63"/>
          <p:cNvSpPr txBox="1"/>
          <p:nvPr/>
        </p:nvSpPr>
        <p:spPr>
          <a:xfrm>
            <a:off x="4965192" y="2978538"/>
            <a:ext cx="960120" cy="59436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Ustadz: Sumber sudah benar ✓</a:t>
            </a:r>
            <a:endParaRPr lang="en-US" sz="700" dirty="0"/>
          </a:p>
        </p:txBody>
      </p:sp>
      <p:sp>
        <p:nvSpPr>
          <p:cNvPr id="75" name="Shape 64"/>
          <p:cNvSpPr/>
          <p:nvPr/>
        </p:nvSpPr>
        <p:spPr>
          <a:xfrm>
            <a:off x="1527048" y="3042546"/>
            <a:ext cx="3072384" cy="202184"/>
          </a:xfrm>
          <a:prstGeom prst="roundRect">
            <a:avLst>
              <a:gd name="adj" fmla="val 22613"/>
            </a:avLst>
          </a:prstGeom>
          <a:solidFill>
            <a:srgbClr val="FFFFFF">
              <a:alpha val="0"/>
            </a:srgbClr>
          </a:solidFill>
          <a:ln w="31750">
            <a:solidFill>
              <a:srgbClr val="E53935"/>
            </a:solidFill>
            <a:prstDash val="solid"/>
          </a:ln>
        </p:spPr>
      </p:sp>
      <p:sp>
        <p:nvSpPr>
          <p:cNvPr id="76" name="Shape 65"/>
          <p:cNvSpPr/>
          <p:nvPr/>
        </p:nvSpPr>
        <p:spPr>
          <a:xfrm>
            <a:off x="4462272" y="290538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9053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8" name="Image 9" descr="preencoded.png">    </p:cNvPr>
          <p:cNvPicPr>
            <a:picLocks noChangeAspect="1"/>
          </p:cNvPicPr>
          <p:nvPr/>
        </p:nvPicPr>
        <p:blipFill>
          <a:blip r:embed="rId10"/>
          <a:stretch>
            <a:fillRect/>
          </a:stretch>
        </p:blipFill>
        <p:spPr>
          <a:xfrm>
            <a:off x="3214116" y="3151004"/>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Minta ustadz memeriksa dalil</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Tunjukkan naskahmu kepada ustadz atau guru. Pastikan lafal, makna, dan sumber dalil sudah benar.</a:t>
            </a:r>
            <a:endParaRPr lang="en-US" sz="1300" dirty="0"/>
          </a:p>
        </p:txBody>
      </p:sp>
      <p:sp>
        <p:nvSpPr>
          <p:cNvPr id="82" name="Shape 7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3"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84" name="Text 7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ragu dengan sebuah hadits, ganti dengan ayat atau nasihat ulama yang jelas sumbernya.</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Merekam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Text 7"/>
          <p:cNvSpPr txBox="1"/>
          <p:nvPr/>
        </p:nvSpPr>
        <p:spPr>
          <a:xfrm>
            <a:off x="2251710" y="1280160"/>
            <a:ext cx="1623060" cy="228600"/>
          </a:xfrm>
          <a:prstGeom prst="rect">
            <a:avLst/>
          </a:prstGeom>
          <a:noFill/>
          <a:ln/>
        </p:spPr>
        <p:txBody>
          <a:bodyPr wrap="square" lIns="0" tIns="0" rIns="0" bIns="0" rtlCol="0" anchor="t"/>
          <a:lstStyle/>
          <a:p>
            <a:pPr algn="ctr" indent="0" marL="0">
              <a:buNone/>
            </a:pPr>
            <a:r>
              <a:rPr lang="en-US" sz="1000" b="1" dirty="0">
                <a:solidFill>
                  <a:srgbClr val="1E2A26"/>
                </a:solidFill>
                <a:latin typeface="Calibri" pitchFamily="34" charset="0"/>
                <a:ea typeface="Calibri" pitchFamily="34" charset="-122"/>
                <a:cs typeface="Calibri" pitchFamily="34" charset="-120"/>
              </a:rPr>
              <a:t>Perekam Suara</a:t>
            </a:r>
            <a:endParaRPr lang="en-US" sz="1000" dirty="0"/>
          </a:p>
        </p:txBody>
      </p:sp>
      <p:sp>
        <p:nvSpPr>
          <p:cNvPr id="12" name="Text 8"/>
          <p:cNvSpPr txBox="1"/>
          <p:nvPr/>
        </p:nvSpPr>
        <p:spPr>
          <a:xfrm>
            <a:off x="2251710" y="1645920"/>
            <a:ext cx="1623060" cy="411480"/>
          </a:xfrm>
          <a:prstGeom prst="rect">
            <a:avLst/>
          </a:prstGeom>
          <a:noFill/>
          <a:ln/>
        </p:spPr>
        <p:txBody>
          <a:bodyPr wrap="square" lIns="0" tIns="0" rIns="0" bIns="0" rtlCol="0" anchor="t"/>
          <a:lstStyle/>
          <a:p>
            <a:pPr algn="ctr" indent="0" marL="0">
              <a:buNone/>
            </a:pPr>
            <a:r>
              <a:rPr lang="en-US" sz="2200" b="1" dirty="0">
                <a:solidFill>
                  <a:srgbClr val="222222"/>
                </a:solidFill>
                <a:latin typeface="Calibri" pitchFamily="34" charset="0"/>
                <a:ea typeface="Calibri" pitchFamily="34" charset="-122"/>
                <a:cs typeface="Calibri" pitchFamily="34" charset="-120"/>
              </a:rPr>
              <a:t>00:58</a:t>
            </a:r>
            <a:endParaRPr lang="en-US" sz="2200" dirty="0"/>
          </a:p>
        </p:txBody>
      </p:sp>
      <p:sp>
        <p:nvSpPr>
          <p:cNvPr id="13" name="Shape 9"/>
          <p:cNvSpPr/>
          <p:nvPr/>
        </p:nvSpPr>
        <p:spPr>
          <a:xfrm>
            <a:off x="2388870" y="2459736"/>
            <a:ext cx="1348740" cy="18288"/>
          </a:xfrm>
          <a:prstGeom prst="rect">
            <a:avLst/>
          </a:prstGeom>
          <a:solidFill>
            <a:srgbClr val="BBBBBB"/>
          </a:solidFill>
          <a:ln w="12700">
            <a:solidFill>
              <a:srgbClr val="BBBBBB"/>
            </a:solidFill>
            <a:prstDash val="solid"/>
          </a:ln>
        </p:spPr>
      </p:sp>
      <p:sp>
        <p:nvSpPr>
          <p:cNvPr id="14" name="Shape 10"/>
          <p:cNvSpPr/>
          <p:nvPr/>
        </p:nvSpPr>
        <p:spPr>
          <a:xfrm>
            <a:off x="2743200" y="3566160"/>
            <a:ext cx="640080" cy="640080"/>
          </a:xfrm>
          <a:prstGeom prst="ellipse">
            <a:avLst/>
          </a:prstGeom>
          <a:solidFill>
            <a:srgbClr val="FFFFFF"/>
          </a:solidFill>
          <a:ln w="25400">
            <a:solidFill>
              <a:srgbClr val="CCCCCC"/>
            </a:solidFill>
            <a:prstDash val="solid"/>
          </a:ln>
        </p:spPr>
      </p:sp>
      <p:sp>
        <p:nvSpPr>
          <p:cNvPr id="15" name="Shape 11"/>
          <p:cNvSpPr/>
          <p:nvPr/>
        </p:nvSpPr>
        <p:spPr>
          <a:xfrm>
            <a:off x="2852928" y="3675888"/>
            <a:ext cx="420624" cy="420624"/>
          </a:xfrm>
          <a:prstGeom prst="ellipse">
            <a:avLst/>
          </a:prstGeom>
          <a:solidFill>
            <a:srgbClr val="C62828"/>
          </a:solidFill>
          <a:ln/>
        </p:spPr>
      </p:sp>
      <p:sp>
        <p:nvSpPr>
          <p:cNvPr id="16" name="Shape 12"/>
          <p:cNvSpPr/>
          <p:nvPr/>
        </p:nvSpPr>
        <p:spPr>
          <a:xfrm>
            <a:off x="2343150" y="1234440"/>
            <a:ext cx="1440180" cy="320040"/>
          </a:xfrm>
          <a:prstGeom prst="rect">
            <a:avLst/>
          </a:prstGeom>
          <a:solidFill>
            <a:srgbClr val="FFFFFF"/>
          </a:solidFill>
          <a:ln w="12700">
            <a:solidFill>
              <a:srgbClr val="FFFFFF"/>
            </a:solidFill>
            <a:prstDash val="solid"/>
          </a:ln>
        </p:spPr>
      </p:sp>
      <p:sp>
        <p:nvSpPr>
          <p:cNvPr id="17" name="Text 13"/>
          <p:cNvSpPr txBox="1"/>
          <p:nvPr/>
        </p:nvSpPr>
        <p:spPr>
          <a:xfrm>
            <a:off x="2251710" y="1280160"/>
            <a:ext cx="1623060" cy="228600"/>
          </a:xfrm>
          <a:prstGeom prst="rect">
            <a:avLst/>
          </a:prstGeom>
          <a:noFill/>
          <a:ln/>
        </p:spPr>
        <p:txBody>
          <a:bodyPr wrap="square" lIns="0" tIns="0" rIns="0" bIns="0" rtlCol="0" anchor="t"/>
          <a:lstStyle/>
          <a:p>
            <a:pPr algn="ctr" indent="0" marL="0">
              <a:buNone/>
            </a:pPr>
            <a:r>
              <a:rPr lang="en-US" sz="1000" b="1" dirty="0">
                <a:solidFill>
                  <a:srgbClr val="1E2A26"/>
                </a:solidFill>
                <a:latin typeface="Calibri" pitchFamily="34" charset="0"/>
                <a:ea typeface="Calibri" pitchFamily="34" charset="-122"/>
                <a:cs typeface="Calibri" pitchFamily="34" charset="-120"/>
              </a:rPr>
              <a:t>Stopwatch latihan</a:t>
            </a:r>
            <a:endParaRPr lang="en-US" sz="1000" dirty="0"/>
          </a:p>
        </p:txBody>
      </p:sp>
      <p:sp>
        <p:nvSpPr>
          <p:cNvPr id="18" name="Shape 14"/>
          <p:cNvSpPr/>
          <p:nvPr/>
        </p:nvSpPr>
        <p:spPr>
          <a:xfrm>
            <a:off x="2315718" y="1572768"/>
            <a:ext cx="1495044" cy="557784"/>
          </a:xfrm>
          <a:prstGeom prst="roundRect">
            <a:avLst>
              <a:gd name="adj" fmla="val 8197"/>
            </a:avLst>
          </a:prstGeom>
          <a:solidFill>
            <a:srgbClr val="FFFFFF">
              <a:alpha val="0"/>
            </a:srgbClr>
          </a:solidFill>
          <a:ln w="31750">
            <a:solidFill>
              <a:srgbClr val="E53935"/>
            </a:solidFill>
            <a:prstDash val="solid"/>
          </a:ln>
        </p:spPr>
      </p:sp>
      <p:sp>
        <p:nvSpPr>
          <p:cNvPr id="19" name="Shape 15"/>
          <p:cNvSpPr/>
          <p:nvPr/>
        </p:nvSpPr>
        <p:spPr>
          <a:xfrm>
            <a:off x="3673602" y="1435608"/>
            <a:ext cx="274320" cy="274320"/>
          </a:xfrm>
          <a:prstGeom prst="ellipse">
            <a:avLst/>
          </a:prstGeom>
          <a:solidFill>
            <a:srgbClr val="E53935"/>
          </a:solidFill>
          <a:ln w="12700">
            <a:solidFill>
              <a:srgbClr val="FFFFFF"/>
            </a:solidFill>
            <a:prstDash val="solid"/>
          </a:ln>
        </p:spPr>
      </p:sp>
      <p:sp>
        <p:nvSpPr>
          <p:cNvPr id="20" name="Text 16"/>
          <p:cNvSpPr txBox="1"/>
          <p:nvPr/>
        </p:nvSpPr>
        <p:spPr>
          <a:xfrm>
            <a:off x="3673602" y="14356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22" name="Text 1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Latihan membaca 3 kali, ukur waktunya</a:t>
            </a:r>
            <a:endParaRPr lang="en-US" sz="1800" dirty="0"/>
          </a:p>
        </p:txBody>
      </p:sp>
      <p:sp>
        <p:nvSpPr>
          <p:cNvPr id="23" name="Text 1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Baca naskah dengan suara keras. Teman mengukur waktu dengan stopwatch HP. Targetnya sekitar 1 menit.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Merekam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Text 7"/>
          <p:cNvSpPr txBox="1"/>
          <p:nvPr/>
        </p:nvSpPr>
        <p:spPr>
          <a:xfrm>
            <a:off x="2251710" y="1280160"/>
            <a:ext cx="1623060" cy="228600"/>
          </a:xfrm>
          <a:prstGeom prst="rect">
            <a:avLst/>
          </a:prstGeom>
          <a:noFill/>
          <a:ln/>
        </p:spPr>
        <p:txBody>
          <a:bodyPr wrap="square" lIns="0" tIns="0" rIns="0" bIns="0" rtlCol="0" anchor="t"/>
          <a:lstStyle/>
          <a:p>
            <a:pPr algn="ctr" indent="0" marL="0">
              <a:buNone/>
            </a:pPr>
            <a:r>
              <a:rPr lang="en-US" sz="1000" b="1" dirty="0">
                <a:solidFill>
                  <a:srgbClr val="1E2A26"/>
                </a:solidFill>
                <a:latin typeface="Calibri" pitchFamily="34" charset="0"/>
                <a:ea typeface="Calibri" pitchFamily="34" charset="-122"/>
                <a:cs typeface="Calibri" pitchFamily="34" charset="-120"/>
              </a:rPr>
              <a:t>Perekam Suara</a:t>
            </a:r>
            <a:endParaRPr lang="en-US" sz="1000" dirty="0"/>
          </a:p>
        </p:txBody>
      </p:sp>
      <p:sp>
        <p:nvSpPr>
          <p:cNvPr id="12" name="Text 8"/>
          <p:cNvSpPr txBox="1"/>
          <p:nvPr/>
        </p:nvSpPr>
        <p:spPr>
          <a:xfrm>
            <a:off x="2251710" y="1645920"/>
            <a:ext cx="1623060" cy="411480"/>
          </a:xfrm>
          <a:prstGeom prst="rect">
            <a:avLst/>
          </a:prstGeom>
          <a:noFill/>
          <a:ln/>
        </p:spPr>
        <p:txBody>
          <a:bodyPr wrap="square" lIns="0" tIns="0" rIns="0" bIns="0" rtlCol="0" anchor="t"/>
          <a:lstStyle/>
          <a:p>
            <a:pPr algn="ctr" indent="0" marL="0">
              <a:buNone/>
            </a:pPr>
            <a:r>
              <a:rPr lang="en-US" sz="2200" b="1" dirty="0">
                <a:solidFill>
                  <a:srgbClr val="C62828"/>
                </a:solidFill>
                <a:latin typeface="Calibri" pitchFamily="34" charset="0"/>
                <a:ea typeface="Calibri" pitchFamily="34" charset="-122"/>
                <a:cs typeface="Calibri" pitchFamily="34" charset="-120"/>
              </a:rPr>
              <a:t>00:47</a:t>
            </a:r>
            <a:endParaRPr lang="en-US" sz="2200" dirty="0"/>
          </a:p>
        </p:txBody>
      </p:sp>
      <p:sp>
        <p:nvSpPr>
          <p:cNvPr id="13" name="Shape 9"/>
          <p:cNvSpPr/>
          <p:nvPr/>
        </p:nvSpPr>
        <p:spPr>
          <a:xfrm>
            <a:off x="2388870" y="2445837"/>
            <a:ext cx="20231" cy="46086"/>
          </a:xfrm>
          <a:prstGeom prst="rect">
            <a:avLst/>
          </a:prstGeom>
          <a:solidFill>
            <a:srgbClr val="C62828"/>
          </a:solidFill>
          <a:ln w="12700">
            <a:solidFill>
              <a:srgbClr val="C62828"/>
            </a:solidFill>
            <a:prstDash val="solid"/>
          </a:ln>
        </p:spPr>
      </p:sp>
      <p:sp>
        <p:nvSpPr>
          <p:cNvPr id="14" name="Shape 10"/>
          <p:cNvSpPr/>
          <p:nvPr/>
        </p:nvSpPr>
        <p:spPr>
          <a:xfrm>
            <a:off x="2422589" y="2445837"/>
            <a:ext cx="20231" cy="46086"/>
          </a:xfrm>
          <a:prstGeom prst="rect">
            <a:avLst/>
          </a:prstGeom>
          <a:solidFill>
            <a:srgbClr val="C62828"/>
          </a:solidFill>
          <a:ln w="12700">
            <a:solidFill>
              <a:srgbClr val="C62828"/>
            </a:solidFill>
            <a:prstDash val="solid"/>
          </a:ln>
        </p:spPr>
      </p:sp>
      <p:sp>
        <p:nvSpPr>
          <p:cNvPr id="15" name="Shape 11"/>
          <p:cNvSpPr/>
          <p:nvPr/>
        </p:nvSpPr>
        <p:spPr>
          <a:xfrm>
            <a:off x="2456307" y="2445837"/>
            <a:ext cx="20231" cy="46086"/>
          </a:xfrm>
          <a:prstGeom prst="rect">
            <a:avLst/>
          </a:prstGeom>
          <a:solidFill>
            <a:srgbClr val="C62828"/>
          </a:solidFill>
          <a:ln w="12700">
            <a:solidFill>
              <a:srgbClr val="C62828"/>
            </a:solidFill>
            <a:prstDash val="solid"/>
          </a:ln>
        </p:spPr>
      </p:sp>
      <p:sp>
        <p:nvSpPr>
          <p:cNvPr id="16" name="Shape 12"/>
          <p:cNvSpPr/>
          <p:nvPr/>
        </p:nvSpPr>
        <p:spPr>
          <a:xfrm>
            <a:off x="2490026" y="2445837"/>
            <a:ext cx="20231" cy="46086"/>
          </a:xfrm>
          <a:prstGeom prst="rect">
            <a:avLst/>
          </a:prstGeom>
          <a:solidFill>
            <a:srgbClr val="C62828"/>
          </a:solidFill>
          <a:ln w="12700">
            <a:solidFill>
              <a:srgbClr val="C62828"/>
            </a:solidFill>
            <a:prstDash val="solid"/>
          </a:ln>
        </p:spPr>
      </p:sp>
      <p:sp>
        <p:nvSpPr>
          <p:cNvPr id="17" name="Shape 13"/>
          <p:cNvSpPr/>
          <p:nvPr/>
        </p:nvSpPr>
        <p:spPr>
          <a:xfrm>
            <a:off x="2523744" y="2315745"/>
            <a:ext cx="20231" cy="306270"/>
          </a:xfrm>
          <a:prstGeom prst="rect">
            <a:avLst/>
          </a:prstGeom>
          <a:solidFill>
            <a:srgbClr val="C62828"/>
          </a:solidFill>
          <a:ln w="12700">
            <a:solidFill>
              <a:srgbClr val="C62828"/>
            </a:solidFill>
            <a:prstDash val="solid"/>
          </a:ln>
        </p:spPr>
      </p:sp>
      <p:sp>
        <p:nvSpPr>
          <p:cNvPr id="18" name="Shape 14"/>
          <p:cNvSpPr/>
          <p:nvPr/>
        </p:nvSpPr>
        <p:spPr>
          <a:xfrm>
            <a:off x="2557463" y="2338686"/>
            <a:ext cx="20231" cy="260388"/>
          </a:xfrm>
          <a:prstGeom prst="rect">
            <a:avLst/>
          </a:prstGeom>
          <a:solidFill>
            <a:srgbClr val="C62828"/>
          </a:solidFill>
          <a:ln w="12700">
            <a:solidFill>
              <a:srgbClr val="C62828"/>
            </a:solidFill>
            <a:prstDash val="solid"/>
          </a:ln>
        </p:spPr>
      </p:sp>
      <p:sp>
        <p:nvSpPr>
          <p:cNvPr id="19" name="Shape 15"/>
          <p:cNvSpPr/>
          <p:nvPr/>
        </p:nvSpPr>
        <p:spPr>
          <a:xfrm>
            <a:off x="2591181" y="2194280"/>
            <a:ext cx="20231" cy="549199"/>
          </a:xfrm>
          <a:prstGeom prst="rect">
            <a:avLst/>
          </a:prstGeom>
          <a:solidFill>
            <a:srgbClr val="C62828"/>
          </a:solidFill>
          <a:ln w="12700">
            <a:solidFill>
              <a:srgbClr val="C62828"/>
            </a:solidFill>
            <a:prstDash val="solid"/>
          </a:ln>
        </p:spPr>
      </p:sp>
      <p:sp>
        <p:nvSpPr>
          <p:cNvPr id="20" name="Shape 16"/>
          <p:cNvSpPr/>
          <p:nvPr/>
        </p:nvSpPr>
        <p:spPr>
          <a:xfrm>
            <a:off x="2624900" y="2305070"/>
            <a:ext cx="20231" cy="327620"/>
          </a:xfrm>
          <a:prstGeom prst="rect">
            <a:avLst/>
          </a:prstGeom>
          <a:solidFill>
            <a:srgbClr val="C62828"/>
          </a:solidFill>
          <a:ln w="12700">
            <a:solidFill>
              <a:srgbClr val="C62828"/>
            </a:solidFill>
            <a:prstDash val="solid"/>
          </a:ln>
        </p:spPr>
      </p:sp>
      <p:sp>
        <p:nvSpPr>
          <p:cNvPr id="21" name="Shape 17"/>
          <p:cNvSpPr/>
          <p:nvPr/>
        </p:nvSpPr>
        <p:spPr>
          <a:xfrm>
            <a:off x="2658618" y="2249757"/>
            <a:ext cx="20231" cy="438246"/>
          </a:xfrm>
          <a:prstGeom prst="rect">
            <a:avLst/>
          </a:prstGeom>
          <a:solidFill>
            <a:srgbClr val="C62828"/>
          </a:solidFill>
          <a:ln w="12700">
            <a:solidFill>
              <a:srgbClr val="C62828"/>
            </a:solidFill>
            <a:prstDash val="solid"/>
          </a:ln>
        </p:spPr>
      </p:sp>
      <p:sp>
        <p:nvSpPr>
          <p:cNvPr id="22" name="Shape 18"/>
          <p:cNvSpPr/>
          <p:nvPr/>
        </p:nvSpPr>
        <p:spPr>
          <a:xfrm>
            <a:off x="2692337" y="2331402"/>
            <a:ext cx="20231" cy="274957"/>
          </a:xfrm>
          <a:prstGeom prst="rect">
            <a:avLst/>
          </a:prstGeom>
          <a:solidFill>
            <a:srgbClr val="C62828"/>
          </a:solidFill>
          <a:ln w="12700">
            <a:solidFill>
              <a:srgbClr val="C62828"/>
            </a:solidFill>
            <a:prstDash val="solid"/>
          </a:ln>
        </p:spPr>
      </p:sp>
      <p:sp>
        <p:nvSpPr>
          <p:cNvPr id="23" name="Shape 19"/>
          <p:cNvSpPr/>
          <p:nvPr/>
        </p:nvSpPr>
        <p:spPr>
          <a:xfrm>
            <a:off x="2726055" y="2188448"/>
            <a:ext cx="20231" cy="560864"/>
          </a:xfrm>
          <a:prstGeom prst="rect">
            <a:avLst/>
          </a:prstGeom>
          <a:solidFill>
            <a:srgbClr val="C62828"/>
          </a:solidFill>
          <a:ln w="12700">
            <a:solidFill>
              <a:srgbClr val="C62828"/>
            </a:solidFill>
            <a:prstDash val="solid"/>
          </a:ln>
        </p:spPr>
      </p:sp>
      <p:sp>
        <p:nvSpPr>
          <p:cNvPr id="24" name="Shape 20"/>
          <p:cNvSpPr/>
          <p:nvPr/>
        </p:nvSpPr>
        <p:spPr>
          <a:xfrm>
            <a:off x="2759774" y="2295711"/>
            <a:ext cx="20231" cy="346338"/>
          </a:xfrm>
          <a:prstGeom prst="rect">
            <a:avLst/>
          </a:prstGeom>
          <a:solidFill>
            <a:srgbClr val="C62828"/>
          </a:solidFill>
          <a:ln w="12700">
            <a:solidFill>
              <a:srgbClr val="C62828"/>
            </a:solidFill>
            <a:prstDash val="solid"/>
          </a:ln>
        </p:spPr>
      </p:sp>
      <p:sp>
        <p:nvSpPr>
          <p:cNvPr id="25" name="Shape 21"/>
          <p:cNvSpPr/>
          <p:nvPr/>
        </p:nvSpPr>
        <p:spPr>
          <a:xfrm>
            <a:off x="2793492" y="2306569"/>
            <a:ext cx="20231" cy="324621"/>
          </a:xfrm>
          <a:prstGeom prst="rect">
            <a:avLst/>
          </a:prstGeom>
          <a:solidFill>
            <a:srgbClr val="C62828"/>
          </a:solidFill>
          <a:ln w="12700">
            <a:solidFill>
              <a:srgbClr val="C62828"/>
            </a:solidFill>
            <a:prstDash val="solid"/>
          </a:ln>
        </p:spPr>
      </p:sp>
      <p:sp>
        <p:nvSpPr>
          <p:cNvPr id="26" name="Shape 22"/>
          <p:cNvSpPr/>
          <p:nvPr/>
        </p:nvSpPr>
        <p:spPr>
          <a:xfrm>
            <a:off x="2827211" y="2285120"/>
            <a:ext cx="20231" cy="367520"/>
          </a:xfrm>
          <a:prstGeom prst="rect">
            <a:avLst/>
          </a:prstGeom>
          <a:solidFill>
            <a:srgbClr val="C62828"/>
          </a:solidFill>
          <a:ln w="12700">
            <a:solidFill>
              <a:srgbClr val="C62828"/>
            </a:solidFill>
            <a:prstDash val="solid"/>
          </a:ln>
        </p:spPr>
      </p:sp>
      <p:sp>
        <p:nvSpPr>
          <p:cNvPr id="27" name="Shape 23"/>
          <p:cNvSpPr/>
          <p:nvPr/>
        </p:nvSpPr>
        <p:spPr>
          <a:xfrm>
            <a:off x="2860929" y="2190913"/>
            <a:ext cx="20231" cy="555934"/>
          </a:xfrm>
          <a:prstGeom prst="rect">
            <a:avLst/>
          </a:prstGeom>
          <a:solidFill>
            <a:srgbClr val="C62828"/>
          </a:solidFill>
          <a:ln w="12700">
            <a:solidFill>
              <a:srgbClr val="C62828"/>
            </a:solidFill>
            <a:prstDash val="solid"/>
          </a:ln>
        </p:spPr>
      </p:sp>
      <p:sp>
        <p:nvSpPr>
          <p:cNvPr id="28" name="Shape 24"/>
          <p:cNvSpPr/>
          <p:nvPr/>
        </p:nvSpPr>
        <p:spPr>
          <a:xfrm>
            <a:off x="2894648" y="2237398"/>
            <a:ext cx="20231" cy="462964"/>
          </a:xfrm>
          <a:prstGeom prst="rect">
            <a:avLst/>
          </a:prstGeom>
          <a:solidFill>
            <a:srgbClr val="C62828"/>
          </a:solidFill>
          <a:ln w="12700">
            <a:solidFill>
              <a:srgbClr val="C62828"/>
            </a:solidFill>
            <a:prstDash val="solid"/>
          </a:ln>
        </p:spPr>
      </p:sp>
      <p:sp>
        <p:nvSpPr>
          <p:cNvPr id="29" name="Shape 25"/>
          <p:cNvSpPr/>
          <p:nvPr/>
        </p:nvSpPr>
        <p:spPr>
          <a:xfrm>
            <a:off x="2928366" y="2309449"/>
            <a:ext cx="20231" cy="318862"/>
          </a:xfrm>
          <a:prstGeom prst="rect">
            <a:avLst/>
          </a:prstGeom>
          <a:solidFill>
            <a:srgbClr val="C62828"/>
          </a:solidFill>
          <a:ln w="12700">
            <a:solidFill>
              <a:srgbClr val="C62828"/>
            </a:solidFill>
            <a:prstDash val="solid"/>
          </a:ln>
        </p:spPr>
      </p:sp>
      <p:sp>
        <p:nvSpPr>
          <p:cNvPr id="30" name="Shape 26"/>
          <p:cNvSpPr/>
          <p:nvPr/>
        </p:nvSpPr>
        <p:spPr>
          <a:xfrm>
            <a:off x="2962085" y="2254603"/>
            <a:ext cx="20231" cy="428554"/>
          </a:xfrm>
          <a:prstGeom prst="rect">
            <a:avLst/>
          </a:prstGeom>
          <a:solidFill>
            <a:srgbClr val="C62828"/>
          </a:solidFill>
          <a:ln w="12700">
            <a:solidFill>
              <a:srgbClr val="C62828"/>
            </a:solidFill>
            <a:prstDash val="solid"/>
          </a:ln>
        </p:spPr>
      </p:sp>
      <p:sp>
        <p:nvSpPr>
          <p:cNvPr id="31" name="Shape 27"/>
          <p:cNvSpPr/>
          <p:nvPr/>
        </p:nvSpPr>
        <p:spPr>
          <a:xfrm>
            <a:off x="2995803" y="2241503"/>
            <a:ext cx="20231" cy="454755"/>
          </a:xfrm>
          <a:prstGeom prst="rect">
            <a:avLst/>
          </a:prstGeom>
          <a:solidFill>
            <a:srgbClr val="C62828"/>
          </a:solidFill>
          <a:ln w="12700">
            <a:solidFill>
              <a:srgbClr val="C62828"/>
            </a:solidFill>
            <a:prstDash val="solid"/>
          </a:ln>
        </p:spPr>
      </p:sp>
      <p:sp>
        <p:nvSpPr>
          <p:cNvPr id="32" name="Shape 28"/>
          <p:cNvSpPr/>
          <p:nvPr/>
        </p:nvSpPr>
        <p:spPr>
          <a:xfrm>
            <a:off x="3029522" y="2379051"/>
            <a:ext cx="20231" cy="179658"/>
          </a:xfrm>
          <a:prstGeom prst="rect">
            <a:avLst/>
          </a:prstGeom>
          <a:solidFill>
            <a:srgbClr val="C62828"/>
          </a:solidFill>
          <a:ln w="12700">
            <a:solidFill>
              <a:srgbClr val="C62828"/>
            </a:solidFill>
            <a:prstDash val="solid"/>
          </a:ln>
        </p:spPr>
      </p:sp>
      <p:sp>
        <p:nvSpPr>
          <p:cNvPr id="33" name="Shape 29"/>
          <p:cNvSpPr/>
          <p:nvPr/>
        </p:nvSpPr>
        <p:spPr>
          <a:xfrm>
            <a:off x="3063240" y="2201145"/>
            <a:ext cx="20231" cy="535470"/>
          </a:xfrm>
          <a:prstGeom prst="rect">
            <a:avLst/>
          </a:prstGeom>
          <a:solidFill>
            <a:srgbClr val="C62828"/>
          </a:solidFill>
          <a:ln w="12700">
            <a:solidFill>
              <a:srgbClr val="C62828"/>
            </a:solidFill>
            <a:prstDash val="solid"/>
          </a:ln>
        </p:spPr>
      </p:sp>
      <p:sp>
        <p:nvSpPr>
          <p:cNvPr id="34" name="Shape 30"/>
          <p:cNvSpPr/>
          <p:nvPr/>
        </p:nvSpPr>
        <p:spPr>
          <a:xfrm>
            <a:off x="3096959" y="2234873"/>
            <a:ext cx="20231" cy="468015"/>
          </a:xfrm>
          <a:prstGeom prst="rect">
            <a:avLst/>
          </a:prstGeom>
          <a:solidFill>
            <a:srgbClr val="C62828"/>
          </a:solidFill>
          <a:ln w="12700">
            <a:solidFill>
              <a:srgbClr val="C62828"/>
            </a:solidFill>
            <a:prstDash val="solid"/>
          </a:ln>
        </p:spPr>
      </p:sp>
      <p:sp>
        <p:nvSpPr>
          <p:cNvPr id="35" name="Shape 31"/>
          <p:cNvSpPr/>
          <p:nvPr/>
        </p:nvSpPr>
        <p:spPr>
          <a:xfrm>
            <a:off x="3130677" y="2208289"/>
            <a:ext cx="20231" cy="521182"/>
          </a:xfrm>
          <a:prstGeom prst="rect">
            <a:avLst/>
          </a:prstGeom>
          <a:solidFill>
            <a:srgbClr val="C62828"/>
          </a:solidFill>
          <a:ln w="12700">
            <a:solidFill>
              <a:srgbClr val="C62828"/>
            </a:solidFill>
            <a:prstDash val="solid"/>
          </a:ln>
        </p:spPr>
      </p:sp>
      <p:sp>
        <p:nvSpPr>
          <p:cNvPr id="36" name="Shape 32"/>
          <p:cNvSpPr/>
          <p:nvPr/>
        </p:nvSpPr>
        <p:spPr>
          <a:xfrm>
            <a:off x="3164396" y="2349779"/>
            <a:ext cx="20231" cy="238203"/>
          </a:xfrm>
          <a:prstGeom prst="rect">
            <a:avLst/>
          </a:prstGeom>
          <a:solidFill>
            <a:srgbClr val="C62828"/>
          </a:solidFill>
          <a:ln w="12700">
            <a:solidFill>
              <a:srgbClr val="C62828"/>
            </a:solidFill>
            <a:prstDash val="solid"/>
          </a:ln>
        </p:spPr>
      </p:sp>
      <p:sp>
        <p:nvSpPr>
          <p:cNvPr id="37" name="Shape 33"/>
          <p:cNvSpPr/>
          <p:nvPr/>
        </p:nvSpPr>
        <p:spPr>
          <a:xfrm>
            <a:off x="3198114" y="2335123"/>
            <a:ext cx="20231" cy="267515"/>
          </a:xfrm>
          <a:prstGeom prst="rect">
            <a:avLst/>
          </a:prstGeom>
          <a:solidFill>
            <a:srgbClr val="C62828"/>
          </a:solidFill>
          <a:ln w="12700">
            <a:solidFill>
              <a:srgbClr val="C62828"/>
            </a:solidFill>
            <a:prstDash val="solid"/>
          </a:ln>
        </p:spPr>
      </p:sp>
      <p:sp>
        <p:nvSpPr>
          <p:cNvPr id="38" name="Shape 34"/>
          <p:cNvSpPr/>
          <p:nvPr/>
        </p:nvSpPr>
        <p:spPr>
          <a:xfrm>
            <a:off x="3231833" y="2318029"/>
            <a:ext cx="20231" cy="301702"/>
          </a:xfrm>
          <a:prstGeom prst="rect">
            <a:avLst/>
          </a:prstGeom>
          <a:solidFill>
            <a:srgbClr val="C62828"/>
          </a:solidFill>
          <a:ln w="12700">
            <a:solidFill>
              <a:srgbClr val="C62828"/>
            </a:solidFill>
            <a:prstDash val="solid"/>
          </a:ln>
        </p:spPr>
      </p:sp>
      <p:sp>
        <p:nvSpPr>
          <p:cNvPr id="39" name="Shape 35"/>
          <p:cNvSpPr/>
          <p:nvPr/>
        </p:nvSpPr>
        <p:spPr>
          <a:xfrm>
            <a:off x="3265551" y="2213243"/>
            <a:ext cx="20231" cy="511273"/>
          </a:xfrm>
          <a:prstGeom prst="rect">
            <a:avLst/>
          </a:prstGeom>
          <a:solidFill>
            <a:srgbClr val="C62828"/>
          </a:solidFill>
          <a:ln w="12700">
            <a:solidFill>
              <a:srgbClr val="C62828"/>
            </a:solidFill>
            <a:prstDash val="solid"/>
          </a:ln>
        </p:spPr>
      </p:sp>
      <p:sp>
        <p:nvSpPr>
          <p:cNvPr id="40" name="Shape 36"/>
          <p:cNvSpPr/>
          <p:nvPr/>
        </p:nvSpPr>
        <p:spPr>
          <a:xfrm>
            <a:off x="3299270" y="2256617"/>
            <a:ext cx="20231" cy="424526"/>
          </a:xfrm>
          <a:prstGeom prst="rect">
            <a:avLst/>
          </a:prstGeom>
          <a:solidFill>
            <a:srgbClr val="C62828"/>
          </a:solidFill>
          <a:ln w="12700">
            <a:solidFill>
              <a:srgbClr val="C62828"/>
            </a:solidFill>
            <a:prstDash val="solid"/>
          </a:ln>
        </p:spPr>
      </p:sp>
      <p:sp>
        <p:nvSpPr>
          <p:cNvPr id="41" name="Shape 37"/>
          <p:cNvSpPr/>
          <p:nvPr/>
        </p:nvSpPr>
        <p:spPr>
          <a:xfrm>
            <a:off x="3332988" y="2221010"/>
            <a:ext cx="20231" cy="495740"/>
          </a:xfrm>
          <a:prstGeom prst="rect">
            <a:avLst/>
          </a:prstGeom>
          <a:solidFill>
            <a:srgbClr val="C62828"/>
          </a:solidFill>
          <a:ln w="12700">
            <a:solidFill>
              <a:srgbClr val="C62828"/>
            </a:solidFill>
            <a:prstDash val="solid"/>
          </a:ln>
        </p:spPr>
      </p:sp>
      <p:sp>
        <p:nvSpPr>
          <p:cNvPr id="42" name="Shape 38"/>
          <p:cNvSpPr/>
          <p:nvPr/>
        </p:nvSpPr>
        <p:spPr>
          <a:xfrm>
            <a:off x="3366707" y="2312404"/>
            <a:ext cx="20231" cy="312951"/>
          </a:xfrm>
          <a:prstGeom prst="rect">
            <a:avLst/>
          </a:prstGeom>
          <a:solidFill>
            <a:srgbClr val="C62828"/>
          </a:solidFill>
          <a:ln w="12700">
            <a:solidFill>
              <a:srgbClr val="C62828"/>
            </a:solidFill>
            <a:prstDash val="solid"/>
          </a:ln>
        </p:spPr>
      </p:sp>
      <p:sp>
        <p:nvSpPr>
          <p:cNvPr id="43" name="Shape 39"/>
          <p:cNvSpPr/>
          <p:nvPr/>
        </p:nvSpPr>
        <p:spPr>
          <a:xfrm>
            <a:off x="3400425" y="2318595"/>
            <a:ext cx="20231" cy="300569"/>
          </a:xfrm>
          <a:prstGeom prst="rect">
            <a:avLst/>
          </a:prstGeom>
          <a:solidFill>
            <a:srgbClr val="C62828"/>
          </a:solidFill>
          <a:ln w="12700">
            <a:solidFill>
              <a:srgbClr val="C62828"/>
            </a:solidFill>
            <a:prstDash val="solid"/>
          </a:ln>
        </p:spPr>
      </p:sp>
      <p:sp>
        <p:nvSpPr>
          <p:cNvPr id="44" name="Shape 40"/>
          <p:cNvSpPr/>
          <p:nvPr/>
        </p:nvSpPr>
        <p:spPr>
          <a:xfrm>
            <a:off x="3434144" y="2236472"/>
            <a:ext cx="20231" cy="464817"/>
          </a:xfrm>
          <a:prstGeom prst="rect">
            <a:avLst/>
          </a:prstGeom>
          <a:solidFill>
            <a:srgbClr val="C62828"/>
          </a:solidFill>
          <a:ln w="12700">
            <a:solidFill>
              <a:srgbClr val="C62828"/>
            </a:solidFill>
            <a:prstDash val="solid"/>
          </a:ln>
        </p:spPr>
      </p:sp>
      <p:sp>
        <p:nvSpPr>
          <p:cNvPr id="45" name="Shape 41"/>
          <p:cNvSpPr/>
          <p:nvPr/>
        </p:nvSpPr>
        <p:spPr>
          <a:xfrm>
            <a:off x="3467862" y="2361626"/>
            <a:ext cx="20231" cy="214509"/>
          </a:xfrm>
          <a:prstGeom prst="rect">
            <a:avLst/>
          </a:prstGeom>
          <a:solidFill>
            <a:srgbClr val="C62828"/>
          </a:solidFill>
          <a:ln w="12700">
            <a:solidFill>
              <a:srgbClr val="C62828"/>
            </a:solidFill>
            <a:prstDash val="solid"/>
          </a:ln>
        </p:spPr>
      </p:sp>
      <p:sp>
        <p:nvSpPr>
          <p:cNvPr id="46" name="Shape 42"/>
          <p:cNvSpPr/>
          <p:nvPr/>
        </p:nvSpPr>
        <p:spPr>
          <a:xfrm>
            <a:off x="3501581" y="2235422"/>
            <a:ext cx="20231" cy="466915"/>
          </a:xfrm>
          <a:prstGeom prst="rect">
            <a:avLst/>
          </a:prstGeom>
          <a:solidFill>
            <a:srgbClr val="C62828"/>
          </a:solidFill>
          <a:ln w="12700">
            <a:solidFill>
              <a:srgbClr val="C62828"/>
            </a:solidFill>
            <a:prstDash val="solid"/>
          </a:ln>
        </p:spPr>
      </p:sp>
      <p:sp>
        <p:nvSpPr>
          <p:cNvPr id="47" name="Shape 43"/>
          <p:cNvSpPr/>
          <p:nvPr/>
        </p:nvSpPr>
        <p:spPr>
          <a:xfrm>
            <a:off x="3535299" y="2280403"/>
            <a:ext cx="20231" cy="376953"/>
          </a:xfrm>
          <a:prstGeom prst="rect">
            <a:avLst/>
          </a:prstGeom>
          <a:solidFill>
            <a:srgbClr val="C62828"/>
          </a:solidFill>
          <a:ln w="12700">
            <a:solidFill>
              <a:srgbClr val="C62828"/>
            </a:solidFill>
            <a:prstDash val="solid"/>
          </a:ln>
        </p:spPr>
      </p:sp>
      <p:sp>
        <p:nvSpPr>
          <p:cNvPr id="48" name="Shape 44"/>
          <p:cNvSpPr/>
          <p:nvPr/>
        </p:nvSpPr>
        <p:spPr>
          <a:xfrm>
            <a:off x="3569018" y="2276897"/>
            <a:ext cx="20231" cy="383966"/>
          </a:xfrm>
          <a:prstGeom prst="rect">
            <a:avLst/>
          </a:prstGeom>
          <a:solidFill>
            <a:srgbClr val="C62828"/>
          </a:solidFill>
          <a:ln w="12700">
            <a:solidFill>
              <a:srgbClr val="C62828"/>
            </a:solidFill>
            <a:prstDash val="solid"/>
          </a:ln>
        </p:spPr>
      </p:sp>
      <p:sp>
        <p:nvSpPr>
          <p:cNvPr id="49" name="Shape 45"/>
          <p:cNvSpPr/>
          <p:nvPr/>
        </p:nvSpPr>
        <p:spPr>
          <a:xfrm>
            <a:off x="3602736" y="2445837"/>
            <a:ext cx="20231" cy="46086"/>
          </a:xfrm>
          <a:prstGeom prst="rect">
            <a:avLst/>
          </a:prstGeom>
          <a:solidFill>
            <a:srgbClr val="C62828"/>
          </a:solidFill>
          <a:ln w="12700">
            <a:solidFill>
              <a:srgbClr val="C62828"/>
            </a:solidFill>
            <a:prstDash val="solid"/>
          </a:ln>
        </p:spPr>
      </p:sp>
      <p:sp>
        <p:nvSpPr>
          <p:cNvPr id="50" name="Shape 46"/>
          <p:cNvSpPr/>
          <p:nvPr/>
        </p:nvSpPr>
        <p:spPr>
          <a:xfrm>
            <a:off x="3636454" y="2445837"/>
            <a:ext cx="20231" cy="46086"/>
          </a:xfrm>
          <a:prstGeom prst="rect">
            <a:avLst/>
          </a:prstGeom>
          <a:solidFill>
            <a:srgbClr val="C62828"/>
          </a:solidFill>
          <a:ln w="12700">
            <a:solidFill>
              <a:srgbClr val="C62828"/>
            </a:solidFill>
            <a:prstDash val="solid"/>
          </a:ln>
        </p:spPr>
      </p:sp>
      <p:sp>
        <p:nvSpPr>
          <p:cNvPr id="51" name="Shape 47"/>
          <p:cNvSpPr/>
          <p:nvPr/>
        </p:nvSpPr>
        <p:spPr>
          <a:xfrm>
            <a:off x="3670173" y="2445837"/>
            <a:ext cx="20231" cy="46086"/>
          </a:xfrm>
          <a:prstGeom prst="rect">
            <a:avLst/>
          </a:prstGeom>
          <a:solidFill>
            <a:srgbClr val="C62828"/>
          </a:solidFill>
          <a:ln w="12700">
            <a:solidFill>
              <a:srgbClr val="C62828"/>
            </a:solidFill>
            <a:prstDash val="solid"/>
          </a:ln>
        </p:spPr>
      </p:sp>
      <p:sp>
        <p:nvSpPr>
          <p:cNvPr id="52" name="Shape 48"/>
          <p:cNvSpPr/>
          <p:nvPr/>
        </p:nvSpPr>
        <p:spPr>
          <a:xfrm>
            <a:off x="3703892" y="2445837"/>
            <a:ext cx="20231" cy="46086"/>
          </a:xfrm>
          <a:prstGeom prst="rect">
            <a:avLst/>
          </a:prstGeom>
          <a:solidFill>
            <a:srgbClr val="C62828"/>
          </a:solidFill>
          <a:ln w="12700">
            <a:solidFill>
              <a:srgbClr val="C62828"/>
            </a:solidFill>
            <a:prstDash val="solid"/>
          </a:ln>
        </p:spPr>
      </p:sp>
      <p:sp>
        <p:nvSpPr>
          <p:cNvPr id="53" name="Shape 49"/>
          <p:cNvSpPr/>
          <p:nvPr/>
        </p:nvSpPr>
        <p:spPr>
          <a:xfrm>
            <a:off x="2743200" y="3566160"/>
            <a:ext cx="640080" cy="640080"/>
          </a:xfrm>
          <a:prstGeom prst="ellipse">
            <a:avLst/>
          </a:prstGeom>
          <a:solidFill>
            <a:srgbClr val="FFFFFF"/>
          </a:solidFill>
          <a:ln w="25400">
            <a:solidFill>
              <a:srgbClr val="CCCCCC"/>
            </a:solidFill>
            <a:prstDash val="solid"/>
          </a:ln>
        </p:spPr>
      </p:sp>
      <p:sp>
        <p:nvSpPr>
          <p:cNvPr id="54" name="Shape 50"/>
          <p:cNvSpPr/>
          <p:nvPr/>
        </p:nvSpPr>
        <p:spPr>
          <a:xfrm>
            <a:off x="2944368" y="3767328"/>
            <a:ext cx="237744" cy="237744"/>
          </a:xfrm>
          <a:prstGeom prst="roundRect">
            <a:avLst>
              <a:gd name="adj" fmla="val 15385"/>
            </a:avLst>
          </a:prstGeom>
          <a:solidFill>
            <a:srgbClr val="C62828"/>
          </a:solidFill>
          <a:ln w="12700">
            <a:solidFill>
              <a:srgbClr val="C62828"/>
            </a:solidFill>
            <a:prstDash val="solid"/>
          </a:ln>
        </p:spPr>
      </p:sp>
      <p:sp>
        <p:nvSpPr>
          <p:cNvPr id="55" name="Shape 51"/>
          <p:cNvSpPr/>
          <p:nvPr/>
        </p:nvSpPr>
        <p:spPr>
          <a:xfrm>
            <a:off x="2706624" y="3529584"/>
            <a:ext cx="713232" cy="713232"/>
          </a:xfrm>
          <a:prstGeom prst="roundRect">
            <a:avLst>
              <a:gd name="adj" fmla="val 6410"/>
            </a:avLst>
          </a:prstGeom>
          <a:solidFill>
            <a:srgbClr val="FFFFFF">
              <a:alpha val="0"/>
            </a:srgbClr>
          </a:solidFill>
          <a:ln w="31750">
            <a:solidFill>
              <a:srgbClr val="E53935"/>
            </a:solidFill>
            <a:prstDash val="solid"/>
          </a:ln>
        </p:spPr>
      </p:sp>
      <p:sp>
        <p:nvSpPr>
          <p:cNvPr id="56" name="Shape 52"/>
          <p:cNvSpPr/>
          <p:nvPr/>
        </p:nvSpPr>
        <p:spPr>
          <a:xfrm>
            <a:off x="3282696" y="3392424"/>
            <a:ext cx="274320" cy="274320"/>
          </a:xfrm>
          <a:prstGeom prst="ellipse">
            <a:avLst/>
          </a:prstGeom>
          <a:solidFill>
            <a:srgbClr val="E53935"/>
          </a:solidFill>
          <a:ln w="12700">
            <a:solidFill>
              <a:srgbClr val="FFFFFF"/>
            </a:solidFill>
            <a:prstDash val="solid"/>
          </a:ln>
        </p:spPr>
      </p:sp>
      <p:sp>
        <p:nvSpPr>
          <p:cNvPr id="57" name="Text 53"/>
          <p:cNvSpPr txBox="1"/>
          <p:nvPr/>
        </p:nvSpPr>
        <p:spPr>
          <a:xfrm>
            <a:off x="3282696" y="33924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8" name="Image 2" descr="preencoded.png">    </p:cNvPr>
          <p:cNvPicPr>
            <a:picLocks noChangeAspect="1"/>
          </p:cNvPicPr>
          <p:nvPr/>
        </p:nvPicPr>
        <p:blipFill>
          <a:blip r:embed="rId3"/>
          <a:stretch>
            <a:fillRect/>
          </a:stretch>
        </p:blipFill>
        <p:spPr>
          <a:xfrm>
            <a:off x="3095244" y="3918204"/>
            <a:ext cx="237744" cy="237744"/>
          </a:xfrm>
          <a:prstGeom prst="rect">
            <a:avLst/>
          </a:prstGeom>
        </p:spPr>
      </p:pic>
      <p:sp>
        <p:nvSpPr>
          <p:cNvPr id="59" name="Text 5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60" name="Text 5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Rekam di tempat tenang</a:t>
            </a:r>
            <a:endParaRPr lang="en-US" sz="1800" dirty="0"/>
          </a:p>
        </p:txBody>
      </p:sp>
      <p:sp>
        <p:nvSpPr>
          <p:cNvPr id="61" name="Text 5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Pergi ke tempat yang tenang. Atur jarak satu jengkal. Tekan rekam, diam 1 detik, lalu bacakan naskah.</a:t>
            </a:r>
            <a:endParaRPr lang="en-US" sz="1300" dirty="0"/>
          </a:p>
        </p:txBody>
      </p:sp>
      <p:sp>
        <p:nvSpPr>
          <p:cNvPr id="62" name="Shape 5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3" name="Image 3" descr="preencoded.png">    </p:cNvPr>
          <p:cNvPicPr>
            <a:picLocks noChangeAspect="1"/>
          </p:cNvPicPr>
          <p:nvPr/>
        </p:nvPicPr>
        <p:blipFill>
          <a:blip r:embed="rId4"/>
          <a:stretch>
            <a:fillRect/>
          </a:stretch>
        </p:blipFill>
        <p:spPr>
          <a:xfrm>
            <a:off x="6108192" y="3721608"/>
            <a:ext cx="201168" cy="201168"/>
          </a:xfrm>
          <a:prstGeom prst="rect">
            <a:avLst/>
          </a:prstGeom>
        </p:spPr>
      </p:pic>
      <p:sp>
        <p:nvSpPr>
          <p:cNvPr id="64" name="Text 5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Salah ucap? Jangan berhenti. Diam sebentar, ulangi kalimatnya. Bagian salah nanti dipotong.</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Merekam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Audio</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Perkenalan_Ahmad</a:t>
            </a:r>
            <a:endParaRPr lang="en-US" sz="700" dirty="0"/>
          </a:p>
        </p:txBody>
      </p:sp>
      <p:sp>
        <p:nvSpPr>
          <p:cNvPr id="38" name="Shape 28"/>
          <p:cNvSpPr/>
          <p:nvPr/>
        </p:nvSpPr>
        <p:spPr>
          <a:xfrm>
            <a:off x="2760025" y="1839613"/>
            <a:ext cx="786384" cy="603504"/>
          </a:xfrm>
          <a:prstGeom prst="roundRect">
            <a:avLst>
              <a:gd name="adj" fmla="val 6061"/>
            </a:avLst>
          </a:prstGeom>
          <a:solidFill>
            <a:srgbClr val="CCE4F7"/>
          </a:solidFill>
          <a:ln w="12700">
            <a:solidFill>
              <a:srgbClr val="CCE4F7"/>
            </a:solidFill>
            <a:prstDash val="solid"/>
          </a:ln>
        </p:spPr>
      </p:sp>
      <p:pic>
        <p:nvPicPr>
          <p:cNvPr id="39"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40" name="Text 29"/>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Nasihat_Ahmad</a:t>
            </a:r>
            <a:endParaRPr lang="en-US" sz="700" dirty="0"/>
          </a:p>
        </p:txBody>
      </p:sp>
      <p:sp>
        <p:nvSpPr>
          <p:cNvPr id="41" name="Shape 30"/>
          <p:cNvSpPr/>
          <p:nvPr/>
        </p:nvSpPr>
        <p:spPr>
          <a:xfrm>
            <a:off x="2723449" y="1803037"/>
            <a:ext cx="859536" cy="676656"/>
          </a:xfrm>
          <a:prstGeom prst="roundRect">
            <a:avLst>
              <a:gd name="adj" fmla="val 6757"/>
            </a:avLst>
          </a:prstGeom>
          <a:solidFill>
            <a:srgbClr val="FFFFFF">
              <a:alpha val="0"/>
            </a:srgbClr>
          </a:solidFill>
          <a:ln w="31750">
            <a:solidFill>
              <a:srgbClr val="E53935"/>
            </a:solidFill>
            <a:prstDash val="solid"/>
          </a:ln>
        </p:spPr>
      </p:sp>
      <p:sp>
        <p:nvSpPr>
          <p:cNvPr id="42" name="Shape 31"/>
          <p:cNvSpPr/>
          <p:nvPr/>
        </p:nvSpPr>
        <p:spPr>
          <a:xfrm>
            <a:off x="3445825" y="1665877"/>
            <a:ext cx="274320" cy="274320"/>
          </a:xfrm>
          <a:prstGeom prst="ellipse">
            <a:avLst/>
          </a:prstGeom>
          <a:solidFill>
            <a:srgbClr val="E53935"/>
          </a:solidFill>
          <a:ln w="12700">
            <a:solidFill>
              <a:srgbClr val="FFFFFF"/>
            </a:solidFill>
            <a:prstDash val="solid"/>
          </a:ln>
        </p:spPr>
      </p:sp>
      <p:sp>
        <p:nvSpPr>
          <p:cNvPr id="43" name="Text 32"/>
          <p:cNvSpPr txBox="1"/>
          <p:nvPr/>
        </p:nvSpPr>
        <p:spPr>
          <a:xfrm>
            <a:off x="344582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44" name="Image 9" descr="preencoded.png">    </p:cNvPr>
          <p:cNvPicPr>
            <a:picLocks noChangeAspect="1"/>
          </p:cNvPicPr>
          <p:nvPr/>
        </p:nvPicPr>
        <p:blipFill>
          <a:blip r:embed="rId10"/>
          <a:stretch>
            <a:fillRect/>
          </a:stretch>
        </p:blipFill>
        <p:spPr>
          <a:xfrm>
            <a:off x="3192536" y="2171540"/>
            <a:ext cx="237744" cy="237744"/>
          </a:xfrm>
          <a:prstGeom prst="rect">
            <a:avLst/>
          </a:prstGeom>
        </p:spPr>
      </p:pic>
      <p:sp>
        <p:nvSpPr>
          <p:cNvPr id="45"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6"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Simpan dan pindahkan ke folder Audio</a:t>
            </a:r>
            <a:endParaRPr lang="en-US" sz="1800" dirty="0"/>
          </a:p>
        </p:txBody>
      </p:sp>
      <p:sp>
        <p:nvSpPr>
          <p:cNvPr id="47"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Beri nama rekaman Nasihat_NamaKamu. Pindahkan ke komputer, simpan di Portofolio › Audio.</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20</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Pastikan semua siap untuk diedit pekan depan: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Naskah 100–130 kata dengan pembuka, isi, dalil, dan penutup.</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Naskah diberi tanda jeda (/ dan //) dan kata yang ditekankan.</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Dalil sudah diperiksa ustadz.</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Rekaman Nasihat_NamaKamu tersimpan di folder Audio.</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Naskah memiliki 4 bagian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Dalil sudah diperiksa ustadz</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Durasi sekitar 1 menit</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Intonasi jelas dan tidak terburu-buru</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tantangan membaca naskah sambil direkam?</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Nasihat apa yang kamu pilih dan mengapa?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Nasihati diri sendiri sebelum menasihati orang lain.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Mengedit rekaman dengan Audacity.</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21</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Mengedit Audio</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Nasihat 1 Menit siap didengar</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7: Audio Digital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dalam rekaman ada batuk atau kata yang salah, apakah harus merekam ulang dari awal?</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Membuka rekaman di Audacity dan memahami gelombang suara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Memotong bagian yang salah dan keheningan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Memberi fade dan mengekspor ke MP3</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Mengenal Audacity</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029200" cy="3102559"/>
          </a:xfrm>
          <a:prstGeom prst="roundRect">
            <a:avLst>
              <a:gd name="adj" fmla="val 1768"/>
            </a:avLst>
          </a:prstGeom>
          <a:solidFill>
            <a:srgbClr val="2B2B2B"/>
          </a:solidFill>
          <a:ln w="12700">
            <a:solidFill>
              <a:srgbClr val="2B2B2B"/>
            </a:solidFill>
            <a:prstDash val="solid"/>
          </a:ln>
        </p:spPr>
      </p:sp>
      <p:sp>
        <p:nvSpPr>
          <p:cNvPr id="10" name="Shape 6"/>
          <p:cNvSpPr/>
          <p:nvPr/>
        </p:nvSpPr>
        <p:spPr>
          <a:xfrm>
            <a:off x="2624328" y="4154119"/>
            <a:ext cx="603504" cy="285293"/>
          </a:xfrm>
          <a:prstGeom prst="rect">
            <a:avLst/>
          </a:prstGeom>
          <a:solidFill>
            <a:srgbClr val="555555"/>
          </a:solidFill>
          <a:ln w="12700">
            <a:solidFill>
              <a:srgbClr val="555555"/>
            </a:solidFill>
            <a:prstDash val="solid"/>
          </a:ln>
        </p:spPr>
      </p:sp>
      <p:sp>
        <p:nvSpPr>
          <p:cNvPr id="11" name="Shape 7"/>
          <p:cNvSpPr/>
          <p:nvPr/>
        </p:nvSpPr>
        <p:spPr>
          <a:xfrm>
            <a:off x="2071116" y="4439412"/>
            <a:ext cx="1709928" cy="178308"/>
          </a:xfrm>
          <a:prstGeom prst="roundRect">
            <a:avLst>
              <a:gd name="adj" fmla="val 15385"/>
            </a:avLst>
          </a:prstGeom>
          <a:solidFill>
            <a:srgbClr val="444444"/>
          </a:solidFill>
          <a:ln w="12700">
            <a:solidFill>
              <a:srgbClr val="444444"/>
            </a:solidFill>
            <a:prstDash val="solid"/>
          </a:ln>
        </p:spPr>
      </p:sp>
      <p:sp>
        <p:nvSpPr>
          <p:cNvPr id="12" name="Shape 8"/>
          <p:cNvSpPr/>
          <p:nvPr/>
        </p:nvSpPr>
        <p:spPr>
          <a:xfrm>
            <a:off x="5166360" y="4044391"/>
            <a:ext cx="73152" cy="73152"/>
          </a:xfrm>
          <a:prstGeom prst="ellipse">
            <a:avLst/>
          </a:prstGeom>
          <a:solidFill>
            <a:srgbClr val="4FC3F7"/>
          </a:solidFill>
          <a:ln/>
        </p:spPr>
      </p:sp>
      <p:sp>
        <p:nvSpPr>
          <p:cNvPr id="13" name="Shape 9"/>
          <p:cNvSpPr/>
          <p:nvPr/>
        </p:nvSpPr>
        <p:spPr>
          <a:xfrm>
            <a:off x="484632" y="1124712"/>
            <a:ext cx="4882896" cy="2919679"/>
          </a:xfrm>
          <a:prstGeom prst="rect">
            <a:avLst/>
          </a:prstGeom>
          <a:solidFill>
            <a:srgbClr val="6FA8DC"/>
          </a:solidFill>
          <a:ln w="12700">
            <a:solidFill>
              <a:srgbClr val="6FA8DC"/>
            </a:solidFill>
            <a:prstDash val="solid"/>
          </a:ln>
        </p:spPr>
      </p:sp>
      <p:sp>
        <p:nvSpPr>
          <p:cNvPr id="14" name="Shape 10"/>
          <p:cNvSpPr/>
          <p:nvPr/>
        </p:nvSpPr>
        <p:spPr>
          <a:xfrm>
            <a:off x="1705356" y="1416680"/>
            <a:ext cx="2441448" cy="2335743"/>
          </a:xfrm>
          <a:prstGeom prst="ellipse">
            <a:avLst/>
          </a:prstGeom>
          <a:solidFill>
            <a:srgbClr val="A7CBEE">
              <a:alpha val="60000"/>
            </a:srgbClr>
          </a:solidFill>
          <a:ln/>
        </p:spPr>
      </p:sp>
      <p:sp>
        <p:nvSpPr>
          <p:cNvPr id="15" name="Shape 11"/>
          <p:cNvSpPr/>
          <p:nvPr/>
        </p:nvSpPr>
        <p:spPr>
          <a:xfrm>
            <a:off x="2340132" y="1854632"/>
            <a:ext cx="1171895" cy="1313856"/>
          </a:xfrm>
          <a:prstGeom prst="ellipse">
            <a:avLst/>
          </a:prstGeom>
          <a:solidFill>
            <a:srgbClr val="D7E8F8">
              <a:alpha val="70000"/>
            </a:srgbClr>
          </a:solidFill>
          <a:ln/>
        </p:spPr>
      </p:sp>
      <p:sp>
        <p:nvSpPr>
          <p:cNvPr id="16" name="Shape 12"/>
          <p:cNvSpPr/>
          <p:nvPr/>
        </p:nvSpPr>
        <p:spPr>
          <a:xfrm>
            <a:off x="631119" y="1212302"/>
            <a:ext cx="4589922" cy="2627711"/>
          </a:xfrm>
          <a:prstGeom prst="rect">
            <a:avLst/>
          </a:prstGeom>
          <a:solidFill>
            <a:srgbClr val="FFFFFF"/>
          </a:solidFill>
          <a:ln w="9525">
            <a:solidFill>
              <a:srgbClr val="999999"/>
            </a:solidFill>
            <a:prstDash val="solid"/>
          </a:ln>
        </p:spPr>
      </p:sp>
      <p:sp>
        <p:nvSpPr>
          <p:cNvPr id="17" name="Shape 13"/>
          <p:cNvSpPr/>
          <p:nvPr/>
        </p:nvSpPr>
        <p:spPr>
          <a:xfrm>
            <a:off x="631119" y="1212302"/>
            <a:ext cx="4589922" cy="219456"/>
          </a:xfrm>
          <a:prstGeom prst="rect">
            <a:avLst/>
          </a:prstGeom>
          <a:solidFill>
            <a:srgbClr val="F0F0F0"/>
          </a:solidFill>
          <a:ln w="12700">
            <a:solidFill>
              <a:srgbClr val="F0F0F0"/>
            </a:solidFill>
            <a:prstDash val="solid"/>
          </a:ln>
        </p:spPr>
      </p:sp>
      <p:sp>
        <p:nvSpPr>
          <p:cNvPr id="18" name="Text 14"/>
          <p:cNvSpPr txBox="1"/>
          <p:nvPr/>
        </p:nvSpPr>
        <p:spPr>
          <a:xfrm>
            <a:off x="722559" y="1212302"/>
            <a:ext cx="3675522"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Nasihat_Ahmad - Audacity</a:t>
            </a:r>
            <a:endParaRPr lang="en-US" sz="750" dirty="0"/>
          </a:p>
        </p:txBody>
      </p:sp>
      <p:sp>
        <p:nvSpPr>
          <p:cNvPr id="19" name="Text 15"/>
          <p:cNvSpPr txBox="1"/>
          <p:nvPr/>
        </p:nvSpPr>
        <p:spPr>
          <a:xfrm>
            <a:off x="4398081" y="1212302"/>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672401" y="1212302"/>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4946721" y="1212302"/>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Text 18"/>
          <p:cNvSpPr txBox="1"/>
          <p:nvPr/>
        </p:nvSpPr>
        <p:spPr>
          <a:xfrm>
            <a:off x="722559" y="1431758"/>
            <a:ext cx="32004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File   Edit   Select   View   Effect   Help</a:t>
            </a:r>
            <a:endParaRPr lang="en-US" sz="700" dirty="0"/>
          </a:p>
        </p:txBody>
      </p:sp>
      <p:sp>
        <p:nvSpPr>
          <p:cNvPr id="23" name="Shape 19"/>
          <p:cNvSpPr/>
          <p:nvPr/>
        </p:nvSpPr>
        <p:spPr>
          <a:xfrm>
            <a:off x="631119" y="1632926"/>
            <a:ext cx="4589922" cy="384048"/>
          </a:xfrm>
          <a:prstGeom prst="rect">
            <a:avLst/>
          </a:prstGeom>
          <a:solidFill>
            <a:srgbClr val="E8E8E8"/>
          </a:solidFill>
          <a:ln w="12700">
            <a:solidFill>
              <a:srgbClr val="E8E8E8"/>
            </a:solidFill>
            <a:prstDash val="solid"/>
          </a:ln>
        </p:spPr>
      </p:sp>
      <p:sp>
        <p:nvSpPr>
          <p:cNvPr id="24" name="Shape 20"/>
          <p:cNvSpPr/>
          <p:nvPr/>
        </p:nvSpPr>
        <p:spPr>
          <a:xfrm>
            <a:off x="722559" y="1687790"/>
            <a:ext cx="274320" cy="274320"/>
          </a:xfrm>
          <a:prstGeom prst="roundRect">
            <a:avLst>
              <a:gd name="adj" fmla="val 13333"/>
            </a:avLst>
          </a:prstGeom>
          <a:solidFill>
            <a:srgbClr val="FFFFFF"/>
          </a:solidFill>
          <a:ln w="6350">
            <a:solidFill>
              <a:srgbClr val="AAAAAA"/>
            </a:solidFill>
            <a:prstDash val="solid"/>
          </a:ln>
        </p:spPr>
      </p:sp>
      <p:sp>
        <p:nvSpPr>
          <p:cNvPr id="25" name="Shape 21"/>
          <p:cNvSpPr/>
          <p:nvPr/>
        </p:nvSpPr>
        <p:spPr>
          <a:xfrm>
            <a:off x="804855" y="1751798"/>
            <a:ext cx="36576" cy="146304"/>
          </a:xfrm>
          <a:prstGeom prst="rect">
            <a:avLst/>
          </a:prstGeom>
          <a:solidFill>
            <a:srgbClr val="2A62C9"/>
          </a:solidFill>
          <a:ln w="12700">
            <a:solidFill>
              <a:srgbClr val="2A62C9"/>
            </a:solidFill>
            <a:prstDash val="solid"/>
          </a:ln>
        </p:spPr>
      </p:sp>
      <p:sp>
        <p:nvSpPr>
          <p:cNvPr id="26" name="Shape 22"/>
          <p:cNvSpPr/>
          <p:nvPr/>
        </p:nvSpPr>
        <p:spPr>
          <a:xfrm>
            <a:off x="878007" y="1751798"/>
            <a:ext cx="36576" cy="146304"/>
          </a:xfrm>
          <a:prstGeom prst="rect">
            <a:avLst/>
          </a:prstGeom>
          <a:solidFill>
            <a:srgbClr val="2A62C9"/>
          </a:solidFill>
          <a:ln w="12700">
            <a:solidFill>
              <a:srgbClr val="2A62C9"/>
            </a:solidFill>
            <a:prstDash val="solid"/>
          </a:ln>
        </p:spPr>
      </p:sp>
      <p:sp>
        <p:nvSpPr>
          <p:cNvPr id="27" name="Shape 23"/>
          <p:cNvSpPr/>
          <p:nvPr/>
        </p:nvSpPr>
        <p:spPr>
          <a:xfrm>
            <a:off x="1042599" y="1687790"/>
            <a:ext cx="274320" cy="274320"/>
          </a:xfrm>
          <a:prstGeom prst="roundRect">
            <a:avLst>
              <a:gd name="adj" fmla="val 13333"/>
            </a:avLst>
          </a:prstGeom>
          <a:solidFill>
            <a:srgbClr val="FFFFFF"/>
          </a:solidFill>
          <a:ln w="6350">
            <a:solidFill>
              <a:srgbClr val="AAAAAA"/>
            </a:solidFill>
            <a:prstDash val="solid"/>
          </a:ln>
        </p:spPr>
      </p:sp>
      <p:sp>
        <p:nvSpPr>
          <p:cNvPr id="28" name="Shape 24"/>
          <p:cNvSpPr/>
          <p:nvPr/>
        </p:nvSpPr>
        <p:spPr>
          <a:xfrm rot="5400000">
            <a:off x="1115751" y="1751798"/>
            <a:ext cx="146304" cy="146304"/>
          </a:xfrm>
          <a:prstGeom prst="triangle">
            <a:avLst/>
          </a:prstGeom>
          <a:solidFill>
            <a:srgbClr val="2E8B57"/>
          </a:solidFill>
          <a:ln/>
        </p:spPr>
      </p:sp>
      <p:sp>
        <p:nvSpPr>
          <p:cNvPr id="29" name="Shape 25"/>
          <p:cNvSpPr/>
          <p:nvPr/>
        </p:nvSpPr>
        <p:spPr>
          <a:xfrm>
            <a:off x="1362639" y="1687790"/>
            <a:ext cx="274320" cy="274320"/>
          </a:xfrm>
          <a:prstGeom prst="roundRect">
            <a:avLst>
              <a:gd name="adj" fmla="val 13333"/>
            </a:avLst>
          </a:prstGeom>
          <a:solidFill>
            <a:srgbClr val="FFFFFF"/>
          </a:solidFill>
          <a:ln w="6350">
            <a:solidFill>
              <a:srgbClr val="AAAAAA"/>
            </a:solidFill>
            <a:prstDash val="solid"/>
          </a:ln>
        </p:spPr>
      </p:sp>
      <p:sp>
        <p:nvSpPr>
          <p:cNvPr id="30" name="Shape 26"/>
          <p:cNvSpPr/>
          <p:nvPr/>
        </p:nvSpPr>
        <p:spPr>
          <a:xfrm>
            <a:off x="1435791" y="1760942"/>
            <a:ext cx="128016" cy="128016"/>
          </a:xfrm>
          <a:prstGeom prst="rect">
            <a:avLst/>
          </a:prstGeom>
          <a:solidFill>
            <a:srgbClr val="222222"/>
          </a:solidFill>
          <a:ln w="12700">
            <a:solidFill>
              <a:srgbClr val="222222"/>
            </a:solidFill>
            <a:prstDash val="solid"/>
          </a:ln>
        </p:spPr>
      </p:sp>
      <p:sp>
        <p:nvSpPr>
          <p:cNvPr id="31" name="Shape 27"/>
          <p:cNvSpPr/>
          <p:nvPr/>
        </p:nvSpPr>
        <p:spPr>
          <a:xfrm>
            <a:off x="1682679" y="1687790"/>
            <a:ext cx="274320" cy="274320"/>
          </a:xfrm>
          <a:prstGeom prst="roundRect">
            <a:avLst>
              <a:gd name="adj" fmla="val 13333"/>
            </a:avLst>
          </a:prstGeom>
          <a:solidFill>
            <a:srgbClr val="FFFFFF"/>
          </a:solidFill>
          <a:ln w="6350">
            <a:solidFill>
              <a:srgbClr val="AAAAAA"/>
            </a:solidFill>
            <a:prstDash val="solid"/>
          </a:ln>
        </p:spPr>
      </p:sp>
      <p:sp>
        <p:nvSpPr>
          <p:cNvPr id="32" name="Shape 28"/>
          <p:cNvSpPr/>
          <p:nvPr/>
        </p:nvSpPr>
        <p:spPr>
          <a:xfrm>
            <a:off x="1746687" y="1751798"/>
            <a:ext cx="146304" cy="146304"/>
          </a:xfrm>
          <a:prstGeom prst="ellipse">
            <a:avLst/>
          </a:prstGeom>
          <a:solidFill>
            <a:srgbClr val="C62828"/>
          </a:solidFill>
          <a:ln/>
        </p:spPr>
      </p:sp>
      <p:sp>
        <p:nvSpPr>
          <p:cNvPr id="33" name="Text 29"/>
          <p:cNvSpPr txBox="1"/>
          <p:nvPr/>
        </p:nvSpPr>
        <p:spPr>
          <a:xfrm>
            <a:off x="1499799" y="2053550"/>
            <a:ext cx="3584082" cy="137160"/>
          </a:xfrm>
          <a:prstGeom prst="rect">
            <a:avLst/>
          </a:prstGeom>
          <a:noFill/>
          <a:ln/>
        </p:spPr>
        <p:txBody>
          <a:bodyPr wrap="square" lIns="0" tIns="0" rIns="0" bIns="0" rtlCol="0" anchor="t"/>
          <a:lstStyle/>
          <a:p>
            <a:pPr indent="0" marL="0">
              <a:buNone/>
            </a:pPr>
            <a:r>
              <a:rPr lang="en-US" sz="550" dirty="0">
                <a:solidFill>
                  <a:srgbClr val="666666"/>
                </a:solidFill>
                <a:latin typeface="Calibri" pitchFamily="34" charset="0"/>
                <a:ea typeface="Calibri" pitchFamily="34" charset="-122"/>
                <a:cs typeface="Calibri" pitchFamily="34" charset="-120"/>
              </a:rPr>
              <a:t>0  ·  5  ·  10  ·  15  ·  20  ·  25  ·  30  ·  35  ·  40  ·  45  ·  50  ·  55  ·  60 detik</a:t>
            </a:r>
            <a:endParaRPr lang="en-US" sz="550" dirty="0"/>
          </a:p>
        </p:txBody>
      </p:sp>
      <p:sp>
        <p:nvSpPr>
          <p:cNvPr id="34" name="Shape 30"/>
          <p:cNvSpPr/>
          <p:nvPr/>
        </p:nvSpPr>
        <p:spPr>
          <a:xfrm>
            <a:off x="676839" y="2227286"/>
            <a:ext cx="777240" cy="1521287"/>
          </a:xfrm>
          <a:prstGeom prst="rect">
            <a:avLst/>
          </a:prstGeom>
          <a:solidFill>
            <a:srgbClr val="DDDDDD"/>
          </a:solidFill>
          <a:ln w="12700">
            <a:solidFill>
              <a:srgbClr val="DDDDDD"/>
            </a:solidFill>
            <a:prstDash val="solid"/>
          </a:ln>
        </p:spPr>
      </p:sp>
      <p:sp>
        <p:nvSpPr>
          <p:cNvPr id="35" name="Text 31"/>
          <p:cNvSpPr txBox="1"/>
          <p:nvPr/>
        </p:nvSpPr>
        <p:spPr>
          <a:xfrm>
            <a:off x="704271" y="2273006"/>
            <a:ext cx="731520" cy="32004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Nasihat</a:t>
            </a:r>
            <a:endParaRPr lang="en-US" sz="600" dirty="0"/>
          </a:p>
          <a:p>
            <a:pPr indent="0" marL="0">
              <a:buNone/>
            </a:pPr>
            <a:r>
              <a:rPr lang="en-US" sz="600" dirty="0">
                <a:solidFill>
                  <a:srgbClr val="1E2A26"/>
                </a:solidFill>
                <a:latin typeface="Calibri" pitchFamily="34" charset="0"/>
                <a:ea typeface="Calibri" pitchFamily="34" charset="-122"/>
                <a:cs typeface="Calibri" pitchFamily="34" charset="-120"/>
              </a:rPr>
              <a:t>Mono, 44100Hz</a:t>
            </a:r>
            <a:endParaRPr lang="en-US" sz="600" dirty="0"/>
          </a:p>
        </p:txBody>
      </p:sp>
      <p:sp>
        <p:nvSpPr>
          <p:cNvPr id="36" name="Shape 32"/>
          <p:cNvSpPr/>
          <p:nvPr/>
        </p:nvSpPr>
        <p:spPr>
          <a:xfrm>
            <a:off x="1499799" y="2227286"/>
            <a:ext cx="3629802" cy="1521287"/>
          </a:xfrm>
          <a:prstGeom prst="rect">
            <a:avLst/>
          </a:prstGeom>
          <a:solidFill>
            <a:srgbClr val="FFFFFF"/>
          </a:solidFill>
          <a:ln w="6350">
            <a:solidFill>
              <a:srgbClr val="999999"/>
            </a:solidFill>
            <a:prstDash val="solid"/>
          </a:ln>
        </p:spPr>
      </p:sp>
      <p:sp>
        <p:nvSpPr>
          <p:cNvPr id="37" name="Shape 33"/>
          <p:cNvSpPr/>
          <p:nvPr/>
        </p:nvSpPr>
        <p:spPr>
          <a:xfrm>
            <a:off x="1663279" y="2938431"/>
            <a:ext cx="23902" cy="98999"/>
          </a:xfrm>
          <a:prstGeom prst="rect">
            <a:avLst/>
          </a:prstGeom>
          <a:solidFill>
            <a:srgbClr val="3366CC"/>
          </a:solidFill>
          <a:ln w="12700">
            <a:solidFill>
              <a:srgbClr val="3366CC"/>
            </a:solidFill>
            <a:prstDash val="solid"/>
          </a:ln>
        </p:spPr>
      </p:sp>
      <p:sp>
        <p:nvSpPr>
          <p:cNvPr id="38" name="Shape 34"/>
          <p:cNvSpPr/>
          <p:nvPr/>
        </p:nvSpPr>
        <p:spPr>
          <a:xfrm>
            <a:off x="1703115" y="2938431"/>
            <a:ext cx="23902" cy="98999"/>
          </a:xfrm>
          <a:prstGeom prst="rect">
            <a:avLst/>
          </a:prstGeom>
          <a:solidFill>
            <a:srgbClr val="3366CC"/>
          </a:solidFill>
          <a:ln w="12700">
            <a:solidFill>
              <a:srgbClr val="3366CC"/>
            </a:solidFill>
            <a:prstDash val="solid"/>
          </a:ln>
        </p:spPr>
      </p:sp>
      <p:sp>
        <p:nvSpPr>
          <p:cNvPr id="39" name="Shape 35"/>
          <p:cNvSpPr/>
          <p:nvPr/>
        </p:nvSpPr>
        <p:spPr>
          <a:xfrm>
            <a:off x="1742951" y="2938431"/>
            <a:ext cx="23902" cy="98999"/>
          </a:xfrm>
          <a:prstGeom prst="rect">
            <a:avLst/>
          </a:prstGeom>
          <a:solidFill>
            <a:srgbClr val="3366CC"/>
          </a:solidFill>
          <a:ln w="12700">
            <a:solidFill>
              <a:srgbClr val="3366CC"/>
            </a:solidFill>
            <a:prstDash val="solid"/>
          </a:ln>
        </p:spPr>
      </p:sp>
      <p:sp>
        <p:nvSpPr>
          <p:cNvPr id="40" name="Shape 36"/>
          <p:cNvSpPr/>
          <p:nvPr/>
        </p:nvSpPr>
        <p:spPr>
          <a:xfrm>
            <a:off x="1782787" y="2938431"/>
            <a:ext cx="23902" cy="98999"/>
          </a:xfrm>
          <a:prstGeom prst="rect">
            <a:avLst/>
          </a:prstGeom>
          <a:solidFill>
            <a:srgbClr val="3366CC"/>
          </a:solidFill>
          <a:ln w="12700">
            <a:solidFill>
              <a:srgbClr val="3366CC"/>
            </a:solidFill>
            <a:prstDash val="solid"/>
          </a:ln>
        </p:spPr>
      </p:sp>
      <p:sp>
        <p:nvSpPr>
          <p:cNvPr id="41" name="Shape 37"/>
          <p:cNvSpPr/>
          <p:nvPr/>
        </p:nvSpPr>
        <p:spPr>
          <a:xfrm>
            <a:off x="1822623" y="2520824"/>
            <a:ext cx="23902" cy="934212"/>
          </a:xfrm>
          <a:prstGeom prst="rect">
            <a:avLst/>
          </a:prstGeom>
          <a:solidFill>
            <a:srgbClr val="3366CC"/>
          </a:solidFill>
          <a:ln w="12700">
            <a:solidFill>
              <a:srgbClr val="3366CC"/>
            </a:solidFill>
            <a:prstDash val="solid"/>
          </a:ln>
        </p:spPr>
      </p:sp>
      <p:sp>
        <p:nvSpPr>
          <p:cNvPr id="42" name="Shape 38"/>
          <p:cNvSpPr/>
          <p:nvPr/>
        </p:nvSpPr>
        <p:spPr>
          <a:xfrm>
            <a:off x="1862458" y="2410582"/>
            <a:ext cx="23902" cy="1154697"/>
          </a:xfrm>
          <a:prstGeom prst="rect">
            <a:avLst/>
          </a:prstGeom>
          <a:solidFill>
            <a:srgbClr val="3366CC"/>
          </a:solidFill>
          <a:ln w="12700">
            <a:solidFill>
              <a:srgbClr val="3366CC"/>
            </a:solidFill>
            <a:prstDash val="solid"/>
          </a:ln>
        </p:spPr>
      </p:sp>
      <p:sp>
        <p:nvSpPr>
          <p:cNvPr id="43" name="Shape 39"/>
          <p:cNvSpPr/>
          <p:nvPr/>
        </p:nvSpPr>
        <p:spPr>
          <a:xfrm>
            <a:off x="1902294" y="2673415"/>
            <a:ext cx="23902" cy="629030"/>
          </a:xfrm>
          <a:prstGeom prst="rect">
            <a:avLst/>
          </a:prstGeom>
          <a:solidFill>
            <a:srgbClr val="3366CC"/>
          </a:solidFill>
          <a:ln w="12700">
            <a:solidFill>
              <a:srgbClr val="3366CC"/>
            </a:solidFill>
            <a:prstDash val="solid"/>
          </a:ln>
        </p:spPr>
      </p:sp>
      <p:sp>
        <p:nvSpPr>
          <p:cNvPr id="44" name="Shape 40"/>
          <p:cNvSpPr/>
          <p:nvPr/>
        </p:nvSpPr>
        <p:spPr>
          <a:xfrm>
            <a:off x="1942130" y="2757230"/>
            <a:ext cx="23902" cy="461401"/>
          </a:xfrm>
          <a:prstGeom prst="rect">
            <a:avLst/>
          </a:prstGeom>
          <a:solidFill>
            <a:srgbClr val="3366CC"/>
          </a:solidFill>
          <a:ln w="12700">
            <a:solidFill>
              <a:srgbClr val="3366CC"/>
            </a:solidFill>
            <a:prstDash val="solid"/>
          </a:ln>
        </p:spPr>
      </p:sp>
      <p:sp>
        <p:nvSpPr>
          <p:cNvPr id="45" name="Shape 41"/>
          <p:cNvSpPr/>
          <p:nvPr/>
        </p:nvSpPr>
        <p:spPr>
          <a:xfrm>
            <a:off x="1981966" y="2703467"/>
            <a:ext cx="23902" cy="568927"/>
          </a:xfrm>
          <a:prstGeom prst="rect">
            <a:avLst/>
          </a:prstGeom>
          <a:solidFill>
            <a:srgbClr val="3366CC"/>
          </a:solidFill>
          <a:ln w="12700">
            <a:solidFill>
              <a:srgbClr val="3366CC"/>
            </a:solidFill>
            <a:prstDash val="solid"/>
          </a:ln>
        </p:spPr>
      </p:sp>
      <p:sp>
        <p:nvSpPr>
          <p:cNvPr id="46" name="Shape 42"/>
          <p:cNvSpPr/>
          <p:nvPr/>
        </p:nvSpPr>
        <p:spPr>
          <a:xfrm>
            <a:off x="2021802" y="2473359"/>
            <a:ext cx="23902" cy="1029143"/>
          </a:xfrm>
          <a:prstGeom prst="rect">
            <a:avLst/>
          </a:prstGeom>
          <a:solidFill>
            <a:srgbClr val="3366CC"/>
          </a:solidFill>
          <a:ln w="12700">
            <a:solidFill>
              <a:srgbClr val="3366CC"/>
            </a:solidFill>
            <a:prstDash val="solid"/>
          </a:ln>
        </p:spPr>
      </p:sp>
      <p:sp>
        <p:nvSpPr>
          <p:cNvPr id="47" name="Shape 43"/>
          <p:cNvSpPr/>
          <p:nvPr/>
        </p:nvSpPr>
        <p:spPr>
          <a:xfrm>
            <a:off x="2061638" y="2717922"/>
            <a:ext cx="23902" cy="540015"/>
          </a:xfrm>
          <a:prstGeom prst="rect">
            <a:avLst/>
          </a:prstGeom>
          <a:solidFill>
            <a:srgbClr val="3366CC"/>
          </a:solidFill>
          <a:ln w="12700">
            <a:solidFill>
              <a:srgbClr val="3366CC"/>
            </a:solidFill>
            <a:prstDash val="solid"/>
          </a:ln>
        </p:spPr>
      </p:sp>
      <p:sp>
        <p:nvSpPr>
          <p:cNvPr id="48" name="Shape 44"/>
          <p:cNvSpPr/>
          <p:nvPr/>
        </p:nvSpPr>
        <p:spPr>
          <a:xfrm>
            <a:off x="2101474" y="2660483"/>
            <a:ext cx="23902" cy="654894"/>
          </a:xfrm>
          <a:prstGeom prst="rect">
            <a:avLst/>
          </a:prstGeom>
          <a:solidFill>
            <a:srgbClr val="3366CC"/>
          </a:solidFill>
          <a:ln w="12700">
            <a:solidFill>
              <a:srgbClr val="3366CC"/>
            </a:solidFill>
            <a:prstDash val="solid"/>
          </a:ln>
        </p:spPr>
      </p:sp>
      <p:sp>
        <p:nvSpPr>
          <p:cNvPr id="49" name="Shape 45"/>
          <p:cNvSpPr/>
          <p:nvPr/>
        </p:nvSpPr>
        <p:spPr>
          <a:xfrm>
            <a:off x="2141310" y="2454772"/>
            <a:ext cx="23902" cy="1066317"/>
          </a:xfrm>
          <a:prstGeom prst="rect">
            <a:avLst/>
          </a:prstGeom>
          <a:solidFill>
            <a:srgbClr val="3366CC"/>
          </a:solidFill>
          <a:ln w="12700">
            <a:solidFill>
              <a:srgbClr val="3366CC"/>
            </a:solidFill>
            <a:prstDash val="solid"/>
          </a:ln>
        </p:spPr>
      </p:sp>
      <p:sp>
        <p:nvSpPr>
          <p:cNvPr id="50" name="Shape 46"/>
          <p:cNvSpPr/>
          <p:nvPr/>
        </p:nvSpPr>
        <p:spPr>
          <a:xfrm>
            <a:off x="2181146" y="2655556"/>
            <a:ext cx="23902" cy="664749"/>
          </a:xfrm>
          <a:prstGeom prst="rect">
            <a:avLst/>
          </a:prstGeom>
          <a:solidFill>
            <a:srgbClr val="3366CC"/>
          </a:solidFill>
          <a:ln w="12700">
            <a:solidFill>
              <a:srgbClr val="3366CC"/>
            </a:solidFill>
            <a:prstDash val="solid"/>
          </a:ln>
        </p:spPr>
      </p:sp>
      <p:sp>
        <p:nvSpPr>
          <p:cNvPr id="51" name="Shape 47"/>
          <p:cNvSpPr/>
          <p:nvPr/>
        </p:nvSpPr>
        <p:spPr>
          <a:xfrm>
            <a:off x="2220982" y="2534285"/>
            <a:ext cx="23902" cy="907291"/>
          </a:xfrm>
          <a:prstGeom prst="rect">
            <a:avLst/>
          </a:prstGeom>
          <a:solidFill>
            <a:srgbClr val="3366CC"/>
          </a:solidFill>
          <a:ln w="12700">
            <a:solidFill>
              <a:srgbClr val="3366CC"/>
            </a:solidFill>
            <a:prstDash val="solid"/>
          </a:ln>
        </p:spPr>
      </p:sp>
      <p:sp>
        <p:nvSpPr>
          <p:cNvPr id="52" name="Shape 48"/>
          <p:cNvSpPr/>
          <p:nvPr/>
        </p:nvSpPr>
        <p:spPr>
          <a:xfrm>
            <a:off x="2260818" y="2437187"/>
            <a:ext cx="23902" cy="1101485"/>
          </a:xfrm>
          <a:prstGeom prst="rect">
            <a:avLst/>
          </a:prstGeom>
          <a:solidFill>
            <a:srgbClr val="3366CC"/>
          </a:solidFill>
          <a:ln w="12700">
            <a:solidFill>
              <a:srgbClr val="3366CC"/>
            </a:solidFill>
            <a:prstDash val="solid"/>
          </a:ln>
        </p:spPr>
      </p:sp>
      <p:sp>
        <p:nvSpPr>
          <p:cNvPr id="53" name="Shape 49"/>
          <p:cNvSpPr/>
          <p:nvPr/>
        </p:nvSpPr>
        <p:spPr>
          <a:xfrm>
            <a:off x="2300653" y="2389663"/>
            <a:ext cx="23902" cy="1196535"/>
          </a:xfrm>
          <a:prstGeom prst="rect">
            <a:avLst/>
          </a:prstGeom>
          <a:solidFill>
            <a:srgbClr val="3366CC"/>
          </a:solidFill>
          <a:ln w="12700">
            <a:solidFill>
              <a:srgbClr val="3366CC"/>
            </a:solidFill>
            <a:prstDash val="solid"/>
          </a:ln>
        </p:spPr>
      </p:sp>
      <p:sp>
        <p:nvSpPr>
          <p:cNvPr id="54" name="Shape 50"/>
          <p:cNvSpPr/>
          <p:nvPr/>
        </p:nvSpPr>
        <p:spPr>
          <a:xfrm>
            <a:off x="2340489" y="2577524"/>
            <a:ext cx="23902" cy="820811"/>
          </a:xfrm>
          <a:prstGeom prst="rect">
            <a:avLst/>
          </a:prstGeom>
          <a:solidFill>
            <a:srgbClr val="3366CC"/>
          </a:solidFill>
          <a:ln w="12700">
            <a:solidFill>
              <a:srgbClr val="3366CC"/>
            </a:solidFill>
            <a:prstDash val="solid"/>
          </a:ln>
        </p:spPr>
      </p:sp>
      <p:sp>
        <p:nvSpPr>
          <p:cNvPr id="55" name="Shape 51"/>
          <p:cNvSpPr/>
          <p:nvPr/>
        </p:nvSpPr>
        <p:spPr>
          <a:xfrm>
            <a:off x="2380325" y="2673259"/>
            <a:ext cx="23902" cy="629342"/>
          </a:xfrm>
          <a:prstGeom prst="rect">
            <a:avLst/>
          </a:prstGeom>
          <a:solidFill>
            <a:srgbClr val="3366CC"/>
          </a:solidFill>
          <a:ln w="12700">
            <a:solidFill>
              <a:srgbClr val="3366CC"/>
            </a:solidFill>
            <a:prstDash val="solid"/>
          </a:ln>
        </p:spPr>
      </p:sp>
      <p:sp>
        <p:nvSpPr>
          <p:cNvPr id="56" name="Shape 52"/>
          <p:cNvSpPr/>
          <p:nvPr/>
        </p:nvSpPr>
        <p:spPr>
          <a:xfrm>
            <a:off x="2420161" y="2606016"/>
            <a:ext cx="23902" cy="763827"/>
          </a:xfrm>
          <a:prstGeom prst="rect">
            <a:avLst/>
          </a:prstGeom>
          <a:solidFill>
            <a:srgbClr val="3366CC"/>
          </a:solidFill>
          <a:ln w="12700">
            <a:solidFill>
              <a:srgbClr val="3366CC"/>
            </a:solidFill>
            <a:prstDash val="solid"/>
          </a:ln>
        </p:spPr>
      </p:sp>
      <p:sp>
        <p:nvSpPr>
          <p:cNvPr id="57" name="Shape 53"/>
          <p:cNvSpPr/>
          <p:nvPr/>
        </p:nvSpPr>
        <p:spPr>
          <a:xfrm>
            <a:off x="2459997" y="2609735"/>
            <a:ext cx="23902" cy="756389"/>
          </a:xfrm>
          <a:prstGeom prst="rect">
            <a:avLst/>
          </a:prstGeom>
          <a:solidFill>
            <a:srgbClr val="3366CC"/>
          </a:solidFill>
          <a:ln w="12700">
            <a:solidFill>
              <a:srgbClr val="3366CC"/>
            </a:solidFill>
            <a:prstDash val="solid"/>
          </a:ln>
        </p:spPr>
      </p:sp>
      <p:sp>
        <p:nvSpPr>
          <p:cNvPr id="58" name="Shape 54"/>
          <p:cNvSpPr/>
          <p:nvPr/>
        </p:nvSpPr>
        <p:spPr>
          <a:xfrm>
            <a:off x="2499833" y="2549400"/>
            <a:ext cx="23902" cy="877061"/>
          </a:xfrm>
          <a:prstGeom prst="rect">
            <a:avLst/>
          </a:prstGeom>
          <a:solidFill>
            <a:srgbClr val="3366CC"/>
          </a:solidFill>
          <a:ln w="12700">
            <a:solidFill>
              <a:srgbClr val="3366CC"/>
            </a:solidFill>
            <a:prstDash val="solid"/>
          </a:ln>
        </p:spPr>
      </p:sp>
      <p:sp>
        <p:nvSpPr>
          <p:cNvPr id="59" name="Shape 55"/>
          <p:cNvSpPr/>
          <p:nvPr/>
        </p:nvSpPr>
        <p:spPr>
          <a:xfrm>
            <a:off x="2539669" y="2691031"/>
            <a:ext cx="23902" cy="593799"/>
          </a:xfrm>
          <a:prstGeom prst="rect">
            <a:avLst/>
          </a:prstGeom>
          <a:solidFill>
            <a:srgbClr val="3366CC"/>
          </a:solidFill>
          <a:ln w="12700">
            <a:solidFill>
              <a:srgbClr val="3366CC"/>
            </a:solidFill>
            <a:prstDash val="solid"/>
          </a:ln>
        </p:spPr>
      </p:sp>
      <p:sp>
        <p:nvSpPr>
          <p:cNvPr id="60" name="Shape 56"/>
          <p:cNvSpPr/>
          <p:nvPr/>
        </p:nvSpPr>
        <p:spPr>
          <a:xfrm>
            <a:off x="2579505" y="2450451"/>
            <a:ext cx="23902" cy="1074957"/>
          </a:xfrm>
          <a:prstGeom prst="rect">
            <a:avLst/>
          </a:prstGeom>
          <a:solidFill>
            <a:srgbClr val="3366CC"/>
          </a:solidFill>
          <a:ln w="12700">
            <a:solidFill>
              <a:srgbClr val="3366CC"/>
            </a:solidFill>
            <a:prstDash val="solid"/>
          </a:ln>
        </p:spPr>
      </p:sp>
      <p:sp>
        <p:nvSpPr>
          <p:cNvPr id="61" name="Shape 57"/>
          <p:cNvSpPr/>
          <p:nvPr/>
        </p:nvSpPr>
        <p:spPr>
          <a:xfrm>
            <a:off x="2619341" y="2751383"/>
            <a:ext cx="23902" cy="473094"/>
          </a:xfrm>
          <a:prstGeom prst="rect">
            <a:avLst/>
          </a:prstGeom>
          <a:solidFill>
            <a:srgbClr val="3366CC"/>
          </a:solidFill>
          <a:ln w="12700">
            <a:solidFill>
              <a:srgbClr val="3366CC"/>
            </a:solidFill>
            <a:prstDash val="solid"/>
          </a:ln>
        </p:spPr>
      </p:sp>
      <p:sp>
        <p:nvSpPr>
          <p:cNvPr id="62" name="Shape 58"/>
          <p:cNvSpPr/>
          <p:nvPr/>
        </p:nvSpPr>
        <p:spPr>
          <a:xfrm>
            <a:off x="2659177" y="2464239"/>
            <a:ext cx="23902" cy="1047382"/>
          </a:xfrm>
          <a:prstGeom prst="rect">
            <a:avLst/>
          </a:prstGeom>
          <a:solidFill>
            <a:srgbClr val="3366CC"/>
          </a:solidFill>
          <a:ln w="12700">
            <a:solidFill>
              <a:srgbClr val="3366CC"/>
            </a:solidFill>
            <a:prstDash val="solid"/>
          </a:ln>
        </p:spPr>
      </p:sp>
      <p:sp>
        <p:nvSpPr>
          <p:cNvPr id="63" name="Shape 59"/>
          <p:cNvSpPr/>
          <p:nvPr/>
        </p:nvSpPr>
        <p:spPr>
          <a:xfrm>
            <a:off x="2699012" y="2785445"/>
            <a:ext cx="23902" cy="404970"/>
          </a:xfrm>
          <a:prstGeom prst="rect">
            <a:avLst/>
          </a:prstGeom>
          <a:solidFill>
            <a:srgbClr val="3366CC"/>
          </a:solidFill>
          <a:ln w="12700">
            <a:solidFill>
              <a:srgbClr val="3366CC"/>
            </a:solidFill>
            <a:prstDash val="solid"/>
          </a:ln>
        </p:spPr>
      </p:sp>
      <p:sp>
        <p:nvSpPr>
          <p:cNvPr id="64" name="Shape 60"/>
          <p:cNvSpPr/>
          <p:nvPr/>
        </p:nvSpPr>
        <p:spPr>
          <a:xfrm>
            <a:off x="2738848" y="2665622"/>
            <a:ext cx="23902" cy="644615"/>
          </a:xfrm>
          <a:prstGeom prst="rect">
            <a:avLst/>
          </a:prstGeom>
          <a:solidFill>
            <a:srgbClr val="3366CC"/>
          </a:solidFill>
          <a:ln w="12700">
            <a:solidFill>
              <a:srgbClr val="3366CC"/>
            </a:solidFill>
            <a:prstDash val="solid"/>
          </a:ln>
        </p:spPr>
      </p:sp>
      <p:sp>
        <p:nvSpPr>
          <p:cNvPr id="65" name="Shape 61"/>
          <p:cNvSpPr/>
          <p:nvPr/>
        </p:nvSpPr>
        <p:spPr>
          <a:xfrm>
            <a:off x="2778684" y="2611414"/>
            <a:ext cx="23902" cy="753033"/>
          </a:xfrm>
          <a:prstGeom prst="rect">
            <a:avLst/>
          </a:prstGeom>
          <a:solidFill>
            <a:srgbClr val="3366CC"/>
          </a:solidFill>
          <a:ln w="12700">
            <a:solidFill>
              <a:srgbClr val="3366CC"/>
            </a:solidFill>
            <a:prstDash val="solid"/>
          </a:ln>
        </p:spPr>
      </p:sp>
      <p:sp>
        <p:nvSpPr>
          <p:cNvPr id="66" name="Shape 62"/>
          <p:cNvSpPr/>
          <p:nvPr/>
        </p:nvSpPr>
        <p:spPr>
          <a:xfrm>
            <a:off x="2818520" y="2568011"/>
            <a:ext cx="23902" cy="839838"/>
          </a:xfrm>
          <a:prstGeom prst="rect">
            <a:avLst/>
          </a:prstGeom>
          <a:solidFill>
            <a:srgbClr val="3366CC"/>
          </a:solidFill>
          <a:ln w="12700">
            <a:solidFill>
              <a:srgbClr val="3366CC"/>
            </a:solidFill>
            <a:prstDash val="solid"/>
          </a:ln>
        </p:spPr>
      </p:sp>
      <p:sp>
        <p:nvSpPr>
          <p:cNvPr id="67" name="Shape 63"/>
          <p:cNvSpPr/>
          <p:nvPr/>
        </p:nvSpPr>
        <p:spPr>
          <a:xfrm>
            <a:off x="2858356" y="2544771"/>
            <a:ext cx="23902" cy="886318"/>
          </a:xfrm>
          <a:prstGeom prst="rect">
            <a:avLst/>
          </a:prstGeom>
          <a:solidFill>
            <a:srgbClr val="3366CC"/>
          </a:solidFill>
          <a:ln w="12700">
            <a:solidFill>
              <a:srgbClr val="3366CC"/>
            </a:solidFill>
            <a:prstDash val="solid"/>
          </a:ln>
        </p:spPr>
      </p:sp>
      <p:sp>
        <p:nvSpPr>
          <p:cNvPr id="68" name="Shape 64"/>
          <p:cNvSpPr/>
          <p:nvPr/>
        </p:nvSpPr>
        <p:spPr>
          <a:xfrm>
            <a:off x="2898192" y="2518969"/>
            <a:ext cx="23902" cy="937922"/>
          </a:xfrm>
          <a:prstGeom prst="rect">
            <a:avLst/>
          </a:prstGeom>
          <a:solidFill>
            <a:srgbClr val="3366CC"/>
          </a:solidFill>
          <a:ln w="12700">
            <a:solidFill>
              <a:srgbClr val="3366CC"/>
            </a:solidFill>
            <a:prstDash val="solid"/>
          </a:ln>
        </p:spPr>
      </p:sp>
      <p:sp>
        <p:nvSpPr>
          <p:cNvPr id="69" name="Shape 65"/>
          <p:cNvSpPr/>
          <p:nvPr/>
        </p:nvSpPr>
        <p:spPr>
          <a:xfrm>
            <a:off x="2938028" y="2483921"/>
            <a:ext cx="23902" cy="1008018"/>
          </a:xfrm>
          <a:prstGeom prst="rect">
            <a:avLst/>
          </a:prstGeom>
          <a:solidFill>
            <a:srgbClr val="3366CC"/>
          </a:solidFill>
          <a:ln w="12700">
            <a:solidFill>
              <a:srgbClr val="3366CC"/>
            </a:solidFill>
            <a:prstDash val="solid"/>
          </a:ln>
        </p:spPr>
      </p:sp>
      <p:sp>
        <p:nvSpPr>
          <p:cNvPr id="70" name="Shape 66"/>
          <p:cNvSpPr/>
          <p:nvPr/>
        </p:nvSpPr>
        <p:spPr>
          <a:xfrm>
            <a:off x="2977864" y="2641482"/>
            <a:ext cx="23902" cy="692896"/>
          </a:xfrm>
          <a:prstGeom prst="rect">
            <a:avLst/>
          </a:prstGeom>
          <a:solidFill>
            <a:srgbClr val="3366CC"/>
          </a:solidFill>
          <a:ln w="12700">
            <a:solidFill>
              <a:srgbClr val="3366CC"/>
            </a:solidFill>
            <a:prstDash val="solid"/>
          </a:ln>
        </p:spPr>
      </p:sp>
      <p:sp>
        <p:nvSpPr>
          <p:cNvPr id="71" name="Shape 67"/>
          <p:cNvSpPr/>
          <p:nvPr/>
        </p:nvSpPr>
        <p:spPr>
          <a:xfrm>
            <a:off x="3017700" y="2439558"/>
            <a:ext cx="23902" cy="1096743"/>
          </a:xfrm>
          <a:prstGeom prst="rect">
            <a:avLst/>
          </a:prstGeom>
          <a:solidFill>
            <a:srgbClr val="3366CC"/>
          </a:solidFill>
          <a:ln w="12700">
            <a:solidFill>
              <a:srgbClr val="3366CC"/>
            </a:solidFill>
            <a:prstDash val="solid"/>
          </a:ln>
        </p:spPr>
      </p:sp>
      <p:sp>
        <p:nvSpPr>
          <p:cNvPr id="72" name="Shape 68"/>
          <p:cNvSpPr/>
          <p:nvPr/>
        </p:nvSpPr>
        <p:spPr>
          <a:xfrm>
            <a:off x="3057536" y="2785829"/>
            <a:ext cx="23902" cy="404201"/>
          </a:xfrm>
          <a:prstGeom prst="rect">
            <a:avLst/>
          </a:prstGeom>
          <a:solidFill>
            <a:srgbClr val="3366CC"/>
          </a:solidFill>
          <a:ln w="12700">
            <a:solidFill>
              <a:srgbClr val="3366CC"/>
            </a:solidFill>
            <a:prstDash val="solid"/>
          </a:ln>
        </p:spPr>
      </p:sp>
      <p:sp>
        <p:nvSpPr>
          <p:cNvPr id="73" name="Shape 69"/>
          <p:cNvSpPr/>
          <p:nvPr/>
        </p:nvSpPr>
        <p:spPr>
          <a:xfrm>
            <a:off x="3097371" y="2775289"/>
            <a:ext cx="23902" cy="425281"/>
          </a:xfrm>
          <a:prstGeom prst="rect">
            <a:avLst/>
          </a:prstGeom>
          <a:solidFill>
            <a:srgbClr val="3366CC"/>
          </a:solidFill>
          <a:ln w="12700">
            <a:solidFill>
              <a:srgbClr val="3366CC"/>
            </a:solidFill>
            <a:prstDash val="solid"/>
          </a:ln>
        </p:spPr>
      </p:sp>
      <p:sp>
        <p:nvSpPr>
          <p:cNvPr id="74" name="Shape 70"/>
          <p:cNvSpPr/>
          <p:nvPr/>
        </p:nvSpPr>
        <p:spPr>
          <a:xfrm>
            <a:off x="3137207" y="2625834"/>
            <a:ext cx="23902" cy="724191"/>
          </a:xfrm>
          <a:prstGeom prst="rect">
            <a:avLst/>
          </a:prstGeom>
          <a:solidFill>
            <a:srgbClr val="3366CC"/>
          </a:solidFill>
          <a:ln w="12700">
            <a:solidFill>
              <a:srgbClr val="3366CC"/>
            </a:solidFill>
            <a:prstDash val="solid"/>
          </a:ln>
        </p:spPr>
      </p:sp>
      <p:sp>
        <p:nvSpPr>
          <p:cNvPr id="75" name="Shape 71"/>
          <p:cNvSpPr/>
          <p:nvPr/>
        </p:nvSpPr>
        <p:spPr>
          <a:xfrm>
            <a:off x="3177043" y="2427030"/>
            <a:ext cx="23902" cy="1121801"/>
          </a:xfrm>
          <a:prstGeom prst="rect">
            <a:avLst/>
          </a:prstGeom>
          <a:solidFill>
            <a:srgbClr val="3366CC"/>
          </a:solidFill>
          <a:ln w="12700">
            <a:solidFill>
              <a:srgbClr val="3366CC"/>
            </a:solidFill>
            <a:prstDash val="solid"/>
          </a:ln>
        </p:spPr>
      </p:sp>
      <p:sp>
        <p:nvSpPr>
          <p:cNvPr id="76" name="Shape 72"/>
          <p:cNvSpPr/>
          <p:nvPr/>
        </p:nvSpPr>
        <p:spPr>
          <a:xfrm>
            <a:off x="3216879" y="2765726"/>
            <a:ext cx="23902" cy="444409"/>
          </a:xfrm>
          <a:prstGeom prst="rect">
            <a:avLst/>
          </a:prstGeom>
          <a:solidFill>
            <a:srgbClr val="3366CC"/>
          </a:solidFill>
          <a:ln w="12700">
            <a:solidFill>
              <a:srgbClr val="3366CC"/>
            </a:solidFill>
            <a:prstDash val="solid"/>
          </a:ln>
        </p:spPr>
      </p:sp>
      <p:sp>
        <p:nvSpPr>
          <p:cNvPr id="77" name="Shape 73"/>
          <p:cNvSpPr/>
          <p:nvPr/>
        </p:nvSpPr>
        <p:spPr>
          <a:xfrm>
            <a:off x="3256715" y="2464211"/>
            <a:ext cx="23902" cy="1047438"/>
          </a:xfrm>
          <a:prstGeom prst="rect">
            <a:avLst/>
          </a:prstGeom>
          <a:solidFill>
            <a:srgbClr val="3366CC"/>
          </a:solidFill>
          <a:ln w="12700">
            <a:solidFill>
              <a:srgbClr val="3366CC"/>
            </a:solidFill>
            <a:prstDash val="solid"/>
          </a:ln>
        </p:spPr>
      </p:sp>
      <p:sp>
        <p:nvSpPr>
          <p:cNvPr id="78" name="Shape 74"/>
          <p:cNvSpPr/>
          <p:nvPr/>
        </p:nvSpPr>
        <p:spPr>
          <a:xfrm>
            <a:off x="3296551" y="2526414"/>
            <a:ext cx="23902" cy="923031"/>
          </a:xfrm>
          <a:prstGeom prst="rect">
            <a:avLst/>
          </a:prstGeom>
          <a:solidFill>
            <a:srgbClr val="3366CC"/>
          </a:solidFill>
          <a:ln w="12700">
            <a:solidFill>
              <a:srgbClr val="3366CC"/>
            </a:solidFill>
            <a:prstDash val="solid"/>
          </a:ln>
        </p:spPr>
      </p:sp>
      <p:sp>
        <p:nvSpPr>
          <p:cNvPr id="79" name="Shape 75"/>
          <p:cNvSpPr/>
          <p:nvPr/>
        </p:nvSpPr>
        <p:spPr>
          <a:xfrm>
            <a:off x="3336387" y="2432325"/>
            <a:ext cx="23902" cy="1111210"/>
          </a:xfrm>
          <a:prstGeom prst="rect">
            <a:avLst/>
          </a:prstGeom>
          <a:solidFill>
            <a:srgbClr val="3366CC"/>
          </a:solidFill>
          <a:ln w="12700">
            <a:solidFill>
              <a:srgbClr val="3366CC"/>
            </a:solidFill>
            <a:prstDash val="solid"/>
          </a:ln>
        </p:spPr>
      </p:sp>
      <p:sp>
        <p:nvSpPr>
          <p:cNvPr id="80" name="Shape 76"/>
          <p:cNvSpPr/>
          <p:nvPr/>
        </p:nvSpPr>
        <p:spPr>
          <a:xfrm>
            <a:off x="3376223" y="2640461"/>
            <a:ext cx="23902" cy="694938"/>
          </a:xfrm>
          <a:prstGeom prst="rect">
            <a:avLst/>
          </a:prstGeom>
          <a:solidFill>
            <a:srgbClr val="3366CC"/>
          </a:solidFill>
          <a:ln w="12700">
            <a:solidFill>
              <a:srgbClr val="3366CC"/>
            </a:solidFill>
            <a:prstDash val="solid"/>
          </a:ln>
        </p:spPr>
      </p:sp>
      <p:sp>
        <p:nvSpPr>
          <p:cNvPr id="81" name="Shape 77"/>
          <p:cNvSpPr/>
          <p:nvPr/>
        </p:nvSpPr>
        <p:spPr>
          <a:xfrm>
            <a:off x="3416059" y="2470397"/>
            <a:ext cx="23902" cy="1035065"/>
          </a:xfrm>
          <a:prstGeom prst="rect">
            <a:avLst/>
          </a:prstGeom>
          <a:solidFill>
            <a:srgbClr val="3366CC"/>
          </a:solidFill>
          <a:ln w="12700">
            <a:solidFill>
              <a:srgbClr val="3366CC"/>
            </a:solidFill>
            <a:prstDash val="solid"/>
          </a:ln>
        </p:spPr>
      </p:sp>
      <p:sp>
        <p:nvSpPr>
          <p:cNvPr id="82" name="Shape 78"/>
          <p:cNvSpPr/>
          <p:nvPr/>
        </p:nvSpPr>
        <p:spPr>
          <a:xfrm>
            <a:off x="3455895" y="2460860"/>
            <a:ext cx="23902" cy="1054141"/>
          </a:xfrm>
          <a:prstGeom prst="rect">
            <a:avLst/>
          </a:prstGeom>
          <a:solidFill>
            <a:srgbClr val="3366CC"/>
          </a:solidFill>
          <a:ln w="12700">
            <a:solidFill>
              <a:srgbClr val="3366CC"/>
            </a:solidFill>
            <a:prstDash val="solid"/>
          </a:ln>
        </p:spPr>
      </p:sp>
      <p:sp>
        <p:nvSpPr>
          <p:cNvPr id="83" name="Shape 79"/>
          <p:cNvSpPr/>
          <p:nvPr/>
        </p:nvSpPr>
        <p:spPr>
          <a:xfrm>
            <a:off x="3495731" y="2540998"/>
            <a:ext cx="23902" cy="893863"/>
          </a:xfrm>
          <a:prstGeom prst="rect">
            <a:avLst/>
          </a:prstGeom>
          <a:solidFill>
            <a:srgbClr val="3366CC"/>
          </a:solidFill>
          <a:ln w="12700">
            <a:solidFill>
              <a:srgbClr val="3366CC"/>
            </a:solidFill>
            <a:prstDash val="solid"/>
          </a:ln>
        </p:spPr>
      </p:sp>
      <p:sp>
        <p:nvSpPr>
          <p:cNvPr id="84" name="Shape 80"/>
          <p:cNvSpPr/>
          <p:nvPr/>
        </p:nvSpPr>
        <p:spPr>
          <a:xfrm>
            <a:off x="3535566" y="2511632"/>
            <a:ext cx="23902" cy="952597"/>
          </a:xfrm>
          <a:prstGeom prst="rect">
            <a:avLst/>
          </a:prstGeom>
          <a:solidFill>
            <a:srgbClr val="3366CC"/>
          </a:solidFill>
          <a:ln w="12700">
            <a:solidFill>
              <a:srgbClr val="3366CC"/>
            </a:solidFill>
            <a:prstDash val="solid"/>
          </a:ln>
        </p:spPr>
      </p:sp>
      <p:sp>
        <p:nvSpPr>
          <p:cNvPr id="85" name="Shape 81"/>
          <p:cNvSpPr/>
          <p:nvPr/>
        </p:nvSpPr>
        <p:spPr>
          <a:xfrm>
            <a:off x="3575402" y="2670864"/>
            <a:ext cx="23902" cy="634133"/>
          </a:xfrm>
          <a:prstGeom prst="rect">
            <a:avLst/>
          </a:prstGeom>
          <a:solidFill>
            <a:srgbClr val="3366CC"/>
          </a:solidFill>
          <a:ln w="12700">
            <a:solidFill>
              <a:srgbClr val="3366CC"/>
            </a:solidFill>
            <a:prstDash val="solid"/>
          </a:ln>
        </p:spPr>
      </p:sp>
      <p:sp>
        <p:nvSpPr>
          <p:cNvPr id="86" name="Shape 82"/>
          <p:cNvSpPr/>
          <p:nvPr/>
        </p:nvSpPr>
        <p:spPr>
          <a:xfrm>
            <a:off x="3615238" y="2418476"/>
            <a:ext cx="23902" cy="1138908"/>
          </a:xfrm>
          <a:prstGeom prst="rect">
            <a:avLst/>
          </a:prstGeom>
          <a:solidFill>
            <a:srgbClr val="3366CC"/>
          </a:solidFill>
          <a:ln w="12700">
            <a:solidFill>
              <a:srgbClr val="3366CC"/>
            </a:solidFill>
            <a:prstDash val="solid"/>
          </a:ln>
        </p:spPr>
      </p:sp>
      <p:sp>
        <p:nvSpPr>
          <p:cNvPr id="87" name="Shape 83"/>
          <p:cNvSpPr/>
          <p:nvPr/>
        </p:nvSpPr>
        <p:spPr>
          <a:xfrm>
            <a:off x="3655074" y="2469651"/>
            <a:ext cx="23902" cy="1036558"/>
          </a:xfrm>
          <a:prstGeom prst="rect">
            <a:avLst/>
          </a:prstGeom>
          <a:solidFill>
            <a:srgbClr val="3366CC"/>
          </a:solidFill>
          <a:ln w="12700">
            <a:solidFill>
              <a:srgbClr val="3366CC"/>
            </a:solidFill>
            <a:prstDash val="solid"/>
          </a:ln>
        </p:spPr>
      </p:sp>
      <p:sp>
        <p:nvSpPr>
          <p:cNvPr id="88" name="Shape 84"/>
          <p:cNvSpPr/>
          <p:nvPr/>
        </p:nvSpPr>
        <p:spPr>
          <a:xfrm>
            <a:off x="3694910" y="2448751"/>
            <a:ext cx="23902" cy="1078359"/>
          </a:xfrm>
          <a:prstGeom prst="rect">
            <a:avLst/>
          </a:prstGeom>
          <a:solidFill>
            <a:srgbClr val="3366CC"/>
          </a:solidFill>
          <a:ln w="12700">
            <a:solidFill>
              <a:srgbClr val="3366CC"/>
            </a:solidFill>
            <a:prstDash val="solid"/>
          </a:ln>
        </p:spPr>
      </p:sp>
      <p:sp>
        <p:nvSpPr>
          <p:cNvPr id="89" name="Shape 85"/>
          <p:cNvSpPr/>
          <p:nvPr/>
        </p:nvSpPr>
        <p:spPr>
          <a:xfrm>
            <a:off x="3734746" y="2525547"/>
            <a:ext cx="23902" cy="924765"/>
          </a:xfrm>
          <a:prstGeom prst="rect">
            <a:avLst/>
          </a:prstGeom>
          <a:solidFill>
            <a:srgbClr val="3366CC"/>
          </a:solidFill>
          <a:ln w="12700">
            <a:solidFill>
              <a:srgbClr val="3366CC"/>
            </a:solidFill>
            <a:prstDash val="solid"/>
          </a:ln>
        </p:spPr>
      </p:sp>
      <p:sp>
        <p:nvSpPr>
          <p:cNvPr id="90" name="Shape 86"/>
          <p:cNvSpPr/>
          <p:nvPr/>
        </p:nvSpPr>
        <p:spPr>
          <a:xfrm>
            <a:off x="3774582" y="2597108"/>
            <a:ext cx="23902" cy="781644"/>
          </a:xfrm>
          <a:prstGeom prst="rect">
            <a:avLst/>
          </a:prstGeom>
          <a:solidFill>
            <a:srgbClr val="3366CC"/>
          </a:solidFill>
          <a:ln w="12700">
            <a:solidFill>
              <a:srgbClr val="3366CC"/>
            </a:solidFill>
            <a:prstDash val="solid"/>
          </a:ln>
        </p:spPr>
      </p:sp>
      <p:sp>
        <p:nvSpPr>
          <p:cNvPr id="91" name="Shape 87"/>
          <p:cNvSpPr/>
          <p:nvPr/>
        </p:nvSpPr>
        <p:spPr>
          <a:xfrm>
            <a:off x="3814418" y="2480293"/>
            <a:ext cx="23902" cy="1015273"/>
          </a:xfrm>
          <a:prstGeom prst="rect">
            <a:avLst/>
          </a:prstGeom>
          <a:solidFill>
            <a:srgbClr val="3366CC"/>
          </a:solidFill>
          <a:ln w="12700">
            <a:solidFill>
              <a:srgbClr val="3366CC"/>
            </a:solidFill>
            <a:prstDash val="solid"/>
          </a:ln>
        </p:spPr>
      </p:sp>
      <p:sp>
        <p:nvSpPr>
          <p:cNvPr id="92" name="Shape 88"/>
          <p:cNvSpPr/>
          <p:nvPr/>
        </p:nvSpPr>
        <p:spPr>
          <a:xfrm>
            <a:off x="3854254" y="2681746"/>
            <a:ext cx="23902" cy="612369"/>
          </a:xfrm>
          <a:prstGeom prst="rect">
            <a:avLst/>
          </a:prstGeom>
          <a:solidFill>
            <a:srgbClr val="3366CC"/>
          </a:solidFill>
          <a:ln w="12700">
            <a:solidFill>
              <a:srgbClr val="3366CC"/>
            </a:solidFill>
            <a:prstDash val="solid"/>
          </a:ln>
        </p:spPr>
      </p:sp>
      <p:sp>
        <p:nvSpPr>
          <p:cNvPr id="93" name="Shape 89"/>
          <p:cNvSpPr/>
          <p:nvPr/>
        </p:nvSpPr>
        <p:spPr>
          <a:xfrm>
            <a:off x="3894090" y="2713537"/>
            <a:ext cx="23902" cy="548786"/>
          </a:xfrm>
          <a:prstGeom prst="rect">
            <a:avLst/>
          </a:prstGeom>
          <a:solidFill>
            <a:srgbClr val="3366CC"/>
          </a:solidFill>
          <a:ln w="12700">
            <a:solidFill>
              <a:srgbClr val="3366CC"/>
            </a:solidFill>
            <a:prstDash val="solid"/>
          </a:ln>
        </p:spPr>
      </p:sp>
      <p:sp>
        <p:nvSpPr>
          <p:cNvPr id="94" name="Shape 90"/>
          <p:cNvSpPr/>
          <p:nvPr/>
        </p:nvSpPr>
        <p:spPr>
          <a:xfrm>
            <a:off x="3933925" y="2585025"/>
            <a:ext cx="23902" cy="805810"/>
          </a:xfrm>
          <a:prstGeom prst="rect">
            <a:avLst/>
          </a:prstGeom>
          <a:solidFill>
            <a:srgbClr val="3366CC"/>
          </a:solidFill>
          <a:ln w="12700">
            <a:solidFill>
              <a:srgbClr val="3366CC"/>
            </a:solidFill>
            <a:prstDash val="solid"/>
          </a:ln>
        </p:spPr>
      </p:sp>
      <p:sp>
        <p:nvSpPr>
          <p:cNvPr id="95" name="Shape 91"/>
          <p:cNvSpPr/>
          <p:nvPr/>
        </p:nvSpPr>
        <p:spPr>
          <a:xfrm>
            <a:off x="3973761" y="2706604"/>
            <a:ext cx="23902" cy="562651"/>
          </a:xfrm>
          <a:prstGeom prst="rect">
            <a:avLst/>
          </a:prstGeom>
          <a:solidFill>
            <a:srgbClr val="3366CC"/>
          </a:solidFill>
          <a:ln w="12700">
            <a:solidFill>
              <a:srgbClr val="3366CC"/>
            </a:solidFill>
            <a:prstDash val="solid"/>
          </a:ln>
        </p:spPr>
      </p:sp>
      <p:sp>
        <p:nvSpPr>
          <p:cNvPr id="96" name="Shape 92"/>
          <p:cNvSpPr/>
          <p:nvPr/>
        </p:nvSpPr>
        <p:spPr>
          <a:xfrm>
            <a:off x="4013597" y="2638471"/>
            <a:ext cx="23902" cy="698919"/>
          </a:xfrm>
          <a:prstGeom prst="rect">
            <a:avLst/>
          </a:prstGeom>
          <a:solidFill>
            <a:srgbClr val="3366CC"/>
          </a:solidFill>
          <a:ln w="12700">
            <a:solidFill>
              <a:srgbClr val="3366CC"/>
            </a:solidFill>
            <a:prstDash val="solid"/>
          </a:ln>
        </p:spPr>
      </p:sp>
      <p:sp>
        <p:nvSpPr>
          <p:cNvPr id="97" name="Shape 93"/>
          <p:cNvSpPr/>
          <p:nvPr/>
        </p:nvSpPr>
        <p:spPr>
          <a:xfrm>
            <a:off x="4053433" y="2582480"/>
            <a:ext cx="23902" cy="810901"/>
          </a:xfrm>
          <a:prstGeom prst="rect">
            <a:avLst/>
          </a:prstGeom>
          <a:solidFill>
            <a:srgbClr val="3366CC"/>
          </a:solidFill>
          <a:ln w="12700">
            <a:solidFill>
              <a:srgbClr val="3366CC"/>
            </a:solidFill>
            <a:prstDash val="solid"/>
          </a:ln>
        </p:spPr>
      </p:sp>
      <p:sp>
        <p:nvSpPr>
          <p:cNvPr id="98" name="Shape 94"/>
          <p:cNvSpPr/>
          <p:nvPr/>
        </p:nvSpPr>
        <p:spPr>
          <a:xfrm>
            <a:off x="4093269" y="2419657"/>
            <a:ext cx="23902" cy="1136546"/>
          </a:xfrm>
          <a:prstGeom prst="rect">
            <a:avLst/>
          </a:prstGeom>
          <a:solidFill>
            <a:srgbClr val="3366CC"/>
          </a:solidFill>
          <a:ln w="12700">
            <a:solidFill>
              <a:srgbClr val="3366CC"/>
            </a:solidFill>
            <a:prstDash val="solid"/>
          </a:ln>
        </p:spPr>
      </p:sp>
      <p:sp>
        <p:nvSpPr>
          <p:cNvPr id="99" name="Shape 95"/>
          <p:cNvSpPr/>
          <p:nvPr/>
        </p:nvSpPr>
        <p:spPr>
          <a:xfrm>
            <a:off x="4133105" y="2624563"/>
            <a:ext cx="23902" cy="726735"/>
          </a:xfrm>
          <a:prstGeom prst="rect">
            <a:avLst/>
          </a:prstGeom>
          <a:solidFill>
            <a:srgbClr val="3366CC"/>
          </a:solidFill>
          <a:ln w="12700">
            <a:solidFill>
              <a:srgbClr val="3366CC"/>
            </a:solidFill>
            <a:prstDash val="solid"/>
          </a:ln>
        </p:spPr>
      </p:sp>
      <p:sp>
        <p:nvSpPr>
          <p:cNvPr id="100" name="Shape 96"/>
          <p:cNvSpPr/>
          <p:nvPr/>
        </p:nvSpPr>
        <p:spPr>
          <a:xfrm>
            <a:off x="4172941" y="2725310"/>
            <a:ext cx="23902" cy="525240"/>
          </a:xfrm>
          <a:prstGeom prst="rect">
            <a:avLst/>
          </a:prstGeom>
          <a:solidFill>
            <a:srgbClr val="3366CC"/>
          </a:solidFill>
          <a:ln w="12700">
            <a:solidFill>
              <a:srgbClr val="3366CC"/>
            </a:solidFill>
            <a:prstDash val="solid"/>
          </a:ln>
        </p:spPr>
      </p:sp>
      <p:sp>
        <p:nvSpPr>
          <p:cNvPr id="101" name="Shape 97"/>
          <p:cNvSpPr/>
          <p:nvPr/>
        </p:nvSpPr>
        <p:spPr>
          <a:xfrm>
            <a:off x="4212777" y="2506676"/>
            <a:ext cx="23902" cy="962507"/>
          </a:xfrm>
          <a:prstGeom prst="rect">
            <a:avLst/>
          </a:prstGeom>
          <a:solidFill>
            <a:srgbClr val="3366CC"/>
          </a:solidFill>
          <a:ln w="12700">
            <a:solidFill>
              <a:srgbClr val="3366CC"/>
            </a:solidFill>
            <a:prstDash val="solid"/>
          </a:ln>
        </p:spPr>
      </p:sp>
      <p:sp>
        <p:nvSpPr>
          <p:cNvPr id="102" name="Shape 98"/>
          <p:cNvSpPr/>
          <p:nvPr/>
        </p:nvSpPr>
        <p:spPr>
          <a:xfrm>
            <a:off x="4252613" y="2491346"/>
            <a:ext cx="23902" cy="993168"/>
          </a:xfrm>
          <a:prstGeom prst="rect">
            <a:avLst/>
          </a:prstGeom>
          <a:solidFill>
            <a:srgbClr val="3366CC"/>
          </a:solidFill>
          <a:ln w="12700">
            <a:solidFill>
              <a:srgbClr val="3366CC"/>
            </a:solidFill>
            <a:prstDash val="solid"/>
          </a:ln>
        </p:spPr>
      </p:sp>
      <p:sp>
        <p:nvSpPr>
          <p:cNvPr id="103" name="Shape 99"/>
          <p:cNvSpPr/>
          <p:nvPr/>
        </p:nvSpPr>
        <p:spPr>
          <a:xfrm>
            <a:off x="4292449" y="2399930"/>
            <a:ext cx="23902" cy="1176000"/>
          </a:xfrm>
          <a:prstGeom prst="rect">
            <a:avLst/>
          </a:prstGeom>
          <a:solidFill>
            <a:srgbClr val="3366CC"/>
          </a:solidFill>
          <a:ln w="12700">
            <a:solidFill>
              <a:srgbClr val="3366CC"/>
            </a:solidFill>
            <a:prstDash val="solid"/>
          </a:ln>
        </p:spPr>
      </p:sp>
      <p:sp>
        <p:nvSpPr>
          <p:cNvPr id="104" name="Shape 100"/>
          <p:cNvSpPr/>
          <p:nvPr/>
        </p:nvSpPr>
        <p:spPr>
          <a:xfrm>
            <a:off x="4332284" y="2787196"/>
            <a:ext cx="23902" cy="401468"/>
          </a:xfrm>
          <a:prstGeom prst="rect">
            <a:avLst/>
          </a:prstGeom>
          <a:solidFill>
            <a:srgbClr val="3366CC"/>
          </a:solidFill>
          <a:ln w="12700">
            <a:solidFill>
              <a:srgbClr val="3366CC"/>
            </a:solidFill>
            <a:prstDash val="solid"/>
          </a:ln>
        </p:spPr>
      </p:sp>
      <p:sp>
        <p:nvSpPr>
          <p:cNvPr id="105" name="Shape 101"/>
          <p:cNvSpPr/>
          <p:nvPr/>
        </p:nvSpPr>
        <p:spPr>
          <a:xfrm>
            <a:off x="4372120" y="2491474"/>
            <a:ext cx="23902" cy="992912"/>
          </a:xfrm>
          <a:prstGeom prst="rect">
            <a:avLst/>
          </a:prstGeom>
          <a:solidFill>
            <a:srgbClr val="3366CC"/>
          </a:solidFill>
          <a:ln w="12700">
            <a:solidFill>
              <a:srgbClr val="3366CC"/>
            </a:solidFill>
            <a:prstDash val="solid"/>
          </a:ln>
        </p:spPr>
      </p:sp>
      <p:sp>
        <p:nvSpPr>
          <p:cNvPr id="106" name="Shape 102"/>
          <p:cNvSpPr/>
          <p:nvPr/>
        </p:nvSpPr>
        <p:spPr>
          <a:xfrm>
            <a:off x="4411956" y="2725232"/>
            <a:ext cx="23902" cy="525396"/>
          </a:xfrm>
          <a:prstGeom prst="rect">
            <a:avLst/>
          </a:prstGeom>
          <a:solidFill>
            <a:srgbClr val="3366CC"/>
          </a:solidFill>
          <a:ln w="12700">
            <a:solidFill>
              <a:srgbClr val="3366CC"/>
            </a:solidFill>
            <a:prstDash val="solid"/>
          </a:ln>
        </p:spPr>
      </p:sp>
      <p:sp>
        <p:nvSpPr>
          <p:cNvPr id="107" name="Shape 103"/>
          <p:cNvSpPr/>
          <p:nvPr/>
        </p:nvSpPr>
        <p:spPr>
          <a:xfrm>
            <a:off x="4451792" y="2647630"/>
            <a:ext cx="23902" cy="680601"/>
          </a:xfrm>
          <a:prstGeom prst="rect">
            <a:avLst/>
          </a:prstGeom>
          <a:solidFill>
            <a:srgbClr val="3366CC"/>
          </a:solidFill>
          <a:ln w="12700">
            <a:solidFill>
              <a:srgbClr val="3366CC"/>
            </a:solidFill>
            <a:prstDash val="solid"/>
          </a:ln>
        </p:spPr>
      </p:sp>
      <p:sp>
        <p:nvSpPr>
          <p:cNvPr id="108" name="Shape 104"/>
          <p:cNvSpPr/>
          <p:nvPr/>
        </p:nvSpPr>
        <p:spPr>
          <a:xfrm>
            <a:off x="4491628" y="2444480"/>
            <a:ext cx="23902" cy="1086899"/>
          </a:xfrm>
          <a:prstGeom prst="rect">
            <a:avLst/>
          </a:prstGeom>
          <a:solidFill>
            <a:srgbClr val="3366CC"/>
          </a:solidFill>
          <a:ln w="12700">
            <a:solidFill>
              <a:srgbClr val="3366CC"/>
            </a:solidFill>
            <a:prstDash val="solid"/>
          </a:ln>
        </p:spPr>
      </p:sp>
      <p:sp>
        <p:nvSpPr>
          <p:cNvPr id="109" name="Shape 105"/>
          <p:cNvSpPr/>
          <p:nvPr/>
        </p:nvSpPr>
        <p:spPr>
          <a:xfrm>
            <a:off x="4531464" y="2654510"/>
            <a:ext cx="23902" cy="666839"/>
          </a:xfrm>
          <a:prstGeom prst="rect">
            <a:avLst/>
          </a:prstGeom>
          <a:solidFill>
            <a:srgbClr val="3366CC"/>
          </a:solidFill>
          <a:ln w="12700">
            <a:solidFill>
              <a:srgbClr val="3366CC"/>
            </a:solidFill>
            <a:prstDash val="solid"/>
          </a:ln>
        </p:spPr>
      </p:sp>
      <p:sp>
        <p:nvSpPr>
          <p:cNvPr id="110" name="Shape 106"/>
          <p:cNvSpPr/>
          <p:nvPr/>
        </p:nvSpPr>
        <p:spPr>
          <a:xfrm>
            <a:off x="4571300" y="2773750"/>
            <a:ext cx="23902" cy="428360"/>
          </a:xfrm>
          <a:prstGeom prst="rect">
            <a:avLst/>
          </a:prstGeom>
          <a:solidFill>
            <a:srgbClr val="3366CC"/>
          </a:solidFill>
          <a:ln w="12700">
            <a:solidFill>
              <a:srgbClr val="3366CC"/>
            </a:solidFill>
            <a:prstDash val="solid"/>
          </a:ln>
        </p:spPr>
      </p:sp>
      <p:sp>
        <p:nvSpPr>
          <p:cNvPr id="111" name="Shape 107"/>
          <p:cNvSpPr/>
          <p:nvPr/>
        </p:nvSpPr>
        <p:spPr>
          <a:xfrm>
            <a:off x="4611136" y="2603018"/>
            <a:ext cx="23902" cy="769824"/>
          </a:xfrm>
          <a:prstGeom prst="rect">
            <a:avLst/>
          </a:prstGeom>
          <a:solidFill>
            <a:srgbClr val="3366CC"/>
          </a:solidFill>
          <a:ln w="12700">
            <a:solidFill>
              <a:srgbClr val="3366CC"/>
            </a:solidFill>
            <a:prstDash val="solid"/>
          </a:ln>
        </p:spPr>
      </p:sp>
      <p:sp>
        <p:nvSpPr>
          <p:cNvPr id="112" name="Shape 108"/>
          <p:cNvSpPr/>
          <p:nvPr/>
        </p:nvSpPr>
        <p:spPr>
          <a:xfrm>
            <a:off x="4650972" y="2440418"/>
            <a:ext cx="23902" cy="1095024"/>
          </a:xfrm>
          <a:prstGeom prst="rect">
            <a:avLst/>
          </a:prstGeom>
          <a:solidFill>
            <a:srgbClr val="3366CC"/>
          </a:solidFill>
          <a:ln w="12700">
            <a:solidFill>
              <a:srgbClr val="3366CC"/>
            </a:solidFill>
            <a:prstDash val="solid"/>
          </a:ln>
        </p:spPr>
      </p:sp>
      <p:sp>
        <p:nvSpPr>
          <p:cNvPr id="113" name="Shape 109"/>
          <p:cNvSpPr/>
          <p:nvPr/>
        </p:nvSpPr>
        <p:spPr>
          <a:xfrm>
            <a:off x="4690808" y="2551971"/>
            <a:ext cx="23902" cy="871918"/>
          </a:xfrm>
          <a:prstGeom prst="rect">
            <a:avLst/>
          </a:prstGeom>
          <a:solidFill>
            <a:srgbClr val="3366CC"/>
          </a:solidFill>
          <a:ln w="12700">
            <a:solidFill>
              <a:srgbClr val="3366CC"/>
            </a:solidFill>
            <a:prstDash val="solid"/>
          </a:ln>
        </p:spPr>
      </p:sp>
      <p:sp>
        <p:nvSpPr>
          <p:cNvPr id="114" name="Shape 110"/>
          <p:cNvSpPr/>
          <p:nvPr/>
        </p:nvSpPr>
        <p:spPr>
          <a:xfrm>
            <a:off x="4730643" y="2786620"/>
            <a:ext cx="23902" cy="402619"/>
          </a:xfrm>
          <a:prstGeom prst="rect">
            <a:avLst/>
          </a:prstGeom>
          <a:solidFill>
            <a:srgbClr val="3366CC"/>
          </a:solidFill>
          <a:ln w="12700">
            <a:solidFill>
              <a:srgbClr val="3366CC"/>
            </a:solidFill>
            <a:prstDash val="solid"/>
          </a:ln>
        </p:spPr>
      </p:sp>
      <p:sp>
        <p:nvSpPr>
          <p:cNvPr id="115" name="Shape 111"/>
          <p:cNvSpPr/>
          <p:nvPr/>
        </p:nvSpPr>
        <p:spPr>
          <a:xfrm>
            <a:off x="4770479" y="2938431"/>
            <a:ext cx="23902" cy="98999"/>
          </a:xfrm>
          <a:prstGeom prst="rect">
            <a:avLst/>
          </a:prstGeom>
          <a:solidFill>
            <a:srgbClr val="3366CC"/>
          </a:solidFill>
          <a:ln w="12700">
            <a:solidFill>
              <a:srgbClr val="3366CC"/>
            </a:solidFill>
            <a:prstDash val="solid"/>
          </a:ln>
        </p:spPr>
      </p:sp>
      <p:sp>
        <p:nvSpPr>
          <p:cNvPr id="116" name="Shape 112"/>
          <p:cNvSpPr/>
          <p:nvPr/>
        </p:nvSpPr>
        <p:spPr>
          <a:xfrm>
            <a:off x="4810315" y="2938431"/>
            <a:ext cx="23902" cy="98999"/>
          </a:xfrm>
          <a:prstGeom prst="rect">
            <a:avLst/>
          </a:prstGeom>
          <a:solidFill>
            <a:srgbClr val="3366CC"/>
          </a:solidFill>
          <a:ln w="12700">
            <a:solidFill>
              <a:srgbClr val="3366CC"/>
            </a:solidFill>
            <a:prstDash val="solid"/>
          </a:ln>
        </p:spPr>
      </p:sp>
      <p:sp>
        <p:nvSpPr>
          <p:cNvPr id="117" name="Shape 113"/>
          <p:cNvSpPr/>
          <p:nvPr/>
        </p:nvSpPr>
        <p:spPr>
          <a:xfrm>
            <a:off x="4850151" y="2938431"/>
            <a:ext cx="23902" cy="98999"/>
          </a:xfrm>
          <a:prstGeom prst="rect">
            <a:avLst/>
          </a:prstGeom>
          <a:solidFill>
            <a:srgbClr val="3366CC"/>
          </a:solidFill>
          <a:ln w="12700">
            <a:solidFill>
              <a:srgbClr val="3366CC"/>
            </a:solidFill>
            <a:prstDash val="solid"/>
          </a:ln>
        </p:spPr>
      </p:sp>
      <p:sp>
        <p:nvSpPr>
          <p:cNvPr id="118" name="Shape 114"/>
          <p:cNvSpPr/>
          <p:nvPr/>
        </p:nvSpPr>
        <p:spPr>
          <a:xfrm>
            <a:off x="4889987" y="2938431"/>
            <a:ext cx="23902" cy="98999"/>
          </a:xfrm>
          <a:prstGeom prst="rect">
            <a:avLst/>
          </a:prstGeom>
          <a:solidFill>
            <a:srgbClr val="3366CC"/>
          </a:solidFill>
          <a:ln w="12700">
            <a:solidFill>
              <a:srgbClr val="3366CC"/>
            </a:solidFill>
            <a:prstDash val="solid"/>
          </a:ln>
        </p:spPr>
      </p:sp>
      <p:sp>
        <p:nvSpPr>
          <p:cNvPr id="119" name="Shape 115"/>
          <p:cNvSpPr/>
          <p:nvPr/>
        </p:nvSpPr>
        <p:spPr>
          <a:xfrm>
            <a:off x="1499799" y="2978786"/>
            <a:ext cx="145192" cy="18288"/>
          </a:xfrm>
          <a:prstGeom prst="rect">
            <a:avLst/>
          </a:prstGeom>
          <a:solidFill>
            <a:srgbClr val="3366CC"/>
          </a:solidFill>
          <a:ln w="12700">
            <a:solidFill>
              <a:srgbClr val="3366CC"/>
            </a:solidFill>
            <a:prstDash val="solid"/>
          </a:ln>
        </p:spPr>
      </p:sp>
      <p:sp>
        <p:nvSpPr>
          <p:cNvPr id="120" name="Shape 116"/>
          <p:cNvSpPr/>
          <p:nvPr/>
        </p:nvSpPr>
        <p:spPr>
          <a:xfrm>
            <a:off x="4948111" y="2978786"/>
            <a:ext cx="181490" cy="18288"/>
          </a:xfrm>
          <a:prstGeom prst="rect">
            <a:avLst/>
          </a:prstGeom>
          <a:solidFill>
            <a:srgbClr val="3366CC"/>
          </a:solidFill>
          <a:ln w="12700">
            <a:solidFill>
              <a:srgbClr val="3366CC"/>
            </a:solidFill>
            <a:prstDash val="solid"/>
          </a:ln>
        </p:spPr>
      </p:sp>
      <p:sp>
        <p:nvSpPr>
          <p:cNvPr id="121" name="Shape 117"/>
          <p:cNvSpPr/>
          <p:nvPr/>
        </p:nvSpPr>
        <p:spPr>
          <a:xfrm>
            <a:off x="667695" y="1422614"/>
            <a:ext cx="1847088" cy="182880"/>
          </a:xfrm>
          <a:prstGeom prst="roundRect">
            <a:avLst>
              <a:gd name="adj" fmla="val 25000"/>
            </a:avLst>
          </a:prstGeom>
          <a:solidFill>
            <a:srgbClr val="FFFFFF">
              <a:alpha val="0"/>
            </a:srgbClr>
          </a:solidFill>
          <a:ln w="31750">
            <a:solidFill>
              <a:srgbClr val="E53935"/>
            </a:solidFill>
            <a:prstDash val="solid"/>
          </a:ln>
        </p:spPr>
      </p:sp>
      <p:sp>
        <p:nvSpPr>
          <p:cNvPr id="122" name="Shape 118"/>
          <p:cNvSpPr/>
          <p:nvPr/>
        </p:nvSpPr>
        <p:spPr>
          <a:xfrm>
            <a:off x="2377623" y="1285454"/>
            <a:ext cx="274320" cy="274320"/>
          </a:xfrm>
          <a:prstGeom prst="ellipse">
            <a:avLst/>
          </a:prstGeom>
          <a:solidFill>
            <a:srgbClr val="E53935"/>
          </a:solidFill>
          <a:ln w="12700">
            <a:solidFill>
              <a:srgbClr val="FFFFFF"/>
            </a:solidFill>
            <a:prstDash val="solid"/>
          </a:ln>
        </p:spPr>
      </p:sp>
      <p:sp>
        <p:nvSpPr>
          <p:cNvPr id="123" name="Text 119"/>
          <p:cNvSpPr txBox="1"/>
          <p:nvPr/>
        </p:nvSpPr>
        <p:spPr>
          <a:xfrm>
            <a:off x="2377623" y="128545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4" name="Shape 120"/>
          <p:cNvSpPr/>
          <p:nvPr/>
        </p:nvSpPr>
        <p:spPr>
          <a:xfrm>
            <a:off x="704271" y="1669502"/>
            <a:ext cx="1271016" cy="310896"/>
          </a:xfrm>
          <a:prstGeom prst="roundRect">
            <a:avLst>
              <a:gd name="adj" fmla="val 14706"/>
            </a:avLst>
          </a:prstGeom>
          <a:solidFill>
            <a:srgbClr val="FFFFFF">
              <a:alpha val="0"/>
            </a:srgbClr>
          </a:solidFill>
          <a:ln w="31750">
            <a:solidFill>
              <a:srgbClr val="E53935"/>
            </a:solidFill>
            <a:prstDash val="solid"/>
          </a:ln>
        </p:spPr>
      </p:sp>
      <p:sp>
        <p:nvSpPr>
          <p:cNvPr id="125" name="Shape 121"/>
          <p:cNvSpPr/>
          <p:nvPr/>
        </p:nvSpPr>
        <p:spPr>
          <a:xfrm>
            <a:off x="1838127" y="1532342"/>
            <a:ext cx="274320" cy="274320"/>
          </a:xfrm>
          <a:prstGeom prst="ellipse">
            <a:avLst/>
          </a:prstGeom>
          <a:solidFill>
            <a:srgbClr val="E53935"/>
          </a:solidFill>
          <a:ln w="12700">
            <a:solidFill>
              <a:srgbClr val="FFFFFF"/>
            </a:solidFill>
            <a:prstDash val="solid"/>
          </a:ln>
        </p:spPr>
      </p:sp>
      <p:sp>
        <p:nvSpPr>
          <p:cNvPr id="126" name="Text 122"/>
          <p:cNvSpPr txBox="1"/>
          <p:nvPr/>
        </p:nvSpPr>
        <p:spPr>
          <a:xfrm>
            <a:off x="1838127" y="153234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7" name="Shape 123"/>
          <p:cNvSpPr/>
          <p:nvPr/>
        </p:nvSpPr>
        <p:spPr>
          <a:xfrm>
            <a:off x="1481511" y="2208998"/>
            <a:ext cx="3666378" cy="1557863"/>
          </a:xfrm>
          <a:prstGeom prst="roundRect">
            <a:avLst>
              <a:gd name="adj" fmla="val 2935"/>
            </a:avLst>
          </a:prstGeom>
          <a:solidFill>
            <a:srgbClr val="FFFFFF">
              <a:alpha val="0"/>
            </a:srgbClr>
          </a:solidFill>
          <a:ln w="31750">
            <a:solidFill>
              <a:srgbClr val="E53935"/>
            </a:solidFill>
            <a:prstDash val="solid"/>
          </a:ln>
        </p:spPr>
      </p:sp>
      <p:sp>
        <p:nvSpPr>
          <p:cNvPr id="128" name="Shape 124"/>
          <p:cNvSpPr/>
          <p:nvPr/>
        </p:nvSpPr>
        <p:spPr>
          <a:xfrm>
            <a:off x="5010729" y="2071838"/>
            <a:ext cx="274320" cy="274320"/>
          </a:xfrm>
          <a:prstGeom prst="ellipse">
            <a:avLst/>
          </a:prstGeom>
          <a:solidFill>
            <a:srgbClr val="E53935"/>
          </a:solidFill>
          <a:ln w="12700">
            <a:solidFill>
              <a:srgbClr val="FFFFFF"/>
            </a:solidFill>
            <a:prstDash val="solid"/>
          </a:ln>
        </p:spPr>
      </p:sp>
      <p:sp>
        <p:nvSpPr>
          <p:cNvPr id="129" name="Text 125"/>
          <p:cNvSpPr txBox="1"/>
          <p:nvPr/>
        </p:nvSpPr>
        <p:spPr>
          <a:xfrm>
            <a:off x="5010729" y="207183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0" name="Shape 126"/>
          <p:cNvSpPr/>
          <p:nvPr/>
        </p:nvSpPr>
        <p:spPr>
          <a:xfrm>
            <a:off x="5715000" y="1371600"/>
            <a:ext cx="329184" cy="329184"/>
          </a:xfrm>
          <a:prstGeom prst="ellipse">
            <a:avLst/>
          </a:prstGeom>
          <a:solidFill>
            <a:srgbClr val="E53935"/>
          </a:solidFill>
          <a:ln/>
        </p:spPr>
      </p:sp>
      <p:sp>
        <p:nvSpPr>
          <p:cNvPr id="131" name="Text 127"/>
          <p:cNvSpPr txBox="1"/>
          <p:nvPr/>
        </p:nvSpPr>
        <p:spPr>
          <a:xfrm>
            <a:off x="5715000" y="13716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2" name="Text 128"/>
          <p:cNvSpPr txBox="1"/>
          <p:nvPr/>
        </p:nvSpPr>
        <p:spPr>
          <a:xfrm>
            <a:off x="6172200" y="1298448"/>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Menu: File, Edit, Effect</a:t>
            </a:r>
            <a:endParaRPr lang="en-US" sz="1350" dirty="0"/>
          </a:p>
        </p:txBody>
      </p:sp>
      <p:sp>
        <p:nvSpPr>
          <p:cNvPr id="133" name="Shape 129"/>
          <p:cNvSpPr/>
          <p:nvPr/>
        </p:nvSpPr>
        <p:spPr>
          <a:xfrm>
            <a:off x="5715000" y="1938528"/>
            <a:ext cx="329184" cy="329184"/>
          </a:xfrm>
          <a:prstGeom prst="ellipse">
            <a:avLst/>
          </a:prstGeom>
          <a:solidFill>
            <a:srgbClr val="E53935"/>
          </a:solidFill>
          <a:ln/>
        </p:spPr>
      </p:sp>
      <p:sp>
        <p:nvSpPr>
          <p:cNvPr id="134" name="Text 130"/>
          <p:cNvSpPr txBox="1"/>
          <p:nvPr/>
        </p:nvSpPr>
        <p:spPr>
          <a:xfrm>
            <a:off x="5715000" y="19385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5" name="Text 131"/>
          <p:cNvSpPr txBox="1"/>
          <p:nvPr/>
        </p:nvSpPr>
        <p:spPr>
          <a:xfrm>
            <a:off x="6172200" y="1865376"/>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Tombol: Pause, Play, Stop, Record</a:t>
            </a:r>
            <a:endParaRPr lang="en-US" sz="1350" dirty="0"/>
          </a:p>
        </p:txBody>
      </p:sp>
      <p:sp>
        <p:nvSpPr>
          <p:cNvPr id="136" name="Shape 132"/>
          <p:cNvSpPr/>
          <p:nvPr/>
        </p:nvSpPr>
        <p:spPr>
          <a:xfrm>
            <a:off x="5715000" y="2505456"/>
            <a:ext cx="329184" cy="329184"/>
          </a:xfrm>
          <a:prstGeom prst="ellipse">
            <a:avLst/>
          </a:prstGeom>
          <a:solidFill>
            <a:srgbClr val="E53935"/>
          </a:solidFill>
          <a:ln/>
        </p:spPr>
      </p:sp>
      <p:sp>
        <p:nvSpPr>
          <p:cNvPr id="137" name="Text 133"/>
          <p:cNvSpPr txBox="1"/>
          <p:nvPr/>
        </p:nvSpPr>
        <p:spPr>
          <a:xfrm>
            <a:off x="5715000" y="25054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8" name="Text 134"/>
          <p:cNvSpPr txBox="1"/>
          <p:nvPr/>
        </p:nvSpPr>
        <p:spPr>
          <a:xfrm>
            <a:off x="6172200" y="2432304"/>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Track: gelombang suara</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Membaca Gelombang Suara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8229600" cy="1463040"/>
          </a:xfrm>
          <a:prstGeom prst="rect">
            <a:avLst/>
          </a:prstGeom>
          <a:solidFill>
            <a:srgbClr val="FFFFFF"/>
          </a:solidFill>
          <a:ln w="12700">
            <a:solidFill>
              <a:srgbClr val="999999"/>
            </a:solidFill>
            <a:prstDash val="solid"/>
          </a:ln>
        </p:spPr>
      </p:sp>
      <p:sp>
        <p:nvSpPr>
          <p:cNvPr id="10" name="Shape 6"/>
          <p:cNvSpPr/>
          <p:nvPr/>
        </p:nvSpPr>
        <p:spPr>
          <a:xfrm>
            <a:off x="502920" y="1911096"/>
            <a:ext cx="548640" cy="18288"/>
          </a:xfrm>
          <a:prstGeom prst="rect">
            <a:avLst/>
          </a:prstGeom>
          <a:solidFill>
            <a:srgbClr val="3366CC"/>
          </a:solidFill>
          <a:ln w="12700">
            <a:solidFill>
              <a:srgbClr val="3366CC"/>
            </a:solidFill>
            <a:prstDash val="solid"/>
          </a:ln>
        </p:spPr>
      </p:sp>
      <p:sp>
        <p:nvSpPr>
          <p:cNvPr id="11" name="Shape 7"/>
          <p:cNvSpPr/>
          <p:nvPr/>
        </p:nvSpPr>
        <p:spPr>
          <a:xfrm>
            <a:off x="1051560" y="1874154"/>
            <a:ext cx="41148" cy="92172"/>
          </a:xfrm>
          <a:prstGeom prst="rect">
            <a:avLst/>
          </a:prstGeom>
          <a:solidFill>
            <a:srgbClr val="3366CC"/>
          </a:solidFill>
          <a:ln w="12700">
            <a:solidFill>
              <a:srgbClr val="3366CC"/>
            </a:solidFill>
            <a:prstDash val="solid"/>
          </a:ln>
        </p:spPr>
      </p:sp>
      <p:sp>
        <p:nvSpPr>
          <p:cNvPr id="12" name="Shape 8"/>
          <p:cNvSpPr/>
          <p:nvPr/>
        </p:nvSpPr>
        <p:spPr>
          <a:xfrm>
            <a:off x="1120140" y="1874154"/>
            <a:ext cx="41148" cy="92172"/>
          </a:xfrm>
          <a:prstGeom prst="rect">
            <a:avLst/>
          </a:prstGeom>
          <a:solidFill>
            <a:srgbClr val="3366CC"/>
          </a:solidFill>
          <a:ln w="12700">
            <a:solidFill>
              <a:srgbClr val="3366CC"/>
            </a:solidFill>
            <a:prstDash val="solid"/>
          </a:ln>
        </p:spPr>
      </p:sp>
      <p:sp>
        <p:nvSpPr>
          <p:cNvPr id="13" name="Shape 9"/>
          <p:cNvSpPr/>
          <p:nvPr/>
        </p:nvSpPr>
        <p:spPr>
          <a:xfrm>
            <a:off x="1188720" y="1874154"/>
            <a:ext cx="41148" cy="92172"/>
          </a:xfrm>
          <a:prstGeom prst="rect">
            <a:avLst/>
          </a:prstGeom>
          <a:solidFill>
            <a:srgbClr val="3366CC"/>
          </a:solidFill>
          <a:ln w="12700">
            <a:solidFill>
              <a:srgbClr val="3366CC"/>
            </a:solidFill>
            <a:prstDash val="solid"/>
          </a:ln>
        </p:spPr>
      </p:sp>
      <p:sp>
        <p:nvSpPr>
          <p:cNvPr id="14" name="Shape 10"/>
          <p:cNvSpPr/>
          <p:nvPr/>
        </p:nvSpPr>
        <p:spPr>
          <a:xfrm>
            <a:off x="1257300" y="1874154"/>
            <a:ext cx="41148" cy="92172"/>
          </a:xfrm>
          <a:prstGeom prst="rect">
            <a:avLst/>
          </a:prstGeom>
          <a:solidFill>
            <a:srgbClr val="3366CC"/>
          </a:solidFill>
          <a:ln w="12700">
            <a:solidFill>
              <a:srgbClr val="3366CC"/>
            </a:solidFill>
            <a:prstDash val="solid"/>
          </a:ln>
        </p:spPr>
      </p:sp>
      <p:sp>
        <p:nvSpPr>
          <p:cNvPr id="15" name="Shape 11"/>
          <p:cNvSpPr/>
          <p:nvPr/>
        </p:nvSpPr>
        <p:spPr>
          <a:xfrm>
            <a:off x="1325880" y="1581814"/>
            <a:ext cx="41148" cy="676852"/>
          </a:xfrm>
          <a:prstGeom prst="rect">
            <a:avLst/>
          </a:prstGeom>
          <a:solidFill>
            <a:srgbClr val="3366CC"/>
          </a:solidFill>
          <a:ln w="12700">
            <a:solidFill>
              <a:srgbClr val="3366CC"/>
            </a:solidFill>
            <a:prstDash val="solid"/>
          </a:ln>
        </p:spPr>
      </p:sp>
      <p:sp>
        <p:nvSpPr>
          <p:cNvPr id="16" name="Shape 12"/>
          <p:cNvSpPr/>
          <p:nvPr/>
        </p:nvSpPr>
        <p:spPr>
          <a:xfrm>
            <a:off x="1394460" y="1388941"/>
            <a:ext cx="41148" cy="1062598"/>
          </a:xfrm>
          <a:prstGeom prst="rect">
            <a:avLst/>
          </a:prstGeom>
          <a:solidFill>
            <a:srgbClr val="3366CC"/>
          </a:solidFill>
          <a:ln w="12700">
            <a:solidFill>
              <a:srgbClr val="3366CC"/>
            </a:solidFill>
            <a:prstDash val="solid"/>
          </a:ln>
        </p:spPr>
      </p:sp>
      <p:sp>
        <p:nvSpPr>
          <p:cNvPr id="17" name="Shape 13"/>
          <p:cNvSpPr/>
          <p:nvPr/>
        </p:nvSpPr>
        <p:spPr>
          <a:xfrm>
            <a:off x="1463040" y="1535947"/>
            <a:ext cx="41148" cy="768586"/>
          </a:xfrm>
          <a:prstGeom prst="rect">
            <a:avLst/>
          </a:prstGeom>
          <a:solidFill>
            <a:srgbClr val="3366CC"/>
          </a:solidFill>
          <a:ln w="12700">
            <a:solidFill>
              <a:srgbClr val="3366CC"/>
            </a:solidFill>
            <a:prstDash val="solid"/>
          </a:ln>
        </p:spPr>
      </p:sp>
      <p:sp>
        <p:nvSpPr>
          <p:cNvPr id="18" name="Shape 14"/>
          <p:cNvSpPr/>
          <p:nvPr/>
        </p:nvSpPr>
        <p:spPr>
          <a:xfrm>
            <a:off x="1531620" y="1419202"/>
            <a:ext cx="41148" cy="1002076"/>
          </a:xfrm>
          <a:prstGeom prst="rect">
            <a:avLst/>
          </a:prstGeom>
          <a:solidFill>
            <a:srgbClr val="3366CC"/>
          </a:solidFill>
          <a:ln w="12700">
            <a:solidFill>
              <a:srgbClr val="3366CC"/>
            </a:solidFill>
            <a:prstDash val="solid"/>
          </a:ln>
        </p:spPr>
      </p:sp>
      <p:sp>
        <p:nvSpPr>
          <p:cNvPr id="19" name="Shape 15"/>
          <p:cNvSpPr/>
          <p:nvPr/>
        </p:nvSpPr>
        <p:spPr>
          <a:xfrm>
            <a:off x="1600200" y="1525344"/>
            <a:ext cx="41148" cy="789793"/>
          </a:xfrm>
          <a:prstGeom prst="rect">
            <a:avLst/>
          </a:prstGeom>
          <a:solidFill>
            <a:srgbClr val="3366CC"/>
          </a:solidFill>
          <a:ln w="12700">
            <a:solidFill>
              <a:srgbClr val="3366CC"/>
            </a:solidFill>
            <a:prstDash val="solid"/>
          </a:ln>
        </p:spPr>
      </p:sp>
      <p:sp>
        <p:nvSpPr>
          <p:cNvPr id="20" name="Shape 16"/>
          <p:cNvSpPr/>
          <p:nvPr/>
        </p:nvSpPr>
        <p:spPr>
          <a:xfrm>
            <a:off x="1668780" y="1594251"/>
            <a:ext cx="41148" cy="651977"/>
          </a:xfrm>
          <a:prstGeom prst="rect">
            <a:avLst/>
          </a:prstGeom>
          <a:solidFill>
            <a:srgbClr val="3366CC"/>
          </a:solidFill>
          <a:ln w="12700">
            <a:solidFill>
              <a:srgbClr val="3366CC"/>
            </a:solidFill>
            <a:prstDash val="solid"/>
          </a:ln>
        </p:spPr>
      </p:sp>
      <p:sp>
        <p:nvSpPr>
          <p:cNvPr id="21" name="Shape 17"/>
          <p:cNvSpPr/>
          <p:nvPr/>
        </p:nvSpPr>
        <p:spPr>
          <a:xfrm>
            <a:off x="1737360" y="1739183"/>
            <a:ext cx="41148" cy="362113"/>
          </a:xfrm>
          <a:prstGeom prst="rect">
            <a:avLst/>
          </a:prstGeom>
          <a:solidFill>
            <a:srgbClr val="3366CC"/>
          </a:solidFill>
          <a:ln w="12700">
            <a:solidFill>
              <a:srgbClr val="3366CC"/>
            </a:solidFill>
            <a:prstDash val="solid"/>
          </a:ln>
        </p:spPr>
      </p:sp>
      <p:sp>
        <p:nvSpPr>
          <p:cNvPr id="22" name="Shape 18"/>
          <p:cNvSpPr/>
          <p:nvPr/>
        </p:nvSpPr>
        <p:spPr>
          <a:xfrm>
            <a:off x="1805940" y="1685083"/>
            <a:ext cx="41148" cy="470314"/>
          </a:xfrm>
          <a:prstGeom prst="rect">
            <a:avLst/>
          </a:prstGeom>
          <a:solidFill>
            <a:srgbClr val="3366CC"/>
          </a:solidFill>
          <a:ln w="12700">
            <a:solidFill>
              <a:srgbClr val="3366CC"/>
            </a:solidFill>
            <a:prstDash val="solid"/>
          </a:ln>
        </p:spPr>
      </p:sp>
      <p:sp>
        <p:nvSpPr>
          <p:cNvPr id="23" name="Shape 19"/>
          <p:cNvSpPr/>
          <p:nvPr/>
        </p:nvSpPr>
        <p:spPr>
          <a:xfrm>
            <a:off x="1874520" y="1351051"/>
            <a:ext cx="41148" cy="1138377"/>
          </a:xfrm>
          <a:prstGeom prst="rect">
            <a:avLst/>
          </a:prstGeom>
          <a:solidFill>
            <a:srgbClr val="3366CC"/>
          </a:solidFill>
          <a:ln w="12700">
            <a:solidFill>
              <a:srgbClr val="3366CC"/>
            </a:solidFill>
            <a:prstDash val="solid"/>
          </a:ln>
        </p:spPr>
      </p:sp>
      <p:sp>
        <p:nvSpPr>
          <p:cNvPr id="24" name="Shape 20"/>
          <p:cNvSpPr/>
          <p:nvPr/>
        </p:nvSpPr>
        <p:spPr>
          <a:xfrm>
            <a:off x="1943100" y="1567237"/>
            <a:ext cx="41148" cy="706007"/>
          </a:xfrm>
          <a:prstGeom prst="rect">
            <a:avLst/>
          </a:prstGeom>
          <a:solidFill>
            <a:srgbClr val="3366CC"/>
          </a:solidFill>
          <a:ln w="12700">
            <a:solidFill>
              <a:srgbClr val="3366CC"/>
            </a:solidFill>
            <a:prstDash val="solid"/>
          </a:ln>
        </p:spPr>
      </p:sp>
      <p:sp>
        <p:nvSpPr>
          <p:cNvPr id="25" name="Shape 21"/>
          <p:cNvSpPr/>
          <p:nvPr/>
        </p:nvSpPr>
        <p:spPr>
          <a:xfrm>
            <a:off x="2011680" y="1700137"/>
            <a:ext cx="41148" cy="440205"/>
          </a:xfrm>
          <a:prstGeom prst="rect">
            <a:avLst/>
          </a:prstGeom>
          <a:solidFill>
            <a:srgbClr val="3366CC"/>
          </a:solidFill>
          <a:ln w="12700">
            <a:solidFill>
              <a:srgbClr val="3366CC"/>
            </a:solidFill>
            <a:prstDash val="solid"/>
          </a:ln>
        </p:spPr>
      </p:sp>
      <p:sp>
        <p:nvSpPr>
          <p:cNvPr id="26" name="Shape 22"/>
          <p:cNvSpPr/>
          <p:nvPr/>
        </p:nvSpPr>
        <p:spPr>
          <a:xfrm>
            <a:off x="2080260" y="1444827"/>
            <a:ext cx="41148" cy="950826"/>
          </a:xfrm>
          <a:prstGeom prst="rect">
            <a:avLst/>
          </a:prstGeom>
          <a:solidFill>
            <a:srgbClr val="3366CC"/>
          </a:solidFill>
          <a:ln w="12700">
            <a:solidFill>
              <a:srgbClr val="3366CC"/>
            </a:solidFill>
            <a:prstDash val="solid"/>
          </a:ln>
        </p:spPr>
      </p:sp>
      <p:sp>
        <p:nvSpPr>
          <p:cNvPr id="27" name="Shape 23"/>
          <p:cNvSpPr/>
          <p:nvPr/>
        </p:nvSpPr>
        <p:spPr>
          <a:xfrm>
            <a:off x="2148840" y="1541842"/>
            <a:ext cx="41148" cy="756797"/>
          </a:xfrm>
          <a:prstGeom prst="rect">
            <a:avLst/>
          </a:prstGeom>
          <a:solidFill>
            <a:srgbClr val="3366CC"/>
          </a:solidFill>
          <a:ln w="12700">
            <a:solidFill>
              <a:srgbClr val="3366CC"/>
            </a:solidFill>
            <a:prstDash val="solid"/>
          </a:ln>
        </p:spPr>
      </p:sp>
      <p:sp>
        <p:nvSpPr>
          <p:cNvPr id="28" name="Shape 24"/>
          <p:cNvSpPr/>
          <p:nvPr/>
        </p:nvSpPr>
        <p:spPr>
          <a:xfrm>
            <a:off x="2217420" y="1402486"/>
            <a:ext cx="41148" cy="1035508"/>
          </a:xfrm>
          <a:prstGeom prst="rect">
            <a:avLst/>
          </a:prstGeom>
          <a:solidFill>
            <a:srgbClr val="3366CC"/>
          </a:solidFill>
          <a:ln w="12700">
            <a:solidFill>
              <a:srgbClr val="3366CC"/>
            </a:solidFill>
            <a:prstDash val="solid"/>
          </a:ln>
        </p:spPr>
      </p:sp>
      <p:sp>
        <p:nvSpPr>
          <p:cNvPr id="29" name="Shape 25"/>
          <p:cNvSpPr/>
          <p:nvPr/>
        </p:nvSpPr>
        <p:spPr>
          <a:xfrm>
            <a:off x="2286000" y="1707557"/>
            <a:ext cx="41148" cy="425367"/>
          </a:xfrm>
          <a:prstGeom prst="rect">
            <a:avLst/>
          </a:prstGeom>
          <a:solidFill>
            <a:srgbClr val="3366CC"/>
          </a:solidFill>
          <a:ln w="12700">
            <a:solidFill>
              <a:srgbClr val="3366CC"/>
            </a:solidFill>
            <a:prstDash val="solid"/>
          </a:ln>
        </p:spPr>
      </p:sp>
      <p:sp>
        <p:nvSpPr>
          <p:cNvPr id="30" name="Shape 26"/>
          <p:cNvSpPr/>
          <p:nvPr/>
        </p:nvSpPr>
        <p:spPr>
          <a:xfrm>
            <a:off x="2354580" y="1494977"/>
            <a:ext cx="41148" cy="850526"/>
          </a:xfrm>
          <a:prstGeom prst="rect">
            <a:avLst/>
          </a:prstGeom>
          <a:solidFill>
            <a:srgbClr val="3366CC"/>
          </a:solidFill>
          <a:ln w="12700">
            <a:solidFill>
              <a:srgbClr val="3366CC"/>
            </a:solidFill>
            <a:prstDash val="solid"/>
          </a:ln>
        </p:spPr>
      </p:sp>
      <p:sp>
        <p:nvSpPr>
          <p:cNvPr id="31" name="Shape 27"/>
          <p:cNvSpPr/>
          <p:nvPr/>
        </p:nvSpPr>
        <p:spPr>
          <a:xfrm>
            <a:off x="2423160" y="1430609"/>
            <a:ext cx="41148" cy="979262"/>
          </a:xfrm>
          <a:prstGeom prst="rect">
            <a:avLst/>
          </a:prstGeom>
          <a:solidFill>
            <a:srgbClr val="3366CC"/>
          </a:solidFill>
          <a:ln w="12700">
            <a:solidFill>
              <a:srgbClr val="3366CC"/>
            </a:solidFill>
            <a:prstDash val="solid"/>
          </a:ln>
        </p:spPr>
      </p:sp>
      <p:sp>
        <p:nvSpPr>
          <p:cNvPr id="32" name="Shape 28"/>
          <p:cNvSpPr/>
          <p:nvPr/>
        </p:nvSpPr>
        <p:spPr>
          <a:xfrm>
            <a:off x="2491740" y="1567970"/>
            <a:ext cx="41148" cy="704541"/>
          </a:xfrm>
          <a:prstGeom prst="rect">
            <a:avLst/>
          </a:prstGeom>
          <a:solidFill>
            <a:srgbClr val="3366CC"/>
          </a:solidFill>
          <a:ln w="12700">
            <a:solidFill>
              <a:srgbClr val="3366CC"/>
            </a:solidFill>
            <a:prstDash val="solid"/>
          </a:ln>
        </p:spPr>
      </p:sp>
      <p:sp>
        <p:nvSpPr>
          <p:cNvPr id="33" name="Shape 29"/>
          <p:cNvSpPr/>
          <p:nvPr/>
        </p:nvSpPr>
        <p:spPr>
          <a:xfrm>
            <a:off x="2560320" y="1661873"/>
            <a:ext cx="41148" cy="516734"/>
          </a:xfrm>
          <a:prstGeom prst="rect">
            <a:avLst/>
          </a:prstGeom>
          <a:solidFill>
            <a:srgbClr val="3366CC"/>
          </a:solidFill>
          <a:ln w="12700">
            <a:solidFill>
              <a:srgbClr val="3366CC"/>
            </a:solidFill>
            <a:prstDash val="solid"/>
          </a:ln>
        </p:spPr>
      </p:sp>
      <p:sp>
        <p:nvSpPr>
          <p:cNvPr id="34" name="Shape 30"/>
          <p:cNvSpPr/>
          <p:nvPr/>
        </p:nvSpPr>
        <p:spPr>
          <a:xfrm>
            <a:off x="2628900" y="1616485"/>
            <a:ext cx="41148" cy="607510"/>
          </a:xfrm>
          <a:prstGeom prst="rect">
            <a:avLst/>
          </a:prstGeom>
          <a:solidFill>
            <a:srgbClr val="3366CC"/>
          </a:solidFill>
          <a:ln w="12700">
            <a:solidFill>
              <a:srgbClr val="3366CC"/>
            </a:solidFill>
            <a:prstDash val="solid"/>
          </a:ln>
        </p:spPr>
      </p:sp>
      <p:sp>
        <p:nvSpPr>
          <p:cNvPr id="35" name="Shape 31"/>
          <p:cNvSpPr/>
          <p:nvPr/>
        </p:nvSpPr>
        <p:spPr>
          <a:xfrm>
            <a:off x="2697480" y="1664545"/>
            <a:ext cx="41148" cy="511389"/>
          </a:xfrm>
          <a:prstGeom prst="rect">
            <a:avLst/>
          </a:prstGeom>
          <a:solidFill>
            <a:srgbClr val="3366CC"/>
          </a:solidFill>
          <a:ln w="12700">
            <a:solidFill>
              <a:srgbClr val="3366CC"/>
            </a:solidFill>
            <a:prstDash val="solid"/>
          </a:ln>
        </p:spPr>
      </p:sp>
      <p:sp>
        <p:nvSpPr>
          <p:cNvPr id="36" name="Shape 32"/>
          <p:cNvSpPr/>
          <p:nvPr/>
        </p:nvSpPr>
        <p:spPr>
          <a:xfrm>
            <a:off x="2766060" y="1471257"/>
            <a:ext cx="41148" cy="897966"/>
          </a:xfrm>
          <a:prstGeom prst="rect">
            <a:avLst/>
          </a:prstGeom>
          <a:solidFill>
            <a:srgbClr val="3366CC"/>
          </a:solidFill>
          <a:ln w="12700">
            <a:solidFill>
              <a:srgbClr val="3366CC"/>
            </a:solidFill>
            <a:prstDash val="solid"/>
          </a:ln>
        </p:spPr>
      </p:sp>
      <p:sp>
        <p:nvSpPr>
          <p:cNvPr id="37" name="Shape 33"/>
          <p:cNvSpPr/>
          <p:nvPr/>
        </p:nvSpPr>
        <p:spPr>
          <a:xfrm>
            <a:off x="2834640" y="1388842"/>
            <a:ext cx="41148" cy="1062796"/>
          </a:xfrm>
          <a:prstGeom prst="rect">
            <a:avLst/>
          </a:prstGeom>
          <a:solidFill>
            <a:srgbClr val="3366CC"/>
          </a:solidFill>
          <a:ln w="12700">
            <a:solidFill>
              <a:srgbClr val="3366CC"/>
            </a:solidFill>
            <a:prstDash val="solid"/>
          </a:ln>
        </p:spPr>
      </p:sp>
      <p:sp>
        <p:nvSpPr>
          <p:cNvPr id="38" name="Shape 34"/>
          <p:cNvSpPr/>
          <p:nvPr/>
        </p:nvSpPr>
        <p:spPr>
          <a:xfrm>
            <a:off x="2903220" y="1426013"/>
            <a:ext cx="41148" cy="988455"/>
          </a:xfrm>
          <a:prstGeom prst="rect">
            <a:avLst/>
          </a:prstGeom>
          <a:solidFill>
            <a:srgbClr val="3366CC"/>
          </a:solidFill>
          <a:ln w="12700">
            <a:solidFill>
              <a:srgbClr val="3366CC"/>
            </a:solidFill>
            <a:prstDash val="solid"/>
          </a:ln>
        </p:spPr>
      </p:sp>
      <p:sp>
        <p:nvSpPr>
          <p:cNvPr id="39" name="Shape 35"/>
          <p:cNvSpPr/>
          <p:nvPr/>
        </p:nvSpPr>
        <p:spPr>
          <a:xfrm>
            <a:off x="2971800" y="1561610"/>
            <a:ext cx="41148" cy="717260"/>
          </a:xfrm>
          <a:prstGeom prst="rect">
            <a:avLst/>
          </a:prstGeom>
          <a:solidFill>
            <a:srgbClr val="3366CC"/>
          </a:solidFill>
          <a:ln w="12700">
            <a:solidFill>
              <a:srgbClr val="3366CC"/>
            </a:solidFill>
            <a:prstDash val="solid"/>
          </a:ln>
        </p:spPr>
      </p:sp>
      <p:sp>
        <p:nvSpPr>
          <p:cNvPr id="40" name="Shape 36"/>
          <p:cNvSpPr/>
          <p:nvPr/>
        </p:nvSpPr>
        <p:spPr>
          <a:xfrm>
            <a:off x="3040380" y="1386161"/>
            <a:ext cx="41148" cy="1068158"/>
          </a:xfrm>
          <a:prstGeom prst="rect">
            <a:avLst/>
          </a:prstGeom>
          <a:solidFill>
            <a:srgbClr val="3366CC"/>
          </a:solidFill>
          <a:ln w="12700">
            <a:solidFill>
              <a:srgbClr val="3366CC"/>
            </a:solidFill>
            <a:prstDash val="solid"/>
          </a:ln>
        </p:spPr>
      </p:sp>
      <p:sp>
        <p:nvSpPr>
          <p:cNvPr id="41" name="Shape 37"/>
          <p:cNvSpPr/>
          <p:nvPr/>
        </p:nvSpPr>
        <p:spPr>
          <a:xfrm>
            <a:off x="3108960" y="1490851"/>
            <a:ext cx="41148" cy="858778"/>
          </a:xfrm>
          <a:prstGeom prst="rect">
            <a:avLst/>
          </a:prstGeom>
          <a:solidFill>
            <a:srgbClr val="3366CC"/>
          </a:solidFill>
          <a:ln w="12700">
            <a:solidFill>
              <a:srgbClr val="3366CC"/>
            </a:solidFill>
            <a:prstDash val="solid"/>
          </a:ln>
        </p:spPr>
      </p:sp>
      <p:sp>
        <p:nvSpPr>
          <p:cNvPr id="42" name="Shape 38"/>
          <p:cNvSpPr/>
          <p:nvPr/>
        </p:nvSpPr>
        <p:spPr>
          <a:xfrm>
            <a:off x="3177540" y="1361660"/>
            <a:ext cx="41148" cy="1117160"/>
          </a:xfrm>
          <a:prstGeom prst="rect">
            <a:avLst/>
          </a:prstGeom>
          <a:solidFill>
            <a:srgbClr val="3366CC"/>
          </a:solidFill>
          <a:ln w="12700">
            <a:solidFill>
              <a:srgbClr val="3366CC"/>
            </a:solidFill>
            <a:prstDash val="solid"/>
          </a:ln>
        </p:spPr>
      </p:sp>
      <p:sp>
        <p:nvSpPr>
          <p:cNvPr id="43" name="Shape 39"/>
          <p:cNvSpPr/>
          <p:nvPr/>
        </p:nvSpPr>
        <p:spPr>
          <a:xfrm>
            <a:off x="3246120" y="1440421"/>
            <a:ext cx="41148" cy="959639"/>
          </a:xfrm>
          <a:prstGeom prst="rect">
            <a:avLst/>
          </a:prstGeom>
          <a:solidFill>
            <a:srgbClr val="3366CC"/>
          </a:solidFill>
          <a:ln w="12700">
            <a:solidFill>
              <a:srgbClr val="3366CC"/>
            </a:solidFill>
            <a:prstDash val="solid"/>
          </a:ln>
        </p:spPr>
      </p:sp>
      <p:sp>
        <p:nvSpPr>
          <p:cNvPr id="44" name="Shape 40"/>
          <p:cNvSpPr/>
          <p:nvPr/>
        </p:nvSpPr>
        <p:spPr>
          <a:xfrm>
            <a:off x="3314700" y="1691040"/>
            <a:ext cx="41148" cy="458401"/>
          </a:xfrm>
          <a:prstGeom prst="rect">
            <a:avLst/>
          </a:prstGeom>
          <a:solidFill>
            <a:srgbClr val="3366CC"/>
          </a:solidFill>
          <a:ln w="12700">
            <a:solidFill>
              <a:srgbClr val="3366CC"/>
            </a:solidFill>
            <a:prstDash val="solid"/>
          </a:ln>
        </p:spPr>
      </p:sp>
      <p:sp>
        <p:nvSpPr>
          <p:cNvPr id="45" name="Shape 41"/>
          <p:cNvSpPr/>
          <p:nvPr/>
        </p:nvSpPr>
        <p:spPr>
          <a:xfrm>
            <a:off x="3383280" y="1509886"/>
            <a:ext cx="41148" cy="820707"/>
          </a:xfrm>
          <a:prstGeom prst="rect">
            <a:avLst/>
          </a:prstGeom>
          <a:solidFill>
            <a:srgbClr val="3366CC"/>
          </a:solidFill>
          <a:ln w="12700">
            <a:solidFill>
              <a:srgbClr val="3366CC"/>
            </a:solidFill>
            <a:prstDash val="solid"/>
          </a:ln>
        </p:spPr>
      </p:sp>
      <p:sp>
        <p:nvSpPr>
          <p:cNvPr id="46" name="Shape 42"/>
          <p:cNvSpPr/>
          <p:nvPr/>
        </p:nvSpPr>
        <p:spPr>
          <a:xfrm>
            <a:off x="3451860" y="1383599"/>
            <a:ext cx="41148" cy="1073281"/>
          </a:xfrm>
          <a:prstGeom prst="rect">
            <a:avLst/>
          </a:prstGeom>
          <a:solidFill>
            <a:srgbClr val="3366CC"/>
          </a:solidFill>
          <a:ln w="12700">
            <a:solidFill>
              <a:srgbClr val="3366CC"/>
            </a:solidFill>
            <a:prstDash val="solid"/>
          </a:ln>
        </p:spPr>
      </p:sp>
      <p:sp>
        <p:nvSpPr>
          <p:cNvPr id="47" name="Shape 43"/>
          <p:cNvSpPr/>
          <p:nvPr/>
        </p:nvSpPr>
        <p:spPr>
          <a:xfrm>
            <a:off x="3520440" y="1874154"/>
            <a:ext cx="41148" cy="92172"/>
          </a:xfrm>
          <a:prstGeom prst="rect">
            <a:avLst/>
          </a:prstGeom>
          <a:solidFill>
            <a:srgbClr val="3366CC"/>
          </a:solidFill>
          <a:ln w="12700">
            <a:solidFill>
              <a:srgbClr val="3366CC"/>
            </a:solidFill>
            <a:prstDash val="solid"/>
          </a:ln>
        </p:spPr>
      </p:sp>
      <p:sp>
        <p:nvSpPr>
          <p:cNvPr id="48" name="Shape 44"/>
          <p:cNvSpPr/>
          <p:nvPr/>
        </p:nvSpPr>
        <p:spPr>
          <a:xfrm>
            <a:off x="3589020" y="1874154"/>
            <a:ext cx="41148" cy="92172"/>
          </a:xfrm>
          <a:prstGeom prst="rect">
            <a:avLst/>
          </a:prstGeom>
          <a:solidFill>
            <a:srgbClr val="3366CC"/>
          </a:solidFill>
          <a:ln w="12700">
            <a:solidFill>
              <a:srgbClr val="3366CC"/>
            </a:solidFill>
            <a:prstDash val="solid"/>
          </a:ln>
        </p:spPr>
      </p:sp>
      <p:sp>
        <p:nvSpPr>
          <p:cNvPr id="49" name="Shape 45"/>
          <p:cNvSpPr/>
          <p:nvPr/>
        </p:nvSpPr>
        <p:spPr>
          <a:xfrm>
            <a:off x="3657600" y="1874154"/>
            <a:ext cx="41148" cy="92172"/>
          </a:xfrm>
          <a:prstGeom prst="rect">
            <a:avLst/>
          </a:prstGeom>
          <a:solidFill>
            <a:srgbClr val="3366CC"/>
          </a:solidFill>
          <a:ln w="12700">
            <a:solidFill>
              <a:srgbClr val="3366CC"/>
            </a:solidFill>
            <a:prstDash val="solid"/>
          </a:ln>
        </p:spPr>
      </p:sp>
      <p:sp>
        <p:nvSpPr>
          <p:cNvPr id="50" name="Shape 46"/>
          <p:cNvSpPr/>
          <p:nvPr/>
        </p:nvSpPr>
        <p:spPr>
          <a:xfrm>
            <a:off x="3726180" y="1874154"/>
            <a:ext cx="41148" cy="92172"/>
          </a:xfrm>
          <a:prstGeom prst="rect">
            <a:avLst/>
          </a:prstGeom>
          <a:solidFill>
            <a:srgbClr val="3366CC"/>
          </a:solidFill>
          <a:ln w="12700">
            <a:solidFill>
              <a:srgbClr val="3366CC"/>
            </a:solidFill>
            <a:prstDash val="solid"/>
          </a:ln>
        </p:spPr>
      </p:sp>
      <p:sp>
        <p:nvSpPr>
          <p:cNvPr id="51" name="Shape 47"/>
          <p:cNvSpPr/>
          <p:nvPr/>
        </p:nvSpPr>
        <p:spPr>
          <a:xfrm>
            <a:off x="3794760" y="1911096"/>
            <a:ext cx="457200" cy="18288"/>
          </a:xfrm>
          <a:prstGeom prst="rect">
            <a:avLst/>
          </a:prstGeom>
          <a:solidFill>
            <a:srgbClr val="3366CC"/>
          </a:solidFill>
          <a:ln w="12700">
            <a:solidFill>
              <a:srgbClr val="3366CC"/>
            </a:solidFill>
            <a:prstDash val="solid"/>
          </a:ln>
        </p:spPr>
      </p:sp>
      <p:sp>
        <p:nvSpPr>
          <p:cNvPr id="52" name="Shape 48"/>
          <p:cNvSpPr/>
          <p:nvPr/>
        </p:nvSpPr>
        <p:spPr>
          <a:xfrm>
            <a:off x="4251960" y="1874154"/>
            <a:ext cx="39189" cy="92172"/>
          </a:xfrm>
          <a:prstGeom prst="rect">
            <a:avLst/>
          </a:prstGeom>
          <a:solidFill>
            <a:srgbClr val="C62828"/>
          </a:solidFill>
          <a:ln w="12700">
            <a:solidFill>
              <a:srgbClr val="C62828"/>
            </a:solidFill>
            <a:prstDash val="solid"/>
          </a:ln>
        </p:spPr>
      </p:sp>
      <p:sp>
        <p:nvSpPr>
          <p:cNvPr id="53" name="Shape 49"/>
          <p:cNvSpPr/>
          <p:nvPr/>
        </p:nvSpPr>
        <p:spPr>
          <a:xfrm>
            <a:off x="4317274" y="1874154"/>
            <a:ext cx="39189" cy="92172"/>
          </a:xfrm>
          <a:prstGeom prst="rect">
            <a:avLst/>
          </a:prstGeom>
          <a:solidFill>
            <a:srgbClr val="C62828"/>
          </a:solidFill>
          <a:ln w="12700">
            <a:solidFill>
              <a:srgbClr val="C62828"/>
            </a:solidFill>
            <a:prstDash val="solid"/>
          </a:ln>
        </p:spPr>
      </p:sp>
      <p:sp>
        <p:nvSpPr>
          <p:cNvPr id="54" name="Shape 50"/>
          <p:cNvSpPr/>
          <p:nvPr/>
        </p:nvSpPr>
        <p:spPr>
          <a:xfrm>
            <a:off x="4382589" y="1874154"/>
            <a:ext cx="39189" cy="92172"/>
          </a:xfrm>
          <a:prstGeom prst="rect">
            <a:avLst/>
          </a:prstGeom>
          <a:solidFill>
            <a:srgbClr val="C62828"/>
          </a:solidFill>
          <a:ln w="12700">
            <a:solidFill>
              <a:srgbClr val="C62828"/>
            </a:solidFill>
            <a:prstDash val="solid"/>
          </a:ln>
        </p:spPr>
      </p:sp>
      <p:sp>
        <p:nvSpPr>
          <p:cNvPr id="55" name="Shape 51"/>
          <p:cNvSpPr/>
          <p:nvPr/>
        </p:nvSpPr>
        <p:spPr>
          <a:xfrm>
            <a:off x="4447903" y="1874154"/>
            <a:ext cx="39189" cy="92172"/>
          </a:xfrm>
          <a:prstGeom prst="rect">
            <a:avLst/>
          </a:prstGeom>
          <a:solidFill>
            <a:srgbClr val="C62828"/>
          </a:solidFill>
          <a:ln w="12700">
            <a:solidFill>
              <a:srgbClr val="C62828"/>
            </a:solidFill>
            <a:prstDash val="solid"/>
          </a:ln>
        </p:spPr>
      </p:sp>
      <p:sp>
        <p:nvSpPr>
          <p:cNvPr id="56" name="Shape 52"/>
          <p:cNvSpPr/>
          <p:nvPr/>
        </p:nvSpPr>
        <p:spPr>
          <a:xfrm>
            <a:off x="4513217" y="1517503"/>
            <a:ext cx="39189" cy="805474"/>
          </a:xfrm>
          <a:prstGeom prst="rect">
            <a:avLst/>
          </a:prstGeom>
          <a:solidFill>
            <a:srgbClr val="C62828"/>
          </a:solidFill>
          <a:ln w="12700">
            <a:solidFill>
              <a:srgbClr val="C62828"/>
            </a:solidFill>
            <a:prstDash val="solid"/>
          </a:ln>
        </p:spPr>
      </p:sp>
      <p:sp>
        <p:nvSpPr>
          <p:cNvPr id="57" name="Shape 53"/>
          <p:cNvSpPr/>
          <p:nvPr/>
        </p:nvSpPr>
        <p:spPr>
          <a:xfrm>
            <a:off x="4578531" y="1653619"/>
            <a:ext cx="39189" cy="533242"/>
          </a:xfrm>
          <a:prstGeom prst="rect">
            <a:avLst/>
          </a:prstGeom>
          <a:solidFill>
            <a:srgbClr val="C62828"/>
          </a:solidFill>
          <a:ln w="12700">
            <a:solidFill>
              <a:srgbClr val="C62828"/>
            </a:solidFill>
            <a:prstDash val="solid"/>
          </a:ln>
        </p:spPr>
      </p:sp>
      <p:sp>
        <p:nvSpPr>
          <p:cNvPr id="58" name="Shape 54"/>
          <p:cNvSpPr/>
          <p:nvPr/>
        </p:nvSpPr>
        <p:spPr>
          <a:xfrm>
            <a:off x="4643846" y="1462509"/>
            <a:ext cx="39189" cy="915463"/>
          </a:xfrm>
          <a:prstGeom prst="rect">
            <a:avLst/>
          </a:prstGeom>
          <a:solidFill>
            <a:srgbClr val="C62828"/>
          </a:solidFill>
          <a:ln w="12700">
            <a:solidFill>
              <a:srgbClr val="C62828"/>
            </a:solidFill>
            <a:prstDash val="solid"/>
          </a:ln>
        </p:spPr>
      </p:sp>
      <p:sp>
        <p:nvSpPr>
          <p:cNvPr id="59" name="Shape 55"/>
          <p:cNvSpPr/>
          <p:nvPr/>
        </p:nvSpPr>
        <p:spPr>
          <a:xfrm>
            <a:off x="4709160" y="1475617"/>
            <a:ext cx="39189" cy="889246"/>
          </a:xfrm>
          <a:prstGeom prst="rect">
            <a:avLst/>
          </a:prstGeom>
          <a:solidFill>
            <a:srgbClr val="C62828"/>
          </a:solidFill>
          <a:ln w="12700">
            <a:solidFill>
              <a:srgbClr val="C62828"/>
            </a:solidFill>
            <a:prstDash val="solid"/>
          </a:ln>
        </p:spPr>
      </p:sp>
      <p:sp>
        <p:nvSpPr>
          <p:cNvPr id="60" name="Shape 56"/>
          <p:cNvSpPr/>
          <p:nvPr/>
        </p:nvSpPr>
        <p:spPr>
          <a:xfrm>
            <a:off x="4774474" y="1612044"/>
            <a:ext cx="39189" cy="616392"/>
          </a:xfrm>
          <a:prstGeom prst="rect">
            <a:avLst/>
          </a:prstGeom>
          <a:solidFill>
            <a:srgbClr val="C62828"/>
          </a:solidFill>
          <a:ln w="12700">
            <a:solidFill>
              <a:srgbClr val="C62828"/>
            </a:solidFill>
            <a:prstDash val="solid"/>
          </a:ln>
        </p:spPr>
      </p:sp>
      <p:sp>
        <p:nvSpPr>
          <p:cNvPr id="61" name="Shape 57"/>
          <p:cNvSpPr/>
          <p:nvPr/>
        </p:nvSpPr>
        <p:spPr>
          <a:xfrm>
            <a:off x="4839789" y="1492187"/>
            <a:ext cx="39189" cy="856106"/>
          </a:xfrm>
          <a:prstGeom prst="rect">
            <a:avLst/>
          </a:prstGeom>
          <a:solidFill>
            <a:srgbClr val="C62828"/>
          </a:solidFill>
          <a:ln w="12700">
            <a:solidFill>
              <a:srgbClr val="C62828"/>
            </a:solidFill>
            <a:prstDash val="solid"/>
          </a:ln>
        </p:spPr>
      </p:sp>
      <p:sp>
        <p:nvSpPr>
          <p:cNvPr id="62" name="Shape 58"/>
          <p:cNvSpPr/>
          <p:nvPr/>
        </p:nvSpPr>
        <p:spPr>
          <a:xfrm>
            <a:off x="4905103" y="1874154"/>
            <a:ext cx="39189" cy="92172"/>
          </a:xfrm>
          <a:prstGeom prst="rect">
            <a:avLst/>
          </a:prstGeom>
          <a:solidFill>
            <a:srgbClr val="C62828"/>
          </a:solidFill>
          <a:ln w="12700">
            <a:solidFill>
              <a:srgbClr val="C62828"/>
            </a:solidFill>
            <a:prstDash val="solid"/>
          </a:ln>
        </p:spPr>
      </p:sp>
      <p:sp>
        <p:nvSpPr>
          <p:cNvPr id="63" name="Shape 59"/>
          <p:cNvSpPr/>
          <p:nvPr/>
        </p:nvSpPr>
        <p:spPr>
          <a:xfrm>
            <a:off x="4970417" y="1874154"/>
            <a:ext cx="39189" cy="92172"/>
          </a:xfrm>
          <a:prstGeom prst="rect">
            <a:avLst/>
          </a:prstGeom>
          <a:solidFill>
            <a:srgbClr val="C62828"/>
          </a:solidFill>
          <a:ln w="12700">
            <a:solidFill>
              <a:srgbClr val="C62828"/>
            </a:solidFill>
            <a:prstDash val="solid"/>
          </a:ln>
        </p:spPr>
      </p:sp>
      <p:sp>
        <p:nvSpPr>
          <p:cNvPr id="64" name="Shape 60"/>
          <p:cNvSpPr/>
          <p:nvPr/>
        </p:nvSpPr>
        <p:spPr>
          <a:xfrm>
            <a:off x="5035731" y="1874154"/>
            <a:ext cx="39189" cy="92172"/>
          </a:xfrm>
          <a:prstGeom prst="rect">
            <a:avLst/>
          </a:prstGeom>
          <a:solidFill>
            <a:srgbClr val="C62828"/>
          </a:solidFill>
          <a:ln w="12700">
            <a:solidFill>
              <a:srgbClr val="C62828"/>
            </a:solidFill>
            <a:prstDash val="solid"/>
          </a:ln>
        </p:spPr>
      </p:sp>
      <p:sp>
        <p:nvSpPr>
          <p:cNvPr id="65" name="Shape 61"/>
          <p:cNvSpPr/>
          <p:nvPr/>
        </p:nvSpPr>
        <p:spPr>
          <a:xfrm>
            <a:off x="5101046" y="1874154"/>
            <a:ext cx="39189" cy="92172"/>
          </a:xfrm>
          <a:prstGeom prst="rect">
            <a:avLst/>
          </a:prstGeom>
          <a:solidFill>
            <a:srgbClr val="C62828"/>
          </a:solidFill>
          <a:ln w="12700">
            <a:solidFill>
              <a:srgbClr val="C62828"/>
            </a:solidFill>
            <a:prstDash val="solid"/>
          </a:ln>
        </p:spPr>
      </p:sp>
      <p:sp>
        <p:nvSpPr>
          <p:cNvPr id="66" name="Shape 62"/>
          <p:cNvSpPr/>
          <p:nvPr/>
        </p:nvSpPr>
        <p:spPr>
          <a:xfrm>
            <a:off x="5166360" y="1874154"/>
            <a:ext cx="41801" cy="92172"/>
          </a:xfrm>
          <a:prstGeom prst="rect">
            <a:avLst/>
          </a:prstGeom>
          <a:solidFill>
            <a:srgbClr val="3366CC"/>
          </a:solidFill>
          <a:ln w="12700">
            <a:solidFill>
              <a:srgbClr val="3366CC"/>
            </a:solidFill>
            <a:prstDash val="solid"/>
          </a:ln>
        </p:spPr>
      </p:sp>
      <p:sp>
        <p:nvSpPr>
          <p:cNvPr id="67" name="Shape 63"/>
          <p:cNvSpPr/>
          <p:nvPr/>
        </p:nvSpPr>
        <p:spPr>
          <a:xfrm>
            <a:off x="5236029" y="1874154"/>
            <a:ext cx="41801" cy="92172"/>
          </a:xfrm>
          <a:prstGeom prst="rect">
            <a:avLst/>
          </a:prstGeom>
          <a:solidFill>
            <a:srgbClr val="3366CC"/>
          </a:solidFill>
          <a:ln w="12700">
            <a:solidFill>
              <a:srgbClr val="3366CC"/>
            </a:solidFill>
            <a:prstDash val="solid"/>
          </a:ln>
        </p:spPr>
      </p:sp>
      <p:sp>
        <p:nvSpPr>
          <p:cNvPr id="68" name="Shape 64"/>
          <p:cNvSpPr/>
          <p:nvPr/>
        </p:nvSpPr>
        <p:spPr>
          <a:xfrm>
            <a:off x="5305697" y="1874154"/>
            <a:ext cx="41801" cy="92172"/>
          </a:xfrm>
          <a:prstGeom prst="rect">
            <a:avLst/>
          </a:prstGeom>
          <a:solidFill>
            <a:srgbClr val="3366CC"/>
          </a:solidFill>
          <a:ln w="12700">
            <a:solidFill>
              <a:srgbClr val="3366CC"/>
            </a:solidFill>
            <a:prstDash val="solid"/>
          </a:ln>
        </p:spPr>
      </p:sp>
      <p:sp>
        <p:nvSpPr>
          <p:cNvPr id="69" name="Shape 65"/>
          <p:cNvSpPr/>
          <p:nvPr/>
        </p:nvSpPr>
        <p:spPr>
          <a:xfrm>
            <a:off x="5375366" y="1874154"/>
            <a:ext cx="41801" cy="92172"/>
          </a:xfrm>
          <a:prstGeom prst="rect">
            <a:avLst/>
          </a:prstGeom>
          <a:solidFill>
            <a:srgbClr val="3366CC"/>
          </a:solidFill>
          <a:ln w="12700">
            <a:solidFill>
              <a:srgbClr val="3366CC"/>
            </a:solidFill>
            <a:prstDash val="solid"/>
          </a:ln>
        </p:spPr>
      </p:sp>
      <p:sp>
        <p:nvSpPr>
          <p:cNvPr id="70" name="Shape 66"/>
          <p:cNvSpPr/>
          <p:nvPr/>
        </p:nvSpPr>
        <p:spPr>
          <a:xfrm>
            <a:off x="5445034" y="1453192"/>
            <a:ext cx="41801" cy="934097"/>
          </a:xfrm>
          <a:prstGeom prst="rect">
            <a:avLst/>
          </a:prstGeom>
          <a:solidFill>
            <a:srgbClr val="3366CC"/>
          </a:solidFill>
          <a:ln w="12700">
            <a:solidFill>
              <a:srgbClr val="3366CC"/>
            </a:solidFill>
            <a:prstDash val="solid"/>
          </a:ln>
        </p:spPr>
      </p:sp>
      <p:sp>
        <p:nvSpPr>
          <p:cNvPr id="71" name="Shape 67"/>
          <p:cNvSpPr/>
          <p:nvPr/>
        </p:nvSpPr>
        <p:spPr>
          <a:xfrm>
            <a:off x="5514703" y="1515046"/>
            <a:ext cx="41801" cy="810387"/>
          </a:xfrm>
          <a:prstGeom prst="rect">
            <a:avLst/>
          </a:prstGeom>
          <a:solidFill>
            <a:srgbClr val="3366CC"/>
          </a:solidFill>
          <a:ln w="12700">
            <a:solidFill>
              <a:srgbClr val="3366CC"/>
            </a:solidFill>
            <a:prstDash val="solid"/>
          </a:ln>
        </p:spPr>
      </p:sp>
      <p:sp>
        <p:nvSpPr>
          <p:cNvPr id="72" name="Shape 68"/>
          <p:cNvSpPr/>
          <p:nvPr/>
        </p:nvSpPr>
        <p:spPr>
          <a:xfrm>
            <a:off x="5584371" y="1389070"/>
            <a:ext cx="41801" cy="1062339"/>
          </a:xfrm>
          <a:prstGeom prst="rect">
            <a:avLst/>
          </a:prstGeom>
          <a:solidFill>
            <a:srgbClr val="3366CC"/>
          </a:solidFill>
          <a:ln w="12700">
            <a:solidFill>
              <a:srgbClr val="3366CC"/>
            </a:solidFill>
            <a:prstDash val="solid"/>
          </a:ln>
        </p:spPr>
      </p:sp>
      <p:sp>
        <p:nvSpPr>
          <p:cNvPr id="73" name="Shape 69"/>
          <p:cNvSpPr/>
          <p:nvPr/>
        </p:nvSpPr>
        <p:spPr>
          <a:xfrm>
            <a:off x="5654040" y="1532032"/>
            <a:ext cx="41801" cy="776417"/>
          </a:xfrm>
          <a:prstGeom prst="rect">
            <a:avLst/>
          </a:prstGeom>
          <a:solidFill>
            <a:srgbClr val="3366CC"/>
          </a:solidFill>
          <a:ln w="12700">
            <a:solidFill>
              <a:srgbClr val="3366CC"/>
            </a:solidFill>
            <a:prstDash val="solid"/>
          </a:ln>
        </p:spPr>
      </p:sp>
      <p:sp>
        <p:nvSpPr>
          <p:cNvPr id="74" name="Shape 70"/>
          <p:cNvSpPr/>
          <p:nvPr/>
        </p:nvSpPr>
        <p:spPr>
          <a:xfrm>
            <a:off x="5723709" y="1698744"/>
            <a:ext cx="41801" cy="442992"/>
          </a:xfrm>
          <a:prstGeom prst="rect">
            <a:avLst/>
          </a:prstGeom>
          <a:solidFill>
            <a:srgbClr val="3366CC"/>
          </a:solidFill>
          <a:ln w="12700">
            <a:solidFill>
              <a:srgbClr val="3366CC"/>
            </a:solidFill>
            <a:prstDash val="solid"/>
          </a:ln>
        </p:spPr>
      </p:sp>
      <p:sp>
        <p:nvSpPr>
          <p:cNvPr id="75" name="Shape 71"/>
          <p:cNvSpPr/>
          <p:nvPr/>
        </p:nvSpPr>
        <p:spPr>
          <a:xfrm>
            <a:off x="5793377" y="1390123"/>
            <a:ext cx="41801" cy="1060234"/>
          </a:xfrm>
          <a:prstGeom prst="rect">
            <a:avLst/>
          </a:prstGeom>
          <a:solidFill>
            <a:srgbClr val="3366CC"/>
          </a:solidFill>
          <a:ln w="12700">
            <a:solidFill>
              <a:srgbClr val="3366CC"/>
            </a:solidFill>
            <a:prstDash val="solid"/>
          </a:ln>
        </p:spPr>
      </p:sp>
      <p:sp>
        <p:nvSpPr>
          <p:cNvPr id="76" name="Shape 72"/>
          <p:cNvSpPr/>
          <p:nvPr/>
        </p:nvSpPr>
        <p:spPr>
          <a:xfrm>
            <a:off x="5863046" y="1645410"/>
            <a:ext cx="41801" cy="549661"/>
          </a:xfrm>
          <a:prstGeom prst="rect">
            <a:avLst/>
          </a:prstGeom>
          <a:solidFill>
            <a:srgbClr val="3366CC"/>
          </a:solidFill>
          <a:ln w="12700">
            <a:solidFill>
              <a:srgbClr val="3366CC"/>
            </a:solidFill>
            <a:prstDash val="solid"/>
          </a:ln>
        </p:spPr>
      </p:sp>
      <p:sp>
        <p:nvSpPr>
          <p:cNvPr id="77" name="Shape 73"/>
          <p:cNvSpPr/>
          <p:nvPr/>
        </p:nvSpPr>
        <p:spPr>
          <a:xfrm>
            <a:off x="5932714" y="1726556"/>
            <a:ext cx="41801" cy="387368"/>
          </a:xfrm>
          <a:prstGeom prst="rect">
            <a:avLst/>
          </a:prstGeom>
          <a:solidFill>
            <a:srgbClr val="3366CC"/>
          </a:solidFill>
          <a:ln w="12700">
            <a:solidFill>
              <a:srgbClr val="3366CC"/>
            </a:solidFill>
            <a:prstDash val="solid"/>
          </a:ln>
        </p:spPr>
      </p:sp>
      <p:sp>
        <p:nvSpPr>
          <p:cNvPr id="78" name="Shape 74"/>
          <p:cNvSpPr/>
          <p:nvPr/>
        </p:nvSpPr>
        <p:spPr>
          <a:xfrm>
            <a:off x="6002383" y="1582533"/>
            <a:ext cx="41801" cy="675414"/>
          </a:xfrm>
          <a:prstGeom prst="rect">
            <a:avLst/>
          </a:prstGeom>
          <a:solidFill>
            <a:srgbClr val="3366CC"/>
          </a:solidFill>
          <a:ln w="12700">
            <a:solidFill>
              <a:srgbClr val="3366CC"/>
            </a:solidFill>
            <a:prstDash val="solid"/>
          </a:ln>
        </p:spPr>
      </p:sp>
      <p:sp>
        <p:nvSpPr>
          <p:cNvPr id="79" name="Shape 75"/>
          <p:cNvSpPr/>
          <p:nvPr/>
        </p:nvSpPr>
        <p:spPr>
          <a:xfrm>
            <a:off x="6072051" y="1625304"/>
            <a:ext cx="41801" cy="589872"/>
          </a:xfrm>
          <a:prstGeom prst="rect">
            <a:avLst/>
          </a:prstGeom>
          <a:solidFill>
            <a:srgbClr val="3366CC"/>
          </a:solidFill>
          <a:ln w="12700">
            <a:solidFill>
              <a:srgbClr val="3366CC"/>
            </a:solidFill>
            <a:prstDash val="solid"/>
          </a:ln>
        </p:spPr>
      </p:sp>
      <p:sp>
        <p:nvSpPr>
          <p:cNvPr id="80" name="Shape 76"/>
          <p:cNvSpPr/>
          <p:nvPr/>
        </p:nvSpPr>
        <p:spPr>
          <a:xfrm>
            <a:off x="6141720" y="1430460"/>
            <a:ext cx="41801" cy="979559"/>
          </a:xfrm>
          <a:prstGeom prst="rect">
            <a:avLst/>
          </a:prstGeom>
          <a:solidFill>
            <a:srgbClr val="3366CC"/>
          </a:solidFill>
          <a:ln w="12700">
            <a:solidFill>
              <a:srgbClr val="3366CC"/>
            </a:solidFill>
            <a:prstDash val="solid"/>
          </a:ln>
        </p:spPr>
      </p:sp>
      <p:sp>
        <p:nvSpPr>
          <p:cNvPr id="81" name="Shape 77"/>
          <p:cNvSpPr/>
          <p:nvPr/>
        </p:nvSpPr>
        <p:spPr>
          <a:xfrm>
            <a:off x="6211389" y="1395029"/>
            <a:ext cx="41801" cy="1050422"/>
          </a:xfrm>
          <a:prstGeom prst="rect">
            <a:avLst/>
          </a:prstGeom>
          <a:solidFill>
            <a:srgbClr val="3366CC"/>
          </a:solidFill>
          <a:ln w="12700">
            <a:solidFill>
              <a:srgbClr val="3366CC"/>
            </a:solidFill>
            <a:prstDash val="solid"/>
          </a:ln>
        </p:spPr>
      </p:sp>
      <p:sp>
        <p:nvSpPr>
          <p:cNvPr id="82" name="Shape 78"/>
          <p:cNvSpPr/>
          <p:nvPr/>
        </p:nvSpPr>
        <p:spPr>
          <a:xfrm>
            <a:off x="6281057" y="1706945"/>
            <a:ext cx="41801" cy="426591"/>
          </a:xfrm>
          <a:prstGeom prst="rect">
            <a:avLst/>
          </a:prstGeom>
          <a:solidFill>
            <a:srgbClr val="3366CC"/>
          </a:solidFill>
          <a:ln w="12700">
            <a:solidFill>
              <a:srgbClr val="3366CC"/>
            </a:solidFill>
            <a:prstDash val="solid"/>
          </a:ln>
        </p:spPr>
      </p:sp>
      <p:sp>
        <p:nvSpPr>
          <p:cNvPr id="83" name="Shape 79"/>
          <p:cNvSpPr/>
          <p:nvPr/>
        </p:nvSpPr>
        <p:spPr>
          <a:xfrm>
            <a:off x="6350726" y="1448937"/>
            <a:ext cx="41801" cy="942605"/>
          </a:xfrm>
          <a:prstGeom prst="rect">
            <a:avLst/>
          </a:prstGeom>
          <a:solidFill>
            <a:srgbClr val="3366CC"/>
          </a:solidFill>
          <a:ln w="12700">
            <a:solidFill>
              <a:srgbClr val="3366CC"/>
            </a:solidFill>
            <a:prstDash val="solid"/>
          </a:ln>
        </p:spPr>
      </p:sp>
      <p:sp>
        <p:nvSpPr>
          <p:cNvPr id="84" name="Shape 80"/>
          <p:cNvSpPr/>
          <p:nvPr/>
        </p:nvSpPr>
        <p:spPr>
          <a:xfrm>
            <a:off x="6420394" y="1466090"/>
            <a:ext cx="41801" cy="908299"/>
          </a:xfrm>
          <a:prstGeom prst="rect">
            <a:avLst/>
          </a:prstGeom>
          <a:solidFill>
            <a:srgbClr val="3366CC"/>
          </a:solidFill>
          <a:ln w="12700">
            <a:solidFill>
              <a:srgbClr val="3366CC"/>
            </a:solidFill>
            <a:prstDash val="solid"/>
          </a:ln>
        </p:spPr>
      </p:sp>
      <p:sp>
        <p:nvSpPr>
          <p:cNvPr id="85" name="Shape 81"/>
          <p:cNvSpPr/>
          <p:nvPr/>
        </p:nvSpPr>
        <p:spPr>
          <a:xfrm>
            <a:off x="6490063" y="1722310"/>
            <a:ext cx="41801" cy="395859"/>
          </a:xfrm>
          <a:prstGeom prst="rect">
            <a:avLst/>
          </a:prstGeom>
          <a:solidFill>
            <a:srgbClr val="3366CC"/>
          </a:solidFill>
          <a:ln w="12700">
            <a:solidFill>
              <a:srgbClr val="3366CC"/>
            </a:solidFill>
            <a:prstDash val="solid"/>
          </a:ln>
        </p:spPr>
      </p:sp>
      <p:sp>
        <p:nvSpPr>
          <p:cNvPr id="86" name="Shape 82"/>
          <p:cNvSpPr/>
          <p:nvPr/>
        </p:nvSpPr>
        <p:spPr>
          <a:xfrm>
            <a:off x="6559731" y="1613966"/>
            <a:ext cx="41801" cy="612548"/>
          </a:xfrm>
          <a:prstGeom prst="rect">
            <a:avLst/>
          </a:prstGeom>
          <a:solidFill>
            <a:srgbClr val="3366CC"/>
          </a:solidFill>
          <a:ln w="12700">
            <a:solidFill>
              <a:srgbClr val="3366CC"/>
            </a:solidFill>
            <a:prstDash val="solid"/>
          </a:ln>
        </p:spPr>
      </p:sp>
      <p:sp>
        <p:nvSpPr>
          <p:cNvPr id="87" name="Shape 83"/>
          <p:cNvSpPr/>
          <p:nvPr/>
        </p:nvSpPr>
        <p:spPr>
          <a:xfrm>
            <a:off x="6629400" y="1627697"/>
            <a:ext cx="41801" cy="585087"/>
          </a:xfrm>
          <a:prstGeom prst="rect">
            <a:avLst/>
          </a:prstGeom>
          <a:solidFill>
            <a:srgbClr val="3366CC"/>
          </a:solidFill>
          <a:ln w="12700">
            <a:solidFill>
              <a:srgbClr val="3366CC"/>
            </a:solidFill>
            <a:prstDash val="solid"/>
          </a:ln>
        </p:spPr>
      </p:sp>
      <p:sp>
        <p:nvSpPr>
          <p:cNvPr id="88" name="Shape 84"/>
          <p:cNvSpPr/>
          <p:nvPr/>
        </p:nvSpPr>
        <p:spPr>
          <a:xfrm>
            <a:off x="6699069" y="1503380"/>
            <a:ext cx="41801" cy="833720"/>
          </a:xfrm>
          <a:prstGeom prst="rect">
            <a:avLst/>
          </a:prstGeom>
          <a:solidFill>
            <a:srgbClr val="3366CC"/>
          </a:solidFill>
          <a:ln w="12700">
            <a:solidFill>
              <a:srgbClr val="3366CC"/>
            </a:solidFill>
            <a:prstDash val="solid"/>
          </a:ln>
        </p:spPr>
      </p:sp>
      <p:sp>
        <p:nvSpPr>
          <p:cNvPr id="89" name="Shape 85"/>
          <p:cNvSpPr/>
          <p:nvPr/>
        </p:nvSpPr>
        <p:spPr>
          <a:xfrm>
            <a:off x="6768737" y="1354275"/>
            <a:ext cx="41801" cy="1131930"/>
          </a:xfrm>
          <a:prstGeom prst="rect">
            <a:avLst/>
          </a:prstGeom>
          <a:solidFill>
            <a:srgbClr val="3366CC"/>
          </a:solidFill>
          <a:ln w="12700">
            <a:solidFill>
              <a:srgbClr val="3366CC"/>
            </a:solidFill>
            <a:prstDash val="solid"/>
          </a:ln>
        </p:spPr>
      </p:sp>
      <p:sp>
        <p:nvSpPr>
          <p:cNvPr id="90" name="Shape 86"/>
          <p:cNvSpPr/>
          <p:nvPr/>
        </p:nvSpPr>
        <p:spPr>
          <a:xfrm>
            <a:off x="6838406" y="1711826"/>
            <a:ext cx="41801" cy="416827"/>
          </a:xfrm>
          <a:prstGeom prst="rect">
            <a:avLst/>
          </a:prstGeom>
          <a:solidFill>
            <a:srgbClr val="3366CC"/>
          </a:solidFill>
          <a:ln w="12700">
            <a:solidFill>
              <a:srgbClr val="3366CC"/>
            </a:solidFill>
            <a:prstDash val="solid"/>
          </a:ln>
        </p:spPr>
      </p:sp>
      <p:sp>
        <p:nvSpPr>
          <p:cNvPr id="91" name="Shape 87"/>
          <p:cNvSpPr/>
          <p:nvPr/>
        </p:nvSpPr>
        <p:spPr>
          <a:xfrm>
            <a:off x="6908074" y="1688634"/>
            <a:ext cx="41801" cy="463213"/>
          </a:xfrm>
          <a:prstGeom prst="rect">
            <a:avLst/>
          </a:prstGeom>
          <a:solidFill>
            <a:srgbClr val="3366CC"/>
          </a:solidFill>
          <a:ln w="12700">
            <a:solidFill>
              <a:srgbClr val="3366CC"/>
            </a:solidFill>
            <a:prstDash val="solid"/>
          </a:ln>
        </p:spPr>
      </p:sp>
      <p:sp>
        <p:nvSpPr>
          <p:cNvPr id="92" name="Shape 88"/>
          <p:cNvSpPr/>
          <p:nvPr/>
        </p:nvSpPr>
        <p:spPr>
          <a:xfrm>
            <a:off x="6977743" y="1711595"/>
            <a:ext cx="41801" cy="417291"/>
          </a:xfrm>
          <a:prstGeom prst="rect">
            <a:avLst/>
          </a:prstGeom>
          <a:solidFill>
            <a:srgbClr val="3366CC"/>
          </a:solidFill>
          <a:ln w="12700">
            <a:solidFill>
              <a:srgbClr val="3366CC"/>
            </a:solidFill>
            <a:prstDash val="solid"/>
          </a:ln>
        </p:spPr>
      </p:sp>
      <p:sp>
        <p:nvSpPr>
          <p:cNvPr id="93" name="Shape 89"/>
          <p:cNvSpPr/>
          <p:nvPr/>
        </p:nvSpPr>
        <p:spPr>
          <a:xfrm>
            <a:off x="7047411" y="1550459"/>
            <a:ext cx="41801" cy="739563"/>
          </a:xfrm>
          <a:prstGeom prst="rect">
            <a:avLst/>
          </a:prstGeom>
          <a:solidFill>
            <a:srgbClr val="3366CC"/>
          </a:solidFill>
          <a:ln w="12700">
            <a:solidFill>
              <a:srgbClr val="3366CC"/>
            </a:solidFill>
            <a:prstDash val="solid"/>
          </a:ln>
        </p:spPr>
      </p:sp>
      <p:sp>
        <p:nvSpPr>
          <p:cNvPr id="94" name="Shape 90"/>
          <p:cNvSpPr/>
          <p:nvPr/>
        </p:nvSpPr>
        <p:spPr>
          <a:xfrm>
            <a:off x="7117080" y="1706799"/>
            <a:ext cx="41801" cy="426881"/>
          </a:xfrm>
          <a:prstGeom prst="rect">
            <a:avLst/>
          </a:prstGeom>
          <a:solidFill>
            <a:srgbClr val="3366CC"/>
          </a:solidFill>
          <a:ln w="12700">
            <a:solidFill>
              <a:srgbClr val="3366CC"/>
            </a:solidFill>
            <a:prstDash val="solid"/>
          </a:ln>
        </p:spPr>
      </p:sp>
      <p:sp>
        <p:nvSpPr>
          <p:cNvPr id="95" name="Shape 91"/>
          <p:cNvSpPr/>
          <p:nvPr/>
        </p:nvSpPr>
        <p:spPr>
          <a:xfrm>
            <a:off x="7186749" y="1711403"/>
            <a:ext cx="41801" cy="417674"/>
          </a:xfrm>
          <a:prstGeom prst="rect">
            <a:avLst/>
          </a:prstGeom>
          <a:solidFill>
            <a:srgbClr val="3366CC"/>
          </a:solidFill>
          <a:ln w="12700">
            <a:solidFill>
              <a:srgbClr val="3366CC"/>
            </a:solidFill>
            <a:prstDash val="solid"/>
          </a:ln>
        </p:spPr>
      </p:sp>
      <p:sp>
        <p:nvSpPr>
          <p:cNvPr id="96" name="Shape 92"/>
          <p:cNvSpPr/>
          <p:nvPr/>
        </p:nvSpPr>
        <p:spPr>
          <a:xfrm>
            <a:off x="7256417" y="1378823"/>
            <a:ext cx="41801" cy="1082834"/>
          </a:xfrm>
          <a:prstGeom prst="rect">
            <a:avLst/>
          </a:prstGeom>
          <a:solidFill>
            <a:srgbClr val="3366CC"/>
          </a:solidFill>
          <a:ln w="12700">
            <a:solidFill>
              <a:srgbClr val="3366CC"/>
            </a:solidFill>
            <a:prstDash val="solid"/>
          </a:ln>
        </p:spPr>
      </p:sp>
      <p:sp>
        <p:nvSpPr>
          <p:cNvPr id="97" name="Shape 93"/>
          <p:cNvSpPr/>
          <p:nvPr/>
        </p:nvSpPr>
        <p:spPr>
          <a:xfrm>
            <a:off x="7326086" y="1389857"/>
            <a:ext cx="41801" cy="1060766"/>
          </a:xfrm>
          <a:prstGeom prst="rect">
            <a:avLst/>
          </a:prstGeom>
          <a:solidFill>
            <a:srgbClr val="3366CC"/>
          </a:solidFill>
          <a:ln w="12700">
            <a:solidFill>
              <a:srgbClr val="3366CC"/>
            </a:solidFill>
            <a:prstDash val="solid"/>
          </a:ln>
        </p:spPr>
      </p:sp>
      <p:sp>
        <p:nvSpPr>
          <p:cNvPr id="98" name="Shape 94"/>
          <p:cNvSpPr/>
          <p:nvPr/>
        </p:nvSpPr>
        <p:spPr>
          <a:xfrm>
            <a:off x="7395754" y="1588929"/>
            <a:ext cx="41801" cy="662622"/>
          </a:xfrm>
          <a:prstGeom prst="rect">
            <a:avLst/>
          </a:prstGeom>
          <a:solidFill>
            <a:srgbClr val="3366CC"/>
          </a:solidFill>
          <a:ln w="12700">
            <a:solidFill>
              <a:srgbClr val="3366CC"/>
            </a:solidFill>
            <a:prstDash val="solid"/>
          </a:ln>
        </p:spPr>
      </p:sp>
      <p:sp>
        <p:nvSpPr>
          <p:cNvPr id="99" name="Shape 95"/>
          <p:cNvSpPr/>
          <p:nvPr/>
        </p:nvSpPr>
        <p:spPr>
          <a:xfrm>
            <a:off x="7465423" y="1432149"/>
            <a:ext cx="41801" cy="976182"/>
          </a:xfrm>
          <a:prstGeom prst="rect">
            <a:avLst/>
          </a:prstGeom>
          <a:solidFill>
            <a:srgbClr val="3366CC"/>
          </a:solidFill>
          <a:ln w="12700">
            <a:solidFill>
              <a:srgbClr val="3366CC"/>
            </a:solidFill>
            <a:prstDash val="solid"/>
          </a:ln>
        </p:spPr>
      </p:sp>
      <p:sp>
        <p:nvSpPr>
          <p:cNvPr id="100" name="Shape 96"/>
          <p:cNvSpPr/>
          <p:nvPr/>
        </p:nvSpPr>
        <p:spPr>
          <a:xfrm>
            <a:off x="7535091" y="1376286"/>
            <a:ext cx="41801" cy="1087909"/>
          </a:xfrm>
          <a:prstGeom prst="rect">
            <a:avLst/>
          </a:prstGeom>
          <a:solidFill>
            <a:srgbClr val="3366CC"/>
          </a:solidFill>
          <a:ln w="12700">
            <a:solidFill>
              <a:srgbClr val="3366CC"/>
            </a:solidFill>
            <a:prstDash val="solid"/>
          </a:ln>
        </p:spPr>
      </p:sp>
      <p:sp>
        <p:nvSpPr>
          <p:cNvPr id="101" name="Shape 97"/>
          <p:cNvSpPr/>
          <p:nvPr/>
        </p:nvSpPr>
        <p:spPr>
          <a:xfrm>
            <a:off x="7604760" y="1579403"/>
            <a:ext cx="41801" cy="681675"/>
          </a:xfrm>
          <a:prstGeom prst="rect">
            <a:avLst/>
          </a:prstGeom>
          <a:solidFill>
            <a:srgbClr val="3366CC"/>
          </a:solidFill>
          <a:ln w="12700">
            <a:solidFill>
              <a:srgbClr val="3366CC"/>
            </a:solidFill>
            <a:prstDash val="solid"/>
          </a:ln>
        </p:spPr>
      </p:sp>
      <p:sp>
        <p:nvSpPr>
          <p:cNvPr id="102" name="Shape 98"/>
          <p:cNvSpPr/>
          <p:nvPr/>
        </p:nvSpPr>
        <p:spPr>
          <a:xfrm>
            <a:off x="7674429" y="1542415"/>
            <a:ext cx="41801" cy="755649"/>
          </a:xfrm>
          <a:prstGeom prst="rect">
            <a:avLst/>
          </a:prstGeom>
          <a:solidFill>
            <a:srgbClr val="3366CC"/>
          </a:solidFill>
          <a:ln w="12700">
            <a:solidFill>
              <a:srgbClr val="3366CC"/>
            </a:solidFill>
            <a:prstDash val="solid"/>
          </a:ln>
        </p:spPr>
      </p:sp>
      <p:sp>
        <p:nvSpPr>
          <p:cNvPr id="103" name="Shape 99"/>
          <p:cNvSpPr/>
          <p:nvPr/>
        </p:nvSpPr>
        <p:spPr>
          <a:xfrm>
            <a:off x="7744097" y="1498065"/>
            <a:ext cx="41801" cy="844351"/>
          </a:xfrm>
          <a:prstGeom prst="rect">
            <a:avLst/>
          </a:prstGeom>
          <a:solidFill>
            <a:srgbClr val="3366CC"/>
          </a:solidFill>
          <a:ln w="12700">
            <a:solidFill>
              <a:srgbClr val="3366CC"/>
            </a:solidFill>
            <a:prstDash val="solid"/>
          </a:ln>
        </p:spPr>
      </p:sp>
      <p:sp>
        <p:nvSpPr>
          <p:cNvPr id="104" name="Shape 100"/>
          <p:cNvSpPr/>
          <p:nvPr/>
        </p:nvSpPr>
        <p:spPr>
          <a:xfrm>
            <a:off x="7813766" y="1874154"/>
            <a:ext cx="41801" cy="92172"/>
          </a:xfrm>
          <a:prstGeom prst="rect">
            <a:avLst/>
          </a:prstGeom>
          <a:solidFill>
            <a:srgbClr val="3366CC"/>
          </a:solidFill>
          <a:ln w="12700">
            <a:solidFill>
              <a:srgbClr val="3366CC"/>
            </a:solidFill>
            <a:prstDash val="solid"/>
          </a:ln>
        </p:spPr>
      </p:sp>
      <p:sp>
        <p:nvSpPr>
          <p:cNvPr id="105" name="Shape 101"/>
          <p:cNvSpPr/>
          <p:nvPr/>
        </p:nvSpPr>
        <p:spPr>
          <a:xfrm>
            <a:off x="7883434" y="1874154"/>
            <a:ext cx="41801" cy="92172"/>
          </a:xfrm>
          <a:prstGeom prst="rect">
            <a:avLst/>
          </a:prstGeom>
          <a:solidFill>
            <a:srgbClr val="3366CC"/>
          </a:solidFill>
          <a:ln w="12700">
            <a:solidFill>
              <a:srgbClr val="3366CC"/>
            </a:solidFill>
            <a:prstDash val="solid"/>
          </a:ln>
        </p:spPr>
      </p:sp>
      <p:sp>
        <p:nvSpPr>
          <p:cNvPr id="106" name="Shape 102"/>
          <p:cNvSpPr/>
          <p:nvPr/>
        </p:nvSpPr>
        <p:spPr>
          <a:xfrm>
            <a:off x="7953103" y="1874154"/>
            <a:ext cx="41801" cy="92172"/>
          </a:xfrm>
          <a:prstGeom prst="rect">
            <a:avLst/>
          </a:prstGeom>
          <a:solidFill>
            <a:srgbClr val="3366CC"/>
          </a:solidFill>
          <a:ln w="12700">
            <a:solidFill>
              <a:srgbClr val="3366CC"/>
            </a:solidFill>
            <a:prstDash val="solid"/>
          </a:ln>
        </p:spPr>
      </p:sp>
      <p:sp>
        <p:nvSpPr>
          <p:cNvPr id="107" name="Shape 103"/>
          <p:cNvSpPr/>
          <p:nvPr/>
        </p:nvSpPr>
        <p:spPr>
          <a:xfrm>
            <a:off x="8022771" y="1874154"/>
            <a:ext cx="41801" cy="92172"/>
          </a:xfrm>
          <a:prstGeom prst="rect">
            <a:avLst/>
          </a:prstGeom>
          <a:solidFill>
            <a:srgbClr val="3366CC"/>
          </a:solidFill>
          <a:ln w="12700">
            <a:solidFill>
              <a:srgbClr val="3366CC"/>
            </a:solidFill>
            <a:prstDash val="solid"/>
          </a:ln>
        </p:spPr>
      </p:sp>
      <p:sp>
        <p:nvSpPr>
          <p:cNvPr id="108" name="Shape 104"/>
          <p:cNvSpPr/>
          <p:nvPr/>
        </p:nvSpPr>
        <p:spPr>
          <a:xfrm>
            <a:off x="8092440" y="1911096"/>
            <a:ext cx="548640" cy="18288"/>
          </a:xfrm>
          <a:prstGeom prst="rect">
            <a:avLst/>
          </a:prstGeom>
          <a:solidFill>
            <a:srgbClr val="3366CC"/>
          </a:solidFill>
          <a:ln w="12700">
            <a:solidFill>
              <a:srgbClr val="3366CC"/>
            </a:solidFill>
            <a:prstDash val="solid"/>
          </a:ln>
        </p:spPr>
      </p:sp>
      <p:sp>
        <p:nvSpPr>
          <p:cNvPr id="109" name="Text 105"/>
          <p:cNvSpPr txBox="1"/>
          <p:nvPr/>
        </p:nvSpPr>
        <p:spPr>
          <a:xfrm>
            <a:off x="640080" y="2697480"/>
            <a:ext cx="274320" cy="228600"/>
          </a:xfrm>
          <a:prstGeom prst="rect">
            <a:avLst/>
          </a:prstGeom>
          <a:noFill/>
          <a:ln/>
        </p:spPr>
        <p:txBody>
          <a:bodyPr wrap="square" lIns="0" tIns="0" rIns="0" bIns="0" rtlCol="0" anchor="t"/>
          <a:lstStyle/>
          <a:p>
            <a:pPr indent="0" marL="0">
              <a:buNone/>
            </a:pPr>
            <a:r>
              <a:rPr lang="en-US" sz="1200" dirty="0">
                <a:solidFill>
                  <a:srgbClr val="1F7A5C"/>
                </a:solidFill>
                <a:latin typeface="Calibri" pitchFamily="34" charset="0"/>
                <a:ea typeface="Calibri" pitchFamily="34" charset="-122"/>
                <a:cs typeface="Calibri" pitchFamily="34" charset="-120"/>
              </a:rPr>
              <a:t>▲</a:t>
            </a:r>
            <a:endParaRPr lang="en-US" sz="1200" dirty="0"/>
          </a:p>
        </p:txBody>
      </p:sp>
      <p:sp>
        <p:nvSpPr>
          <p:cNvPr id="110" name="Text 106"/>
          <p:cNvSpPr txBox="1"/>
          <p:nvPr/>
        </p:nvSpPr>
        <p:spPr>
          <a:xfrm>
            <a:off x="457200" y="2926080"/>
            <a:ext cx="1463040" cy="548640"/>
          </a:xfrm>
          <a:prstGeom prst="rect">
            <a:avLst/>
          </a:prstGeom>
          <a:noFill/>
          <a:ln/>
        </p:spPr>
        <p:txBody>
          <a:bodyPr wrap="square" lIns="0" tIns="0" rIns="0" bIns="0" rtlCol="0" anchor="t"/>
          <a:lstStyle/>
          <a:p>
            <a:pPr indent="0" marL="0">
              <a:buNone/>
            </a:pPr>
            <a:r>
              <a:rPr lang="en-US" sz="1200" b="1" dirty="0">
                <a:solidFill>
                  <a:srgbClr val="1F7A5C"/>
                </a:solidFill>
                <a:latin typeface="Calibri" pitchFamily="34" charset="0"/>
                <a:ea typeface="Calibri" pitchFamily="34" charset="-122"/>
                <a:cs typeface="Calibri" pitchFamily="34" charset="-120"/>
              </a:rPr>
              <a:t>Garis datar = hening</a:t>
            </a:r>
            <a:endParaRPr lang="en-US" sz="1200" dirty="0"/>
          </a:p>
        </p:txBody>
      </p:sp>
      <p:sp>
        <p:nvSpPr>
          <p:cNvPr id="111" name="Text 107"/>
          <p:cNvSpPr txBox="1"/>
          <p:nvPr/>
        </p:nvSpPr>
        <p:spPr>
          <a:xfrm>
            <a:off x="2011680" y="2697480"/>
            <a:ext cx="274320" cy="228600"/>
          </a:xfrm>
          <a:prstGeom prst="rect">
            <a:avLst/>
          </a:prstGeom>
          <a:noFill/>
          <a:ln/>
        </p:spPr>
        <p:txBody>
          <a:bodyPr wrap="square" lIns="0" tIns="0" rIns="0" bIns="0" rtlCol="0" anchor="t"/>
          <a:lstStyle/>
          <a:p>
            <a:pPr indent="0" marL="0">
              <a:buNone/>
            </a:pPr>
            <a:r>
              <a:rPr lang="en-US" sz="1200" dirty="0">
                <a:solidFill>
                  <a:srgbClr val="0078D4"/>
                </a:solidFill>
                <a:latin typeface="Calibri" pitchFamily="34" charset="0"/>
                <a:ea typeface="Calibri" pitchFamily="34" charset="-122"/>
                <a:cs typeface="Calibri" pitchFamily="34" charset="-120"/>
              </a:rPr>
              <a:t>▲</a:t>
            </a:r>
            <a:endParaRPr lang="en-US" sz="1200" dirty="0"/>
          </a:p>
        </p:txBody>
      </p:sp>
      <p:sp>
        <p:nvSpPr>
          <p:cNvPr id="112" name="Text 108"/>
          <p:cNvSpPr txBox="1"/>
          <p:nvPr/>
        </p:nvSpPr>
        <p:spPr>
          <a:xfrm>
            <a:off x="1828800" y="2926080"/>
            <a:ext cx="1463040" cy="548640"/>
          </a:xfrm>
          <a:prstGeom prst="rect">
            <a:avLst/>
          </a:prstGeom>
          <a:noFill/>
          <a:ln/>
        </p:spPr>
        <p:txBody>
          <a:bodyPr wrap="square" lIns="0" tIns="0" rIns="0" bIns="0" rtlCol="0" anchor="t"/>
          <a:lstStyle/>
          <a:p>
            <a:pPr indent="0" marL="0">
              <a:buNone/>
            </a:pPr>
            <a:r>
              <a:rPr lang="en-US" sz="1200" b="1" dirty="0">
                <a:solidFill>
                  <a:srgbClr val="0078D4"/>
                </a:solidFill>
                <a:latin typeface="Calibri" pitchFamily="34" charset="0"/>
                <a:ea typeface="Calibri" pitchFamily="34" charset="-122"/>
                <a:cs typeface="Calibri" pitchFamily="34" charset="-120"/>
              </a:rPr>
              <a:t>Gelombang tinggi = suara keras</a:t>
            </a:r>
            <a:endParaRPr lang="en-US" sz="1200" dirty="0"/>
          </a:p>
        </p:txBody>
      </p:sp>
      <p:sp>
        <p:nvSpPr>
          <p:cNvPr id="113" name="Text 109"/>
          <p:cNvSpPr txBox="1"/>
          <p:nvPr/>
        </p:nvSpPr>
        <p:spPr>
          <a:xfrm>
            <a:off x="4343400" y="2697480"/>
            <a:ext cx="274320" cy="228600"/>
          </a:xfrm>
          <a:prstGeom prst="rect">
            <a:avLst/>
          </a:prstGeom>
          <a:noFill/>
          <a:ln/>
        </p:spPr>
        <p:txBody>
          <a:bodyPr wrap="square" lIns="0" tIns="0" rIns="0" bIns="0" rtlCol="0" anchor="t"/>
          <a:lstStyle/>
          <a:p>
            <a:pPr indent="0" marL="0">
              <a:buNone/>
            </a:pPr>
            <a:r>
              <a:rPr lang="en-US" sz="1200" dirty="0">
                <a:solidFill>
                  <a:srgbClr val="E53935"/>
                </a:solidFill>
                <a:latin typeface="Calibri" pitchFamily="34" charset="0"/>
                <a:ea typeface="Calibri" pitchFamily="34" charset="-122"/>
                <a:cs typeface="Calibri" pitchFamily="34" charset="-120"/>
              </a:rPr>
              <a:t>▲</a:t>
            </a:r>
            <a:endParaRPr lang="en-US" sz="1200" dirty="0"/>
          </a:p>
        </p:txBody>
      </p:sp>
      <p:sp>
        <p:nvSpPr>
          <p:cNvPr id="114" name="Text 110"/>
          <p:cNvSpPr txBox="1"/>
          <p:nvPr/>
        </p:nvSpPr>
        <p:spPr>
          <a:xfrm>
            <a:off x="4160520" y="2926080"/>
            <a:ext cx="1463040" cy="548640"/>
          </a:xfrm>
          <a:prstGeom prst="rect">
            <a:avLst/>
          </a:prstGeom>
          <a:noFill/>
          <a:ln/>
        </p:spPr>
        <p:txBody>
          <a:bodyPr wrap="square" lIns="0" tIns="0" rIns="0" bIns="0" rtlCol="0" anchor="t"/>
          <a:lstStyle/>
          <a:p>
            <a:pPr indent="0" marL="0">
              <a:buNone/>
            </a:pPr>
            <a:r>
              <a:rPr lang="en-US" sz="1200" b="1" dirty="0">
                <a:solidFill>
                  <a:srgbClr val="E53935"/>
                </a:solidFill>
                <a:latin typeface="Calibri" pitchFamily="34" charset="0"/>
                <a:ea typeface="Calibri" pitchFamily="34" charset="-122"/>
                <a:cs typeface="Calibri" pitchFamily="34" charset="-120"/>
              </a:rPr>
              <a:t>Bagian salah ucap</a:t>
            </a:r>
            <a:endParaRPr lang="en-US" sz="1200" dirty="0"/>
          </a:p>
        </p:txBody>
      </p:sp>
      <p:sp>
        <p:nvSpPr>
          <p:cNvPr id="115" name="Text 111"/>
          <p:cNvSpPr txBox="1"/>
          <p:nvPr/>
        </p:nvSpPr>
        <p:spPr>
          <a:xfrm>
            <a:off x="7498080" y="2697480"/>
            <a:ext cx="274320" cy="228600"/>
          </a:xfrm>
          <a:prstGeom prst="rect">
            <a:avLst/>
          </a:prstGeom>
          <a:noFill/>
          <a:ln/>
        </p:spPr>
        <p:txBody>
          <a:bodyPr wrap="square" lIns="0" tIns="0" rIns="0" bIns="0" rtlCol="0" anchor="t"/>
          <a:lstStyle/>
          <a:p>
            <a:pPr indent="0" marL="0">
              <a:buNone/>
            </a:pPr>
            <a:r>
              <a:rPr lang="en-US" sz="1200" dirty="0">
                <a:solidFill>
                  <a:srgbClr val="1F7A5C"/>
                </a:solidFill>
                <a:latin typeface="Calibri" pitchFamily="34" charset="0"/>
                <a:ea typeface="Calibri" pitchFamily="34" charset="-122"/>
                <a:cs typeface="Calibri" pitchFamily="34" charset="-120"/>
              </a:rPr>
              <a:t>▲</a:t>
            </a:r>
            <a:endParaRPr lang="en-US" sz="1200" dirty="0"/>
          </a:p>
        </p:txBody>
      </p:sp>
      <p:sp>
        <p:nvSpPr>
          <p:cNvPr id="116" name="Text 112"/>
          <p:cNvSpPr txBox="1"/>
          <p:nvPr/>
        </p:nvSpPr>
        <p:spPr>
          <a:xfrm>
            <a:off x="7315200" y="2926080"/>
            <a:ext cx="1463040" cy="548640"/>
          </a:xfrm>
          <a:prstGeom prst="rect">
            <a:avLst/>
          </a:prstGeom>
          <a:noFill/>
          <a:ln/>
        </p:spPr>
        <p:txBody>
          <a:bodyPr wrap="square" lIns="0" tIns="0" rIns="0" bIns="0" rtlCol="0" anchor="t"/>
          <a:lstStyle/>
          <a:p>
            <a:pPr indent="0" marL="0">
              <a:buNone/>
            </a:pPr>
            <a:r>
              <a:rPr lang="en-US" sz="1200" b="1" dirty="0">
                <a:solidFill>
                  <a:srgbClr val="1F7A5C"/>
                </a:solidFill>
                <a:latin typeface="Calibri" pitchFamily="34" charset="0"/>
                <a:ea typeface="Calibri" pitchFamily="34" charset="-122"/>
                <a:cs typeface="Calibri" pitchFamily="34" charset="-120"/>
              </a:rPr>
              <a:t>Hening di akhir</a:t>
            </a:r>
            <a:endParaRPr lang="en-US" sz="1200" dirty="0"/>
          </a:p>
        </p:txBody>
      </p:sp>
      <p:sp>
        <p:nvSpPr>
          <p:cNvPr id="117" name="Shape 113"/>
          <p:cNvSpPr/>
          <p:nvPr/>
        </p:nvSpPr>
        <p:spPr>
          <a:xfrm>
            <a:off x="457200" y="3749040"/>
            <a:ext cx="8229600" cy="822960"/>
          </a:xfrm>
          <a:prstGeom prst="roundRect">
            <a:avLst>
              <a:gd name="adj" fmla="val 11111"/>
            </a:avLst>
          </a:prstGeom>
          <a:solidFill>
            <a:srgbClr val="FBF1D3"/>
          </a:solidFill>
          <a:ln w="12700">
            <a:solidFill>
              <a:srgbClr val="FBF1D3"/>
            </a:solidFill>
            <a:prstDash val="solid"/>
          </a:ln>
        </p:spPr>
      </p:sp>
      <p:sp>
        <p:nvSpPr>
          <p:cNvPr id="118" name="Text 114"/>
          <p:cNvSpPr txBox="1"/>
          <p:nvPr/>
        </p:nvSpPr>
        <p:spPr>
          <a:xfrm>
            <a:off x="640080" y="3749040"/>
            <a:ext cx="7863840" cy="82296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Gelombang yang terlalu tinggi sampai menyentuh batas atas berarti suara pecah. Gelombang yang sangat kecil berarti suara terlalu pelan.</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Empat Jurus Mengedit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Pilih (Blok)</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Tekan dan seret mouse di atas gelombang. Bagian terpilih berwarna biru muda.</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Hapus</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Tekan tombol Delete untuk membuang bagian yang dipilih.</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Fade In / Fade Out</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Suara masuk dan keluar perlahan agar awal dan akhir terdengar halus.</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Export</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File › Export Audio. Simpan sebagai MP3 agar mudah dibagikan.</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Mengedit Nasihat 1 Menit</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Gunakan earphone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Membuka rekaman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Memotong hening dan salah ucap</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6–8</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Fade dan ekspor MP3</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Membuka Rekaman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663510"/>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Audacity - Audacity</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Text 18"/>
          <p:cNvSpPr txBox="1"/>
          <p:nvPr/>
        </p:nvSpPr>
        <p:spPr>
          <a:xfrm>
            <a:off x="730788" y="1432952"/>
            <a:ext cx="32004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File   Edit   Select   View   Effect   Help</a:t>
            </a:r>
            <a:endParaRPr lang="en-US" sz="700" dirty="0"/>
          </a:p>
        </p:txBody>
      </p:sp>
      <p:sp>
        <p:nvSpPr>
          <p:cNvPr id="23" name="Shape 19"/>
          <p:cNvSpPr/>
          <p:nvPr/>
        </p:nvSpPr>
        <p:spPr>
          <a:xfrm>
            <a:off x="639348" y="1634120"/>
            <a:ext cx="4847783" cy="384048"/>
          </a:xfrm>
          <a:prstGeom prst="rect">
            <a:avLst/>
          </a:prstGeom>
          <a:solidFill>
            <a:srgbClr val="E8E8E8"/>
          </a:solidFill>
          <a:ln w="12700">
            <a:solidFill>
              <a:srgbClr val="E8E8E8"/>
            </a:solidFill>
            <a:prstDash val="solid"/>
          </a:ln>
        </p:spPr>
      </p:sp>
      <p:sp>
        <p:nvSpPr>
          <p:cNvPr id="24" name="Shape 20"/>
          <p:cNvSpPr/>
          <p:nvPr/>
        </p:nvSpPr>
        <p:spPr>
          <a:xfrm>
            <a:off x="730788" y="1688984"/>
            <a:ext cx="274320" cy="274320"/>
          </a:xfrm>
          <a:prstGeom prst="roundRect">
            <a:avLst>
              <a:gd name="adj" fmla="val 13333"/>
            </a:avLst>
          </a:prstGeom>
          <a:solidFill>
            <a:srgbClr val="FFFFFF"/>
          </a:solidFill>
          <a:ln w="6350">
            <a:solidFill>
              <a:srgbClr val="AAAAAA"/>
            </a:solidFill>
            <a:prstDash val="solid"/>
          </a:ln>
        </p:spPr>
      </p:sp>
      <p:sp>
        <p:nvSpPr>
          <p:cNvPr id="25" name="Shape 21"/>
          <p:cNvSpPr/>
          <p:nvPr/>
        </p:nvSpPr>
        <p:spPr>
          <a:xfrm>
            <a:off x="813084" y="1752992"/>
            <a:ext cx="36576" cy="146304"/>
          </a:xfrm>
          <a:prstGeom prst="rect">
            <a:avLst/>
          </a:prstGeom>
          <a:solidFill>
            <a:srgbClr val="2A62C9"/>
          </a:solidFill>
          <a:ln w="12700">
            <a:solidFill>
              <a:srgbClr val="2A62C9"/>
            </a:solidFill>
            <a:prstDash val="solid"/>
          </a:ln>
        </p:spPr>
      </p:sp>
      <p:sp>
        <p:nvSpPr>
          <p:cNvPr id="26" name="Shape 22"/>
          <p:cNvSpPr/>
          <p:nvPr/>
        </p:nvSpPr>
        <p:spPr>
          <a:xfrm>
            <a:off x="886236" y="1752992"/>
            <a:ext cx="36576" cy="146304"/>
          </a:xfrm>
          <a:prstGeom prst="rect">
            <a:avLst/>
          </a:prstGeom>
          <a:solidFill>
            <a:srgbClr val="2A62C9"/>
          </a:solidFill>
          <a:ln w="12700">
            <a:solidFill>
              <a:srgbClr val="2A62C9"/>
            </a:solidFill>
            <a:prstDash val="solid"/>
          </a:ln>
        </p:spPr>
      </p:sp>
      <p:sp>
        <p:nvSpPr>
          <p:cNvPr id="27" name="Shape 23"/>
          <p:cNvSpPr/>
          <p:nvPr/>
        </p:nvSpPr>
        <p:spPr>
          <a:xfrm>
            <a:off x="1050828" y="1688984"/>
            <a:ext cx="274320" cy="274320"/>
          </a:xfrm>
          <a:prstGeom prst="roundRect">
            <a:avLst>
              <a:gd name="adj" fmla="val 13333"/>
            </a:avLst>
          </a:prstGeom>
          <a:solidFill>
            <a:srgbClr val="FFFFFF"/>
          </a:solidFill>
          <a:ln w="6350">
            <a:solidFill>
              <a:srgbClr val="AAAAAA"/>
            </a:solidFill>
            <a:prstDash val="solid"/>
          </a:ln>
        </p:spPr>
      </p:sp>
      <p:sp>
        <p:nvSpPr>
          <p:cNvPr id="28" name="Shape 24"/>
          <p:cNvSpPr/>
          <p:nvPr/>
        </p:nvSpPr>
        <p:spPr>
          <a:xfrm rot="5400000">
            <a:off x="1123980" y="1752992"/>
            <a:ext cx="146304" cy="146304"/>
          </a:xfrm>
          <a:prstGeom prst="triangle">
            <a:avLst/>
          </a:prstGeom>
          <a:solidFill>
            <a:srgbClr val="2E8B57"/>
          </a:solidFill>
          <a:ln/>
        </p:spPr>
      </p:sp>
      <p:sp>
        <p:nvSpPr>
          <p:cNvPr id="29" name="Shape 25"/>
          <p:cNvSpPr/>
          <p:nvPr/>
        </p:nvSpPr>
        <p:spPr>
          <a:xfrm>
            <a:off x="1370868" y="1688984"/>
            <a:ext cx="274320" cy="274320"/>
          </a:xfrm>
          <a:prstGeom prst="roundRect">
            <a:avLst>
              <a:gd name="adj" fmla="val 13333"/>
            </a:avLst>
          </a:prstGeom>
          <a:solidFill>
            <a:srgbClr val="FFFFFF"/>
          </a:solidFill>
          <a:ln w="6350">
            <a:solidFill>
              <a:srgbClr val="AAAAAA"/>
            </a:solidFill>
            <a:prstDash val="solid"/>
          </a:ln>
        </p:spPr>
      </p:sp>
      <p:sp>
        <p:nvSpPr>
          <p:cNvPr id="30" name="Shape 26"/>
          <p:cNvSpPr/>
          <p:nvPr/>
        </p:nvSpPr>
        <p:spPr>
          <a:xfrm>
            <a:off x="1444020" y="1762136"/>
            <a:ext cx="128016" cy="128016"/>
          </a:xfrm>
          <a:prstGeom prst="rect">
            <a:avLst/>
          </a:prstGeom>
          <a:solidFill>
            <a:srgbClr val="222222"/>
          </a:solidFill>
          <a:ln w="12700">
            <a:solidFill>
              <a:srgbClr val="222222"/>
            </a:solidFill>
            <a:prstDash val="solid"/>
          </a:ln>
        </p:spPr>
      </p:sp>
      <p:sp>
        <p:nvSpPr>
          <p:cNvPr id="31" name="Shape 27"/>
          <p:cNvSpPr/>
          <p:nvPr/>
        </p:nvSpPr>
        <p:spPr>
          <a:xfrm>
            <a:off x="1690908" y="1688984"/>
            <a:ext cx="274320" cy="274320"/>
          </a:xfrm>
          <a:prstGeom prst="roundRect">
            <a:avLst>
              <a:gd name="adj" fmla="val 13333"/>
            </a:avLst>
          </a:prstGeom>
          <a:solidFill>
            <a:srgbClr val="FFFFFF"/>
          </a:solidFill>
          <a:ln w="6350">
            <a:solidFill>
              <a:srgbClr val="AAAAAA"/>
            </a:solidFill>
            <a:prstDash val="solid"/>
          </a:ln>
        </p:spPr>
      </p:sp>
      <p:sp>
        <p:nvSpPr>
          <p:cNvPr id="32" name="Shape 28"/>
          <p:cNvSpPr/>
          <p:nvPr/>
        </p:nvSpPr>
        <p:spPr>
          <a:xfrm>
            <a:off x="1754916" y="1752992"/>
            <a:ext cx="146304" cy="146304"/>
          </a:xfrm>
          <a:prstGeom prst="ellipse">
            <a:avLst/>
          </a:prstGeom>
          <a:solidFill>
            <a:srgbClr val="C62828"/>
          </a:solidFill>
          <a:ln/>
        </p:spPr>
      </p:sp>
      <p:sp>
        <p:nvSpPr>
          <p:cNvPr id="33" name="Text 29"/>
          <p:cNvSpPr txBox="1"/>
          <p:nvPr/>
        </p:nvSpPr>
        <p:spPr>
          <a:xfrm>
            <a:off x="1508028" y="2054744"/>
            <a:ext cx="3841943" cy="137160"/>
          </a:xfrm>
          <a:prstGeom prst="rect">
            <a:avLst/>
          </a:prstGeom>
          <a:noFill/>
          <a:ln/>
        </p:spPr>
        <p:txBody>
          <a:bodyPr wrap="square" lIns="0" tIns="0" rIns="0" bIns="0" rtlCol="0" anchor="t"/>
          <a:lstStyle/>
          <a:p>
            <a:pPr indent="0" marL="0">
              <a:buNone/>
            </a:pPr>
            <a:r>
              <a:rPr lang="en-US" sz="550" dirty="0">
                <a:solidFill>
                  <a:srgbClr val="666666"/>
                </a:solidFill>
                <a:latin typeface="Calibri" pitchFamily="34" charset="0"/>
                <a:ea typeface="Calibri" pitchFamily="34" charset="-122"/>
                <a:cs typeface="Calibri" pitchFamily="34" charset="-120"/>
              </a:rPr>
              <a:t>0  ·  5  ·  10  ·  15  ·  20  ·  25  ·  30  ·  35  ·  40  ·  45  ·  50  ·  55  ·  60 detik</a:t>
            </a:r>
            <a:endParaRPr lang="en-US" sz="550" dirty="0"/>
          </a:p>
        </p:txBody>
      </p:sp>
      <p:sp>
        <p:nvSpPr>
          <p:cNvPr id="34" name="Shape 30"/>
          <p:cNvSpPr/>
          <p:nvPr/>
        </p:nvSpPr>
        <p:spPr>
          <a:xfrm>
            <a:off x="685068" y="2228480"/>
            <a:ext cx="777240" cy="1557086"/>
          </a:xfrm>
          <a:prstGeom prst="rect">
            <a:avLst/>
          </a:prstGeom>
          <a:solidFill>
            <a:srgbClr val="DDDDDD"/>
          </a:solidFill>
          <a:ln w="12700">
            <a:solidFill>
              <a:srgbClr val="DDDDDD"/>
            </a:solidFill>
            <a:prstDash val="solid"/>
          </a:ln>
        </p:spPr>
      </p:sp>
      <p:sp>
        <p:nvSpPr>
          <p:cNvPr id="35" name="Text 31"/>
          <p:cNvSpPr txBox="1"/>
          <p:nvPr/>
        </p:nvSpPr>
        <p:spPr>
          <a:xfrm>
            <a:off x="712500" y="2274200"/>
            <a:ext cx="731520" cy="32004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Nasihat</a:t>
            </a:r>
            <a:endParaRPr lang="en-US" sz="600" dirty="0"/>
          </a:p>
          <a:p>
            <a:pPr indent="0" marL="0">
              <a:buNone/>
            </a:pPr>
            <a:r>
              <a:rPr lang="en-US" sz="600" dirty="0">
                <a:solidFill>
                  <a:srgbClr val="1E2A26"/>
                </a:solidFill>
                <a:latin typeface="Calibri" pitchFamily="34" charset="0"/>
                <a:ea typeface="Calibri" pitchFamily="34" charset="-122"/>
                <a:cs typeface="Calibri" pitchFamily="34" charset="-120"/>
              </a:rPr>
              <a:t>Mono, 44100Hz</a:t>
            </a:r>
            <a:endParaRPr lang="en-US" sz="600" dirty="0"/>
          </a:p>
        </p:txBody>
      </p:sp>
      <p:sp>
        <p:nvSpPr>
          <p:cNvPr id="36" name="Shape 32"/>
          <p:cNvSpPr/>
          <p:nvPr/>
        </p:nvSpPr>
        <p:spPr>
          <a:xfrm>
            <a:off x="1508028" y="2228480"/>
            <a:ext cx="3887663" cy="1557086"/>
          </a:xfrm>
          <a:prstGeom prst="rect">
            <a:avLst/>
          </a:prstGeom>
          <a:solidFill>
            <a:srgbClr val="FFFFFF"/>
          </a:solidFill>
          <a:ln w="6350">
            <a:solidFill>
              <a:srgbClr val="999999"/>
            </a:solidFill>
            <a:prstDash val="solid"/>
          </a:ln>
        </p:spPr>
      </p:sp>
      <p:sp>
        <p:nvSpPr>
          <p:cNvPr id="37" name="Shape 33"/>
          <p:cNvSpPr/>
          <p:nvPr/>
        </p:nvSpPr>
        <p:spPr>
          <a:xfrm>
            <a:off x="712500" y="1597544"/>
            <a:ext cx="1371600" cy="1664208"/>
          </a:xfrm>
          <a:prstGeom prst="rect">
            <a:avLst/>
          </a:prstGeom>
          <a:solidFill>
            <a:srgbClr val="FFFFFF"/>
          </a:solidFill>
          <a:ln w="9525">
            <a:solidFill>
              <a:srgbClr val="AAAAAA"/>
            </a:solidFill>
            <a:prstDash val="solid"/>
          </a:ln>
        </p:spPr>
      </p:sp>
      <p:sp>
        <p:nvSpPr>
          <p:cNvPr id="38" name="Text 34"/>
          <p:cNvSpPr txBox="1"/>
          <p:nvPr/>
        </p:nvSpPr>
        <p:spPr>
          <a:xfrm>
            <a:off x="822228" y="1624976"/>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a:t>
            </a:r>
            <a:endParaRPr lang="en-US" sz="800" dirty="0"/>
          </a:p>
        </p:txBody>
      </p:sp>
      <p:sp>
        <p:nvSpPr>
          <p:cNvPr id="39" name="Text 35"/>
          <p:cNvSpPr txBox="1"/>
          <p:nvPr/>
        </p:nvSpPr>
        <p:spPr>
          <a:xfrm>
            <a:off x="822228" y="1826144"/>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Open...</a:t>
            </a:r>
            <a:endParaRPr lang="en-US" sz="800" dirty="0"/>
          </a:p>
        </p:txBody>
      </p:sp>
      <p:sp>
        <p:nvSpPr>
          <p:cNvPr id="40" name="Text 36"/>
          <p:cNvSpPr txBox="1"/>
          <p:nvPr/>
        </p:nvSpPr>
        <p:spPr>
          <a:xfrm>
            <a:off x="822228" y="2027312"/>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Recent Files   ›</a:t>
            </a:r>
            <a:endParaRPr lang="en-US" sz="800" dirty="0"/>
          </a:p>
        </p:txBody>
      </p:sp>
      <p:sp>
        <p:nvSpPr>
          <p:cNvPr id="41" name="Shape 37"/>
          <p:cNvSpPr/>
          <p:nvPr/>
        </p:nvSpPr>
        <p:spPr>
          <a:xfrm>
            <a:off x="749076" y="2319920"/>
            <a:ext cx="1298448" cy="0"/>
          </a:xfrm>
          <a:prstGeom prst="line">
            <a:avLst/>
          </a:prstGeom>
          <a:noFill/>
          <a:ln w="6350">
            <a:solidFill>
              <a:srgbClr val="DDDDDD"/>
            </a:solidFill>
            <a:prstDash val="solid"/>
          </a:ln>
        </p:spPr>
      </p:sp>
      <p:sp>
        <p:nvSpPr>
          <p:cNvPr id="42" name="Text 38"/>
          <p:cNvSpPr txBox="1"/>
          <p:nvPr/>
        </p:nvSpPr>
        <p:spPr>
          <a:xfrm>
            <a:off x="822228" y="2429648"/>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Save Project</a:t>
            </a:r>
            <a:endParaRPr lang="en-US" sz="800" dirty="0"/>
          </a:p>
        </p:txBody>
      </p:sp>
      <p:sp>
        <p:nvSpPr>
          <p:cNvPr id="43" name="Text 39"/>
          <p:cNvSpPr txBox="1"/>
          <p:nvPr/>
        </p:nvSpPr>
        <p:spPr>
          <a:xfrm>
            <a:off x="822228" y="2630816"/>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Export Audio...</a:t>
            </a:r>
            <a:endParaRPr lang="en-US" sz="800" dirty="0"/>
          </a:p>
        </p:txBody>
      </p:sp>
      <p:sp>
        <p:nvSpPr>
          <p:cNvPr id="44" name="Shape 40"/>
          <p:cNvSpPr/>
          <p:nvPr/>
        </p:nvSpPr>
        <p:spPr>
          <a:xfrm>
            <a:off x="749076" y="2923424"/>
            <a:ext cx="1298448" cy="0"/>
          </a:xfrm>
          <a:prstGeom prst="line">
            <a:avLst/>
          </a:prstGeom>
          <a:noFill/>
          <a:ln w="6350">
            <a:solidFill>
              <a:srgbClr val="DDDDDD"/>
            </a:solidFill>
            <a:prstDash val="solid"/>
          </a:ln>
        </p:spPr>
      </p:sp>
      <p:sp>
        <p:nvSpPr>
          <p:cNvPr id="45" name="Text 41"/>
          <p:cNvSpPr txBox="1"/>
          <p:nvPr/>
        </p:nvSpPr>
        <p:spPr>
          <a:xfrm>
            <a:off x="822228" y="3033152"/>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Exit</a:t>
            </a:r>
            <a:endParaRPr lang="en-US" sz="800" dirty="0"/>
          </a:p>
        </p:txBody>
      </p:sp>
      <p:sp>
        <p:nvSpPr>
          <p:cNvPr id="46" name="Shape 42"/>
          <p:cNvSpPr/>
          <p:nvPr/>
        </p:nvSpPr>
        <p:spPr>
          <a:xfrm>
            <a:off x="694212" y="1414664"/>
            <a:ext cx="265176" cy="201168"/>
          </a:xfrm>
          <a:prstGeom prst="roundRect">
            <a:avLst>
              <a:gd name="adj" fmla="val 22727"/>
            </a:avLst>
          </a:prstGeom>
          <a:solidFill>
            <a:srgbClr val="FFFFFF">
              <a:alpha val="0"/>
            </a:srgbClr>
          </a:solidFill>
          <a:ln w="31750">
            <a:solidFill>
              <a:srgbClr val="E53935"/>
            </a:solidFill>
            <a:prstDash val="solid"/>
          </a:ln>
        </p:spPr>
      </p:sp>
      <p:sp>
        <p:nvSpPr>
          <p:cNvPr id="47" name="Shape 43"/>
          <p:cNvSpPr/>
          <p:nvPr/>
        </p:nvSpPr>
        <p:spPr>
          <a:xfrm>
            <a:off x="822228" y="1277504"/>
            <a:ext cx="274320" cy="274320"/>
          </a:xfrm>
          <a:prstGeom prst="ellipse">
            <a:avLst/>
          </a:prstGeom>
          <a:solidFill>
            <a:srgbClr val="E53935"/>
          </a:solidFill>
          <a:ln w="12700">
            <a:solidFill>
              <a:srgbClr val="FFFFFF"/>
            </a:solidFill>
            <a:prstDash val="solid"/>
          </a:ln>
        </p:spPr>
      </p:sp>
      <p:sp>
        <p:nvSpPr>
          <p:cNvPr id="48" name="Text 44"/>
          <p:cNvSpPr txBox="1"/>
          <p:nvPr/>
        </p:nvSpPr>
        <p:spPr>
          <a:xfrm>
            <a:off x="822228" y="12775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9" name="Image 2" descr="preencoded.png">    </p:cNvPr>
          <p:cNvPicPr>
            <a:picLocks noChangeAspect="1"/>
          </p:cNvPicPr>
          <p:nvPr/>
        </p:nvPicPr>
        <p:blipFill>
          <a:blip r:embed="rId3"/>
          <a:stretch>
            <a:fillRect/>
          </a:stretch>
        </p:blipFill>
        <p:spPr>
          <a:xfrm>
            <a:off x="838230" y="1523477"/>
            <a:ext cx="237744" cy="237744"/>
          </a:xfrm>
          <a:prstGeom prst="rect">
            <a:avLst/>
          </a:prstGeom>
        </p:spPr>
      </p:pic>
      <p:sp>
        <p:nvSpPr>
          <p:cNvPr id="50" name="Shape 45"/>
          <p:cNvSpPr/>
          <p:nvPr/>
        </p:nvSpPr>
        <p:spPr>
          <a:xfrm>
            <a:off x="730788" y="1807856"/>
            <a:ext cx="1335024" cy="228600"/>
          </a:xfrm>
          <a:prstGeom prst="roundRect">
            <a:avLst>
              <a:gd name="adj" fmla="val 20000"/>
            </a:avLst>
          </a:prstGeom>
          <a:solidFill>
            <a:srgbClr val="FFFFFF">
              <a:alpha val="0"/>
            </a:srgbClr>
          </a:solidFill>
          <a:ln w="31750">
            <a:solidFill>
              <a:srgbClr val="E53935"/>
            </a:solidFill>
            <a:prstDash val="solid"/>
          </a:ln>
        </p:spPr>
      </p:sp>
      <p:sp>
        <p:nvSpPr>
          <p:cNvPr id="51" name="Shape 46"/>
          <p:cNvSpPr/>
          <p:nvPr/>
        </p:nvSpPr>
        <p:spPr>
          <a:xfrm>
            <a:off x="1928652" y="1670696"/>
            <a:ext cx="274320" cy="274320"/>
          </a:xfrm>
          <a:prstGeom prst="ellipse">
            <a:avLst/>
          </a:prstGeom>
          <a:solidFill>
            <a:srgbClr val="E53935"/>
          </a:solidFill>
          <a:ln w="12700">
            <a:solidFill>
              <a:srgbClr val="FFFFFF"/>
            </a:solidFill>
            <a:prstDash val="solid"/>
          </a:ln>
        </p:spPr>
      </p:sp>
      <p:sp>
        <p:nvSpPr>
          <p:cNvPr id="52" name="Text 47"/>
          <p:cNvSpPr txBox="1"/>
          <p:nvPr/>
        </p:nvSpPr>
        <p:spPr>
          <a:xfrm>
            <a:off x="1928652" y="16706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3" name="Image 3" descr="preencoded.png">    </p:cNvPr>
          <p:cNvPicPr>
            <a:picLocks noChangeAspect="1"/>
          </p:cNvPicPr>
          <p:nvPr/>
        </p:nvPicPr>
        <p:blipFill>
          <a:blip r:embed="rId4"/>
          <a:stretch>
            <a:fillRect/>
          </a:stretch>
        </p:blipFill>
        <p:spPr>
          <a:xfrm>
            <a:off x="1463223" y="1931757"/>
            <a:ext cx="237744" cy="237744"/>
          </a:xfrm>
          <a:prstGeom prst="rect">
            <a:avLst/>
          </a:prstGeom>
        </p:spPr>
      </p:pic>
      <p:sp>
        <p:nvSpPr>
          <p:cNvPr id="54" name="Text 4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5" name="Text 4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File › Open</a:t>
            </a:r>
            <a:endParaRPr lang="en-US" sz="1800" dirty="0"/>
          </a:p>
        </p:txBody>
      </p:sp>
      <p:sp>
        <p:nvSpPr>
          <p:cNvPr id="56" name="Text 5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menu File, lalu Open. Cari Portofolio › Audio, pilih Nasihat_NamaKamu, klik Open.</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Membuka Rekaman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663510"/>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Nasihat_Ahmad - Audacity</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Text 18"/>
          <p:cNvSpPr txBox="1"/>
          <p:nvPr/>
        </p:nvSpPr>
        <p:spPr>
          <a:xfrm>
            <a:off x="730788" y="1432952"/>
            <a:ext cx="32004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File   Edit   Select   View   Effect   Help</a:t>
            </a:r>
            <a:endParaRPr lang="en-US" sz="700" dirty="0"/>
          </a:p>
        </p:txBody>
      </p:sp>
      <p:sp>
        <p:nvSpPr>
          <p:cNvPr id="23" name="Shape 19"/>
          <p:cNvSpPr/>
          <p:nvPr/>
        </p:nvSpPr>
        <p:spPr>
          <a:xfrm>
            <a:off x="639348" y="1634120"/>
            <a:ext cx="4847783" cy="384048"/>
          </a:xfrm>
          <a:prstGeom prst="rect">
            <a:avLst/>
          </a:prstGeom>
          <a:solidFill>
            <a:srgbClr val="E8E8E8"/>
          </a:solidFill>
          <a:ln w="12700">
            <a:solidFill>
              <a:srgbClr val="E8E8E8"/>
            </a:solidFill>
            <a:prstDash val="solid"/>
          </a:ln>
        </p:spPr>
      </p:sp>
      <p:sp>
        <p:nvSpPr>
          <p:cNvPr id="24" name="Shape 20"/>
          <p:cNvSpPr/>
          <p:nvPr/>
        </p:nvSpPr>
        <p:spPr>
          <a:xfrm>
            <a:off x="730788" y="1688984"/>
            <a:ext cx="274320" cy="274320"/>
          </a:xfrm>
          <a:prstGeom prst="roundRect">
            <a:avLst>
              <a:gd name="adj" fmla="val 13333"/>
            </a:avLst>
          </a:prstGeom>
          <a:solidFill>
            <a:srgbClr val="FFFFFF"/>
          </a:solidFill>
          <a:ln w="6350">
            <a:solidFill>
              <a:srgbClr val="AAAAAA"/>
            </a:solidFill>
            <a:prstDash val="solid"/>
          </a:ln>
        </p:spPr>
      </p:sp>
      <p:sp>
        <p:nvSpPr>
          <p:cNvPr id="25" name="Shape 21"/>
          <p:cNvSpPr/>
          <p:nvPr/>
        </p:nvSpPr>
        <p:spPr>
          <a:xfrm>
            <a:off x="813084" y="1752992"/>
            <a:ext cx="36576" cy="146304"/>
          </a:xfrm>
          <a:prstGeom prst="rect">
            <a:avLst/>
          </a:prstGeom>
          <a:solidFill>
            <a:srgbClr val="2A62C9"/>
          </a:solidFill>
          <a:ln w="12700">
            <a:solidFill>
              <a:srgbClr val="2A62C9"/>
            </a:solidFill>
            <a:prstDash val="solid"/>
          </a:ln>
        </p:spPr>
      </p:sp>
      <p:sp>
        <p:nvSpPr>
          <p:cNvPr id="26" name="Shape 22"/>
          <p:cNvSpPr/>
          <p:nvPr/>
        </p:nvSpPr>
        <p:spPr>
          <a:xfrm>
            <a:off x="886236" y="1752992"/>
            <a:ext cx="36576" cy="146304"/>
          </a:xfrm>
          <a:prstGeom prst="rect">
            <a:avLst/>
          </a:prstGeom>
          <a:solidFill>
            <a:srgbClr val="2A62C9"/>
          </a:solidFill>
          <a:ln w="12700">
            <a:solidFill>
              <a:srgbClr val="2A62C9"/>
            </a:solidFill>
            <a:prstDash val="solid"/>
          </a:ln>
        </p:spPr>
      </p:sp>
      <p:sp>
        <p:nvSpPr>
          <p:cNvPr id="27" name="Shape 23"/>
          <p:cNvSpPr/>
          <p:nvPr/>
        </p:nvSpPr>
        <p:spPr>
          <a:xfrm>
            <a:off x="1050828" y="1688984"/>
            <a:ext cx="274320" cy="274320"/>
          </a:xfrm>
          <a:prstGeom prst="roundRect">
            <a:avLst>
              <a:gd name="adj" fmla="val 13333"/>
            </a:avLst>
          </a:prstGeom>
          <a:solidFill>
            <a:srgbClr val="FFFFFF"/>
          </a:solidFill>
          <a:ln w="6350">
            <a:solidFill>
              <a:srgbClr val="AAAAAA"/>
            </a:solidFill>
            <a:prstDash val="solid"/>
          </a:ln>
        </p:spPr>
      </p:sp>
      <p:sp>
        <p:nvSpPr>
          <p:cNvPr id="28" name="Shape 24"/>
          <p:cNvSpPr/>
          <p:nvPr/>
        </p:nvSpPr>
        <p:spPr>
          <a:xfrm rot="5400000">
            <a:off x="1123980" y="1752992"/>
            <a:ext cx="146304" cy="146304"/>
          </a:xfrm>
          <a:prstGeom prst="triangle">
            <a:avLst/>
          </a:prstGeom>
          <a:solidFill>
            <a:srgbClr val="2E8B57"/>
          </a:solidFill>
          <a:ln/>
        </p:spPr>
      </p:sp>
      <p:sp>
        <p:nvSpPr>
          <p:cNvPr id="29" name="Shape 25"/>
          <p:cNvSpPr/>
          <p:nvPr/>
        </p:nvSpPr>
        <p:spPr>
          <a:xfrm>
            <a:off x="1370868" y="1688984"/>
            <a:ext cx="274320" cy="274320"/>
          </a:xfrm>
          <a:prstGeom prst="roundRect">
            <a:avLst>
              <a:gd name="adj" fmla="val 13333"/>
            </a:avLst>
          </a:prstGeom>
          <a:solidFill>
            <a:srgbClr val="FFFFFF"/>
          </a:solidFill>
          <a:ln w="6350">
            <a:solidFill>
              <a:srgbClr val="AAAAAA"/>
            </a:solidFill>
            <a:prstDash val="solid"/>
          </a:ln>
        </p:spPr>
      </p:sp>
      <p:sp>
        <p:nvSpPr>
          <p:cNvPr id="30" name="Shape 26"/>
          <p:cNvSpPr/>
          <p:nvPr/>
        </p:nvSpPr>
        <p:spPr>
          <a:xfrm>
            <a:off x="1444020" y="1762136"/>
            <a:ext cx="128016" cy="128016"/>
          </a:xfrm>
          <a:prstGeom prst="rect">
            <a:avLst/>
          </a:prstGeom>
          <a:solidFill>
            <a:srgbClr val="222222"/>
          </a:solidFill>
          <a:ln w="12700">
            <a:solidFill>
              <a:srgbClr val="222222"/>
            </a:solidFill>
            <a:prstDash val="solid"/>
          </a:ln>
        </p:spPr>
      </p:sp>
      <p:sp>
        <p:nvSpPr>
          <p:cNvPr id="31" name="Shape 27"/>
          <p:cNvSpPr/>
          <p:nvPr/>
        </p:nvSpPr>
        <p:spPr>
          <a:xfrm>
            <a:off x="1690908" y="1688984"/>
            <a:ext cx="274320" cy="274320"/>
          </a:xfrm>
          <a:prstGeom prst="roundRect">
            <a:avLst>
              <a:gd name="adj" fmla="val 13333"/>
            </a:avLst>
          </a:prstGeom>
          <a:solidFill>
            <a:srgbClr val="FFFFFF"/>
          </a:solidFill>
          <a:ln w="6350">
            <a:solidFill>
              <a:srgbClr val="AAAAAA"/>
            </a:solidFill>
            <a:prstDash val="solid"/>
          </a:ln>
        </p:spPr>
      </p:sp>
      <p:sp>
        <p:nvSpPr>
          <p:cNvPr id="32" name="Shape 28"/>
          <p:cNvSpPr/>
          <p:nvPr/>
        </p:nvSpPr>
        <p:spPr>
          <a:xfrm>
            <a:off x="1754916" y="1752992"/>
            <a:ext cx="146304" cy="146304"/>
          </a:xfrm>
          <a:prstGeom prst="ellipse">
            <a:avLst/>
          </a:prstGeom>
          <a:solidFill>
            <a:srgbClr val="C62828"/>
          </a:solidFill>
          <a:ln/>
        </p:spPr>
      </p:sp>
      <p:sp>
        <p:nvSpPr>
          <p:cNvPr id="33" name="Text 29"/>
          <p:cNvSpPr txBox="1"/>
          <p:nvPr/>
        </p:nvSpPr>
        <p:spPr>
          <a:xfrm>
            <a:off x="1508028" y="2054744"/>
            <a:ext cx="3841943" cy="137160"/>
          </a:xfrm>
          <a:prstGeom prst="rect">
            <a:avLst/>
          </a:prstGeom>
          <a:noFill/>
          <a:ln/>
        </p:spPr>
        <p:txBody>
          <a:bodyPr wrap="square" lIns="0" tIns="0" rIns="0" bIns="0" rtlCol="0" anchor="t"/>
          <a:lstStyle/>
          <a:p>
            <a:pPr indent="0" marL="0">
              <a:buNone/>
            </a:pPr>
            <a:r>
              <a:rPr lang="en-US" sz="550" dirty="0">
                <a:solidFill>
                  <a:srgbClr val="666666"/>
                </a:solidFill>
                <a:latin typeface="Calibri" pitchFamily="34" charset="0"/>
                <a:ea typeface="Calibri" pitchFamily="34" charset="-122"/>
                <a:cs typeface="Calibri" pitchFamily="34" charset="-120"/>
              </a:rPr>
              <a:t>0  ·  5  ·  10  ·  15  ·  20  ·  25  ·  30  ·  35  ·  40  ·  45  ·  50  ·  55  ·  60 detik</a:t>
            </a:r>
            <a:endParaRPr lang="en-US" sz="550" dirty="0"/>
          </a:p>
        </p:txBody>
      </p:sp>
      <p:sp>
        <p:nvSpPr>
          <p:cNvPr id="34" name="Shape 30"/>
          <p:cNvSpPr/>
          <p:nvPr/>
        </p:nvSpPr>
        <p:spPr>
          <a:xfrm>
            <a:off x="685068" y="2228480"/>
            <a:ext cx="777240" cy="1557086"/>
          </a:xfrm>
          <a:prstGeom prst="rect">
            <a:avLst/>
          </a:prstGeom>
          <a:solidFill>
            <a:srgbClr val="DDDDDD"/>
          </a:solidFill>
          <a:ln w="12700">
            <a:solidFill>
              <a:srgbClr val="DDDDDD"/>
            </a:solidFill>
            <a:prstDash val="solid"/>
          </a:ln>
        </p:spPr>
      </p:sp>
      <p:sp>
        <p:nvSpPr>
          <p:cNvPr id="35" name="Text 31"/>
          <p:cNvSpPr txBox="1"/>
          <p:nvPr/>
        </p:nvSpPr>
        <p:spPr>
          <a:xfrm>
            <a:off x="712500" y="2274200"/>
            <a:ext cx="731520" cy="32004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Nasihat</a:t>
            </a:r>
            <a:endParaRPr lang="en-US" sz="600" dirty="0"/>
          </a:p>
          <a:p>
            <a:pPr indent="0" marL="0">
              <a:buNone/>
            </a:pPr>
            <a:r>
              <a:rPr lang="en-US" sz="600" dirty="0">
                <a:solidFill>
                  <a:srgbClr val="1E2A26"/>
                </a:solidFill>
                <a:latin typeface="Calibri" pitchFamily="34" charset="0"/>
                <a:ea typeface="Calibri" pitchFamily="34" charset="-122"/>
                <a:cs typeface="Calibri" pitchFamily="34" charset="-120"/>
              </a:rPr>
              <a:t>Mono, 44100Hz</a:t>
            </a:r>
            <a:endParaRPr lang="en-US" sz="600" dirty="0"/>
          </a:p>
        </p:txBody>
      </p:sp>
      <p:sp>
        <p:nvSpPr>
          <p:cNvPr id="36" name="Shape 32"/>
          <p:cNvSpPr/>
          <p:nvPr/>
        </p:nvSpPr>
        <p:spPr>
          <a:xfrm>
            <a:off x="1508028" y="2228480"/>
            <a:ext cx="3887663" cy="1557086"/>
          </a:xfrm>
          <a:prstGeom prst="rect">
            <a:avLst/>
          </a:prstGeom>
          <a:solidFill>
            <a:srgbClr val="FFFFFF"/>
          </a:solidFill>
          <a:ln w="6350">
            <a:solidFill>
              <a:srgbClr val="999999"/>
            </a:solidFill>
            <a:prstDash val="solid"/>
          </a:ln>
        </p:spPr>
      </p:sp>
      <p:sp>
        <p:nvSpPr>
          <p:cNvPr id="37" name="Shape 33"/>
          <p:cNvSpPr/>
          <p:nvPr/>
        </p:nvSpPr>
        <p:spPr>
          <a:xfrm>
            <a:off x="1720700" y="2956235"/>
            <a:ext cx="25676" cy="101576"/>
          </a:xfrm>
          <a:prstGeom prst="rect">
            <a:avLst/>
          </a:prstGeom>
          <a:solidFill>
            <a:srgbClr val="3366CC"/>
          </a:solidFill>
          <a:ln w="12700">
            <a:solidFill>
              <a:srgbClr val="3366CC"/>
            </a:solidFill>
            <a:prstDash val="solid"/>
          </a:ln>
        </p:spPr>
      </p:sp>
      <p:sp>
        <p:nvSpPr>
          <p:cNvPr id="38" name="Shape 34"/>
          <p:cNvSpPr/>
          <p:nvPr/>
        </p:nvSpPr>
        <p:spPr>
          <a:xfrm>
            <a:off x="1763493" y="2956235"/>
            <a:ext cx="25676" cy="101576"/>
          </a:xfrm>
          <a:prstGeom prst="rect">
            <a:avLst/>
          </a:prstGeom>
          <a:solidFill>
            <a:srgbClr val="3366CC"/>
          </a:solidFill>
          <a:ln w="12700">
            <a:solidFill>
              <a:srgbClr val="3366CC"/>
            </a:solidFill>
            <a:prstDash val="solid"/>
          </a:ln>
        </p:spPr>
      </p:sp>
      <p:sp>
        <p:nvSpPr>
          <p:cNvPr id="39" name="Shape 35"/>
          <p:cNvSpPr/>
          <p:nvPr/>
        </p:nvSpPr>
        <p:spPr>
          <a:xfrm>
            <a:off x="1806286" y="2956235"/>
            <a:ext cx="25676" cy="101576"/>
          </a:xfrm>
          <a:prstGeom prst="rect">
            <a:avLst/>
          </a:prstGeom>
          <a:solidFill>
            <a:srgbClr val="3366CC"/>
          </a:solidFill>
          <a:ln w="12700">
            <a:solidFill>
              <a:srgbClr val="3366CC"/>
            </a:solidFill>
            <a:prstDash val="solid"/>
          </a:ln>
        </p:spPr>
      </p:sp>
      <p:sp>
        <p:nvSpPr>
          <p:cNvPr id="40" name="Shape 36"/>
          <p:cNvSpPr/>
          <p:nvPr/>
        </p:nvSpPr>
        <p:spPr>
          <a:xfrm>
            <a:off x="1849079" y="2956235"/>
            <a:ext cx="25676" cy="101576"/>
          </a:xfrm>
          <a:prstGeom prst="rect">
            <a:avLst/>
          </a:prstGeom>
          <a:solidFill>
            <a:srgbClr val="3366CC"/>
          </a:solidFill>
          <a:ln w="12700">
            <a:solidFill>
              <a:srgbClr val="3366CC"/>
            </a:solidFill>
            <a:prstDash val="solid"/>
          </a:ln>
        </p:spPr>
      </p:sp>
      <p:sp>
        <p:nvSpPr>
          <p:cNvPr id="41" name="Shape 37"/>
          <p:cNvSpPr/>
          <p:nvPr/>
        </p:nvSpPr>
        <p:spPr>
          <a:xfrm>
            <a:off x="1891872" y="2527755"/>
            <a:ext cx="25676" cy="958535"/>
          </a:xfrm>
          <a:prstGeom prst="rect">
            <a:avLst/>
          </a:prstGeom>
          <a:solidFill>
            <a:srgbClr val="3366CC"/>
          </a:solidFill>
          <a:ln w="12700">
            <a:solidFill>
              <a:srgbClr val="3366CC"/>
            </a:solidFill>
            <a:prstDash val="solid"/>
          </a:ln>
        </p:spPr>
      </p:sp>
      <p:sp>
        <p:nvSpPr>
          <p:cNvPr id="42" name="Shape 38"/>
          <p:cNvSpPr/>
          <p:nvPr/>
        </p:nvSpPr>
        <p:spPr>
          <a:xfrm>
            <a:off x="1934665" y="2414643"/>
            <a:ext cx="25676" cy="1184760"/>
          </a:xfrm>
          <a:prstGeom prst="rect">
            <a:avLst/>
          </a:prstGeom>
          <a:solidFill>
            <a:srgbClr val="3366CC"/>
          </a:solidFill>
          <a:ln w="12700">
            <a:solidFill>
              <a:srgbClr val="3366CC"/>
            </a:solidFill>
            <a:prstDash val="solid"/>
          </a:ln>
        </p:spPr>
      </p:sp>
      <p:sp>
        <p:nvSpPr>
          <p:cNvPr id="43" name="Shape 39"/>
          <p:cNvSpPr/>
          <p:nvPr/>
        </p:nvSpPr>
        <p:spPr>
          <a:xfrm>
            <a:off x="1977458" y="2684319"/>
            <a:ext cx="25676" cy="645408"/>
          </a:xfrm>
          <a:prstGeom prst="rect">
            <a:avLst/>
          </a:prstGeom>
          <a:solidFill>
            <a:srgbClr val="3366CC"/>
          </a:solidFill>
          <a:ln w="12700">
            <a:solidFill>
              <a:srgbClr val="3366CC"/>
            </a:solidFill>
            <a:prstDash val="solid"/>
          </a:ln>
        </p:spPr>
      </p:sp>
      <p:sp>
        <p:nvSpPr>
          <p:cNvPr id="44" name="Shape 40"/>
          <p:cNvSpPr/>
          <p:nvPr/>
        </p:nvSpPr>
        <p:spPr>
          <a:xfrm>
            <a:off x="2020251" y="2770316"/>
            <a:ext cx="25676" cy="473414"/>
          </a:xfrm>
          <a:prstGeom prst="rect">
            <a:avLst/>
          </a:prstGeom>
          <a:solidFill>
            <a:srgbClr val="3366CC"/>
          </a:solidFill>
          <a:ln w="12700">
            <a:solidFill>
              <a:srgbClr val="3366CC"/>
            </a:solidFill>
            <a:prstDash val="solid"/>
          </a:ln>
        </p:spPr>
      </p:sp>
      <p:sp>
        <p:nvSpPr>
          <p:cNvPr id="45" name="Shape 41"/>
          <p:cNvSpPr/>
          <p:nvPr/>
        </p:nvSpPr>
        <p:spPr>
          <a:xfrm>
            <a:off x="2063044" y="2715153"/>
            <a:ext cx="25676" cy="583739"/>
          </a:xfrm>
          <a:prstGeom prst="rect">
            <a:avLst/>
          </a:prstGeom>
          <a:solidFill>
            <a:srgbClr val="3366CC"/>
          </a:solidFill>
          <a:ln w="12700">
            <a:solidFill>
              <a:srgbClr val="3366CC"/>
            </a:solidFill>
            <a:prstDash val="solid"/>
          </a:ln>
        </p:spPr>
      </p:sp>
      <p:sp>
        <p:nvSpPr>
          <p:cNvPr id="46" name="Shape 42"/>
          <p:cNvSpPr/>
          <p:nvPr/>
        </p:nvSpPr>
        <p:spPr>
          <a:xfrm>
            <a:off x="2105837" y="2479054"/>
            <a:ext cx="25676" cy="1055937"/>
          </a:xfrm>
          <a:prstGeom prst="rect">
            <a:avLst/>
          </a:prstGeom>
          <a:solidFill>
            <a:srgbClr val="3366CC"/>
          </a:solidFill>
          <a:ln w="12700">
            <a:solidFill>
              <a:srgbClr val="3366CC"/>
            </a:solidFill>
            <a:prstDash val="solid"/>
          </a:ln>
        </p:spPr>
      </p:sp>
      <p:sp>
        <p:nvSpPr>
          <p:cNvPr id="47" name="Shape 43"/>
          <p:cNvSpPr/>
          <p:nvPr/>
        </p:nvSpPr>
        <p:spPr>
          <a:xfrm>
            <a:off x="2148630" y="2729985"/>
            <a:ext cx="25676" cy="554075"/>
          </a:xfrm>
          <a:prstGeom prst="rect">
            <a:avLst/>
          </a:prstGeom>
          <a:solidFill>
            <a:srgbClr val="3366CC"/>
          </a:solidFill>
          <a:ln w="12700">
            <a:solidFill>
              <a:srgbClr val="3366CC"/>
            </a:solidFill>
            <a:prstDash val="solid"/>
          </a:ln>
        </p:spPr>
      </p:sp>
      <p:sp>
        <p:nvSpPr>
          <p:cNvPr id="48" name="Shape 44"/>
          <p:cNvSpPr/>
          <p:nvPr/>
        </p:nvSpPr>
        <p:spPr>
          <a:xfrm>
            <a:off x="2191423" y="2671051"/>
            <a:ext cx="25676" cy="671944"/>
          </a:xfrm>
          <a:prstGeom prst="rect">
            <a:avLst/>
          </a:prstGeom>
          <a:solidFill>
            <a:srgbClr val="3366CC"/>
          </a:solidFill>
          <a:ln w="12700">
            <a:solidFill>
              <a:srgbClr val="3366CC"/>
            </a:solidFill>
            <a:prstDash val="solid"/>
          </a:ln>
        </p:spPr>
      </p:sp>
      <p:sp>
        <p:nvSpPr>
          <p:cNvPr id="49" name="Shape 45"/>
          <p:cNvSpPr/>
          <p:nvPr/>
        </p:nvSpPr>
        <p:spPr>
          <a:xfrm>
            <a:off x="2234216" y="2459983"/>
            <a:ext cx="25676" cy="1094079"/>
          </a:xfrm>
          <a:prstGeom prst="rect">
            <a:avLst/>
          </a:prstGeom>
          <a:solidFill>
            <a:srgbClr val="3366CC"/>
          </a:solidFill>
          <a:ln w="12700">
            <a:solidFill>
              <a:srgbClr val="3366CC"/>
            </a:solidFill>
            <a:prstDash val="solid"/>
          </a:ln>
        </p:spPr>
      </p:sp>
      <p:sp>
        <p:nvSpPr>
          <p:cNvPr id="50" name="Shape 46"/>
          <p:cNvSpPr/>
          <p:nvPr/>
        </p:nvSpPr>
        <p:spPr>
          <a:xfrm>
            <a:off x="2277009" y="2665995"/>
            <a:ext cx="25676" cy="682056"/>
          </a:xfrm>
          <a:prstGeom prst="rect">
            <a:avLst/>
          </a:prstGeom>
          <a:solidFill>
            <a:srgbClr val="3366CC"/>
          </a:solidFill>
          <a:ln w="12700">
            <a:solidFill>
              <a:srgbClr val="3366CC"/>
            </a:solidFill>
            <a:prstDash val="solid"/>
          </a:ln>
        </p:spPr>
      </p:sp>
      <p:sp>
        <p:nvSpPr>
          <p:cNvPr id="51" name="Shape 47"/>
          <p:cNvSpPr/>
          <p:nvPr/>
        </p:nvSpPr>
        <p:spPr>
          <a:xfrm>
            <a:off x="2319802" y="2541566"/>
            <a:ext cx="25676" cy="930913"/>
          </a:xfrm>
          <a:prstGeom prst="rect">
            <a:avLst/>
          </a:prstGeom>
          <a:solidFill>
            <a:srgbClr val="3366CC"/>
          </a:solidFill>
          <a:ln w="12700">
            <a:solidFill>
              <a:srgbClr val="3366CC"/>
            </a:solidFill>
            <a:prstDash val="solid"/>
          </a:ln>
        </p:spPr>
      </p:sp>
      <p:sp>
        <p:nvSpPr>
          <p:cNvPr id="52" name="Shape 48"/>
          <p:cNvSpPr/>
          <p:nvPr/>
        </p:nvSpPr>
        <p:spPr>
          <a:xfrm>
            <a:off x="2362595" y="2441941"/>
            <a:ext cx="25676" cy="1130163"/>
          </a:xfrm>
          <a:prstGeom prst="rect">
            <a:avLst/>
          </a:prstGeom>
          <a:solidFill>
            <a:srgbClr val="3366CC"/>
          </a:solidFill>
          <a:ln w="12700">
            <a:solidFill>
              <a:srgbClr val="3366CC"/>
            </a:solidFill>
            <a:prstDash val="solid"/>
          </a:ln>
        </p:spPr>
      </p:sp>
      <p:sp>
        <p:nvSpPr>
          <p:cNvPr id="53" name="Shape 49"/>
          <p:cNvSpPr/>
          <p:nvPr/>
        </p:nvSpPr>
        <p:spPr>
          <a:xfrm>
            <a:off x="2405388" y="2393179"/>
            <a:ext cx="25676" cy="1227687"/>
          </a:xfrm>
          <a:prstGeom prst="rect">
            <a:avLst/>
          </a:prstGeom>
          <a:solidFill>
            <a:srgbClr val="3366CC"/>
          </a:solidFill>
          <a:ln w="12700">
            <a:solidFill>
              <a:srgbClr val="3366CC"/>
            </a:solidFill>
            <a:prstDash val="solid"/>
          </a:ln>
        </p:spPr>
      </p:sp>
      <p:sp>
        <p:nvSpPr>
          <p:cNvPr id="54" name="Shape 50"/>
          <p:cNvSpPr/>
          <p:nvPr/>
        </p:nvSpPr>
        <p:spPr>
          <a:xfrm>
            <a:off x="2448182" y="2585932"/>
            <a:ext cx="25676" cy="842182"/>
          </a:xfrm>
          <a:prstGeom prst="rect">
            <a:avLst/>
          </a:prstGeom>
          <a:solidFill>
            <a:srgbClr val="3366CC"/>
          </a:solidFill>
          <a:ln w="12700">
            <a:solidFill>
              <a:srgbClr val="3366CC"/>
            </a:solidFill>
            <a:prstDash val="solid"/>
          </a:ln>
        </p:spPr>
      </p:sp>
      <p:sp>
        <p:nvSpPr>
          <p:cNvPr id="55" name="Shape 51"/>
          <p:cNvSpPr/>
          <p:nvPr/>
        </p:nvSpPr>
        <p:spPr>
          <a:xfrm>
            <a:off x="2490975" y="2684159"/>
            <a:ext cx="25676" cy="645728"/>
          </a:xfrm>
          <a:prstGeom prst="rect">
            <a:avLst/>
          </a:prstGeom>
          <a:solidFill>
            <a:srgbClr val="3366CC"/>
          </a:solidFill>
          <a:ln w="12700">
            <a:solidFill>
              <a:srgbClr val="3366CC"/>
            </a:solidFill>
            <a:prstDash val="solid"/>
          </a:ln>
        </p:spPr>
      </p:sp>
      <p:sp>
        <p:nvSpPr>
          <p:cNvPr id="56" name="Shape 52"/>
          <p:cNvSpPr/>
          <p:nvPr/>
        </p:nvSpPr>
        <p:spPr>
          <a:xfrm>
            <a:off x="2533768" y="2615166"/>
            <a:ext cx="25676" cy="783714"/>
          </a:xfrm>
          <a:prstGeom prst="rect">
            <a:avLst/>
          </a:prstGeom>
          <a:solidFill>
            <a:srgbClr val="3366CC"/>
          </a:solidFill>
          <a:ln w="12700">
            <a:solidFill>
              <a:srgbClr val="3366CC"/>
            </a:solidFill>
            <a:prstDash val="solid"/>
          </a:ln>
        </p:spPr>
      </p:sp>
      <p:sp>
        <p:nvSpPr>
          <p:cNvPr id="57" name="Shape 53"/>
          <p:cNvSpPr/>
          <p:nvPr/>
        </p:nvSpPr>
        <p:spPr>
          <a:xfrm>
            <a:off x="2576561" y="2618981"/>
            <a:ext cx="25676" cy="776083"/>
          </a:xfrm>
          <a:prstGeom prst="rect">
            <a:avLst/>
          </a:prstGeom>
          <a:solidFill>
            <a:srgbClr val="3366CC"/>
          </a:solidFill>
          <a:ln w="12700">
            <a:solidFill>
              <a:srgbClr val="3366CC"/>
            </a:solidFill>
            <a:prstDash val="solid"/>
          </a:ln>
        </p:spPr>
      </p:sp>
      <p:sp>
        <p:nvSpPr>
          <p:cNvPr id="58" name="Shape 54"/>
          <p:cNvSpPr/>
          <p:nvPr/>
        </p:nvSpPr>
        <p:spPr>
          <a:xfrm>
            <a:off x="2619354" y="2557075"/>
            <a:ext cx="25676" cy="899896"/>
          </a:xfrm>
          <a:prstGeom prst="rect">
            <a:avLst/>
          </a:prstGeom>
          <a:solidFill>
            <a:srgbClr val="3366CC"/>
          </a:solidFill>
          <a:ln w="12700">
            <a:solidFill>
              <a:srgbClr val="3366CC"/>
            </a:solidFill>
            <a:prstDash val="solid"/>
          </a:ln>
        </p:spPr>
      </p:sp>
      <p:sp>
        <p:nvSpPr>
          <p:cNvPr id="59" name="Shape 55"/>
          <p:cNvSpPr/>
          <p:nvPr/>
        </p:nvSpPr>
        <p:spPr>
          <a:xfrm>
            <a:off x="2662147" y="2702393"/>
            <a:ext cx="25676" cy="609259"/>
          </a:xfrm>
          <a:prstGeom prst="rect">
            <a:avLst/>
          </a:prstGeom>
          <a:solidFill>
            <a:srgbClr val="3366CC"/>
          </a:solidFill>
          <a:ln w="12700">
            <a:solidFill>
              <a:srgbClr val="3366CC"/>
            </a:solidFill>
            <a:prstDash val="solid"/>
          </a:ln>
        </p:spPr>
      </p:sp>
      <p:sp>
        <p:nvSpPr>
          <p:cNvPr id="60" name="Shape 56"/>
          <p:cNvSpPr/>
          <p:nvPr/>
        </p:nvSpPr>
        <p:spPr>
          <a:xfrm>
            <a:off x="2704940" y="2455550"/>
            <a:ext cx="25676" cy="1102945"/>
          </a:xfrm>
          <a:prstGeom prst="rect">
            <a:avLst/>
          </a:prstGeom>
          <a:solidFill>
            <a:srgbClr val="3366CC"/>
          </a:solidFill>
          <a:ln w="12700">
            <a:solidFill>
              <a:srgbClr val="3366CC"/>
            </a:solidFill>
            <a:prstDash val="solid"/>
          </a:ln>
        </p:spPr>
      </p:sp>
      <p:sp>
        <p:nvSpPr>
          <p:cNvPr id="61" name="Shape 57"/>
          <p:cNvSpPr/>
          <p:nvPr/>
        </p:nvSpPr>
        <p:spPr>
          <a:xfrm>
            <a:off x="2747733" y="2764317"/>
            <a:ext cx="25676" cy="485411"/>
          </a:xfrm>
          <a:prstGeom prst="rect">
            <a:avLst/>
          </a:prstGeom>
          <a:solidFill>
            <a:srgbClr val="3366CC"/>
          </a:solidFill>
          <a:ln w="12700">
            <a:solidFill>
              <a:srgbClr val="3366CC"/>
            </a:solidFill>
            <a:prstDash val="solid"/>
          </a:ln>
        </p:spPr>
      </p:sp>
      <p:sp>
        <p:nvSpPr>
          <p:cNvPr id="62" name="Shape 58"/>
          <p:cNvSpPr/>
          <p:nvPr/>
        </p:nvSpPr>
        <p:spPr>
          <a:xfrm>
            <a:off x="2790526" y="2469697"/>
            <a:ext cx="25676" cy="1074652"/>
          </a:xfrm>
          <a:prstGeom prst="rect">
            <a:avLst/>
          </a:prstGeom>
          <a:solidFill>
            <a:srgbClr val="3366CC"/>
          </a:solidFill>
          <a:ln w="12700">
            <a:solidFill>
              <a:srgbClr val="3366CC"/>
            </a:solidFill>
            <a:prstDash val="solid"/>
          </a:ln>
        </p:spPr>
      </p:sp>
      <p:sp>
        <p:nvSpPr>
          <p:cNvPr id="63" name="Shape 59"/>
          <p:cNvSpPr/>
          <p:nvPr/>
        </p:nvSpPr>
        <p:spPr>
          <a:xfrm>
            <a:off x="2833319" y="2799266"/>
            <a:ext cx="25676" cy="415513"/>
          </a:xfrm>
          <a:prstGeom prst="rect">
            <a:avLst/>
          </a:prstGeom>
          <a:solidFill>
            <a:srgbClr val="3366CC"/>
          </a:solidFill>
          <a:ln w="12700">
            <a:solidFill>
              <a:srgbClr val="3366CC"/>
            </a:solidFill>
            <a:prstDash val="solid"/>
          </a:ln>
        </p:spPr>
      </p:sp>
      <p:sp>
        <p:nvSpPr>
          <p:cNvPr id="64" name="Shape 60"/>
          <p:cNvSpPr/>
          <p:nvPr/>
        </p:nvSpPr>
        <p:spPr>
          <a:xfrm>
            <a:off x="2876112" y="2676324"/>
            <a:ext cx="25676" cy="661398"/>
          </a:xfrm>
          <a:prstGeom prst="rect">
            <a:avLst/>
          </a:prstGeom>
          <a:solidFill>
            <a:srgbClr val="3366CC"/>
          </a:solidFill>
          <a:ln w="12700">
            <a:solidFill>
              <a:srgbClr val="3366CC"/>
            </a:solidFill>
            <a:prstDash val="solid"/>
          </a:ln>
        </p:spPr>
      </p:sp>
      <p:sp>
        <p:nvSpPr>
          <p:cNvPr id="65" name="Shape 61"/>
          <p:cNvSpPr/>
          <p:nvPr/>
        </p:nvSpPr>
        <p:spPr>
          <a:xfrm>
            <a:off x="2918905" y="2620704"/>
            <a:ext cx="25676" cy="772638"/>
          </a:xfrm>
          <a:prstGeom prst="rect">
            <a:avLst/>
          </a:prstGeom>
          <a:solidFill>
            <a:srgbClr val="3366CC"/>
          </a:solidFill>
          <a:ln w="12700">
            <a:solidFill>
              <a:srgbClr val="3366CC"/>
            </a:solidFill>
            <a:prstDash val="solid"/>
          </a:ln>
        </p:spPr>
      </p:sp>
      <p:sp>
        <p:nvSpPr>
          <p:cNvPr id="66" name="Shape 62"/>
          <p:cNvSpPr/>
          <p:nvPr/>
        </p:nvSpPr>
        <p:spPr>
          <a:xfrm>
            <a:off x="2961698" y="2576171"/>
            <a:ext cx="25676" cy="861704"/>
          </a:xfrm>
          <a:prstGeom prst="rect">
            <a:avLst/>
          </a:prstGeom>
          <a:solidFill>
            <a:srgbClr val="3366CC"/>
          </a:solidFill>
          <a:ln w="12700">
            <a:solidFill>
              <a:srgbClr val="3366CC"/>
            </a:solidFill>
            <a:prstDash val="solid"/>
          </a:ln>
        </p:spPr>
      </p:sp>
      <p:sp>
        <p:nvSpPr>
          <p:cNvPr id="67" name="Shape 63"/>
          <p:cNvSpPr/>
          <p:nvPr/>
        </p:nvSpPr>
        <p:spPr>
          <a:xfrm>
            <a:off x="3004491" y="2552326"/>
            <a:ext cx="25676" cy="909394"/>
          </a:xfrm>
          <a:prstGeom prst="rect">
            <a:avLst/>
          </a:prstGeom>
          <a:solidFill>
            <a:srgbClr val="3366CC"/>
          </a:solidFill>
          <a:ln w="12700">
            <a:solidFill>
              <a:srgbClr val="3366CC"/>
            </a:solidFill>
            <a:prstDash val="solid"/>
          </a:ln>
        </p:spPr>
      </p:sp>
      <p:sp>
        <p:nvSpPr>
          <p:cNvPr id="68" name="Shape 64"/>
          <p:cNvSpPr/>
          <p:nvPr/>
        </p:nvSpPr>
        <p:spPr>
          <a:xfrm>
            <a:off x="3047284" y="2525852"/>
            <a:ext cx="25676" cy="962341"/>
          </a:xfrm>
          <a:prstGeom prst="rect">
            <a:avLst/>
          </a:prstGeom>
          <a:solidFill>
            <a:srgbClr val="3366CC"/>
          </a:solidFill>
          <a:ln w="12700">
            <a:solidFill>
              <a:srgbClr val="3366CC"/>
            </a:solidFill>
            <a:prstDash val="solid"/>
          </a:ln>
        </p:spPr>
      </p:sp>
      <p:sp>
        <p:nvSpPr>
          <p:cNvPr id="69" name="Shape 65"/>
          <p:cNvSpPr/>
          <p:nvPr/>
        </p:nvSpPr>
        <p:spPr>
          <a:xfrm>
            <a:off x="3090077" y="2489892"/>
            <a:ext cx="25676" cy="1034262"/>
          </a:xfrm>
          <a:prstGeom prst="rect">
            <a:avLst/>
          </a:prstGeom>
          <a:solidFill>
            <a:srgbClr val="3366CC"/>
          </a:solidFill>
          <a:ln w="12700">
            <a:solidFill>
              <a:srgbClr val="3366CC"/>
            </a:solidFill>
            <a:prstDash val="solid"/>
          </a:ln>
        </p:spPr>
      </p:sp>
      <p:sp>
        <p:nvSpPr>
          <p:cNvPr id="70" name="Shape 66"/>
          <p:cNvSpPr/>
          <p:nvPr/>
        </p:nvSpPr>
        <p:spPr>
          <a:xfrm>
            <a:off x="3132870" y="2651555"/>
            <a:ext cx="25676" cy="710936"/>
          </a:xfrm>
          <a:prstGeom prst="rect">
            <a:avLst/>
          </a:prstGeom>
          <a:solidFill>
            <a:srgbClr val="3366CC"/>
          </a:solidFill>
          <a:ln w="12700">
            <a:solidFill>
              <a:srgbClr val="3366CC"/>
            </a:solidFill>
            <a:prstDash val="solid"/>
          </a:ln>
        </p:spPr>
      </p:sp>
      <p:sp>
        <p:nvSpPr>
          <p:cNvPr id="71" name="Shape 67"/>
          <p:cNvSpPr/>
          <p:nvPr/>
        </p:nvSpPr>
        <p:spPr>
          <a:xfrm>
            <a:off x="3175663" y="2444374"/>
            <a:ext cx="25676" cy="1125298"/>
          </a:xfrm>
          <a:prstGeom prst="rect">
            <a:avLst/>
          </a:prstGeom>
          <a:solidFill>
            <a:srgbClr val="3366CC"/>
          </a:solidFill>
          <a:ln w="12700">
            <a:solidFill>
              <a:srgbClr val="3366CC"/>
            </a:solidFill>
            <a:prstDash val="solid"/>
          </a:ln>
        </p:spPr>
      </p:sp>
      <p:sp>
        <p:nvSpPr>
          <p:cNvPr id="72" name="Shape 68"/>
          <p:cNvSpPr/>
          <p:nvPr/>
        </p:nvSpPr>
        <p:spPr>
          <a:xfrm>
            <a:off x="3218456" y="2799660"/>
            <a:ext cx="25676" cy="414725"/>
          </a:xfrm>
          <a:prstGeom prst="rect">
            <a:avLst/>
          </a:prstGeom>
          <a:solidFill>
            <a:srgbClr val="3366CC"/>
          </a:solidFill>
          <a:ln w="12700">
            <a:solidFill>
              <a:srgbClr val="3366CC"/>
            </a:solidFill>
            <a:prstDash val="solid"/>
          </a:ln>
        </p:spPr>
      </p:sp>
      <p:sp>
        <p:nvSpPr>
          <p:cNvPr id="73" name="Shape 69"/>
          <p:cNvSpPr/>
          <p:nvPr/>
        </p:nvSpPr>
        <p:spPr>
          <a:xfrm>
            <a:off x="3261249" y="2788846"/>
            <a:ext cx="25676" cy="436354"/>
          </a:xfrm>
          <a:prstGeom prst="rect">
            <a:avLst/>
          </a:prstGeom>
          <a:solidFill>
            <a:srgbClr val="3366CC"/>
          </a:solidFill>
          <a:ln w="12700">
            <a:solidFill>
              <a:srgbClr val="3366CC"/>
            </a:solidFill>
            <a:prstDash val="solid"/>
          </a:ln>
        </p:spPr>
      </p:sp>
      <p:sp>
        <p:nvSpPr>
          <p:cNvPr id="74" name="Shape 70"/>
          <p:cNvSpPr/>
          <p:nvPr/>
        </p:nvSpPr>
        <p:spPr>
          <a:xfrm>
            <a:off x="3304043" y="2635500"/>
            <a:ext cx="25676" cy="743046"/>
          </a:xfrm>
          <a:prstGeom prst="rect">
            <a:avLst/>
          </a:prstGeom>
          <a:solidFill>
            <a:srgbClr val="3366CC"/>
          </a:solidFill>
          <a:ln w="12700">
            <a:solidFill>
              <a:srgbClr val="3366CC"/>
            </a:solidFill>
            <a:prstDash val="solid"/>
          </a:ln>
        </p:spPr>
      </p:sp>
      <p:sp>
        <p:nvSpPr>
          <p:cNvPr id="75" name="Shape 71"/>
          <p:cNvSpPr/>
          <p:nvPr/>
        </p:nvSpPr>
        <p:spPr>
          <a:xfrm>
            <a:off x="3346836" y="2431519"/>
            <a:ext cx="25676" cy="1151008"/>
          </a:xfrm>
          <a:prstGeom prst="rect">
            <a:avLst/>
          </a:prstGeom>
          <a:solidFill>
            <a:srgbClr val="3366CC"/>
          </a:solidFill>
          <a:ln w="12700">
            <a:solidFill>
              <a:srgbClr val="3366CC"/>
            </a:solidFill>
            <a:prstDash val="solid"/>
          </a:ln>
        </p:spPr>
      </p:sp>
      <p:sp>
        <p:nvSpPr>
          <p:cNvPr id="76" name="Shape 72"/>
          <p:cNvSpPr/>
          <p:nvPr/>
        </p:nvSpPr>
        <p:spPr>
          <a:xfrm>
            <a:off x="3389629" y="2779033"/>
            <a:ext cx="25676" cy="455979"/>
          </a:xfrm>
          <a:prstGeom prst="rect">
            <a:avLst/>
          </a:prstGeom>
          <a:solidFill>
            <a:srgbClr val="3366CC"/>
          </a:solidFill>
          <a:ln w="12700">
            <a:solidFill>
              <a:srgbClr val="3366CC"/>
            </a:solidFill>
            <a:prstDash val="solid"/>
          </a:ln>
        </p:spPr>
      </p:sp>
      <p:sp>
        <p:nvSpPr>
          <p:cNvPr id="77" name="Shape 73"/>
          <p:cNvSpPr/>
          <p:nvPr/>
        </p:nvSpPr>
        <p:spPr>
          <a:xfrm>
            <a:off x="3432422" y="2469668"/>
            <a:ext cx="25676" cy="1074709"/>
          </a:xfrm>
          <a:prstGeom prst="rect">
            <a:avLst/>
          </a:prstGeom>
          <a:solidFill>
            <a:srgbClr val="3366CC"/>
          </a:solidFill>
          <a:ln w="12700">
            <a:solidFill>
              <a:srgbClr val="3366CC"/>
            </a:solidFill>
            <a:prstDash val="solid"/>
          </a:ln>
        </p:spPr>
      </p:sp>
      <p:sp>
        <p:nvSpPr>
          <p:cNvPr id="78" name="Shape 74"/>
          <p:cNvSpPr/>
          <p:nvPr/>
        </p:nvSpPr>
        <p:spPr>
          <a:xfrm>
            <a:off x="3475215" y="2533491"/>
            <a:ext cx="25676" cy="947063"/>
          </a:xfrm>
          <a:prstGeom prst="rect">
            <a:avLst/>
          </a:prstGeom>
          <a:solidFill>
            <a:srgbClr val="3366CC"/>
          </a:solidFill>
          <a:ln w="12700">
            <a:solidFill>
              <a:srgbClr val="3366CC"/>
            </a:solidFill>
            <a:prstDash val="solid"/>
          </a:ln>
        </p:spPr>
      </p:sp>
      <p:sp>
        <p:nvSpPr>
          <p:cNvPr id="79" name="Shape 75"/>
          <p:cNvSpPr/>
          <p:nvPr/>
        </p:nvSpPr>
        <p:spPr>
          <a:xfrm>
            <a:off x="3518008" y="2436952"/>
            <a:ext cx="25676" cy="1140142"/>
          </a:xfrm>
          <a:prstGeom prst="rect">
            <a:avLst/>
          </a:prstGeom>
          <a:solidFill>
            <a:srgbClr val="3366CC"/>
          </a:solidFill>
          <a:ln w="12700">
            <a:solidFill>
              <a:srgbClr val="3366CC"/>
            </a:solidFill>
            <a:prstDash val="solid"/>
          </a:ln>
        </p:spPr>
      </p:sp>
      <p:sp>
        <p:nvSpPr>
          <p:cNvPr id="80" name="Shape 76"/>
          <p:cNvSpPr/>
          <p:nvPr/>
        </p:nvSpPr>
        <p:spPr>
          <a:xfrm>
            <a:off x="3560801" y="2650507"/>
            <a:ext cx="25676" cy="713031"/>
          </a:xfrm>
          <a:prstGeom prst="rect">
            <a:avLst/>
          </a:prstGeom>
          <a:solidFill>
            <a:srgbClr val="3366CC"/>
          </a:solidFill>
          <a:ln w="12700">
            <a:solidFill>
              <a:srgbClr val="3366CC"/>
            </a:solidFill>
            <a:prstDash val="solid"/>
          </a:ln>
        </p:spPr>
      </p:sp>
      <p:sp>
        <p:nvSpPr>
          <p:cNvPr id="81" name="Shape 77"/>
          <p:cNvSpPr/>
          <p:nvPr/>
        </p:nvSpPr>
        <p:spPr>
          <a:xfrm>
            <a:off x="3603594" y="2476016"/>
            <a:ext cx="25676" cy="1062014"/>
          </a:xfrm>
          <a:prstGeom prst="rect">
            <a:avLst/>
          </a:prstGeom>
          <a:solidFill>
            <a:srgbClr val="3366CC"/>
          </a:solidFill>
          <a:ln w="12700">
            <a:solidFill>
              <a:srgbClr val="3366CC"/>
            </a:solidFill>
            <a:prstDash val="solid"/>
          </a:ln>
        </p:spPr>
      </p:sp>
      <p:sp>
        <p:nvSpPr>
          <p:cNvPr id="82" name="Shape 78"/>
          <p:cNvSpPr/>
          <p:nvPr/>
        </p:nvSpPr>
        <p:spPr>
          <a:xfrm>
            <a:off x="3646387" y="2466230"/>
            <a:ext cx="25676" cy="1081586"/>
          </a:xfrm>
          <a:prstGeom prst="rect">
            <a:avLst/>
          </a:prstGeom>
          <a:solidFill>
            <a:srgbClr val="3366CC"/>
          </a:solidFill>
          <a:ln w="12700">
            <a:solidFill>
              <a:srgbClr val="3366CC"/>
            </a:solidFill>
            <a:prstDash val="solid"/>
          </a:ln>
        </p:spPr>
      </p:sp>
      <p:sp>
        <p:nvSpPr>
          <p:cNvPr id="83" name="Shape 79"/>
          <p:cNvSpPr/>
          <p:nvPr/>
        </p:nvSpPr>
        <p:spPr>
          <a:xfrm>
            <a:off x="3689180" y="2548455"/>
            <a:ext cx="25676" cy="917136"/>
          </a:xfrm>
          <a:prstGeom prst="rect">
            <a:avLst/>
          </a:prstGeom>
          <a:solidFill>
            <a:srgbClr val="3366CC"/>
          </a:solidFill>
          <a:ln w="12700">
            <a:solidFill>
              <a:srgbClr val="3366CC"/>
            </a:solidFill>
            <a:prstDash val="solid"/>
          </a:ln>
        </p:spPr>
      </p:sp>
      <p:sp>
        <p:nvSpPr>
          <p:cNvPr id="84" name="Shape 80"/>
          <p:cNvSpPr/>
          <p:nvPr/>
        </p:nvSpPr>
        <p:spPr>
          <a:xfrm>
            <a:off x="3731973" y="2518324"/>
            <a:ext cx="25676" cy="977398"/>
          </a:xfrm>
          <a:prstGeom prst="rect">
            <a:avLst/>
          </a:prstGeom>
          <a:solidFill>
            <a:srgbClr val="3366CC"/>
          </a:solidFill>
          <a:ln w="12700">
            <a:solidFill>
              <a:srgbClr val="3366CC"/>
            </a:solidFill>
            <a:prstDash val="solid"/>
          </a:ln>
        </p:spPr>
      </p:sp>
      <p:sp>
        <p:nvSpPr>
          <p:cNvPr id="85" name="Shape 81"/>
          <p:cNvSpPr/>
          <p:nvPr/>
        </p:nvSpPr>
        <p:spPr>
          <a:xfrm>
            <a:off x="3774766" y="2681701"/>
            <a:ext cx="25676" cy="650643"/>
          </a:xfrm>
          <a:prstGeom prst="rect">
            <a:avLst/>
          </a:prstGeom>
          <a:solidFill>
            <a:srgbClr val="3366CC"/>
          </a:solidFill>
          <a:ln w="12700">
            <a:solidFill>
              <a:srgbClr val="3366CC"/>
            </a:solidFill>
            <a:prstDash val="solid"/>
          </a:ln>
        </p:spPr>
      </p:sp>
      <p:sp>
        <p:nvSpPr>
          <p:cNvPr id="86" name="Shape 82"/>
          <p:cNvSpPr/>
          <p:nvPr/>
        </p:nvSpPr>
        <p:spPr>
          <a:xfrm>
            <a:off x="3817559" y="2422743"/>
            <a:ext cx="25676" cy="1168560"/>
          </a:xfrm>
          <a:prstGeom prst="rect">
            <a:avLst/>
          </a:prstGeom>
          <a:solidFill>
            <a:srgbClr val="3366CC"/>
          </a:solidFill>
          <a:ln w="12700">
            <a:solidFill>
              <a:srgbClr val="3366CC"/>
            </a:solidFill>
            <a:prstDash val="solid"/>
          </a:ln>
        </p:spPr>
      </p:sp>
      <p:sp>
        <p:nvSpPr>
          <p:cNvPr id="87" name="Shape 83"/>
          <p:cNvSpPr/>
          <p:nvPr/>
        </p:nvSpPr>
        <p:spPr>
          <a:xfrm>
            <a:off x="3860352" y="2475250"/>
            <a:ext cx="25676" cy="1063546"/>
          </a:xfrm>
          <a:prstGeom prst="rect">
            <a:avLst/>
          </a:prstGeom>
          <a:solidFill>
            <a:srgbClr val="3366CC"/>
          </a:solidFill>
          <a:ln w="12700">
            <a:solidFill>
              <a:srgbClr val="3366CC"/>
            </a:solidFill>
            <a:prstDash val="solid"/>
          </a:ln>
        </p:spPr>
      </p:sp>
      <p:sp>
        <p:nvSpPr>
          <p:cNvPr id="88" name="Shape 84"/>
          <p:cNvSpPr/>
          <p:nvPr/>
        </p:nvSpPr>
        <p:spPr>
          <a:xfrm>
            <a:off x="3903145" y="2453805"/>
            <a:ext cx="25676" cy="1106435"/>
          </a:xfrm>
          <a:prstGeom prst="rect">
            <a:avLst/>
          </a:prstGeom>
          <a:solidFill>
            <a:srgbClr val="3366CC"/>
          </a:solidFill>
          <a:ln w="12700">
            <a:solidFill>
              <a:srgbClr val="3366CC"/>
            </a:solidFill>
            <a:prstDash val="solid"/>
          </a:ln>
        </p:spPr>
      </p:sp>
      <p:sp>
        <p:nvSpPr>
          <p:cNvPr id="89" name="Shape 85"/>
          <p:cNvSpPr/>
          <p:nvPr/>
        </p:nvSpPr>
        <p:spPr>
          <a:xfrm>
            <a:off x="3945938" y="2532602"/>
            <a:ext cx="25676" cy="948842"/>
          </a:xfrm>
          <a:prstGeom prst="rect">
            <a:avLst/>
          </a:prstGeom>
          <a:solidFill>
            <a:srgbClr val="3366CC"/>
          </a:solidFill>
          <a:ln w="12700">
            <a:solidFill>
              <a:srgbClr val="3366CC"/>
            </a:solidFill>
            <a:prstDash val="solid"/>
          </a:ln>
        </p:spPr>
      </p:sp>
      <p:sp>
        <p:nvSpPr>
          <p:cNvPr id="90" name="Shape 86"/>
          <p:cNvSpPr/>
          <p:nvPr/>
        </p:nvSpPr>
        <p:spPr>
          <a:xfrm>
            <a:off x="3988731" y="2606026"/>
            <a:ext cx="25676" cy="801994"/>
          </a:xfrm>
          <a:prstGeom prst="rect">
            <a:avLst/>
          </a:prstGeom>
          <a:solidFill>
            <a:srgbClr val="3366CC"/>
          </a:solidFill>
          <a:ln w="12700">
            <a:solidFill>
              <a:srgbClr val="3366CC"/>
            </a:solidFill>
            <a:prstDash val="solid"/>
          </a:ln>
        </p:spPr>
      </p:sp>
      <p:sp>
        <p:nvSpPr>
          <p:cNvPr id="91" name="Shape 87"/>
          <p:cNvSpPr/>
          <p:nvPr/>
        </p:nvSpPr>
        <p:spPr>
          <a:xfrm>
            <a:off x="4031524" y="2486169"/>
            <a:ext cx="25676" cy="1041707"/>
          </a:xfrm>
          <a:prstGeom prst="rect">
            <a:avLst/>
          </a:prstGeom>
          <a:solidFill>
            <a:srgbClr val="3366CC"/>
          </a:solidFill>
          <a:ln w="12700">
            <a:solidFill>
              <a:srgbClr val="3366CC"/>
            </a:solidFill>
            <a:prstDash val="solid"/>
          </a:ln>
        </p:spPr>
      </p:sp>
      <p:sp>
        <p:nvSpPr>
          <p:cNvPr id="92" name="Shape 88"/>
          <p:cNvSpPr/>
          <p:nvPr/>
        </p:nvSpPr>
        <p:spPr>
          <a:xfrm>
            <a:off x="4074317" y="2692867"/>
            <a:ext cx="25676" cy="628312"/>
          </a:xfrm>
          <a:prstGeom prst="rect">
            <a:avLst/>
          </a:prstGeom>
          <a:solidFill>
            <a:srgbClr val="3366CC"/>
          </a:solidFill>
          <a:ln w="12700">
            <a:solidFill>
              <a:srgbClr val="3366CC"/>
            </a:solidFill>
            <a:prstDash val="solid"/>
          </a:ln>
        </p:spPr>
      </p:sp>
      <p:sp>
        <p:nvSpPr>
          <p:cNvPr id="93" name="Shape 89"/>
          <p:cNvSpPr/>
          <p:nvPr/>
        </p:nvSpPr>
        <p:spPr>
          <a:xfrm>
            <a:off x="4117111" y="2725486"/>
            <a:ext cx="25676" cy="563074"/>
          </a:xfrm>
          <a:prstGeom prst="rect">
            <a:avLst/>
          </a:prstGeom>
          <a:solidFill>
            <a:srgbClr val="3366CC"/>
          </a:solidFill>
          <a:ln w="12700">
            <a:solidFill>
              <a:srgbClr val="3366CC"/>
            </a:solidFill>
            <a:prstDash val="solid"/>
          </a:ln>
        </p:spPr>
      </p:sp>
      <p:sp>
        <p:nvSpPr>
          <p:cNvPr id="94" name="Shape 90"/>
          <p:cNvSpPr/>
          <p:nvPr/>
        </p:nvSpPr>
        <p:spPr>
          <a:xfrm>
            <a:off x="4159904" y="2593628"/>
            <a:ext cx="25676" cy="826790"/>
          </a:xfrm>
          <a:prstGeom prst="rect">
            <a:avLst/>
          </a:prstGeom>
          <a:solidFill>
            <a:srgbClr val="3366CC"/>
          </a:solidFill>
          <a:ln w="12700">
            <a:solidFill>
              <a:srgbClr val="3366CC"/>
            </a:solidFill>
            <a:prstDash val="solid"/>
          </a:ln>
        </p:spPr>
      </p:sp>
      <p:sp>
        <p:nvSpPr>
          <p:cNvPr id="95" name="Shape 91"/>
          <p:cNvSpPr/>
          <p:nvPr/>
        </p:nvSpPr>
        <p:spPr>
          <a:xfrm>
            <a:off x="4202697" y="2718372"/>
            <a:ext cx="25676" cy="577301"/>
          </a:xfrm>
          <a:prstGeom prst="rect">
            <a:avLst/>
          </a:prstGeom>
          <a:solidFill>
            <a:srgbClr val="3366CC"/>
          </a:solidFill>
          <a:ln w="12700">
            <a:solidFill>
              <a:srgbClr val="3366CC"/>
            </a:solidFill>
            <a:prstDash val="solid"/>
          </a:ln>
        </p:spPr>
      </p:sp>
      <p:sp>
        <p:nvSpPr>
          <p:cNvPr id="96" name="Shape 92"/>
          <p:cNvSpPr/>
          <p:nvPr/>
        </p:nvSpPr>
        <p:spPr>
          <a:xfrm>
            <a:off x="4245490" y="2648465"/>
            <a:ext cx="25676" cy="717115"/>
          </a:xfrm>
          <a:prstGeom prst="rect">
            <a:avLst/>
          </a:prstGeom>
          <a:solidFill>
            <a:srgbClr val="3366CC"/>
          </a:solidFill>
          <a:ln w="12700">
            <a:solidFill>
              <a:srgbClr val="3366CC"/>
            </a:solidFill>
            <a:prstDash val="solid"/>
          </a:ln>
        </p:spPr>
      </p:sp>
      <p:sp>
        <p:nvSpPr>
          <p:cNvPr id="97" name="Shape 93"/>
          <p:cNvSpPr/>
          <p:nvPr/>
        </p:nvSpPr>
        <p:spPr>
          <a:xfrm>
            <a:off x="4288283" y="2591016"/>
            <a:ext cx="25676" cy="832013"/>
          </a:xfrm>
          <a:prstGeom prst="rect">
            <a:avLst/>
          </a:prstGeom>
          <a:solidFill>
            <a:srgbClr val="3366CC"/>
          </a:solidFill>
          <a:ln w="12700">
            <a:solidFill>
              <a:srgbClr val="3366CC"/>
            </a:solidFill>
            <a:prstDash val="solid"/>
          </a:ln>
        </p:spPr>
      </p:sp>
      <p:sp>
        <p:nvSpPr>
          <p:cNvPr id="98" name="Shape 94"/>
          <p:cNvSpPr/>
          <p:nvPr/>
        </p:nvSpPr>
        <p:spPr>
          <a:xfrm>
            <a:off x="4331076" y="2423954"/>
            <a:ext cx="25676" cy="1166137"/>
          </a:xfrm>
          <a:prstGeom prst="rect">
            <a:avLst/>
          </a:prstGeom>
          <a:solidFill>
            <a:srgbClr val="3366CC"/>
          </a:solidFill>
          <a:ln w="12700">
            <a:solidFill>
              <a:srgbClr val="3366CC"/>
            </a:solidFill>
            <a:prstDash val="solid"/>
          </a:ln>
        </p:spPr>
      </p:sp>
      <p:sp>
        <p:nvSpPr>
          <p:cNvPr id="99" name="Shape 95"/>
          <p:cNvSpPr/>
          <p:nvPr/>
        </p:nvSpPr>
        <p:spPr>
          <a:xfrm>
            <a:off x="4373869" y="2634195"/>
            <a:ext cx="25676" cy="745656"/>
          </a:xfrm>
          <a:prstGeom prst="rect">
            <a:avLst/>
          </a:prstGeom>
          <a:solidFill>
            <a:srgbClr val="3366CC"/>
          </a:solidFill>
          <a:ln w="12700">
            <a:solidFill>
              <a:srgbClr val="3366CC"/>
            </a:solidFill>
            <a:prstDash val="solid"/>
          </a:ln>
        </p:spPr>
      </p:sp>
      <p:sp>
        <p:nvSpPr>
          <p:cNvPr id="100" name="Shape 96"/>
          <p:cNvSpPr/>
          <p:nvPr/>
        </p:nvSpPr>
        <p:spPr>
          <a:xfrm>
            <a:off x="4416662" y="2737565"/>
            <a:ext cx="25676" cy="538915"/>
          </a:xfrm>
          <a:prstGeom prst="rect">
            <a:avLst/>
          </a:prstGeom>
          <a:solidFill>
            <a:srgbClr val="3366CC"/>
          </a:solidFill>
          <a:ln w="12700">
            <a:solidFill>
              <a:srgbClr val="3366CC"/>
            </a:solidFill>
            <a:prstDash val="solid"/>
          </a:ln>
        </p:spPr>
      </p:sp>
      <p:sp>
        <p:nvSpPr>
          <p:cNvPr id="101" name="Shape 97"/>
          <p:cNvSpPr/>
          <p:nvPr/>
        </p:nvSpPr>
        <p:spPr>
          <a:xfrm>
            <a:off x="4459455" y="2513239"/>
            <a:ext cx="25676" cy="987567"/>
          </a:xfrm>
          <a:prstGeom prst="rect">
            <a:avLst/>
          </a:prstGeom>
          <a:solidFill>
            <a:srgbClr val="3366CC"/>
          </a:solidFill>
          <a:ln w="12700">
            <a:solidFill>
              <a:srgbClr val="3366CC"/>
            </a:solidFill>
            <a:prstDash val="solid"/>
          </a:ln>
        </p:spPr>
      </p:sp>
      <p:sp>
        <p:nvSpPr>
          <p:cNvPr id="102" name="Shape 98"/>
          <p:cNvSpPr/>
          <p:nvPr/>
        </p:nvSpPr>
        <p:spPr>
          <a:xfrm>
            <a:off x="4502248" y="2497510"/>
            <a:ext cx="25676" cy="1019026"/>
          </a:xfrm>
          <a:prstGeom prst="rect">
            <a:avLst/>
          </a:prstGeom>
          <a:solidFill>
            <a:srgbClr val="3366CC"/>
          </a:solidFill>
          <a:ln w="12700">
            <a:solidFill>
              <a:srgbClr val="3366CC"/>
            </a:solidFill>
            <a:prstDash val="solid"/>
          </a:ln>
        </p:spPr>
      </p:sp>
      <p:sp>
        <p:nvSpPr>
          <p:cNvPr id="103" name="Shape 99"/>
          <p:cNvSpPr/>
          <p:nvPr/>
        </p:nvSpPr>
        <p:spPr>
          <a:xfrm>
            <a:off x="4545041" y="2403714"/>
            <a:ext cx="25676" cy="1206618"/>
          </a:xfrm>
          <a:prstGeom prst="rect">
            <a:avLst/>
          </a:prstGeom>
          <a:solidFill>
            <a:srgbClr val="3366CC"/>
          </a:solidFill>
          <a:ln w="12700">
            <a:solidFill>
              <a:srgbClr val="3366CC"/>
            </a:solidFill>
            <a:prstDash val="solid"/>
          </a:ln>
        </p:spPr>
      </p:sp>
      <p:sp>
        <p:nvSpPr>
          <p:cNvPr id="104" name="Shape 100"/>
          <p:cNvSpPr/>
          <p:nvPr/>
        </p:nvSpPr>
        <p:spPr>
          <a:xfrm>
            <a:off x="4587834" y="2801062"/>
            <a:ext cx="25676" cy="411921"/>
          </a:xfrm>
          <a:prstGeom prst="rect">
            <a:avLst/>
          </a:prstGeom>
          <a:solidFill>
            <a:srgbClr val="3366CC"/>
          </a:solidFill>
          <a:ln w="12700">
            <a:solidFill>
              <a:srgbClr val="3366CC"/>
            </a:solidFill>
            <a:prstDash val="solid"/>
          </a:ln>
        </p:spPr>
      </p:sp>
      <p:sp>
        <p:nvSpPr>
          <p:cNvPr id="105" name="Shape 101"/>
          <p:cNvSpPr/>
          <p:nvPr/>
        </p:nvSpPr>
        <p:spPr>
          <a:xfrm>
            <a:off x="4630627" y="2497641"/>
            <a:ext cx="25676" cy="1018763"/>
          </a:xfrm>
          <a:prstGeom prst="rect">
            <a:avLst/>
          </a:prstGeom>
          <a:solidFill>
            <a:srgbClr val="3366CC"/>
          </a:solidFill>
          <a:ln w="12700">
            <a:solidFill>
              <a:srgbClr val="3366CC"/>
            </a:solidFill>
            <a:prstDash val="solid"/>
          </a:ln>
        </p:spPr>
      </p:sp>
      <p:sp>
        <p:nvSpPr>
          <p:cNvPr id="106" name="Shape 102"/>
          <p:cNvSpPr/>
          <p:nvPr/>
        </p:nvSpPr>
        <p:spPr>
          <a:xfrm>
            <a:off x="4673420" y="2737485"/>
            <a:ext cx="25676" cy="539075"/>
          </a:xfrm>
          <a:prstGeom prst="rect">
            <a:avLst/>
          </a:prstGeom>
          <a:solidFill>
            <a:srgbClr val="3366CC"/>
          </a:solidFill>
          <a:ln w="12700">
            <a:solidFill>
              <a:srgbClr val="3366CC"/>
            </a:solidFill>
            <a:prstDash val="solid"/>
          </a:ln>
        </p:spPr>
      </p:sp>
      <p:sp>
        <p:nvSpPr>
          <p:cNvPr id="107" name="Shape 103"/>
          <p:cNvSpPr/>
          <p:nvPr/>
        </p:nvSpPr>
        <p:spPr>
          <a:xfrm>
            <a:off x="4716213" y="2657862"/>
            <a:ext cx="25676" cy="698321"/>
          </a:xfrm>
          <a:prstGeom prst="rect">
            <a:avLst/>
          </a:prstGeom>
          <a:solidFill>
            <a:srgbClr val="3366CC"/>
          </a:solidFill>
          <a:ln w="12700">
            <a:solidFill>
              <a:srgbClr val="3366CC"/>
            </a:solidFill>
            <a:prstDash val="solid"/>
          </a:ln>
        </p:spPr>
      </p:sp>
      <p:sp>
        <p:nvSpPr>
          <p:cNvPr id="108" name="Shape 104"/>
          <p:cNvSpPr/>
          <p:nvPr/>
        </p:nvSpPr>
        <p:spPr>
          <a:xfrm>
            <a:off x="4759006" y="2449424"/>
            <a:ext cx="25676" cy="1115198"/>
          </a:xfrm>
          <a:prstGeom prst="rect">
            <a:avLst/>
          </a:prstGeom>
          <a:solidFill>
            <a:srgbClr val="3366CC"/>
          </a:solidFill>
          <a:ln w="12700">
            <a:solidFill>
              <a:srgbClr val="3366CC"/>
            </a:solidFill>
            <a:prstDash val="solid"/>
          </a:ln>
        </p:spPr>
      </p:sp>
      <p:sp>
        <p:nvSpPr>
          <p:cNvPr id="109" name="Shape 105"/>
          <p:cNvSpPr/>
          <p:nvPr/>
        </p:nvSpPr>
        <p:spPr>
          <a:xfrm>
            <a:off x="4801799" y="2664922"/>
            <a:ext cx="25676" cy="684201"/>
          </a:xfrm>
          <a:prstGeom prst="rect">
            <a:avLst/>
          </a:prstGeom>
          <a:solidFill>
            <a:srgbClr val="3366CC"/>
          </a:solidFill>
          <a:ln w="12700">
            <a:solidFill>
              <a:srgbClr val="3366CC"/>
            </a:solidFill>
            <a:prstDash val="solid"/>
          </a:ln>
        </p:spPr>
      </p:sp>
      <p:sp>
        <p:nvSpPr>
          <p:cNvPr id="110" name="Shape 106"/>
          <p:cNvSpPr/>
          <p:nvPr/>
        </p:nvSpPr>
        <p:spPr>
          <a:xfrm>
            <a:off x="4844592" y="2787266"/>
            <a:ext cx="25676" cy="439512"/>
          </a:xfrm>
          <a:prstGeom prst="rect">
            <a:avLst/>
          </a:prstGeom>
          <a:solidFill>
            <a:srgbClr val="3366CC"/>
          </a:solidFill>
          <a:ln w="12700">
            <a:solidFill>
              <a:srgbClr val="3366CC"/>
            </a:solidFill>
            <a:prstDash val="solid"/>
          </a:ln>
        </p:spPr>
      </p:sp>
      <p:sp>
        <p:nvSpPr>
          <p:cNvPr id="111" name="Shape 107"/>
          <p:cNvSpPr/>
          <p:nvPr/>
        </p:nvSpPr>
        <p:spPr>
          <a:xfrm>
            <a:off x="4887385" y="2612089"/>
            <a:ext cx="25676" cy="789867"/>
          </a:xfrm>
          <a:prstGeom prst="rect">
            <a:avLst/>
          </a:prstGeom>
          <a:solidFill>
            <a:srgbClr val="3366CC"/>
          </a:solidFill>
          <a:ln w="12700">
            <a:solidFill>
              <a:srgbClr val="3366CC"/>
            </a:solidFill>
            <a:prstDash val="solid"/>
          </a:ln>
        </p:spPr>
      </p:sp>
      <p:sp>
        <p:nvSpPr>
          <p:cNvPr id="112" name="Shape 108"/>
          <p:cNvSpPr/>
          <p:nvPr/>
        </p:nvSpPr>
        <p:spPr>
          <a:xfrm>
            <a:off x="4930178" y="2445256"/>
            <a:ext cx="25676" cy="1123534"/>
          </a:xfrm>
          <a:prstGeom prst="rect">
            <a:avLst/>
          </a:prstGeom>
          <a:solidFill>
            <a:srgbClr val="3366CC"/>
          </a:solidFill>
          <a:ln w="12700">
            <a:solidFill>
              <a:srgbClr val="3366CC"/>
            </a:solidFill>
            <a:prstDash val="solid"/>
          </a:ln>
        </p:spPr>
      </p:sp>
      <p:sp>
        <p:nvSpPr>
          <p:cNvPr id="113" name="Shape 109"/>
          <p:cNvSpPr/>
          <p:nvPr/>
        </p:nvSpPr>
        <p:spPr>
          <a:xfrm>
            <a:off x="4972972" y="2956235"/>
            <a:ext cx="25676" cy="101576"/>
          </a:xfrm>
          <a:prstGeom prst="rect">
            <a:avLst/>
          </a:prstGeom>
          <a:solidFill>
            <a:srgbClr val="3366CC"/>
          </a:solidFill>
          <a:ln w="12700">
            <a:solidFill>
              <a:srgbClr val="3366CC"/>
            </a:solidFill>
            <a:prstDash val="solid"/>
          </a:ln>
        </p:spPr>
      </p:sp>
      <p:sp>
        <p:nvSpPr>
          <p:cNvPr id="114" name="Shape 110"/>
          <p:cNvSpPr/>
          <p:nvPr/>
        </p:nvSpPr>
        <p:spPr>
          <a:xfrm>
            <a:off x="5015765" y="2956235"/>
            <a:ext cx="25676" cy="101576"/>
          </a:xfrm>
          <a:prstGeom prst="rect">
            <a:avLst/>
          </a:prstGeom>
          <a:solidFill>
            <a:srgbClr val="3366CC"/>
          </a:solidFill>
          <a:ln w="12700">
            <a:solidFill>
              <a:srgbClr val="3366CC"/>
            </a:solidFill>
            <a:prstDash val="solid"/>
          </a:ln>
        </p:spPr>
      </p:sp>
      <p:sp>
        <p:nvSpPr>
          <p:cNvPr id="115" name="Shape 111"/>
          <p:cNvSpPr/>
          <p:nvPr/>
        </p:nvSpPr>
        <p:spPr>
          <a:xfrm>
            <a:off x="5058558" y="2956235"/>
            <a:ext cx="25676" cy="101576"/>
          </a:xfrm>
          <a:prstGeom prst="rect">
            <a:avLst/>
          </a:prstGeom>
          <a:solidFill>
            <a:srgbClr val="3366CC"/>
          </a:solidFill>
          <a:ln w="12700">
            <a:solidFill>
              <a:srgbClr val="3366CC"/>
            </a:solidFill>
            <a:prstDash val="solid"/>
          </a:ln>
        </p:spPr>
      </p:sp>
      <p:sp>
        <p:nvSpPr>
          <p:cNvPr id="116" name="Shape 112"/>
          <p:cNvSpPr/>
          <p:nvPr/>
        </p:nvSpPr>
        <p:spPr>
          <a:xfrm>
            <a:off x="5101351" y="2956235"/>
            <a:ext cx="25676" cy="101576"/>
          </a:xfrm>
          <a:prstGeom prst="rect">
            <a:avLst/>
          </a:prstGeom>
          <a:solidFill>
            <a:srgbClr val="3366CC"/>
          </a:solidFill>
          <a:ln w="12700">
            <a:solidFill>
              <a:srgbClr val="3366CC"/>
            </a:solidFill>
            <a:prstDash val="solid"/>
          </a:ln>
        </p:spPr>
      </p:sp>
      <p:sp>
        <p:nvSpPr>
          <p:cNvPr id="117" name="Shape 113"/>
          <p:cNvSpPr/>
          <p:nvPr/>
        </p:nvSpPr>
        <p:spPr>
          <a:xfrm>
            <a:off x="1508028" y="2997879"/>
            <a:ext cx="194383" cy="18288"/>
          </a:xfrm>
          <a:prstGeom prst="rect">
            <a:avLst/>
          </a:prstGeom>
          <a:solidFill>
            <a:srgbClr val="3366CC"/>
          </a:solidFill>
          <a:ln w="12700">
            <a:solidFill>
              <a:srgbClr val="3366CC"/>
            </a:solidFill>
            <a:prstDash val="solid"/>
          </a:ln>
        </p:spPr>
      </p:sp>
      <p:sp>
        <p:nvSpPr>
          <p:cNvPr id="118" name="Shape 114"/>
          <p:cNvSpPr/>
          <p:nvPr/>
        </p:nvSpPr>
        <p:spPr>
          <a:xfrm>
            <a:off x="5162432" y="2997879"/>
            <a:ext cx="233260" cy="18288"/>
          </a:xfrm>
          <a:prstGeom prst="rect">
            <a:avLst/>
          </a:prstGeom>
          <a:solidFill>
            <a:srgbClr val="3366CC"/>
          </a:solidFill>
          <a:ln w="12700">
            <a:solidFill>
              <a:srgbClr val="3366CC"/>
            </a:solidFill>
            <a:prstDash val="solid"/>
          </a:ln>
        </p:spPr>
      </p:sp>
      <p:sp>
        <p:nvSpPr>
          <p:cNvPr id="119" name="Shape 115"/>
          <p:cNvSpPr/>
          <p:nvPr/>
        </p:nvSpPr>
        <p:spPr>
          <a:xfrm>
            <a:off x="1023396" y="1661552"/>
            <a:ext cx="329184" cy="329184"/>
          </a:xfrm>
          <a:prstGeom prst="roundRect">
            <a:avLst>
              <a:gd name="adj" fmla="val 13889"/>
            </a:avLst>
          </a:prstGeom>
          <a:solidFill>
            <a:srgbClr val="FFFFFF">
              <a:alpha val="0"/>
            </a:srgbClr>
          </a:solidFill>
          <a:ln w="31750">
            <a:solidFill>
              <a:srgbClr val="E53935"/>
            </a:solidFill>
            <a:prstDash val="solid"/>
          </a:ln>
        </p:spPr>
      </p:sp>
      <p:sp>
        <p:nvSpPr>
          <p:cNvPr id="120" name="Shape 116"/>
          <p:cNvSpPr/>
          <p:nvPr/>
        </p:nvSpPr>
        <p:spPr>
          <a:xfrm>
            <a:off x="1215420" y="1524392"/>
            <a:ext cx="274320" cy="274320"/>
          </a:xfrm>
          <a:prstGeom prst="ellipse">
            <a:avLst/>
          </a:prstGeom>
          <a:solidFill>
            <a:srgbClr val="E53935"/>
          </a:solidFill>
          <a:ln w="12700">
            <a:solidFill>
              <a:srgbClr val="FFFFFF"/>
            </a:solidFill>
            <a:prstDash val="solid"/>
          </a:ln>
        </p:spPr>
      </p:sp>
      <p:sp>
        <p:nvSpPr>
          <p:cNvPr id="121" name="Text 117"/>
          <p:cNvSpPr txBox="1"/>
          <p:nvPr/>
        </p:nvSpPr>
        <p:spPr>
          <a:xfrm>
            <a:off x="1215420" y="15243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122" name="Image 2" descr="preencoded.png">    </p:cNvPr>
          <p:cNvPicPr>
            <a:picLocks noChangeAspect="1"/>
          </p:cNvPicPr>
          <p:nvPr/>
        </p:nvPicPr>
        <p:blipFill>
          <a:blip r:embed="rId3"/>
          <a:stretch>
            <a:fillRect/>
          </a:stretch>
        </p:blipFill>
        <p:spPr>
          <a:xfrm>
            <a:off x="1201704" y="1839860"/>
            <a:ext cx="237744" cy="237744"/>
          </a:xfrm>
          <a:prstGeom prst="rect">
            <a:avLst/>
          </a:prstGeom>
        </p:spPr>
      </p:pic>
      <p:sp>
        <p:nvSpPr>
          <p:cNvPr id="123" name="Text 11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24" name="Text 11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Dengarkan seluruh rekaman</a:t>
            </a:r>
            <a:endParaRPr lang="en-US" sz="1800" dirty="0"/>
          </a:p>
        </p:txBody>
      </p:sp>
      <p:sp>
        <p:nvSpPr>
          <p:cNvPr id="125" name="Text 12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Play (segitiga hijau). Dengarkan sambil memperhatikan gelombang. Catat detik ke berapa ada salah ucap.</a:t>
            </a:r>
            <a:endParaRPr lang="en-US" sz="1300" dirty="0"/>
          </a:p>
        </p:txBody>
      </p:sp>
      <p:sp>
        <p:nvSpPr>
          <p:cNvPr id="126" name="Shape 12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127" name="Image 3" descr="preencoded.png">    </p:cNvPr>
          <p:cNvPicPr>
            <a:picLocks noChangeAspect="1"/>
          </p:cNvPicPr>
          <p:nvPr/>
        </p:nvPicPr>
        <p:blipFill>
          <a:blip r:embed="rId4"/>
          <a:stretch>
            <a:fillRect/>
          </a:stretch>
        </p:blipFill>
        <p:spPr>
          <a:xfrm>
            <a:off x="6108192" y="3721608"/>
            <a:ext cx="201168" cy="201168"/>
          </a:xfrm>
          <a:prstGeom prst="rect">
            <a:avLst/>
          </a:prstGeom>
        </p:spPr>
      </p:pic>
      <p:sp>
        <p:nvSpPr>
          <p:cNvPr id="128" name="Text 12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Tekan Spasi untuk Play dan Stop dengan cepat.</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Memotong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663510"/>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Nasihat_Ahmad - Audacity</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Text 18"/>
          <p:cNvSpPr txBox="1"/>
          <p:nvPr/>
        </p:nvSpPr>
        <p:spPr>
          <a:xfrm>
            <a:off x="730788" y="1432952"/>
            <a:ext cx="32004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File   Edit   Select   View   Effect   Help</a:t>
            </a:r>
            <a:endParaRPr lang="en-US" sz="700" dirty="0"/>
          </a:p>
        </p:txBody>
      </p:sp>
      <p:sp>
        <p:nvSpPr>
          <p:cNvPr id="23" name="Shape 19"/>
          <p:cNvSpPr/>
          <p:nvPr/>
        </p:nvSpPr>
        <p:spPr>
          <a:xfrm>
            <a:off x="639348" y="1634120"/>
            <a:ext cx="4847783" cy="384048"/>
          </a:xfrm>
          <a:prstGeom prst="rect">
            <a:avLst/>
          </a:prstGeom>
          <a:solidFill>
            <a:srgbClr val="E8E8E8"/>
          </a:solidFill>
          <a:ln w="12700">
            <a:solidFill>
              <a:srgbClr val="E8E8E8"/>
            </a:solidFill>
            <a:prstDash val="solid"/>
          </a:ln>
        </p:spPr>
      </p:sp>
      <p:sp>
        <p:nvSpPr>
          <p:cNvPr id="24" name="Shape 20"/>
          <p:cNvSpPr/>
          <p:nvPr/>
        </p:nvSpPr>
        <p:spPr>
          <a:xfrm>
            <a:off x="730788" y="1688984"/>
            <a:ext cx="274320" cy="274320"/>
          </a:xfrm>
          <a:prstGeom prst="roundRect">
            <a:avLst>
              <a:gd name="adj" fmla="val 13333"/>
            </a:avLst>
          </a:prstGeom>
          <a:solidFill>
            <a:srgbClr val="FFFFFF"/>
          </a:solidFill>
          <a:ln w="6350">
            <a:solidFill>
              <a:srgbClr val="AAAAAA"/>
            </a:solidFill>
            <a:prstDash val="solid"/>
          </a:ln>
        </p:spPr>
      </p:sp>
      <p:sp>
        <p:nvSpPr>
          <p:cNvPr id="25" name="Shape 21"/>
          <p:cNvSpPr/>
          <p:nvPr/>
        </p:nvSpPr>
        <p:spPr>
          <a:xfrm>
            <a:off x="813084" y="1752992"/>
            <a:ext cx="36576" cy="146304"/>
          </a:xfrm>
          <a:prstGeom prst="rect">
            <a:avLst/>
          </a:prstGeom>
          <a:solidFill>
            <a:srgbClr val="2A62C9"/>
          </a:solidFill>
          <a:ln w="12700">
            <a:solidFill>
              <a:srgbClr val="2A62C9"/>
            </a:solidFill>
            <a:prstDash val="solid"/>
          </a:ln>
        </p:spPr>
      </p:sp>
      <p:sp>
        <p:nvSpPr>
          <p:cNvPr id="26" name="Shape 22"/>
          <p:cNvSpPr/>
          <p:nvPr/>
        </p:nvSpPr>
        <p:spPr>
          <a:xfrm>
            <a:off x="886236" y="1752992"/>
            <a:ext cx="36576" cy="146304"/>
          </a:xfrm>
          <a:prstGeom prst="rect">
            <a:avLst/>
          </a:prstGeom>
          <a:solidFill>
            <a:srgbClr val="2A62C9"/>
          </a:solidFill>
          <a:ln w="12700">
            <a:solidFill>
              <a:srgbClr val="2A62C9"/>
            </a:solidFill>
            <a:prstDash val="solid"/>
          </a:ln>
        </p:spPr>
      </p:sp>
      <p:sp>
        <p:nvSpPr>
          <p:cNvPr id="27" name="Shape 23"/>
          <p:cNvSpPr/>
          <p:nvPr/>
        </p:nvSpPr>
        <p:spPr>
          <a:xfrm>
            <a:off x="1050828" y="1688984"/>
            <a:ext cx="274320" cy="274320"/>
          </a:xfrm>
          <a:prstGeom prst="roundRect">
            <a:avLst>
              <a:gd name="adj" fmla="val 13333"/>
            </a:avLst>
          </a:prstGeom>
          <a:solidFill>
            <a:srgbClr val="FFFFFF"/>
          </a:solidFill>
          <a:ln w="6350">
            <a:solidFill>
              <a:srgbClr val="AAAAAA"/>
            </a:solidFill>
            <a:prstDash val="solid"/>
          </a:ln>
        </p:spPr>
      </p:sp>
      <p:sp>
        <p:nvSpPr>
          <p:cNvPr id="28" name="Shape 24"/>
          <p:cNvSpPr/>
          <p:nvPr/>
        </p:nvSpPr>
        <p:spPr>
          <a:xfrm rot="5400000">
            <a:off x="1123980" y="1752992"/>
            <a:ext cx="146304" cy="146304"/>
          </a:xfrm>
          <a:prstGeom prst="triangle">
            <a:avLst/>
          </a:prstGeom>
          <a:solidFill>
            <a:srgbClr val="2E8B57"/>
          </a:solidFill>
          <a:ln/>
        </p:spPr>
      </p:sp>
      <p:sp>
        <p:nvSpPr>
          <p:cNvPr id="29" name="Shape 25"/>
          <p:cNvSpPr/>
          <p:nvPr/>
        </p:nvSpPr>
        <p:spPr>
          <a:xfrm>
            <a:off x="1370868" y="1688984"/>
            <a:ext cx="274320" cy="274320"/>
          </a:xfrm>
          <a:prstGeom prst="roundRect">
            <a:avLst>
              <a:gd name="adj" fmla="val 13333"/>
            </a:avLst>
          </a:prstGeom>
          <a:solidFill>
            <a:srgbClr val="FFFFFF"/>
          </a:solidFill>
          <a:ln w="6350">
            <a:solidFill>
              <a:srgbClr val="AAAAAA"/>
            </a:solidFill>
            <a:prstDash val="solid"/>
          </a:ln>
        </p:spPr>
      </p:sp>
      <p:sp>
        <p:nvSpPr>
          <p:cNvPr id="30" name="Shape 26"/>
          <p:cNvSpPr/>
          <p:nvPr/>
        </p:nvSpPr>
        <p:spPr>
          <a:xfrm>
            <a:off x="1444020" y="1762136"/>
            <a:ext cx="128016" cy="128016"/>
          </a:xfrm>
          <a:prstGeom prst="rect">
            <a:avLst/>
          </a:prstGeom>
          <a:solidFill>
            <a:srgbClr val="222222"/>
          </a:solidFill>
          <a:ln w="12700">
            <a:solidFill>
              <a:srgbClr val="222222"/>
            </a:solidFill>
            <a:prstDash val="solid"/>
          </a:ln>
        </p:spPr>
      </p:sp>
      <p:sp>
        <p:nvSpPr>
          <p:cNvPr id="31" name="Shape 27"/>
          <p:cNvSpPr/>
          <p:nvPr/>
        </p:nvSpPr>
        <p:spPr>
          <a:xfrm>
            <a:off x="1690908" y="1688984"/>
            <a:ext cx="274320" cy="274320"/>
          </a:xfrm>
          <a:prstGeom prst="roundRect">
            <a:avLst>
              <a:gd name="adj" fmla="val 13333"/>
            </a:avLst>
          </a:prstGeom>
          <a:solidFill>
            <a:srgbClr val="FFFFFF"/>
          </a:solidFill>
          <a:ln w="6350">
            <a:solidFill>
              <a:srgbClr val="AAAAAA"/>
            </a:solidFill>
            <a:prstDash val="solid"/>
          </a:ln>
        </p:spPr>
      </p:sp>
      <p:sp>
        <p:nvSpPr>
          <p:cNvPr id="32" name="Shape 28"/>
          <p:cNvSpPr/>
          <p:nvPr/>
        </p:nvSpPr>
        <p:spPr>
          <a:xfrm>
            <a:off x="1754916" y="1752992"/>
            <a:ext cx="146304" cy="146304"/>
          </a:xfrm>
          <a:prstGeom prst="ellipse">
            <a:avLst/>
          </a:prstGeom>
          <a:solidFill>
            <a:srgbClr val="C62828"/>
          </a:solidFill>
          <a:ln/>
        </p:spPr>
      </p:sp>
      <p:sp>
        <p:nvSpPr>
          <p:cNvPr id="33" name="Text 29"/>
          <p:cNvSpPr txBox="1"/>
          <p:nvPr/>
        </p:nvSpPr>
        <p:spPr>
          <a:xfrm>
            <a:off x="1508028" y="2054744"/>
            <a:ext cx="3841943" cy="137160"/>
          </a:xfrm>
          <a:prstGeom prst="rect">
            <a:avLst/>
          </a:prstGeom>
          <a:noFill/>
          <a:ln/>
        </p:spPr>
        <p:txBody>
          <a:bodyPr wrap="square" lIns="0" tIns="0" rIns="0" bIns="0" rtlCol="0" anchor="t"/>
          <a:lstStyle/>
          <a:p>
            <a:pPr indent="0" marL="0">
              <a:buNone/>
            </a:pPr>
            <a:r>
              <a:rPr lang="en-US" sz="550" dirty="0">
                <a:solidFill>
                  <a:srgbClr val="666666"/>
                </a:solidFill>
                <a:latin typeface="Calibri" pitchFamily="34" charset="0"/>
                <a:ea typeface="Calibri" pitchFamily="34" charset="-122"/>
                <a:cs typeface="Calibri" pitchFamily="34" charset="-120"/>
              </a:rPr>
              <a:t>0  ·  5  ·  10  ·  15  ·  20  ·  25  ·  30  ·  35  ·  40  ·  45  ·  50  ·  55  ·  60 detik</a:t>
            </a:r>
            <a:endParaRPr lang="en-US" sz="550" dirty="0"/>
          </a:p>
        </p:txBody>
      </p:sp>
      <p:sp>
        <p:nvSpPr>
          <p:cNvPr id="34" name="Shape 30"/>
          <p:cNvSpPr/>
          <p:nvPr/>
        </p:nvSpPr>
        <p:spPr>
          <a:xfrm>
            <a:off x="685068" y="2228480"/>
            <a:ext cx="777240" cy="1557086"/>
          </a:xfrm>
          <a:prstGeom prst="rect">
            <a:avLst/>
          </a:prstGeom>
          <a:solidFill>
            <a:srgbClr val="DDDDDD"/>
          </a:solidFill>
          <a:ln w="12700">
            <a:solidFill>
              <a:srgbClr val="DDDDDD"/>
            </a:solidFill>
            <a:prstDash val="solid"/>
          </a:ln>
        </p:spPr>
      </p:sp>
      <p:sp>
        <p:nvSpPr>
          <p:cNvPr id="35" name="Text 31"/>
          <p:cNvSpPr txBox="1"/>
          <p:nvPr/>
        </p:nvSpPr>
        <p:spPr>
          <a:xfrm>
            <a:off x="712500" y="2274200"/>
            <a:ext cx="731520" cy="32004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Nasihat</a:t>
            </a:r>
            <a:endParaRPr lang="en-US" sz="600" dirty="0"/>
          </a:p>
          <a:p>
            <a:pPr indent="0" marL="0">
              <a:buNone/>
            </a:pPr>
            <a:r>
              <a:rPr lang="en-US" sz="600" dirty="0">
                <a:solidFill>
                  <a:srgbClr val="1E2A26"/>
                </a:solidFill>
                <a:latin typeface="Calibri" pitchFamily="34" charset="0"/>
                <a:ea typeface="Calibri" pitchFamily="34" charset="-122"/>
                <a:cs typeface="Calibri" pitchFamily="34" charset="-120"/>
              </a:rPr>
              <a:t>Mono, 44100Hz</a:t>
            </a:r>
            <a:endParaRPr lang="en-US" sz="600" dirty="0"/>
          </a:p>
        </p:txBody>
      </p:sp>
      <p:sp>
        <p:nvSpPr>
          <p:cNvPr id="36" name="Shape 32"/>
          <p:cNvSpPr/>
          <p:nvPr/>
        </p:nvSpPr>
        <p:spPr>
          <a:xfrm>
            <a:off x="1508028" y="2228480"/>
            <a:ext cx="3887663" cy="1557086"/>
          </a:xfrm>
          <a:prstGeom prst="rect">
            <a:avLst/>
          </a:prstGeom>
          <a:solidFill>
            <a:srgbClr val="FFFFFF"/>
          </a:solidFill>
          <a:ln w="6350">
            <a:solidFill>
              <a:srgbClr val="999999"/>
            </a:solidFill>
            <a:prstDash val="solid"/>
          </a:ln>
        </p:spPr>
      </p:sp>
      <p:sp>
        <p:nvSpPr>
          <p:cNvPr id="37" name="Shape 33"/>
          <p:cNvSpPr/>
          <p:nvPr/>
        </p:nvSpPr>
        <p:spPr>
          <a:xfrm>
            <a:off x="1508028" y="2228480"/>
            <a:ext cx="194383" cy="1557086"/>
          </a:xfrm>
          <a:prstGeom prst="rect">
            <a:avLst/>
          </a:prstGeom>
          <a:solidFill>
            <a:srgbClr val="BFD4F5"/>
          </a:solidFill>
          <a:ln w="12700">
            <a:solidFill>
              <a:srgbClr val="BFD4F5"/>
            </a:solidFill>
            <a:prstDash val="solid"/>
          </a:ln>
        </p:spPr>
      </p:sp>
      <p:sp>
        <p:nvSpPr>
          <p:cNvPr id="38" name="Shape 34"/>
          <p:cNvSpPr/>
          <p:nvPr/>
        </p:nvSpPr>
        <p:spPr>
          <a:xfrm>
            <a:off x="1720700" y="2956235"/>
            <a:ext cx="25676" cy="101576"/>
          </a:xfrm>
          <a:prstGeom prst="rect">
            <a:avLst/>
          </a:prstGeom>
          <a:solidFill>
            <a:srgbClr val="3366CC"/>
          </a:solidFill>
          <a:ln w="12700">
            <a:solidFill>
              <a:srgbClr val="3366CC"/>
            </a:solidFill>
            <a:prstDash val="solid"/>
          </a:ln>
        </p:spPr>
      </p:sp>
      <p:sp>
        <p:nvSpPr>
          <p:cNvPr id="39" name="Shape 35"/>
          <p:cNvSpPr/>
          <p:nvPr/>
        </p:nvSpPr>
        <p:spPr>
          <a:xfrm>
            <a:off x="1763493" y="2956235"/>
            <a:ext cx="25676" cy="101576"/>
          </a:xfrm>
          <a:prstGeom prst="rect">
            <a:avLst/>
          </a:prstGeom>
          <a:solidFill>
            <a:srgbClr val="3366CC"/>
          </a:solidFill>
          <a:ln w="12700">
            <a:solidFill>
              <a:srgbClr val="3366CC"/>
            </a:solidFill>
            <a:prstDash val="solid"/>
          </a:ln>
        </p:spPr>
      </p:sp>
      <p:sp>
        <p:nvSpPr>
          <p:cNvPr id="40" name="Shape 36"/>
          <p:cNvSpPr/>
          <p:nvPr/>
        </p:nvSpPr>
        <p:spPr>
          <a:xfrm>
            <a:off x="1806286" y="2956235"/>
            <a:ext cx="25676" cy="101576"/>
          </a:xfrm>
          <a:prstGeom prst="rect">
            <a:avLst/>
          </a:prstGeom>
          <a:solidFill>
            <a:srgbClr val="3366CC"/>
          </a:solidFill>
          <a:ln w="12700">
            <a:solidFill>
              <a:srgbClr val="3366CC"/>
            </a:solidFill>
            <a:prstDash val="solid"/>
          </a:ln>
        </p:spPr>
      </p:sp>
      <p:sp>
        <p:nvSpPr>
          <p:cNvPr id="41" name="Shape 37"/>
          <p:cNvSpPr/>
          <p:nvPr/>
        </p:nvSpPr>
        <p:spPr>
          <a:xfrm>
            <a:off x="1849079" y="2956235"/>
            <a:ext cx="25676" cy="101576"/>
          </a:xfrm>
          <a:prstGeom prst="rect">
            <a:avLst/>
          </a:prstGeom>
          <a:solidFill>
            <a:srgbClr val="3366CC"/>
          </a:solidFill>
          <a:ln w="12700">
            <a:solidFill>
              <a:srgbClr val="3366CC"/>
            </a:solidFill>
            <a:prstDash val="solid"/>
          </a:ln>
        </p:spPr>
      </p:sp>
      <p:sp>
        <p:nvSpPr>
          <p:cNvPr id="42" name="Shape 38"/>
          <p:cNvSpPr/>
          <p:nvPr/>
        </p:nvSpPr>
        <p:spPr>
          <a:xfrm>
            <a:off x="1891872" y="2527755"/>
            <a:ext cx="25676" cy="958535"/>
          </a:xfrm>
          <a:prstGeom prst="rect">
            <a:avLst/>
          </a:prstGeom>
          <a:solidFill>
            <a:srgbClr val="3366CC"/>
          </a:solidFill>
          <a:ln w="12700">
            <a:solidFill>
              <a:srgbClr val="3366CC"/>
            </a:solidFill>
            <a:prstDash val="solid"/>
          </a:ln>
        </p:spPr>
      </p:sp>
      <p:sp>
        <p:nvSpPr>
          <p:cNvPr id="43" name="Shape 39"/>
          <p:cNvSpPr/>
          <p:nvPr/>
        </p:nvSpPr>
        <p:spPr>
          <a:xfrm>
            <a:off x="1934665" y="2414643"/>
            <a:ext cx="25676" cy="1184760"/>
          </a:xfrm>
          <a:prstGeom prst="rect">
            <a:avLst/>
          </a:prstGeom>
          <a:solidFill>
            <a:srgbClr val="3366CC"/>
          </a:solidFill>
          <a:ln w="12700">
            <a:solidFill>
              <a:srgbClr val="3366CC"/>
            </a:solidFill>
            <a:prstDash val="solid"/>
          </a:ln>
        </p:spPr>
      </p:sp>
      <p:sp>
        <p:nvSpPr>
          <p:cNvPr id="44" name="Shape 40"/>
          <p:cNvSpPr/>
          <p:nvPr/>
        </p:nvSpPr>
        <p:spPr>
          <a:xfrm>
            <a:off x="1977458" y="2684319"/>
            <a:ext cx="25676" cy="645408"/>
          </a:xfrm>
          <a:prstGeom prst="rect">
            <a:avLst/>
          </a:prstGeom>
          <a:solidFill>
            <a:srgbClr val="3366CC"/>
          </a:solidFill>
          <a:ln w="12700">
            <a:solidFill>
              <a:srgbClr val="3366CC"/>
            </a:solidFill>
            <a:prstDash val="solid"/>
          </a:ln>
        </p:spPr>
      </p:sp>
      <p:sp>
        <p:nvSpPr>
          <p:cNvPr id="45" name="Shape 41"/>
          <p:cNvSpPr/>
          <p:nvPr/>
        </p:nvSpPr>
        <p:spPr>
          <a:xfrm>
            <a:off x="2020251" y="2770316"/>
            <a:ext cx="25676" cy="473414"/>
          </a:xfrm>
          <a:prstGeom prst="rect">
            <a:avLst/>
          </a:prstGeom>
          <a:solidFill>
            <a:srgbClr val="3366CC"/>
          </a:solidFill>
          <a:ln w="12700">
            <a:solidFill>
              <a:srgbClr val="3366CC"/>
            </a:solidFill>
            <a:prstDash val="solid"/>
          </a:ln>
        </p:spPr>
      </p:sp>
      <p:sp>
        <p:nvSpPr>
          <p:cNvPr id="46" name="Shape 42"/>
          <p:cNvSpPr/>
          <p:nvPr/>
        </p:nvSpPr>
        <p:spPr>
          <a:xfrm>
            <a:off x="2063044" y="2715153"/>
            <a:ext cx="25676" cy="583739"/>
          </a:xfrm>
          <a:prstGeom prst="rect">
            <a:avLst/>
          </a:prstGeom>
          <a:solidFill>
            <a:srgbClr val="3366CC"/>
          </a:solidFill>
          <a:ln w="12700">
            <a:solidFill>
              <a:srgbClr val="3366CC"/>
            </a:solidFill>
            <a:prstDash val="solid"/>
          </a:ln>
        </p:spPr>
      </p:sp>
      <p:sp>
        <p:nvSpPr>
          <p:cNvPr id="47" name="Shape 43"/>
          <p:cNvSpPr/>
          <p:nvPr/>
        </p:nvSpPr>
        <p:spPr>
          <a:xfrm>
            <a:off x="2105837" y="2479054"/>
            <a:ext cx="25676" cy="1055937"/>
          </a:xfrm>
          <a:prstGeom prst="rect">
            <a:avLst/>
          </a:prstGeom>
          <a:solidFill>
            <a:srgbClr val="3366CC"/>
          </a:solidFill>
          <a:ln w="12700">
            <a:solidFill>
              <a:srgbClr val="3366CC"/>
            </a:solidFill>
            <a:prstDash val="solid"/>
          </a:ln>
        </p:spPr>
      </p:sp>
      <p:sp>
        <p:nvSpPr>
          <p:cNvPr id="48" name="Shape 44"/>
          <p:cNvSpPr/>
          <p:nvPr/>
        </p:nvSpPr>
        <p:spPr>
          <a:xfrm>
            <a:off x="2148630" y="2729985"/>
            <a:ext cx="25676" cy="554075"/>
          </a:xfrm>
          <a:prstGeom prst="rect">
            <a:avLst/>
          </a:prstGeom>
          <a:solidFill>
            <a:srgbClr val="3366CC"/>
          </a:solidFill>
          <a:ln w="12700">
            <a:solidFill>
              <a:srgbClr val="3366CC"/>
            </a:solidFill>
            <a:prstDash val="solid"/>
          </a:ln>
        </p:spPr>
      </p:sp>
      <p:sp>
        <p:nvSpPr>
          <p:cNvPr id="49" name="Shape 45"/>
          <p:cNvSpPr/>
          <p:nvPr/>
        </p:nvSpPr>
        <p:spPr>
          <a:xfrm>
            <a:off x="2191423" y="2671051"/>
            <a:ext cx="25676" cy="671944"/>
          </a:xfrm>
          <a:prstGeom prst="rect">
            <a:avLst/>
          </a:prstGeom>
          <a:solidFill>
            <a:srgbClr val="3366CC"/>
          </a:solidFill>
          <a:ln w="12700">
            <a:solidFill>
              <a:srgbClr val="3366CC"/>
            </a:solidFill>
            <a:prstDash val="solid"/>
          </a:ln>
        </p:spPr>
      </p:sp>
      <p:sp>
        <p:nvSpPr>
          <p:cNvPr id="50" name="Shape 46"/>
          <p:cNvSpPr/>
          <p:nvPr/>
        </p:nvSpPr>
        <p:spPr>
          <a:xfrm>
            <a:off x="2234216" y="2459983"/>
            <a:ext cx="25676" cy="1094079"/>
          </a:xfrm>
          <a:prstGeom prst="rect">
            <a:avLst/>
          </a:prstGeom>
          <a:solidFill>
            <a:srgbClr val="3366CC"/>
          </a:solidFill>
          <a:ln w="12700">
            <a:solidFill>
              <a:srgbClr val="3366CC"/>
            </a:solidFill>
            <a:prstDash val="solid"/>
          </a:ln>
        </p:spPr>
      </p:sp>
      <p:sp>
        <p:nvSpPr>
          <p:cNvPr id="51" name="Shape 47"/>
          <p:cNvSpPr/>
          <p:nvPr/>
        </p:nvSpPr>
        <p:spPr>
          <a:xfrm>
            <a:off x="2277009" y="2665995"/>
            <a:ext cx="25676" cy="682056"/>
          </a:xfrm>
          <a:prstGeom prst="rect">
            <a:avLst/>
          </a:prstGeom>
          <a:solidFill>
            <a:srgbClr val="3366CC"/>
          </a:solidFill>
          <a:ln w="12700">
            <a:solidFill>
              <a:srgbClr val="3366CC"/>
            </a:solidFill>
            <a:prstDash val="solid"/>
          </a:ln>
        </p:spPr>
      </p:sp>
      <p:sp>
        <p:nvSpPr>
          <p:cNvPr id="52" name="Shape 48"/>
          <p:cNvSpPr/>
          <p:nvPr/>
        </p:nvSpPr>
        <p:spPr>
          <a:xfrm>
            <a:off x="2319802" y="2541566"/>
            <a:ext cx="25676" cy="930913"/>
          </a:xfrm>
          <a:prstGeom prst="rect">
            <a:avLst/>
          </a:prstGeom>
          <a:solidFill>
            <a:srgbClr val="3366CC"/>
          </a:solidFill>
          <a:ln w="12700">
            <a:solidFill>
              <a:srgbClr val="3366CC"/>
            </a:solidFill>
            <a:prstDash val="solid"/>
          </a:ln>
        </p:spPr>
      </p:sp>
      <p:sp>
        <p:nvSpPr>
          <p:cNvPr id="53" name="Shape 49"/>
          <p:cNvSpPr/>
          <p:nvPr/>
        </p:nvSpPr>
        <p:spPr>
          <a:xfrm>
            <a:off x="2362595" y="2441941"/>
            <a:ext cx="25676" cy="1130163"/>
          </a:xfrm>
          <a:prstGeom prst="rect">
            <a:avLst/>
          </a:prstGeom>
          <a:solidFill>
            <a:srgbClr val="3366CC"/>
          </a:solidFill>
          <a:ln w="12700">
            <a:solidFill>
              <a:srgbClr val="3366CC"/>
            </a:solidFill>
            <a:prstDash val="solid"/>
          </a:ln>
        </p:spPr>
      </p:sp>
      <p:sp>
        <p:nvSpPr>
          <p:cNvPr id="54" name="Shape 50"/>
          <p:cNvSpPr/>
          <p:nvPr/>
        </p:nvSpPr>
        <p:spPr>
          <a:xfrm>
            <a:off x="2405388" y="2393179"/>
            <a:ext cx="25676" cy="1227687"/>
          </a:xfrm>
          <a:prstGeom prst="rect">
            <a:avLst/>
          </a:prstGeom>
          <a:solidFill>
            <a:srgbClr val="3366CC"/>
          </a:solidFill>
          <a:ln w="12700">
            <a:solidFill>
              <a:srgbClr val="3366CC"/>
            </a:solidFill>
            <a:prstDash val="solid"/>
          </a:ln>
        </p:spPr>
      </p:sp>
      <p:sp>
        <p:nvSpPr>
          <p:cNvPr id="55" name="Shape 51"/>
          <p:cNvSpPr/>
          <p:nvPr/>
        </p:nvSpPr>
        <p:spPr>
          <a:xfrm>
            <a:off x="2448182" y="2585932"/>
            <a:ext cx="25676" cy="842182"/>
          </a:xfrm>
          <a:prstGeom prst="rect">
            <a:avLst/>
          </a:prstGeom>
          <a:solidFill>
            <a:srgbClr val="3366CC"/>
          </a:solidFill>
          <a:ln w="12700">
            <a:solidFill>
              <a:srgbClr val="3366CC"/>
            </a:solidFill>
            <a:prstDash val="solid"/>
          </a:ln>
        </p:spPr>
      </p:sp>
      <p:sp>
        <p:nvSpPr>
          <p:cNvPr id="56" name="Shape 52"/>
          <p:cNvSpPr/>
          <p:nvPr/>
        </p:nvSpPr>
        <p:spPr>
          <a:xfrm>
            <a:off x="2490975" y="2684159"/>
            <a:ext cx="25676" cy="645728"/>
          </a:xfrm>
          <a:prstGeom prst="rect">
            <a:avLst/>
          </a:prstGeom>
          <a:solidFill>
            <a:srgbClr val="3366CC"/>
          </a:solidFill>
          <a:ln w="12700">
            <a:solidFill>
              <a:srgbClr val="3366CC"/>
            </a:solidFill>
            <a:prstDash val="solid"/>
          </a:ln>
        </p:spPr>
      </p:sp>
      <p:sp>
        <p:nvSpPr>
          <p:cNvPr id="57" name="Shape 53"/>
          <p:cNvSpPr/>
          <p:nvPr/>
        </p:nvSpPr>
        <p:spPr>
          <a:xfrm>
            <a:off x="2533768" y="2615166"/>
            <a:ext cx="25676" cy="783714"/>
          </a:xfrm>
          <a:prstGeom prst="rect">
            <a:avLst/>
          </a:prstGeom>
          <a:solidFill>
            <a:srgbClr val="3366CC"/>
          </a:solidFill>
          <a:ln w="12700">
            <a:solidFill>
              <a:srgbClr val="3366CC"/>
            </a:solidFill>
            <a:prstDash val="solid"/>
          </a:ln>
        </p:spPr>
      </p:sp>
      <p:sp>
        <p:nvSpPr>
          <p:cNvPr id="58" name="Shape 54"/>
          <p:cNvSpPr/>
          <p:nvPr/>
        </p:nvSpPr>
        <p:spPr>
          <a:xfrm>
            <a:off x="2576561" y="2618981"/>
            <a:ext cx="25676" cy="776083"/>
          </a:xfrm>
          <a:prstGeom prst="rect">
            <a:avLst/>
          </a:prstGeom>
          <a:solidFill>
            <a:srgbClr val="3366CC"/>
          </a:solidFill>
          <a:ln w="12700">
            <a:solidFill>
              <a:srgbClr val="3366CC"/>
            </a:solidFill>
            <a:prstDash val="solid"/>
          </a:ln>
        </p:spPr>
      </p:sp>
      <p:sp>
        <p:nvSpPr>
          <p:cNvPr id="59" name="Shape 55"/>
          <p:cNvSpPr/>
          <p:nvPr/>
        </p:nvSpPr>
        <p:spPr>
          <a:xfrm>
            <a:off x="2619354" y="2557075"/>
            <a:ext cx="25676" cy="899896"/>
          </a:xfrm>
          <a:prstGeom prst="rect">
            <a:avLst/>
          </a:prstGeom>
          <a:solidFill>
            <a:srgbClr val="3366CC"/>
          </a:solidFill>
          <a:ln w="12700">
            <a:solidFill>
              <a:srgbClr val="3366CC"/>
            </a:solidFill>
            <a:prstDash val="solid"/>
          </a:ln>
        </p:spPr>
      </p:sp>
      <p:sp>
        <p:nvSpPr>
          <p:cNvPr id="60" name="Shape 56"/>
          <p:cNvSpPr/>
          <p:nvPr/>
        </p:nvSpPr>
        <p:spPr>
          <a:xfrm>
            <a:off x="2662147" y="2702393"/>
            <a:ext cx="25676" cy="609259"/>
          </a:xfrm>
          <a:prstGeom prst="rect">
            <a:avLst/>
          </a:prstGeom>
          <a:solidFill>
            <a:srgbClr val="3366CC"/>
          </a:solidFill>
          <a:ln w="12700">
            <a:solidFill>
              <a:srgbClr val="3366CC"/>
            </a:solidFill>
            <a:prstDash val="solid"/>
          </a:ln>
        </p:spPr>
      </p:sp>
      <p:sp>
        <p:nvSpPr>
          <p:cNvPr id="61" name="Shape 57"/>
          <p:cNvSpPr/>
          <p:nvPr/>
        </p:nvSpPr>
        <p:spPr>
          <a:xfrm>
            <a:off x="2704940" y="2455550"/>
            <a:ext cx="25676" cy="1102945"/>
          </a:xfrm>
          <a:prstGeom prst="rect">
            <a:avLst/>
          </a:prstGeom>
          <a:solidFill>
            <a:srgbClr val="3366CC"/>
          </a:solidFill>
          <a:ln w="12700">
            <a:solidFill>
              <a:srgbClr val="3366CC"/>
            </a:solidFill>
            <a:prstDash val="solid"/>
          </a:ln>
        </p:spPr>
      </p:sp>
      <p:sp>
        <p:nvSpPr>
          <p:cNvPr id="62" name="Shape 58"/>
          <p:cNvSpPr/>
          <p:nvPr/>
        </p:nvSpPr>
        <p:spPr>
          <a:xfrm>
            <a:off x="2747733" y="2764317"/>
            <a:ext cx="25676" cy="485411"/>
          </a:xfrm>
          <a:prstGeom prst="rect">
            <a:avLst/>
          </a:prstGeom>
          <a:solidFill>
            <a:srgbClr val="3366CC"/>
          </a:solidFill>
          <a:ln w="12700">
            <a:solidFill>
              <a:srgbClr val="3366CC"/>
            </a:solidFill>
            <a:prstDash val="solid"/>
          </a:ln>
        </p:spPr>
      </p:sp>
      <p:sp>
        <p:nvSpPr>
          <p:cNvPr id="63" name="Shape 59"/>
          <p:cNvSpPr/>
          <p:nvPr/>
        </p:nvSpPr>
        <p:spPr>
          <a:xfrm>
            <a:off x="2790526" y="2469697"/>
            <a:ext cx="25676" cy="1074652"/>
          </a:xfrm>
          <a:prstGeom prst="rect">
            <a:avLst/>
          </a:prstGeom>
          <a:solidFill>
            <a:srgbClr val="3366CC"/>
          </a:solidFill>
          <a:ln w="12700">
            <a:solidFill>
              <a:srgbClr val="3366CC"/>
            </a:solidFill>
            <a:prstDash val="solid"/>
          </a:ln>
        </p:spPr>
      </p:sp>
      <p:sp>
        <p:nvSpPr>
          <p:cNvPr id="64" name="Shape 60"/>
          <p:cNvSpPr/>
          <p:nvPr/>
        </p:nvSpPr>
        <p:spPr>
          <a:xfrm>
            <a:off x="2833319" y="2799266"/>
            <a:ext cx="25676" cy="415513"/>
          </a:xfrm>
          <a:prstGeom prst="rect">
            <a:avLst/>
          </a:prstGeom>
          <a:solidFill>
            <a:srgbClr val="3366CC"/>
          </a:solidFill>
          <a:ln w="12700">
            <a:solidFill>
              <a:srgbClr val="3366CC"/>
            </a:solidFill>
            <a:prstDash val="solid"/>
          </a:ln>
        </p:spPr>
      </p:sp>
      <p:sp>
        <p:nvSpPr>
          <p:cNvPr id="65" name="Shape 61"/>
          <p:cNvSpPr/>
          <p:nvPr/>
        </p:nvSpPr>
        <p:spPr>
          <a:xfrm>
            <a:off x="2876112" y="2676324"/>
            <a:ext cx="25676" cy="661398"/>
          </a:xfrm>
          <a:prstGeom prst="rect">
            <a:avLst/>
          </a:prstGeom>
          <a:solidFill>
            <a:srgbClr val="3366CC"/>
          </a:solidFill>
          <a:ln w="12700">
            <a:solidFill>
              <a:srgbClr val="3366CC"/>
            </a:solidFill>
            <a:prstDash val="solid"/>
          </a:ln>
        </p:spPr>
      </p:sp>
      <p:sp>
        <p:nvSpPr>
          <p:cNvPr id="66" name="Shape 62"/>
          <p:cNvSpPr/>
          <p:nvPr/>
        </p:nvSpPr>
        <p:spPr>
          <a:xfrm>
            <a:off x="2918905" y="2620704"/>
            <a:ext cx="25676" cy="772638"/>
          </a:xfrm>
          <a:prstGeom prst="rect">
            <a:avLst/>
          </a:prstGeom>
          <a:solidFill>
            <a:srgbClr val="3366CC"/>
          </a:solidFill>
          <a:ln w="12700">
            <a:solidFill>
              <a:srgbClr val="3366CC"/>
            </a:solidFill>
            <a:prstDash val="solid"/>
          </a:ln>
        </p:spPr>
      </p:sp>
      <p:sp>
        <p:nvSpPr>
          <p:cNvPr id="67" name="Shape 63"/>
          <p:cNvSpPr/>
          <p:nvPr/>
        </p:nvSpPr>
        <p:spPr>
          <a:xfrm>
            <a:off x="2961698" y="2576171"/>
            <a:ext cx="25676" cy="861704"/>
          </a:xfrm>
          <a:prstGeom prst="rect">
            <a:avLst/>
          </a:prstGeom>
          <a:solidFill>
            <a:srgbClr val="3366CC"/>
          </a:solidFill>
          <a:ln w="12700">
            <a:solidFill>
              <a:srgbClr val="3366CC"/>
            </a:solidFill>
            <a:prstDash val="solid"/>
          </a:ln>
        </p:spPr>
      </p:sp>
      <p:sp>
        <p:nvSpPr>
          <p:cNvPr id="68" name="Shape 64"/>
          <p:cNvSpPr/>
          <p:nvPr/>
        </p:nvSpPr>
        <p:spPr>
          <a:xfrm>
            <a:off x="3004491" y="2552326"/>
            <a:ext cx="25676" cy="909394"/>
          </a:xfrm>
          <a:prstGeom prst="rect">
            <a:avLst/>
          </a:prstGeom>
          <a:solidFill>
            <a:srgbClr val="3366CC"/>
          </a:solidFill>
          <a:ln w="12700">
            <a:solidFill>
              <a:srgbClr val="3366CC"/>
            </a:solidFill>
            <a:prstDash val="solid"/>
          </a:ln>
        </p:spPr>
      </p:sp>
      <p:sp>
        <p:nvSpPr>
          <p:cNvPr id="69" name="Shape 65"/>
          <p:cNvSpPr/>
          <p:nvPr/>
        </p:nvSpPr>
        <p:spPr>
          <a:xfrm>
            <a:off x="3047284" y="2525852"/>
            <a:ext cx="25676" cy="962341"/>
          </a:xfrm>
          <a:prstGeom prst="rect">
            <a:avLst/>
          </a:prstGeom>
          <a:solidFill>
            <a:srgbClr val="3366CC"/>
          </a:solidFill>
          <a:ln w="12700">
            <a:solidFill>
              <a:srgbClr val="3366CC"/>
            </a:solidFill>
            <a:prstDash val="solid"/>
          </a:ln>
        </p:spPr>
      </p:sp>
      <p:sp>
        <p:nvSpPr>
          <p:cNvPr id="70" name="Shape 66"/>
          <p:cNvSpPr/>
          <p:nvPr/>
        </p:nvSpPr>
        <p:spPr>
          <a:xfrm>
            <a:off x="3090077" y="2489892"/>
            <a:ext cx="25676" cy="1034262"/>
          </a:xfrm>
          <a:prstGeom prst="rect">
            <a:avLst/>
          </a:prstGeom>
          <a:solidFill>
            <a:srgbClr val="3366CC"/>
          </a:solidFill>
          <a:ln w="12700">
            <a:solidFill>
              <a:srgbClr val="3366CC"/>
            </a:solidFill>
            <a:prstDash val="solid"/>
          </a:ln>
        </p:spPr>
      </p:sp>
      <p:sp>
        <p:nvSpPr>
          <p:cNvPr id="71" name="Shape 67"/>
          <p:cNvSpPr/>
          <p:nvPr/>
        </p:nvSpPr>
        <p:spPr>
          <a:xfrm>
            <a:off x="3132870" y="2651555"/>
            <a:ext cx="25676" cy="710936"/>
          </a:xfrm>
          <a:prstGeom prst="rect">
            <a:avLst/>
          </a:prstGeom>
          <a:solidFill>
            <a:srgbClr val="3366CC"/>
          </a:solidFill>
          <a:ln w="12700">
            <a:solidFill>
              <a:srgbClr val="3366CC"/>
            </a:solidFill>
            <a:prstDash val="solid"/>
          </a:ln>
        </p:spPr>
      </p:sp>
      <p:sp>
        <p:nvSpPr>
          <p:cNvPr id="72" name="Shape 68"/>
          <p:cNvSpPr/>
          <p:nvPr/>
        </p:nvSpPr>
        <p:spPr>
          <a:xfrm>
            <a:off x="3175663" y="2444374"/>
            <a:ext cx="25676" cy="1125298"/>
          </a:xfrm>
          <a:prstGeom prst="rect">
            <a:avLst/>
          </a:prstGeom>
          <a:solidFill>
            <a:srgbClr val="3366CC"/>
          </a:solidFill>
          <a:ln w="12700">
            <a:solidFill>
              <a:srgbClr val="3366CC"/>
            </a:solidFill>
            <a:prstDash val="solid"/>
          </a:ln>
        </p:spPr>
      </p:sp>
      <p:sp>
        <p:nvSpPr>
          <p:cNvPr id="73" name="Shape 69"/>
          <p:cNvSpPr/>
          <p:nvPr/>
        </p:nvSpPr>
        <p:spPr>
          <a:xfrm>
            <a:off x="3218456" y="2799660"/>
            <a:ext cx="25676" cy="414725"/>
          </a:xfrm>
          <a:prstGeom prst="rect">
            <a:avLst/>
          </a:prstGeom>
          <a:solidFill>
            <a:srgbClr val="3366CC"/>
          </a:solidFill>
          <a:ln w="12700">
            <a:solidFill>
              <a:srgbClr val="3366CC"/>
            </a:solidFill>
            <a:prstDash val="solid"/>
          </a:ln>
        </p:spPr>
      </p:sp>
      <p:sp>
        <p:nvSpPr>
          <p:cNvPr id="74" name="Shape 70"/>
          <p:cNvSpPr/>
          <p:nvPr/>
        </p:nvSpPr>
        <p:spPr>
          <a:xfrm>
            <a:off x="3261249" y="2788846"/>
            <a:ext cx="25676" cy="436354"/>
          </a:xfrm>
          <a:prstGeom prst="rect">
            <a:avLst/>
          </a:prstGeom>
          <a:solidFill>
            <a:srgbClr val="3366CC"/>
          </a:solidFill>
          <a:ln w="12700">
            <a:solidFill>
              <a:srgbClr val="3366CC"/>
            </a:solidFill>
            <a:prstDash val="solid"/>
          </a:ln>
        </p:spPr>
      </p:sp>
      <p:sp>
        <p:nvSpPr>
          <p:cNvPr id="75" name="Shape 71"/>
          <p:cNvSpPr/>
          <p:nvPr/>
        </p:nvSpPr>
        <p:spPr>
          <a:xfrm>
            <a:off x="3304043" y="2635500"/>
            <a:ext cx="25676" cy="743046"/>
          </a:xfrm>
          <a:prstGeom prst="rect">
            <a:avLst/>
          </a:prstGeom>
          <a:solidFill>
            <a:srgbClr val="3366CC"/>
          </a:solidFill>
          <a:ln w="12700">
            <a:solidFill>
              <a:srgbClr val="3366CC"/>
            </a:solidFill>
            <a:prstDash val="solid"/>
          </a:ln>
        </p:spPr>
      </p:sp>
      <p:sp>
        <p:nvSpPr>
          <p:cNvPr id="76" name="Shape 72"/>
          <p:cNvSpPr/>
          <p:nvPr/>
        </p:nvSpPr>
        <p:spPr>
          <a:xfrm>
            <a:off x="3346836" y="2431519"/>
            <a:ext cx="25676" cy="1151008"/>
          </a:xfrm>
          <a:prstGeom prst="rect">
            <a:avLst/>
          </a:prstGeom>
          <a:solidFill>
            <a:srgbClr val="3366CC"/>
          </a:solidFill>
          <a:ln w="12700">
            <a:solidFill>
              <a:srgbClr val="3366CC"/>
            </a:solidFill>
            <a:prstDash val="solid"/>
          </a:ln>
        </p:spPr>
      </p:sp>
      <p:sp>
        <p:nvSpPr>
          <p:cNvPr id="77" name="Shape 73"/>
          <p:cNvSpPr/>
          <p:nvPr/>
        </p:nvSpPr>
        <p:spPr>
          <a:xfrm>
            <a:off x="3389629" y="2779033"/>
            <a:ext cx="25676" cy="455979"/>
          </a:xfrm>
          <a:prstGeom prst="rect">
            <a:avLst/>
          </a:prstGeom>
          <a:solidFill>
            <a:srgbClr val="3366CC"/>
          </a:solidFill>
          <a:ln w="12700">
            <a:solidFill>
              <a:srgbClr val="3366CC"/>
            </a:solidFill>
            <a:prstDash val="solid"/>
          </a:ln>
        </p:spPr>
      </p:sp>
      <p:sp>
        <p:nvSpPr>
          <p:cNvPr id="78" name="Shape 74"/>
          <p:cNvSpPr/>
          <p:nvPr/>
        </p:nvSpPr>
        <p:spPr>
          <a:xfrm>
            <a:off x="3432422" y="2469668"/>
            <a:ext cx="25676" cy="1074709"/>
          </a:xfrm>
          <a:prstGeom prst="rect">
            <a:avLst/>
          </a:prstGeom>
          <a:solidFill>
            <a:srgbClr val="3366CC"/>
          </a:solidFill>
          <a:ln w="12700">
            <a:solidFill>
              <a:srgbClr val="3366CC"/>
            </a:solidFill>
            <a:prstDash val="solid"/>
          </a:ln>
        </p:spPr>
      </p:sp>
      <p:sp>
        <p:nvSpPr>
          <p:cNvPr id="79" name="Shape 75"/>
          <p:cNvSpPr/>
          <p:nvPr/>
        </p:nvSpPr>
        <p:spPr>
          <a:xfrm>
            <a:off x="3475215" y="2533491"/>
            <a:ext cx="25676" cy="947063"/>
          </a:xfrm>
          <a:prstGeom prst="rect">
            <a:avLst/>
          </a:prstGeom>
          <a:solidFill>
            <a:srgbClr val="3366CC"/>
          </a:solidFill>
          <a:ln w="12700">
            <a:solidFill>
              <a:srgbClr val="3366CC"/>
            </a:solidFill>
            <a:prstDash val="solid"/>
          </a:ln>
        </p:spPr>
      </p:sp>
      <p:sp>
        <p:nvSpPr>
          <p:cNvPr id="80" name="Shape 76"/>
          <p:cNvSpPr/>
          <p:nvPr/>
        </p:nvSpPr>
        <p:spPr>
          <a:xfrm>
            <a:off x="3518008" y="2436952"/>
            <a:ext cx="25676" cy="1140142"/>
          </a:xfrm>
          <a:prstGeom prst="rect">
            <a:avLst/>
          </a:prstGeom>
          <a:solidFill>
            <a:srgbClr val="3366CC"/>
          </a:solidFill>
          <a:ln w="12700">
            <a:solidFill>
              <a:srgbClr val="3366CC"/>
            </a:solidFill>
            <a:prstDash val="solid"/>
          </a:ln>
        </p:spPr>
      </p:sp>
      <p:sp>
        <p:nvSpPr>
          <p:cNvPr id="81" name="Shape 77"/>
          <p:cNvSpPr/>
          <p:nvPr/>
        </p:nvSpPr>
        <p:spPr>
          <a:xfrm>
            <a:off x="3560801" y="2650507"/>
            <a:ext cx="25676" cy="713031"/>
          </a:xfrm>
          <a:prstGeom prst="rect">
            <a:avLst/>
          </a:prstGeom>
          <a:solidFill>
            <a:srgbClr val="3366CC"/>
          </a:solidFill>
          <a:ln w="12700">
            <a:solidFill>
              <a:srgbClr val="3366CC"/>
            </a:solidFill>
            <a:prstDash val="solid"/>
          </a:ln>
        </p:spPr>
      </p:sp>
      <p:sp>
        <p:nvSpPr>
          <p:cNvPr id="82" name="Shape 78"/>
          <p:cNvSpPr/>
          <p:nvPr/>
        </p:nvSpPr>
        <p:spPr>
          <a:xfrm>
            <a:off x="3603594" y="2476016"/>
            <a:ext cx="25676" cy="1062014"/>
          </a:xfrm>
          <a:prstGeom prst="rect">
            <a:avLst/>
          </a:prstGeom>
          <a:solidFill>
            <a:srgbClr val="3366CC"/>
          </a:solidFill>
          <a:ln w="12700">
            <a:solidFill>
              <a:srgbClr val="3366CC"/>
            </a:solidFill>
            <a:prstDash val="solid"/>
          </a:ln>
        </p:spPr>
      </p:sp>
      <p:sp>
        <p:nvSpPr>
          <p:cNvPr id="83" name="Shape 79"/>
          <p:cNvSpPr/>
          <p:nvPr/>
        </p:nvSpPr>
        <p:spPr>
          <a:xfrm>
            <a:off x="3646387" y="2466230"/>
            <a:ext cx="25676" cy="1081586"/>
          </a:xfrm>
          <a:prstGeom prst="rect">
            <a:avLst/>
          </a:prstGeom>
          <a:solidFill>
            <a:srgbClr val="3366CC"/>
          </a:solidFill>
          <a:ln w="12700">
            <a:solidFill>
              <a:srgbClr val="3366CC"/>
            </a:solidFill>
            <a:prstDash val="solid"/>
          </a:ln>
        </p:spPr>
      </p:sp>
      <p:sp>
        <p:nvSpPr>
          <p:cNvPr id="84" name="Shape 80"/>
          <p:cNvSpPr/>
          <p:nvPr/>
        </p:nvSpPr>
        <p:spPr>
          <a:xfrm>
            <a:off x="3689180" y="2548455"/>
            <a:ext cx="25676" cy="917136"/>
          </a:xfrm>
          <a:prstGeom prst="rect">
            <a:avLst/>
          </a:prstGeom>
          <a:solidFill>
            <a:srgbClr val="3366CC"/>
          </a:solidFill>
          <a:ln w="12700">
            <a:solidFill>
              <a:srgbClr val="3366CC"/>
            </a:solidFill>
            <a:prstDash val="solid"/>
          </a:ln>
        </p:spPr>
      </p:sp>
      <p:sp>
        <p:nvSpPr>
          <p:cNvPr id="85" name="Shape 81"/>
          <p:cNvSpPr/>
          <p:nvPr/>
        </p:nvSpPr>
        <p:spPr>
          <a:xfrm>
            <a:off x="3731973" y="2518324"/>
            <a:ext cx="25676" cy="977398"/>
          </a:xfrm>
          <a:prstGeom prst="rect">
            <a:avLst/>
          </a:prstGeom>
          <a:solidFill>
            <a:srgbClr val="3366CC"/>
          </a:solidFill>
          <a:ln w="12700">
            <a:solidFill>
              <a:srgbClr val="3366CC"/>
            </a:solidFill>
            <a:prstDash val="solid"/>
          </a:ln>
        </p:spPr>
      </p:sp>
      <p:sp>
        <p:nvSpPr>
          <p:cNvPr id="86" name="Shape 82"/>
          <p:cNvSpPr/>
          <p:nvPr/>
        </p:nvSpPr>
        <p:spPr>
          <a:xfrm>
            <a:off x="3774766" y="2681701"/>
            <a:ext cx="25676" cy="650643"/>
          </a:xfrm>
          <a:prstGeom prst="rect">
            <a:avLst/>
          </a:prstGeom>
          <a:solidFill>
            <a:srgbClr val="3366CC"/>
          </a:solidFill>
          <a:ln w="12700">
            <a:solidFill>
              <a:srgbClr val="3366CC"/>
            </a:solidFill>
            <a:prstDash val="solid"/>
          </a:ln>
        </p:spPr>
      </p:sp>
      <p:sp>
        <p:nvSpPr>
          <p:cNvPr id="87" name="Shape 83"/>
          <p:cNvSpPr/>
          <p:nvPr/>
        </p:nvSpPr>
        <p:spPr>
          <a:xfrm>
            <a:off x="3817559" y="2422743"/>
            <a:ext cx="25676" cy="1168560"/>
          </a:xfrm>
          <a:prstGeom prst="rect">
            <a:avLst/>
          </a:prstGeom>
          <a:solidFill>
            <a:srgbClr val="3366CC"/>
          </a:solidFill>
          <a:ln w="12700">
            <a:solidFill>
              <a:srgbClr val="3366CC"/>
            </a:solidFill>
            <a:prstDash val="solid"/>
          </a:ln>
        </p:spPr>
      </p:sp>
      <p:sp>
        <p:nvSpPr>
          <p:cNvPr id="88" name="Shape 84"/>
          <p:cNvSpPr/>
          <p:nvPr/>
        </p:nvSpPr>
        <p:spPr>
          <a:xfrm>
            <a:off x="3860352" y="2475250"/>
            <a:ext cx="25676" cy="1063546"/>
          </a:xfrm>
          <a:prstGeom prst="rect">
            <a:avLst/>
          </a:prstGeom>
          <a:solidFill>
            <a:srgbClr val="3366CC"/>
          </a:solidFill>
          <a:ln w="12700">
            <a:solidFill>
              <a:srgbClr val="3366CC"/>
            </a:solidFill>
            <a:prstDash val="solid"/>
          </a:ln>
        </p:spPr>
      </p:sp>
      <p:sp>
        <p:nvSpPr>
          <p:cNvPr id="89" name="Shape 85"/>
          <p:cNvSpPr/>
          <p:nvPr/>
        </p:nvSpPr>
        <p:spPr>
          <a:xfrm>
            <a:off x="3903145" y="2453805"/>
            <a:ext cx="25676" cy="1106435"/>
          </a:xfrm>
          <a:prstGeom prst="rect">
            <a:avLst/>
          </a:prstGeom>
          <a:solidFill>
            <a:srgbClr val="3366CC"/>
          </a:solidFill>
          <a:ln w="12700">
            <a:solidFill>
              <a:srgbClr val="3366CC"/>
            </a:solidFill>
            <a:prstDash val="solid"/>
          </a:ln>
        </p:spPr>
      </p:sp>
      <p:sp>
        <p:nvSpPr>
          <p:cNvPr id="90" name="Shape 86"/>
          <p:cNvSpPr/>
          <p:nvPr/>
        </p:nvSpPr>
        <p:spPr>
          <a:xfrm>
            <a:off x="3945938" y="2532602"/>
            <a:ext cx="25676" cy="948842"/>
          </a:xfrm>
          <a:prstGeom prst="rect">
            <a:avLst/>
          </a:prstGeom>
          <a:solidFill>
            <a:srgbClr val="3366CC"/>
          </a:solidFill>
          <a:ln w="12700">
            <a:solidFill>
              <a:srgbClr val="3366CC"/>
            </a:solidFill>
            <a:prstDash val="solid"/>
          </a:ln>
        </p:spPr>
      </p:sp>
      <p:sp>
        <p:nvSpPr>
          <p:cNvPr id="91" name="Shape 87"/>
          <p:cNvSpPr/>
          <p:nvPr/>
        </p:nvSpPr>
        <p:spPr>
          <a:xfrm>
            <a:off x="3988731" y="2606026"/>
            <a:ext cx="25676" cy="801994"/>
          </a:xfrm>
          <a:prstGeom prst="rect">
            <a:avLst/>
          </a:prstGeom>
          <a:solidFill>
            <a:srgbClr val="3366CC"/>
          </a:solidFill>
          <a:ln w="12700">
            <a:solidFill>
              <a:srgbClr val="3366CC"/>
            </a:solidFill>
            <a:prstDash val="solid"/>
          </a:ln>
        </p:spPr>
      </p:sp>
      <p:sp>
        <p:nvSpPr>
          <p:cNvPr id="92" name="Shape 88"/>
          <p:cNvSpPr/>
          <p:nvPr/>
        </p:nvSpPr>
        <p:spPr>
          <a:xfrm>
            <a:off x="4031524" y="2486169"/>
            <a:ext cx="25676" cy="1041707"/>
          </a:xfrm>
          <a:prstGeom prst="rect">
            <a:avLst/>
          </a:prstGeom>
          <a:solidFill>
            <a:srgbClr val="3366CC"/>
          </a:solidFill>
          <a:ln w="12700">
            <a:solidFill>
              <a:srgbClr val="3366CC"/>
            </a:solidFill>
            <a:prstDash val="solid"/>
          </a:ln>
        </p:spPr>
      </p:sp>
      <p:sp>
        <p:nvSpPr>
          <p:cNvPr id="93" name="Shape 89"/>
          <p:cNvSpPr/>
          <p:nvPr/>
        </p:nvSpPr>
        <p:spPr>
          <a:xfrm>
            <a:off x="4074317" y="2692867"/>
            <a:ext cx="25676" cy="628312"/>
          </a:xfrm>
          <a:prstGeom prst="rect">
            <a:avLst/>
          </a:prstGeom>
          <a:solidFill>
            <a:srgbClr val="3366CC"/>
          </a:solidFill>
          <a:ln w="12700">
            <a:solidFill>
              <a:srgbClr val="3366CC"/>
            </a:solidFill>
            <a:prstDash val="solid"/>
          </a:ln>
        </p:spPr>
      </p:sp>
      <p:sp>
        <p:nvSpPr>
          <p:cNvPr id="94" name="Shape 90"/>
          <p:cNvSpPr/>
          <p:nvPr/>
        </p:nvSpPr>
        <p:spPr>
          <a:xfrm>
            <a:off x="4117111" y="2725486"/>
            <a:ext cx="25676" cy="563074"/>
          </a:xfrm>
          <a:prstGeom prst="rect">
            <a:avLst/>
          </a:prstGeom>
          <a:solidFill>
            <a:srgbClr val="3366CC"/>
          </a:solidFill>
          <a:ln w="12700">
            <a:solidFill>
              <a:srgbClr val="3366CC"/>
            </a:solidFill>
            <a:prstDash val="solid"/>
          </a:ln>
        </p:spPr>
      </p:sp>
      <p:sp>
        <p:nvSpPr>
          <p:cNvPr id="95" name="Shape 91"/>
          <p:cNvSpPr/>
          <p:nvPr/>
        </p:nvSpPr>
        <p:spPr>
          <a:xfrm>
            <a:off x="4159904" y="2593628"/>
            <a:ext cx="25676" cy="826790"/>
          </a:xfrm>
          <a:prstGeom prst="rect">
            <a:avLst/>
          </a:prstGeom>
          <a:solidFill>
            <a:srgbClr val="3366CC"/>
          </a:solidFill>
          <a:ln w="12700">
            <a:solidFill>
              <a:srgbClr val="3366CC"/>
            </a:solidFill>
            <a:prstDash val="solid"/>
          </a:ln>
        </p:spPr>
      </p:sp>
      <p:sp>
        <p:nvSpPr>
          <p:cNvPr id="96" name="Shape 92"/>
          <p:cNvSpPr/>
          <p:nvPr/>
        </p:nvSpPr>
        <p:spPr>
          <a:xfrm>
            <a:off x="4202697" y="2718372"/>
            <a:ext cx="25676" cy="577301"/>
          </a:xfrm>
          <a:prstGeom prst="rect">
            <a:avLst/>
          </a:prstGeom>
          <a:solidFill>
            <a:srgbClr val="3366CC"/>
          </a:solidFill>
          <a:ln w="12700">
            <a:solidFill>
              <a:srgbClr val="3366CC"/>
            </a:solidFill>
            <a:prstDash val="solid"/>
          </a:ln>
        </p:spPr>
      </p:sp>
      <p:sp>
        <p:nvSpPr>
          <p:cNvPr id="97" name="Shape 93"/>
          <p:cNvSpPr/>
          <p:nvPr/>
        </p:nvSpPr>
        <p:spPr>
          <a:xfrm>
            <a:off x="4245490" y="2648465"/>
            <a:ext cx="25676" cy="717115"/>
          </a:xfrm>
          <a:prstGeom prst="rect">
            <a:avLst/>
          </a:prstGeom>
          <a:solidFill>
            <a:srgbClr val="3366CC"/>
          </a:solidFill>
          <a:ln w="12700">
            <a:solidFill>
              <a:srgbClr val="3366CC"/>
            </a:solidFill>
            <a:prstDash val="solid"/>
          </a:ln>
        </p:spPr>
      </p:sp>
      <p:sp>
        <p:nvSpPr>
          <p:cNvPr id="98" name="Shape 94"/>
          <p:cNvSpPr/>
          <p:nvPr/>
        </p:nvSpPr>
        <p:spPr>
          <a:xfrm>
            <a:off x="4288283" y="2591016"/>
            <a:ext cx="25676" cy="832013"/>
          </a:xfrm>
          <a:prstGeom prst="rect">
            <a:avLst/>
          </a:prstGeom>
          <a:solidFill>
            <a:srgbClr val="3366CC"/>
          </a:solidFill>
          <a:ln w="12700">
            <a:solidFill>
              <a:srgbClr val="3366CC"/>
            </a:solidFill>
            <a:prstDash val="solid"/>
          </a:ln>
        </p:spPr>
      </p:sp>
      <p:sp>
        <p:nvSpPr>
          <p:cNvPr id="99" name="Shape 95"/>
          <p:cNvSpPr/>
          <p:nvPr/>
        </p:nvSpPr>
        <p:spPr>
          <a:xfrm>
            <a:off x="4331076" y="2423954"/>
            <a:ext cx="25676" cy="1166137"/>
          </a:xfrm>
          <a:prstGeom prst="rect">
            <a:avLst/>
          </a:prstGeom>
          <a:solidFill>
            <a:srgbClr val="3366CC"/>
          </a:solidFill>
          <a:ln w="12700">
            <a:solidFill>
              <a:srgbClr val="3366CC"/>
            </a:solidFill>
            <a:prstDash val="solid"/>
          </a:ln>
        </p:spPr>
      </p:sp>
      <p:sp>
        <p:nvSpPr>
          <p:cNvPr id="100" name="Shape 96"/>
          <p:cNvSpPr/>
          <p:nvPr/>
        </p:nvSpPr>
        <p:spPr>
          <a:xfrm>
            <a:off x="4373869" y="2634195"/>
            <a:ext cx="25676" cy="745656"/>
          </a:xfrm>
          <a:prstGeom prst="rect">
            <a:avLst/>
          </a:prstGeom>
          <a:solidFill>
            <a:srgbClr val="3366CC"/>
          </a:solidFill>
          <a:ln w="12700">
            <a:solidFill>
              <a:srgbClr val="3366CC"/>
            </a:solidFill>
            <a:prstDash val="solid"/>
          </a:ln>
        </p:spPr>
      </p:sp>
      <p:sp>
        <p:nvSpPr>
          <p:cNvPr id="101" name="Shape 97"/>
          <p:cNvSpPr/>
          <p:nvPr/>
        </p:nvSpPr>
        <p:spPr>
          <a:xfrm>
            <a:off x="4416662" y="2737565"/>
            <a:ext cx="25676" cy="538915"/>
          </a:xfrm>
          <a:prstGeom prst="rect">
            <a:avLst/>
          </a:prstGeom>
          <a:solidFill>
            <a:srgbClr val="3366CC"/>
          </a:solidFill>
          <a:ln w="12700">
            <a:solidFill>
              <a:srgbClr val="3366CC"/>
            </a:solidFill>
            <a:prstDash val="solid"/>
          </a:ln>
        </p:spPr>
      </p:sp>
      <p:sp>
        <p:nvSpPr>
          <p:cNvPr id="102" name="Shape 98"/>
          <p:cNvSpPr/>
          <p:nvPr/>
        </p:nvSpPr>
        <p:spPr>
          <a:xfrm>
            <a:off x="4459455" y="2513239"/>
            <a:ext cx="25676" cy="987567"/>
          </a:xfrm>
          <a:prstGeom prst="rect">
            <a:avLst/>
          </a:prstGeom>
          <a:solidFill>
            <a:srgbClr val="3366CC"/>
          </a:solidFill>
          <a:ln w="12700">
            <a:solidFill>
              <a:srgbClr val="3366CC"/>
            </a:solidFill>
            <a:prstDash val="solid"/>
          </a:ln>
        </p:spPr>
      </p:sp>
      <p:sp>
        <p:nvSpPr>
          <p:cNvPr id="103" name="Shape 99"/>
          <p:cNvSpPr/>
          <p:nvPr/>
        </p:nvSpPr>
        <p:spPr>
          <a:xfrm>
            <a:off x="4502248" y="2497510"/>
            <a:ext cx="25676" cy="1019026"/>
          </a:xfrm>
          <a:prstGeom prst="rect">
            <a:avLst/>
          </a:prstGeom>
          <a:solidFill>
            <a:srgbClr val="3366CC"/>
          </a:solidFill>
          <a:ln w="12700">
            <a:solidFill>
              <a:srgbClr val="3366CC"/>
            </a:solidFill>
            <a:prstDash val="solid"/>
          </a:ln>
        </p:spPr>
      </p:sp>
      <p:sp>
        <p:nvSpPr>
          <p:cNvPr id="104" name="Shape 100"/>
          <p:cNvSpPr/>
          <p:nvPr/>
        </p:nvSpPr>
        <p:spPr>
          <a:xfrm>
            <a:off x="4545041" y="2403714"/>
            <a:ext cx="25676" cy="1206618"/>
          </a:xfrm>
          <a:prstGeom prst="rect">
            <a:avLst/>
          </a:prstGeom>
          <a:solidFill>
            <a:srgbClr val="3366CC"/>
          </a:solidFill>
          <a:ln w="12700">
            <a:solidFill>
              <a:srgbClr val="3366CC"/>
            </a:solidFill>
            <a:prstDash val="solid"/>
          </a:ln>
        </p:spPr>
      </p:sp>
      <p:sp>
        <p:nvSpPr>
          <p:cNvPr id="105" name="Shape 101"/>
          <p:cNvSpPr/>
          <p:nvPr/>
        </p:nvSpPr>
        <p:spPr>
          <a:xfrm>
            <a:off x="4587834" y="2801062"/>
            <a:ext cx="25676" cy="411921"/>
          </a:xfrm>
          <a:prstGeom prst="rect">
            <a:avLst/>
          </a:prstGeom>
          <a:solidFill>
            <a:srgbClr val="3366CC"/>
          </a:solidFill>
          <a:ln w="12700">
            <a:solidFill>
              <a:srgbClr val="3366CC"/>
            </a:solidFill>
            <a:prstDash val="solid"/>
          </a:ln>
        </p:spPr>
      </p:sp>
      <p:sp>
        <p:nvSpPr>
          <p:cNvPr id="106" name="Shape 102"/>
          <p:cNvSpPr/>
          <p:nvPr/>
        </p:nvSpPr>
        <p:spPr>
          <a:xfrm>
            <a:off x="4630627" y="2497641"/>
            <a:ext cx="25676" cy="1018763"/>
          </a:xfrm>
          <a:prstGeom prst="rect">
            <a:avLst/>
          </a:prstGeom>
          <a:solidFill>
            <a:srgbClr val="3366CC"/>
          </a:solidFill>
          <a:ln w="12700">
            <a:solidFill>
              <a:srgbClr val="3366CC"/>
            </a:solidFill>
            <a:prstDash val="solid"/>
          </a:ln>
        </p:spPr>
      </p:sp>
      <p:sp>
        <p:nvSpPr>
          <p:cNvPr id="107" name="Shape 103"/>
          <p:cNvSpPr/>
          <p:nvPr/>
        </p:nvSpPr>
        <p:spPr>
          <a:xfrm>
            <a:off x="4673420" y="2737485"/>
            <a:ext cx="25676" cy="539075"/>
          </a:xfrm>
          <a:prstGeom prst="rect">
            <a:avLst/>
          </a:prstGeom>
          <a:solidFill>
            <a:srgbClr val="3366CC"/>
          </a:solidFill>
          <a:ln w="12700">
            <a:solidFill>
              <a:srgbClr val="3366CC"/>
            </a:solidFill>
            <a:prstDash val="solid"/>
          </a:ln>
        </p:spPr>
      </p:sp>
      <p:sp>
        <p:nvSpPr>
          <p:cNvPr id="108" name="Shape 104"/>
          <p:cNvSpPr/>
          <p:nvPr/>
        </p:nvSpPr>
        <p:spPr>
          <a:xfrm>
            <a:off x="4716213" y="2657862"/>
            <a:ext cx="25676" cy="698321"/>
          </a:xfrm>
          <a:prstGeom prst="rect">
            <a:avLst/>
          </a:prstGeom>
          <a:solidFill>
            <a:srgbClr val="3366CC"/>
          </a:solidFill>
          <a:ln w="12700">
            <a:solidFill>
              <a:srgbClr val="3366CC"/>
            </a:solidFill>
            <a:prstDash val="solid"/>
          </a:ln>
        </p:spPr>
      </p:sp>
      <p:sp>
        <p:nvSpPr>
          <p:cNvPr id="109" name="Shape 105"/>
          <p:cNvSpPr/>
          <p:nvPr/>
        </p:nvSpPr>
        <p:spPr>
          <a:xfrm>
            <a:off x="4759006" y="2449424"/>
            <a:ext cx="25676" cy="1115198"/>
          </a:xfrm>
          <a:prstGeom prst="rect">
            <a:avLst/>
          </a:prstGeom>
          <a:solidFill>
            <a:srgbClr val="3366CC"/>
          </a:solidFill>
          <a:ln w="12700">
            <a:solidFill>
              <a:srgbClr val="3366CC"/>
            </a:solidFill>
            <a:prstDash val="solid"/>
          </a:ln>
        </p:spPr>
      </p:sp>
      <p:sp>
        <p:nvSpPr>
          <p:cNvPr id="110" name="Shape 106"/>
          <p:cNvSpPr/>
          <p:nvPr/>
        </p:nvSpPr>
        <p:spPr>
          <a:xfrm>
            <a:off x="4801799" y="2664922"/>
            <a:ext cx="25676" cy="684201"/>
          </a:xfrm>
          <a:prstGeom prst="rect">
            <a:avLst/>
          </a:prstGeom>
          <a:solidFill>
            <a:srgbClr val="3366CC"/>
          </a:solidFill>
          <a:ln w="12700">
            <a:solidFill>
              <a:srgbClr val="3366CC"/>
            </a:solidFill>
            <a:prstDash val="solid"/>
          </a:ln>
        </p:spPr>
      </p:sp>
      <p:sp>
        <p:nvSpPr>
          <p:cNvPr id="111" name="Shape 107"/>
          <p:cNvSpPr/>
          <p:nvPr/>
        </p:nvSpPr>
        <p:spPr>
          <a:xfrm>
            <a:off x="4844592" y="2787266"/>
            <a:ext cx="25676" cy="439512"/>
          </a:xfrm>
          <a:prstGeom prst="rect">
            <a:avLst/>
          </a:prstGeom>
          <a:solidFill>
            <a:srgbClr val="3366CC"/>
          </a:solidFill>
          <a:ln w="12700">
            <a:solidFill>
              <a:srgbClr val="3366CC"/>
            </a:solidFill>
            <a:prstDash val="solid"/>
          </a:ln>
        </p:spPr>
      </p:sp>
      <p:sp>
        <p:nvSpPr>
          <p:cNvPr id="112" name="Shape 108"/>
          <p:cNvSpPr/>
          <p:nvPr/>
        </p:nvSpPr>
        <p:spPr>
          <a:xfrm>
            <a:off x="4887385" y="2612089"/>
            <a:ext cx="25676" cy="789867"/>
          </a:xfrm>
          <a:prstGeom prst="rect">
            <a:avLst/>
          </a:prstGeom>
          <a:solidFill>
            <a:srgbClr val="3366CC"/>
          </a:solidFill>
          <a:ln w="12700">
            <a:solidFill>
              <a:srgbClr val="3366CC"/>
            </a:solidFill>
            <a:prstDash val="solid"/>
          </a:ln>
        </p:spPr>
      </p:sp>
      <p:sp>
        <p:nvSpPr>
          <p:cNvPr id="113" name="Shape 109"/>
          <p:cNvSpPr/>
          <p:nvPr/>
        </p:nvSpPr>
        <p:spPr>
          <a:xfrm>
            <a:off x="4930178" y="2445256"/>
            <a:ext cx="25676" cy="1123534"/>
          </a:xfrm>
          <a:prstGeom prst="rect">
            <a:avLst/>
          </a:prstGeom>
          <a:solidFill>
            <a:srgbClr val="3366CC"/>
          </a:solidFill>
          <a:ln w="12700">
            <a:solidFill>
              <a:srgbClr val="3366CC"/>
            </a:solidFill>
            <a:prstDash val="solid"/>
          </a:ln>
        </p:spPr>
      </p:sp>
      <p:sp>
        <p:nvSpPr>
          <p:cNvPr id="114" name="Shape 110"/>
          <p:cNvSpPr/>
          <p:nvPr/>
        </p:nvSpPr>
        <p:spPr>
          <a:xfrm>
            <a:off x="4972972" y="2956235"/>
            <a:ext cx="25676" cy="101576"/>
          </a:xfrm>
          <a:prstGeom prst="rect">
            <a:avLst/>
          </a:prstGeom>
          <a:solidFill>
            <a:srgbClr val="3366CC"/>
          </a:solidFill>
          <a:ln w="12700">
            <a:solidFill>
              <a:srgbClr val="3366CC"/>
            </a:solidFill>
            <a:prstDash val="solid"/>
          </a:ln>
        </p:spPr>
      </p:sp>
      <p:sp>
        <p:nvSpPr>
          <p:cNvPr id="115" name="Shape 111"/>
          <p:cNvSpPr/>
          <p:nvPr/>
        </p:nvSpPr>
        <p:spPr>
          <a:xfrm>
            <a:off x="5015765" y="2956235"/>
            <a:ext cx="25676" cy="101576"/>
          </a:xfrm>
          <a:prstGeom prst="rect">
            <a:avLst/>
          </a:prstGeom>
          <a:solidFill>
            <a:srgbClr val="3366CC"/>
          </a:solidFill>
          <a:ln w="12700">
            <a:solidFill>
              <a:srgbClr val="3366CC"/>
            </a:solidFill>
            <a:prstDash val="solid"/>
          </a:ln>
        </p:spPr>
      </p:sp>
      <p:sp>
        <p:nvSpPr>
          <p:cNvPr id="116" name="Shape 112"/>
          <p:cNvSpPr/>
          <p:nvPr/>
        </p:nvSpPr>
        <p:spPr>
          <a:xfrm>
            <a:off x="5058558" y="2956235"/>
            <a:ext cx="25676" cy="101576"/>
          </a:xfrm>
          <a:prstGeom prst="rect">
            <a:avLst/>
          </a:prstGeom>
          <a:solidFill>
            <a:srgbClr val="3366CC"/>
          </a:solidFill>
          <a:ln w="12700">
            <a:solidFill>
              <a:srgbClr val="3366CC"/>
            </a:solidFill>
            <a:prstDash val="solid"/>
          </a:ln>
        </p:spPr>
      </p:sp>
      <p:sp>
        <p:nvSpPr>
          <p:cNvPr id="117" name="Shape 113"/>
          <p:cNvSpPr/>
          <p:nvPr/>
        </p:nvSpPr>
        <p:spPr>
          <a:xfrm>
            <a:off x="5101351" y="2956235"/>
            <a:ext cx="25676" cy="101576"/>
          </a:xfrm>
          <a:prstGeom prst="rect">
            <a:avLst/>
          </a:prstGeom>
          <a:solidFill>
            <a:srgbClr val="3366CC"/>
          </a:solidFill>
          <a:ln w="12700">
            <a:solidFill>
              <a:srgbClr val="3366CC"/>
            </a:solidFill>
            <a:prstDash val="solid"/>
          </a:ln>
        </p:spPr>
      </p:sp>
      <p:sp>
        <p:nvSpPr>
          <p:cNvPr id="118" name="Shape 114"/>
          <p:cNvSpPr/>
          <p:nvPr/>
        </p:nvSpPr>
        <p:spPr>
          <a:xfrm>
            <a:off x="1508028" y="2997879"/>
            <a:ext cx="194383" cy="18288"/>
          </a:xfrm>
          <a:prstGeom prst="rect">
            <a:avLst/>
          </a:prstGeom>
          <a:solidFill>
            <a:srgbClr val="3366CC"/>
          </a:solidFill>
          <a:ln w="12700">
            <a:solidFill>
              <a:srgbClr val="3366CC"/>
            </a:solidFill>
            <a:prstDash val="solid"/>
          </a:ln>
        </p:spPr>
      </p:sp>
      <p:sp>
        <p:nvSpPr>
          <p:cNvPr id="119" name="Shape 115"/>
          <p:cNvSpPr/>
          <p:nvPr/>
        </p:nvSpPr>
        <p:spPr>
          <a:xfrm>
            <a:off x="5162432" y="2997879"/>
            <a:ext cx="233260" cy="18288"/>
          </a:xfrm>
          <a:prstGeom prst="rect">
            <a:avLst/>
          </a:prstGeom>
          <a:solidFill>
            <a:srgbClr val="3366CC"/>
          </a:solidFill>
          <a:ln w="12700">
            <a:solidFill>
              <a:srgbClr val="3366CC"/>
            </a:solidFill>
            <a:prstDash val="solid"/>
          </a:ln>
        </p:spPr>
      </p:sp>
      <p:sp>
        <p:nvSpPr>
          <p:cNvPr id="120" name="Shape 116"/>
          <p:cNvSpPr/>
          <p:nvPr/>
        </p:nvSpPr>
        <p:spPr>
          <a:xfrm>
            <a:off x="1489740" y="2210192"/>
            <a:ext cx="230959" cy="1593662"/>
          </a:xfrm>
          <a:prstGeom prst="roundRect">
            <a:avLst>
              <a:gd name="adj" fmla="val 19796"/>
            </a:avLst>
          </a:prstGeom>
          <a:solidFill>
            <a:srgbClr val="FFFFFF">
              <a:alpha val="0"/>
            </a:srgbClr>
          </a:solidFill>
          <a:ln w="31750">
            <a:solidFill>
              <a:srgbClr val="E53935"/>
            </a:solidFill>
            <a:prstDash val="solid"/>
          </a:ln>
        </p:spPr>
      </p:sp>
      <p:sp>
        <p:nvSpPr>
          <p:cNvPr id="121" name="Shape 117"/>
          <p:cNvSpPr/>
          <p:nvPr/>
        </p:nvSpPr>
        <p:spPr>
          <a:xfrm>
            <a:off x="1583540" y="2073032"/>
            <a:ext cx="274320" cy="274320"/>
          </a:xfrm>
          <a:prstGeom prst="ellipse">
            <a:avLst/>
          </a:prstGeom>
          <a:solidFill>
            <a:srgbClr val="E53935"/>
          </a:solidFill>
          <a:ln w="12700">
            <a:solidFill>
              <a:srgbClr val="FFFFFF"/>
            </a:solidFill>
            <a:prstDash val="solid"/>
          </a:ln>
        </p:spPr>
      </p:sp>
      <p:sp>
        <p:nvSpPr>
          <p:cNvPr id="122" name="Text 118"/>
          <p:cNvSpPr txBox="1"/>
          <p:nvPr/>
        </p:nvSpPr>
        <p:spPr>
          <a:xfrm>
            <a:off x="1583540" y="20730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123" name="Image 2" descr="preencoded.png">    </p:cNvPr>
          <p:cNvPicPr>
            <a:picLocks noChangeAspect="1"/>
          </p:cNvPicPr>
          <p:nvPr/>
        </p:nvPicPr>
        <p:blipFill>
          <a:blip r:embed="rId3"/>
          <a:stretch>
            <a:fillRect/>
          </a:stretch>
        </p:blipFill>
        <p:spPr>
          <a:xfrm>
            <a:off x="1614939" y="3084877"/>
            <a:ext cx="237744" cy="237744"/>
          </a:xfrm>
          <a:prstGeom prst="rect">
            <a:avLst/>
          </a:prstGeom>
        </p:spPr>
      </p:pic>
      <p:sp>
        <p:nvSpPr>
          <p:cNvPr id="124" name="Text 11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125" name="Text 12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Blok keheningan di awal, tekan Delete</a:t>
            </a:r>
            <a:endParaRPr lang="en-US" sz="1800" dirty="0"/>
          </a:p>
        </p:txBody>
      </p:sp>
      <p:sp>
        <p:nvSpPr>
          <p:cNvPr id="126" name="Text 12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Seret mouse dari ujung kiri sampai tepat sebelum suara dimulai. Tekan Delete.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Memotong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663510"/>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Nasihat_Ahmad - Audacity</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Text 18"/>
          <p:cNvSpPr txBox="1"/>
          <p:nvPr/>
        </p:nvSpPr>
        <p:spPr>
          <a:xfrm>
            <a:off x="730788" y="1432952"/>
            <a:ext cx="32004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File   Edit   Select   View   Effect   Help</a:t>
            </a:r>
            <a:endParaRPr lang="en-US" sz="700" dirty="0"/>
          </a:p>
        </p:txBody>
      </p:sp>
      <p:sp>
        <p:nvSpPr>
          <p:cNvPr id="23" name="Shape 19"/>
          <p:cNvSpPr/>
          <p:nvPr/>
        </p:nvSpPr>
        <p:spPr>
          <a:xfrm>
            <a:off x="639348" y="1634120"/>
            <a:ext cx="4847783" cy="384048"/>
          </a:xfrm>
          <a:prstGeom prst="rect">
            <a:avLst/>
          </a:prstGeom>
          <a:solidFill>
            <a:srgbClr val="E8E8E8"/>
          </a:solidFill>
          <a:ln w="12700">
            <a:solidFill>
              <a:srgbClr val="E8E8E8"/>
            </a:solidFill>
            <a:prstDash val="solid"/>
          </a:ln>
        </p:spPr>
      </p:sp>
      <p:sp>
        <p:nvSpPr>
          <p:cNvPr id="24" name="Shape 20"/>
          <p:cNvSpPr/>
          <p:nvPr/>
        </p:nvSpPr>
        <p:spPr>
          <a:xfrm>
            <a:off x="730788" y="1688984"/>
            <a:ext cx="274320" cy="274320"/>
          </a:xfrm>
          <a:prstGeom prst="roundRect">
            <a:avLst>
              <a:gd name="adj" fmla="val 13333"/>
            </a:avLst>
          </a:prstGeom>
          <a:solidFill>
            <a:srgbClr val="FFFFFF"/>
          </a:solidFill>
          <a:ln w="6350">
            <a:solidFill>
              <a:srgbClr val="AAAAAA"/>
            </a:solidFill>
            <a:prstDash val="solid"/>
          </a:ln>
        </p:spPr>
      </p:sp>
      <p:sp>
        <p:nvSpPr>
          <p:cNvPr id="25" name="Shape 21"/>
          <p:cNvSpPr/>
          <p:nvPr/>
        </p:nvSpPr>
        <p:spPr>
          <a:xfrm>
            <a:off x="813084" y="1752992"/>
            <a:ext cx="36576" cy="146304"/>
          </a:xfrm>
          <a:prstGeom prst="rect">
            <a:avLst/>
          </a:prstGeom>
          <a:solidFill>
            <a:srgbClr val="2A62C9"/>
          </a:solidFill>
          <a:ln w="12700">
            <a:solidFill>
              <a:srgbClr val="2A62C9"/>
            </a:solidFill>
            <a:prstDash val="solid"/>
          </a:ln>
        </p:spPr>
      </p:sp>
      <p:sp>
        <p:nvSpPr>
          <p:cNvPr id="26" name="Shape 22"/>
          <p:cNvSpPr/>
          <p:nvPr/>
        </p:nvSpPr>
        <p:spPr>
          <a:xfrm>
            <a:off x="886236" y="1752992"/>
            <a:ext cx="36576" cy="146304"/>
          </a:xfrm>
          <a:prstGeom prst="rect">
            <a:avLst/>
          </a:prstGeom>
          <a:solidFill>
            <a:srgbClr val="2A62C9"/>
          </a:solidFill>
          <a:ln w="12700">
            <a:solidFill>
              <a:srgbClr val="2A62C9"/>
            </a:solidFill>
            <a:prstDash val="solid"/>
          </a:ln>
        </p:spPr>
      </p:sp>
      <p:sp>
        <p:nvSpPr>
          <p:cNvPr id="27" name="Shape 23"/>
          <p:cNvSpPr/>
          <p:nvPr/>
        </p:nvSpPr>
        <p:spPr>
          <a:xfrm>
            <a:off x="1050828" y="1688984"/>
            <a:ext cx="274320" cy="274320"/>
          </a:xfrm>
          <a:prstGeom prst="roundRect">
            <a:avLst>
              <a:gd name="adj" fmla="val 13333"/>
            </a:avLst>
          </a:prstGeom>
          <a:solidFill>
            <a:srgbClr val="FFFFFF"/>
          </a:solidFill>
          <a:ln w="6350">
            <a:solidFill>
              <a:srgbClr val="AAAAAA"/>
            </a:solidFill>
            <a:prstDash val="solid"/>
          </a:ln>
        </p:spPr>
      </p:sp>
      <p:sp>
        <p:nvSpPr>
          <p:cNvPr id="28" name="Shape 24"/>
          <p:cNvSpPr/>
          <p:nvPr/>
        </p:nvSpPr>
        <p:spPr>
          <a:xfrm rot="5400000">
            <a:off x="1123980" y="1752992"/>
            <a:ext cx="146304" cy="146304"/>
          </a:xfrm>
          <a:prstGeom prst="triangle">
            <a:avLst/>
          </a:prstGeom>
          <a:solidFill>
            <a:srgbClr val="2E8B57"/>
          </a:solidFill>
          <a:ln/>
        </p:spPr>
      </p:sp>
      <p:sp>
        <p:nvSpPr>
          <p:cNvPr id="29" name="Shape 25"/>
          <p:cNvSpPr/>
          <p:nvPr/>
        </p:nvSpPr>
        <p:spPr>
          <a:xfrm>
            <a:off x="1370868" y="1688984"/>
            <a:ext cx="274320" cy="274320"/>
          </a:xfrm>
          <a:prstGeom prst="roundRect">
            <a:avLst>
              <a:gd name="adj" fmla="val 13333"/>
            </a:avLst>
          </a:prstGeom>
          <a:solidFill>
            <a:srgbClr val="FFFFFF"/>
          </a:solidFill>
          <a:ln w="6350">
            <a:solidFill>
              <a:srgbClr val="AAAAAA"/>
            </a:solidFill>
            <a:prstDash val="solid"/>
          </a:ln>
        </p:spPr>
      </p:sp>
      <p:sp>
        <p:nvSpPr>
          <p:cNvPr id="30" name="Shape 26"/>
          <p:cNvSpPr/>
          <p:nvPr/>
        </p:nvSpPr>
        <p:spPr>
          <a:xfrm>
            <a:off x="1444020" y="1762136"/>
            <a:ext cx="128016" cy="128016"/>
          </a:xfrm>
          <a:prstGeom prst="rect">
            <a:avLst/>
          </a:prstGeom>
          <a:solidFill>
            <a:srgbClr val="222222"/>
          </a:solidFill>
          <a:ln w="12700">
            <a:solidFill>
              <a:srgbClr val="222222"/>
            </a:solidFill>
            <a:prstDash val="solid"/>
          </a:ln>
        </p:spPr>
      </p:sp>
      <p:sp>
        <p:nvSpPr>
          <p:cNvPr id="31" name="Shape 27"/>
          <p:cNvSpPr/>
          <p:nvPr/>
        </p:nvSpPr>
        <p:spPr>
          <a:xfrm>
            <a:off x="1690908" y="1688984"/>
            <a:ext cx="274320" cy="274320"/>
          </a:xfrm>
          <a:prstGeom prst="roundRect">
            <a:avLst>
              <a:gd name="adj" fmla="val 13333"/>
            </a:avLst>
          </a:prstGeom>
          <a:solidFill>
            <a:srgbClr val="FFFFFF"/>
          </a:solidFill>
          <a:ln w="6350">
            <a:solidFill>
              <a:srgbClr val="AAAAAA"/>
            </a:solidFill>
            <a:prstDash val="solid"/>
          </a:ln>
        </p:spPr>
      </p:sp>
      <p:sp>
        <p:nvSpPr>
          <p:cNvPr id="32" name="Shape 28"/>
          <p:cNvSpPr/>
          <p:nvPr/>
        </p:nvSpPr>
        <p:spPr>
          <a:xfrm>
            <a:off x="1754916" y="1752992"/>
            <a:ext cx="146304" cy="146304"/>
          </a:xfrm>
          <a:prstGeom prst="ellipse">
            <a:avLst/>
          </a:prstGeom>
          <a:solidFill>
            <a:srgbClr val="C62828"/>
          </a:solidFill>
          <a:ln/>
        </p:spPr>
      </p:sp>
      <p:sp>
        <p:nvSpPr>
          <p:cNvPr id="33" name="Text 29"/>
          <p:cNvSpPr txBox="1"/>
          <p:nvPr/>
        </p:nvSpPr>
        <p:spPr>
          <a:xfrm>
            <a:off x="1508028" y="2054744"/>
            <a:ext cx="3841943" cy="137160"/>
          </a:xfrm>
          <a:prstGeom prst="rect">
            <a:avLst/>
          </a:prstGeom>
          <a:noFill/>
          <a:ln/>
        </p:spPr>
        <p:txBody>
          <a:bodyPr wrap="square" lIns="0" tIns="0" rIns="0" bIns="0" rtlCol="0" anchor="t"/>
          <a:lstStyle/>
          <a:p>
            <a:pPr indent="0" marL="0">
              <a:buNone/>
            </a:pPr>
            <a:r>
              <a:rPr lang="en-US" sz="550" dirty="0">
                <a:solidFill>
                  <a:srgbClr val="666666"/>
                </a:solidFill>
                <a:latin typeface="Calibri" pitchFamily="34" charset="0"/>
                <a:ea typeface="Calibri" pitchFamily="34" charset="-122"/>
                <a:cs typeface="Calibri" pitchFamily="34" charset="-120"/>
              </a:rPr>
              <a:t>0  ·  5  ·  10  ·  15  ·  20  ·  25  ·  30  ·  35  ·  40  ·  45  ·  50  ·  55  ·  60 detik</a:t>
            </a:r>
            <a:endParaRPr lang="en-US" sz="550" dirty="0"/>
          </a:p>
        </p:txBody>
      </p:sp>
      <p:sp>
        <p:nvSpPr>
          <p:cNvPr id="34" name="Shape 30"/>
          <p:cNvSpPr/>
          <p:nvPr/>
        </p:nvSpPr>
        <p:spPr>
          <a:xfrm>
            <a:off x="685068" y="2228480"/>
            <a:ext cx="777240" cy="1557086"/>
          </a:xfrm>
          <a:prstGeom prst="rect">
            <a:avLst/>
          </a:prstGeom>
          <a:solidFill>
            <a:srgbClr val="DDDDDD"/>
          </a:solidFill>
          <a:ln w="12700">
            <a:solidFill>
              <a:srgbClr val="DDDDDD"/>
            </a:solidFill>
            <a:prstDash val="solid"/>
          </a:ln>
        </p:spPr>
      </p:sp>
      <p:sp>
        <p:nvSpPr>
          <p:cNvPr id="35" name="Text 31"/>
          <p:cNvSpPr txBox="1"/>
          <p:nvPr/>
        </p:nvSpPr>
        <p:spPr>
          <a:xfrm>
            <a:off x="712500" y="2274200"/>
            <a:ext cx="731520" cy="32004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Nasihat</a:t>
            </a:r>
            <a:endParaRPr lang="en-US" sz="600" dirty="0"/>
          </a:p>
          <a:p>
            <a:pPr indent="0" marL="0">
              <a:buNone/>
            </a:pPr>
            <a:r>
              <a:rPr lang="en-US" sz="600" dirty="0">
                <a:solidFill>
                  <a:srgbClr val="1E2A26"/>
                </a:solidFill>
                <a:latin typeface="Calibri" pitchFamily="34" charset="0"/>
                <a:ea typeface="Calibri" pitchFamily="34" charset="-122"/>
                <a:cs typeface="Calibri" pitchFamily="34" charset="-120"/>
              </a:rPr>
              <a:t>Mono, 44100Hz</a:t>
            </a:r>
            <a:endParaRPr lang="en-US" sz="600" dirty="0"/>
          </a:p>
        </p:txBody>
      </p:sp>
      <p:sp>
        <p:nvSpPr>
          <p:cNvPr id="36" name="Shape 32"/>
          <p:cNvSpPr/>
          <p:nvPr/>
        </p:nvSpPr>
        <p:spPr>
          <a:xfrm>
            <a:off x="1508028" y="2228480"/>
            <a:ext cx="3887663" cy="1557086"/>
          </a:xfrm>
          <a:prstGeom prst="rect">
            <a:avLst/>
          </a:prstGeom>
          <a:solidFill>
            <a:srgbClr val="FFFFFF"/>
          </a:solidFill>
          <a:ln w="6350">
            <a:solidFill>
              <a:srgbClr val="999999"/>
            </a:solidFill>
            <a:prstDash val="solid"/>
          </a:ln>
        </p:spPr>
      </p:sp>
      <p:sp>
        <p:nvSpPr>
          <p:cNvPr id="37" name="Shape 33"/>
          <p:cNvSpPr/>
          <p:nvPr/>
        </p:nvSpPr>
        <p:spPr>
          <a:xfrm>
            <a:off x="3140847" y="2228480"/>
            <a:ext cx="388766" cy="1557086"/>
          </a:xfrm>
          <a:prstGeom prst="rect">
            <a:avLst/>
          </a:prstGeom>
          <a:solidFill>
            <a:srgbClr val="BFD4F5"/>
          </a:solidFill>
          <a:ln w="12700">
            <a:solidFill>
              <a:srgbClr val="BFD4F5"/>
            </a:solidFill>
            <a:prstDash val="solid"/>
          </a:ln>
        </p:spPr>
      </p:sp>
      <p:sp>
        <p:nvSpPr>
          <p:cNvPr id="38" name="Shape 34"/>
          <p:cNvSpPr/>
          <p:nvPr/>
        </p:nvSpPr>
        <p:spPr>
          <a:xfrm>
            <a:off x="1526316" y="2956235"/>
            <a:ext cx="25512" cy="101576"/>
          </a:xfrm>
          <a:prstGeom prst="rect">
            <a:avLst/>
          </a:prstGeom>
          <a:solidFill>
            <a:srgbClr val="3366CC"/>
          </a:solidFill>
          <a:ln w="12700">
            <a:solidFill>
              <a:srgbClr val="3366CC"/>
            </a:solidFill>
            <a:prstDash val="solid"/>
          </a:ln>
        </p:spPr>
      </p:sp>
      <p:sp>
        <p:nvSpPr>
          <p:cNvPr id="39" name="Shape 35"/>
          <p:cNvSpPr/>
          <p:nvPr/>
        </p:nvSpPr>
        <p:spPr>
          <a:xfrm>
            <a:off x="1568836" y="2956235"/>
            <a:ext cx="25512" cy="101576"/>
          </a:xfrm>
          <a:prstGeom prst="rect">
            <a:avLst/>
          </a:prstGeom>
          <a:solidFill>
            <a:srgbClr val="3366CC"/>
          </a:solidFill>
          <a:ln w="12700">
            <a:solidFill>
              <a:srgbClr val="3366CC"/>
            </a:solidFill>
            <a:prstDash val="solid"/>
          </a:ln>
        </p:spPr>
      </p:sp>
      <p:sp>
        <p:nvSpPr>
          <p:cNvPr id="40" name="Shape 36"/>
          <p:cNvSpPr/>
          <p:nvPr/>
        </p:nvSpPr>
        <p:spPr>
          <a:xfrm>
            <a:off x="1611356" y="2956235"/>
            <a:ext cx="25512" cy="101576"/>
          </a:xfrm>
          <a:prstGeom prst="rect">
            <a:avLst/>
          </a:prstGeom>
          <a:solidFill>
            <a:srgbClr val="3366CC"/>
          </a:solidFill>
          <a:ln w="12700">
            <a:solidFill>
              <a:srgbClr val="3366CC"/>
            </a:solidFill>
            <a:prstDash val="solid"/>
          </a:ln>
        </p:spPr>
      </p:sp>
      <p:sp>
        <p:nvSpPr>
          <p:cNvPr id="41" name="Shape 37"/>
          <p:cNvSpPr/>
          <p:nvPr/>
        </p:nvSpPr>
        <p:spPr>
          <a:xfrm>
            <a:off x="1653876" y="2956235"/>
            <a:ext cx="25512" cy="101576"/>
          </a:xfrm>
          <a:prstGeom prst="rect">
            <a:avLst/>
          </a:prstGeom>
          <a:solidFill>
            <a:srgbClr val="3366CC"/>
          </a:solidFill>
          <a:ln w="12700">
            <a:solidFill>
              <a:srgbClr val="3366CC"/>
            </a:solidFill>
            <a:prstDash val="solid"/>
          </a:ln>
        </p:spPr>
      </p:sp>
      <p:sp>
        <p:nvSpPr>
          <p:cNvPr id="42" name="Shape 38"/>
          <p:cNvSpPr/>
          <p:nvPr/>
        </p:nvSpPr>
        <p:spPr>
          <a:xfrm>
            <a:off x="1696396" y="2527755"/>
            <a:ext cx="25512" cy="958535"/>
          </a:xfrm>
          <a:prstGeom prst="rect">
            <a:avLst/>
          </a:prstGeom>
          <a:solidFill>
            <a:srgbClr val="3366CC"/>
          </a:solidFill>
          <a:ln w="12700">
            <a:solidFill>
              <a:srgbClr val="3366CC"/>
            </a:solidFill>
            <a:prstDash val="solid"/>
          </a:ln>
        </p:spPr>
      </p:sp>
      <p:sp>
        <p:nvSpPr>
          <p:cNvPr id="43" name="Shape 39"/>
          <p:cNvSpPr/>
          <p:nvPr/>
        </p:nvSpPr>
        <p:spPr>
          <a:xfrm>
            <a:off x="1738916" y="2414643"/>
            <a:ext cx="25512" cy="1184760"/>
          </a:xfrm>
          <a:prstGeom prst="rect">
            <a:avLst/>
          </a:prstGeom>
          <a:solidFill>
            <a:srgbClr val="3366CC"/>
          </a:solidFill>
          <a:ln w="12700">
            <a:solidFill>
              <a:srgbClr val="3366CC"/>
            </a:solidFill>
            <a:prstDash val="solid"/>
          </a:ln>
        </p:spPr>
      </p:sp>
      <p:sp>
        <p:nvSpPr>
          <p:cNvPr id="44" name="Shape 40"/>
          <p:cNvSpPr/>
          <p:nvPr/>
        </p:nvSpPr>
        <p:spPr>
          <a:xfrm>
            <a:off x="1781435" y="2684319"/>
            <a:ext cx="25512" cy="645408"/>
          </a:xfrm>
          <a:prstGeom prst="rect">
            <a:avLst/>
          </a:prstGeom>
          <a:solidFill>
            <a:srgbClr val="3366CC"/>
          </a:solidFill>
          <a:ln w="12700">
            <a:solidFill>
              <a:srgbClr val="3366CC"/>
            </a:solidFill>
            <a:prstDash val="solid"/>
          </a:ln>
        </p:spPr>
      </p:sp>
      <p:sp>
        <p:nvSpPr>
          <p:cNvPr id="45" name="Shape 41"/>
          <p:cNvSpPr/>
          <p:nvPr/>
        </p:nvSpPr>
        <p:spPr>
          <a:xfrm>
            <a:off x="1823955" y="2770316"/>
            <a:ext cx="25512" cy="473414"/>
          </a:xfrm>
          <a:prstGeom prst="rect">
            <a:avLst/>
          </a:prstGeom>
          <a:solidFill>
            <a:srgbClr val="3366CC"/>
          </a:solidFill>
          <a:ln w="12700">
            <a:solidFill>
              <a:srgbClr val="3366CC"/>
            </a:solidFill>
            <a:prstDash val="solid"/>
          </a:ln>
        </p:spPr>
      </p:sp>
      <p:sp>
        <p:nvSpPr>
          <p:cNvPr id="46" name="Shape 42"/>
          <p:cNvSpPr/>
          <p:nvPr/>
        </p:nvSpPr>
        <p:spPr>
          <a:xfrm>
            <a:off x="1866475" y="2715153"/>
            <a:ext cx="25512" cy="583739"/>
          </a:xfrm>
          <a:prstGeom prst="rect">
            <a:avLst/>
          </a:prstGeom>
          <a:solidFill>
            <a:srgbClr val="3366CC"/>
          </a:solidFill>
          <a:ln w="12700">
            <a:solidFill>
              <a:srgbClr val="3366CC"/>
            </a:solidFill>
            <a:prstDash val="solid"/>
          </a:ln>
        </p:spPr>
      </p:sp>
      <p:sp>
        <p:nvSpPr>
          <p:cNvPr id="47" name="Shape 43"/>
          <p:cNvSpPr/>
          <p:nvPr/>
        </p:nvSpPr>
        <p:spPr>
          <a:xfrm>
            <a:off x="1908995" y="2479054"/>
            <a:ext cx="25512" cy="1055937"/>
          </a:xfrm>
          <a:prstGeom prst="rect">
            <a:avLst/>
          </a:prstGeom>
          <a:solidFill>
            <a:srgbClr val="3366CC"/>
          </a:solidFill>
          <a:ln w="12700">
            <a:solidFill>
              <a:srgbClr val="3366CC"/>
            </a:solidFill>
            <a:prstDash val="solid"/>
          </a:ln>
        </p:spPr>
      </p:sp>
      <p:sp>
        <p:nvSpPr>
          <p:cNvPr id="48" name="Shape 44"/>
          <p:cNvSpPr/>
          <p:nvPr/>
        </p:nvSpPr>
        <p:spPr>
          <a:xfrm>
            <a:off x="1951515" y="2729985"/>
            <a:ext cx="25512" cy="554075"/>
          </a:xfrm>
          <a:prstGeom prst="rect">
            <a:avLst/>
          </a:prstGeom>
          <a:solidFill>
            <a:srgbClr val="3366CC"/>
          </a:solidFill>
          <a:ln w="12700">
            <a:solidFill>
              <a:srgbClr val="3366CC"/>
            </a:solidFill>
            <a:prstDash val="solid"/>
          </a:ln>
        </p:spPr>
      </p:sp>
      <p:sp>
        <p:nvSpPr>
          <p:cNvPr id="49" name="Shape 45"/>
          <p:cNvSpPr/>
          <p:nvPr/>
        </p:nvSpPr>
        <p:spPr>
          <a:xfrm>
            <a:off x="1994034" y="2671051"/>
            <a:ext cx="25512" cy="671944"/>
          </a:xfrm>
          <a:prstGeom prst="rect">
            <a:avLst/>
          </a:prstGeom>
          <a:solidFill>
            <a:srgbClr val="3366CC"/>
          </a:solidFill>
          <a:ln w="12700">
            <a:solidFill>
              <a:srgbClr val="3366CC"/>
            </a:solidFill>
            <a:prstDash val="solid"/>
          </a:ln>
        </p:spPr>
      </p:sp>
      <p:sp>
        <p:nvSpPr>
          <p:cNvPr id="50" name="Shape 46"/>
          <p:cNvSpPr/>
          <p:nvPr/>
        </p:nvSpPr>
        <p:spPr>
          <a:xfrm>
            <a:off x="2036554" y="2459983"/>
            <a:ext cx="25512" cy="1094079"/>
          </a:xfrm>
          <a:prstGeom prst="rect">
            <a:avLst/>
          </a:prstGeom>
          <a:solidFill>
            <a:srgbClr val="3366CC"/>
          </a:solidFill>
          <a:ln w="12700">
            <a:solidFill>
              <a:srgbClr val="3366CC"/>
            </a:solidFill>
            <a:prstDash val="solid"/>
          </a:ln>
        </p:spPr>
      </p:sp>
      <p:sp>
        <p:nvSpPr>
          <p:cNvPr id="51" name="Shape 47"/>
          <p:cNvSpPr/>
          <p:nvPr/>
        </p:nvSpPr>
        <p:spPr>
          <a:xfrm>
            <a:off x="2079074" y="2665995"/>
            <a:ext cx="25512" cy="682056"/>
          </a:xfrm>
          <a:prstGeom prst="rect">
            <a:avLst/>
          </a:prstGeom>
          <a:solidFill>
            <a:srgbClr val="3366CC"/>
          </a:solidFill>
          <a:ln w="12700">
            <a:solidFill>
              <a:srgbClr val="3366CC"/>
            </a:solidFill>
            <a:prstDash val="solid"/>
          </a:ln>
        </p:spPr>
      </p:sp>
      <p:sp>
        <p:nvSpPr>
          <p:cNvPr id="52" name="Shape 48"/>
          <p:cNvSpPr/>
          <p:nvPr/>
        </p:nvSpPr>
        <p:spPr>
          <a:xfrm>
            <a:off x="2121594" y="2541566"/>
            <a:ext cx="25512" cy="930913"/>
          </a:xfrm>
          <a:prstGeom prst="rect">
            <a:avLst/>
          </a:prstGeom>
          <a:solidFill>
            <a:srgbClr val="3366CC"/>
          </a:solidFill>
          <a:ln w="12700">
            <a:solidFill>
              <a:srgbClr val="3366CC"/>
            </a:solidFill>
            <a:prstDash val="solid"/>
          </a:ln>
        </p:spPr>
      </p:sp>
      <p:sp>
        <p:nvSpPr>
          <p:cNvPr id="53" name="Shape 49"/>
          <p:cNvSpPr/>
          <p:nvPr/>
        </p:nvSpPr>
        <p:spPr>
          <a:xfrm>
            <a:off x="2164114" y="2441941"/>
            <a:ext cx="25512" cy="1130163"/>
          </a:xfrm>
          <a:prstGeom prst="rect">
            <a:avLst/>
          </a:prstGeom>
          <a:solidFill>
            <a:srgbClr val="3366CC"/>
          </a:solidFill>
          <a:ln w="12700">
            <a:solidFill>
              <a:srgbClr val="3366CC"/>
            </a:solidFill>
            <a:prstDash val="solid"/>
          </a:ln>
        </p:spPr>
      </p:sp>
      <p:sp>
        <p:nvSpPr>
          <p:cNvPr id="54" name="Shape 50"/>
          <p:cNvSpPr/>
          <p:nvPr/>
        </p:nvSpPr>
        <p:spPr>
          <a:xfrm>
            <a:off x="2206633" y="2393179"/>
            <a:ext cx="25512" cy="1227687"/>
          </a:xfrm>
          <a:prstGeom prst="rect">
            <a:avLst/>
          </a:prstGeom>
          <a:solidFill>
            <a:srgbClr val="3366CC"/>
          </a:solidFill>
          <a:ln w="12700">
            <a:solidFill>
              <a:srgbClr val="3366CC"/>
            </a:solidFill>
            <a:prstDash val="solid"/>
          </a:ln>
        </p:spPr>
      </p:sp>
      <p:sp>
        <p:nvSpPr>
          <p:cNvPr id="55" name="Shape 51"/>
          <p:cNvSpPr/>
          <p:nvPr/>
        </p:nvSpPr>
        <p:spPr>
          <a:xfrm>
            <a:off x="2249153" y="2585932"/>
            <a:ext cx="25512" cy="842182"/>
          </a:xfrm>
          <a:prstGeom prst="rect">
            <a:avLst/>
          </a:prstGeom>
          <a:solidFill>
            <a:srgbClr val="3366CC"/>
          </a:solidFill>
          <a:ln w="12700">
            <a:solidFill>
              <a:srgbClr val="3366CC"/>
            </a:solidFill>
            <a:prstDash val="solid"/>
          </a:ln>
        </p:spPr>
      </p:sp>
      <p:sp>
        <p:nvSpPr>
          <p:cNvPr id="56" name="Shape 52"/>
          <p:cNvSpPr/>
          <p:nvPr/>
        </p:nvSpPr>
        <p:spPr>
          <a:xfrm>
            <a:off x="2291673" y="2684159"/>
            <a:ext cx="25512" cy="645728"/>
          </a:xfrm>
          <a:prstGeom prst="rect">
            <a:avLst/>
          </a:prstGeom>
          <a:solidFill>
            <a:srgbClr val="3366CC"/>
          </a:solidFill>
          <a:ln w="12700">
            <a:solidFill>
              <a:srgbClr val="3366CC"/>
            </a:solidFill>
            <a:prstDash val="solid"/>
          </a:ln>
        </p:spPr>
      </p:sp>
      <p:sp>
        <p:nvSpPr>
          <p:cNvPr id="57" name="Shape 53"/>
          <p:cNvSpPr/>
          <p:nvPr/>
        </p:nvSpPr>
        <p:spPr>
          <a:xfrm>
            <a:off x="2334193" y="2615166"/>
            <a:ext cx="25512" cy="783714"/>
          </a:xfrm>
          <a:prstGeom prst="rect">
            <a:avLst/>
          </a:prstGeom>
          <a:solidFill>
            <a:srgbClr val="3366CC"/>
          </a:solidFill>
          <a:ln w="12700">
            <a:solidFill>
              <a:srgbClr val="3366CC"/>
            </a:solidFill>
            <a:prstDash val="solid"/>
          </a:ln>
        </p:spPr>
      </p:sp>
      <p:sp>
        <p:nvSpPr>
          <p:cNvPr id="58" name="Shape 54"/>
          <p:cNvSpPr/>
          <p:nvPr/>
        </p:nvSpPr>
        <p:spPr>
          <a:xfrm>
            <a:off x="2376713" y="2618981"/>
            <a:ext cx="25512" cy="776083"/>
          </a:xfrm>
          <a:prstGeom prst="rect">
            <a:avLst/>
          </a:prstGeom>
          <a:solidFill>
            <a:srgbClr val="3366CC"/>
          </a:solidFill>
          <a:ln w="12700">
            <a:solidFill>
              <a:srgbClr val="3366CC"/>
            </a:solidFill>
            <a:prstDash val="solid"/>
          </a:ln>
        </p:spPr>
      </p:sp>
      <p:sp>
        <p:nvSpPr>
          <p:cNvPr id="59" name="Shape 55"/>
          <p:cNvSpPr/>
          <p:nvPr/>
        </p:nvSpPr>
        <p:spPr>
          <a:xfrm>
            <a:off x="2419233" y="2557075"/>
            <a:ext cx="25512" cy="899896"/>
          </a:xfrm>
          <a:prstGeom prst="rect">
            <a:avLst/>
          </a:prstGeom>
          <a:solidFill>
            <a:srgbClr val="3366CC"/>
          </a:solidFill>
          <a:ln w="12700">
            <a:solidFill>
              <a:srgbClr val="3366CC"/>
            </a:solidFill>
            <a:prstDash val="solid"/>
          </a:ln>
        </p:spPr>
      </p:sp>
      <p:sp>
        <p:nvSpPr>
          <p:cNvPr id="60" name="Shape 56"/>
          <p:cNvSpPr/>
          <p:nvPr/>
        </p:nvSpPr>
        <p:spPr>
          <a:xfrm>
            <a:off x="2461752" y="2702393"/>
            <a:ext cx="25512" cy="609259"/>
          </a:xfrm>
          <a:prstGeom prst="rect">
            <a:avLst/>
          </a:prstGeom>
          <a:solidFill>
            <a:srgbClr val="3366CC"/>
          </a:solidFill>
          <a:ln w="12700">
            <a:solidFill>
              <a:srgbClr val="3366CC"/>
            </a:solidFill>
            <a:prstDash val="solid"/>
          </a:ln>
        </p:spPr>
      </p:sp>
      <p:sp>
        <p:nvSpPr>
          <p:cNvPr id="61" name="Shape 57"/>
          <p:cNvSpPr/>
          <p:nvPr/>
        </p:nvSpPr>
        <p:spPr>
          <a:xfrm>
            <a:off x="2504272" y="2455550"/>
            <a:ext cx="25512" cy="1102945"/>
          </a:xfrm>
          <a:prstGeom prst="rect">
            <a:avLst/>
          </a:prstGeom>
          <a:solidFill>
            <a:srgbClr val="3366CC"/>
          </a:solidFill>
          <a:ln w="12700">
            <a:solidFill>
              <a:srgbClr val="3366CC"/>
            </a:solidFill>
            <a:prstDash val="solid"/>
          </a:ln>
        </p:spPr>
      </p:sp>
      <p:sp>
        <p:nvSpPr>
          <p:cNvPr id="62" name="Shape 58"/>
          <p:cNvSpPr/>
          <p:nvPr/>
        </p:nvSpPr>
        <p:spPr>
          <a:xfrm>
            <a:off x="2546792" y="2764317"/>
            <a:ext cx="25512" cy="485411"/>
          </a:xfrm>
          <a:prstGeom prst="rect">
            <a:avLst/>
          </a:prstGeom>
          <a:solidFill>
            <a:srgbClr val="3366CC"/>
          </a:solidFill>
          <a:ln w="12700">
            <a:solidFill>
              <a:srgbClr val="3366CC"/>
            </a:solidFill>
            <a:prstDash val="solid"/>
          </a:ln>
        </p:spPr>
      </p:sp>
      <p:sp>
        <p:nvSpPr>
          <p:cNvPr id="63" name="Shape 59"/>
          <p:cNvSpPr/>
          <p:nvPr/>
        </p:nvSpPr>
        <p:spPr>
          <a:xfrm>
            <a:off x="2589312" y="2469697"/>
            <a:ext cx="25512" cy="1074652"/>
          </a:xfrm>
          <a:prstGeom prst="rect">
            <a:avLst/>
          </a:prstGeom>
          <a:solidFill>
            <a:srgbClr val="3366CC"/>
          </a:solidFill>
          <a:ln w="12700">
            <a:solidFill>
              <a:srgbClr val="3366CC"/>
            </a:solidFill>
            <a:prstDash val="solid"/>
          </a:ln>
        </p:spPr>
      </p:sp>
      <p:sp>
        <p:nvSpPr>
          <p:cNvPr id="64" name="Shape 60"/>
          <p:cNvSpPr/>
          <p:nvPr/>
        </p:nvSpPr>
        <p:spPr>
          <a:xfrm>
            <a:off x="2631832" y="2799266"/>
            <a:ext cx="25512" cy="415513"/>
          </a:xfrm>
          <a:prstGeom prst="rect">
            <a:avLst/>
          </a:prstGeom>
          <a:solidFill>
            <a:srgbClr val="3366CC"/>
          </a:solidFill>
          <a:ln w="12700">
            <a:solidFill>
              <a:srgbClr val="3366CC"/>
            </a:solidFill>
            <a:prstDash val="solid"/>
          </a:ln>
        </p:spPr>
      </p:sp>
      <p:sp>
        <p:nvSpPr>
          <p:cNvPr id="65" name="Shape 61"/>
          <p:cNvSpPr/>
          <p:nvPr/>
        </p:nvSpPr>
        <p:spPr>
          <a:xfrm>
            <a:off x="2674351" y="2676324"/>
            <a:ext cx="25512" cy="661398"/>
          </a:xfrm>
          <a:prstGeom prst="rect">
            <a:avLst/>
          </a:prstGeom>
          <a:solidFill>
            <a:srgbClr val="3366CC"/>
          </a:solidFill>
          <a:ln w="12700">
            <a:solidFill>
              <a:srgbClr val="3366CC"/>
            </a:solidFill>
            <a:prstDash val="solid"/>
          </a:ln>
        </p:spPr>
      </p:sp>
      <p:sp>
        <p:nvSpPr>
          <p:cNvPr id="66" name="Shape 62"/>
          <p:cNvSpPr/>
          <p:nvPr/>
        </p:nvSpPr>
        <p:spPr>
          <a:xfrm>
            <a:off x="2716871" y="2620704"/>
            <a:ext cx="25512" cy="772638"/>
          </a:xfrm>
          <a:prstGeom prst="rect">
            <a:avLst/>
          </a:prstGeom>
          <a:solidFill>
            <a:srgbClr val="3366CC"/>
          </a:solidFill>
          <a:ln w="12700">
            <a:solidFill>
              <a:srgbClr val="3366CC"/>
            </a:solidFill>
            <a:prstDash val="solid"/>
          </a:ln>
        </p:spPr>
      </p:sp>
      <p:sp>
        <p:nvSpPr>
          <p:cNvPr id="67" name="Shape 63"/>
          <p:cNvSpPr/>
          <p:nvPr/>
        </p:nvSpPr>
        <p:spPr>
          <a:xfrm>
            <a:off x="2759391" y="2576171"/>
            <a:ext cx="25512" cy="861704"/>
          </a:xfrm>
          <a:prstGeom prst="rect">
            <a:avLst/>
          </a:prstGeom>
          <a:solidFill>
            <a:srgbClr val="3366CC"/>
          </a:solidFill>
          <a:ln w="12700">
            <a:solidFill>
              <a:srgbClr val="3366CC"/>
            </a:solidFill>
            <a:prstDash val="solid"/>
          </a:ln>
        </p:spPr>
      </p:sp>
      <p:sp>
        <p:nvSpPr>
          <p:cNvPr id="68" name="Shape 64"/>
          <p:cNvSpPr/>
          <p:nvPr/>
        </p:nvSpPr>
        <p:spPr>
          <a:xfrm>
            <a:off x="2801911" y="2552326"/>
            <a:ext cx="25512" cy="909394"/>
          </a:xfrm>
          <a:prstGeom prst="rect">
            <a:avLst/>
          </a:prstGeom>
          <a:solidFill>
            <a:srgbClr val="3366CC"/>
          </a:solidFill>
          <a:ln w="12700">
            <a:solidFill>
              <a:srgbClr val="3366CC"/>
            </a:solidFill>
            <a:prstDash val="solid"/>
          </a:ln>
        </p:spPr>
      </p:sp>
      <p:sp>
        <p:nvSpPr>
          <p:cNvPr id="69" name="Shape 65"/>
          <p:cNvSpPr/>
          <p:nvPr/>
        </p:nvSpPr>
        <p:spPr>
          <a:xfrm>
            <a:off x="2844431" y="2525852"/>
            <a:ext cx="25512" cy="962341"/>
          </a:xfrm>
          <a:prstGeom prst="rect">
            <a:avLst/>
          </a:prstGeom>
          <a:solidFill>
            <a:srgbClr val="3366CC"/>
          </a:solidFill>
          <a:ln w="12700">
            <a:solidFill>
              <a:srgbClr val="3366CC"/>
            </a:solidFill>
            <a:prstDash val="solid"/>
          </a:ln>
        </p:spPr>
      </p:sp>
      <p:sp>
        <p:nvSpPr>
          <p:cNvPr id="70" name="Shape 66"/>
          <p:cNvSpPr/>
          <p:nvPr/>
        </p:nvSpPr>
        <p:spPr>
          <a:xfrm>
            <a:off x="2886950" y="2489892"/>
            <a:ext cx="25512" cy="1034262"/>
          </a:xfrm>
          <a:prstGeom prst="rect">
            <a:avLst/>
          </a:prstGeom>
          <a:solidFill>
            <a:srgbClr val="3366CC"/>
          </a:solidFill>
          <a:ln w="12700">
            <a:solidFill>
              <a:srgbClr val="3366CC"/>
            </a:solidFill>
            <a:prstDash val="solid"/>
          </a:ln>
        </p:spPr>
      </p:sp>
      <p:sp>
        <p:nvSpPr>
          <p:cNvPr id="71" name="Shape 67"/>
          <p:cNvSpPr/>
          <p:nvPr/>
        </p:nvSpPr>
        <p:spPr>
          <a:xfrm>
            <a:off x="2929470" y="2651555"/>
            <a:ext cx="25512" cy="710936"/>
          </a:xfrm>
          <a:prstGeom prst="rect">
            <a:avLst/>
          </a:prstGeom>
          <a:solidFill>
            <a:srgbClr val="3366CC"/>
          </a:solidFill>
          <a:ln w="12700">
            <a:solidFill>
              <a:srgbClr val="3366CC"/>
            </a:solidFill>
            <a:prstDash val="solid"/>
          </a:ln>
        </p:spPr>
      </p:sp>
      <p:sp>
        <p:nvSpPr>
          <p:cNvPr id="72" name="Shape 68"/>
          <p:cNvSpPr/>
          <p:nvPr/>
        </p:nvSpPr>
        <p:spPr>
          <a:xfrm>
            <a:off x="2971990" y="2444374"/>
            <a:ext cx="25512" cy="1125298"/>
          </a:xfrm>
          <a:prstGeom prst="rect">
            <a:avLst/>
          </a:prstGeom>
          <a:solidFill>
            <a:srgbClr val="3366CC"/>
          </a:solidFill>
          <a:ln w="12700">
            <a:solidFill>
              <a:srgbClr val="3366CC"/>
            </a:solidFill>
            <a:prstDash val="solid"/>
          </a:ln>
        </p:spPr>
      </p:sp>
      <p:sp>
        <p:nvSpPr>
          <p:cNvPr id="73" name="Shape 69"/>
          <p:cNvSpPr/>
          <p:nvPr/>
        </p:nvSpPr>
        <p:spPr>
          <a:xfrm>
            <a:off x="3014510" y="2799660"/>
            <a:ext cx="25512" cy="414725"/>
          </a:xfrm>
          <a:prstGeom prst="rect">
            <a:avLst/>
          </a:prstGeom>
          <a:solidFill>
            <a:srgbClr val="3366CC"/>
          </a:solidFill>
          <a:ln w="12700">
            <a:solidFill>
              <a:srgbClr val="3366CC"/>
            </a:solidFill>
            <a:prstDash val="solid"/>
          </a:ln>
        </p:spPr>
      </p:sp>
      <p:sp>
        <p:nvSpPr>
          <p:cNvPr id="74" name="Shape 70"/>
          <p:cNvSpPr/>
          <p:nvPr/>
        </p:nvSpPr>
        <p:spPr>
          <a:xfrm>
            <a:off x="3057030" y="2788846"/>
            <a:ext cx="25512" cy="436354"/>
          </a:xfrm>
          <a:prstGeom prst="rect">
            <a:avLst/>
          </a:prstGeom>
          <a:solidFill>
            <a:srgbClr val="3366CC"/>
          </a:solidFill>
          <a:ln w="12700">
            <a:solidFill>
              <a:srgbClr val="3366CC"/>
            </a:solidFill>
            <a:prstDash val="solid"/>
          </a:ln>
        </p:spPr>
      </p:sp>
      <p:sp>
        <p:nvSpPr>
          <p:cNvPr id="75" name="Shape 71"/>
          <p:cNvSpPr/>
          <p:nvPr/>
        </p:nvSpPr>
        <p:spPr>
          <a:xfrm>
            <a:off x="3099550" y="2635500"/>
            <a:ext cx="25512" cy="743046"/>
          </a:xfrm>
          <a:prstGeom prst="rect">
            <a:avLst/>
          </a:prstGeom>
          <a:solidFill>
            <a:srgbClr val="3366CC"/>
          </a:solidFill>
          <a:ln w="12700">
            <a:solidFill>
              <a:srgbClr val="3366CC"/>
            </a:solidFill>
            <a:prstDash val="solid"/>
          </a:ln>
        </p:spPr>
      </p:sp>
      <p:sp>
        <p:nvSpPr>
          <p:cNvPr id="76" name="Shape 72"/>
          <p:cNvSpPr/>
          <p:nvPr/>
        </p:nvSpPr>
        <p:spPr>
          <a:xfrm>
            <a:off x="3142069" y="2431519"/>
            <a:ext cx="25512" cy="1151008"/>
          </a:xfrm>
          <a:prstGeom prst="rect">
            <a:avLst/>
          </a:prstGeom>
          <a:solidFill>
            <a:srgbClr val="3366CC"/>
          </a:solidFill>
          <a:ln w="12700">
            <a:solidFill>
              <a:srgbClr val="3366CC"/>
            </a:solidFill>
            <a:prstDash val="solid"/>
          </a:ln>
        </p:spPr>
      </p:sp>
      <p:sp>
        <p:nvSpPr>
          <p:cNvPr id="77" name="Shape 73"/>
          <p:cNvSpPr/>
          <p:nvPr/>
        </p:nvSpPr>
        <p:spPr>
          <a:xfrm>
            <a:off x="3184589" y="2779033"/>
            <a:ext cx="25512" cy="455979"/>
          </a:xfrm>
          <a:prstGeom prst="rect">
            <a:avLst/>
          </a:prstGeom>
          <a:solidFill>
            <a:srgbClr val="3366CC"/>
          </a:solidFill>
          <a:ln w="12700">
            <a:solidFill>
              <a:srgbClr val="3366CC"/>
            </a:solidFill>
            <a:prstDash val="solid"/>
          </a:ln>
        </p:spPr>
      </p:sp>
      <p:sp>
        <p:nvSpPr>
          <p:cNvPr id="78" name="Shape 74"/>
          <p:cNvSpPr/>
          <p:nvPr/>
        </p:nvSpPr>
        <p:spPr>
          <a:xfrm>
            <a:off x="3227109" y="2469668"/>
            <a:ext cx="25512" cy="1074709"/>
          </a:xfrm>
          <a:prstGeom prst="rect">
            <a:avLst/>
          </a:prstGeom>
          <a:solidFill>
            <a:srgbClr val="3366CC"/>
          </a:solidFill>
          <a:ln w="12700">
            <a:solidFill>
              <a:srgbClr val="3366CC"/>
            </a:solidFill>
            <a:prstDash val="solid"/>
          </a:ln>
        </p:spPr>
      </p:sp>
      <p:sp>
        <p:nvSpPr>
          <p:cNvPr id="79" name="Shape 75"/>
          <p:cNvSpPr/>
          <p:nvPr/>
        </p:nvSpPr>
        <p:spPr>
          <a:xfrm>
            <a:off x="3269629" y="2533491"/>
            <a:ext cx="25512" cy="947063"/>
          </a:xfrm>
          <a:prstGeom prst="rect">
            <a:avLst/>
          </a:prstGeom>
          <a:solidFill>
            <a:srgbClr val="3366CC"/>
          </a:solidFill>
          <a:ln w="12700">
            <a:solidFill>
              <a:srgbClr val="3366CC"/>
            </a:solidFill>
            <a:prstDash val="solid"/>
          </a:ln>
        </p:spPr>
      </p:sp>
      <p:sp>
        <p:nvSpPr>
          <p:cNvPr id="80" name="Shape 76"/>
          <p:cNvSpPr/>
          <p:nvPr/>
        </p:nvSpPr>
        <p:spPr>
          <a:xfrm>
            <a:off x="3312149" y="2436952"/>
            <a:ext cx="25512" cy="1140142"/>
          </a:xfrm>
          <a:prstGeom prst="rect">
            <a:avLst/>
          </a:prstGeom>
          <a:solidFill>
            <a:srgbClr val="3366CC"/>
          </a:solidFill>
          <a:ln w="12700">
            <a:solidFill>
              <a:srgbClr val="3366CC"/>
            </a:solidFill>
            <a:prstDash val="solid"/>
          </a:ln>
        </p:spPr>
      </p:sp>
      <p:sp>
        <p:nvSpPr>
          <p:cNvPr id="81" name="Shape 77"/>
          <p:cNvSpPr/>
          <p:nvPr/>
        </p:nvSpPr>
        <p:spPr>
          <a:xfrm>
            <a:off x="3354668" y="2650507"/>
            <a:ext cx="25512" cy="713031"/>
          </a:xfrm>
          <a:prstGeom prst="rect">
            <a:avLst/>
          </a:prstGeom>
          <a:solidFill>
            <a:srgbClr val="3366CC"/>
          </a:solidFill>
          <a:ln w="12700">
            <a:solidFill>
              <a:srgbClr val="3366CC"/>
            </a:solidFill>
            <a:prstDash val="solid"/>
          </a:ln>
        </p:spPr>
      </p:sp>
      <p:sp>
        <p:nvSpPr>
          <p:cNvPr id="82" name="Shape 78"/>
          <p:cNvSpPr/>
          <p:nvPr/>
        </p:nvSpPr>
        <p:spPr>
          <a:xfrm>
            <a:off x="3397188" y="2476016"/>
            <a:ext cx="25512" cy="1062014"/>
          </a:xfrm>
          <a:prstGeom prst="rect">
            <a:avLst/>
          </a:prstGeom>
          <a:solidFill>
            <a:srgbClr val="3366CC"/>
          </a:solidFill>
          <a:ln w="12700">
            <a:solidFill>
              <a:srgbClr val="3366CC"/>
            </a:solidFill>
            <a:prstDash val="solid"/>
          </a:ln>
        </p:spPr>
      </p:sp>
      <p:sp>
        <p:nvSpPr>
          <p:cNvPr id="83" name="Shape 79"/>
          <p:cNvSpPr/>
          <p:nvPr/>
        </p:nvSpPr>
        <p:spPr>
          <a:xfrm>
            <a:off x="3439708" y="2466230"/>
            <a:ext cx="25512" cy="1081586"/>
          </a:xfrm>
          <a:prstGeom prst="rect">
            <a:avLst/>
          </a:prstGeom>
          <a:solidFill>
            <a:srgbClr val="3366CC"/>
          </a:solidFill>
          <a:ln w="12700">
            <a:solidFill>
              <a:srgbClr val="3366CC"/>
            </a:solidFill>
            <a:prstDash val="solid"/>
          </a:ln>
        </p:spPr>
      </p:sp>
      <p:sp>
        <p:nvSpPr>
          <p:cNvPr id="84" name="Shape 80"/>
          <p:cNvSpPr/>
          <p:nvPr/>
        </p:nvSpPr>
        <p:spPr>
          <a:xfrm>
            <a:off x="3482228" y="2548455"/>
            <a:ext cx="25512" cy="917136"/>
          </a:xfrm>
          <a:prstGeom prst="rect">
            <a:avLst/>
          </a:prstGeom>
          <a:solidFill>
            <a:srgbClr val="3366CC"/>
          </a:solidFill>
          <a:ln w="12700">
            <a:solidFill>
              <a:srgbClr val="3366CC"/>
            </a:solidFill>
            <a:prstDash val="solid"/>
          </a:ln>
        </p:spPr>
      </p:sp>
      <p:sp>
        <p:nvSpPr>
          <p:cNvPr id="85" name="Shape 81"/>
          <p:cNvSpPr/>
          <p:nvPr/>
        </p:nvSpPr>
        <p:spPr>
          <a:xfrm>
            <a:off x="3524748" y="2518324"/>
            <a:ext cx="25512" cy="977398"/>
          </a:xfrm>
          <a:prstGeom prst="rect">
            <a:avLst/>
          </a:prstGeom>
          <a:solidFill>
            <a:srgbClr val="3366CC"/>
          </a:solidFill>
          <a:ln w="12700">
            <a:solidFill>
              <a:srgbClr val="3366CC"/>
            </a:solidFill>
            <a:prstDash val="solid"/>
          </a:ln>
        </p:spPr>
      </p:sp>
      <p:sp>
        <p:nvSpPr>
          <p:cNvPr id="86" name="Shape 82"/>
          <p:cNvSpPr/>
          <p:nvPr/>
        </p:nvSpPr>
        <p:spPr>
          <a:xfrm>
            <a:off x="3567267" y="2681701"/>
            <a:ext cx="25512" cy="650643"/>
          </a:xfrm>
          <a:prstGeom prst="rect">
            <a:avLst/>
          </a:prstGeom>
          <a:solidFill>
            <a:srgbClr val="3366CC"/>
          </a:solidFill>
          <a:ln w="12700">
            <a:solidFill>
              <a:srgbClr val="3366CC"/>
            </a:solidFill>
            <a:prstDash val="solid"/>
          </a:ln>
        </p:spPr>
      </p:sp>
      <p:sp>
        <p:nvSpPr>
          <p:cNvPr id="87" name="Shape 83"/>
          <p:cNvSpPr/>
          <p:nvPr/>
        </p:nvSpPr>
        <p:spPr>
          <a:xfrm>
            <a:off x="3609787" y="2422743"/>
            <a:ext cx="25512" cy="1168560"/>
          </a:xfrm>
          <a:prstGeom prst="rect">
            <a:avLst/>
          </a:prstGeom>
          <a:solidFill>
            <a:srgbClr val="3366CC"/>
          </a:solidFill>
          <a:ln w="12700">
            <a:solidFill>
              <a:srgbClr val="3366CC"/>
            </a:solidFill>
            <a:prstDash val="solid"/>
          </a:ln>
        </p:spPr>
      </p:sp>
      <p:sp>
        <p:nvSpPr>
          <p:cNvPr id="88" name="Shape 84"/>
          <p:cNvSpPr/>
          <p:nvPr/>
        </p:nvSpPr>
        <p:spPr>
          <a:xfrm>
            <a:off x="3652307" y="2475250"/>
            <a:ext cx="25512" cy="1063546"/>
          </a:xfrm>
          <a:prstGeom prst="rect">
            <a:avLst/>
          </a:prstGeom>
          <a:solidFill>
            <a:srgbClr val="3366CC"/>
          </a:solidFill>
          <a:ln w="12700">
            <a:solidFill>
              <a:srgbClr val="3366CC"/>
            </a:solidFill>
            <a:prstDash val="solid"/>
          </a:ln>
        </p:spPr>
      </p:sp>
      <p:sp>
        <p:nvSpPr>
          <p:cNvPr id="89" name="Shape 85"/>
          <p:cNvSpPr/>
          <p:nvPr/>
        </p:nvSpPr>
        <p:spPr>
          <a:xfrm>
            <a:off x="3694827" y="2453805"/>
            <a:ext cx="25512" cy="1106435"/>
          </a:xfrm>
          <a:prstGeom prst="rect">
            <a:avLst/>
          </a:prstGeom>
          <a:solidFill>
            <a:srgbClr val="3366CC"/>
          </a:solidFill>
          <a:ln w="12700">
            <a:solidFill>
              <a:srgbClr val="3366CC"/>
            </a:solidFill>
            <a:prstDash val="solid"/>
          </a:ln>
        </p:spPr>
      </p:sp>
      <p:sp>
        <p:nvSpPr>
          <p:cNvPr id="90" name="Shape 86"/>
          <p:cNvSpPr/>
          <p:nvPr/>
        </p:nvSpPr>
        <p:spPr>
          <a:xfrm>
            <a:off x="3737347" y="2532602"/>
            <a:ext cx="25512" cy="948842"/>
          </a:xfrm>
          <a:prstGeom prst="rect">
            <a:avLst/>
          </a:prstGeom>
          <a:solidFill>
            <a:srgbClr val="3366CC"/>
          </a:solidFill>
          <a:ln w="12700">
            <a:solidFill>
              <a:srgbClr val="3366CC"/>
            </a:solidFill>
            <a:prstDash val="solid"/>
          </a:ln>
        </p:spPr>
      </p:sp>
      <p:sp>
        <p:nvSpPr>
          <p:cNvPr id="91" name="Shape 87"/>
          <p:cNvSpPr/>
          <p:nvPr/>
        </p:nvSpPr>
        <p:spPr>
          <a:xfrm>
            <a:off x="3779867" y="2606026"/>
            <a:ext cx="25512" cy="801994"/>
          </a:xfrm>
          <a:prstGeom prst="rect">
            <a:avLst/>
          </a:prstGeom>
          <a:solidFill>
            <a:srgbClr val="3366CC"/>
          </a:solidFill>
          <a:ln w="12700">
            <a:solidFill>
              <a:srgbClr val="3366CC"/>
            </a:solidFill>
            <a:prstDash val="solid"/>
          </a:ln>
        </p:spPr>
      </p:sp>
      <p:sp>
        <p:nvSpPr>
          <p:cNvPr id="92" name="Shape 88"/>
          <p:cNvSpPr/>
          <p:nvPr/>
        </p:nvSpPr>
        <p:spPr>
          <a:xfrm>
            <a:off x="3822386" y="2486169"/>
            <a:ext cx="25512" cy="1041707"/>
          </a:xfrm>
          <a:prstGeom prst="rect">
            <a:avLst/>
          </a:prstGeom>
          <a:solidFill>
            <a:srgbClr val="3366CC"/>
          </a:solidFill>
          <a:ln w="12700">
            <a:solidFill>
              <a:srgbClr val="3366CC"/>
            </a:solidFill>
            <a:prstDash val="solid"/>
          </a:ln>
        </p:spPr>
      </p:sp>
      <p:sp>
        <p:nvSpPr>
          <p:cNvPr id="93" name="Shape 89"/>
          <p:cNvSpPr/>
          <p:nvPr/>
        </p:nvSpPr>
        <p:spPr>
          <a:xfrm>
            <a:off x="3864906" y="2692867"/>
            <a:ext cx="25512" cy="628312"/>
          </a:xfrm>
          <a:prstGeom prst="rect">
            <a:avLst/>
          </a:prstGeom>
          <a:solidFill>
            <a:srgbClr val="3366CC"/>
          </a:solidFill>
          <a:ln w="12700">
            <a:solidFill>
              <a:srgbClr val="3366CC"/>
            </a:solidFill>
            <a:prstDash val="solid"/>
          </a:ln>
        </p:spPr>
      </p:sp>
      <p:sp>
        <p:nvSpPr>
          <p:cNvPr id="94" name="Shape 90"/>
          <p:cNvSpPr/>
          <p:nvPr/>
        </p:nvSpPr>
        <p:spPr>
          <a:xfrm>
            <a:off x="3907426" y="2725486"/>
            <a:ext cx="25512" cy="563074"/>
          </a:xfrm>
          <a:prstGeom prst="rect">
            <a:avLst/>
          </a:prstGeom>
          <a:solidFill>
            <a:srgbClr val="3366CC"/>
          </a:solidFill>
          <a:ln w="12700">
            <a:solidFill>
              <a:srgbClr val="3366CC"/>
            </a:solidFill>
            <a:prstDash val="solid"/>
          </a:ln>
        </p:spPr>
      </p:sp>
      <p:sp>
        <p:nvSpPr>
          <p:cNvPr id="95" name="Shape 91"/>
          <p:cNvSpPr/>
          <p:nvPr/>
        </p:nvSpPr>
        <p:spPr>
          <a:xfrm>
            <a:off x="3949946" y="2593628"/>
            <a:ext cx="25512" cy="826790"/>
          </a:xfrm>
          <a:prstGeom prst="rect">
            <a:avLst/>
          </a:prstGeom>
          <a:solidFill>
            <a:srgbClr val="3366CC"/>
          </a:solidFill>
          <a:ln w="12700">
            <a:solidFill>
              <a:srgbClr val="3366CC"/>
            </a:solidFill>
            <a:prstDash val="solid"/>
          </a:ln>
        </p:spPr>
      </p:sp>
      <p:sp>
        <p:nvSpPr>
          <p:cNvPr id="96" name="Shape 92"/>
          <p:cNvSpPr/>
          <p:nvPr/>
        </p:nvSpPr>
        <p:spPr>
          <a:xfrm>
            <a:off x="3992466" y="2718372"/>
            <a:ext cx="25512" cy="577301"/>
          </a:xfrm>
          <a:prstGeom prst="rect">
            <a:avLst/>
          </a:prstGeom>
          <a:solidFill>
            <a:srgbClr val="3366CC"/>
          </a:solidFill>
          <a:ln w="12700">
            <a:solidFill>
              <a:srgbClr val="3366CC"/>
            </a:solidFill>
            <a:prstDash val="solid"/>
          </a:ln>
        </p:spPr>
      </p:sp>
      <p:sp>
        <p:nvSpPr>
          <p:cNvPr id="97" name="Shape 93"/>
          <p:cNvSpPr/>
          <p:nvPr/>
        </p:nvSpPr>
        <p:spPr>
          <a:xfrm>
            <a:off x="4034985" y="2648465"/>
            <a:ext cx="25512" cy="717115"/>
          </a:xfrm>
          <a:prstGeom prst="rect">
            <a:avLst/>
          </a:prstGeom>
          <a:solidFill>
            <a:srgbClr val="3366CC"/>
          </a:solidFill>
          <a:ln w="12700">
            <a:solidFill>
              <a:srgbClr val="3366CC"/>
            </a:solidFill>
            <a:prstDash val="solid"/>
          </a:ln>
        </p:spPr>
      </p:sp>
      <p:sp>
        <p:nvSpPr>
          <p:cNvPr id="98" name="Shape 94"/>
          <p:cNvSpPr/>
          <p:nvPr/>
        </p:nvSpPr>
        <p:spPr>
          <a:xfrm>
            <a:off x="4077505" y="2591016"/>
            <a:ext cx="25512" cy="832013"/>
          </a:xfrm>
          <a:prstGeom prst="rect">
            <a:avLst/>
          </a:prstGeom>
          <a:solidFill>
            <a:srgbClr val="3366CC"/>
          </a:solidFill>
          <a:ln w="12700">
            <a:solidFill>
              <a:srgbClr val="3366CC"/>
            </a:solidFill>
            <a:prstDash val="solid"/>
          </a:ln>
        </p:spPr>
      </p:sp>
      <p:sp>
        <p:nvSpPr>
          <p:cNvPr id="99" name="Shape 95"/>
          <p:cNvSpPr/>
          <p:nvPr/>
        </p:nvSpPr>
        <p:spPr>
          <a:xfrm>
            <a:off x="4120025" y="2423954"/>
            <a:ext cx="25512" cy="1166137"/>
          </a:xfrm>
          <a:prstGeom prst="rect">
            <a:avLst/>
          </a:prstGeom>
          <a:solidFill>
            <a:srgbClr val="3366CC"/>
          </a:solidFill>
          <a:ln w="12700">
            <a:solidFill>
              <a:srgbClr val="3366CC"/>
            </a:solidFill>
            <a:prstDash val="solid"/>
          </a:ln>
        </p:spPr>
      </p:sp>
      <p:sp>
        <p:nvSpPr>
          <p:cNvPr id="100" name="Shape 96"/>
          <p:cNvSpPr/>
          <p:nvPr/>
        </p:nvSpPr>
        <p:spPr>
          <a:xfrm>
            <a:off x="4162545" y="2634195"/>
            <a:ext cx="25512" cy="745656"/>
          </a:xfrm>
          <a:prstGeom prst="rect">
            <a:avLst/>
          </a:prstGeom>
          <a:solidFill>
            <a:srgbClr val="3366CC"/>
          </a:solidFill>
          <a:ln w="12700">
            <a:solidFill>
              <a:srgbClr val="3366CC"/>
            </a:solidFill>
            <a:prstDash val="solid"/>
          </a:ln>
        </p:spPr>
      </p:sp>
      <p:sp>
        <p:nvSpPr>
          <p:cNvPr id="101" name="Shape 97"/>
          <p:cNvSpPr/>
          <p:nvPr/>
        </p:nvSpPr>
        <p:spPr>
          <a:xfrm>
            <a:off x="4205065" y="2737565"/>
            <a:ext cx="25512" cy="538915"/>
          </a:xfrm>
          <a:prstGeom prst="rect">
            <a:avLst/>
          </a:prstGeom>
          <a:solidFill>
            <a:srgbClr val="3366CC"/>
          </a:solidFill>
          <a:ln w="12700">
            <a:solidFill>
              <a:srgbClr val="3366CC"/>
            </a:solidFill>
            <a:prstDash val="solid"/>
          </a:ln>
        </p:spPr>
      </p:sp>
      <p:sp>
        <p:nvSpPr>
          <p:cNvPr id="102" name="Shape 98"/>
          <p:cNvSpPr/>
          <p:nvPr/>
        </p:nvSpPr>
        <p:spPr>
          <a:xfrm>
            <a:off x="4247584" y="2513239"/>
            <a:ext cx="25512" cy="987567"/>
          </a:xfrm>
          <a:prstGeom prst="rect">
            <a:avLst/>
          </a:prstGeom>
          <a:solidFill>
            <a:srgbClr val="3366CC"/>
          </a:solidFill>
          <a:ln w="12700">
            <a:solidFill>
              <a:srgbClr val="3366CC"/>
            </a:solidFill>
            <a:prstDash val="solid"/>
          </a:ln>
        </p:spPr>
      </p:sp>
      <p:sp>
        <p:nvSpPr>
          <p:cNvPr id="103" name="Shape 99"/>
          <p:cNvSpPr/>
          <p:nvPr/>
        </p:nvSpPr>
        <p:spPr>
          <a:xfrm>
            <a:off x="4290104" y="2497510"/>
            <a:ext cx="25512" cy="1019026"/>
          </a:xfrm>
          <a:prstGeom prst="rect">
            <a:avLst/>
          </a:prstGeom>
          <a:solidFill>
            <a:srgbClr val="3366CC"/>
          </a:solidFill>
          <a:ln w="12700">
            <a:solidFill>
              <a:srgbClr val="3366CC"/>
            </a:solidFill>
            <a:prstDash val="solid"/>
          </a:ln>
        </p:spPr>
      </p:sp>
      <p:sp>
        <p:nvSpPr>
          <p:cNvPr id="104" name="Shape 100"/>
          <p:cNvSpPr/>
          <p:nvPr/>
        </p:nvSpPr>
        <p:spPr>
          <a:xfrm>
            <a:off x="4332624" y="2403714"/>
            <a:ext cx="25512" cy="1206618"/>
          </a:xfrm>
          <a:prstGeom prst="rect">
            <a:avLst/>
          </a:prstGeom>
          <a:solidFill>
            <a:srgbClr val="3366CC"/>
          </a:solidFill>
          <a:ln w="12700">
            <a:solidFill>
              <a:srgbClr val="3366CC"/>
            </a:solidFill>
            <a:prstDash val="solid"/>
          </a:ln>
        </p:spPr>
      </p:sp>
      <p:sp>
        <p:nvSpPr>
          <p:cNvPr id="105" name="Shape 101"/>
          <p:cNvSpPr/>
          <p:nvPr/>
        </p:nvSpPr>
        <p:spPr>
          <a:xfrm>
            <a:off x="4375144" y="2801062"/>
            <a:ext cx="25512" cy="411921"/>
          </a:xfrm>
          <a:prstGeom prst="rect">
            <a:avLst/>
          </a:prstGeom>
          <a:solidFill>
            <a:srgbClr val="3366CC"/>
          </a:solidFill>
          <a:ln w="12700">
            <a:solidFill>
              <a:srgbClr val="3366CC"/>
            </a:solidFill>
            <a:prstDash val="solid"/>
          </a:ln>
        </p:spPr>
      </p:sp>
      <p:sp>
        <p:nvSpPr>
          <p:cNvPr id="106" name="Shape 102"/>
          <p:cNvSpPr/>
          <p:nvPr/>
        </p:nvSpPr>
        <p:spPr>
          <a:xfrm>
            <a:off x="4417664" y="2497641"/>
            <a:ext cx="25512" cy="1018763"/>
          </a:xfrm>
          <a:prstGeom prst="rect">
            <a:avLst/>
          </a:prstGeom>
          <a:solidFill>
            <a:srgbClr val="3366CC"/>
          </a:solidFill>
          <a:ln w="12700">
            <a:solidFill>
              <a:srgbClr val="3366CC"/>
            </a:solidFill>
            <a:prstDash val="solid"/>
          </a:ln>
        </p:spPr>
      </p:sp>
      <p:sp>
        <p:nvSpPr>
          <p:cNvPr id="107" name="Shape 103"/>
          <p:cNvSpPr/>
          <p:nvPr/>
        </p:nvSpPr>
        <p:spPr>
          <a:xfrm>
            <a:off x="4460184" y="2737485"/>
            <a:ext cx="25512" cy="539075"/>
          </a:xfrm>
          <a:prstGeom prst="rect">
            <a:avLst/>
          </a:prstGeom>
          <a:solidFill>
            <a:srgbClr val="3366CC"/>
          </a:solidFill>
          <a:ln w="12700">
            <a:solidFill>
              <a:srgbClr val="3366CC"/>
            </a:solidFill>
            <a:prstDash val="solid"/>
          </a:ln>
        </p:spPr>
      </p:sp>
      <p:sp>
        <p:nvSpPr>
          <p:cNvPr id="108" name="Shape 104"/>
          <p:cNvSpPr/>
          <p:nvPr/>
        </p:nvSpPr>
        <p:spPr>
          <a:xfrm>
            <a:off x="4502703" y="2657862"/>
            <a:ext cx="25512" cy="698321"/>
          </a:xfrm>
          <a:prstGeom prst="rect">
            <a:avLst/>
          </a:prstGeom>
          <a:solidFill>
            <a:srgbClr val="3366CC"/>
          </a:solidFill>
          <a:ln w="12700">
            <a:solidFill>
              <a:srgbClr val="3366CC"/>
            </a:solidFill>
            <a:prstDash val="solid"/>
          </a:ln>
        </p:spPr>
      </p:sp>
      <p:sp>
        <p:nvSpPr>
          <p:cNvPr id="109" name="Shape 105"/>
          <p:cNvSpPr/>
          <p:nvPr/>
        </p:nvSpPr>
        <p:spPr>
          <a:xfrm>
            <a:off x="4545223" y="2449424"/>
            <a:ext cx="25512" cy="1115198"/>
          </a:xfrm>
          <a:prstGeom prst="rect">
            <a:avLst/>
          </a:prstGeom>
          <a:solidFill>
            <a:srgbClr val="3366CC"/>
          </a:solidFill>
          <a:ln w="12700">
            <a:solidFill>
              <a:srgbClr val="3366CC"/>
            </a:solidFill>
            <a:prstDash val="solid"/>
          </a:ln>
        </p:spPr>
      </p:sp>
      <p:sp>
        <p:nvSpPr>
          <p:cNvPr id="110" name="Shape 106"/>
          <p:cNvSpPr/>
          <p:nvPr/>
        </p:nvSpPr>
        <p:spPr>
          <a:xfrm>
            <a:off x="4587743" y="2664922"/>
            <a:ext cx="25512" cy="684201"/>
          </a:xfrm>
          <a:prstGeom prst="rect">
            <a:avLst/>
          </a:prstGeom>
          <a:solidFill>
            <a:srgbClr val="3366CC"/>
          </a:solidFill>
          <a:ln w="12700">
            <a:solidFill>
              <a:srgbClr val="3366CC"/>
            </a:solidFill>
            <a:prstDash val="solid"/>
          </a:ln>
        </p:spPr>
      </p:sp>
      <p:sp>
        <p:nvSpPr>
          <p:cNvPr id="111" name="Shape 107"/>
          <p:cNvSpPr/>
          <p:nvPr/>
        </p:nvSpPr>
        <p:spPr>
          <a:xfrm>
            <a:off x="4630263" y="2787266"/>
            <a:ext cx="25512" cy="439512"/>
          </a:xfrm>
          <a:prstGeom prst="rect">
            <a:avLst/>
          </a:prstGeom>
          <a:solidFill>
            <a:srgbClr val="3366CC"/>
          </a:solidFill>
          <a:ln w="12700">
            <a:solidFill>
              <a:srgbClr val="3366CC"/>
            </a:solidFill>
            <a:prstDash val="solid"/>
          </a:ln>
        </p:spPr>
      </p:sp>
      <p:sp>
        <p:nvSpPr>
          <p:cNvPr id="112" name="Shape 108"/>
          <p:cNvSpPr/>
          <p:nvPr/>
        </p:nvSpPr>
        <p:spPr>
          <a:xfrm>
            <a:off x="4672783" y="2612089"/>
            <a:ext cx="25512" cy="789867"/>
          </a:xfrm>
          <a:prstGeom prst="rect">
            <a:avLst/>
          </a:prstGeom>
          <a:solidFill>
            <a:srgbClr val="3366CC"/>
          </a:solidFill>
          <a:ln w="12700">
            <a:solidFill>
              <a:srgbClr val="3366CC"/>
            </a:solidFill>
            <a:prstDash val="solid"/>
          </a:ln>
        </p:spPr>
      </p:sp>
      <p:sp>
        <p:nvSpPr>
          <p:cNvPr id="113" name="Shape 109"/>
          <p:cNvSpPr/>
          <p:nvPr/>
        </p:nvSpPr>
        <p:spPr>
          <a:xfrm>
            <a:off x="4715302" y="2445256"/>
            <a:ext cx="25512" cy="1123534"/>
          </a:xfrm>
          <a:prstGeom prst="rect">
            <a:avLst/>
          </a:prstGeom>
          <a:solidFill>
            <a:srgbClr val="3366CC"/>
          </a:solidFill>
          <a:ln w="12700">
            <a:solidFill>
              <a:srgbClr val="3366CC"/>
            </a:solidFill>
            <a:prstDash val="solid"/>
          </a:ln>
        </p:spPr>
      </p:sp>
      <p:sp>
        <p:nvSpPr>
          <p:cNvPr id="114" name="Shape 110"/>
          <p:cNvSpPr/>
          <p:nvPr/>
        </p:nvSpPr>
        <p:spPr>
          <a:xfrm>
            <a:off x="4757822" y="2559713"/>
            <a:ext cx="25512" cy="894619"/>
          </a:xfrm>
          <a:prstGeom prst="rect">
            <a:avLst/>
          </a:prstGeom>
          <a:solidFill>
            <a:srgbClr val="3366CC"/>
          </a:solidFill>
          <a:ln w="12700">
            <a:solidFill>
              <a:srgbClr val="3366CC"/>
            </a:solidFill>
            <a:prstDash val="solid"/>
          </a:ln>
        </p:spPr>
      </p:sp>
      <p:sp>
        <p:nvSpPr>
          <p:cNvPr id="115" name="Shape 111"/>
          <p:cNvSpPr/>
          <p:nvPr/>
        </p:nvSpPr>
        <p:spPr>
          <a:xfrm>
            <a:off x="4800342" y="2800472"/>
            <a:ext cx="25512" cy="413102"/>
          </a:xfrm>
          <a:prstGeom prst="rect">
            <a:avLst/>
          </a:prstGeom>
          <a:solidFill>
            <a:srgbClr val="3366CC"/>
          </a:solidFill>
          <a:ln w="12700">
            <a:solidFill>
              <a:srgbClr val="3366CC"/>
            </a:solidFill>
            <a:prstDash val="solid"/>
          </a:ln>
        </p:spPr>
      </p:sp>
      <p:sp>
        <p:nvSpPr>
          <p:cNvPr id="116" name="Shape 112"/>
          <p:cNvSpPr/>
          <p:nvPr/>
        </p:nvSpPr>
        <p:spPr>
          <a:xfrm>
            <a:off x="4842862" y="2782113"/>
            <a:ext cx="25512" cy="449818"/>
          </a:xfrm>
          <a:prstGeom prst="rect">
            <a:avLst/>
          </a:prstGeom>
          <a:solidFill>
            <a:srgbClr val="3366CC"/>
          </a:solidFill>
          <a:ln w="12700">
            <a:solidFill>
              <a:srgbClr val="3366CC"/>
            </a:solidFill>
            <a:prstDash val="solid"/>
          </a:ln>
        </p:spPr>
      </p:sp>
      <p:sp>
        <p:nvSpPr>
          <p:cNvPr id="117" name="Shape 113"/>
          <p:cNvSpPr/>
          <p:nvPr/>
        </p:nvSpPr>
        <p:spPr>
          <a:xfrm>
            <a:off x="4885382" y="2678831"/>
            <a:ext cx="25512" cy="656384"/>
          </a:xfrm>
          <a:prstGeom prst="rect">
            <a:avLst/>
          </a:prstGeom>
          <a:solidFill>
            <a:srgbClr val="3366CC"/>
          </a:solidFill>
          <a:ln w="12700">
            <a:solidFill>
              <a:srgbClr val="3366CC"/>
            </a:solidFill>
            <a:prstDash val="solid"/>
          </a:ln>
        </p:spPr>
      </p:sp>
      <p:sp>
        <p:nvSpPr>
          <p:cNvPr id="118" name="Shape 114"/>
          <p:cNvSpPr/>
          <p:nvPr/>
        </p:nvSpPr>
        <p:spPr>
          <a:xfrm>
            <a:off x="4927901" y="2385010"/>
            <a:ext cx="25512" cy="1244025"/>
          </a:xfrm>
          <a:prstGeom prst="rect">
            <a:avLst/>
          </a:prstGeom>
          <a:solidFill>
            <a:srgbClr val="3366CC"/>
          </a:solidFill>
          <a:ln w="12700">
            <a:solidFill>
              <a:srgbClr val="3366CC"/>
            </a:solidFill>
            <a:prstDash val="solid"/>
          </a:ln>
        </p:spPr>
      </p:sp>
      <p:sp>
        <p:nvSpPr>
          <p:cNvPr id="119" name="Shape 115"/>
          <p:cNvSpPr/>
          <p:nvPr/>
        </p:nvSpPr>
        <p:spPr>
          <a:xfrm>
            <a:off x="4970421" y="2601537"/>
            <a:ext cx="25512" cy="810971"/>
          </a:xfrm>
          <a:prstGeom prst="rect">
            <a:avLst/>
          </a:prstGeom>
          <a:solidFill>
            <a:srgbClr val="3366CC"/>
          </a:solidFill>
          <a:ln w="12700">
            <a:solidFill>
              <a:srgbClr val="3366CC"/>
            </a:solidFill>
            <a:prstDash val="solid"/>
          </a:ln>
        </p:spPr>
      </p:sp>
      <p:sp>
        <p:nvSpPr>
          <p:cNvPr id="120" name="Shape 116"/>
          <p:cNvSpPr/>
          <p:nvPr/>
        </p:nvSpPr>
        <p:spPr>
          <a:xfrm>
            <a:off x="5012941" y="2956235"/>
            <a:ext cx="25512" cy="101576"/>
          </a:xfrm>
          <a:prstGeom prst="rect">
            <a:avLst/>
          </a:prstGeom>
          <a:solidFill>
            <a:srgbClr val="3366CC"/>
          </a:solidFill>
          <a:ln w="12700">
            <a:solidFill>
              <a:srgbClr val="3366CC"/>
            </a:solidFill>
            <a:prstDash val="solid"/>
          </a:ln>
        </p:spPr>
      </p:sp>
      <p:sp>
        <p:nvSpPr>
          <p:cNvPr id="121" name="Shape 117"/>
          <p:cNvSpPr/>
          <p:nvPr/>
        </p:nvSpPr>
        <p:spPr>
          <a:xfrm>
            <a:off x="5055461" y="2956235"/>
            <a:ext cx="25512" cy="101576"/>
          </a:xfrm>
          <a:prstGeom prst="rect">
            <a:avLst/>
          </a:prstGeom>
          <a:solidFill>
            <a:srgbClr val="3366CC"/>
          </a:solidFill>
          <a:ln w="12700">
            <a:solidFill>
              <a:srgbClr val="3366CC"/>
            </a:solidFill>
            <a:prstDash val="solid"/>
          </a:ln>
        </p:spPr>
      </p:sp>
      <p:sp>
        <p:nvSpPr>
          <p:cNvPr id="122" name="Shape 118"/>
          <p:cNvSpPr/>
          <p:nvPr/>
        </p:nvSpPr>
        <p:spPr>
          <a:xfrm>
            <a:off x="5097981" y="2956235"/>
            <a:ext cx="25512" cy="101576"/>
          </a:xfrm>
          <a:prstGeom prst="rect">
            <a:avLst/>
          </a:prstGeom>
          <a:solidFill>
            <a:srgbClr val="3366CC"/>
          </a:solidFill>
          <a:ln w="12700">
            <a:solidFill>
              <a:srgbClr val="3366CC"/>
            </a:solidFill>
            <a:prstDash val="solid"/>
          </a:ln>
        </p:spPr>
      </p:sp>
      <p:sp>
        <p:nvSpPr>
          <p:cNvPr id="123" name="Shape 119"/>
          <p:cNvSpPr/>
          <p:nvPr/>
        </p:nvSpPr>
        <p:spPr>
          <a:xfrm>
            <a:off x="5140501" y="2956235"/>
            <a:ext cx="25512" cy="101576"/>
          </a:xfrm>
          <a:prstGeom prst="rect">
            <a:avLst/>
          </a:prstGeom>
          <a:solidFill>
            <a:srgbClr val="3366CC"/>
          </a:solidFill>
          <a:ln w="12700">
            <a:solidFill>
              <a:srgbClr val="3366CC"/>
            </a:solidFill>
            <a:prstDash val="solid"/>
          </a:ln>
        </p:spPr>
      </p:sp>
      <p:sp>
        <p:nvSpPr>
          <p:cNvPr id="124" name="Shape 120"/>
          <p:cNvSpPr/>
          <p:nvPr/>
        </p:nvSpPr>
        <p:spPr>
          <a:xfrm>
            <a:off x="5201308" y="2997879"/>
            <a:ext cx="194383" cy="18288"/>
          </a:xfrm>
          <a:prstGeom prst="rect">
            <a:avLst/>
          </a:prstGeom>
          <a:solidFill>
            <a:srgbClr val="3366CC"/>
          </a:solidFill>
          <a:ln w="12700">
            <a:solidFill>
              <a:srgbClr val="3366CC"/>
            </a:solidFill>
            <a:prstDash val="solid"/>
          </a:ln>
        </p:spPr>
      </p:sp>
      <p:sp>
        <p:nvSpPr>
          <p:cNvPr id="125" name="Shape 121"/>
          <p:cNvSpPr/>
          <p:nvPr/>
        </p:nvSpPr>
        <p:spPr>
          <a:xfrm>
            <a:off x="3122559" y="2210192"/>
            <a:ext cx="425342" cy="1593662"/>
          </a:xfrm>
          <a:prstGeom prst="roundRect">
            <a:avLst>
              <a:gd name="adj" fmla="val 10749"/>
            </a:avLst>
          </a:prstGeom>
          <a:solidFill>
            <a:srgbClr val="FFFFFF">
              <a:alpha val="0"/>
            </a:srgbClr>
          </a:solidFill>
          <a:ln w="31750">
            <a:solidFill>
              <a:srgbClr val="E53935"/>
            </a:solidFill>
            <a:prstDash val="solid"/>
          </a:ln>
        </p:spPr>
      </p:sp>
      <p:sp>
        <p:nvSpPr>
          <p:cNvPr id="126" name="Shape 122"/>
          <p:cNvSpPr/>
          <p:nvPr/>
        </p:nvSpPr>
        <p:spPr>
          <a:xfrm>
            <a:off x="3410741" y="2073032"/>
            <a:ext cx="274320" cy="274320"/>
          </a:xfrm>
          <a:prstGeom prst="ellipse">
            <a:avLst/>
          </a:prstGeom>
          <a:solidFill>
            <a:srgbClr val="E53935"/>
          </a:solidFill>
          <a:ln w="12700">
            <a:solidFill>
              <a:srgbClr val="FFFFFF"/>
            </a:solidFill>
            <a:prstDash val="solid"/>
          </a:ln>
        </p:spPr>
      </p:sp>
      <p:sp>
        <p:nvSpPr>
          <p:cNvPr id="127" name="Text 123"/>
          <p:cNvSpPr txBox="1"/>
          <p:nvPr/>
        </p:nvSpPr>
        <p:spPr>
          <a:xfrm>
            <a:off x="3410741" y="20730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128" name="Image 2" descr="preencoded.png">    </p:cNvPr>
          <p:cNvPicPr>
            <a:picLocks noChangeAspect="1"/>
          </p:cNvPicPr>
          <p:nvPr/>
        </p:nvPicPr>
        <p:blipFill>
          <a:blip r:embed="rId3"/>
          <a:stretch>
            <a:fillRect/>
          </a:stretch>
        </p:blipFill>
        <p:spPr>
          <a:xfrm>
            <a:off x="3354668" y="3084877"/>
            <a:ext cx="237744" cy="237744"/>
          </a:xfrm>
          <a:prstGeom prst="rect">
            <a:avLst/>
          </a:prstGeom>
        </p:spPr>
      </p:pic>
      <p:sp>
        <p:nvSpPr>
          <p:cNvPr id="129" name="Text 12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30" name="Text 12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Blok bagian salah ucap, tekan Delete</a:t>
            </a:r>
            <a:endParaRPr lang="en-US" sz="1800" dirty="0"/>
          </a:p>
        </p:txBody>
      </p:sp>
      <p:sp>
        <p:nvSpPr>
          <p:cNvPr id="131" name="Text 12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Cari bagian salah ucap yang sudah dicatat. Blok tepat bagian itu, dengarkan dulu (Spasi), lalu Delete.</a:t>
            </a:r>
            <a:endParaRPr lang="en-US" sz="1300" dirty="0"/>
          </a:p>
        </p:txBody>
      </p:sp>
      <p:sp>
        <p:nvSpPr>
          <p:cNvPr id="132" name="Shape 12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133" name="Image 3" descr="preencoded.png">    </p:cNvPr>
          <p:cNvPicPr>
            <a:picLocks noChangeAspect="1"/>
          </p:cNvPicPr>
          <p:nvPr/>
        </p:nvPicPr>
        <p:blipFill>
          <a:blip r:embed="rId4"/>
          <a:stretch>
            <a:fillRect/>
          </a:stretch>
        </p:blipFill>
        <p:spPr>
          <a:xfrm>
            <a:off x="6108192" y="3721608"/>
            <a:ext cx="201168" cy="201168"/>
          </a:xfrm>
          <a:prstGeom prst="rect">
            <a:avLst/>
          </a:prstGeom>
        </p:spPr>
      </p:pic>
      <p:sp>
        <p:nvSpPr>
          <p:cNvPr id="134" name="Text 12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Salah potong? Tekan Ctrl + Z.</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Memotong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663510"/>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Nasihat_Ahmad - Audacity</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Text 18"/>
          <p:cNvSpPr txBox="1"/>
          <p:nvPr/>
        </p:nvSpPr>
        <p:spPr>
          <a:xfrm>
            <a:off x="730788" y="1432952"/>
            <a:ext cx="32004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File   Edit   Select   View   Effect   Help</a:t>
            </a:r>
            <a:endParaRPr lang="en-US" sz="700" dirty="0"/>
          </a:p>
        </p:txBody>
      </p:sp>
      <p:sp>
        <p:nvSpPr>
          <p:cNvPr id="23" name="Shape 19"/>
          <p:cNvSpPr/>
          <p:nvPr/>
        </p:nvSpPr>
        <p:spPr>
          <a:xfrm>
            <a:off x="639348" y="1634120"/>
            <a:ext cx="4847783" cy="384048"/>
          </a:xfrm>
          <a:prstGeom prst="rect">
            <a:avLst/>
          </a:prstGeom>
          <a:solidFill>
            <a:srgbClr val="E8E8E8"/>
          </a:solidFill>
          <a:ln w="12700">
            <a:solidFill>
              <a:srgbClr val="E8E8E8"/>
            </a:solidFill>
            <a:prstDash val="solid"/>
          </a:ln>
        </p:spPr>
      </p:sp>
      <p:sp>
        <p:nvSpPr>
          <p:cNvPr id="24" name="Shape 20"/>
          <p:cNvSpPr/>
          <p:nvPr/>
        </p:nvSpPr>
        <p:spPr>
          <a:xfrm>
            <a:off x="730788" y="1688984"/>
            <a:ext cx="274320" cy="274320"/>
          </a:xfrm>
          <a:prstGeom prst="roundRect">
            <a:avLst>
              <a:gd name="adj" fmla="val 13333"/>
            </a:avLst>
          </a:prstGeom>
          <a:solidFill>
            <a:srgbClr val="FFFFFF"/>
          </a:solidFill>
          <a:ln w="6350">
            <a:solidFill>
              <a:srgbClr val="AAAAAA"/>
            </a:solidFill>
            <a:prstDash val="solid"/>
          </a:ln>
        </p:spPr>
      </p:sp>
      <p:sp>
        <p:nvSpPr>
          <p:cNvPr id="25" name="Shape 21"/>
          <p:cNvSpPr/>
          <p:nvPr/>
        </p:nvSpPr>
        <p:spPr>
          <a:xfrm>
            <a:off x="813084" y="1752992"/>
            <a:ext cx="36576" cy="146304"/>
          </a:xfrm>
          <a:prstGeom prst="rect">
            <a:avLst/>
          </a:prstGeom>
          <a:solidFill>
            <a:srgbClr val="2A62C9"/>
          </a:solidFill>
          <a:ln w="12700">
            <a:solidFill>
              <a:srgbClr val="2A62C9"/>
            </a:solidFill>
            <a:prstDash val="solid"/>
          </a:ln>
        </p:spPr>
      </p:sp>
      <p:sp>
        <p:nvSpPr>
          <p:cNvPr id="26" name="Shape 22"/>
          <p:cNvSpPr/>
          <p:nvPr/>
        </p:nvSpPr>
        <p:spPr>
          <a:xfrm>
            <a:off x="886236" y="1752992"/>
            <a:ext cx="36576" cy="146304"/>
          </a:xfrm>
          <a:prstGeom prst="rect">
            <a:avLst/>
          </a:prstGeom>
          <a:solidFill>
            <a:srgbClr val="2A62C9"/>
          </a:solidFill>
          <a:ln w="12700">
            <a:solidFill>
              <a:srgbClr val="2A62C9"/>
            </a:solidFill>
            <a:prstDash val="solid"/>
          </a:ln>
        </p:spPr>
      </p:sp>
      <p:sp>
        <p:nvSpPr>
          <p:cNvPr id="27" name="Shape 23"/>
          <p:cNvSpPr/>
          <p:nvPr/>
        </p:nvSpPr>
        <p:spPr>
          <a:xfrm>
            <a:off x="1050828" y="1688984"/>
            <a:ext cx="274320" cy="274320"/>
          </a:xfrm>
          <a:prstGeom prst="roundRect">
            <a:avLst>
              <a:gd name="adj" fmla="val 13333"/>
            </a:avLst>
          </a:prstGeom>
          <a:solidFill>
            <a:srgbClr val="FFFFFF"/>
          </a:solidFill>
          <a:ln w="6350">
            <a:solidFill>
              <a:srgbClr val="AAAAAA"/>
            </a:solidFill>
            <a:prstDash val="solid"/>
          </a:ln>
        </p:spPr>
      </p:sp>
      <p:sp>
        <p:nvSpPr>
          <p:cNvPr id="28" name="Shape 24"/>
          <p:cNvSpPr/>
          <p:nvPr/>
        </p:nvSpPr>
        <p:spPr>
          <a:xfrm rot="5400000">
            <a:off x="1123980" y="1752992"/>
            <a:ext cx="146304" cy="146304"/>
          </a:xfrm>
          <a:prstGeom prst="triangle">
            <a:avLst/>
          </a:prstGeom>
          <a:solidFill>
            <a:srgbClr val="2E8B57"/>
          </a:solidFill>
          <a:ln/>
        </p:spPr>
      </p:sp>
      <p:sp>
        <p:nvSpPr>
          <p:cNvPr id="29" name="Shape 25"/>
          <p:cNvSpPr/>
          <p:nvPr/>
        </p:nvSpPr>
        <p:spPr>
          <a:xfrm>
            <a:off x="1370868" y="1688984"/>
            <a:ext cx="274320" cy="274320"/>
          </a:xfrm>
          <a:prstGeom prst="roundRect">
            <a:avLst>
              <a:gd name="adj" fmla="val 13333"/>
            </a:avLst>
          </a:prstGeom>
          <a:solidFill>
            <a:srgbClr val="FFFFFF"/>
          </a:solidFill>
          <a:ln w="6350">
            <a:solidFill>
              <a:srgbClr val="AAAAAA"/>
            </a:solidFill>
            <a:prstDash val="solid"/>
          </a:ln>
        </p:spPr>
      </p:sp>
      <p:sp>
        <p:nvSpPr>
          <p:cNvPr id="30" name="Shape 26"/>
          <p:cNvSpPr/>
          <p:nvPr/>
        </p:nvSpPr>
        <p:spPr>
          <a:xfrm>
            <a:off x="1444020" y="1762136"/>
            <a:ext cx="128016" cy="128016"/>
          </a:xfrm>
          <a:prstGeom prst="rect">
            <a:avLst/>
          </a:prstGeom>
          <a:solidFill>
            <a:srgbClr val="222222"/>
          </a:solidFill>
          <a:ln w="12700">
            <a:solidFill>
              <a:srgbClr val="222222"/>
            </a:solidFill>
            <a:prstDash val="solid"/>
          </a:ln>
        </p:spPr>
      </p:sp>
      <p:sp>
        <p:nvSpPr>
          <p:cNvPr id="31" name="Shape 27"/>
          <p:cNvSpPr/>
          <p:nvPr/>
        </p:nvSpPr>
        <p:spPr>
          <a:xfrm>
            <a:off x="1690908" y="1688984"/>
            <a:ext cx="274320" cy="274320"/>
          </a:xfrm>
          <a:prstGeom prst="roundRect">
            <a:avLst>
              <a:gd name="adj" fmla="val 13333"/>
            </a:avLst>
          </a:prstGeom>
          <a:solidFill>
            <a:srgbClr val="FFFFFF"/>
          </a:solidFill>
          <a:ln w="6350">
            <a:solidFill>
              <a:srgbClr val="AAAAAA"/>
            </a:solidFill>
            <a:prstDash val="solid"/>
          </a:ln>
        </p:spPr>
      </p:sp>
      <p:sp>
        <p:nvSpPr>
          <p:cNvPr id="32" name="Shape 28"/>
          <p:cNvSpPr/>
          <p:nvPr/>
        </p:nvSpPr>
        <p:spPr>
          <a:xfrm>
            <a:off x="1754916" y="1752992"/>
            <a:ext cx="146304" cy="146304"/>
          </a:xfrm>
          <a:prstGeom prst="ellipse">
            <a:avLst/>
          </a:prstGeom>
          <a:solidFill>
            <a:srgbClr val="C62828"/>
          </a:solidFill>
          <a:ln/>
        </p:spPr>
      </p:sp>
      <p:sp>
        <p:nvSpPr>
          <p:cNvPr id="33" name="Text 29"/>
          <p:cNvSpPr txBox="1"/>
          <p:nvPr/>
        </p:nvSpPr>
        <p:spPr>
          <a:xfrm>
            <a:off x="1508028" y="2054744"/>
            <a:ext cx="3841943" cy="137160"/>
          </a:xfrm>
          <a:prstGeom prst="rect">
            <a:avLst/>
          </a:prstGeom>
          <a:noFill/>
          <a:ln/>
        </p:spPr>
        <p:txBody>
          <a:bodyPr wrap="square" lIns="0" tIns="0" rIns="0" bIns="0" rtlCol="0" anchor="t"/>
          <a:lstStyle/>
          <a:p>
            <a:pPr indent="0" marL="0">
              <a:buNone/>
            </a:pPr>
            <a:r>
              <a:rPr lang="en-US" sz="550" dirty="0">
                <a:solidFill>
                  <a:srgbClr val="666666"/>
                </a:solidFill>
                <a:latin typeface="Calibri" pitchFamily="34" charset="0"/>
                <a:ea typeface="Calibri" pitchFamily="34" charset="-122"/>
                <a:cs typeface="Calibri" pitchFamily="34" charset="-120"/>
              </a:rPr>
              <a:t>0  ·  5  ·  10  ·  15  ·  20  ·  25  ·  30  ·  35  ·  40  ·  45  ·  50  ·  55  ·  60 detik</a:t>
            </a:r>
            <a:endParaRPr lang="en-US" sz="550" dirty="0"/>
          </a:p>
        </p:txBody>
      </p:sp>
      <p:sp>
        <p:nvSpPr>
          <p:cNvPr id="34" name="Shape 30"/>
          <p:cNvSpPr/>
          <p:nvPr/>
        </p:nvSpPr>
        <p:spPr>
          <a:xfrm>
            <a:off x="685068" y="2228480"/>
            <a:ext cx="777240" cy="1557086"/>
          </a:xfrm>
          <a:prstGeom prst="rect">
            <a:avLst/>
          </a:prstGeom>
          <a:solidFill>
            <a:srgbClr val="DDDDDD"/>
          </a:solidFill>
          <a:ln w="12700">
            <a:solidFill>
              <a:srgbClr val="DDDDDD"/>
            </a:solidFill>
            <a:prstDash val="solid"/>
          </a:ln>
        </p:spPr>
      </p:sp>
      <p:sp>
        <p:nvSpPr>
          <p:cNvPr id="35" name="Text 31"/>
          <p:cNvSpPr txBox="1"/>
          <p:nvPr/>
        </p:nvSpPr>
        <p:spPr>
          <a:xfrm>
            <a:off x="712500" y="2274200"/>
            <a:ext cx="731520" cy="32004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Nasihat</a:t>
            </a:r>
            <a:endParaRPr lang="en-US" sz="600" dirty="0"/>
          </a:p>
          <a:p>
            <a:pPr indent="0" marL="0">
              <a:buNone/>
            </a:pPr>
            <a:r>
              <a:rPr lang="en-US" sz="600" dirty="0">
                <a:solidFill>
                  <a:srgbClr val="1E2A26"/>
                </a:solidFill>
                <a:latin typeface="Calibri" pitchFamily="34" charset="0"/>
                <a:ea typeface="Calibri" pitchFamily="34" charset="-122"/>
                <a:cs typeface="Calibri" pitchFamily="34" charset="-120"/>
              </a:rPr>
              <a:t>Mono, 44100Hz</a:t>
            </a:r>
            <a:endParaRPr lang="en-US" sz="600" dirty="0"/>
          </a:p>
        </p:txBody>
      </p:sp>
      <p:sp>
        <p:nvSpPr>
          <p:cNvPr id="36" name="Shape 32"/>
          <p:cNvSpPr/>
          <p:nvPr/>
        </p:nvSpPr>
        <p:spPr>
          <a:xfrm>
            <a:off x="1508028" y="2228480"/>
            <a:ext cx="3887663" cy="1557086"/>
          </a:xfrm>
          <a:prstGeom prst="rect">
            <a:avLst/>
          </a:prstGeom>
          <a:solidFill>
            <a:srgbClr val="FFFFFF"/>
          </a:solidFill>
          <a:ln w="6350">
            <a:solidFill>
              <a:srgbClr val="999999"/>
            </a:solidFill>
            <a:prstDash val="solid"/>
          </a:ln>
        </p:spPr>
      </p:sp>
      <p:sp>
        <p:nvSpPr>
          <p:cNvPr id="37" name="Shape 33"/>
          <p:cNvSpPr/>
          <p:nvPr/>
        </p:nvSpPr>
        <p:spPr>
          <a:xfrm>
            <a:off x="5123555" y="2228480"/>
            <a:ext cx="272136" cy="1557086"/>
          </a:xfrm>
          <a:prstGeom prst="rect">
            <a:avLst/>
          </a:prstGeom>
          <a:solidFill>
            <a:srgbClr val="BFD4F5"/>
          </a:solidFill>
          <a:ln w="12700">
            <a:solidFill>
              <a:srgbClr val="BFD4F5"/>
            </a:solidFill>
            <a:prstDash val="solid"/>
          </a:ln>
        </p:spPr>
      </p:sp>
      <p:sp>
        <p:nvSpPr>
          <p:cNvPr id="38" name="Shape 34"/>
          <p:cNvSpPr/>
          <p:nvPr/>
        </p:nvSpPr>
        <p:spPr>
          <a:xfrm>
            <a:off x="1526316" y="2956235"/>
            <a:ext cx="25564" cy="101576"/>
          </a:xfrm>
          <a:prstGeom prst="rect">
            <a:avLst/>
          </a:prstGeom>
          <a:solidFill>
            <a:srgbClr val="3366CC"/>
          </a:solidFill>
          <a:ln w="12700">
            <a:solidFill>
              <a:srgbClr val="3366CC"/>
            </a:solidFill>
            <a:prstDash val="solid"/>
          </a:ln>
        </p:spPr>
      </p:sp>
      <p:sp>
        <p:nvSpPr>
          <p:cNvPr id="39" name="Shape 35"/>
          <p:cNvSpPr/>
          <p:nvPr/>
        </p:nvSpPr>
        <p:spPr>
          <a:xfrm>
            <a:off x="1568923" y="2956235"/>
            <a:ext cx="25564" cy="101576"/>
          </a:xfrm>
          <a:prstGeom prst="rect">
            <a:avLst/>
          </a:prstGeom>
          <a:solidFill>
            <a:srgbClr val="3366CC"/>
          </a:solidFill>
          <a:ln w="12700">
            <a:solidFill>
              <a:srgbClr val="3366CC"/>
            </a:solidFill>
            <a:prstDash val="solid"/>
          </a:ln>
        </p:spPr>
      </p:sp>
      <p:sp>
        <p:nvSpPr>
          <p:cNvPr id="40" name="Shape 36"/>
          <p:cNvSpPr/>
          <p:nvPr/>
        </p:nvSpPr>
        <p:spPr>
          <a:xfrm>
            <a:off x="1611530" y="2956235"/>
            <a:ext cx="25564" cy="101576"/>
          </a:xfrm>
          <a:prstGeom prst="rect">
            <a:avLst/>
          </a:prstGeom>
          <a:solidFill>
            <a:srgbClr val="3366CC"/>
          </a:solidFill>
          <a:ln w="12700">
            <a:solidFill>
              <a:srgbClr val="3366CC"/>
            </a:solidFill>
            <a:prstDash val="solid"/>
          </a:ln>
        </p:spPr>
      </p:sp>
      <p:sp>
        <p:nvSpPr>
          <p:cNvPr id="41" name="Shape 37"/>
          <p:cNvSpPr/>
          <p:nvPr/>
        </p:nvSpPr>
        <p:spPr>
          <a:xfrm>
            <a:off x="1654136" y="2956235"/>
            <a:ext cx="25564" cy="101576"/>
          </a:xfrm>
          <a:prstGeom prst="rect">
            <a:avLst/>
          </a:prstGeom>
          <a:solidFill>
            <a:srgbClr val="3366CC"/>
          </a:solidFill>
          <a:ln w="12700">
            <a:solidFill>
              <a:srgbClr val="3366CC"/>
            </a:solidFill>
            <a:prstDash val="solid"/>
          </a:ln>
        </p:spPr>
      </p:sp>
      <p:sp>
        <p:nvSpPr>
          <p:cNvPr id="42" name="Shape 38"/>
          <p:cNvSpPr/>
          <p:nvPr/>
        </p:nvSpPr>
        <p:spPr>
          <a:xfrm>
            <a:off x="1696743" y="2527755"/>
            <a:ext cx="25564" cy="958535"/>
          </a:xfrm>
          <a:prstGeom prst="rect">
            <a:avLst/>
          </a:prstGeom>
          <a:solidFill>
            <a:srgbClr val="3366CC"/>
          </a:solidFill>
          <a:ln w="12700">
            <a:solidFill>
              <a:srgbClr val="3366CC"/>
            </a:solidFill>
            <a:prstDash val="solid"/>
          </a:ln>
        </p:spPr>
      </p:sp>
      <p:sp>
        <p:nvSpPr>
          <p:cNvPr id="43" name="Shape 39"/>
          <p:cNvSpPr/>
          <p:nvPr/>
        </p:nvSpPr>
        <p:spPr>
          <a:xfrm>
            <a:off x="1739349" y="2414643"/>
            <a:ext cx="25564" cy="1184760"/>
          </a:xfrm>
          <a:prstGeom prst="rect">
            <a:avLst/>
          </a:prstGeom>
          <a:solidFill>
            <a:srgbClr val="3366CC"/>
          </a:solidFill>
          <a:ln w="12700">
            <a:solidFill>
              <a:srgbClr val="3366CC"/>
            </a:solidFill>
            <a:prstDash val="solid"/>
          </a:ln>
        </p:spPr>
      </p:sp>
      <p:sp>
        <p:nvSpPr>
          <p:cNvPr id="44" name="Shape 40"/>
          <p:cNvSpPr/>
          <p:nvPr/>
        </p:nvSpPr>
        <p:spPr>
          <a:xfrm>
            <a:off x="1781956" y="2684319"/>
            <a:ext cx="25564" cy="645408"/>
          </a:xfrm>
          <a:prstGeom prst="rect">
            <a:avLst/>
          </a:prstGeom>
          <a:solidFill>
            <a:srgbClr val="3366CC"/>
          </a:solidFill>
          <a:ln w="12700">
            <a:solidFill>
              <a:srgbClr val="3366CC"/>
            </a:solidFill>
            <a:prstDash val="solid"/>
          </a:ln>
        </p:spPr>
      </p:sp>
      <p:sp>
        <p:nvSpPr>
          <p:cNvPr id="45" name="Shape 41"/>
          <p:cNvSpPr/>
          <p:nvPr/>
        </p:nvSpPr>
        <p:spPr>
          <a:xfrm>
            <a:off x="1824562" y="2770316"/>
            <a:ext cx="25564" cy="473414"/>
          </a:xfrm>
          <a:prstGeom prst="rect">
            <a:avLst/>
          </a:prstGeom>
          <a:solidFill>
            <a:srgbClr val="3366CC"/>
          </a:solidFill>
          <a:ln w="12700">
            <a:solidFill>
              <a:srgbClr val="3366CC"/>
            </a:solidFill>
            <a:prstDash val="solid"/>
          </a:ln>
        </p:spPr>
      </p:sp>
      <p:sp>
        <p:nvSpPr>
          <p:cNvPr id="46" name="Shape 42"/>
          <p:cNvSpPr/>
          <p:nvPr/>
        </p:nvSpPr>
        <p:spPr>
          <a:xfrm>
            <a:off x="1867169" y="2715153"/>
            <a:ext cx="25564" cy="583739"/>
          </a:xfrm>
          <a:prstGeom prst="rect">
            <a:avLst/>
          </a:prstGeom>
          <a:solidFill>
            <a:srgbClr val="3366CC"/>
          </a:solidFill>
          <a:ln w="12700">
            <a:solidFill>
              <a:srgbClr val="3366CC"/>
            </a:solidFill>
            <a:prstDash val="solid"/>
          </a:ln>
        </p:spPr>
      </p:sp>
      <p:sp>
        <p:nvSpPr>
          <p:cNvPr id="47" name="Shape 43"/>
          <p:cNvSpPr/>
          <p:nvPr/>
        </p:nvSpPr>
        <p:spPr>
          <a:xfrm>
            <a:off x="1909775" y="2479054"/>
            <a:ext cx="25564" cy="1055937"/>
          </a:xfrm>
          <a:prstGeom prst="rect">
            <a:avLst/>
          </a:prstGeom>
          <a:solidFill>
            <a:srgbClr val="3366CC"/>
          </a:solidFill>
          <a:ln w="12700">
            <a:solidFill>
              <a:srgbClr val="3366CC"/>
            </a:solidFill>
            <a:prstDash val="solid"/>
          </a:ln>
        </p:spPr>
      </p:sp>
      <p:sp>
        <p:nvSpPr>
          <p:cNvPr id="48" name="Shape 44"/>
          <p:cNvSpPr/>
          <p:nvPr/>
        </p:nvSpPr>
        <p:spPr>
          <a:xfrm>
            <a:off x="1952382" y="2729985"/>
            <a:ext cx="25564" cy="554075"/>
          </a:xfrm>
          <a:prstGeom prst="rect">
            <a:avLst/>
          </a:prstGeom>
          <a:solidFill>
            <a:srgbClr val="3366CC"/>
          </a:solidFill>
          <a:ln w="12700">
            <a:solidFill>
              <a:srgbClr val="3366CC"/>
            </a:solidFill>
            <a:prstDash val="solid"/>
          </a:ln>
        </p:spPr>
      </p:sp>
      <p:sp>
        <p:nvSpPr>
          <p:cNvPr id="49" name="Shape 45"/>
          <p:cNvSpPr/>
          <p:nvPr/>
        </p:nvSpPr>
        <p:spPr>
          <a:xfrm>
            <a:off x="1994989" y="2671051"/>
            <a:ext cx="25564" cy="671944"/>
          </a:xfrm>
          <a:prstGeom prst="rect">
            <a:avLst/>
          </a:prstGeom>
          <a:solidFill>
            <a:srgbClr val="3366CC"/>
          </a:solidFill>
          <a:ln w="12700">
            <a:solidFill>
              <a:srgbClr val="3366CC"/>
            </a:solidFill>
            <a:prstDash val="solid"/>
          </a:ln>
        </p:spPr>
      </p:sp>
      <p:sp>
        <p:nvSpPr>
          <p:cNvPr id="50" name="Shape 46"/>
          <p:cNvSpPr/>
          <p:nvPr/>
        </p:nvSpPr>
        <p:spPr>
          <a:xfrm>
            <a:off x="2037595" y="2459983"/>
            <a:ext cx="25564" cy="1094079"/>
          </a:xfrm>
          <a:prstGeom prst="rect">
            <a:avLst/>
          </a:prstGeom>
          <a:solidFill>
            <a:srgbClr val="3366CC"/>
          </a:solidFill>
          <a:ln w="12700">
            <a:solidFill>
              <a:srgbClr val="3366CC"/>
            </a:solidFill>
            <a:prstDash val="solid"/>
          </a:ln>
        </p:spPr>
      </p:sp>
      <p:sp>
        <p:nvSpPr>
          <p:cNvPr id="51" name="Shape 47"/>
          <p:cNvSpPr/>
          <p:nvPr/>
        </p:nvSpPr>
        <p:spPr>
          <a:xfrm>
            <a:off x="2080202" y="2665995"/>
            <a:ext cx="25564" cy="682056"/>
          </a:xfrm>
          <a:prstGeom prst="rect">
            <a:avLst/>
          </a:prstGeom>
          <a:solidFill>
            <a:srgbClr val="3366CC"/>
          </a:solidFill>
          <a:ln w="12700">
            <a:solidFill>
              <a:srgbClr val="3366CC"/>
            </a:solidFill>
            <a:prstDash val="solid"/>
          </a:ln>
        </p:spPr>
      </p:sp>
      <p:sp>
        <p:nvSpPr>
          <p:cNvPr id="52" name="Shape 48"/>
          <p:cNvSpPr/>
          <p:nvPr/>
        </p:nvSpPr>
        <p:spPr>
          <a:xfrm>
            <a:off x="2122808" y="2541566"/>
            <a:ext cx="25564" cy="930913"/>
          </a:xfrm>
          <a:prstGeom prst="rect">
            <a:avLst/>
          </a:prstGeom>
          <a:solidFill>
            <a:srgbClr val="3366CC"/>
          </a:solidFill>
          <a:ln w="12700">
            <a:solidFill>
              <a:srgbClr val="3366CC"/>
            </a:solidFill>
            <a:prstDash val="solid"/>
          </a:ln>
        </p:spPr>
      </p:sp>
      <p:sp>
        <p:nvSpPr>
          <p:cNvPr id="53" name="Shape 49"/>
          <p:cNvSpPr/>
          <p:nvPr/>
        </p:nvSpPr>
        <p:spPr>
          <a:xfrm>
            <a:off x="2165415" y="2441941"/>
            <a:ext cx="25564" cy="1130163"/>
          </a:xfrm>
          <a:prstGeom prst="rect">
            <a:avLst/>
          </a:prstGeom>
          <a:solidFill>
            <a:srgbClr val="3366CC"/>
          </a:solidFill>
          <a:ln w="12700">
            <a:solidFill>
              <a:srgbClr val="3366CC"/>
            </a:solidFill>
            <a:prstDash val="solid"/>
          </a:ln>
        </p:spPr>
      </p:sp>
      <p:sp>
        <p:nvSpPr>
          <p:cNvPr id="54" name="Shape 50"/>
          <p:cNvSpPr/>
          <p:nvPr/>
        </p:nvSpPr>
        <p:spPr>
          <a:xfrm>
            <a:off x="2208021" y="2393179"/>
            <a:ext cx="25564" cy="1227687"/>
          </a:xfrm>
          <a:prstGeom prst="rect">
            <a:avLst/>
          </a:prstGeom>
          <a:solidFill>
            <a:srgbClr val="3366CC"/>
          </a:solidFill>
          <a:ln w="12700">
            <a:solidFill>
              <a:srgbClr val="3366CC"/>
            </a:solidFill>
            <a:prstDash val="solid"/>
          </a:ln>
        </p:spPr>
      </p:sp>
      <p:sp>
        <p:nvSpPr>
          <p:cNvPr id="55" name="Shape 51"/>
          <p:cNvSpPr/>
          <p:nvPr/>
        </p:nvSpPr>
        <p:spPr>
          <a:xfrm>
            <a:off x="2250628" y="2585932"/>
            <a:ext cx="25564" cy="842182"/>
          </a:xfrm>
          <a:prstGeom prst="rect">
            <a:avLst/>
          </a:prstGeom>
          <a:solidFill>
            <a:srgbClr val="3366CC"/>
          </a:solidFill>
          <a:ln w="12700">
            <a:solidFill>
              <a:srgbClr val="3366CC"/>
            </a:solidFill>
            <a:prstDash val="solid"/>
          </a:ln>
        </p:spPr>
      </p:sp>
      <p:sp>
        <p:nvSpPr>
          <p:cNvPr id="56" name="Shape 52"/>
          <p:cNvSpPr/>
          <p:nvPr/>
        </p:nvSpPr>
        <p:spPr>
          <a:xfrm>
            <a:off x="2293234" y="2684159"/>
            <a:ext cx="25564" cy="645728"/>
          </a:xfrm>
          <a:prstGeom prst="rect">
            <a:avLst/>
          </a:prstGeom>
          <a:solidFill>
            <a:srgbClr val="3366CC"/>
          </a:solidFill>
          <a:ln w="12700">
            <a:solidFill>
              <a:srgbClr val="3366CC"/>
            </a:solidFill>
            <a:prstDash val="solid"/>
          </a:ln>
        </p:spPr>
      </p:sp>
      <p:sp>
        <p:nvSpPr>
          <p:cNvPr id="57" name="Shape 53"/>
          <p:cNvSpPr/>
          <p:nvPr/>
        </p:nvSpPr>
        <p:spPr>
          <a:xfrm>
            <a:off x="2335841" y="2615166"/>
            <a:ext cx="25564" cy="783714"/>
          </a:xfrm>
          <a:prstGeom prst="rect">
            <a:avLst/>
          </a:prstGeom>
          <a:solidFill>
            <a:srgbClr val="3366CC"/>
          </a:solidFill>
          <a:ln w="12700">
            <a:solidFill>
              <a:srgbClr val="3366CC"/>
            </a:solidFill>
            <a:prstDash val="solid"/>
          </a:ln>
        </p:spPr>
      </p:sp>
      <p:sp>
        <p:nvSpPr>
          <p:cNvPr id="58" name="Shape 54"/>
          <p:cNvSpPr/>
          <p:nvPr/>
        </p:nvSpPr>
        <p:spPr>
          <a:xfrm>
            <a:off x="2378448" y="2618981"/>
            <a:ext cx="25564" cy="776083"/>
          </a:xfrm>
          <a:prstGeom prst="rect">
            <a:avLst/>
          </a:prstGeom>
          <a:solidFill>
            <a:srgbClr val="3366CC"/>
          </a:solidFill>
          <a:ln w="12700">
            <a:solidFill>
              <a:srgbClr val="3366CC"/>
            </a:solidFill>
            <a:prstDash val="solid"/>
          </a:ln>
        </p:spPr>
      </p:sp>
      <p:sp>
        <p:nvSpPr>
          <p:cNvPr id="59" name="Shape 55"/>
          <p:cNvSpPr/>
          <p:nvPr/>
        </p:nvSpPr>
        <p:spPr>
          <a:xfrm>
            <a:off x="2421054" y="2557075"/>
            <a:ext cx="25564" cy="899896"/>
          </a:xfrm>
          <a:prstGeom prst="rect">
            <a:avLst/>
          </a:prstGeom>
          <a:solidFill>
            <a:srgbClr val="3366CC"/>
          </a:solidFill>
          <a:ln w="12700">
            <a:solidFill>
              <a:srgbClr val="3366CC"/>
            </a:solidFill>
            <a:prstDash val="solid"/>
          </a:ln>
        </p:spPr>
      </p:sp>
      <p:sp>
        <p:nvSpPr>
          <p:cNvPr id="60" name="Shape 56"/>
          <p:cNvSpPr/>
          <p:nvPr/>
        </p:nvSpPr>
        <p:spPr>
          <a:xfrm>
            <a:off x="2463661" y="2702393"/>
            <a:ext cx="25564" cy="609259"/>
          </a:xfrm>
          <a:prstGeom prst="rect">
            <a:avLst/>
          </a:prstGeom>
          <a:solidFill>
            <a:srgbClr val="3366CC"/>
          </a:solidFill>
          <a:ln w="12700">
            <a:solidFill>
              <a:srgbClr val="3366CC"/>
            </a:solidFill>
            <a:prstDash val="solid"/>
          </a:ln>
        </p:spPr>
      </p:sp>
      <p:sp>
        <p:nvSpPr>
          <p:cNvPr id="61" name="Shape 57"/>
          <p:cNvSpPr/>
          <p:nvPr/>
        </p:nvSpPr>
        <p:spPr>
          <a:xfrm>
            <a:off x="2506267" y="2455550"/>
            <a:ext cx="25564" cy="1102945"/>
          </a:xfrm>
          <a:prstGeom prst="rect">
            <a:avLst/>
          </a:prstGeom>
          <a:solidFill>
            <a:srgbClr val="3366CC"/>
          </a:solidFill>
          <a:ln w="12700">
            <a:solidFill>
              <a:srgbClr val="3366CC"/>
            </a:solidFill>
            <a:prstDash val="solid"/>
          </a:ln>
        </p:spPr>
      </p:sp>
      <p:sp>
        <p:nvSpPr>
          <p:cNvPr id="62" name="Shape 58"/>
          <p:cNvSpPr/>
          <p:nvPr/>
        </p:nvSpPr>
        <p:spPr>
          <a:xfrm>
            <a:off x="2548874" y="2764317"/>
            <a:ext cx="25564" cy="485411"/>
          </a:xfrm>
          <a:prstGeom prst="rect">
            <a:avLst/>
          </a:prstGeom>
          <a:solidFill>
            <a:srgbClr val="3366CC"/>
          </a:solidFill>
          <a:ln w="12700">
            <a:solidFill>
              <a:srgbClr val="3366CC"/>
            </a:solidFill>
            <a:prstDash val="solid"/>
          </a:ln>
        </p:spPr>
      </p:sp>
      <p:sp>
        <p:nvSpPr>
          <p:cNvPr id="63" name="Shape 59"/>
          <p:cNvSpPr/>
          <p:nvPr/>
        </p:nvSpPr>
        <p:spPr>
          <a:xfrm>
            <a:off x="2591480" y="2469697"/>
            <a:ext cx="25564" cy="1074652"/>
          </a:xfrm>
          <a:prstGeom prst="rect">
            <a:avLst/>
          </a:prstGeom>
          <a:solidFill>
            <a:srgbClr val="3366CC"/>
          </a:solidFill>
          <a:ln w="12700">
            <a:solidFill>
              <a:srgbClr val="3366CC"/>
            </a:solidFill>
            <a:prstDash val="solid"/>
          </a:ln>
        </p:spPr>
      </p:sp>
      <p:sp>
        <p:nvSpPr>
          <p:cNvPr id="64" name="Shape 60"/>
          <p:cNvSpPr/>
          <p:nvPr/>
        </p:nvSpPr>
        <p:spPr>
          <a:xfrm>
            <a:off x="2634087" y="2799266"/>
            <a:ext cx="25564" cy="415513"/>
          </a:xfrm>
          <a:prstGeom prst="rect">
            <a:avLst/>
          </a:prstGeom>
          <a:solidFill>
            <a:srgbClr val="3366CC"/>
          </a:solidFill>
          <a:ln w="12700">
            <a:solidFill>
              <a:srgbClr val="3366CC"/>
            </a:solidFill>
            <a:prstDash val="solid"/>
          </a:ln>
        </p:spPr>
      </p:sp>
      <p:sp>
        <p:nvSpPr>
          <p:cNvPr id="65" name="Shape 61"/>
          <p:cNvSpPr/>
          <p:nvPr/>
        </p:nvSpPr>
        <p:spPr>
          <a:xfrm>
            <a:off x="2676693" y="2676324"/>
            <a:ext cx="25564" cy="661398"/>
          </a:xfrm>
          <a:prstGeom prst="rect">
            <a:avLst/>
          </a:prstGeom>
          <a:solidFill>
            <a:srgbClr val="3366CC"/>
          </a:solidFill>
          <a:ln w="12700">
            <a:solidFill>
              <a:srgbClr val="3366CC"/>
            </a:solidFill>
            <a:prstDash val="solid"/>
          </a:ln>
        </p:spPr>
      </p:sp>
      <p:sp>
        <p:nvSpPr>
          <p:cNvPr id="66" name="Shape 62"/>
          <p:cNvSpPr/>
          <p:nvPr/>
        </p:nvSpPr>
        <p:spPr>
          <a:xfrm>
            <a:off x="2719300" y="2620704"/>
            <a:ext cx="25564" cy="772638"/>
          </a:xfrm>
          <a:prstGeom prst="rect">
            <a:avLst/>
          </a:prstGeom>
          <a:solidFill>
            <a:srgbClr val="3366CC"/>
          </a:solidFill>
          <a:ln w="12700">
            <a:solidFill>
              <a:srgbClr val="3366CC"/>
            </a:solidFill>
            <a:prstDash val="solid"/>
          </a:ln>
        </p:spPr>
      </p:sp>
      <p:sp>
        <p:nvSpPr>
          <p:cNvPr id="67" name="Shape 63"/>
          <p:cNvSpPr/>
          <p:nvPr/>
        </p:nvSpPr>
        <p:spPr>
          <a:xfrm>
            <a:off x="2761907" y="2576171"/>
            <a:ext cx="25564" cy="861704"/>
          </a:xfrm>
          <a:prstGeom prst="rect">
            <a:avLst/>
          </a:prstGeom>
          <a:solidFill>
            <a:srgbClr val="3366CC"/>
          </a:solidFill>
          <a:ln w="12700">
            <a:solidFill>
              <a:srgbClr val="3366CC"/>
            </a:solidFill>
            <a:prstDash val="solid"/>
          </a:ln>
        </p:spPr>
      </p:sp>
      <p:sp>
        <p:nvSpPr>
          <p:cNvPr id="68" name="Shape 64"/>
          <p:cNvSpPr/>
          <p:nvPr/>
        </p:nvSpPr>
        <p:spPr>
          <a:xfrm>
            <a:off x="2804513" y="2552326"/>
            <a:ext cx="25564" cy="909394"/>
          </a:xfrm>
          <a:prstGeom prst="rect">
            <a:avLst/>
          </a:prstGeom>
          <a:solidFill>
            <a:srgbClr val="3366CC"/>
          </a:solidFill>
          <a:ln w="12700">
            <a:solidFill>
              <a:srgbClr val="3366CC"/>
            </a:solidFill>
            <a:prstDash val="solid"/>
          </a:ln>
        </p:spPr>
      </p:sp>
      <p:sp>
        <p:nvSpPr>
          <p:cNvPr id="69" name="Shape 65"/>
          <p:cNvSpPr/>
          <p:nvPr/>
        </p:nvSpPr>
        <p:spPr>
          <a:xfrm>
            <a:off x="2847120" y="2525852"/>
            <a:ext cx="25564" cy="962341"/>
          </a:xfrm>
          <a:prstGeom prst="rect">
            <a:avLst/>
          </a:prstGeom>
          <a:solidFill>
            <a:srgbClr val="3366CC"/>
          </a:solidFill>
          <a:ln w="12700">
            <a:solidFill>
              <a:srgbClr val="3366CC"/>
            </a:solidFill>
            <a:prstDash val="solid"/>
          </a:ln>
        </p:spPr>
      </p:sp>
      <p:sp>
        <p:nvSpPr>
          <p:cNvPr id="70" name="Shape 66"/>
          <p:cNvSpPr/>
          <p:nvPr/>
        </p:nvSpPr>
        <p:spPr>
          <a:xfrm>
            <a:off x="2889726" y="2489892"/>
            <a:ext cx="25564" cy="1034262"/>
          </a:xfrm>
          <a:prstGeom prst="rect">
            <a:avLst/>
          </a:prstGeom>
          <a:solidFill>
            <a:srgbClr val="3366CC"/>
          </a:solidFill>
          <a:ln w="12700">
            <a:solidFill>
              <a:srgbClr val="3366CC"/>
            </a:solidFill>
            <a:prstDash val="solid"/>
          </a:ln>
        </p:spPr>
      </p:sp>
      <p:sp>
        <p:nvSpPr>
          <p:cNvPr id="71" name="Shape 67"/>
          <p:cNvSpPr/>
          <p:nvPr/>
        </p:nvSpPr>
        <p:spPr>
          <a:xfrm>
            <a:off x="2932333" y="2651555"/>
            <a:ext cx="25564" cy="710936"/>
          </a:xfrm>
          <a:prstGeom prst="rect">
            <a:avLst/>
          </a:prstGeom>
          <a:solidFill>
            <a:srgbClr val="3366CC"/>
          </a:solidFill>
          <a:ln w="12700">
            <a:solidFill>
              <a:srgbClr val="3366CC"/>
            </a:solidFill>
            <a:prstDash val="solid"/>
          </a:ln>
        </p:spPr>
      </p:sp>
      <p:sp>
        <p:nvSpPr>
          <p:cNvPr id="72" name="Shape 68"/>
          <p:cNvSpPr/>
          <p:nvPr/>
        </p:nvSpPr>
        <p:spPr>
          <a:xfrm>
            <a:off x="2974939" y="2444374"/>
            <a:ext cx="25564" cy="1125298"/>
          </a:xfrm>
          <a:prstGeom prst="rect">
            <a:avLst/>
          </a:prstGeom>
          <a:solidFill>
            <a:srgbClr val="3366CC"/>
          </a:solidFill>
          <a:ln w="12700">
            <a:solidFill>
              <a:srgbClr val="3366CC"/>
            </a:solidFill>
            <a:prstDash val="solid"/>
          </a:ln>
        </p:spPr>
      </p:sp>
      <p:sp>
        <p:nvSpPr>
          <p:cNvPr id="73" name="Shape 69"/>
          <p:cNvSpPr/>
          <p:nvPr/>
        </p:nvSpPr>
        <p:spPr>
          <a:xfrm>
            <a:off x="3017546" y="2799660"/>
            <a:ext cx="25564" cy="414725"/>
          </a:xfrm>
          <a:prstGeom prst="rect">
            <a:avLst/>
          </a:prstGeom>
          <a:solidFill>
            <a:srgbClr val="3366CC"/>
          </a:solidFill>
          <a:ln w="12700">
            <a:solidFill>
              <a:srgbClr val="3366CC"/>
            </a:solidFill>
            <a:prstDash val="solid"/>
          </a:ln>
        </p:spPr>
      </p:sp>
      <p:sp>
        <p:nvSpPr>
          <p:cNvPr id="74" name="Shape 70"/>
          <p:cNvSpPr/>
          <p:nvPr/>
        </p:nvSpPr>
        <p:spPr>
          <a:xfrm>
            <a:off x="3060152" y="2788846"/>
            <a:ext cx="25564" cy="436354"/>
          </a:xfrm>
          <a:prstGeom prst="rect">
            <a:avLst/>
          </a:prstGeom>
          <a:solidFill>
            <a:srgbClr val="3366CC"/>
          </a:solidFill>
          <a:ln w="12700">
            <a:solidFill>
              <a:srgbClr val="3366CC"/>
            </a:solidFill>
            <a:prstDash val="solid"/>
          </a:ln>
        </p:spPr>
      </p:sp>
      <p:sp>
        <p:nvSpPr>
          <p:cNvPr id="75" name="Shape 71"/>
          <p:cNvSpPr/>
          <p:nvPr/>
        </p:nvSpPr>
        <p:spPr>
          <a:xfrm>
            <a:off x="3102759" y="2635500"/>
            <a:ext cx="25564" cy="743046"/>
          </a:xfrm>
          <a:prstGeom prst="rect">
            <a:avLst/>
          </a:prstGeom>
          <a:solidFill>
            <a:srgbClr val="3366CC"/>
          </a:solidFill>
          <a:ln w="12700">
            <a:solidFill>
              <a:srgbClr val="3366CC"/>
            </a:solidFill>
            <a:prstDash val="solid"/>
          </a:ln>
        </p:spPr>
      </p:sp>
      <p:sp>
        <p:nvSpPr>
          <p:cNvPr id="76" name="Shape 72"/>
          <p:cNvSpPr/>
          <p:nvPr/>
        </p:nvSpPr>
        <p:spPr>
          <a:xfrm>
            <a:off x="3145366" y="2431519"/>
            <a:ext cx="25564" cy="1151008"/>
          </a:xfrm>
          <a:prstGeom prst="rect">
            <a:avLst/>
          </a:prstGeom>
          <a:solidFill>
            <a:srgbClr val="3366CC"/>
          </a:solidFill>
          <a:ln w="12700">
            <a:solidFill>
              <a:srgbClr val="3366CC"/>
            </a:solidFill>
            <a:prstDash val="solid"/>
          </a:ln>
        </p:spPr>
      </p:sp>
      <p:sp>
        <p:nvSpPr>
          <p:cNvPr id="77" name="Shape 73"/>
          <p:cNvSpPr/>
          <p:nvPr/>
        </p:nvSpPr>
        <p:spPr>
          <a:xfrm>
            <a:off x="3187972" y="2779033"/>
            <a:ext cx="25564" cy="455979"/>
          </a:xfrm>
          <a:prstGeom prst="rect">
            <a:avLst/>
          </a:prstGeom>
          <a:solidFill>
            <a:srgbClr val="3366CC"/>
          </a:solidFill>
          <a:ln w="12700">
            <a:solidFill>
              <a:srgbClr val="3366CC"/>
            </a:solidFill>
            <a:prstDash val="solid"/>
          </a:ln>
        </p:spPr>
      </p:sp>
      <p:sp>
        <p:nvSpPr>
          <p:cNvPr id="78" name="Shape 74"/>
          <p:cNvSpPr/>
          <p:nvPr/>
        </p:nvSpPr>
        <p:spPr>
          <a:xfrm>
            <a:off x="3230579" y="2469668"/>
            <a:ext cx="25564" cy="1074709"/>
          </a:xfrm>
          <a:prstGeom prst="rect">
            <a:avLst/>
          </a:prstGeom>
          <a:solidFill>
            <a:srgbClr val="3366CC"/>
          </a:solidFill>
          <a:ln w="12700">
            <a:solidFill>
              <a:srgbClr val="3366CC"/>
            </a:solidFill>
            <a:prstDash val="solid"/>
          </a:ln>
        </p:spPr>
      </p:sp>
      <p:sp>
        <p:nvSpPr>
          <p:cNvPr id="79" name="Shape 75"/>
          <p:cNvSpPr/>
          <p:nvPr/>
        </p:nvSpPr>
        <p:spPr>
          <a:xfrm>
            <a:off x="3273185" y="2533491"/>
            <a:ext cx="25564" cy="947063"/>
          </a:xfrm>
          <a:prstGeom prst="rect">
            <a:avLst/>
          </a:prstGeom>
          <a:solidFill>
            <a:srgbClr val="3366CC"/>
          </a:solidFill>
          <a:ln w="12700">
            <a:solidFill>
              <a:srgbClr val="3366CC"/>
            </a:solidFill>
            <a:prstDash val="solid"/>
          </a:ln>
        </p:spPr>
      </p:sp>
      <p:sp>
        <p:nvSpPr>
          <p:cNvPr id="80" name="Shape 76"/>
          <p:cNvSpPr/>
          <p:nvPr/>
        </p:nvSpPr>
        <p:spPr>
          <a:xfrm>
            <a:off x="3315792" y="2436952"/>
            <a:ext cx="25564" cy="1140142"/>
          </a:xfrm>
          <a:prstGeom prst="rect">
            <a:avLst/>
          </a:prstGeom>
          <a:solidFill>
            <a:srgbClr val="3366CC"/>
          </a:solidFill>
          <a:ln w="12700">
            <a:solidFill>
              <a:srgbClr val="3366CC"/>
            </a:solidFill>
            <a:prstDash val="solid"/>
          </a:ln>
        </p:spPr>
      </p:sp>
      <p:sp>
        <p:nvSpPr>
          <p:cNvPr id="81" name="Shape 77"/>
          <p:cNvSpPr/>
          <p:nvPr/>
        </p:nvSpPr>
        <p:spPr>
          <a:xfrm>
            <a:off x="3358398" y="2650507"/>
            <a:ext cx="25564" cy="713031"/>
          </a:xfrm>
          <a:prstGeom prst="rect">
            <a:avLst/>
          </a:prstGeom>
          <a:solidFill>
            <a:srgbClr val="3366CC"/>
          </a:solidFill>
          <a:ln w="12700">
            <a:solidFill>
              <a:srgbClr val="3366CC"/>
            </a:solidFill>
            <a:prstDash val="solid"/>
          </a:ln>
        </p:spPr>
      </p:sp>
      <p:sp>
        <p:nvSpPr>
          <p:cNvPr id="82" name="Shape 78"/>
          <p:cNvSpPr/>
          <p:nvPr/>
        </p:nvSpPr>
        <p:spPr>
          <a:xfrm>
            <a:off x="3401005" y="2476016"/>
            <a:ext cx="25564" cy="1062014"/>
          </a:xfrm>
          <a:prstGeom prst="rect">
            <a:avLst/>
          </a:prstGeom>
          <a:solidFill>
            <a:srgbClr val="3366CC"/>
          </a:solidFill>
          <a:ln w="12700">
            <a:solidFill>
              <a:srgbClr val="3366CC"/>
            </a:solidFill>
            <a:prstDash val="solid"/>
          </a:ln>
        </p:spPr>
      </p:sp>
      <p:sp>
        <p:nvSpPr>
          <p:cNvPr id="83" name="Shape 79"/>
          <p:cNvSpPr/>
          <p:nvPr/>
        </p:nvSpPr>
        <p:spPr>
          <a:xfrm>
            <a:off x="3443611" y="2466230"/>
            <a:ext cx="25564" cy="1081586"/>
          </a:xfrm>
          <a:prstGeom prst="rect">
            <a:avLst/>
          </a:prstGeom>
          <a:solidFill>
            <a:srgbClr val="3366CC"/>
          </a:solidFill>
          <a:ln w="12700">
            <a:solidFill>
              <a:srgbClr val="3366CC"/>
            </a:solidFill>
            <a:prstDash val="solid"/>
          </a:ln>
        </p:spPr>
      </p:sp>
      <p:sp>
        <p:nvSpPr>
          <p:cNvPr id="84" name="Shape 80"/>
          <p:cNvSpPr/>
          <p:nvPr/>
        </p:nvSpPr>
        <p:spPr>
          <a:xfrm>
            <a:off x="3486218" y="2548455"/>
            <a:ext cx="25564" cy="917136"/>
          </a:xfrm>
          <a:prstGeom prst="rect">
            <a:avLst/>
          </a:prstGeom>
          <a:solidFill>
            <a:srgbClr val="3366CC"/>
          </a:solidFill>
          <a:ln w="12700">
            <a:solidFill>
              <a:srgbClr val="3366CC"/>
            </a:solidFill>
            <a:prstDash val="solid"/>
          </a:ln>
        </p:spPr>
      </p:sp>
      <p:sp>
        <p:nvSpPr>
          <p:cNvPr id="85" name="Shape 81"/>
          <p:cNvSpPr/>
          <p:nvPr/>
        </p:nvSpPr>
        <p:spPr>
          <a:xfrm>
            <a:off x="3528825" y="2518324"/>
            <a:ext cx="25564" cy="977398"/>
          </a:xfrm>
          <a:prstGeom prst="rect">
            <a:avLst/>
          </a:prstGeom>
          <a:solidFill>
            <a:srgbClr val="3366CC"/>
          </a:solidFill>
          <a:ln w="12700">
            <a:solidFill>
              <a:srgbClr val="3366CC"/>
            </a:solidFill>
            <a:prstDash val="solid"/>
          </a:ln>
        </p:spPr>
      </p:sp>
      <p:sp>
        <p:nvSpPr>
          <p:cNvPr id="86" name="Shape 82"/>
          <p:cNvSpPr/>
          <p:nvPr/>
        </p:nvSpPr>
        <p:spPr>
          <a:xfrm>
            <a:off x="3571431" y="2681701"/>
            <a:ext cx="25564" cy="650643"/>
          </a:xfrm>
          <a:prstGeom prst="rect">
            <a:avLst/>
          </a:prstGeom>
          <a:solidFill>
            <a:srgbClr val="3366CC"/>
          </a:solidFill>
          <a:ln w="12700">
            <a:solidFill>
              <a:srgbClr val="3366CC"/>
            </a:solidFill>
            <a:prstDash val="solid"/>
          </a:ln>
        </p:spPr>
      </p:sp>
      <p:sp>
        <p:nvSpPr>
          <p:cNvPr id="87" name="Shape 83"/>
          <p:cNvSpPr/>
          <p:nvPr/>
        </p:nvSpPr>
        <p:spPr>
          <a:xfrm>
            <a:off x="3614038" y="2422743"/>
            <a:ext cx="25564" cy="1168560"/>
          </a:xfrm>
          <a:prstGeom prst="rect">
            <a:avLst/>
          </a:prstGeom>
          <a:solidFill>
            <a:srgbClr val="3366CC"/>
          </a:solidFill>
          <a:ln w="12700">
            <a:solidFill>
              <a:srgbClr val="3366CC"/>
            </a:solidFill>
            <a:prstDash val="solid"/>
          </a:ln>
        </p:spPr>
      </p:sp>
      <p:sp>
        <p:nvSpPr>
          <p:cNvPr id="88" name="Shape 84"/>
          <p:cNvSpPr/>
          <p:nvPr/>
        </p:nvSpPr>
        <p:spPr>
          <a:xfrm>
            <a:off x="3656644" y="2475250"/>
            <a:ext cx="25564" cy="1063546"/>
          </a:xfrm>
          <a:prstGeom prst="rect">
            <a:avLst/>
          </a:prstGeom>
          <a:solidFill>
            <a:srgbClr val="3366CC"/>
          </a:solidFill>
          <a:ln w="12700">
            <a:solidFill>
              <a:srgbClr val="3366CC"/>
            </a:solidFill>
            <a:prstDash val="solid"/>
          </a:ln>
        </p:spPr>
      </p:sp>
      <p:sp>
        <p:nvSpPr>
          <p:cNvPr id="89" name="Shape 85"/>
          <p:cNvSpPr/>
          <p:nvPr/>
        </p:nvSpPr>
        <p:spPr>
          <a:xfrm>
            <a:off x="3699251" y="2453805"/>
            <a:ext cx="25564" cy="1106435"/>
          </a:xfrm>
          <a:prstGeom prst="rect">
            <a:avLst/>
          </a:prstGeom>
          <a:solidFill>
            <a:srgbClr val="3366CC"/>
          </a:solidFill>
          <a:ln w="12700">
            <a:solidFill>
              <a:srgbClr val="3366CC"/>
            </a:solidFill>
            <a:prstDash val="solid"/>
          </a:ln>
        </p:spPr>
      </p:sp>
      <p:sp>
        <p:nvSpPr>
          <p:cNvPr id="90" name="Shape 86"/>
          <p:cNvSpPr/>
          <p:nvPr/>
        </p:nvSpPr>
        <p:spPr>
          <a:xfrm>
            <a:off x="3741857" y="2532602"/>
            <a:ext cx="25564" cy="948842"/>
          </a:xfrm>
          <a:prstGeom prst="rect">
            <a:avLst/>
          </a:prstGeom>
          <a:solidFill>
            <a:srgbClr val="3366CC"/>
          </a:solidFill>
          <a:ln w="12700">
            <a:solidFill>
              <a:srgbClr val="3366CC"/>
            </a:solidFill>
            <a:prstDash val="solid"/>
          </a:ln>
        </p:spPr>
      </p:sp>
      <p:sp>
        <p:nvSpPr>
          <p:cNvPr id="91" name="Shape 87"/>
          <p:cNvSpPr/>
          <p:nvPr/>
        </p:nvSpPr>
        <p:spPr>
          <a:xfrm>
            <a:off x="3784464" y="2606026"/>
            <a:ext cx="25564" cy="801994"/>
          </a:xfrm>
          <a:prstGeom prst="rect">
            <a:avLst/>
          </a:prstGeom>
          <a:solidFill>
            <a:srgbClr val="3366CC"/>
          </a:solidFill>
          <a:ln w="12700">
            <a:solidFill>
              <a:srgbClr val="3366CC"/>
            </a:solidFill>
            <a:prstDash val="solid"/>
          </a:ln>
        </p:spPr>
      </p:sp>
      <p:sp>
        <p:nvSpPr>
          <p:cNvPr id="92" name="Shape 88"/>
          <p:cNvSpPr/>
          <p:nvPr/>
        </p:nvSpPr>
        <p:spPr>
          <a:xfrm>
            <a:off x="3827070" y="2486169"/>
            <a:ext cx="25564" cy="1041707"/>
          </a:xfrm>
          <a:prstGeom prst="rect">
            <a:avLst/>
          </a:prstGeom>
          <a:solidFill>
            <a:srgbClr val="3366CC"/>
          </a:solidFill>
          <a:ln w="12700">
            <a:solidFill>
              <a:srgbClr val="3366CC"/>
            </a:solidFill>
            <a:prstDash val="solid"/>
          </a:ln>
        </p:spPr>
      </p:sp>
      <p:sp>
        <p:nvSpPr>
          <p:cNvPr id="93" name="Shape 89"/>
          <p:cNvSpPr/>
          <p:nvPr/>
        </p:nvSpPr>
        <p:spPr>
          <a:xfrm>
            <a:off x="3869677" y="2692867"/>
            <a:ext cx="25564" cy="628312"/>
          </a:xfrm>
          <a:prstGeom prst="rect">
            <a:avLst/>
          </a:prstGeom>
          <a:solidFill>
            <a:srgbClr val="3366CC"/>
          </a:solidFill>
          <a:ln w="12700">
            <a:solidFill>
              <a:srgbClr val="3366CC"/>
            </a:solidFill>
            <a:prstDash val="solid"/>
          </a:ln>
        </p:spPr>
      </p:sp>
      <p:sp>
        <p:nvSpPr>
          <p:cNvPr id="94" name="Shape 90"/>
          <p:cNvSpPr/>
          <p:nvPr/>
        </p:nvSpPr>
        <p:spPr>
          <a:xfrm>
            <a:off x="3912284" y="2725486"/>
            <a:ext cx="25564" cy="563074"/>
          </a:xfrm>
          <a:prstGeom prst="rect">
            <a:avLst/>
          </a:prstGeom>
          <a:solidFill>
            <a:srgbClr val="3366CC"/>
          </a:solidFill>
          <a:ln w="12700">
            <a:solidFill>
              <a:srgbClr val="3366CC"/>
            </a:solidFill>
            <a:prstDash val="solid"/>
          </a:ln>
        </p:spPr>
      </p:sp>
      <p:sp>
        <p:nvSpPr>
          <p:cNvPr id="95" name="Shape 91"/>
          <p:cNvSpPr/>
          <p:nvPr/>
        </p:nvSpPr>
        <p:spPr>
          <a:xfrm>
            <a:off x="3954890" y="2593628"/>
            <a:ext cx="25564" cy="826790"/>
          </a:xfrm>
          <a:prstGeom prst="rect">
            <a:avLst/>
          </a:prstGeom>
          <a:solidFill>
            <a:srgbClr val="3366CC"/>
          </a:solidFill>
          <a:ln w="12700">
            <a:solidFill>
              <a:srgbClr val="3366CC"/>
            </a:solidFill>
            <a:prstDash val="solid"/>
          </a:ln>
        </p:spPr>
      </p:sp>
      <p:sp>
        <p:nvSpPr>
          <p:cNvPr id="96" name="Shape 92"/>
          <p:cNvSpPr/>
          <p:nvPr/>
        </p:nvSpPr>
        <p:spPr>
          <a:xfrm>
            <a:off x="3997497" y="2718372"/>
            <a:ext cx="25564" cy="577301"/>
          </a:xfrm>
          <a:prstGeom prst="rect">
            <a:avLst/>
          </a:prstGeom>
          <a:solidFill>
            <a:srgbClr val="3366CC"/>
          </a:solidFill>
          <a:ln w="12700">
            <a:solidFill>
              <a:srgbClr val="3366CC"/>
            </a:solidFill>
            <a:prstDash val="solid"/>
          </a:ln>
        </p:spPr>
      </p:sp>
      <p:sp>
        <p:nvSpPr>
          <p:cNvPr id="97" name="Shape 93"/>
          <p:cNvSpPr/>
          <p:nvPr/>
        </p:nvSpPr>
        <p:spPr>
          <a:xfrm>
            <a:off x="4040103" y="2648465"/>
            <a:ext cx="25564" cy="717115"/>
          </a:xfrm>
          <a:prstGeom prst="rect">
            <a:avLst/>
          </a:prstGeom>
          <a:solidFill>
            <a:srgbClr val="3366CC"/>
          </a:solidFill>
          <a:ln w="12700">
            <a:solidFill>
              <a:srgbClr val="3366CC"/>
            </a:solidFill>
            <a:prstDash val="solid"/>
          </a:ln>
        </p:spPr>
      </p:sp>
      <p:sp>
        <p:nvSpPr>
          <p:cNvPr id="98" name="Shape 94"/>
          <p:cNvSpPr/>
          <p:nvPr/>
        </p:nvSpPr>
        <p:spPr>
          <a:xfrm>
            <a:off x="4082710" y="2591016"/>
            <a:ext cx="25564" cy="832013"/>
          </a:xfrm>
          <a:prstGeom prst="rect">
            <a:avLst/>
          </a:prstGeom>
          <a:solidFill>
            <a:srgbClr val="3366CC"/>
          </a:solidFill>
          <a:ln w="12700">
            <a:solidFill>
              <a:srgbClr val="3366CC"/>
            </a:solidFill>
            <a:prstDash val="solid"/>
          </a:ln>
        </p:spPr>
      </p:sp>
      <p:sp>
        <p:nvSpPr>
          <p:cNvPr id="99" name="Shape 95"/>
          <p:cNvSpPr/>
          <p:nvPr/>
        </p:nvSpPr>
        <p:spPr>
          <a:xfrm>
            <a:off x="4125316" y="2423954"/>
            <a:ext cx="25564" cy="1166137"/>
          </a:xfrm>
          <a:prstGeom prst="rect">
            <a:avLst/>
          </a:prstGeom>
          <a:solidFill>
            <a:srgbClr val="3366CC"/>
          </a:solidFill>
          <a:ln w="12700">
            <a:solidFill>
              <a:srgbClr val="3366CC"/>
            </a:solidFill>
            <a:prstDash val="solid"/>
          </a:ln>
        </p:spPr>
      </p:sp>
      <p:sp>
        <p:nvSpPr>
          <p:cNvPr id="100" name="Shape 96"/>
          <p:cNvSpPr/>
          <p:nvPr/>
        </p:nvSpPr>
        <p:spPr>
          <a:xfrm>
            <a:off x="4167923" y="2634195"/>
            <a:ext cx="25564" cy="745656"/>
          </a:xfrm>
          <a:prstGeom prst="rect">
            <a:avLst/>
          </a:prstGeom>
          <a:solidFill>
            <a:srgbClr val="3366CC"/>
          </a:solidFill>
          <a:ln w="12700">
            <a:solidFill>
              <a:srgbClr val="3366CC"/>
            </a:solidFill>
            <a:prstDash val="solid"/>
          </a:ln>
        </p:spPr>
      </p:sp>
      <p:sp>
        <p:nvSpPr>
          <p:cNvPr id="101" name="Shape 97"/>
          <p:cNvSpPr/>
          <p:nvPr/>
        </p:nvSpPr>
        <p:spPr>
          <a:xfrm>
            <a:off x="4210529" y="2737565"/>
            <a:ext cx="25564" cy="538915"/>
          </a:xfrm>
          <a:prstGeom prst="rect">
            <a:avLst/>
          </a:prstGeom>
          <a:solidFill>
            <a:srgbClr val="3366CC"/>
          </a:solidFill>
          <a:ln w="12700">
            <a:solidFill>
              <a:srgbClr val="3366CC"/>
            </a:solidFill>
            <a:prstDash val="solid"/>
          </a:ln>
        </p:spPr>
      </p:sp>
      <p:sp>
        <p:nvSpPr>
          <p:cNvPr id="102" name="Shape 98"/>
          <p:cNvSpPr/>
          <p:nvPr/>
        </p:nvSpPr>
        <p:spPr>
          <a:xfrm>
            <a:off x="4253136" y="2513239"/>
            <a:ext cx="25564" cy="987567"/>
          </a:xfrm>
          <a:prstGeom prst="rect">
            <a:avLst/>
          </a:prstGeom>
          <a:solidFill>
            <a:srgbClr val="3366CC"/>
          </a:solidFill>
          <a:ln w="12700">
            <a:solidFill>
              <a:srgbClr val="3366CC"/>
            </a:solidFill>
            <a:prstDash val="solid"/>
          </a:ln>
        </p:spPr>
      </p:sp>
      <p:sp>
        <p:nvSpPr>
          <p:cNvPr id="103" name="Shape 99"/>
          <p:cNvSpPr/>
          <p:nvPr/>
        </p:nvSpPr>
        <p:spPr>
          <a:xfrm>
            <a:off x="4295743" y="2497510"/>
            <a:ext cx="25564" cy="1019026"/>
          </a:xfrm>
          <a:prstGeom prst="rect">
            <a:avLst/>
          </a:prstGeom>
          <a:solidFill>
            <a:srgbClr val="3366CC"/>
          </a:solidFill>
          <a:ln w="12700">
            <a:solidFill>
              <a:srgbClr val="3366CC"/>
            </a:solidFill>
            <a:prstDash val="solid"/>
          </a:ln>
        </p:spPr>
      </p:sp>
      <p:sp>
        <p:nvSpPr>
          <p:cNvPr id="104" name="Shape 100"/>
          <p:cNvSpPr/>
          <p:nvPr/>
        </p:nvSpPr>
        <p:spPr>
          <a:xfrm>
            <a:off x="4338349" y="2403714"/>
            <a:ext cx="25564" cy="1206618"/>
          </a:xfrm>
          <a:prstGeom prst="rect">
            <a:avLst/>
          </a:prstGeom>
          <a:solidFill>
            <a:srgbClr val="3366CC"/>
          </a:solidFill>
          <a:ln w="12700">
            <a:solidFill>
              <a:srgbClr val="3366CC"/>
            </a:solidFill>
            <a:prstDash val="solid"/>
          </a:ln>
        </p:spPr>
      </p:sp>
      <p:sp>
        <p:nvSpPr>
          <p:cNvPr id="105" name="Shape 101"/>
          <p:cNvSpPr/>
          <p:nvPr/>
        </p:nvSpPr>
        <p:spPr>
          <a:xfrm>
            <a:off x="4380956" y="2801062"/>
            <a:ext cx="25564" cy="411921"/>
          </a:xfrm>
          <a:prstGeom prst="rect">
            <a:avLst/>
          </a:prstGeom>
          <a:solidFill>
            <a:srgbClr val="3366CC"/>
          </a:solidFill>
          <a:ln w="12700">
            <a:solidFill>
              <a:srgbClr val="3366CC"/>
            </a:solidFill>
            <a:prstDash val="solid"/>
          </a:ln>
        </p:spPr>
      </p:sp>
      <p:sp>
        <p:nvSpPr>
          <p:cNvPr id="106" name="Shape 102"/>
          <p:cNvSpPr/>
          <p:nvPr/>
        </p:nvSpPr>
        <p:spPr>
          <a:xfrm>
            <a:off x="4423562" y="2497641"/>
            <a:ext cx="25564" cy="1018763"/>
          </a:xfrm>
          <a:prstGeom prst="rect">
            <a:avLst/>
          </a:prstGeom>
          <a:solidFill>
            <a:srgbClr val="3366CC"/>
          </a:solidFill>
          <a:ln w="12700">
            <a:solidFill>
              <a:srgbClr val="3366CC"/>
            </a:solidFill>
            <a:prstDash val="solid"/>
          </a:ln>
        </p:spPr>
      </p:sp>
      <p:sp>
        <p:nvSpPr>
          <p:cNvPr id="107" name="Shape 103"/>
          <p:cNvSpPr/>
          <p:nvPr/>
        </p:nvSpPr>
        <p:spPr>
          <a:xfrm>
            <a:off x="4466169" y="2737485"/>
            <a:ext cx="25564" cy="539075"/>
          </a:xfrm>
          <a:prstGeom prst="rect">
            <a:avLst/>
          </a:prstGeom>
          <a:solidFill>
            <a:srgbClr val="3366CC"/>
          </a:solidFill>
          <a:ln w="12700">
            <a:solidFill>
              <a:srgbClr val="3366CC"/>
            </a:solidFill>
            <a:prstDash val="solid"/>
          </a:ln>
        </p:spPr>
      </p:sp>
      <p:sp>
        <p:nvSpPr>
          <p:cNvPr id="108" name="Shape 104"/>
          <p:cNvSpPr/>
          <p:nvPr/>
        </p:nvSpPr>
        <p:spPr>
          <a:xfrm>
            <a:off x="4508775" y="2657862"/>
            <a:ext cx="25564" cy="698321"/>
          </a:xfrm>
          <a:prstGeom prst="rect">
            <a:avLst/>
          </a:prstGeom>
          <a:solidFill>
            <a:srgbClr val="3366CC"/>
          </a:solidFill>
          <a:ln w="12700">
            <a:solidFill>
              <a:srgbClr val="3366CC"/>
            </a:solidFill>
            <a:prstDash val="solid"/>
          </a:ln>
        </p:spPr>
      </p:sp>
      <p:sp>
        <p:nvSpPr>
          <p:cNvPr id="109" name="Shape 105"/>
          <p:cNvSpPr/>
          <p:nvPr/>
        </p:nvSpPr>
        <p:spPr>
          <a:xfrm>
            <a:off x="4551382" y="2449424"/>
            <a:ext cx="25564" cy="1115198"/>
          </a:xfrm>
          <a:prstGeom prst="rect">
            <a:avLst/>
          </a:prstGeom>
          <a:solidFill>
            <a:srgbClr val="3366CC"/>
          </a:solidFill>
          <a:ln w="12700">
            <a:solidFill>
              <a:srgbClr val="3366CC"/>
            </a:solidFill>
            <a:prstDash val="solid"/>
          </a:ln>
        </p:spPr>
      </p:sp>
      <p:sp>
        <p:nvSpPr>
          <p:cNvPr id="110" name="Shape 106"/>
          <p:cNvSpPr/>
          <p:nvPr/>
        </p:nvSpPr>
        <p:spPr>
          <a:xfrm>
            <a:off x="4593988" y="2664922"/>
            <a:ext cx="25564" cy="684201"/>
          </a:xfrm>
          <a:prstGeom prst="rect">
            <a:avLst/>
          </a:prstGeom>
          <a:solidFill>
            <a:srgbClr val="3366CC"/>
          </a:solidFill>
          <a:ln w="12700">
            <a:solidFill>
              <a:srgbClr val="3366CC"/>
            </a:solidFill>
            <a:prstDash val="solid"/>
          </a:ln>
        </p:spPr>
      </p:sp>
      <p:sp>
        <p:nvSpPr>
          <p:cNvPr id="111" name="Shape 107"/>
          <p:cNvSpPr/>
          <p:nvPr/>
        </p:nvSpPr>
        <p:spPr>
          <a:xfrm>
            <a:off x="4636595" y="2787266"/>
            <a:ext cx="25564" cy="439512"/>
          </a:xfrm>
          <a:prstGeom prst="rect">
            <a:avLst/>
          </a:prstGeom>
          <a:solidFill>
            <a:srgbClr val="3366CC"/>
          </a:solidFill>
          <a:ln w="12700">
            <a:solidFill>
              <a:srgbClr val="3366CC"/>
            </a:solidFill>
            <a:prstDash val="solid"/>
          </a:ln>
        </p:spPr>
      </p:sp>
      <p:sp>
        <p:nvSpPr>
          <p:cNvPr id="112" name="Shape 108"/>
          <p:cNvSpPr/>
          <p:nvPr/>
        </p:nvSpPr>
        <p:spPr>
          <a:xfrm>
            <a:off x="4679202" y="2612089"/>
            <a:ext cx="25564" cy="789867"/>
          </a:xfrm>
          <a:prstGeom prst="rect">
            <a:avLst/>
          </a:prstGeom>
          <a:solidFill>
            <a:srgbClr val="3366CC"/>
          </a:solidFill>
          <a:ln w="12700">
            <a:solidFill>
              <a:srgbClr val="3366CC"/>
            </a:solidFill>
            <a:prstDash val="solid"/>
          </a:ln>
        </p:spPr>
      </p:sp>
      <p:sp>
        <p:nvSpPr>
          <p:cNvPr id="113" name="Shape 109"/>
          <p:cNvSpPr/>
          <p:nvPr/>
        </p:nvSpPr>
        <p:spPr>
          <a:xfrm>
            <a:off x="4721808" y="2445256"/>
            <a:ext cx="25564" cy="1123534"/>
          </a:xfrm>
          <a:prstGeom prst="rect">
            <a:avLst/>
          </a:prstGeom>
          <a:solidFill>
            <a:srgbClr val="3366CC"/>
          </a:solidFill>
          <a:ln w="12700">
            <a:solidFill>
              <a:srgbClr val="3366CC"/>
            </a:solidFill>
            <a:prstDash val="solid"/>
          </a:ln>
        </p:spPr>
      </p:sp>
      <p:sp>
        <p:nvSpPr>
          <p:cNvPr id="114" name="Shape 110"/>
          <p:cNvSpPr/>
          <p:nvPr/>
        </p:nvSpPr>
        <p:spPr>
          <a:xfrm>
            <a:off x="4764415" y="2559713"/>
            <a:ext cx="25564" cy="894619"/>
          </a:xfrm>
          <a:prstGeom prst="rect">
            <a:avLst/>
          </a:prstGeom>
          <a:solidFill>
            <a:srgbClr val="3366CC"/>
          </a:solidFill>
          <a:ln w="12700">
            <a:solidFill>
              <a:srgbClr val="3366CC"/>
            </a:solidFill>
            <a:prstDash val="solid"/>
          </a:ln>
        </p:spPr>
      </p:sp>
      <p:sp>
        <p:nvSpPr>
          <p:cNvPr id="115" name="Shape 111"/>
          <p:cNvSpPr/>
          <p:nvPr/>
        </p:nvSpPr>
        <p:spPr>
          <a:xfrm>
            <a:off x="4807021" y="2800472"/>
            <a:ext cx="25564" cy="413102"/>
          </a:xfrm>
          <a:prstGeom prst="rect">
            <a:avLst/>
          </a:prstGeom>
          <a:solidFill>
            <a:srgbClr val="3366CC"/>
          </a:solidFill>
          <a:ln w="12700">
            <a:solidFill>
              <a:srgbClr val="3366CC"/>
            </a:solidFill>
            <a:prstDash val="solid"/>
          </a:ln>
        </p:spPr>
      </p:sp>
      <p:sp>
        <p:nvSpPr>
          <p:cNvPr id="116" name="Shape 112"/>
          <p:cNvSpPr/>
          <p:nvPr/>
        </p:nvSpPr>
        <p:spPr>
          <a:xfrm>
            <a:off x="4849628" y="2782113"/>
            <a:ext cx="25564" cy="449818"/>
          </a:xfrm>
          <a:prstGeom prst="rect">
            <a:avLst/>
          </a:prstGeom>
          <a:solidFill>
            <a:srgbClr val="3366CC"/>
          </a:solidFill>
          <a:ln w="12700">
            <a:solidFill>
              <a:srgbClr val="3366CC"/>
            </a:solidFill>
            <a:prstDash val="solid"/>
          </a:ln>
        </p:spPr>
      </p:sp>
      <p:sp>
        <p:nvSpPr>
          <p:cNvPr id="117" name="Shape 113"/>
          <p:cNvSpPr/>
          <p:nvPr/>
        </p:nvSpPr>
        <p:spPr>
          <a:xfrm>
            <a:off x="4892234" y="2678831"/>
            <a:ext cx="25564" cy="656384"/>
          </a:xfrm>
          <a:prstGeom prst="rect">
            <a:avLst/>
          </a:prstGeom>
          <a:solidFill>
            <a:srgbClr val="3366CC"/>
          </a:solidFill>
          <a:ln w="12700">
            <a:solidFill>
              <a:srgbClr val="3366CC"/>
            </a:solidFill>
            <a:prstDash val="solid"/>
          </a:ln>
        </p:spPr>
      </p:sp>
      <p:sp>
        <p:nvSpPr>
          <p:cNvPr id="118" name="Shape 114"/>
          <p:cNvSpPr/>
          <p:nvPr/>
        </p:nvSpPr>
        <p:spPr>
          <a:xfrm>
            <a:off x="4934841" y="2956235"/>
            <a:ext cx="25564" cy="101576"/>
          </a:xfrm>
          <a:prstGeom prst="rect">
            <a:avLst/>
          </a:prstGeom>
          <a:solidFill>
            <a:srgbClr val="3366CC"/>
          </a:solidFill>
          <a:ln w="12700">
            <a:solidFill>
              <a:srgbClr val="3366CC"/>
            </a:solidFill>
            <a:prstDash val="solid"/>
          </a:ln>
        </p:spPr>
      </p:sp>
      <p:sp>
        <p:nvSpPr>
          <p:cNvPr id="119" name="Shape 115"/>
          <p:cNvSpPr/>
          <p:nvPr/>
        </p:nvSpPr>
        <p:spPr>
          <a:xfrm>
            <a:off x="4977447" y="2956235"/>
            <a:ext cx="25564" cy="101576"/>
          </a:xfrm>
          <a:prstGeom prst="rect">
            <a:avLst/>
          </a:prstGeom>
          <a:solidFill>
            <a:srgbClr val="3366CC"/>
          </a:solidFill>
          <a:ln w="12700">
            <a:solidFill>
              <a:srgbClr val="3366CC"/>
            </a:solidFill>
            <a:prstDash val="solid"/>
          </a:ln>
        </p:spPr>
      </p:sp>
      <p:sp>
        <p:nvSpPr>
          <p:cNvPr id="120" name="Shape 116"/>
          <p:cNvSpPr/>
          <p:nvPr/>
        </p:nvSpPr>
        <p:spPr>
          <a:xfrm>
            <a:off x="5020054" y="2956235"/>
            <a:ext cx="25564" cy="101576"/>
          </a:xfrm>
          <a:prstGeom prst="rect">
            <a:avLst/>
          </a:prstGeom>
          <a:solidFill>
            <a:srgbClr val="3366CC"/>
          </a:solidFill>
          <a:ln w="12700">
            <a:solidFill>
              <a:srgbClr val="3366CC"/>
            </a:solidFill>
            <a:prstDash val="solid"/>
          </a:ln>
        </p:spPr>
      </p:sp>
      <p:sp>
        <p:nvSpPr>
          <p:cNvPr id="121" name="Shape 117"/>
          <p:cNvSpPr/>
          <p:nvPr/>
        </p:nvSpPr>
        <p:spPr>
          <a:xfrm>
            <a:off x="5062661" y="2956235"/>
            <a:ext cx="25564" cy="101576"/>
          </a:xfrm>
          <a:prstGeom prst="rect">
            <a:avLst/>
          </a:prstGeom>
          <a:solidFill>
            <a:srgbClr val="3366CC"/>
          </a:solidFill>
          <a:ln w="12700">
            <a:solidFill>
              <a:srgbClr val="3366CC"/>
            </a:solidFill>
            <a:prstDash val="solid"/>
          </a:ln>
        </p:spPr>
      </p:sp>
      <p:sp>
        <p:nvSpPr>
          <p:cNvPr id="122" name="Shape 118"/>
          <p:cNvSpPr/>
          <p:nvPr/>
        </p:nvSpPr>
        <p:spPr>
          <a:xfrm>
            <a:off x="5123555" y="2997879"/>
            <a:ext cx="272136" cy="18288"/>
          </a:xfrm>
          <a:prstGeom prst="rect">
            <a:avLst/>
          </a:prstGeom>
          <a:solidFill>
            <a:srgbClr val="3366CC"/>
          </a:solidFill>
          <a:ln w="12700">
            <a:solidFill>
              <a:srgbClr val="3366CC"/>
            </a:solidFill>
            <a:prstDash val="solid"/>
          </a:ln>
        </p:spPr>
      </p:sp>
      <p:sp>
        <p:nvSpPr>
          <p:cNvPr id="123" name="Shape 119"/>
          <p:cNvSpPr/>
          <p:nvPr/>
        </p:nvSpPr>
        <p:spPr>
          <a:xfrm>
            <a:off x="5105267" y="2210192"/>
            <a:ext cx="308712" cy="1593662"/>
          </a:xfrm>
          <a:prstGeom prst="roundRect">
            <a:avLst>
              <a:gd name="adj" fmla="val 14810"/>
            </a:avLst>
          </a:prstGeom>
          <a:solidFill>
            <a:srgbClr val="FFFFFF">
              <a:alpha val="0"/>
            </a:srgbClr>
          </a:solidFill>
          <a:ln w="31750">
            <a:solidFill>
              <a:srgbClr val="E53935"/>
            </a:solidFill>
            <a:prstDash val="solid"/>
          </a:ln>
        </p:spPr>
      </p:sp>
      <p:sp>
        <p:nvSpPr>
          <p:cNvPr id="124" name="Shape 120"/>
          <p:cNvSpPr/>
          <p:nvPr/>
        </p:nvSpPr>
        <p:spPr>
          <a:xfrm>
            <a:off x="5276820" y="2073032"/>
            <a:ext cx="274320" cy="274320"/>
          </a:xfrm>
          <a:prstGeom prst="ellipse">
            <a:avLst/>
          </a:prstGeom>
          <a:solidFill>
            <a:srgbClr val="E53935"/>
          </a:solidFill>
          <a:ln w="12700">
            <a:solidFill>
              <a:srgbClr val="FFFFFF"/>
            </a:solidFill>
            <a:prstDash val="solid"/>
          </a:ln>
        </p:spPr>
      </p:sp>
      <p:sp>
        <p:nvSpPr>
          <p:cNvPr id="125" name="Text 121"/>
          <p:cNvSpPr txBox="1"/>
          <p:nvPr/>
        </p:nvSpPr>
        <p:spPr>
          <a:xfrm>
            <a:off x="5276820" y="20730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126" name="Image 2" descr="preencoded.png">    </p:cNvPr>
          <p:cNvPicPr>
            <a:picLocks noChangeAspect="1"/>
          </p:cNvPicPr>
          <p:nvPr/>
        </p:nvPicPr>
        <p:blipFill>
          <a:blip r:embed="rId3"/>
          <a:stretch>
            <a:fillRect/>
          </a:stretch>
        </p:blipFill>
        <p:spPr>
          <a:xfrm>
            <a:off x="5273230" y="3084877"/>
            <a:ext cx="237744" cy="237744"/>
          </a:xfrm>
          <a:prstGeom prst="rect">
            <a:avLst/>
          </a:prstGeom>
        </p:spPr>
      </p:pic>
      <p:sp>
        <p:nvSpPr>
          <p:cNvPr id="127" name="Text 1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128" name="Text 1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Blok keheningan di akhir, tekan Delete</a:t>
            </a:r>
            <a:endParaRPr lang="en-US" sz="1800" dirty="0"/>
          </a:p>
        </p:txBody>
      </p:sp>
      <p:sp>
        <p:nvSpPr>
          <p:cNvPr id="129" name="Text 1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Lakukan hal yang sama untuk keheningan di akhir rekaman. Lihat durasi di bawah: sekitar 1 menit.</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Fade &amp; Ekspor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663510"/>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Nasihat_Ahmad - Audacity</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Text 18"/>
          <p:cNvSpPr txBox="1"/>
          <p:nvPr/>
        </p:nvSpPr>
        <p:spPr>
          <a:xfrm>
            <a:off x="730788" y="1432952"/>
            <a:ext cx="32004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File   Edit   Select   View   Effect   Help</a:t>
            </a:r>
            <a:endParaRPr lang="en-US" sz="700" dirty="0"/>
          </a:p>
        </p:txBody>
      </p:sp>
      <p:sp>
        <p:nvSpPr>
          <p:cNvPr id="23" name="Shape 19"/>
          <p:cNvSpPr/>
          <p:nvPr/>
        </p:nvSpPr>
        <p:spPr>
          <a:xfrm>
            <a:off x="639348" y="1634120"/>
            <a:ext cx="4847783" cy="384048"/>
          </a:xfrm>
          <a:prstGeom prst="rect">
            <a:avLst/>
          </a:prstGeom>
          <a:solidFill>
            <a:srgbClr val="E8E8E8"/>
          </a:solidFill>
          <a:ln w="12700">
            <a:solidFill>
              <a:srgbClr val="E8E8E8"/>
            </a:solidFill>
            <a:prstDash val="solid"/>
          </a:ln>
        </p:spPr>
      </p:sp>
      <p:sp>
        <p:nvSpPr>
          <p:cNvPr id="24" name="Shape 20"/>
          <p:cNvSpPr/>
          <p:nvPr/>
        </p:nvSpPr>
        <p:spPr>
          <a:xfrm>
            <a:off x="730788" y="1688984"/>
            <a:ext cx="274320" cy="274320"/>
          </a:xfrm>
          <a:prstGeom prst="roundRect">
            <a:avLst>
              <a:gd name="adj" fmla="val 13333"/>
            </a:avLst>
          </a:prstGeom>
          <a:solidFill>
            <a:srgbClr val="FFFFFF"/>
          </a:solidFill>
          <a:ln w="6350">
            <a:solidFill>
              <a:srgbClr val="AAAAAA"/>
            </a:solidFill>
            <a:prstDash val="solid"/>
          </a:ln>
        </p:spPr>
      </p:sp>
      <p:sp>
        <p:nvSpPr>
          <p:cNvPr id="25" name="Shape 21"/>
          <p:cNvSpPr/>
          <p:nvPr/>
        </p:nvSpPr>
        <p:spPr>
          <a:xfrm>
            <a:off x="813084" y="1752992"/>
            <a:ext cx="36576" cy="146304"/>
          </a:xfrm>
          <a:prstGeom prst="rect">
            <a:avLst/>
          </a:prstGeom>
          <a:solidFill>
            <a:srgbClr val="2A62C9"/>
          </a:solidFill>
          <a:ln w="12700">
            <a:solidFill>
              <a:srgbClr val="2A62C9"/>
            </a:solidFill>
            <a:prstDash val="solid"/>
          </a:ln>
        </p:spPr>
      </p:sp>
      <p:sp>
        <p:nvSpPr>
          <p:cNvPr id="26" name="Shape 22"/>
          <p:cNvSpPr/>
          <p:nvPr/>
        </p:nvSpPr>
        <p:spPr>
          <a:xfrm>
            <a:off x="886236" y="1752992"/>
            <a:ext cx="36576" cy="146304"/>
          </a:xfrm>
          <a:prstGeom prst="rect">
            <a:avLst/>
          </a:prstGeom>
          <a:solidFill>
            <a:srgbClr val="2A62C9"/>
          </a:solidFill>
          <a:ln w="12700">
            <a:solidFill>
              <a:srgbClr val="2A62C9"/>
            </a:solidFill>
            <a:prstDash val="solid"/>
          </a:ln>
        </p:spPr>
      </p:sp>
      <p:sp>
        <p:nvSpPr>
          <p:cNvPr id="27" name="Shape 23"/>
          <p:cNvSpPr/>
          <p:nvPr/>
        </p:nvSpPr>
        <p:spPr>
          <a:xfrm>
            <a:off x="1050828" y="1688984"/>
            <a:ext cx="274320" cy="274320"/>
          </a:xfrm>
          <a:prstGeom prst="roundRect">
            <a:avLst>
              <a:gd name="adj" fmla="val 13333"/>
            </a:avLst>
          </a:prstGeom>
          <a:solidFill>
            <a:srgbClr val="FFFFFF"/>
          </a:solidFill>
          <a:ln w="6350">
            <a:solidFill>
              <a:srgbClr val="AAAAAA"/>
            </a:solidFill>
            <a:prstDash val="solid"/>
          </a:ln>
        </p:spPr>
      </p:sp>
      <p:sp>
        <p:nvSpPr>
          <p:cNvPr id="28" name="Shape 24"/>
          <p:cNvSpPr/>
          <p:nvPr/>
        </p:nvSpPr>
        <p:spPr>
          <a:xfrm rot="5400000">
            <a:off x="1123980" y="1752992"/>
            <a:ext cx="146304" cy="146304"/>
          </a:xfrm>
          <a:prstGeom prst="triangle">
            <a:avLst/>
          </a:prstGeom>
          <a:solidFill>
            <a:srgbClr val="2E8B57"/>
          </a:solidFill>
          <a:ln/>
        </p:spPr>
      </p:sp>
      <p:sp>
        <p:nvSpPr>
          <p:cNvPr id="29" name="Shape 25"/>
          <p:cNvSpPr/>
          <p:nvPr/>
        </p:nvSpPr>
        <p:spPr>
          <a:xfrm>
            <a:off x="1370868" y="1688984"/>
            <a:ext cx="274320" cy="274320"/>
          </a:xfrm>
          <a:prstGeom prst="roundRect">
            <a:avLst>
              <a:gd name="adj" fmla="val 13333"/>
            </a:avLst>
          </a:prstGeom>
          <a:solidFill>
            <a:srgbClr val="FFFFFF"/>
          </a:solidFill>
          <a:ln w="6350">
            <a:solidFill>
              <a:srgbClr val="AAAAAA"/>
            </a:solidFill>
            <a:prstDash val="solid"/>
          </a:ln>
        </p:spPr>
      </p:sp>
      <p:sp>
        <p:nvSpPr>
          <p:cNvPr id="30" name="Shape 26"/>
          <p:cNvSpPr/>
          <p:nvPr/>
        </p:nvSpPr>
        <p:spPr>
          <a:xfrm>
            <a:off x="1444020" y="1762136"/>
            <a:ext cx="128016" cy="128016"/>
          </a:xfrm>
          <a:prstGeom prst="rect">
            <a:avLst/>
          </a:prstGeom>
          <a:solidFill>
            <a:srgbClr val="222222"/>
          </a:solidFill>
          <a:ln w="12700">
            <a:solidFill>
              <a:srgbClr val="222222"/>
            </a:solidFill>
            <a:prstDash val="solid"/>
          </a:ln>
        </p:spPr>
      </p:sp>
      <p:sp>
        <p:nvSpPr>
          <p:cNvPr id="31" name="Shape 27"/>
          <p:cNvSpPr/>
          <p:nvPr/>
        </p:nvSpPr>
        <p:spPr>
          <a:xfrm>
            <a:off x="1690908" y="1688984"/>
            <a:ext cx="274320" cy="274320"/>
          </a:xfrm>
          <a:prstGeom prst="roundRect">
            <a:avLst>
              <a:gd name="adj" fmla="val 13333"/>
            </a:avLst>
          </a:prstGeom>
          <a:solidFill>
            <a:srgbClr val="FFFFFF"/>
          </a:solidFill>
          <a:ln w="6350">
            <a:solidFill>
              <a:srgbClr val="AAAAAA"/>
            </a:solidFill>
            <a:prstDash val="solid"/>
          </a:ln>
        </p:spPr>
      </p:sp>
      <p:sp>
        <p:nvSpPr>
          <p:cNvPr id="32" name="Shape 28"/>
          <p:cNvSpPr/>
          <p:nvPr/>
        </p:nvSpPr>
        <p:spPr>
          <a:xfrm>
            <a:off x="1754916" y="1752992"/>
            <a:ext cx="146304" cy="146304"/>
          </a:xfrm>
          <a:prstGeom prst="ellipse">
            <a:avLst/>
          </a:prstGeom>
          <a:solidFill>
            <a:srgbClr val="C62828"/>
          </a:solidFill>
          <a:ln/>
        </p:spPr>
      </p:sp>
      <p:sp>
        <p:nvSpPr>
          <p:cNvPr id="33" name="Text 29"/>
          <p:cNvSpPr txBox="1"/>
          <p:nvPr/>
        </p:nvSpPr>
        <p:spPr>
          <a:xfrm>
            <a:off x="1508028" y="2054744"/>
            <a:ext cx="3841943" cy="137160"/>
          </a:xfrm>
          <a:prstGeom prst="rect">
            <a:avLst/>
          </a:prstGeom>
          <a:noFill/>
          <a:ln/>
        </p:spPr>
        <p:txBody>
          <a:bodyPr wrap="square" lIns="0" tIns="0" rIns="0" bIns="0" rtlCol="0" anchor="t"/>
          <a:lstStyle/>
          <a:p>
            <a:pPr indent="0" marL="0">
              <a:buNone/>
            </a:pPr>
            <a:r>
              <a:rPr lang="en-US" sz="550" dirty="0">
                <a:solidFill>
                  <a:srgbClr val="666666"/>
                </a:solidFill>
                <a:latin typeface="Calibri" pitchFamily="34" charset="0"/>
                <a:ea typeface="Calibri" pitchFamily="34" charset="-122"/>
                <a:cs typeface="Calibri" pitchFamily="34" charset="-120"/>
              </a:rPr>
              <a:t>0  ·  5  ·  10  ·  15  ·  20  ·  25  ·  30  ·  35  ·  40  ·  45  ·  50  ·  55  ·  60 detik</a:t>
            </a:r>
            <a:endParaRPr lang="en-US" sz="550" dirty="0"/>
          </a:p>
        </p:txBody>
      </p:sp>
      <p:sp>
        <p:nvSpPr>
          <p:cNvPr id="34" name="Shape 30"/>
          <p:cNvSpPr/>
          <p:nvPr/>
        </p:nvSpPr>
        <p:spPr>
          <a:xfrm>
            <a:off x="685068" y="2228480"/>
            <a:ext cx="777240" cy="1557086"/>
          </a:xfrm>
          <a:prstGeom prst="rect">
            <a:avLst/>
          </a:prstGeom>
          <a:solidFill>
            <a:srgbClr val="DDDDDD"/>
          </a:solidFill>
          <a:ln w="12700">
            <a:solidFill>
              <a:srgbClr val="DDDDDD"/>
            </a:solidFill>
            <a:prstDash val="solid"/>
          </a:ln>
        </p:spPr>
      </p:sp>
      <p:sp>
        <p:nvSpPr>
          <p:cNvPr id="35" name="Text 31"/>
          <p:cNvSpPr txBox="1"/>
          <p:nvPr/>
        </p:nvSpPr>
        <p:spPr>
          <a:xfrm>
            <a:off x="712500" y="2274200"/>
            <a:ext cx="731520" cy="32004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Nasihat</a:t>
            </a:r>
            <a:endParaRPr lang="en-US" sz="600" dirty="0"/>
          </a:p>
          <a:p>
            <a:pPr indent="0" marL="0">
              <a:buNone/>
            </a:pPr>
            <a:r>
              <a:rPr lang="en-US" sz="600" dirty="0">
                <a:solidFill>
                  <a:srgbClr val="1E2A26"/>
                </a:solidFill>
                <a:latin typeface="Calibri" pitchFamily="34" charset="0"/>
                <a:ea typeface="Calibri" pitchFamily="34" charset="-122"/>
                <a:cs typeface="Calibri" pitchFamily="34" charset="-120"/>
              </a:rPr>
              <a:t>Mono, 44100Hz</a:t>
            </a:r>
            <a:endParaRPr lang="en-US" sz="600" dirty="0"/>
          </a:p>
        </p:txBody>
      </p:sp>
      <p:sp>
        <p:nvSpPr>
          <p:cNvPr id="36" name="Shape 32"/>
          <p:cNvSpPr/>
          <p:nvPr/>
        </p:nvSpPr>
        <p:spPr>
          <a:xfrm>
            <a:off x="1508028" y="2228480"/>
            <a:ext cx="3887663" cy="1557086"/>
          </a:xfrm>
          <a:prstGeom prst="rect">
            <a:avLst/>
          </a:prstGeom>
          <a:solidFill>
            <a:srgbClr val="FFFFFF"/>
          </a:solidFill>
          <a:ln w="6350">
            <a:solidFill>
              <a:srgbClr val="999999"/>
            </a:solidFill>
            <a:prstDash val="solid"/>
          </a:ln>
        </p:spPr>
      </p:sp>
      <p:sp>
        <p:nvSpPr>
          <p:cNvPr id="37" name="Shape 33"/>
          <p:cNvSpPr/>
          <p:nvPr/>
        </p:nvSpPr>
        <p:spPr>
          <a:xfrm>
            <a:off x="1508028" y="2228480"/>
            <a:ext cx="233260" cy="1557086"/>
          </a:xfrm>
          <a:prstGeom prst="rect">
            <a:avLst/>
          </a:prstGeom>
          <a:solidFill>
            <a:srgbClr val="BFD4F5"/>
          </a:solidFill>
          <a:ln w="12700">
            <a:solidFill>
              <a:srgbClr val="BFD4F5"/>
            </a:solidFill>
            <a:prstDash val="solid"/>
          </a:ln>
        </p:spPr>
      </p:sp>
      <p:sp>
        <p:nvSpPr>
          <p:cNvPr id="38" name="Shape 34"/>
          <p:cNvSpPr/>
          <p:nvPr/>
        </p:nvSpPr>
        <p:spPr>
          <a:xfrm>
            <a:off x="1526316" y="2956235"/>
            <a:ext cx="25674" cy="101576"/>
          </a:xfrm>
          <a:prstGeom prst="rect">
            <a:avLst/>
          </a:prstGeom>
          <a:solidFill>
            <a:srgbClr val="3366CC"/>
          </a:solidFill>
          <a:ln w="12700">
            <a:solidFill>
              <a:srgbClr val="3366CC"/>
            </a:solidFill>
            <a:prstDash val="solid"/>
          </a:ln>
        </p:spPr>
      </p:sp>
      <p:sp>
        <p:nvSpPr>
          <p:cNvPr id="39" name="Shape 35"/>
          <p:cNvSpPr/>
          <p:nvPr/>
        </p:nvSpPr>
        <p:spPr>
          <a:xfrm>
            <a:off x="1569106" y="2956235"/>
            <a:ext cx="25674" cy="101576"/>
          </a:xfrm>
          <a:prstGeom prst="rect">
            <a:avLst/>
          </a:prstGeom>
          <a:solidFill>
            <a:srgbClr val="3366CC"/>
          </a:solidFill>
          <a:ln w="12700">
            <a:solidFill>
              <a:srgbClr val="3366CC"/>
            </a:solidFill>
            <a:prstDash val="solid"/>
          </a:ln>
        </p:spPr>
      </p:sp>
      <p:sp>
        <p:nvSpPr>
          <p:cNvPr id="40" name="Shape 36"/>
          <p:cNvSpPr/>
          <p:nvPr/>
        </p:nvSpPr>
        <p:spPr>
          <a:xfrm>
            <a:off x="1611896" y="2956235"/>
            <a:ext cx="25674" cy="101576"/>
          </a:xfrm>
          <a:prstGeom prst="rect">
            <a:avLst/>
          </a:prstGeom>
          <a:solidFill>
            <a:srgbClr val="3366CC"/>
          </a:solidFill>
          <a:ln w="12700">
            <a:solidFill>
              <a:srgbClr val="3366CC"/>
            </a:solidFill>
            <a:prstDash val="solid"/>
          </a:ln>
        </p:spPr>
      </p:sp>
      <p:sp>
        <p:nvSpPr>
          <p:cNvPr id="41" name="Shape 37"/>
          <p:cNvSpPr/>
          <p:nvPr/>
        </p:nvSpPr>
        <p:spPr>
          <a:xfrm>
            <a:off x="1654686" y="2956235"/>
            <a:ext cx="25674" cy="101576"/>
          </a:xfrm>
          <a:prstGeom prst="rect">
            <a:avLst/>
          </a:prstGeom>
          <a:solidFill>
            <a:srgbClr val="3366CC"/>
          </a:solidFill>
          <a:ln w="12700">
            <a:solidFill>
              <a:srgbClr val="3366CC"/>
            </a:solidFill>
            <a:prstDash val="solid"/>
          </a:ln>
        </p:spPr>
      </p:sp>
      <p:sp>
        <p:nvSpPr>
          <p:cNvPr id="42" name="Shape 38"/>
          <p:cNvSpPr/>
          <p:nvPr/>
        </p:nvSpPr>
        <p:spPr>
          <a:xfrm>
            <a:off x="1697476" y="2527755"/>
            <a:ext cx="25674" cy="958535"/>
          </a:xfrm>
          <a:prstGeom prst="rect">
            <a:avLst/>
          </a:prstGeom>
          <a:solidFill>
            <a:srgbClr val="3366CC"/>
          </a:solidFill>
          <a:ln w="12700">
            <a:solidFill>
              <a:srgbClr val="3366CC"/>
            </a:solidFill>
            <a:prstDash val="solid"/>
          </a:ln>
        </p:spPr>
      </p:sp>
      <p:sp>
        <p:nvSpPr>
          <p:cNvPr id="43" name="Shape 39"/>
          <p:cNvSpPr/>
          <p:nvPr/>
        </p:nvSpPr>
        <p:spPr>
          <a:xfrm>
            <a:off x="1740266" y="2414643"/>
            <a:ext cx="25674" cy="1184760"/>
          </a:xfrm>
          <a:prstGeom prst="rect">
            <a:avLst/>
          </a:prstGeom>
          <a:solidFill>
            <a:srgbClr val="3366CC"/>
          </a:solidFill>
          <a:ln w="12700">
            <a:solidFill>
              <a:srgbClr val="3366CC"/>
            </a:solidFill>
            <a:prstDash val="solid"/>
          </a:ln>
        </p:spPr>
      </p:sp>
      <p:sp>
        <p:nvSpPr>
          <p:cNvPr id="44" name="Shape 40"/>
          <p:cNvSpPr/>
          <p:nvPr/>
        </p:nvSpPr>
        <p:spPr>
          <a:xfrm>
            <a:off x="1783056" y="2684319"/>
            <a:ext cx="25674" cy="645408"/>
          </a:xfrm>
          <a:prstGeom prst="rect">
            <a:avLst/>
          </a:prstGeom>
          <a:solidFill>
            <a:srgbClr val="3366CC"/>
          </a:solidFill>
          <a:ln w="12700">
            <a:solidFill>
              <a:srgbClr val="3366CC"/>
            </a:solidFill>
            <a:prstDash val="solid"/>
          </a:ln>
        </p:spPr>
      </p:sp>
      <p:sp>
        <p:nvSpPr>
          <p:cNvPr id="45" name="Shape 41"/>
          <p:cNvSpPr/>
          <p:nvPr/>
        </p:nvSpPr>
        <p:spPr>
          <a:xfrm>
            <a:off x="1825845" y="2770316"/>
            <a:ext cx="25674" cy="473414"/>
          </a:xfrm>
          <a:prstGeom prst="rect">
            <a:avLst/>
          </a:prstGeom>
          <a:solidFill>
            <a:srgbClr val="3366CC"/>
          </a:solidFill>
          <a:ln w="12700">
            <a:solidFill>
              <a:srgbClr val="3366CC"/>
            </a:solidFill>
            <a:prstDash val="solid"/>
          </a:ln>
        </p:spPr>
      </p:sp>
      <p:sp>
        <p:nvSpPr>
          <p:cNvPr id="46" name="Shape 42"/>
          <p:cNvSpPr/>
          <p:nvPr/>
        </p:nvSpPr>
        <p:spPr>
          <a:xfrm>
            <a:off x="1868635" y="2715153"/>
            <a:ext cx="25674" cy="583739"/>
          </a:xfrm>
          <a:prstGeom prst="rect">
            <a:avLst/>
          </a:prstGeom>
          <a:solidFill>
            <a:srgbClr val="3366CC"/>
          </a:solidFill>
          <a:ln w="12700">
            <a:solidFill>
              <a:srgbClr val="3366CC"/>
            </a:solidFill>
            <a:prstDash val="solid"/>
          </a:ln>
        </p:spPr>
      </p:sp>
      <p:sp>
        <p:nvSpPr>
          <p:cNvPr id="47" name="Shape 43"/>
          <p:cNvSpPr/>
          <p:nvPr/>
        </p:nvSpPr>
        <p:spPr>
          <a:xfrm>
            <a:off x="1911425" y="2479054"/>
            <a:ext cx="25674" cy="1055937"/>
          </a:xfrm>
          <a:prstGeom prst="rect">
            <a:avLst/>
          </a:prstGeom>
          <a:solidFill>
            <a:srgbClr val="3366CC"/>
          </a:solidFill>
          <a:ln w="12700">
            <a:solidFill>
              <a:srgbClr val="3366CC"/>
            </a:solidFill>
            <a:prstDash val="solid"/>
          </a:ln>
        </p:spPr>
      </p:sp>
      <p:sp>
        <p:nvSpPr>
          <p:cNvPr id="48" name="Shape 44"/>
          <p:cNvSpPr/>
          <p:nvPr/>
        </p:nvSpPr>
        <p:spPr>
          <a:xfrm>
            <a:off x="1954215" y="2729985"/>
            <a:ext cx="25674" cy="554075"/>
          </a:xfrm>
          <a:prstGeom prst="rect">
            <a:avLst/>
          </a:prstGeom>
          <a:solidFill>
            <a:srgbClr val="3366CC"/>
          </a:solidFill>
          <a:ln w="12700">
            <a:solidFill>
              <a:srgbClr val="3366CC"/>
            </a:solidFill>
            <a:prstDash val="solid"/>
          </a:ln>
        </p:spPr>
      </p:sp>
      <p:sp>
        <p:nvSpPr>
          <p:cNvPr id="49" name="Shape 45"/>
          <p:cNvSpPr/>
          <p:nvPr/>
        </p:nvSpPr>
        <p:spPr>
          <a:xfrm>
            <a:off x="1997005" y="2671051"/>
            <a:ext cx="25674" cy="671944"/>
          </a:xfrm>
          <a:prstGeom prst="rect">
            <a:avLst/>
          </a:prstGeom>
          <a:solidFill>
            <a:srgbClr val="3366CC"/>
          </a:solidFill>
          <a:ln w="12700">
            <a:solidFill>
              <a:srgbClr val="3366CC"/>
            </a:solidFill>
            <a:prstDash val="solid"/>
          </a:ln>
        </p:spPr>
      </p:sp>
      <p:sp>
        <p:nvSpPr>
          <p:cNvPr id="50" name="Shape 46"/>
          <p:cNvSpPr/>
          <p:nvPr/>
        </p:nvSpPr>
        <p:spPr>
          <a:xfrm>
            <a:off x="2039795" y="2459983"/>
            <a:ext cx="25674" cy="1094079"/>
          </a:xfrm>
          <a:prstGeom prst="rect">
            <a:avLst/>
          </a:prstGeom>
          <a:solidFill>
            <a:srgbClr val="3366CC"/>
          </a:solidFill>
          <a:ln w="12700">
            <a:solidFill>
              <a:srgbClr val="3366CC"/>
            </a:solidFill>
            <a:prstDash val="solid"/>
          </a:ln>
        </p:spPr>
      </p:sp>
      <p:sp>
        <p:nvSpPr>
          <p:cNvPr id="51" name="Shape 47"/>
          <p:cNvSpPr/>
          <p:nvPr/>
        </p:nvSpPr>
        <p:spPr>
          <a:xfrm>
            <a:off x="2082585" y="2665995"/>
            <a:ext cx="25674" cy="682056"/>
          </a:xfrm>
          <a:prstGeom prst="rect">
            <a:avLst/>
          </a:prstGeom>
          <a:solidFill>
            <a:srgbClr val="3366CC"/>
          </a:solidFill>
          <a:ln w="12700">
            <a:solidFill>
              <a:srgbClr val="3366CC"/>
            </a:solidFill>
            <a:prstDash val="solid"/>
          </a:ln>
        </p:spPr>
      </p:sp>
      <p:sp>
        <p:nvSpPr>
          <p:cNvPr id="52" name="Shape 48"/>
          <p:cNvSpPr/>
          <p:nvPr/>
        </p:nvSpPr>
        <p:spPr>
          <a:xfrm>
            <a:off x="2125374" y="2541566"/>
            <a:ext cx="25674" cy="930913"/>
          </a:xfrm>
          <a:prstGeom prst="rect">
            <a:avLst/>
          </a:prstGeom>
          <a:solidFill>
            <a:srgbClr val="3366CC"/>
          </a:solidFill>
          <a:ln w="12700">
            <a:solidFill>
              <a:srgbClr val="3366CC"/>
            </a:solidFill>
            <a:prstDash val="solid"/>
          </a:ln>
        </p:spPr>
      </p:sp>
      <p:sp>
        <p:nvSpPr>
          <p:cNvPr id="53" name="Shape 49"/>
          <p:cNvSpPr/>
          <p:nvPr/>
        </p:nvSpPr>
        <p:spPr>
          <a:xfrm>
            <a:off x="2168164" y="2441941"/>
            <a:ext cx="25674" cy="1130163"/>
          </a:xfrm>
          <a:prstGeom prst="rect">
            <a:avLst/>
          </a:prstGeom>
          <a:solidFill>
            <a:srgbClr val="3366CC"/>
          </a:solidFill>
          <a:ln w="12700">
            <a:solidFill>
              <a:srgbClr val="3366CC"/>
            </a:solidFill>
            <a:prstDash val="solid"/>
          </a:ln>
        </p:spPr>
      </p:sp>
      <p:sp>
        <p:nvSpPr>
          <p:cNvPr id="54" name="Shape 50"/>
          <p:cNvSpPr/>
          <p:nvPr/>
        </p:nvSpPr>
        <p:spPr>
          <a:xfrm>
            <a:off x="2210954" y="2393179"/>
            <a:ext cx="25674" cy="1227687"/>
          </a:xfrm>
          <a:prstGeom prst="rect">
            <a:avLst/>
          </a:prstGeom>
          <a:solidFill>
            <a:srgbClr val="3366CC"/>
          </a:solidFill>
          <a:ln w="12700">
            <a:solidFill>
              <a:srgbClr val="3366CC"/>
            </a:solidFill>
            <a:prstDash val="solid"/>
          </a:ln>
        </p:spPr>
      </p:sp>
      <p:sp>
        <p:nvSpPr>
          <p:cNvPr id="55" name="Shape 51"/>
          <p:cNvSpPr/>
          <p:nvPr/>
        </p:nvSpPr>
        <p:spPr>
          <a:xfrm>
            <a:off x="2253744" y="2585932"/>
            <a:ext cx="25674" cy="842182"/>
          </a:xfrm>
          <a:prstGeom prst="rect">
            <a:avLst/>
          </a:prstGeom>
          <a:solidFill>
            <a:srgbClr val="3366CC"/>
          </a:solidFill>
          <a:ln w="12700">
            <a:solidFill>
              <a:srgbClr val="3366CC"/>
            </a:solidFill>
            <a:prstDash val="solid"/>
          </a:ln>
        </p:spPr>
      </p:sp>
      <p:sp>
        <p:nvSpPr>
          <p:cNvPr id="56" name="Shape 52"/>
          <p:cNvSpPr/>
          <p:nvPr/>
        </p:nvSpPr>
        <p:spPr>
          <a:xfrm>
            <a:off x="2296534" y="2684159"/>
            <a:ext cx="25674" cy="645728"/>
          </a:xfrm>
          <a:prstGeom prst="rect">
            <a:avLst/>
          </a:prstGeom>
          <a:solidFill>
            <a:srgbClr val="3366CC"/>
          </a:solidFill>
          <a:ln w="12700">
            <a:solidFill>
              <a:srgbClr val="3366CC"/>
            </a:solidFill>
            <a:prstDash val="solid"/>
          </a:ln>
        </p:spPr>
      </p:sp>
      <p:sp>
        <p:nvSpPr>
          <p:cNvPr id="57" name="Shape 53"/>
          <p:cNvSpPr/>
          <p:nvPr/>
        </p:nvSpPr>
        <p:spPr>
          <a:xfrm>
            <a:off x="2339324" y="2615166"/>
            <a:ext cx="25674" cy="783714"/>
          </a:xfrm>
          <a:prstGeom prst="rect">
            <a:avLst/>
          </a:prstGeom>
          <a:solidFill>
            <a:srgbClr val="3366CC"/>
          </a:solidFill>
          <a:ln w="12700">
            <a:solidFill>
              <a:srgbClr val="3366CC"/>
            </a:solidFill>
            <a:prstDash val="solid"/>
          </a:ln>
        </p:spPr>
      </p:sp>
      <p:sp>
        <p:nvSpPr>
          <p:cNvPr id="58" name="Shape 54"/>
          <p:cNvSpPr/>
          <p:nvPr/>
        </p:nvSpPr>
        <p:spPr>
          <a:xfrm>
            <a:off x="2382114" y="2618981"/>
            <a:ext cx="25674" cy="776083"/>
          </a:xfrm>
          <a:prstGeom prst="rect">
            <a:avLst/>
          </a:prstGeom>
          <a:solidFill>
            <a:srgbClr val="3366CC"/>
          </a:solidFill>
          <a:ln w="12700">
            <a:solidFill>
              <a:srgbClr val="3366CC"/>
            </a:solidFill>
            <a:prstDash val="solid"/>
          </a:ln>
        </p:spPr>
      </p:sp>
      <p:sp>
        <p:nvSpPr>
          <p:cNvPr id="59" name="Shape 55"/>
          <p:cNvSpPr/>
          <p:nvPr/>
        </p:nvSpPr>
        <p:spPr>
          <a:xfrm>
            <a:off x="2424903" y="2557075"/>
            <a:ext cx="25674" cy="899896"/>
          </a:xfrm>
          <a:prstGeom prst="rect">
            <a:avLst/>
          </a:prstGeom>
          <a:solidFill>
            <a:srgbClr val="3366CC"/>
          </a:solidFill>
          <a:ln w="12700">
            <a:solidFill>
              <a:srgbClr val="3366CC"/>
            </a:solidFill>
            <a:prstDash val="solid"/>
          </a:ln>
        </p:spPr>
      </p:sp>
      <p:sp>
        <p:nvSpPr>
          <p:cNvPr id="60" name="Shape 56"/>
          <p:cNvSpPr/>
          <p:nvPr/>
        </p:nvSpPr>
        <p:spPr>
          <a:xfrm>
            <a:off x="2467693" y="2702393"/>
            <a:ext cx="25674" cy="609259"/>
          </a:xfrm>
          <a:prstGeom prst="rect">
            <a:avLst/>
          </a:prstGeom>
          <a:solidFill>
            <a:srgbClr val="3366CC"/>
          </a:solidFill>
          <a:ln w="12700">
            <a:solidFill>
              <a:srgbClr val="3366CC"/>
            </a:solidFill>
            <a:prstDash val="solid"/>
          </a:ln>
        </p:spPr>
      </p:sp>
      <p:sp>
        <p:nvSpPr>
          <p:cNvPr id="61" name="Shape 57"/>
          <p:cNvSpPr/>
          <p:nvPr/>
        </p:nvSpPr>
        <p:spPr>
          <a:xfrm>
            <a:off x="2510483" y="2455550"/>
            <a:ext cx="25674" cy="1102945"/>
          </a:xfrm>
          <a:prstGeom prst="rect">
            <a:avLst/>
          </a:prstGeom>
          <a:solidFill>
            <a:srgbClr val="3366CC"/>
          </a:solidFill>
          <a:ln w="12700">
            <a:solidFill>
              <a:srgbClr val="3366CC"/>
            </a:solidFill>
            <a:prstDash val="solid"/>
          </a:ln>
        </p:spPr>
      </p:sp>
      <p:sp>
        <p:nvSpPr>
          <p:cNvPr id="62" name="Shape 58"/>
          <p:cNvSpPr/>
          <p:nvPr/>
        </p:nvSpPr>
        <p:spPr>
          <a:xfrm>
            <a:off x="2553273" y="2764317"/>
            <a:ext cx="25674" cy="485411"/>
          </a:xfrm>
          <a:prstGeom prst="rect">
            <a:avLst/>
          </a:prstGeom>
          <a:solidFill>
            <a:srgbClr val="3366CC"/>
          </a:solidFill>
          <a:ln w="12700">
            <a:solidFill>
              <a:srgbClr val="3366CC"/>
            </a:solidFill>
            <a:prstDash val="solid"/>
          </a:ln>
        </p:spPr>
      </p:sp>
      <p:sp>
        <p:nvSpPr>
          <p:cNvPr id="63" name="Shape 59"/>
          <p:cNvSpPr/>
          <p:nvPr/>
        </p:nvSpPr>
        <p:spPr>
          <a:xfrm>
            <a:off x="2596063" y="2469697"/>
            <a:ext cx="25674" cy="1074652"/>
          </a:xfrm>
          <a:prstGeom prst="rect">
            <a:avLst/>
          </a:prstGeom>
          <a:solidFill>
            <a:srgbClr val="3366CC"/>
          </a:solidFill>
          <a:ln w="12700">
            <a:solidFill>
              <a:srgbClr val="3366CC"/>
            </a:solidFill>
            <a:prstDash val="solid"/>
          </a:ln>
        </p:spPr>
      </p:sp>
      <p:sp>
        <p:nvSpPr>
          <p:cNvPr id="64" name="Shape 60"/>
          <p:cNvSpPr/>
          <p:nvPr/>
        </p:nvSpPr>
        <p:spPr>
          <a:xfrm>
            <a:off x="2638853" y="2799266"/>
            <a:ext cx="25674" cy="415513"/>
          </a:xfrm>
          <a:prstGeom prst="rect">
            <a:avLst/>
          </a:prstGeom>
          <a:solidFill>
            <a:srgbClr val="3366CC"/>
          </a:solidFill>
          <a:ln w="12700">
            <a:solidFill>
              <a:srgbClr val="3366CC"/>
            </a:solidFill>
            <a:prstDash val="solid"/>
          </a:ln>
        </p:spPr>
      </p:sp>
      <p:sp>
        <p:nvSpPr>
          <p:cNvPr id="65" name="Shape 61"/>
          <p:cNvSpPr/>
          <p:nvPr/>
        </p:nvSpPr>
        <p:spPr>
          <a:xfrm>
            <a:off x="2681643" y="2676324"/>
            <a:ext cx="25674" cy="661398"/>
          </a:xfrm>
          <a:prstGeom prst="rect">
            <a:avLst/>
          </a:prstGeom>
          <a:solidFill>
            <a:srgbClr val="3366CC"/>
          </a:solidFill>
          <a:ln w="12700">
            <a:solidFill>
              <a:srgbClr val="3366CC"/>
            </a:solidFill>
            <a:prstDash val="solid"/>
          </a:ln>
        </p:spPr>
      </p:sp>
      <p:sp>
        <p:nvSpPr>
          <p:cNvPr id="66" name="Shape 62"/>
          <p:cNvSpPr/>
          <p:nvPr/>
        </p:nvSpPr>
        <p:spPr>
          <a:xfrm>
            <a:off x="2724432" y="2620704"/>
            <a:ext cx="25674" cy="772638"/>
          </a:xfrm>
          <a:prstGeom prst="rect">
            <a:avLst/>
          </a:prstGeom>
          <a:solidFill>
            <a:srgbClr val="3366CC"/>
          </a:solidFill>
          <a:ln w="12700">
            <a:solidFill>
              <a:srgbClr val="3366CC"/>
            </a:solidFill>
            <a:prstDash val="solid"/>
          </a:ln>
        </p:spPr>
      </p:sp>
      <p:sp>
        <p:nvSpPr>
          <p:cNvPr id="67" name="Shape 63"/>
          <p:cNvSpPr/>
          <p:nvPr/>
        </p:nvSpPr>
        <p:spPr>
          <a:xfrm>
            <a:off x="2767222" y="2576171"/>
            <a:ext cx="25674" cy="861704"/>
          </a:xfrm>
          <a:prstGeom prst="rect">
            <a:avLst/>
          </a:prstGeom>
          <a:solidFill>
            <a:srgbClr val="3366CC"/>
          </a:solidFill>
          <a:ln w="12700">
            <a:solidFill>
              <a:srgbClr val="3366CC"/>
            </a:solidFill>
            <a:prstDash val="solid"/>
          </a:ln>
        </p:spPr>
      </p:sp>
      <p:sp>
        <p:nvSpPr>
          <p:cNvPr id="68" name="Shape 64"/>
          <p:cNvSpPr/>
          <p:nvPr/>
        </p:nvSpPr>
        <p:spPr>
          <a:xfrm>
            <a:off x="2810012" y="2552326"/>
            <a:ext cx="25674" cy="909394"/>
          </a:xfrm>
          <a:prstGeom prst="rect">
            <a:avLst/>
          </a:prstGeom>
          <a:solidFill>
            <a:srgbClr val="3366CC"/>
          </a:solidFill>
          <a:ln w="12700">
            <a:solidFill>
              <a:srgbClr val="3366CC"/>
            </a:solidFill>
            <a:prstDash val="solid"/>
          </a:ln>
        </p:spPr>
      </p:sp>
      <p:sp>
        <p:nvSpPr>
          <p:cNvPr id="69" name="Shape 65"/>
          <p:cNvSpPr/>
          <p:nvPr/>
        </p:nvSpPr>
        <p:spPr>
          <a:xfrm>
            <a:off x="2852802" y="2525852"/>
            <a:ext cx="25674" cy="962341"/>
          </a:xfrm>
          <a:prstGeom prst="rect">
            <a:avLst/>
          </a:prstGeom>
          <a:solidFill>
            <a:srgbClr val="3366CC"/>
          </a:solidFill>
          <a:ln w="12700">
            <a:solidFill>
              <a:srgbClr val="3366CC"/>
            </a:solidFill>
            <a:prstDash val="solid"/>
          </a:ln>
        </p:spPr>
      </p:sp>
      <p:sp>
        <p:nvSpPr>
          <p:cNvPr id="70" name="Shape 66"/>
          <p:cNvSpPr/>
          <p:nvPr/>
        </p:nvSpPr>
        <p:spPr>
          <a:xfrm>
            <a:off x="2895592" y="2489892"/>
            <a:ext cx="25674" cy="1034262"/>
          </a:xfrm>
          <a:prstGeom prst="rect">
            <a:avLst/>
          </a:prstGeom>
          <a:solidFill>
            <a:srgbClr val="3366CC"/>
          </a:solidFill>
          <a:ln w="12700">
            <a:solidFill>
              <a:srgbClr val="3366CC"/>
            </a:solidFill>
            <a:prstDash val="solid"/>
          </a:ln>
        </p:spPr>
      </p:sp>
      <p:sp>
        <p:nvSpPr>
          <p:cNvPr id="71" name="Shape 67"/>
          <p:cNvSpPr/>
          <p:nvPr/>
        </p:nvSpPr>
        <p:spPr>
          <a:xfrm>
            <a:off x="2938382" y="2651555"/>
            <a:ext cx="25674" cy="710936"/>
          </a:xfrm>
          <a:prstGeom prst="rect">
            <a:avLst/>
          </a:prstGeom>
          <a:solidFill>
            <a:srgbClr val="3366CC"/>
          </a:solidFill>
          <a:ln w="12700">
            <a:solidFill>
              <a:srgbClr val="3366CC"/>
            </a:solidFill>
            <a:prstDash val="solid"/>
          </a:ln>
        </p:spPr>
      </p:sp>
      <p:sp>
        <p:nvSpPr>
          <p:cNvPr id="72" name="Shape 68"/>
          <p:cNvSpPr/>
          <p:nvPr/>
        </p:nvSpPr>
        <p:spPr>
          <a:xfrm>
            <a:off x="2981172" y="2444374"/>
            <a:ext cx="25674" cy="1125298"/>
          </a:xfrm>
          <a:prstGeom prst="rect">
            <a:avLst/>
          </a:prstGeom>
          <a:solidFill>
            <a:srgbClr val="3366CC"/>
          </a:solidFill>
          <a:ln w="12700">
            <a:solidFill>
              <a:srgbClr val="3366CC"/>
            </a:solidFill>
            <a:prstDash val="solid"/>
          </a:ln>
        </p:spPr>
      </p:sp>
      <p:sp>
        <p:nvSpPr>
          <p:cNvPr id="73" name="Shape 69"/>
          <p:cNvSpPr/>
          <p:nvPr/>
        </p:nvSpPr>
        <p:spPr>
          <a:xfrm>
            <a:off x="3023961" y="2799660"/>
            <a:ext cx="25674" cy="414725"/>
          </a:xfrm>
          <a:prstGeom prst="rect">
            <a:avLst/>
          </a:prstGeom>
          <a:solidFill>
            <a:srgbClr val="3366CC"/>
          </a:solidFill>
          <a:ln w="12700">
            <a:solidFill>
              <a:srgbClr val="3366CC"/>
            </a:solidFill>
            <a:prstDash val="solid"/>
          </a:ln>
        </p:spPr>
      </p:sp>
      <p:sp>
        <p:nvSpPr>
          <p:cNvPr id="74" name="Shape 70"/>
          <p:cNvSpPr/>
          <p:nvPr/>
        </p:nvSpPr>
        <p:spPr>
          <a:xfrm>
            <a:off x="3066751" y="2788846"/>
            <a:ext cx="25674" cy="436354"/>
          </a:xfrm>
          <a:prstGeom prst="rect">
            <a:avLst/>
          </a:prstGeom>
          <a:solidFill>
            <a:srgbClr val="3366CC"/>
          </a:solidFill>
          <a:ln w="12700">
            <a:solidFill>
              <a:srgbClr val="3366CC"/>
            </a:solidFill>
            <a:prstDash val="solid"/>
          </a:ln>
        </p:spPr>
      </p:sp>
      <p:sp>
        <p:nvSpPr>
          <p:cNvPr id="75" name="Shape 71"/>
          <p:cNvSpPr/>
          <p:nvPr/>
        </p:nvSpPr>
        <p:spPr>
          <a:xfrm>
            <a:off x="3109541" y="2635500"/>
            <a:ext cx="25674" cy="743046"/>
          </a:xfrm>
          <a:prstGeom prst="rect">
            <a:avLst/>
          </a:prstGeom>
          <a:solidFill>
            <a:srgbClr val="3366CC"/>
          </a:solidFill>
          <a:ln w="12700">
            <a:solidFill>
              <a:srgbClr val="3366CC"/>
            </a:solidFill>
            <a:prstDash val="solid"/>
          </a:ln>
        </p:spPr>
      </p:sp>
      <p:sp>
        <p:nvSpPr>
          <p:cNvPr id="76" name="Shape 72"/>
          <p:cNvSpPr/>
          <p:nvPr/>
        </p:nvSpPr>
        <p:spPr>
          <a:xfrm>
            <a:off x="3152331" y="2431519"/>
            <a:ext cx="25674" cy="1151008"/>
          </a:xfrm>
          <a:prstGeom prst="rect">
            <a:avLst/>
          </a:prstGeom>
          <a:solidFill>
            <a:srgbClr val="3366CC"/>
          </a:solidFill>
          <a:ln w="12700">
            <a:solidFill>
              <a:srgbClr val="3366CC"/>
            </a:solidFill>
            <a:prstDash val="solid"/>
          </a:ln>
        </p:spPr>
      </p:sp>
      <p:sp>
        <p:nvSpPr>
          <p:cNvPr id="77" name="Shape 73"/>
          <p:cNvSpPr/>
          <p:nvPr/>
        </p:nvSpPr>
        <p:spPr>
          <a:xfrm>
            <a:off x="3195121" y="2779033"/>
            <a:ext cx="25674" cy="455979"/>
          </a:xfrm>
          <a:prstGeom prst="rect">
            <a:avLst/>
          </a:prstGeom>
          <a:solidFill>
            <a:srgbClr val="3366CC"/>
          </a:solidFill>
          <a:ln w="12700">
            <a:solidFill>
              <a:srgbClr val="3366CC"/>
            </a:solidFill>
            <a:prstDash val="solid"/>
          </a:ln>
        </p:spPr>
      </p:sp>
      <p:sp>
        <p:nvSpPr>
          <p:cNvPr id="78" name="Shape 74"/>
          <p:cNvSpPr/>
          <p:nvPr/>
        </p:nvSpPr>
        <p:spPr>
          <a:xfrm>
            <a:off x="3237911" y="2469668"/>
            <a:ext cx="25674" cy="1074709"/>
          </a:xfrm>
          <a:prstGeom prst="rect">
            <a:avLst/>
          </a:prstGeom>
          <a:solidFill>
            <a:srgbClr val="3366CC"/>
          </a:solidFill>
          <a:ln w="12700">
            <a:solidFill>
              <a:srgbClr val="3366CC"/>
            </a:solidFill>
            <a:prstDash val="solid"/>
          </a:ln>
        </p:spPr>
      </p:sp>
      <p:sp>
        <p:nvSpPr>
          <p:cNvPr id="79" name="Shape 75"/>
          <p:cNvSpPr/>
          <p:nvPr/>
        </p:nvSpPr>
        <p:spPr>
          <a:xfrm>
            <a:off x="3280701" y="2533491"/>
            <a:ext cx="25674" cy="947063"/>
          </a:xfrm>
          <a:prstGeom prst="rect">
            <a:avLst/>
          </a:prstGeom>
          <a:solidFill>
            <a:srgbClr val="3366CC"/>
          </a:solidFill>
          <a:ln w="12700">
            <a:solidFill>
              <a:srgbClr val="3366CC"/>
            </a:solidFill>
            <a:prstDash val="solid"/>
          </a:ln>
        </p:spPr>
      </p:sp>
      <p:sp>
        <p:nvSpPr>
          <p:cNvPr id="80" name="Shape 76"/>
          <p:cNvSpPr/>
          <p:nvPr/>
        </p:nvSpPr>
        <p:spPr>
          <a:xfrm>
            <a:off x="3323490" y="2436952"/>
            <a:ext cx="25674" cy="1140142"/>
          </a:xfrm>
          <a:prstGeom prst="rect">
            <a:avLst/>
          </a:prstGeom>
          <a:solidFill>
            <a:srgbClr val="3366CC"/>
          </a:solidFill>
          <a:ln w="12700">
            <a:solidFill>
              <a:srgbClr val="3366CC"/>
            </a:solidFill>
            <a:prstDash val="solid"/>
          </a:ln>
        </p:spPr>
      </p:sp>
      <p:sp>
        <p:nvSpPr>
          <p:cNvPr id="81" name="Shape 77"/>
          <p:cNvSpPr/>
          <p:nvPr/>
        </p:nvSpPr>
        <p:spPr>
          <a:xfrm>
            <a:off x="3366280" y="2650507"/>
            <a:ext cx="25674" cy="713031"/>
          </a:xfrm>
          <a:prstGeom prst="rect">
            <a:avLst/>
          </a:prstGeom>
          <a:solidFill>
            <a:srgbClr val="3366CC"/>
          </a:solidFill>
          <a:ln w="12700">
            <a:solidFill>
              <a:srgbClr val="3366CC"/>
            </a:solidFill>
            <a:prstDash val="solid"/>
          </a:ln>
        </p:spPr>
      </p:sp>
      <p:sp>
        <p:nvSpPr>
          <p:cNvPr id="82" name="Shape 78"/>
          <p:cNvSpPr/>
          <p:nvPr/>
        </p:nvSpPr>
        <p:spPr>
          <a:xfrm>
            <a:off x="3409070" y="2476016"/>
            <a:ext cx="25674" cy="1062014"/>
          </a:xfrm>
          <a:prstGeom prst="rect">
            <a:avLst/>
          </a:prstGeom>
          <a:solidFill>
            <a:srgbClr val="3366CC"/>
          </a:solidFill>
          <a:ln w="12700">
            <a:solidFill>
              <a:srgbClr val="3366CC"/>
            </a:solidFill>
            <a:prstDash val="solid"/>
          </a:ln>
        </p:spPr>
      </p:sp>
      <p:sp>
        <p:nvSpPr>
          <p:cNvPr id="83" name="Shape 79"/>
          <p:cNvSpPr/>
          <p:nvPr/>
        </p:nvSpPr>
        <p:spPr>
          <a:xfrm>
            <a:off x="3451860" y="2466230"/>
            <a:ext cx="25674" cy="1081586"/>
          </a:xfrm>
          <a:prstGeom prst="rect">
            <a:avLst/>
          </a:prstGeom>
          <a:solidFill>
            <a:srgbClr val="3366CC"/>
          </a:solidFill>
          <a:ln w="12700">
            <a:solidFill>
              <a:srgbClr val="3366CC"/>
            </a:solidFill>
            <a:prstDash val="solid"/>
          </a:ln>
        </p:spPr>
      </p:sp>
      <p:sp>
        <p:nvSpPr>
          <p:cNvPr id="84" name="Shape 80"/>
          <p:cNvSpPr/>
          <p:nvPr/>
        </p:nvSpPr>
        <p:spPr>
          <a:xfrm>
            <a:off x="3494650" y="2548455"/>
            <a:ext cx="25674" cy="917136"/>
          </a:xfrm>
          <a:prstGeom prst="rect">
            <a:avLst/>
          </a:prstGeom>
          <a:solidFill>
            <a:srgbClr val="3366CC"/>
          </a:solidFill>
          <a:ln w="12700">
            <a:solidFill>
              <a:srgbClr val="3366CC"/>
            </a:solidFill>
            <a:prstDash val="solid"/>
          </a:ln>
        </p:spPr>
      </p:sp>
      <p:sp>
        <p:nvSpPr>
          <p:cNvPr id="85" name="Shape 81"/>
          <p:cNvSpPr/>
          <p:nvPr/>
        </p:nvSpPr>
        <p:spPr>
          <a:xfrm>
            <a:off x="3537440" y="2518324"/>
            <a:ext cx="25674" cy="977398"/>
          </a:xfrm>
          <a:prstGeom prst="rect">
            <a:avLst/>
          </a:prstGeom>
          <a:solidFill>
            <a:srgbClr val="3366CC"/>
          </a:solidFill>
          <a:ln w="12700">
            <a:solidFill>
              <a:srgbClr val="3366CC"/>
            </a:solidFill>
            <a:prstDash val="solid"/>
          </a:ln>
        </p:spPr>
      </p:sp>
      <p:sp>
        <p:nvSpPr>
          <p:cNvPr id="86" name="Shape 82"/>
          <p:cNvSpPr/>
          <p:nvPr/>
        </p:nvSpPr>
        <p:spPr>
          <a:xfrm>
            <a:off x="3580230" y="2681701"/>
            <a:ext cx="25674" cy="650643"/>
          </a:xfrm>
          <a:prstGeom prst="rect">
            <a:avLst/>
          </a:prstGeom>
          <a:solidFill>
            <a:srgbClr val="3366CC"/>
          </a:solidFill>
          <a:ln w="12700">
            <a:solidFill>
              <a:srgbClr val="3366CC"/>
            </a:solidFill>
            <a:prstDash val="solid"/>
          </a:ln>
        </p:spPr>
      </p:sp>
      <p:sp>
        <p:nvSpPr>
          <p:cNvPr id="87" name="Shape 83"/>
          <p:cNvSpPr/>
          <p:nvPr/>
        </p:nvSpPr>
        <p:spPr>
          <a:xfrm>
            <a:off x="3623019" y="2422743"/>
            <a:ext cx="25674" cy="1168560"/>
          </a:xfrm>
          <a:prstGeom prst="rect">
            <a:avLst/>
          </a:prstGeom>
          <a:solidFill>
            <a:srgbClr val="3366CC"/>
          </a:solidFill>
          <a:ln w="12700">
            <a:solidFill>
              <a:srgbClr val="3366CC"/>
            </a:solidFill>
            <a:prstDash val="solid"/>
          </a:ln>
        </p:spPr>
      </p:sp>
      <p:sp>
        <p:nvSpPr>
          <p:cNvPr id="88" name="Shape 84"/>
          <p:cNvSpPr/>
          <p:nvPr/>
        </p:nvSpPr>
        <p:spPr>
          <a:xfrm>
            <a:off x="3665809" y="2475250"/>
            <a:ext cx="25674" cy="1063546"/>
          </a:xfrm>
          <a:prstGeom prst="rect">
            <a:avLst/>
          </a:prstGeom>
          <a:solidFill>
            <a:srgbClr val="3366CC"/>
          </a:solidFill>
          <a:ln w="12700">
            <a:solidFill>
              <a:srgbClr val="3366CC"/>
            </a:solidFill>
            <a:prstDash val="solid"/>
          </a:ln>
        </p:spPr>
      </p:sp>
      <p:sp>
        <p:nvSpPr>
          <p:cNvPr id="89" name="Shape 85"/>
          <p:cNvSpPr/>
          <p:nvPr/>
        </p:nvSpPr>
        <p:spPr>
          <a:xfrm>
            <a:off x="3708599" y="2453805"/>
            <a:ext cx="25674" cy="1106435"/>
          </a:xfrm>
          <a:prstGeom prst="rect">
            <a:avLst/>
          </a:prstGeom>
          <a:solidFill>
            <a:srgbClr val="3366CC"/>
          </a:solidFill>
          <a:ln w="12700">
            <a:solidFill>
              <a:srgbClr val="3366CC"/>
            </a:solidFill>
            <a:prstDash val="solid"/>
          </a:ln>
        </p:spPr>
      </p:sp>
      <p:sp>
        <p:nvSpPr>
          <p:cNvPr id="90" name="Shape 86"/>
          <p:cNvSpPr/>
          <p:nvPr/>
        </p:nvSpPr>
        <p:spPr>
          <a:xfrm>
            <a:off x="3751389" y="2532602"/>
            <a:ext cx="25674" cy="948842"/>
          </a:xfrm>
          <a:prstGeom prst="rect">
            <a:avLst/>
          </a:prstGeom>
          <a:solidFill>
            <a:srgbClr val="3366CC"/>
          </a:solidFill>
          <a:ln w="12700">
            <a:solidFill>
              <a:srgbClr val="3366CC"/>
            </a:solidFill>
            <a:prstDash val="solid"/>
          </a:ln>
        </p:spPr>
      </p:sp>
      <p:sp>
        <p:nvSpPr>
          <p:cNvPr id="91" name="Shape 87"/>
          <p:cNvSpPr/>
          <p:nvPr/>
        </p:nvSpPr>
        <p:spPr>
          <a:xfrm>
            <a:off x="3794179" y="2606026"/>
            <a:ext cx="25674" cy="801994"/>
          </a:xfrm>
          <a:prstGeom prst="rect">
            <a:avLst/>
          </a:prstGeom>
          <a:solidFill>
            <a:srgbClr val="3366CC"/>
          </a:solidFill>
          <a:ln w="12700">
            <a:solidFill>
              <a:srgbClr val="3366CC"/>
            </a:solidFill>
            <a:prstDash val="solid"/>
          </a:ln>
        </p:spPr>
      </p:sp>
      <p:sp>
        <p:nvSpPr>
          <p:cNvPr id="92" name="Shape 88"/>
          <p:cNvSpPr/>
          <p:nvPr/>
        </p:nvSpPr>
        <p:spPr>
          <a:xfrm>
            <a:off x="3836969" y="2486169"/>
            <a:ext cx="25674" cy="1041707"/>
          </a:xfrm>
          <a:prstGeom prst="rect">
            <a:avLst/>
          </a:prstGeom>
          <a:solidFill>
            <a:srgbClr val="3366CC"/>
          </a:solidFill>
          <a:ln w="12700">
            <a:solidFill>
              <a:srgbClr val="3366CC"/>
            </a:solidFill>
            <a:prstDash val="solid"/>
          </a:ln>
        </p:spPr>
      </p:sp>
      <p:sp>
        <p:nvSpPr>
          <p:cNvPr id="93" name="Shape 89"/>
          <p:cNvSpPr/>
          <p:nvPr/>
        </p:nvSpPr>
        <p:spPr>
          <a:xfrm>
            <a:off x="3879759" y="2692867"/>
            <a:ext cx="25674" cy="628312"/>
          </a:xfrm>
          <a:prstGeom prst="rect">
            <a:avLst/>
          </a:prstGeom>
          <a:solidFill>
            <a:srgbClr val="3366CC"/>
          </a:solidFill>
          <a:ln w="12700">
            <a:solidFill>
              <a:srgbClr val="3366CC"/>
            </a:solidFill>
            <a:prstDash val="solid"/>
          </a:ln>
        </p:spPr>
      </p:sp>
      <p:sp>
        <p:nvSpPr>
          <p:cNvPr id="94" name="Shape 90"/>
          <p:cNvSpPr/>
          <p:nvPr/>
        </p:nvSpPr>
        <p:spPr>
          <a:xfrm>
            <a:off x="3922548" y="2725486"/>
            <a:ext cx="25674" cy="563074"/>
          </a:xfrm>
          <a:prstGeom prst="rect">
            <a:avLst/>
          </a:prstGeom>
          <a:solidFill>
            <a:srgbClr val="3366CC"/>
          </a:solidFill>
          <a:ln w="12700">
            <a:solidFill>
              <a:srgbClr val="3366CC"/>
            </a:solidFill>
            <a:prstDash val="solid"/>
          </a:ln>
        </p:spPr>
      </p:sp>
      <p:sp>
        <p:nvSpPr>
          <p:cNvPr id="95" name="Shape 91"/>
          <p:cNvSpPr/>
          <p:nvPr/>
        </p:nvSpPr>
        <p:spPr>
          <a:xfrm>
            <a:off x="3965338" y="2593628"/>
            <a:ext cx="25674" cy="826790"/>
          </a:xfrm>
          <a:prstGeom prst="rect">
            <a:avLst/>
          </a:prstGeom>
          <a:solidFill>
            <a:srgbClr val="3366CC"/>
          </a:solidFill>
          <a:ln w="12700">
            <a:solidFill>
              <a:srgbClr val="3366CC"/>
            </a:solidFill>
            <a:prstDash val="solid"/>
          </a:ln>
        </p:spPr>
      </p:sp>
      <p:sp>
        <p:nvSpPr>
          <p:cNvPr id="96" name="Shape 92"/>
          <p:cNvSpPr/>
          <p:nvPr/>
        </p:nvSpPr>
        <p:spPr>
          <a:xfrm>
            <a:off x="4008128" y="2718372"/>
            <a:ext cx="25674" cy="577301"/>
          </a:xfrm>
          <a:prstGeom prst="rect">
            <a:avLst/>
          </a:prstGeom>
          <a:solidFill>
            <a:srgbClr val="3366CC"/>
          </a:solidFill>
          <a:ln w="12700">
            <a:solidFill>
              <a:srgbClr val="3366CC"/>
            </a:solidFill>
            <a:prstDash val="solid"/>
          </a:ln>
        </p:spPr>
      </p:sp>
      <p:sp>
        <p:nvSpPr>
          <p:cNvPr id="97" name="Shape 93"/>
          <p:cNvSpPr/>
          <p:nvPr/>
        </p:nvSpPr>
        <p:spPr>
          <a:xfrm>
            <a:off x="4050918" y="2648465"/>
            <a:ext cx="25674" cy="717115"/>
          </a:xfrm>
          <a:prstGeom prst="rect">
            <a:avLst/>
          </a:prstGeom>
          <a:solidFill>
            <a:srgbClr val="3366CC"/>
          </a:solidFill>
          <a:ln w="12700">
            <a:solidFill>
              <a:srgbClr val="3366CC"/>
            </a:solidFill>
            <a:prstDash val="solid"/>
          </a:ln>
        </p:spPr>
      </p:sp>
      <p:sp>
        <p:nvSpPr>
          <p:cNvPr id="98" name="Shape 94"/>
          <p:cNvSpPr/>
          <p:nvPr/>
        </p:nvSpPr>
        <p:spPr>
          <a:xfrm>
            <a:off x="4093708" y="2591016"/>
            <a:ext cx="25674" cy="832013"/>
          </a:xfrm>
          <a:prstGeom prst="rect">
            <a:avLst/>
          </a:prstGeom>
          <a:solidFill>
            <a:srgbClr val="3366CC"/>
          </a:solidFill>
          <a:ln w="12700">
            <a:solidFill>
              <a:srgbClr val="3366CC"/>
            </a:solidFill>
            <a:prstDash val="solid"/>
          </a:ln>
        </p:spPr>
      </p:sp>
      <p:sp>
        <p:nvSpPr>
          <p:cNvPr id="99" name="Shape 95"/>
          <p:cNvSpPr/>
          <p:nvPr/>
        </p:nvSpPr>
        <p:spPr>
          <a:xfrm>
            <a:off x="4136498" y="2423954"/>
            <a:ext cx="25674" cy="1166137"/>
          </a:xfrm>
          <a:prstGeom prst="rect">
            <a:avLst/>
          </a:prstGeom>
          <a:solidFill>
            <a:srgbClr val="3366CC"/>
          </a:solidFill>
          <a:ln w="12700">
            <a:solidFill>
              <a:srgbClr val="3366CC"/>
            </a:solidFill>
            <a:prstDash val="solid"/>
          </a:ln>
        </p:spPr>
      </p:sp>
      <p:sp>
        <p:nvSpPr>
          <p:cNvPr id="100" name="Shape 96"/>
          <p:cNvSpPr/>
          <p:nvPr/>
        </p:nvSpPr>
        <p:spPr>
          <a:xfrm>
            <a:off x="4179288" y="2634195"/>
            <a:ext cx="25674" cy="745656"/>
          </a:xfrm>
          <a:prstGeom prst="rect">
            <a:avLst/>
          </a:prstGeom>
          <a:solidFill>
            <a:srgbClr val="3366CC"/>
          </a:solidFill>
          <a:ln w="12700">
            <a:solidFill>
              <a:srgbClr val="3366CC"/>
            </a:solidFill>
            <a:prstDash val="solid"/>
          </a:ln>
        </p:spPr>
      </p:sp>
      <p:sp>
        <p:nvSpPr>
          <p:cNvPr id="101" name="Shape 97"/>
          <p:cNvSpPr/>
          <p:nvPr/>
        </p:nvSpPr>
        <p:spPr>
          <a:xfrm>
            <a:off x="4222077" y="2737565"/>
            <a:ext cx="25674" cy="538915"/>
          </a:xfrm>
          <a:prstGeom prst="rect">
            <a:avLst/>
          </a:prstGeom>
          <a:solidFill>
            <a:srgbClr val="3366CC"/>
          </a:solidFill>
          <a:ln w="12700">
            <a:solidFill>
              <a:srgbClr val="3366CC"/>
            </a:solidFill>
            <a:prstDash val="solid"/>
          </a:ln>
        </p:spPr>
      </p:sp>
      <p:sp>
        <p:nvSpPr>
          <p:cNvPr id="102" name="Shape 98"/>
          <p:cNvSpPr/>
          <p:nvPr/>
        </p:nvSpPr>
        <p:spPr>
          <a:xfrm>
            <a:off x="4264867" y="2513239"/>
            <a:ext cx="25674" cy="987567"/>
          </a:xfrm>
          <a:prstGeom prst="rect">
            <a:avLst/>
          </a:prstGeom>
          <a:solidFill>
            <a:srgbClr val="3366CC"/>
          </a:solidFill>
          <a:ln w="12700">
            <a:solidFill>
              <a:srgbClr val="3366CC"/>
            </a:solidFill>
            <a:prstDash val="solid"/>
          </a:ln>
        </p:spPr>
      </p:sp>
      <p:sp>
        <p:nvSpPr>
          <p:cNvPr id="103" name="Shape 99"/>
          <p:cNvSpPr/>
          <p:nvPr/>
        </p:nvSpPr>
        <p:spPr>
          <a:xfrm>
            <a:off x="4307657" y="2497510"/>
            <a:ext cx="25674" cy="1019026"/>
          </a:xfrm>
          <a:prstGeom prst="rect">
            <a:avLst/>
          </a:prstGeom>
          <a:solidFill>
            <a:srgbClr val="3366CC"/>
          </a:solidFill>
          <a:ln w="12700">
            <a:solidFill>
              <a:srgbClr val="3366CC"/>
            </a:solidFill>
            <a:prstDash val="solid"/>
          </a:ln>
        </p:spPr>
      </p:sp>
      <p:sp>
        <p:nvSpPr>
          <p:cNvPr id="104" name="Shape 100"/>
          <p:cNvSpPr/>
          <p:nvPr/>
        </p:nvSpPr>
        <p:spPr>
          <a:xfrm>
            <a:off x="4350447" y="2403714"/>
            <a:ext cx="25674" cy="1206618"/>
          </a:xfrm>
          <a:prstGeom prst="rect">
            <a:avLst/>
          </a:prstGeom>
          <a:solidFill>
            <a:srgbClr val="3366CC"/>
          </a:solidFill>
          <a:ln w="12700">
            <a:solidFill>
              <a:srgbClr val="3366CC"/>
            </a:solidFill>
            <a:prstDash val="solid"/>
          </a:ln>
        </p:spPr>
      </p:sp>
      <p:sp>
        <p:nvSpPr>
          <p:cNvPr id="105" name="Shape 101"/>
          <p:cNvSpPr/>
          <p:nvPr/>
        </p:nvSpPr>
        <p:spPr>
          <a:xfrm>
            <a:off x="4393237" y="2801062"/>
            <a:ext cx="25674" cy="411921"/>
          </a:xfrm>
          <a:prstGeom prst="rect">
            <a:avLst/>
          </a:prstGeom>
          <a:solidFill>
            <a:srgbClr val="3366CC"/>
          </a:solidFill>
          <a:ln w="12700">
            <a:solidFill>
              <a:srgbClr val="3366CC"/>
            </a:solidFill>
            <a:prstDash val="solid"/>
          </a:ln>
        </p:spPr>
      </p:sp>
      <p:sp>
        <p:nvSpPr>
          <p:cNvPr id="106" name="Shape 102"/>
          <p:cNvSpPr/>
          <p:nvPr/>
        </p:nvSpPr>
        <p:spPr>
          <a:xfrm>
            <a:off x="4436027" y="2497641"/>
            <a:ext cx="25674" cy="1018763"/>
          </a:xfrm>
          <a:prstGeom prst="rect">
            <a:avLst/>
          </a:prstGeom>
          <a:solidFill>
            <a:srgbClr val="3366CC"/>
          </a:solidFill>
          <a:ln w="12700">
            <a:solidFill>
              <a:srgbClr val="3366CC"/>
            </a:solidFill>
            <a:prstDash val="solid"/>
          </a:ln>
        </p:spPr>
      </p:sp>
      <p:sp>
        <p:nvSpPr>
          <p:cNvPr id="107" name="Shape 103"/>
          <p:cNvSpPr/>
          <p:nvPr/>
        </p:nvSpPr>
        <p:spPr>
          <a:xfrm>
            <a:off x="4478817" y="2737485"/>
            <a:ext cx="25674" cy="539075"/>
          </a:xfrm>
          <a:prstGeom prst="rect">
            <a:avLst/>
          </a:prstGeom>
          <a:solidFill>
            <a:srgbClr val="3366CC"/>
          </a:solidFill>
          <a:ln w="12700">
            <a:solidFill>
              <a:srgbClr val="3366CC"/>
            </a:solidFill>
            <a:prstDash val="solid"/>
          </a:ln>
        </p:spPr>
      </p:sp>
      <p:sp>
        <p:nvSpPr>
          <p:cNvPr id="108" name="Shape 104"/>
          <p:cNvSpPr/>
          <p:nvPr/>
        </p:nvSpPr>
        <p:spPr>
          <a:xfrm>
            <a:off x="4521606" y="2657862"/>
            <a:ext cx="25674" cy="698321"/>
          </a:xfrm>
          <a:prstGeom prst="rect">
            <a:avLst/>
          </a:prstGeom>
          <a:solidFill>
            <a:srgbClr val="3366CC"/>
          </a:solidFill>
          <a:ln w="12700">
            <a:solidFill>
              <a:srgbClr val="3366CC"/>
            </a:solidFill>
            <a:prstDash val="solid"/>
          </a:ln>
        </p:spPr>
      </p:sp>
      <p:sp>
        <p:nvSpPr>
          <p:cNvPr id="109" name="Shape 105"/>
          <p:cNvSpPr/>
          <p:nvPr/>
        </p:nvSpPr>
        <p:spPr>
          <a:xfrm>
            <a:off x="4564396" y="2449424"/>
            <a:ext cx="25674" cy="1115198"/>
          </a:xfrm>
          <a:prstGeom prst="rect">
            <a:avLst/>
          </a:prstGeom>
          <a:solidFill>
            <a:srgbClr val="3366CC"/>
          </a:solidFill>
          <a:ln w="12700">
            <a:solidFill>
              <a:srgbClr val="3366CC"/>
            </a:solidFill>
            <a:prstDash val="solid"/>
          </a:ln>
        </p:spPr>
      </p:sp>
      <p:sp>
        <p:nvSpPr>
          <p:cNvPr id="110" name="Shape 106"/>
          <p:cNvSpPr/>
          <p:nvPr/>
        </p:nvSpPr>
        <p:spPr>
          <a:xfrm>
            <a:off x="4607186" y="2664922"/>
            <a:ext cx="25674" cy="684201"/>
          </a:xfrm>
          <a:prstGeom prst="rect">
            <a:avLst/>
          </a:prstGeom>
          <a:solidFill>
            <a:srgbClr val="3366CC"/>
          </a:solidFill>
          <a:ln w="12700">
            <a:solidFill>
              <a:srgbClr val="3366CC"/>
            </a:solidFill>
            <a:prstDash val="solid"/>
          </a:ln>
        </p:spPr>
      </p:sp>
      <p:sp>
        <p:nvSpPr>
          <p:cNvPr id="111" name="Shape 107"/>
          <p:cNvSpPr/>
          <p:nvPr/>
        </p:nvSpPr>
        <p:spPr>
          <a:xfrm>
            <a:off x="4649976" y="2787266"/>
            <a:ext cx="25674" cy="439512"/>
          </a:xfrm>
          <a:prstGeom prst="rect">
            <a:avLst/>
          </a:prstGeom>
          <a:solidFill>
            <a:srgbClr val="3366CC"/>
          </a:solidFill>
          <a:ln w="12700">
            <a:solidFill>
              <a:srgbClr val="3366CC"/>
            </a:solidFill>
            <a:prstDash val="solid"/>
          </a:ln>
        </p:spPr>
      </p:sp>
      <p:sp>
        <p:nvSpPr>
          <p:cNvPr id="112" name="Shape 108"/>
          <p:cNvSpPr/>
          <p:nvPr/>
        </p:nvSpPr>
        <p:spPr>
          <a:xfrm>
            <a:off x="4692766" y="2612089"/>
            <a:ext cx="25674" cy="789867"/>
          </a:xfrm>
          <a:prstGeom prst="rect">
            <a:avLst/>
          </a:prstGeom>
          <a:solidFill>
            <a:srgbClr val="3366CC"/>
          </a:solidFill>
          <a:ln w="12700">
            <a:solidFill>
              <a:srgbClr val="3366CC"/>
            </a:solidFill>
            <a:prstDash val="solid"/>
          </a:ln>
        </p:spPr>
      </p:sp>
      <p:sp>
        <p:nvSpPr>
          <p:cNvPr id="113" name="Shape 109"/>
          <p:cNvSpPr/>
          <p:nvPr/>
        </p:nvSpPr>
        <p:spPr>
          <a:xfrm>
            <a:off x="4735556" y="2445256"/>
            <a:ext cx="25674" cy="1123534"/>
          </a:xfrm>
          <a:prstGeom prst="rect">
            <a:avLst/>
          </a:prstGeom>
          <a:solidFill>
            <a:srgbClr val="3366CC"/>
          </a:solidFill>
          <a:ln w="12700">
            <a:solidFill>
              <a:srgbClr val="3366CC"/>
            </a:solidFill>
            <a:prstDash val="solid"/>
          </a:ln>
        </p:spPr>
      </p:sp>
      <p:sp>
        <p:nvSpPr>
          <p:cNvPr id="114" name="Shape 110"/>
          <p:cNvSpPr/>
          <p:nvPr/>
        </p:nvSpPr>
        <p:spPr>
          <a:xfrm>
            <a:off x="4778346" y="2559713"/>
            <a:ext cx="25674" cy="894619"/>
          </a:xfrm>
          <a:prstGeom prst="rect">
            <a:avLst/>
          </a:prstGeom>
          <a:solidFill>
            <a:srgbClr val="3366CC"/>
          </a:solidFill>
          <a:ln w="12700">
            <a:solidFill>
              <a:srgbClr val="3366CC"/>
            </a:solidFill>
            <a:prstDash val="solid"/>
          </a:ln>
        </p:spPr>
      </p:sp>
      <p:sp>
        <p:nvSpPr>
          <p:cNvPr id="115" name="Shape 111"/>
          <p:cNvSpPr/>
          <p:nvPr/>
        </p:nvSpPr>
        <p:spPr>
          <a:xfrm>
            <a:off x="4821135" y="2800472"/>
            <a:ext cx="25674" cy="413102"/>
          </a:xfrm>
          <a:prstGeom prst="rect">
            <a:avLst/>
          </a:prstGeom>
          <a:solidFill>
            <a:srgbClr val="3366CC"/>
          </a:solidFill>
          <a:ln w="12700">
            <a:solidFill>
              <a:srgbClr val="3366CC"/>
            </a:solidFill>
            <a:prstDash val="solid"/>
          </a:ln>
        </p:spPr>
      </p:sp>
      <p:sp>
        <p:nvSpPr>
          <p:cNvPr id="116" name="Shape 112"/>
          <p:cNvSpPr/>
          <p:nvPr/>
        </p:nvSpPr>
        <p:spPr>
          <a:xfrm>
            <a:off x="4863925" y="2782113"/>
            <a:ext cx="25674" cy="449818"/>
          </a:xfrm>
          <a:prstGeom prst="rect">
            <a:avLst/>
          </a:prstGeom>
          <a:solidFill>
            <a:srgbClr val="3366CC"/>
          </a:solidFill>
          <a:ln w="12700">
            <a:solidFill>
              <a:srgbClr val="3366CC"/>
            </a:solidFill>
            <a:prstDash val="solid"/>
          </a:ln>
        </p:spPr>
      </p:sp>
      <p:sp>
        <p:nvSpPr>
          <p:cNvPr id="117" name="Shape 113"/>
          <p:cNvSpPr/>
          <p:nvPr/>
        </p:nvSpPr>
        <p:spPr>
          <a:xfrm>
            <a:off x="4906715" y="2678831"/>
            <a:ext cx="25674" cy="656384"/>
          </a:xfrm>
          <a:prstGeom prst="rect">
            <a:avLst/>
          </a:prstGeom>
          <a:solidFill>
            <a:srgbClr val="3366CC"/>
          </a:solidFill>
          <a:ln w="12700">
            <a:solidFill>
              <a:srgbClr val="3366CC"/>
            </a:solidFill>
            <a:prstDash val="solid"/>
          </a:ln>
        </p:spPr>
      </p:sp>
      <p:sp>
        <p:nvSpPr>
          <p:cNvPr id="118" name="Shape 114"/>
          <p:cNvSpPr/>
          <p:nvPr/>
        </p:nvSpPr>
        <p:spPr>
          <a:xfrm>
            <a:off x="4949505" y="2385010"/>
            <a:ext cx="25674" cy="1244025"/>
          </a:xfrm>
          <a:prstGeom prst="rect">
            <a:avLst/>
          </a:prstGeom>
          <a:solidFill>
            <a:srgbClr val="3366CC"/>
          </a:solidFill>
          <a:ln w="12700">
            <a:solidFill>
              <a:srgbClr val="3366CC"/>
            </a:solidFill>
            <a:prstDash val="solid"/>
          </a:ln>
        </p:spPr>
      </p:sp>
      <p:sp>
        <p:nvSpPr>
          <p:cNvPr id="119" name="Shape 115"/>
          <p:cNvSpPr/>
          <p:nvPr/>
        </p:nvSpPr>
        <p:spPr>
          <a:xfrm>
            <a:off x="4992295" y="2601537"/>
            <a:ext cx="25674" cy="810971"/>
          </a:xfrm>
          <a:prstGeom prst="rect">
            <a:avLst/>
          </a:prstGeom>
          <a:solidFill>
            <a:srgbClr val="3366CC"/>
          </a:solidFill>
          <a:ln w="12700">
            <a:solidFill>
              <a:srgbClr val="3366CC"/>
            </a:solidFill>
            <a:prstDash val="solid"/>
          </a:ln>
        </p:spPr>
      </p:sp>
      <p:sp>
        <p:nvSpPr>
          <p:cNvPr id="120" name="Shape 116"/>
          <p:cNvSpPr/>
          <p:nvPr/>
        </p:nvSpPr>
        <p:spPr>
          <a:xfrm>
            <a:off x="5035085" y="2515057"/>
            <a:ext cx="25674" cy="983932"/>
          </a:xfrm>
          <a:prstGeom prst="rect">
            <a:avLst/>
          </a:prstGeom>
          <a:solidFill>
            <a:srgbClr val="3366CC"/>
          </a:solidFill>
          <a:ln w="12700">
            <a:solidFill>
              <a:srgbClr val="3366CC"/>
            </a:solidFill>
            <a:prstDash val="solid"/>
          </a:ln>
        </p:spPr>
      </p:sp>
      <p:sp>
        <p:nvSpPr>
          <p:cNvPr id="121" name="Shape 117"/>
          <p:cNvSpPr/>
          <p:nvPr/>
        </p:nvSpPr>
        <p:spPr>
          <a:xfrm>
            <a:off x="5077875" y="2513729"/>
            <a:ext cx="25674" cy="986588"/>
          </a:xfrm>
          <a:prstGeom prst="rect">
            <a:avLst/>
          </a:prstGeom>
          <a:solidFill>
            <a:srgbClr val="3366CC"/>
          </a:solidFill>
          <a:ln w="12700">
            <a:solidFill>
              <a:srgbClr val="3366CC"/>
            </a:solidFill>
            <a:prstDash val="solid"/>
          </a:ln>
        </p:spPr>
      </p:sp>
      <p:sp>
        <p:nvSpPr>
          <p:cNvPr id="122" name="Shape 118"/>
          <p:cNvSpPr/>
          <p:nvPr/>
        </p:nvSpPr>
        <p:spPr>
          <a:xfrm>
            <a:off x="5120664" y="2607155"/>
            <a:ext cx="25674" cy="799735"/>
          </a:xfrm>
          <a:prstGeom prst="rect">
            <a:avLst/>
          </a:prstGeom>
          <a:solidFill>
            <a:srgbClr val="3366CC"/>
          </a:solidFill>
          <a:ln w="12700">
            <a:solidFill>
              <a:srgbClr val="3366CC"/>
            </a:solidFill>
            <a:prstDash val="solid"/>
          </a:ln>
        </p:spPr>
      </p:sp>
      <p:sp>
        <p:nvSpPr>
          <p:cNvPr id="123" name="Shape 119"/>
          <p:cNvSpPr/>
          <p:nvPr/>
        </p:nvSpPr>
        <p:spPr>
          <a:xfrm>
            <a:off x="5163454" y="2772019"/>
            <a:ext cx="25674" cy="470008"/>
          </a:xfrm>
          <a:prstGeom prst="rect">
            <a:avLst/>
          </a:prstGeom>
          <a:solidFill>
            <a:srgbClr val="3366CC"/>
          </a:solidFill>
          <a:ln w="12700">
            <a:solidFill>
              <a:srgbClr val="3366CC"/>
            </a:solidFill>
            <a:prstDash val="solid"/>
          </a:ln>
        </p:spPr>
      </p:sp>
      <p:sp>
        <p:nvSpPr>
          <p:cNvPr id="124" name="Shape 120"/>
          <p:cNvSpPr/>
          <p:nvPr/>
        </p:nvSpPr>
        <p:spPr>
          <a:xfrm>
            <a:off x="5206244" y="2956235"/>
            <a:ext cx="25674" cy="101576"/>
          </a:xfrm>
          <a:prstGeom prst="rect">
            <a:avLst/>
          </a:prstGeom>
          <a:solidFill>
            <a:srgbClr val="3366CC"/>
          </a:solidFill>
          <a:ln w="12700">
            <a:solidFill>
              <a:srgbClr val="3366CC"/>
            </a:solidFill>
            <a:prstDash val="solid"/>
          </a:ln>
        </p:spPr>
      </p:sp>
      <p:sp>
        <p:nvSpPr>
          <p:cNvPr id="125" name="Shape 121"/>
          <p:cNvSpPr/>
          <p:nvPr/>
        </p:nvSpPr>
        <p:spPr>
          <a:xfrm>
            <a:off x="5249034" y="2956235"/>
            <a:ext cx="25674" cy="101576"/>
          </a:xfrm>
          <a:prstGeom prst="rect">
            <a:avLst/>
          </a:prstGeom>
          <a:solidFill>
            <a:srgbClr val="3366CC"/>
          </a:solidFill>
          <a:ln w="12700">
            <a:solidFill>
              <a:srgbClr val="3366CC"/>
            </a:solidFill>
            <a:prstDash val="solid"/>
          </a:ln>
        </p:spPr>
      </p:sp>
      <p:sp>
        <p:nvSpPr>
          <p:cNvPr id="126" name="Shape 122"/>
          <p:cNvSpPr/>
          <p:nvPr/>
        </p:nvSpPr>
        <p:spPr>
          <a:xfrm>
            <a:off x="5291824" y="2956235"/>
            <a:ext cx="25674" cy="101576"/>
          </a:xfrm>
          <a:prstGeom prst="rect">
            <a:avLst/>
          </a:prstGeom>
          <a:solidFill>
            <a:srgbClr val="3366CC"/>
          </a:solidFill>
          <a:ln w="12700">
            <a:solidFill>
              <a:srgbClr val="3366CC"/>
            </a:solidFill>
            <a:prstDash val="solid"/>
          </a:ln>
        </p:spPr>
      </p:sp>
      <p:sp>
        <p:nvSpPr>
          <p:cNvPr id="127" name="Shape 123"/>
          <p:cNvSpPr/>
          <p:nvPr/>
        </p:nvSpPr>
        <p:spPr>
          <a:xfrm>
            <a:off x="5334614" y="2956235"/>
            <a:ext cx="25674" cy="101576"/>
          </a:xfrm>
          <a:prstGeom prst="rect">
            <a:avLst/>
          </a:prstGeom>
          <a:solidFill>
            <a:srgbClr val="3366CC"/>
          </a:solidFill>
          <a:ln w="12700">
            <a:solidFill>
              <a:srgbClr val="3366CC"/>
            </a:solidFill>
            <a:prstDash val="solid"/>
          </a:ln>
        </p:spPr>
      </p:sp>
      <p:sp>
        <p:nvSpPr>
          <p:cNvPr id="128" name="Shape 124"/>
          <p:cNvSpPr/>
          <p:nvPr/>
        </p:nvSpPr>
        <p:spPr>
          <a:xfrm>
            <a:off x="1919508" y="1597544"/>
            <a:ext cx="1371600" cy="1060704"/>
          </a:xfrm>
          <a:prstGeom prst="rect">
            <a:avLst/>
          </a:prstGeom>
          <a:solidFill>
            <a:srgbClr val="FFFFFF"/>
          </a:solidFill>
          <a:ln w="9525">
            <a:solidFill>
              <a:srgbClr val="AAAAAA"/>
            </a:solidFill>
            <a:prstDash val="solid"/>
          </a:ln>
        </p:spPr>
      </p:sp>
      <p:sp>
        <p:nvSpPr>
          <p:cNvPr id="129" name="Text 125"/>
          <p:cNvSpPr txBox="1"/>
          <p:nvPr/>
        </p:nvSpPr>
        <p:spPr>
          <a:xfrm>
            <a:off x="2029236" y="1624976"/>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Amplify...</a:t>
            </a:r>
            <a:endParaRPr lang="en-US" sz="800" dirty="0"/>
          </a:p>
        </p:txBody>
      </p:sp>
      <p:sp>
        <p:nvSpPr>
          <p:cNvPr id="130" name="Text 126"/>
          <p:cNvSpPr txBox="1"/>
          <p:nvPr/>
        </p:nvSpPr>
        <p:spPr>
          <a:xfrm>
            <a:off x="2029236" y="1826144"/>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Normalize...</a:t>
            </a:r>
            <a:endParaRPr lang="en-US" sz="800" dirty="0"/>
          </a:p>
        </p:txBody>
      </p:sp>
      <p:sp>
        <p:nvSpPr>
          <p:cNvPr id="131" name="Shape 127"/>
          <p:cNvSpPr/>
          <p:nvPr/>
        </p:nvSpPr>
        <p:spPr>
          <a:xfrm>
            <a:off x="1956084" y="2118752"/>
            <a:ext cx="1298448" cy="0"/>
          </a:xfrm>
          <a:prstGeom prst="line">
            <a:avLst/>
          </a:prstGeom>
          <a:noFill/>
          <a:ln w="6350">
            <a:solidFill>
              <a:srgbClr val="DDDDDD"/>
            </a:solidFill>
            <a:prstDash val="solid"/>
          </a:ln>
        </p:spPr>
      </p:sp>
      <p:sp>
        <p:nvSpPr>
          <p:cNvPr id="132" name="Text 128"/>
          <p:cNvSpPr txBox="1"/>
          <p:nvPr/>
        </p:nvSpPr>
        <p:spPr>
          <a:xfrm>
            <a:off x="2029236" y="2228480"/>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Fade              ›</a:t>
            </a:r>
            <a:endParaRPr lang="en-US" sz="800" dirty="0"/>
          </a:p>
        </p:txBody>
      </p:sp>
      <p:sp>
        <p:nvSpPr>
          <p:cNvPr id="133" name="Text 129"/>
          <p:cNvSpPr txBox="1"/>
          <p:nvPr/>
        </p:nvSpPr>
        <p:spPr>
          <a:xfrm>
            <a:off x="2029236" y="2429648"/>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Noise Reduction...</a:t>
            </a:r>
            <a:endParaRPr lang="en-US" sz="800" dirty="0"/>
          </a:p>
        </p:txBody>
      </p:sp>
      <p:sp>
        <p:nvSpPr>
          <p:cNvPr id="134" name="Shape 130"/>
          <p:cNvSpPr/>
          <p:nvPr/>
        </p:nvSpPr>
        <p:spPr>
          <a:xfrm>
            <a:off x="3291108" y="2228480"/>
            <a:ext cx="1188720" cy="457200"/>
          </a:xfrm>
          <a:prstGeom prst="rect">
            <a:avLst/>
          </a:prstGeom>
          <a:solidFill>
            <a:srgbClr val="FFFFFF"/>
          </a:solidFill>
          <a:ln w="9525">
            <a:solidFill>
              <a:srgbClr val="AAAAAA"/>
            </a:solidFill>
            <a:prstDash val="solid"/>
          </a:ln>
        </p:spPr>
      </p:sp>
      <p:sp>
        <p:nvSpPr>
          <p:cNvPr id="135" name="Text 131"/>
          <p:cNvSpPr txBox="1"/>
          <p:nvPr/>
        </p:nvSpPr>
        <p:spPr>
          <a:xfrm>
            <a:off x="3400836" y="2255912"/>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Fade In</a:t>
            </a:r>
            <a:endParaRPr lang="en-US" sz="800" dirty="0"/>
          </a:p>
        </p:txBody>
      </p:sp>
      <p:sp>
        <p:nvSpPr>
          <p:cNvPr id="136" name="Text 132"/>
          <p:cNvSpPr txBox="1"/>
          <p:nvPr/>
        </p:nvSpPr>
        <p:spPr>
          <a:xfrm>
            <a:off x="3400836" y="2457080"/>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Fade Out</a:t>
            </a:r>
            <a:endParaRPr lang="en-US" sz="800" dirty="0"/>
          </a:p>
        </p:txBody>
      </p:sp>
      <p:sp>
        <p:nvSpPr>
          <p:cNvPr id="137" name="Shape 133"/>
          <p:cNvSpPr/>
          <p:nvPr/>
        </p:nvSpPr>
        <p:spPr>
          <a:xfrm>
            <a:off x="1937796" y="2210192"/>
            <a:ext cx="1335024" cy="228600"/>
          </a:xfrm>
          <a:prstGeom prst="roundRect">
            <a:avLst>
              <a:gd name="adj" fmla="val 20000"/>
            </a:avLst>
          </a:prstGeom>
          <a:solidFill>
            <a:srgbClr val="FFFFFF">
              <a:alpha val="0"/>
            </a:srgbClr>
          </a:solidFill>
          <a:ln w="31750">
            <a:solidFill>
              <a:srgbClr val="E53935"/>
            </a:solidFill>
            <a:prstDash val="solid"/>
          </a:ln>
        </p:spPr>
      </p:sp>
      <p:sp>
        <p:nvSpPr>
          <p:cNvPr id="138" name="Shape 134"/>
          <p:cNvSpPr/>
          <p:nvPr/>
        </p:nvSpPr>
        <p:spPr>
          <a:xfrm>
            <a:off x="3135660" y="2073032"/>
            <a:ext cx="274320" cy="274320"/>
          </a:xfrm>
          <a:prstGeom prst="ellipse">
            <a:avLst/>
          </a:prstGeom>
          <a:solidFill>
            <a:srgbClr val="E53935"/>
          </a:solidFill>
          <a:ln w="12700">
            <a:solidFill>
              <a:srgbClr val="FFFFFF"/>
            </a:solidFill>
            <a:prstDash val="solid"/>
          </a:ln>
        </p:spPr>
      </p:sp>
      <p:sp>
        <p:nvSpPr>
          <p:cNvPr id="139" name="Text 135"/>
          <p:cNvSpPr txBox="1"/>
          <p:nvPr/>
        </p:nvSpPr>
        <p:spPr>
          <a:xfrm>
            <a:off x="3135660" y="20730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40" name="Image 2" descr="preencoded.png">    </p:cNvPr>
          <p:cNvPicPr>
            <a:picLocks noChangeAspect="1"/>
          </p:cNvPicPr>
          <p:nvPr/>
        </p:nvPicPr>
        <p:blipFill>
          <a:blip r:embed="rId3"/>
          <a:stretch>
            <a:fillRect/>
          </a:stretch>
        </p:blipFill>
        <p:spPr>
          <a:xfrm>
            <a:off x="2670231" y="2334093"/>
            <a:ext cx="237744" cy="237744"/>
          </a:xfrm>
          <a:prstGeom prst="rect">
            <a:avLst/>
          </a:prstGeom>
        </p:spPr>
      </p:pic>
      <p:sp>
        <p:nvSpPr>
          <p:cNvPr id="141" name="Shape 136"/>
          <p:cNvSpPr/>
          <p:nvPr/>
        </p:nvSpPr>
        <p:spPr>
          <a:xfrm>
            <a:off x="3309396" y="2237624"/>
            <a:ext cx="1152144" cy="228600"/>
          </a:xfrm>
          <a:prstGeom prst="roundRect">
            <a:avLst>
              <a:gd name="adj" fmla="val 20000"/>
            </a:avLst>
          </a:prstGeom>
          <a:solidFill>
            <a:srgbClr val="FFFFFF">
              <a:alpha val="0"/>
            </a:srgbClr>
          </a:solidFill>
          <a:ln w="31750">
            <a:solidFill>
              <a:srgbClr val="E53935"/>
            </a:solidFill>
            <a:prstDash val="solid"/>
          </a:ln>
        </p:spPr>
      </p:sp>
      <p:sp>
        <p:nvSpPr>
          <p:cNvPr id="142" name="Shape 137"/>
          <p:cNvSpPr/>
          <p:nvPr/>
        </p:nvSpPr>
        <p:spPr>
          <a:xfrm>
            <a:off x="4324380" y="2100464"/>
            <a:ext cx="274320" cy="274320"/>
          </a:xfrm>
          <a:prstGeom prst="ellipse">
            <a:avLst/>
          </a:prstGeom>
          <a:solidFill>
            <a:srgbClr val="E53935"/>
          </a:solidFill>
          <a:ln w="12700">
            <a:solidFill>
              <a:srgbClr val="FFFFFF"/>
            </a:solidFill>
            <a:prstDash val="solid"/>
          </a:ln>
        </p:spPr>
      </p:sp>
      <p:sp>
        <p:nvSpPr>
          <p:cNvPr id="143" name="Text 138"/>
          <p:cNvSpPr txBox="1"/>
          <p:nvPr/>
        </p:nvSpPr>
        <p:spPr>
          <a:xfrm>
            <a:off x="4324380" y="21004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44" name="Image 3" descr="preencoded.png">    </p:cNvPr>
          <p:cNvPicPr>
            <a:picLocks noChangeAspect="1"/>
          </p:cNvPicPr>
          <p:nvPr/>
        </p:nvPicPr>
        <p:blipFill>
          <a:blip r:embed="rId4"/>
          <a:stretch>
            <a:fillRect/>
          </a:stretch>
        </p:blipFill>
        <p:spPr>
          <a:xfrm>
            <a:off x="3941247" y="2361525"/>
            <a:ext cx="237744" cy="237744"/>
          </a:xfrm>
          <a:prstGeom prst="rect">
            <a:avLst/>
          </a:prstGeom>
        </p:spPr>
      </p:pic>
      <p:sp>
        <p:nvSpPr>
          <p:cNvPr id="145" name="Text 13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46" name="Text 14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Effect › Fade In untuk 2 detik pertama</a:t>
            </a:r>
            <a:endParaRPr lang="en-US" sz="1800" dirty="0"/>
          </a:p>
        </p:txBody>
      </p:sp>
      <p:sp>
        <p:nvSpPr>
          <p:cNvPr id="147" name="Text 14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Blok sekitar 2 detik di awal. Klik Effect › Fade › Fade In. Lalu blok 2 detik terakhir, pilih Fade Out.</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Fade &amp; Ekspor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663510"/>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Nasihat_Ahmad - Audacity</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Text 18"/>
          <p:cNvSpPr txBox="1"/>
          <p:nvPr/>
        </p:nvSpPr>
        <p:spPr>
          <a:xfrm>
            <a:off x="730788" y="1432952"/>
            <a:ext cx="32004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File   Edit   Select   View   Effect   Help</a:t>
            </a:r>
            <a:endParaRPr lang="en-US" sz="700" dirty="0"/>
          </a:p>
        </p:txBody>
      </p:sp>
      <p:sp>
        <p:nvSpPr>
          <p:cNvPr id="23" name="Shape 19"/>
          <p:cNvSpPr/>
          <p:nvPr/>
        </p:nvSpPr>
        <p:spPr>
          <a:xfrm>
            <a:off x="639348" y="1634120"/>
            <a:ext cx="4847783" cy="384048"/>
          </a:xfrm>
          <a:prstGeom prst="rect">
            <a:avLst/>
          </a:prstGeom>
          <a:solidFill>
            <a:srgbClr val="E8E8E8"/>
          </a:solidFill>
          <a:ln w="12700">
            <a:solidFill>
              <a:srgbClr val="E8E8E8"/>
            </a:solidFill>
            <a:prstDash val="solid"/>
          </a:ln>
        </p:spPr>
      </p:sp>
      <p:sp>
        <p:nvSpPr>
          <p:cNvPr id="24" name="Shape 20"/>
          <p:cNvSpPr/>
          <p:nvPr/>
        </p:nvSpPr>
        <p:spPr>
          <a:xfrm>
            <a:off x="730788" y="1688984"/>
            <a:ext cx="274320" cy="274320"/>
          </a:xfrm>
          <a:prstGeom prst="roundRect">
            <a:avLst>
              <a:gd name="adj" fmla="val 13333"/>
            </a:avLst>
          </a:prstGeom>
          <a:solidFill>
            <a:srgbClr val="FFFFFF"/>
          </a:solidFill>
          <a:ln w="6350">
            <a:solidFill>
              <a:srgbClr val="AAAAAA"/>
            </a:solidFill>
            <a:prstDash val="solid"/>
          </a:ln>
        </p:spPr>
      </p:sp>
      <p:sp>
        <p:nvSpPr>
          <p:cNvPr id="25" name="Shape 21"/>
          <p:cNvSpPr/>
          <p:nvPr/>
        </p:nvSpPr>
        <p:spPr>
          <a:xfrm>
            <a:off x="813084" y="1752992"/>
            <a:ext cx="36576" cy="146304"/>
          </a:xfrm>
          <a:prstGeom prst="rect">
            <a:avLst/>
          </a:prstGeom>
          <a:solidFill>
            <a:srgbClr val="2A62C9"/>
          </a:solidFill>
          <a:ln w="12700">
            <a:solidFill>
              <a:srgbClr val="2A62C9"/>
            </a:solidFill>
            <a:prstDash val="solid"/>
          </a:ln>
        </p:spPr>
      </p:sp>
      <p:sp>
        <p:nvSpPr>
          <p:cNvPr id="26" name="Shape 22"/>
          <p:cNvSpPr/>
          <p:nvPr/>
        </p:nvSpPr>
        <p:spPr>
          <a:xfrm>
            <a:off x="886236" y="1752992"/>
            <a:ext cx="36576" cy="146304"/>
          </a:xfrm>
          <a:prstGeom prst="rect">
            <a:avLst/>
          </a:prstGeom>
          <a:solidFill>
            <a:srgbClr val="2A62C9"/>
          </a:solidFill>
          <a:ln w="12700">
            <a:solidFill>
              <a:srgbClr val="2A62C9"/>
            </a:solidFill>
            <a:prstDash val="solid"/>
          </a:ln>
        </p:spPr>
      </p:sp>
      <p:sp>
        <p:nvSpPr>
          <p:cNvPr id="27" name="Shape 23"/>
          <p:cNvSpPr/>
          <p:nvPr/>
        </p:nvSpPr>
        <p:spPr>
          <a:xfrm>
            <a:off x="1050828" y="1688984"/>
            <a:ext cx="274320" cy="274320"/>
          </a:xfrm>
          <a:prstGeom prst="roundRect">
            <a:avLst>
              <a:gd name="adj" fmla="val 13333"/>
            </a:avLst>
          </a:prstGeom>
          <a:solidFill>
            <a:srgbClr val="FFFFFF"/>
          </a:solidFill>
          <a:ln w="6350">
            <a:solidFill>
              <a:srgbClr val="AAAAAA"/>
            </a:solidFill>
            <a:prstDash val="solid"/>
          </a:ln>
        </p:spPr>
      </p:sp>
      <p:sp>
        <p:nvSpPr>
          <p:cNvPr id="28" name="Shape 24"/>
          <p:cNvSpPr/>
          <p:nvPr/>
        </p:nvSpPr>
        <p:spPr>
          <a:xfrm rot="5400000">
            <a:off x="1123980" y="1752992"/>
            <a:ext cx="146304" cy="146304"/>
          </a:xfrm>
          <a:prstGeom prst="triangle">
            <a:avLst/>
          </a:prstGeom>
          <a:solidFill>
            <a:srgbClr val="2E8B57"/>
          </a:solidFill>
          <a:ln/>
        </p:spPr>
      </p:sp>
      <p:sp>
        <p:nvSpPr>
          <p:cNvPr id="29" name="Shape 25"/>
          <p:cNvSpPr/>
          <p:nvPr/>
        </p:nvSpPr>
        <p:spPr>
          <a:xfrm>
            <a:off x="1370868" y="1688984"/>
            <a:ext cx="274320" cy="274320"/>
          </a:xfrm>
          <a:prstGeom prst="roundRect">
            <a:avLst>
              <a:gd name="adj" fmla="val 13333"/>
            </a:avLst>
          </a:prstGeom>
          <a:solidFill>
            <a:srgbClr val="FFFFFF"/>
          </a:solidFill>
          <a:ln w="6350">
            <a:solidFill>
              <a:srgbClr val="AAAAAA"/>
            </a:solidFill>
            <a:prstDash val="solid"/>
          </a:ln>
        </p:spPr>
      </p:sp>
      <p:sp>
        <p:nvSpPr>
          <p:cNvPr id="30" name="Shape 26"/>
          <p:cNvSpPr/>
          <p:nvPr/>
        </p:nvSpPr>
        <p:spPr>
          <a:xfrm>
            <a:off x="1444020" y="1762136"/>
            <a:ext cx="128016" cy="128016"/>
          </a:xfrm>
          <a:prstGeom prst="rect">
            <a:avLst/>
          </a:prstGeom>
          <a:solidFill>
            <a:srgbClr val="222222"/>
          </a:solidFill>
          <a:ln w="12700">
            <a:solidFill>
              <a:srgbClr val="222222"/>
            </a:solidFill>
            <a:prstDash val="solid"/>
          </a:ln>
        </p:spPr>
      </p:sp>
      <p:sp>
        <p:nvSpPr>
          <p:cNvPr id="31" name="Shape 27"/>
          <p:cNvSpPr/>
          <p:nvPr/>
        </p:nvSpPr>
        <p:spPr>
          <a:xfrm>
            <a:off x="1690908" y="1688984"/>
            <a:ext cx="274320" cy="274320"/>
          </a:xfrm>
          <a:prstGeom prst="roundRect">
            <a:avLst>
              <a:gd name="adj" fmla="val 13333"/>
            </a:avLst>
          </a:prstGeom>
          <a:solidFill>
            <a:srgbClr val="FFFFFF"/>
          </a:solidFill>
          <a:ln w="6350">
            <a:solidFill>
              <a:srgbClr val="AAAAAA"/>
            </a:solidFill>
            <a:prstDash val="solid"/>
          </a:ln>
        </p:spPr>
      </p:sp>
      <p:sp>
        <p:nvSpPr>
          <p:cNvPr id="32" name="Shape 28"/>
          <p:cNvSpPr/>
          <p:nvPr/>
        </p:nvSpPr>
        <p:spPr>
          <a:xfrm>
            <a:off x="1754916" y="1752992"/>
            <a:ext cx="146304" cy="146304"/>
          </a:xfrm>
          <a:prstGeom prst="ellipse">
            <a:avLst/>
          </a:prstGeom>
          <a:solidFill>
            <a:srgbClr val="C62828"/>
          </a:solidFill>
          <a:ln/>
        </p:spPr>
      </p:sp>
      <p:sp>
        <p:nvSpPr>
          <p:cNvPr id="33" name="Text 29"/>
          <p:cNvSpPr txBox="1"/>
          <p:nvPr/>
        </p:nvSpPr>
        <p:spPr>
          <a:xfrm>
            <a:off x="1508028" y="2054744"/>
            <a:ext cx="3841943" cy="137160"/>
          </a:xfrm>
          <a:prstGeom prst="rect">
            <a:avLst/>
          </a:prstGeom>
          <a:noFill/>
          <a:ln/>
        </p:spPr>
        <p:txBody>
          <a:bodyPr wrap="square" lIns="0" tIns="0" rIns="0" bIns="0" rtlCol="0" anchor="t"/>
          <a:lstStyle/>
          <a:p>
            <a:pPr indent="0" marL="0">
              <a:buNone/>
            </a:pPr>
            <a:r>
              <a:rPr lang="en-US" sz="550" dirty="0">
                <a:solidFill>
                  <a:srgbClr val="666666"/>
                </a:solidFill>
                <a:latin typeface="Calibri" pitchFamily="34" charset="0"/>
                <a:ea typeface="Calibri" pitchFamily="34" charset="-122"/>
                <a:cs typeface="Calibri" pitchFamily="34" charset="-120"/>
              </a:rPr>
              <a:t>0  ·  5  ·  10  ·  15  ·  20  ·  25  ·  30  ·  35  ·  40  ·  45  ·  50  ·  55  ·  60 detik</a:t>
            </a:r>
            <a:endParaRPr lang="en-US" sz="550" dirty="0"/>
          </a:p>
        </p:txBody>
      </p:sp>
      <p:sp>
        <p:nvSpPr>
          <p:cNvPr id="34" name="Shape 30"/>
          <p:cNvSpPr/>
          <p:nvPr/>
        </p:nvSpPr>
        <p:spPr>
          <a:xfrm>
            <a:off x="685068" y="2228480"/>
            <a:ext cx="777240" cy="1557086"/>
          </a:xfrm>
          <a:prstGeom prst="rect">
            <a:avLst/>
          </a:prstGeom>
          <a:solidFill>
            <a:srgbClr val="DDDDDD"/>
          </a:solidFill>
          <a:ln w="12700">
            <a:solidFill>
              <a:srgbClr val="DDDDDD"/>
            </a:solidFill>
            <a:prstDash val="solid"/>
          </a:ln>
        </p:spPr>
      </p:sp>
      <p:sp>
        <p:nvSpPr>
          <p:cNvPr id="35" name="Text 31"/>
          <p:cNvSpPr txBox="1"/>
          <p:nvPr/>
        </p:nvSpPr>
        <p:spPr>
          <a:xfrm>
            <a:off x="712500" y="2274200"/>
            <a:ext cx="731520" cy="32004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Nasihat</a:t>
            </a:r>
            <a:endParaRPr lang="en-US" sz="600" dirty="0"/>
          </a:p>
          <a:p>
            <a:pPr indent="0" marL="0">
              <a:buNone/>
            </a:pPr>
            <a:r>
              <a:rPr lang="en-US" sz="600" dirty="0">
                <a:solidFill>
                  <a:srgbClr val="1E2A26"/>
                </a:solidFill>
                <a:latin typeface="Calibri" pitchFamily="34" charset="0"/>
                <a:ea typeface="Calibri" pitchFamily="34" charset="-122"/>
                <a:cs typeface="Calibri" pitchFamily="34" charset="-120"/>
              </a:rPr>
              <a:t>Mono, 44100Hz</a:t>
            </a:r>
            <a:endParaRPr lang="en-US" sz="600" dirty="0"/>
          </a:p>
        </p:txBody>
      </p:sp>
      <p:sp>
        <p:nvSpPr>
          <p:cNvPr id="36" name="Shape 32"/>
          <p:cNvSpPr/>
          <p:nvPr/>
        </p:nvSpPr>
        <p:spPr>
          <a:xfrm>
            <a:off x="1508028" y="2228480"/>
            <a:ext cx="3887663" cy="1557086"/>
          </a:xfrm>
          <a:prstGeom prst="rect">
            <a:avLst/>
          </a:prstGeom>
          <a:solidFill>
            <a:srgbClr val="FFFFFF"/>
          </a:solidFill>
          <a:ln w="6350">
            <a:solidFill>
              <a:srgbClr val="999999"/>
            </a:solidFill>
            <a:prstDash val="solid"/>
          </a:ln>
        </p:spPr>
      </p:sp>
      <p:sp>
        <p:nvSpPr>
          <p:cNvPr id="37" name="Shape 33"/>
          <p:cNvSpPr/>
          <p:nvPr/>
        </p:nvSpPr>
        <p:spPr>
          <a:xfrm>
            <a:off x="1526316" y="2956235"/>
            <a:ext cx="25674" cy="101576"/>
          </a:xfrm>
          <a:prstGeom prst="rect">
            <a:avLst/>
          </a:prstGeom>
          <a:solidFill>
            <a:srgbClr val="3366CC"/>
          </a:solidFill>
          <a:ln w="12700">
            <a:solidFill>
              <a:srgbClr val="3366CC"/>
            </a:solidFill>
            <a:prstDash val="solid"/>
          </a:ln>
        </p:spPr>
      </p:sp>
      <p:sp>
        <p:nvSpPr>
          <p:cNvPr id="38" name="Shape 34"/>
          <p:cNvSpPr/>
          <p:nvPr/>
        </p:nvSpPr>
        <p:spPr>
          <a:xfrm>
            <a:off x="1569106" y="2956235"/>
            <a:ext cx="25674" cy="101576"/>
          </a:xfrm>
          <a:prstGeom prst="rect">
            <a:avLst/>
          </a:prstGeom>
          <a:solidFill>
            <a:srgbClr val="3366CC"/>
          </a:solidFill>
          <a:ln w="12700">
            <a:solidFill>
              <a:srgbClr val="3366CC"/>
            </a:solidFill>
            <a:prstDash val="solid"/>
          </a:ln>
        </p:spPr>
      </p:sp>
      <p:sp>
        <p:nvSpPr>
          <p:cNvPr id="39" name="Shape 35"/>
          <p:cNvSpPr/>
          <p:nvPr/>
        </p:nvSpPr>
        <p:spPr>
          <a:xfrm>
            <a:off x="1611896" y="2956235"/>
            <a:ext cx="25674" cy="101576"/>
          </a:xfrm>
          <a:prstGeom prst="rect">
            <a:avLst/>
          </a:prstGeom>
          <a:solidFill>
            <a:srgbClr val="3366CC"/>
          </a:solidFill>
          <a:ln w="12700">
            <a:solidFill>
              <a:srgbClr val="3366CC"/>
            </a:solidFill>
            <a:prstDash val="solid"/>
          </a:ln>
        </p:spPr>
      </p:sp>
      <p:sp>
        <p:nvSpPr>
          <p:cNvPr id="40" name="Shape 36"/>
          <p:cNvSpPr/>
          <p:nvPr/>
        </p:nvSpPr>
        <p:spPr>
          <a:xfrm>
            <a:off x="1654686" y="2956235"/>
            <a:ext cx="25674" cy="101576"/>
          </a:xfrm>
          <a:prstGeom prst="rect">
            <a:avLst/>
          </a:prstGeom>
          <a:solidFill>
            <a:srgbClr val="3366CC"/>
          </a:solidFill>
          <a:ln w="12700">
            <a:solidFill>
              <a:srgbClr val="3366CC"/>
            </a:solidFill>
            <a:prstDash val="solid"/>
          </a:ln>
        </p:spPr>
      </p:sp>
      <p:sp>
        <p:nvSpPr>
          <p:cNvPr id="41" name="Shape 37"/>
          <p:cNvSpPr/>
          <p:nvPr/>
        </p:nvSpPr>
        <p:spPr>
          <a:xfrm>
            <a:off x="1697476" y="2527755"/>
            <a:ext cx="25674" cy="958535"/>
          </a:xfrm>
          <a:prstGeom prst="rect">
            <a:avLst/>
          </a:prstGeom>
          <a:solidFill>
            <a:srgbClr val="3366CC"/>
          </a:solidFill>
          <a:ln w="12700">
            <a:solidFill>
              <a:srgbClr val="3366CC"/>
            </a:solidFill>
            <a:prstDash val="solid"/>
          </a:ln>
        </p:spPr>
      </p:sp>
      <p:sp>
        <p:nvSpPr>
          <p:cNvPr id="42" name="Shape 38"/>
          <p:cNvSpPr/>
          <p:nvPr/>
        </p:nvSpPr>
        <p:spPr>
          <a:xfrm>
            <a:off x="1740266" y="2414643"/>
            <a:ext cx="25674" cy="1184760"/>
          </a:xfrm>
          <a:prstGeom prst="rect">
            <a:avLst/>
          </a:prstGeom>
          <a:solidFill>
            <a:srgbClr val="3366CC"/>
          </a:solidFill>
          <a:ln w="12700">
            <a:solidFill>
              <a:srgbClr val="3366CC"/>
            </a:solidFill>
            <a:prstDash val="solid"/>
          </a:ln>
        </p:spPr>
      </p:sp>
      <p:sp>
        <p:nvSpPr>
          <p:cNvPr id="43" name="Shape 39"/>
          <p:cNvSpPr/>
          <p:nvPr/>
        </p:nvSpPr>
        <p:spPr>
          <a:xfrm>
            <a:off x="1783056" y="2684319"/>
            <a:ext cx="25674" cy="645408"/>
          </a:xfrm>
          <a:prstGeom prst="rect">
            <a:avLst/>
          </a:prstGeom>
          <a:solidFill>
            <a:srgbClr val="3366CC"/>
          </a:solidFill>
          <a:ln w="12700">
            <a:solidFill>
              <a:srgbClr val="3366CC"/>
            </a:solidFill>
            <a:prstDash val="solid"/>
          </a:ln>
        </p:spPr>
      </p:sp>
      <p:sp>
        <p:nvSpPr>
          <p:cNvPr id="44" name="Shape 40"/>
          <p:cNvSpPr/>
          <p:nvPr/>
        </p:nvSpPr>
        <p:spPr>
          <a:xfrm>
            <a:off x="1825845" y="2770316"/>
            <a:ext cx="25674" cy="473414"/>
          </a:xfrm>
          <a:prstGeom prst="rect">
            <a:avLst/>
          </a:prstGeom>
          <a:solidFill>
            <a:srgbClr val="3366CC"/>
          </a:solidFill>
          <a:ln w="12700">
            <a:solidFill>
              <a:srgbClr val="3366CC"/>
            </a:solidFill>
            <a:prstDash val="solid"/>
          </a:ln>
        </p:spPr>
      </p:sp>
      <p:sp>
        <p:nvSpPr>
          <p:cNvPr id="45" name="Shape 41"/>
          <p:cNvSpPr/>
          <p:nvPr/>
        </p:nvSpPr>
        <p:spPr>
          <a:xfrm>
            <a:off x="1868635" y="2715153"/>
            <a:ext cx="25674" cy="583739"/>
          </a:xfrm>
          <a:prstGeom prst="rect">
            <a:avLst/>
          </a:prstGeom>
          <a:solidFill>
            <a:srgbClr val="3366CC"/>
          </a:solidFill>
          <a:ln w="12700">
            <a:solidFill>
              <a:srgbClr val="3366CC"/>
            </a:solidFill>
            <a:prstDash val="solid"/>
          </a:ln>
        </p:spPr>
      </p:sp>
      <p:sp>
        <p:nvSpPr>
          <p:cNvPr id="46" name="Shape 42"/>
          <p:cNvSpPr/>
          <p:nvPr/>
        </p:nvSpPr>
        <p:spPr>
          <a:xfrm>
            <a:off x="1911425" y="2479054"/>
            <a:ext cx="25674" cy="1055937"/>
          </a:xfrm>
          <a:prstGeom prst="rect">
            <a:avLst/>
          </a:prstGeom>
          <a:solidFill>
            <a:srgbClr val="3366CC"/>
          </a:solidFill>
          <a:ln w="12700">
            <a:solidFill>
              <a:srgbClr val="3366CC"/>
            </a:solidFill>
            <a:prstDash val="solid"/>
          </a:ln>
        </p:spPr>
      </p:sp>
      <p:sp>
        <p:nvSpPr>
          <p:cNvPr id="47" name="Shape 43"/>
          <p:cNvSpPr/>
          <p:nvPr/>
        </p:nvSpPr>
        <p:spPr>
          <a:xfrm>
            <a:off x="1954215" y="2729985"/>
            <a:ext cx="25674" cy="554075"/>
          </a:xfrm>
          <a:prstGeom prst="rect">
            <a:avLst/>
          </a:prstGeom>
          <a:solidFill>
            <a:srgbClr val="3366CC"/>
          </a:solidFill>
          <a:ln w="12700">
            <a:solidFill>
              <a:srgbClr val="3366CC"/>
            </a:solidFill>
            <a:prstDash val="solid"/>
          </a:ln>
        </p:spPr>
      </p:sp>
      <p:sp>
        <p:nvSpPr>
          <p:cNvPr id="48" name="Shape 44"/>
          <p:cNvSpPr/>
          <p:nvPr/>
        </p:nvSpPr>
        <p:spPr>
          <a:xfrm>
            <a:off x="1997005" y="2671051"/>
            <a:ext cx="25674" cy="671944"/>
          </a:xfrm>
          <a:prstGeom prst="rect">
            <a:avLst/>
          </a:prstGeom>
          <a:solidFill>
            <a:srgbClr val="3366CC"/>
          </a:solidFill>
          <a:ln w="12700">
            <a:solidFill>
              <a:srgbClr val="3366CC"/>
            </a:solidFill>
            <a:prstDash val="solid"/>
          </a:ln>
        </p:spPr>
      </p:sp>
      <p:sp>
        <p:nvSpPr>
          <p:cNvPr id="49" name="Shape 45"/>
          <p:cNvSpPr/>
          <p:nvPr/>
        </p:nvSpPr>
        <p:spPr>
          <a:xfrm>
            <a:off x="2039795" y="2459983"/>
            <a:ext cx="25674" cy="1094079"/>
          </a:xfrm>
          <a:prstGeom prst="rect">
            <a:avLst/>
          </a:prstGeom>
          <a:solidFill>
            <a:srgbClr val="3366CC"/>
          </a:solidFill>
          <a:ln w="12700">
            <a:solidFill>
              <a:srgbClr val="3366CC"/>
            </a:solidFill>
            <a:prstDash val="solid"/>
          </a:ln>
        </p:spPr>
      </p:sp>
      <p:sp>
        <p:nvSpPr>
          <p:cNvPr id="50" name="Shape 46"/>
          <p:cNvSpPr/>
          <p:nvPr/>
        </p:nvSpPr>
        <p:spPr>
          <a:xfrm>
            <a:off x="2082585" y="2665995"/>
            <a:ext cx="25674" cy="682056"/>
          </a:xfrm>
          <a:prstGeom prst="rect">
            <a:avLst/>
          </a:prstGeom>
          <a:solidFill>
            <a:srgbClr val="3366CC"/>
          </a:solidFill>
          <a:ln w="12700">
            <a:solidFill>
              <a:srgbClr val="3366CC"/>
            </a:solidFill>
            <a:prstDash val="solid"/>
          </a:ln>
        </p:spPr>
      </p:sp>
      <p:sp>
        <p:nvSpPr>
          <p:cNvPr id="51" name="Shape 47"/>
          <p:cNvSpPr/>
          <p:nvPr/>
        </p:nvSpPr>
        <p:spPr>
          <a:xfrm>
            <a:off x="2125374" y="2541566"/>
            <a:ext cx="25674" cy="930913"/>
          </a:xfrm>
          <a:prstGeom prst="rect">
            <a:avLst/>
          </a:prstGeom>
          <a:solidFill>
            <a:srgbClr val="3366CC"/>
          </a:solidFill>
          <a:ln w="12700">
            <a:solidFill>
              <a:srgbClr val="3366CC"/>
            </a:solidFill>
            <a:prstDash val="solid"/>
          </a:ln>
        </p:spPr>
      </p:sp>
      <p:sp>
        <p:nvSpPr>
          <p:cNvPr id="52" name="Shape 48"/>
          <p:cNvSpPr/>
          <p:nvPr/>
        </p:nvSpPr>
        <p:spPr>
          <a:xfrm>
            <a:off x="2168164" y="2441941"/>
            <a:ext cx="25674" cy="1130163"/>
          </a:xfrm>
          <a:prstGeom prst="rect">
            <a:avLst/>
          </a:prstGeom>
          <a:solidFill>
            <a:srgbClr val="3366CC"/>
          </a:solidFill>
          <a:ln w="12700">
            <a:solidFill>
              <a:srgbClr val="3366CC"/>
            </a:solidFill>
            <a:prstDash val="solid"/>
          </a:ln>
        </p:spPr>
      </p:sp>
      <p:sp>
        <p:nvSpPr>
          <p:cNvPr id="53" name="Shape 49"/>
          <p:cNvSpPr/>
          <p:nvPr/>
        </p:nvSpPr>
        <p:spPr>
          <a:xfrm>
            <a:off x="2210954" y="2393179"/>
            <a:ext cx="25674" cy="1227687"/>
          </a:xfrm>
          <a:prstGeom prst="rect">
            <a:avLst/>
          </a:prstGeom>
          <a:solidFill>
            <a:srgbClr val="3366CC"/>
          </a:solidFill>
          <a:ln w="12700">
            <a:solidFill>
              <a:srgbClr val="3366CC"/>
            </a:solidFill>
            <a:prstDash val="solid"/>
          </a:ln>
        </p:spPr>
      </p:sp>
      <p:sp>
        <p:nvSpPr>
          <p:cNvPr id="54" name="Shape 50"/>
          <p:cNvSpPr/>
          <p:nvPr/>
        </p:nvSpPr>
        <p:spPr>
          <a:xfrm>
            <a:off x="2253744" y="2585932"/>
            <a:ext cx="25674" cy="842182"/>
          </a:xfrm>
          <a:prstGeom prst="rect">
            <a:avLst/>
          </a:prstGeom>
          <a:solidFill>
            <a:srgbClr val="3366CC"/>
          </a:solidFill>
          <a:ln w="12700">
            <a:solidFill>
              <a:srgbClr val="3366CC"/>
            </a:solidFill>
            <a:prstDash val="solid"/>
          </a:ln>
        </p:spPr>
      </p:sp>
      <p:sp>
        <p:nvSpPr>
          <p:cNvPr id="55" name="Shape 51"/>
          <p:cNvSpPr/>
          <p:nvPr/>
        </p:nvSpPr>
        <p:spPr>
          <a:xfrm>
            <a:off x="2296534" y="2684159"/>
            <a:ext cx="25674" cy="645728"/>
          </a:xfrm>
          <a:prstGeom prst="rect">
            <a:avLst/>
          </a:prstGeom>
          <a:solidFill>
            <a:srgbClr val="3366CC"/>
          </a:solidFill>
          <a:ln w="12700">
            <a:solidFill>
              <a:srgbClr val="3366CC"/>
            </a:solidFill>
            <a:prstDash val="solid"/>
          </a:ln>
        </p:spPr>
      </p:sp>
      <p:sp>
        <p:nvSpPr>
          <p:cNvPr id="56" name="Shape 52"/>
          <p:cNvSpPr/>
          <p:nvPr/>
        </p:nvSpPr>
        <p:spPr>
          <a:xfrm>
            <a:off x="2339324" y="2615166"/>
            <a:ext cx="25674" cy="783714"/>
          </a:xfrm>
          <a:prstGeom prst="rect">
            <a:avLst/>
          </a:prstGeom>
          <a:solidFill>
            <a:srgbClr val="3366CC"/>
          </a:solidFill>
          <a:ln w="12700">
            <a:solidFill>
              <a:srgbClr val="3366CC"/>
            </a:solidFill>
            <a:prstDash val="solid"/>
          </a:ln>
        </p:spPr>
      </p:sp>
      <p:sp>
        <p:nvSpPr>
          <p:cNvPr id="57" name="Shape 53"/>
          <p:cNvSpPr/>
          <p:nvPr/>
        </p:nvSpPr>
        <p:spPr>
          <a:xfrm>
            <a:off x="2382114" y="2618981"/>
            <a:ext cx="25674" cy="776083"/>
          </a:xfrm>
          <a:prstGeom prst="rect">
            <a:avLst/>
          </a:prstGeom>
          <a:solidFill>
            <a:srgbClr val="3366CC"/>
          </a:solidFill>
          <a:ln w="12700">
            <a:solidFill>
              <a:srgbClr val="3366CC"/>
            </a:solidFill>
            <a:prstDash val="solid"/>
          </a:ln>
        </p:spPr>
      </p:sp>
      <p:sp>
        <p:nvSpPr>
          <p:cNvPr id="58" name="Shape 54"/>
          <p:cNvSpPr/>
          <p:nvPr/>
        </p:nvSpPr>
        <p:spPr>
          <a:xfrm>
            <a:off x="2424903" y="2557075"/>
            <a:ext cx="25674" cy="899896"/>
          </a:xfrm>
          <a:prstGeom prst="rect">
            <a:avLst/>
          </a:prstGeom>
          <a:solidFill>
            <a:srgbClr val="3366CC"/>
          </a:solidFill>
          <a:ln w="12700">
            <a:solidFill>
              <a:srgbClr val="3366CC"/>
            </a:solidFill>
            <a:prstDash val="solid"/>
          </a:ln>
        </p:spPr>
      </p:sp>
      <p:sp>
        <p:nvSpPr>
          <p:cNvPr id="59" name="Shape 55"/>
          <p:cNvSpPr/>
          <p:nvPr/>
        </p:nvSpPr>
        <p:spPr>
          <a:xfrm>
            <a:off x="2467693" y="2702393"/>
            <a:ext cx="25674" cy="609259"/>
          </a:xfrm>
          <a:prstGeom prst="rect">
            <a:avLst/>
          </a:prstGeom>
          <a:solidFill>
            <a:srgbClr val="3366CC"/>
          </a:solidFill>
          <a:ln w="12700">
            <a:solidFill>
              <a:srgbClr val="3366CC"/>
            </a:solidFill>
            <a:prstDash val="solid"/>
          </a:ln>
        </p:spPr>
      </p:sp>
      <p:sp>
        <p:nvSpPr>
          <p:cNvPr id="60" name="Shape 56"/>
          <p:cNvSpPr/>
          <p:nvPr/>
        </p:nvSpPr>
        <p:spPr>
          <a:xfrm>
            <a:off x="2510483" y="2455550"/>
            <a:ext cx="25674" cy="1102945"/>
          </a:xfrm>
          <a:prstGeom prst="rect">
            <a:avLst/>
          </a:prstGeom>
          <a:solidFill>
            <a:srgbClr val="3366CC"/>
          </a:solidFill>
          <a:ln w="12700">
            <a:solidFill>
              <a:srgbClr val="3366CC"/>
            </a:solidFill>
            <a:prstDash val="solid"/>
          </a:ln>
        </p:spPr>
      </p:sp>
      <p:sp>
        <p:nvSpPr>
          <p:cNvPr id="61" name="Shape 57"/>
          <p:cNvSpPr/>
          <p:nvPr/>
        </p:nvSpPr>
        <p:spPr>
          <a:xfrm>
            <a:off x="2553273" y="2764317"/>
            <a:ext cx="25674" cy="485411"/>
          </a:xfrm>
          <a:prstGeom prst="rect">
            <a:avLst/>
          </a:prstGeom>
          <a:solidFill>
            <a:srgbClr val="3366CC"/>
          </a:solidFill>
          <a:ln w="12700">
            <a:solidFill>
              <a:srgbClr val="3366CC"/>
            </a:solidFill>
            <a:prstDash val="solid"/>
          </a:ln>
        </p:spPr>
      </p:sp>
      <p:sp>
        <p:nvSpPr>
          <p:cNvPr id="62" name="Shape 58"/>
          <p:cNvSpPr/>
          <p:nvPr/>
        </p:nvSpPr>
        <p:spPr>
          <a:xfrm>
            <a:off x="2596063" y="2469697"/>
            <a:ext cx="25674" cy="1074652"/>
          </a:xfrm>
          <a:prstGeom prst="rect">
            <a:avLst/>
          </a:prstGeom>
          <a:solidFill>
            <a:srgbClr val="3366CC"/>
          </a:solidFill>
          <a:ln w="12700">
            <a:solidFill>
              <a:srgbClr val="3366CC"/>
            </a:solidFill>
            <a:prstDash val="solid"/>
          </a:ln>
        </p:spPr>
      </p:sp>
      <p:sp>
        <p:nvSpPr>
          <p:cNvPr id="63" name="Shape 59"/>
          <p:cNvSpPr/>
          <p:nvPr/>
        </p:nvSpPr>
        <p:spPr>
          <a:xfrm>
            <a:off x="2638853" y="2799266"/>
            <a:ext cx="25674" cy="415513"/>
          </a:xfrm>
          <a:prstGeom prst="rect">
            <a:avLst/>
          </a:prstGeom>
          <a:solidFill>
            <a:srgbClr val="3366CC"/>
          </a:solidFill>
          <a:ln w="12700">
            <a:solidFill>
              <a:srgbClr val="3366CC"/>
            </a:solidFill>
            <a:prstDash val="solid"/>
          </a:ln>
        </p:spPr>
      </p:sp>
      <p:sp>
        <p:nvSpPr>
          <p:cNvPr id="64" name="Shape 60"/>
          <p:cNvSpPr/>
          <p:nvPr/>
        </p:nvSpPr>
        <p:spPr>
          <a:xfrm>
            <a:off x="2681643" y="2676324"/>
            <a:ext cx="25674" cy="661398"/>
          </a:xfrm>
          <a:prstGeom prst="rect">
            <a:avLst/>
          </a:prstGeom>
          <a:solidFill>
            <a:srgbClr val="3366CC"/>
          </a:solidFill>
          <a:ln w="12700">
            <a:solidFill>
              <a:srgbClr val="3366CC"/>
            </a:solidFill>
            <a:prstDash val="solid"/>
          </a:ln>
        </p:spPr>
      </p:sp>
      <p:sp>
        <p:nvSpPr>
          <p:cNvPr id="65" name="Shape 61"/>
          <p:cNvSpPr/>
          <p:nvPr/>
        </p:nvSpPr>
        <p:spPr>
          <a:xfrm>
            <a:off x="2724432" y="2620704"/>
            <a:ext cx="25674" cy="772638"/>
          </a:xfrm>
          <a:prstGeom prst="rect">
            <a:avLst/>
          </a:prstGeom>
          <a:solidFill>
            <a:srgbClr val="3366CC"/>
          </a:solidFill>
          <a:ln w="12700">
            <a:solidFill>
              <a:srgbClr val="3366CC"/>
            </a:solidFill>
            <a:prstDash val="solid"/>
          </a:ln>
        </p:spPr>
      </p:sp>
      <p:sp>
        <p:nvSpPr>
          <p:cNvPr id="66" name="Shape 62"/>
          <p:cNvSpPr/>
          <p:nvPr/>
        </p:nvSpPr>
        <p:spPr>
          <a:xfrm>
            <a:off x="2767222" y="2576171"/>
            <a:ext cx="25674" cy="861704"/>
          </a:xfrm>
          <a:prstGeom prst="rect">
            <a:avLst/>
          </a:prstGeom>
          <a:solidFill>
            <a:srgbClr val="3366CC"/>
          </a:solidFill>
          <a:ln w="12700">
            <a:solidFill>
              <a:srgbClr val="3366CC"/>
            </a:solidFill>
            <a:prstDash val="solid"/>
          </a:ln>
        </p:spPr>
      </p:sp>
      <p:sp>
        <p:nvSpPr>
          <p:cNvPr id="67" name="Shape 63"/>
          <p:cNvSpPr/>
          <p:nvPr/>
        </p:nvSpPr>
        <p:spPr>
          <a:xfrm>
            <a:off x="2810012" y="2552326"/>
            <a:ext cx="25674" cy="909394"/>
          </a:xfrm>
          <a:prstGeom prst="rect">
            <a:avLst/>
          </a:prstGeom>
          <a:solidFill>
            <a:srgbClr val="3366CC"/>
          </a:solidFill>
          <a:ln w="12700">
            <a:solidFill>
              <a:srgbClr val="3366CC"/>
            </a:solidFill>
            <a:prstDash val="solid"/>
          </a:ln>
        </p:spPr>
      </p:sp>
      <p:sp>
        <p:nvSpPr>
          <p:cNvPr id="68" name="Shape 64"/>
          <p:cNvSpPr/>
          <p:nvPr/>
        </p:nvSpPr>
        <p:spPr>
          <a:xfrm>
            <a:off x="2852802" y="2525852"/>
            <a:ext cx="25674" cy="962341"/>
          </a:xfrm>
          <a:prstGeom prst="rect">
            <a:avLst/>
          </a:prstGeom>
          <a:solidFill>
            <a:srgbClr val="3366CC"/>
          </a:solidFill>
          <a:ln w="12700">
            <a:solidFill>
              <a:srgbClr val="3366CC"/>
            </a:solidFill>
            <a:prstDash val="solid"/>
          </a:ln>
        </p:spPr>
      </p:sp>
      <p:sp>
        <p:nvSpPr>
          <p:cNvPr id="69" name="Shape 65"/>
          <p:cNvSpPr/>
          <p:nvPr/>
        </p:nvSpPr>
        <p:spPr>
          <a:xfrm>
            <a:off x="2895592" y="2489892"/>
            <a:ext cx="25674" cy="1034262"/>
          </a:xfrm>
          <a:prstGeom prst="rect">
            <a:avLst/>
          </a:prstGeom>
          <a:solidFill>
            <a:srgbClr val="3366CC"/>
          </a:solidFill>
          <a:ln w="12700">
            <a:solidFill>
              <a:srgbClr val="3366CC"/>
            </a:solidFill>
            <a:prstDash val="solid"/>
          </a:ln>
        </p:spPr>
      </p:sp>
      <p:sp>
        <p:nvSpPr>
          <p:cNvPr id="70" name="Shape 66"/>
          <p:cNvSpPr/>
          <p:nvPr/>
        </p:nvSpPr>
        <p:spPr>
          <a:xfrm>
            <a:off x="2938382" y="2651555"/>
            <a:ext cx="25674" cy="710936"/>
          </a:xfrm>
          <a:prstGeom prst="rect">
            <a:avLst/>
          </a:prstGeom>
          <a:solidFill>
            <a:srgbClr val="3366CC"/>
          </a:solidFill>
          <a:ln w="12700">
            <a:solidFill>
              <a:srgbClr val="3366CC"/>
            </a:solidFill>
            <a:prstDash val="solid"/>
          </a:ln>
        </p:spPr>
      </p:sp>
      <p:sp>
        <p:nvSpPr>
          <p:cNvPr id="71" name="Shape 67"/>
          <p:cNvSpPr/>
          <p:nvPr/>
        </p:nvSpPr>
        <p:spPr>
          <a:xfrm>
            <a:off x="2981172" y="2444374"/>
            <a:ext cx="25674" cy="1125298"/>
          </a:xfrm>
          <a:prstGeom prst="rect">
            <a:avLst/>
          </a:prstGeom>
          <a:solidFill>
            <a:srgbClr val="3366CC"/>
          </a:solidFill>
          <a:ln w="12700">
            <a:solidFill>
              <a:srgbClr val="3366CC"/>
            </a:solidFill>
            <a:prstDash val="solid"/>
          </a:ln>
        </p:spPr>
      </p:sp>
      <p:sp>
        <p:nvSpPr>
          <p:cNvPr id="72" name="Shape 68"/>
          <p:cNvSpPr/>
          <p:nvPr/>
        </p:nvSpPr>
        <p:spPr>
          <a:xfrm>
            <a:off x="3023961" y="2799660"/>
            <a:ext cx="25674" cy="414725"/>
          </a:xfrm>
          <a:prstGeom prst="rect">
            <a:avLst/>
          </a:prstGeom>
          <a:solidFill>
            <a:srgbClr val="3366CC"/>
          </a:solidFill>
          <a:ln w="12700">
            <a:solidFill>
              <a:srgbClr val="3366CC"/>
            </a:solidFill>
            <a:prstDash val="solid"/>
          </a:ln>
        </p:spPr>
      </p:sp>
      <p:sp>
        <p:nvSpPr>
          <p:cNvPr id="73" name="Shape 69"/>
          <p:cNvSpPr/>
          <p:nvPr/>
        </p:nvSpPr>
        <p:spPr>
          <a:xfrm>
            <a:off x="3066751" y="2788846"/>
            <a:ext cx="25674" cy="436354"/>
          </a:xfrm>
          <a:prstGeom prst="rect">
            <a:avLst/>
          </a:prstGeom>
          <a:solidFill>
            <a:srgbClr val="3366CC"/>
          </a:solidFill>
          <a:ln w="12700">
            <a:solidFill>
              <a:srgbClr val="3366CC"/>
            </a:solidFill>
            <a:prstDash val="solid"/>
          </a:ln>
        </p:spPr>
      </p:sp>
      <p:sp>
        <p:nvSpPr>
          <p:cNvPr id="74" name="Shape 70"/>
          <p:cNvSpPr/>
          <p:nvPr/>
        </p:nvSpPr>
        <p:spPr>
          <a:xfrm>
            <a:off x="3109541" y="2635500"/>
            <a:ext cx="25674" cy="743046"/>
          </a:xfrm>
          <a:prstGeom prst="rect">
            <a:avLst/>
          </a:prstGeom>
          <a:solidFill>
            <a:srgbClr val="3366CC"/>
          </a:solidFill>
          <a:ln w="12700">
            <a:solidFill>
              <a:srgbClr val="3366CC"/>
            </a:solidFill>
            <a:prstDash val="solid"/>
          </a:ln>
        </p:spPr>
      </p:sp>
      <p:sp>
        <p:nvSpPr>
          <p:cNvPr id="75" name="Shape 71"/>
          <p:cNvSpPr/>
          <p:nvPr/>
        </p:nvSpPr>
        <p:spPr>
          <a:xfrm>
            <a:off x="3152331" y="2431519"/>
            <a:ext cx="25674" cy="1151008"/>
          </a:xfrm>
          <a:prstGeom prst="rect">
            <a:avLst/>
          </a:prstGeom>
          <a:solidFill>
            <a:srgbClr val="3366CC"/>
          </a:solidFill>
          <a:ln w="12700">
            <a:solidFill>
              <a:srgbClr val="3366CC"/>
            </a:solidFill>
            <a:prstDash val="solid"/>
          </a:ln>
        </p:spPr>
      </p:sp>
      <p:sp>
        <p:nvSpPr>
          <p:cNvPr id="76" name="Shape 72"/>
          <p:cNvSpPr/>
          <p:nvPr/>
        </p:nvSpPr>
        <p:spPr>
          <a:xfrm>
            <a:off x="3195121" y="2779033"/>
            <a:ext cx="25674" cy="455979"/>
          </a:xfrm>
          <a:prstGeom prst="rect">
            <a:avLst/>
          </a:prstGeom>
          <a:solidFill>
            <a:srgbClr val="3366CC"/>
          </a:solidFill>
          <a:ln w="12700">
            <a:solidFill>
              <a:srgbClr val="3366CC"/>
            </a:solidFill>
            <a:prstDash val="solid"/>
          </a:ln>
        </p:spPr>
      </p:sp>
      <p:sp>
        <p:nvSpPr>
          <p:cNvPr id="77" name="Shape 73"/>
          <p:cNvSpPr/>
          <p:nvPr/>
        </p:nvSpPr>
        <p:spPr>
          <a:xfrm>
            <a:off x="3237911" y="2469668"/>
            <a:ext cx="25674" cy="1074709"/>
          </a:xfrm>
          <a:prstGeom prst="rect">
            <a:avLst/>
          </a:prstGeom>
          <a:solidFill>
            <a:srgbClr val="3366CC"/>
          </a:solidFill>
          <a:ln w="12700">
            <a:solidFill>
              <a:srgbClr val="3366CC"/>
            </a:solidFill>
            <a:prstDash val="solid"/>
          </a:ln>
        </p:spPr>
      </p:sp>
      <p:sp>
        <p:nvSpPr>
          <p:cNvPr id="78" name="Shape 74"/>
          <p:cNvSpPr/>
          <p:nvPr/>
        </p:nvSpPr>
        <p:spPr>
          <a:xfrm>
            <a:off x="3280701" y="2533491"/>
            <a:ext cx="25674" cy="947063"/>
          </a:xfrm>
          <a:prstGeom prst="rect">
            <a:avLst/>
          </a:prstGeom>
          <a:solidFill>
            <a:srgbClr val="3366CC"/>
          </a:solidFill>
          <a:ln w="12700">
            <a:solidFill>
              <a:srgbClr val="3366CC"/>
            </a:solidFill>
            <a:prstDash val="solid"/>
          </a:ln>
        </p:spPr>
      </p:sp>
      <p:sp>
        <p:nvSpPr>
          <p:cNvPr id="79" name="Shape 75"/>
          <p:cNvSpPr/>
          <p:nvPr/>
        </p:nvSpPr>
        <p:spPr>
          <a:xfrm>
            <a:off x="3323490" y="2436952"/>
            <a:ext cx="25674" cy="1140142"/>
          </a:xfrm>
          <a:prstGeom prst="rect">
            <a:avLst/>
          </a:prstGeom>
          <a:solidFill>
            <a:srgbClr val="3366CC"/>
          </a:solidFill>
          <a:ln w="12700">
            <a:solidFill>
              <a:srgbClr val="3366CC"/>
            </a:solidFill>
            <a:prstDash val="solid"/>
          </a:ln>
        </p:spPr>
      </p:sp>
      <p:sp>
        <p:nvSpPr>
          <p:cNvPr id="80" name="Shape 76"/>
          <p:cNvSpPr/>
          <p:nvPr/>
        </p:nvSpPr>
        <p:spPr>
          <a:xfrm>
            <a:off x="3366280" y="2650507"/>
            <a:ext cx="25674" cy="713031"/>
          </a:xfrm>
          <a:prstGeom prst="rect">
            <a:avLst/>
          </a:prstGeom>
          <a:solidFill>
            <a:srgbClr val="3366CC"/>
          </a:solidFill>
          <a:ln w="12700">
            <a:solidFill>
              <a:srgbClr val="3366CC"/>
            </a:solidFill>
            <a:prstDash val="solid"/>
          </a:ln>
        </p:spPr>
      </p:sp>
      <p:sp>
        <p:nvSpPr>
          <p:cNvPr id="81" name="Shape 77"/>
          <p:cNvSpPr/>
          <p:nvPr/>
        </p:nvSpPr>
        <p:spPr>
          <a:xfrm>
            <a:off x="3409070" y="2476016"/>
            <a:ext cx="25674" cy="1062014"/>
          </a:xfrm>
          <a:prstGeom prst="rect">
            <a:avLst/>
          </a:prstGeom>
          <a:solidFill>
            <a:srgbClr val="3366CC"/>
          </a:solidFill>
          <a:ln w="12700">
            <a:solidFill>
              <a:srgbClr val="3366CC"/>
            </a:solidFill>
            <a:prstDash val="solid"/>
          </a:ln>
        </p:spPr>
      </p:sp>
      <p:sp>
        <p:nvSpPr>
          <p:cNvPr id="82" name="Shape 78"/>
          <p:cNvSpPr/>
          <p:nvPr/>
        </p:nvSpPr>
        <p:spPr>
          <a:xfrm>
            <a:off x="3451860" y="2466230"/>
            <a:ext cx="25674" cy="1081586"/>
          </a:xfrm>
          <a:prstGeom prst="rect">
            <a:avLst/>
          </a:prstGeom>
          <a:solidFill>
            <a:srgbClr val="3366CC"/>
          </a:solidFill>
          <a:ln w="12700">
            <a:solidFill>
              <a:srgbClr val="3366CC"/>
            </a:solidFill>
            <a:prstDash val="solid"/>
          </a:ln>
        </p:spPr>
      </p:sp>
      <p:sp>
        <p:nvSpPr>
          <p:cNvPr id="83" name="Shape 79"/>
          <p:cNvSpPr/>
          <p:nvPr/>
        </p:nvSpPr>
        <p:spPr>
          <a:xfrm>
            <a:off x="3494650" y="2548455"/>
            <a:ext cx="25674" cy="917136"/>
          </a:xfrm>
          <a:prstGeom prst="rect">
            <a:avLst/>
          </a:prstGeom>
          <a:solidFill>
            <a:srgbClr val="3366CC"/>
          </a:solidFill>
          <a:ln w="12700">
            <a:solidFill>
              <a:srgbClr val="3366CC"/>
            </a:solidFill>
            <a:prstDash val="solid"/>
          </a:ln>
        </p:spPr>
      </p:sp>
      <p:sp>
        <p:nvSpPr>
          <p:cNvPr id="84" name="Shape 80"/>
          <p:cNvSpPr/>
          <p:nvPr/>
        </p:nvSpPr>
        <p:spPr>
          <a:xfrm>
            <a:off x="3537440" y="2518324"/>
            <a:ext cx="25674" cy="977398"/>
          </a:xfrm>
          <a:prstGeom prst="rect">
            <a:avLst/>
          </a:prstGeom>
          <a:solidFill>
            <a:srgbClr val="3366CC"/>
          </a:solidFill>
          <a:ln w="12700">
            <a:solidFill>
              <a:srgbClr val="3366CC"/>
            </a:solidFill>
            <a:prstDash val="solid"/>
          </a:ln>
        </p:spPr>
      </p:sp>
      <p:sp>
        <p:nvSpPr>
          <p:cNvPr id="85" name="Shape 81"/>
          <p:cNvSpPr/>
          <p:nvPr/>
        </p:nvSpPr>
        <p:spPr>
          <a:xfrm>
            <a:off x="3580230" y="2681701"/>
            <a:ext cx="25674" cy="650643"/>
          </a:xfrm>
          <a:prstGeom prst="rect">
            <a:avLst/>
          </a:prstGeom>
          <a:solidFill>
            <a:srgbClr val="3366CC"/>
          </a:solidFill>
          <a:ln w="12700">
            <a:solidFill>
              <a:srgbClr val="3366CC"/>
            </a:solidFill>
            <a:prstDash val="solid"/>
          </a:ln>
        </p:spPr>
      </p:sp>
      <p:sp>
        <p:nvSpPr>
          <p:cNvPr id="86" name="Shape 82"/>
          <p:cNvSpPr/>
          <p:nvPr/>
        </p:nvSpPr>
        <p:spPr>
          <a:xfrm>
            <a:off x="3623019" y="2422743"/>
            <a:ext cx="25674" cy="1168560"/>
          </a:xfrm>
          <a:prstGeom prst="rect">
            <a:avLst/>
          </a:prstGeom>
          <a:solidFill>
            <a:srgbClr val="3366CC"/>
          </a:solidFill>
          <a:ln w="12700">
            <a:solidFill>
              <a:srgbClr val="3366CC"/>
            </a:solidFill>
            <a:prstDash val="solid"/>
          </a:ln>
        </p:spPr>
      </p:sp>
      <p:sp>
        <p:nvSpPr>
          <p:cNvPr id="87" name="Shape 83"/>
          <p:cNvSpPr/>
          <p:nvPr/>
        </p:nvSpPr>
        <p:spPr>
          <a:xfrm>
            <a:off x="3665809" y="2475250"/>
            <a:ext cx="25674" cy="1063546"/>
          </a:xfrm>
          <a:prstGeom prst="rect">
            <a:avLst/>
          </a:prstGeom>
          <a:solidFill>
            <a:srgbClr val="3366CC"/>
          </a:solidFill>
          <a:ln w="12700">
            <a:solidFill>
              <a:srgbClr val="3366CC"/>
            </a:solidFill>
            <a:prstDash val="solid"/>
          </a:ln>
        </p:spPr>
      </p:sp>
      <p:sp>
        <p:nvSpPr>
          <p:cNvPr id="88" name="Shape 84"/>
          <p:cNvSpPr/>
          <p:nvPr/>
        </p:nvSpPr>
        <p:spPr>
          <a:xfrm>
            <a:off x="3708599" y="2453805"/>
            <a:ext cx="25674" cy="1106435"/>
          </a:xfrm>
          <a:prstGeom prst="rect">
            <a:avLst/>
          </a:prstGeom>
          <a:solidFill>
            <a:srgbClr val="3366CC"/>
          </a:solidFill>
          <a:ln w="12700">
            <a:solidFill>
              <a:srgbClr val="3366CC"/>
            </a:solidFill>
            <a:prstDash val="solid"/>
          </a:ln>
        </p:spPr>
      </p:sp>
      <p:sp>
        <p:nvSpPr>
          <p:cNvPr id="89" name="Shape 85"/>
          <p:cNvSpPr/>
          <p:nvPr/>
        </p:nvSpPr>
        <p:spPr>
          <a:xfrm>
            <a:off x="3751389" y="2532602"/>
            <a:ext cx="25674" cy="948842"/>
          </a:xfrm>
          <a:prstGeom prst="rect">
            <a:avLst/>
          </a:prstGeom>
          <a:solidFill>
            <a:srgbClr val="3366CC"/>
          </a:solidFill>
          <a:ln w="12700">
            <a:solidFill>
              <a:srgbClr val="3366CC"/>
            </a:solidFill>
            <a:prstDash val="solid"/>
          </a:ln>
        </p:spPr>
      </p:sp>
      <p:sp>
        <p:nvSpPr>
          <p:cNvPr id="90" name="Shape 86"/>
          <p:cNvSpPr/>
          <p:nvPr/>
        </p:nvSpPr>
        <p:spPr>
          <a:xfrm>
            <a:off x="3794179" y="2606026"/>
            <a:ext cx="25674" cy="801994"/>
          </a:xfrm>
          <a:prstGeom prst="rect">
            <a:avLst/>
          </a:prstGeom>
          <a:solidFill>
            <a:srgbClr val="3366CC"/>
          </a:solidFill>
          <a:ln w="12700">
            <a:solidFill>
              <a:srgbClr val="3366CC"/>
            </a:solidFill>
            <a:prstDash val="solid"/>
          </a:ln>
        </p:spPr>
      </p:sp>
      <p:sp>
        <p:nvSpPr>
          <p:cNvPr id="91" name="Shape 87"/>
          <p:cNvSpPr/>
          <p:nvPr/>
        </p:nvSpPr>
        <p:spPr>
          <a:xfrm>
            <a:off x="3836969" y="2486169"/>
            <a:ext cx="25674" cy="1041707"/>
          </a:xfrm>
          <a:prstGeom prst="rect">
            <a:avLst/>
          </a:prstGeom>
          <a:solidFill>
            <a:srgbClr val="3366CC"/>
          </a:solidFill>
          <a:ln w="12700">
            <a:solidFill>
              <a:srgbClr val="3366CC"/>
            </a:solidFill>
            <a:prstDash val="solid"/>
          </a:ln>
        </p:spPr>
      </p:sp>
      <p:sp>
        <p:nvSpPr>
          <p:cNvPr id="92" name="Shape 88"/>
          <p:cNvSpPr/>
          <p:nvPr/>
        </p:nvSpPr>
        <p:spPr>
          <a:xfrm>
            <a:off x="3879759" y="2692867"/>
            <a:ext cx="25674" cy="628312"/>
          </a:xfrm>
          <a:prstGeom prst="rect">
            <a:avLst/>
          </a:prstGeom>
          <a:solidFill>
            <a:srgbClr val="3366CC"/>
          </a:solidFill>
          <a:ln w="12700">
            <a:solidFill>
              <a:srgbClr val="3366CC"/>
            </a:solidFill>
            <a:prstDash val="solid"/>
          </a:ln>
        </p:spPr>
      </p:sp>
      <p:sp>
        <p:nvSpPr>
          <p:cNvPr id="93" name="Shape 89"/>
          <p:cNvSpPr/>
          <p:nvPr/>
        </p:nvSpPr>
        <p:spPr>
          <a:xfrm>
            <a:off x="3922548" y="2725486"/>
            <a:ext cx="25674" cy="563074"/>
          </a:xfrm>
          <a:prstGeom prst="rect">
            <a:avLst/>
          </a:prstGeom>
          <a:solidFill>
            <a:srgbClr val="3366CC"/>
          </a:solidFill>
          <a:ln w="12700">
            <a:solidFill>
              <a:srgbClr val="3366CC"/>
            </a:solidFill>
            <a:prstDash val="solid"/>
          </a:ln>
        </p:spPr>
      </p:sp>
      <p:sp>
        <p:nvSpPr>
          <p:cNvPr id="94" name="Shape 90"/>
          <p:cNvSpPr/>
          <p:nvPr/>
        </p:nvSpPr>
        <p:spPr>
          <a:xfrm>
            <a:off x="3965338" y="2593628"/>
            <a:ext cx="25674" cy="826790"/>
          </a:xfrm>
          <a:prstGeom prst="rect">
            <a:avLst/>
          </a:prstGeom>
          <a:solidFill>
            <a:srgbClr val="3366CC"/>
          </a:solidFill>
          <a:ln w="12700">
            <a:solidFill>
              <a:srgbClr val="3366CC"/>
            </a:solidFill>
            <a:prstDash val="solid"/>
          </a:ln>
        </p:spPr>
      </p:sp>
      <p:sp>
        <p:nvSpPr>
          <p:cNvPr id="95" name="Shape 91"/>
          <p:cNvSpPr/>
          <p:nvPr/>
        </p:nvSpPr>
        <p:spPr>
          <a:xfrm>
            <a:off x="4008128" y="2718372"/>
            <a:ext cx="25674" cy="577301"/>
          </a:xfrm>
          <a:prstGeom prst="rect">
            <a:avLst/>
          </a:prstGeom>
          <a:solidFill>
            <a:srgbClr val="3366CC"/>
          </a:solidFill>
          <a:ln w="12700">
            <a:solidFill>
              <a:srgbClr val="3366CC"/>
            </a:solidFill>
            <a:prstDash val="solid"/>
          </a:ln>
        </p:spPr>
      </p:sp>
      <p:sp>
        <p:nvSpPr>
          <p:cNvPr id="96" name="Shape 92"/>
          <p:cNvSpPr/>
          <p:nvPr/>
        </p:nvSpPr>
        <p:spPr>
          <a:xfrm>
            <a:off x="4050918" y="2648465"/>
            <a:ext cx="25674" cy="717115"/>
          </a:xfrm>
          <a:prstGeom prst="rect">
            <a:avLst/>
          </a:prstGeom>
          <a:solidFill>
            <a:srgbClr val="3366CC"/>
          </a:solidFill>
          <a:ln w="12700">
            <a:solidFill>
              <a:srgbClr val="3366CC"/>
            </a:solidFill>
            <a:prstDash val="solid"/>
          </a:ln>
        </p:spPr>
      </p:sp>
      <p:sp>
        <p:nvSpPr>
          <p:cNvPr id="97" name="Shape 93"/>
          <p:cNvSpPr/>
          <p:nvPr/>
        </p:nvSpPr>
        <p:spPr>
          <a:xfrm>
            <a:off x="4093708" y="2591016"/>
            <a:ext cx="25674" cy="832013"/>
          </a:xfrm>
          <a:prstGeom prst="rect">
            <a:avLst/>
          </a:prstGeom>
          <a:solidFill>
            <a:srgbClr val="3366CC"/>
          </a:solidFill>
          <a:ln w="12700">
            <a:solidFill>
              <a:srgbClr val="3366CC"/>
            </a:solidFill>
            <a:prstDash val="solid"/>
          </a:ln>
        </p:spPr>
      </p:sp>
      <p:sp>
        <p:nvSpPr>
          <p:cNvPr id="98" name="Shape 94"/>
          <p:cNvSpPr/>
          <p:nvPr/>
        </p:nvSpPr>
        <p:spPr>
          <a:xfrm>
            <a:off x="4136498" y="2423954"/>
            <a:ext cx="25674" cy="1166137"/>
          </a:xfrm>
          <a:prstGeom prst="rect">
            <a:avLst/>
          </a:prstGeom>
          <a:solidFill>
            <a:srgbClr val="3366CC"/>
          </a:solidFill>
          <a:ln w="12700">
            <a:solidFill>
              <a:srgbClr val="3366CC"/>
            </a:solidFill>
            <a:prstDash val="solid"/>
          </a:ln>
        </p:spPr>
      </p:sp>
      <p:sp>
        <p:nvSpPr>
          <p:cNvPr id="99" name="Shape 95"/>
          <p:cNvSpPr/>
          <p:nvPr/>
        </p:nvSpPr>
        <p:spPr>
          <a:xfrm>
            <a:off x="4179288" y="2634195"/>
            <a:ext cx="25674" cy="745656"/>
          </a:xfrm>
          <a:prstGeom prst="rect">
            <a:avLst/>
          </a:prstGeom>
          <a:solidFill>
            <a:srgbClr val="3366CC"/>
          </a:solidFill>
          <a:ln w="12700">
            <a:solidFill>
              <a:srgbClr val="3366CC"/>
            </a:solidFill>
            <a:prstDash val="solid"/>
          </a:ln>
        </p:spPr>
      </p:sp>
      <p:sp>
        <p:nvSpPr>
          <p:cNvPr id="100" name="Shape 96"/>
          <p:cNvSpPr/>
          <p:nvPr/>
        </p:nvSpPr>
        <p:spPr>
          <a:xfrm>
            <a:off x="4222077" y="2737565"/>
            <a:ext cx="25674" cy="538915"/>
          </a:xfrm>
          <a:prstGeom prst="rect">
            <a:avLst/>
          </a:prstGeom>
          <a:solidFill>
            <a:srgbClr val="3366CC"/>
          </a:solidFill>
          <a:ln w="12700">
            <a:solidFill>
              <a:srgbClr val="3366CC"/>
            </a:solidFill>
            <a:prstDash val="solid"/>
          </a:ln>
        </p:spPr>
      </p:sp>
      <p:sp>
        <p:nvSpPr>
          <p:cNvPr id="101" name="Shape 97"/>
          <p:cNvSpPr/>
          <p:nvPr/>
        </p:nvSpPr>
        <p:spPr>
          <a:xfrm>
            <a:off x="4264867" y="2513239"/>
            <a:ext cx="25674" cy="987567"/>
          </a:xfrm>
          <a:prstGeom prst="rect">
            <a:avLst/>
          </a:prstGeom>
          <a:solidFill>
            <a:srgbClr val="3366CC"/>
          </a:solidFill>
          <a:ln w="12700">
            <a:solidFill>
              <a:srgbClr val="3366CC"/>
            </a:solidFill>
            <a:prstDash val="solid"/>
          </a:ln>
        </p:spPr>
      </p:sp>
      <p:sp>
        <p:nvSpPr>
          <p:cNvPr id="102" name="Shape 98"/>
          <p:cNvSpPr/>
          <p:nvPr/>
        </p:nvSpPr>
        <p:spPr>
          <a:xfrm>
            <a:off x="4307657" y="2497510"/>
            <a:ext cx="25674" cy="1019026"/>
          </a:xfrm>
          <a:prstGeom prst="rect">
            <a:avLst/>
          </a:prstGeom>
          <a:solidFill>
            <a:srgbClr val="3366CC"/>
          </a:solidFill>
          <a:ln w="12700">
            <a:solidFill>
              <a:srgbClr val="3366CC"/>
            </a:solidFill>
            <a:prstDash val="solid"/>
          </a:ln>
        </p:spPr>
      </p:sp>
      <p:sp>
        <p:nvSpPr>
          <p:cNvPr id="103" name="Shape 99"/>
          <p:cNvSpPr/>
          <p:nvPr/>
        </p:nvSpPr>
        <p:spPr>
          <a:xfrm>
            <a:off x="4350447" y="2403714"/>
            <a:ext cx="25674" cy="1206618"/>
          </a:xfrm>
          <a:prstGeom prst="rect">
            <a:avLst/>
          </a:prstGeom>
          <a:solidFill>
            <a:srgbClr val="3366CC"/>
          </a:solidFill>
          <a:ln w="12700">
            <a:solidFill>
              <a:srgbClr val="3366CC"/>
            </a:solidFill>
            <a:prstDash val="solid"/>
          </a:ln>
        </p:spPr>
      </p:sp>
      <p:sp>
        <p:nvSpPr>
          <p:cNvPr id="104" name="Shape 100"/>
          <p:cNvSpPr/>
          <p:nvPr/>
        </p:nvSpPr>
        <p:spPr>
          <a:xfrm>
            <a:off x="4393237" y="2801062"/>
            <a:ext cx="25674" cy="411921"/>
          </a:xfrm>
          <a:prstGeom prst="rect">
            <a:avLst/>
          </a:prstGeom>
          <a:solidFill>
            <a:srgbClr val="3366CC"/>
          </a:solidFill>
          <a:ln w="12700">
            <a:solidFill>
              <a:srgbClr val="3366CC"/>
            </a:solidFill>
            <a:prstDash val="solid"/>
          </a:ln>
        </p:spPr>
      </p:sp>
      <p:sp>
        <p:nvSpPr>
          <p:cNvPr id="105" name="Shape 101"/>
          <p:cNvSpPr/>
          <p:nvPr/>
        </p:nvSpPr>
        <p:spPr>
          <a:xfrm>
            <a:off x="4436027" y="2497641"/>
            <a:ext cx="25674" cy="1018763"/>
          </a:xfrm>
          <a:prstGeom prst="rect">
            <a:avLst/>
          </a:prstGeom>
          <a:solidFill>
            <a:srgbClr val="3366CC"/>
          </a:solidFill>
          <a:ln w="12700">
            <a:solidFill>
              <a:srgbClr val="3366CC"/>
            </a:solidFill>
            <a:prstDash val="solid"/>
          </a:ln>
        </p:spPr>
      </p:sp>
      <p:sp>
        <p:nvSpPr>
          <p:cNvPr id="106" name="Shape 102"/>
          <p:cNvSpPr/>
          <p:nvPr/>
        </p:nvSpPr>
        <p:spPr>
          <a:xfrm>
            <a:off x="4478817" y="2737485"/>
            <a:ext cx="25674" cy="539075"/>
          </a:xfrm>
          <a:prstGeom prst="rect">
            <a:avLst/>
          </a:prstGeom>
          <a:solidFill>
            <a:srgbClr val="3366CC"/>
          </a:solidFill>
          <a:ln w="12700">
            <a:solidFill>
              <a:srgbClr val="3366CC"/>
            </a:solidFill>
            <a:prstDash val="solid"/>
          </a:ln>
        </p:spPr>
      </p:sp>
      <p:sp>
        <p:nvSpPr>
          <p:cNvPr id="107" name="Shape 103"/>
          <p:cNvSpPr/>
          <p:nvPr/>
        </p:nvSpPr>
        <p:spPr>
          <a:xfrm>
            <a:off x="4521606" y="2657862"/>
            <a:ext cx="25674" cy="698321"/>
          </a:xfrm>
          <a:prstGeom prst="rect">
            <a:avLst/>
          </a:prstGeom>
          <a:solidFill>
            <a:srgbClr val="3366CC"/>
          </a:solidFill>
          <a:ln w="12700">
            <a:solidFill>
              <a:srgbClr val="3366CC"/>
            </a:solidFill>
            <a:prstDash val="solid"/>
          </a:ln>
        </p:spPr>
      </p:sp>
      <p:sp>
        <p:nvSpPr>
          <p:cNvPr id="108" name="Shape 104"/>
          <p:cNvSpPr/>
          <p:nvPr/>
        </p:nvSpPr>
        <p:spPr>
          <a:xfrm>
            <a:off x="4564396" y="2449424"/>
            <a:ext cx="25674" cy="1115198"/>
          </a:xfrm>
          <a:prstGeom prst="rect">
            <a:avLst/>
          </a:prstGeom>
          <a:solidFill>
            <a:srgbClr val="3366CC"/>
          </a:solidFill>
          <a:ln w="12700">
            <a:solidFill>
              <a:srgbClr val="3366CC"/>
            </a:solidFill>
            <a:prstDash val="solid"/>
          </a:ln>
        </p:spPr>
      </p:sp>
      <p:sp>
        <p:nvSpPr>
          <p:cNvPr id="109" name="Shape 105"/>
          <p:cNvSpPr/>
          <p:nvPr/>
        </p:nvSpPr>
        <p:spPr>
          <a:xfrm>
            <a:off x="4607186" y="2664922"/>
            <a:ext cx="25674" cy="684201"/>
          </a:xfrm>
          <a:prstGeom prst="rect">
            <a:avLst/>
          </a:prstGeom>
          <a:solidFill>
            <a:srgbClr val="3366CC"/>
          </a:solidFill>
          <a:ln w="12700">
            <a:solidFill>
              <a:srgbClr val="3366CC"/>
            </a:solidFill>
            <a:prstDash val="solid"/>
          </a:ln>
        </p:spPr>
      </p:sp>
      <p:sp>
        <p:nvSpPr>
          <p:cNvPr id="110" name="Shape 106"/>
          <p:cNvSpPr/>
          <p:nvPr/>
        </p:nvSpPr>
        <p:spPr>
          <a:xfrm>
            <a:off x="4649976" y="2787266"/>
            <a:ext cx="25674" cy="439512"/>
          </a:xfrm>
          <a:prstGeom prst="rect">
            <a:avLst/>
          </a:prstGeom>
          <a:solidFill>
            <a:srgbClr val="3366CC"/>
          </a:solidFill>
          <a:ln w="12700">
            <a:solidFill>
              <a:srgbClr val="3366CC"/>
            </a:solidFill>
            <a:prstDash val="solid"/>
          </a:ln>
        </p:spPr>
      </p:sp>
      <p:sp>
        <p:nvSpPr>
          <p:cNvPr id="111" name="Shape 107"/>
          <p:cNvSpPr/>
          <p:nvPr/>
        </p:nvSpPr>
        <p:spPr>
          <a:xfrm>
            <a:off x="4692766" y="2612089"/>
            <a:ext cx="25674" cy="789867"/>
          </a:xfrm>
          <a:prstGeom prst="rect">
            <a:avLst/>
          </a:prstGeom>
          <a:solidFill>
            <a:srgbClr val="3366CC"/>
          </a:solidFill>
          <a:ln w="12700">
            <a:solidFill>
              <a:srgbClr val="3366CC"/>
            </a:solidFill>
            <a:prstDash val="solid"/>
          </a:ln>
        </p:spPr>
      </p:sp>
      <p:sp>
        <p:nvSpPr>
          <p:cNvPr id="112" name="Shape 108"/>
          <p:cNvSpPr/>
          <p:nvPr/>
        </p:nvSpPr>
        <p:spPr>
          <a:xfrm>
            <a:off x="4735556" y="2445256"/>
            <a:ext cx="25674" cy="1123534"/>
          </a:xfrm>
          <a:prstGeom prst="rect">
            <a:avLst/>
          </a:prstGeom>
          <a:solidFill>
            <a:srgbClr val="3366CC"/>
          </a:solidFill>
          <a:ln w="12700">
            <a:solidFill>
              <a:srgbClr val="3366CC"/>
            </a:solidFill>
            <a:prstDash val="solid"/>
          </a:ln>
        </p:spPr>
      </p:sp>
      <p:sp>
        <p:nvSpPr>
          <p:cNvPr id="113" name="Shape 109"/>
          <p:cNvSpPr/>
          <p:nvPr/>
        </p:nvSpPr>
        <p:spPr>
          <a:xfrm>
            <a:off x="4778346" y="2559713"/>
            <a:ext cx="25674" cy="894619"/>
          </a:xfrm>
          <a:prstGeom prst="rect">
            <a:avLst/>
          </a:prstGeom>
          <a:solidFill>
            <a:srgbClr val="3366CC"/>
          </a:solidFill>
          <a:ln w="12700">
            <a:solidFill>
              <a:srgbClr val="3366CC"/>
            </a:solidFill>
            <a:prstDash val="solid"/>
          </a:ln>
        </p:spPr>
      </p:sp>
      <p:sp>
        <p:nvSpPr>
          <p:cNvPr id="114" name="Shape 110"/>
          <p:cNvSpPr/>
          <p:nvPr/>
        </p:nvSpPr>
        <p:spPr>
          <a:xfrm>
            <a:off x="4821135" y="2800472"/>
            <a:ext cx="25674" cy="413102"/>
          </a:xfrm>
          <a:prstGeom prst="rect">
            <a:avLst/>
          </a:prstGeom>
          <a:solidFill>
            <a:srgbClr val="3366CC"/>
          </a:solidFill>
          <a:ln w="12700">
            <a:solidFill>
              <a:srgbClr val="3366CC"/>
            </a:solidFill>
            <a:prstDash val="solid"/>
          </a:ln>
        </p:spPr>
      </p:sp>
      <p:sp>
        <p:nvSpPr>
          <p:cNvPr id="115" name="Shape 111"/>
          <p:cNvSpPr/>
          <p:nvPr/>
        </p:nvSpPr>
        <p:spPr>
          <a:xfrm>
            <a:off x="4863925" y="2782113"/>
            <a:ext cx="25674" cy="449818"/>
          </a:xfrm>
          <a:prstGeom prst="rect">
            <a:avLst/>
          </a:prstGeom>
          <a:solidFill>
            <a:srgbClr val="3366CC"/>
          </a:solidFill>
          <a:ln w="12700">
            <a:solidFill>
              <a:srgbClr val="3366CC"/>
            </a:solidFill>
            <a:prstDash val="solid"/>
          </a:ln>
        </p:spPr>
      </p:sp>
      <p:sp>
        <p:nvSpPr>
          <p:cNvPr id="116" name="Shape 112"/>
          <p:cNvSpPr/>
          <p:nvPr/>
        </p:nvSpPr>
        <p:spPr>
          <a:xfrm>
            <a:off x="4906715" y="2678831"/>
            <a:ext cx="25674" cy="656384"/>
          </a:xfrm>
          <a:prstGeom prst="rect">
            <a:avLst/>
          </a:prstGeom>
          <a:solidFill>
            <a:srgbClr val="3366CC"/>
          </a:solidFill>
          <a:ln w="12700">
            <a:solidFill>
              <a:srgbClr val="3366CC"/>
            </a:solidFill>
            <a:prstDash val="solid"/>
          </a:ln>
        </p:spPr>
      </p:sp>
      <p:sp>
        <p:nvSpPr>
          <p:cNvPr id="117" name="Shape 113"/>
          <p:cNvSpPr/>
          <p:nvPr/>
        </p:nvSpPr>
        <p:spPr>
          <a:xfrm>
            <a:off x="4949505" y="2385010"/>
            <a:ext cx="25674" cy="1244025"/>
          </a:xfrm>
          <a:prstGeom prst="rect">
            <a:avLst/>
          </a:prstGeom>
          <a:solidFill>
            <a:srgbClr val="3366CC"/>
          </a:solidFill>
          <a:ln w="12700">
            <a:solidFill>
              <a:srgbClr val="3366CC"/>
            </a:solidFill>
            <a:prstDash val="solid"/>
          </a:ln>
        </p:spPr>
      </p:sp>
      <p:sp>
        <p:nvSpPr>
          <p:cNvPr id="118" name="Shape 114"/>
          <p:cNvSpPr/>
          <p:nvPr/>
        </p:nvSpPr>
        <p:spPr>
          <a:xfrm>
            <a:off x="4992295" y="2601537"/>
            <a:ext cx="25674" cy="810971"/>
          </a:xfrm>
          <a:prstGeom prst="rect">
            <a:avLst/>
          </a:prstGeom>
          <a:solidFill>
            <a:srgbClr val="3366CC"/>
          </a:solidFill>
          <a:ln w="12700">
            <a:solidFill>
              <a:srgbClr val="3366CC"/>
            </a:solidFill>
            <a:prstDash val="solid"/>
          </a:ln>
        </p:spPr>
      </p:sp>
      <p:sp>
        <p:nvSpPr>
          <p:cNvPr id="119" name="Shape 115"/>
          <p:cNvSpPr/>
          <p:nvPr/>
        </p:nvSpPr>
        <p:spPr>
          <a:xfrm>
            <a:off x="5035085" y="2515057"/>
            <a:ext cx="25674" cy="983932"/>
          </a:xfrm>
          <a:prstGeom prst="rect">
            <a:avLst/>
          </a:prstGeom>
          <a:solidFill>
            <a:srgbClr val="3366CC"/>
          </a:solidFill>
          <a:ln w="12700">
            <a:solidFill>
              <a:srgbClr val="3366CC"/>
            </a:solidFill>
            <a:prstDash val="solid"/>
          </a:ln>
        </p:spPr>
      </p:sp>
      <p:sp>
        <p:nvSpPr>
          <p:cNvPr id="120" name="Shape 116"/>
          <p:cNvSpPr/>
          <p:nvPr/>
        </p:nvSpPr>
        <p:spPr>
          <a:xfrm>
            <a:off x="5077875" y="2513729"/>
            <a:ext cx="25674" cy="986588"/>
          </a:xfrm>
          <a:prstGeom prst="rect">
            <a:avLst/>
          </a:prstGeom>
          <a:solidFill>
            <a:srgbClr val="3366CC"/>
          </a:solidFill>
          <a:ln w="12700">
            <a:solidFill>
              <a:srgbClr val="3366CC"/>
            </a:solidFill>
            <a:prstDash val="solid"/>
          </a:ln>
        </p:spPr>
      </p:sp>
      <p:sp>
        <p:nvSpPr>
          <p:cNvPr id="121" name="Shape 117"/>
          <p:cNvSpPr/>
          <p:nvPr/>
        </p:nvSpPr>
        <p:spPr>
          <a:xfrm>
            <a:off x="5120664" y="2607155"/>
            <a:ext cx="25674" cy="799735"/>
          </a:xfrm>
          <a:prstGeom prst="rect">
            <a:avLst/>
          </a:prstGeom>
          <a:solidFill>
            <a:srgbClr val="3366CC"/>
          </a:solidFill>
          <a:ln w="12700">
            <a:solidFill>
              <a:srgbClr val="3366CC"/>
            </a:solidFill>
            <a:prstDash val="solid"/>
          </a:ln>
        </p:spPr>
      </p:sp>
      <p:sp>
        <p:nvSpPr>
          <p:cNvPr id="122" name="Shape 118"/>
          <p:cNvSpPr/>
          <p:nvPr/>
        </p:nvSpPr>
        <p:spPr>
          <a:xfrm>
            <a:off x="5163454" y="2772019"/>
            <a:ext cx="25674" cy="470008"/>
          </a:xfrm>
          <a:prstGeom prst="rect">
            <a:avLst/>
          </a:prstGeom>
          <a:solidFill>
            <a:srgbClr val="3366CC"/>
          </a:solidFill>
          <a:ln w="12700">
            <a:solidFill>
              <a:srgbClr val="3366CC"/>
            </a:solidFill>
            <a:prstDash val="solid"/>
          </a:ln>
        </p:spPr>
      </p:sp>
      <p:sp>
        <p:nvSpPr>
          <p:cNvPr id="123" name="Shape 119"/>
          <p:cNvSpPr/>
          <p:nvPr/>
        </p:nvSpPr>
        <p:spPr>
          <a:xfrm>
            <a:off x="5206244" y="2956235"/>
            <a:ext cx="25674" cy="101576"/>
          </a:xfrm>
          <a:prstGeom prst="rect">
            <a:avLst/>
          </a:prstGeom>
          <a:solidFill>
            <a:srgbClr val="3366CC"/>
          </a:solidFill>
          <a:ln w="12700">
            <a:solidFill>
              <a:srgbClr val="3366CC"/>
            </a:solidFill>
            <a:prstDash val="solid"/>
          </a:ln>
        </p:spPr>
      </p:sp>
      <p:sp>
        <p:nvSpPr>
          <p:cNvPr id="124" name="Shape 120"/>
          <p:cNvSpPr/>
          <p:nvPr/>
        </p:nvSpPr>
        <p:spPr>
          <a:xfrm>
            <a:off x="5249034" y="2956235"/>
            <a:ext cx="25674" cy="101576"/>
          </a:xfrm>
          <a:prstGeom prst="rect">
            <a:avLst/>
          </a:prstGeom>
          <a:solidFill>
            <a:srgbClr val="3366CC"/>
          </a:solidFill>
          <a:ln w="12700">
            <a:solidFill>
              <a:srgbClr val="3366CC"/>
            </a:solidFill>
            <a:prstDash val="solid"/>
          </a:ln>
        </p:spPr>
      </p:sp>
      <p:sp>
        <p:nvSpPr>
          <p:cNvPr id="125" name="Shape 121"/>
          <p:cNvSpPr/>
          <p:nvPr/>
        </p:nvSpPr>
        <p:spPr>
          <a:xfrm>
            <a:off x="5291824" y="2956235"/>
            <a:ext cx="25674" cy="101576"/>
          </a:xfrm>
          <a:prstGeom prst="rect">
            <a:avLst/>
          </a:prstGeom>
          <a:solidFill>
            <a:srgbClr val="3366CC"/>
          </a:solidFill>
          <a:ln w="12700">
            <a:solidFill>
              <a:srgbClr val="3366CC"/>
            </a:solidFill>
            <a:prstDash val="solid"/>
          </a:ln>
        </p:spPr>
      </p:sp>
      <p:sp>
        <p:nvSpPr>
          <p:cNvPr id="126" name="Shape 122"/>
          <p:cNvSpPr/>
          <p:nvPr/>
        </p:nvSpPr>
        <p:spPr>
          <a:xfrm>
            <a:off x="5334614" y="2956235"/>
            <a:ext cx="25674" cy="101576"/>
          </a:xfrm>
          <a:prstGeom prst="rect">
            <a:avLst/>
          </a:prstGeom>
          <a:solidFill>
            <a:srgbClr val="3366CC"/>
          </a:solidFill>
          <a:ln w="12700">
            <a:solidFill>
              <a:srgbClr val="3366CC"/>
            </a:solidFill>
            <a:prstDash val="solid"/>
          </a:ln>
        </p:spPr>
      </p:sp>
      <p:sp>
        <p:nvSpPr>
          <p:cNvPr id="127" name="Shape 123"/>
          <p:cNvSpPr/>
          <p:nvPr/>
        </p:nvSpPr>
        <p:spPr>
          <a:xfrm>
            <a:off x="712500" y="1597544"/>
            <a:ext cx="1371600" cy="1664208"/>
          </a:xfrm>
          <a:prstGeom prst="rect">
            <a:avLst/>
          </a:prstGeom>
          <a:solidFill>
            <a:srgbClr val="FFFFFF"/>
          </a:solidFill>
          <a:ln w="9525">
            <a:solidFill>
              <a:srgbClr val="AAAAAA"/>
            </a:solidFill>
            <a:prstDash val="solid"/>
          </a:ln>
        </p:spPr>
      </p:sp>
      <p:sp>
        <p:nvSpPr>
          <p:cNvPr id="128" name="Text 124"/>
          <p:cNvSpPr txBox="1"/>
          <p:nvPr/>
        </p:nvSpPr>
        <p:spPr>
          <a:xfrm>
            <a:off x="822228" y="1624976"/>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a:t>
            </a:r>
            <a:endParaRPr lang="en-US" sz="800" dirty="0"/>
          </a:p>
        </p:txBody>
      </p:sp>
      <p:sp>
        <p:nvSpPr>
          <p:cNvPr id="129" name="Text 125"/>
          <p:cNvSpPr txBox="1"/>
          <p:nvPr/>
        </p:nvSpPr>
        <p:spPr>
          <a:xfrm>
            <a:off x="822228" y="1826144"/>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Open...</a:t>
            </a:r>
            <a:endParaRPr lang="en-US" sz="800" dirty="0"/>
          </a:p>
        </p:txBody>
      </p:sp>
      <p:sp>
        <p:nvSpPr>
          <p:cNvPr id="130" name="Text 126"/>
          <p:cNvSpPr txBox="1"/>
          <p:nvPr/>
        </p:nvSpPr>
        <p:spPr>
          <a:xfrm>
            <a:off x="822228" y="2027312"/>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Recent Files   ›</a:t>
            </a:r>
            <a:endParaRPr lang="en-US" sz="800" dirty="0"/>
          </a:p>
        </p:txBody>
      </p:sp>
      <p:sp>
        <p:nvSpPr>
          <p:cNvPr id="131" name="Shape 127"/>
          <p:cNvSpPr/>
          <p:nvPr/>
        </p:nvSpPr>
        <p:spPr>
          <a:xfrm>
            <a:off x="749076" y="2319920"/>
            <a:ext cx="1298448" cy="0"/>
          </a:xfrm>
          <a:prstGeom prst="line">
            <a:avLst/>
          </a:prstGeom>
          <a:noFill/>
          <a:ln w="6350">
            <a:solidFill>
              <a:srgbClr val="DDDDDD"/>
            </a:solidFill>
            <a:prstDash val="solid"/>
          </a:ln>
        </p:spPr>
      </p:sp>
      <p:sp>
        <p:nvSpPr>
          <p:cNvPr id="132" name="Text 128"/>
          <p:cNvSpPr txBox="1"/>
          <p:nvPr/>
        </p:nvSpPr>
        <p:spPr>
          <a:xfrm>
            <a:off x="822228" y="2429648"/>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Save Project</a:t>
            </a:r>
            <a:endParaRPr lang="en-US" sz="800" dirty="0"/>
          </a:p>
        </p:txBody>
      </p:sp>
      <p:sp>
        <p:nvSpPr>
          <p:cNvPr id="133" name="Text 129"/>
          <p:cNvSpPr txBox="1"/>
          <p:nvPr/>
        </p:nvSpPr>
        <p:spPr>
          <a:xfrm>
            <a:off x="822228" y="2630816"/>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Export Audio...</a:t>
            </a:r>
            <a:endParaRPr lang="en-US" sz="800" dirty="0"/>
          </a:p>
        </p:txBody>
      </p:sp>
      <p:sp>
        <p:nvSpPr>
          <p:cNvPr id="134" name="Shape 130"/>
          <p:cNvSpPr/>
          <p:nvPr/>
        </p:nvSpPr>
        <p:spPr>
          <a:xfrm>
            <a:off x="749076" y="2923424"/>
            <a:ext cx="1298448" cy="0"/>
          </a:xfrm>
          <a:prstGeom prst="line">
            <a:avLst/>
          </a:prstGeom>
          <a:noFill/>
          <a:ln w="6350">
            <a:solidFill>
              <a:srgbClr val="DDDDDD"/>
            </a:solidFill>
            <a:prstDash val="solid"/>
          </a:ln>
        </p:spPr>
      </p:sp>
      <p:sp>
        <p:nvSpPr>
          <p:cNvPr id="135" name="Text 131"/>
          <p:cNvSpPr txBox="1"/>
          <p:nvPr/>
        </p:nvSpPr>
        <p:spPr>
          <a:xfrm>
            <a:off x="822228" y="3033152"/>
            <a:ext cx="12070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Exit</a:t>
            </a:r>
            <a:endParaRPr lang="en-US" sz="800" dirty="0"/>
          </a:p>
        </p:txBody>
      </p:sp>
      <p:sp>
        <p:nvSpPr>
          <p:cNvPr id="136" name="Shape 132"/>
          <p:cNvSpPr/>
          <p:nvPr/>
        </p:nvSpPr>
        <p:spPr>
          <a:xfrm>
            <a:off x="730788" y="2612528"/>
            <a:ext cx="1335024" cy="228600"/>
          </a:xfrm>
          <a:prstGeom prst="roundRect">
            <a:avLst>
              <a:gd name="adj" fmla="val 20000"/>
            </a:avLst>
          </a:prstGeom>
          <a:solidFill>
            <a:srgbClr val="FFFFFF">
              <a:alpha val="0"/>
            </a:srgbClr>
          </a:solidFill>
          <a:ln w="31750">
            <a:solidFill>
              <a:srgbClr val="E53935"/>
            </a:solidFill>
            <a:prstDash val="solid"/>
          </a:ln>
        </p:spPr>
      </p:sp>
      <p:sp>
        <p:nvSpPr>
          <p:cNvPr id="137" name="Shape 133"/>
          <p:cNvSpPr/>
          <p:nvPr/>
        </p:nvSpPr>
        <p:spPr>
          <a:xfrm>
            <a:off x="1928652" y="2475368"/>
            <a:ext cx="274320" cy="274320"/>
          </a:xfrm>
          <a:prstGeom prst="ellipse">
            <a:avLst/>
          </a:prstGeom>
          <a:solidFill>
            <a:srgbClr val="E53935"/>
          </a:solidFill>
          <a:ln w="12700">
            <a:solidFill>
              <a:srgbClr val="FFFFFF"/>
            </a:solidFill>
            <a:prstDash val="solid"/>
          </a:ln>
        </p:spPr>
      </p:sp>
      <p:sp>
        <p:nvSpPr>
          <p:cNvPr id="138" name="Text 134"/>
          <p:cNvSpPr txBox="1"/>
          <p:nvPr/>
        </p:nvSpPr>
        <p:spPr>
          <a:xfrm>
            <a:off x="1928652" y="24753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139" name="Image 2" descr="preencoded.png">    </p:cNvPr>
          <p:cNvPicPr>
            <a:picLocks noChangeAspect="1"/>
          </p:cNvPicPr>
          <p:nvPr/>
        </p:nvPicPr>
        <p:blipFill>
          <a:blip r:embed="rId3"/>
          <a:stretch>
            <a:fillRect/>
          </a:stretch>
        </p:blipFill>
        <p:spPr>
          <a:xfrm>
            <a:off x="1463223" y="2736429"/>
            <a:ext cx="237744" cy="237744"/>
          </a:xfrm>
          <a:prstGeom prst="rect">
            <a:avLst/>
          </a:prstGeom>
        </p:spPr>
      </p:pic>
      <p:sp>
        <p:nvSpPr>
          <p:cNvPr id="140" name="Text 1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141" name="Text 1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File › Export Audio</a:t>
            </a:r>
            <a:endParaRPr lang="en-US" sz="1800" dirty="0"/>
          </a:p>
        </p:txBody>
      </p:sp>
      <p:sp>
        <p:nvSpPr>
          <p:cNvPr id="142" name="Text 1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menu File, lalu Export Audio.</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Fade &amp; Ekspor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1000354" y="1272685"/>
            <a:ext cx="4125773" cy="2426754"/>
          </a:xfrm>
          <a:prstGeom prst="rect">
            <a:avLst/>
          </a:prstGeom>
          <a:solidFill>
            <a:srgbClr val="FFFFFF"/>
          </a:solidFill>
          <a:ln w="9525">
            <a:solidFill>
              <a:srgbClr val="999999"/>
            </a:solidFill>
            <a:prstDash val="solid"/>
          </a:ln>
        </p:spPr>
      </p:sp>
      <p:sp>
        <p:nvSpPr>
          <p:cNvPr id="17" name="Shape 13"/>
          <p:cNvSpPr/>
          <p:nvPr/>
        </p:nvSpPr>
        <p:spPr>
          <a:xfrm>
            <a:off x="1000354" y="1272685"/>
            <a:ext cx="4125773" cy="219456"/>
          </a:xfrm>
          <a:prstGeom prst="rect">
            <a:avLst/>
          </a:prstGeom>
          <a:solidFill>
            <a:srgbClr val="F0F0F0"/>
          </a:solidFill>
          <a:ln w="12700">
            <a:solidFill>
              <a:srgbClr val="F0F0F0"/>
            </a:solidFill>
            <a:prstDash val="solid"/>
          </a:ln>
        </p:spPr>
      </p:sp>
      <p:sp>
        <p:nvSpPr>
          <p:cNvPr id="18" name="Text 14"/>
          <p:cNvSpPr txBox="1"/>
          <p:nvPr/>
        </p:nvSpPr>
        <p:spPr>
          <a:xfrm>
            <a:off x="1091794" y="1272685"/>
            <a:ext cx="321137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Export Audio</a:t>
            </a:r>
            <a:endParaRPr lang="en-US" sz="750" dirty="0"/>
          </a:p>
        </p:txBody>
      </p:sp>
      <p:sp>
        <p:nvSpPr>
          <p:cNvPr id="19" name="Text 15"/>
          <p:cNvSpPr txBox="1"/>
          <p:nvPr/>
        </p:nvSpPr>
        <p:spPr>
          <a:xfrm>
            <a:off x="4303166"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577486"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4851806"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1091794" y="1547005"/>
            <a:ext cx="3942893" cy="182880"/>
          </a:xfrm>
          <a:prstGeom prst="rect">
            <a:avLst/>
          </a:prstGeom>
          <a:solidFill>
            <a:srgbClr val="FFFFFF"/>
          </a:solidFill>
          <a:ln w="9525">
            <a:solidFill>
              <a:srgbClr val="CCCCCC"/>
            </a:solidFill>
            <a:prstDash val="solid"/>
          </a:ln>
        </p:spPr>
      </p:sp>
      <p:sp>
        <p:nvSpPr>
          <p:cNvPr id="23" name="Text 19"/>
          <p:cNvSpPr txBox="1"/>
          <p:nvPr/>
        </p:nvSpPr>
        <p:spPr>
          <a:xfrm>
            <a:off x="1164946" y="1547005"/>
            <a:ext cx="3942893"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Audio</a:t>
            </a:r>
            <a:endParaRPr lang="en-US" sz="750" dirty="0"/>
          </a:p>
        </p:txBody>
      </p:sp>
      <p:pic>
        <p:nvPicPr>
          <p:cNvPr id="24" name="Image 2" descr="preencoded.png">    </p:cNvPr>
          <p:cNvPicPr>
            <a:picLocks noChangeAspect="1"/>
          </p:cNvPicPr>
          <p:nvPr/>
        </p:nvPicPr>
        <p:blipFill>
          <a:blip r:embed="rId3"/>
          <a:stretch>
            <a:fillRect/>
          </a:stretch>
        </p:blipFill>
        <p:spPr>
          <a:xfrm>
            <a:off x="1393546" y="1894477"/>
            <a:ext cx="292608" cy="292608"/>
          </a:xfrm>
          <a:prstGeom prst="rect">
            <a:avLst/>
          </a:prstGeom>
        </p:spPr>
      </p:pic>
      <p:sp>
        <p:nvSpPr>
          <p:cNvPr id="25" name="Text 20"/>
          <p:cNvSpPr txBox="1"/>
          <p:nvPr/>
        </p:nvSpPr>
        <p:spPr>
          <a:xfrm>
            <a:off x="1155802" y="2214517"/>
            <a:ext cx="768096" cy="182880"/>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Nasihat_Ahmad.m4a</a:t>
            </a:r>
            <a:endParaRPr lang="en-US" sz="650" dirty="0"/>
          </a:p>
        </p:txBody>
      </p:sp>
      <p:pic>
        <p:nvPicPr>
          <p:cNvPr id="26" name="Image 3" descr="preencoded.png">    </p:cNvPr>
          <p:cNvPicPr>
            <a:picLocks noChangeAspect="1"/>
          </p:cNvPicPr>
          <p:nvPr/>
        </p:nvPicPr>
        <p:blipFill>
          <a:blip r:embed="rId4"/>
          <a:stretch>
            <a:fillRect/>
          </a:stretch>
        </p:blipFill>
        <p:spPr>
          <a:xfrm>
            <a:off x="2170786" y="1894477"/>
            <a:ext cx="292608" cy="292608"/>
          </a:xfrm>
          <a:prstGeom prst="rect">
            <a:avLst/>
          </a:prstGeom>
        </p:spPr>
      </p:pic>
      <p:sp>
        <p:nvSpPr>
          <p:cNvPr id="27" name="Text 21"/>
          <p:cNvSpPr txBox="1"/>
          <p:nvPr/>
        </p:nvSpPr>
        <p:spPr>
          <a:xfrm>
            <a:off x="1933042" y="2214517"/>
            <a:ext cx="768096" cy="182880"/>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Perkenalan_Ahmad.m4a</a:t>
            </a:r>
            <a:endParaRPr lang="en-US" sz="650" dirty="0"/>
          </a:p>
        </p:txBody>
      </p:sp>
      <p:sp>
        <p:nvSpPr>
          <p:cNvPr id="28" name="Text 22"/>
          <p:cNvSpPr txBox="1"/>
          <p:nvPr/>
        </p:nvSpPr>
        <p:spPr>
          <a:xfrm>
            <a:off x="1137514" y="3132510"/>
            <a:ext cx="73152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File name:</a:t>
            </a:r>
            <a:endParaRPr lang="en-US" sz="800" dirty="0"/>
          </a:p>
        </p:txBody>
      </p:sp>
      <p:sp>
        <p:nvSpPr>
          <p:cNvPr id="29" name="Shape 23"/>
          <p:cNvSpPr/>
          <p:nvPr/>
        </p:nvSpPr>
        <p:spPr>
          <a:xfrm>
            <a:off x="1869034" y="3132510"/>
            <a:ext cx="3028493" cy="201168"/>
          </a:xfrm>
          <a:prstGeom prst="rect">
            <a:avLst/>
          </a:prstGeom>
          <a:solidFill>
            <a:srgbClr val="FFFFFF"/>
          </a:solidFill>
          <a:ln w="12700">
            <a:solidFill>
              <a:srgbClr val="0078D4"/>
            </a:solidFill>
            <a:prstDash val="solid"/>
          </a:ln>
        </p:spPr>
      </p:sp>
      <p:sp>
        <p:nvSpPr>
          <p:cNvPr id="30" name="Text 24"/>
          <p:cNvSpPr txBox="1"/>
          <p:nvPr/>
        </p:nvSpPr>
        <p:spPr>
          <a:xfrm>
            <a:off x="1923898" y="3132510"/>
            <a:ext cx="3028493"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Nasihat1Menit_Ahmad.mp3</a:t>
            </a:r>
            <a:endParaRPr lang="en-US" sz="800" dirty="0"/>
          </a:p>
        </p:txBody>
      </p:sp>
      <p:sp>
        <p:nvSpPr>
          <p:cNvPr id="31" name="Shape 25"/>
          <p:cNvSpPr/>
          <p:nvPr/>
        </p:nvSpPr>
        <p:spPr>
          <a:xfrm>
            <a:off x="3937406" y="3406830"/>
            <a:ext cx="502920" cy="201168"/>
          </a:xfrm>
          <a:prstGeom prst="roundRect">
            <a:avLst>
              <a:gd name="adj" fmla="val 13636"/>
            </a:avLst>
          </a:prstGeom>
          <a:solidFill>
            <a:srgbClr val="0078D4"/>
          </a:solidFill>
          <a:ln w="12700">
            <a:solidFill>
              <a:srgbClr val="0078D4"/>
            </a:solidFill>
            <a:prstDash val="solid"/>
          </a:ln>
        </p:spPr>
      </p:sp>
      <p:sp>
        <p:nvSpPr>
          <p:cNvPr id="32" name="Text 26"/>
          <p:cNvSpPr txBox="1"/>
          <p:nvPr/>
        </p:nvSpPr>
        <p:spPr>
          <a:xfrm>
            <a:off x="3937406" y="3406830"/>
            <a:ext cx="502920" cy="2011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Export</a:t>
            </a:r>
            <a:endParaRPr lang="en-US" sz="800" dirty="0"/>
          </a:p>
        </p:txBody>
      </p:sp>
      <p:sp>
        <p:nvSpPr>
          <p:cNvPr id="33" name="Shape 27"/>
          <p:cNvSpPr/>
          <p:nvPr/>
        </p:nvSpPr>
        <p:spPr>
          <a:xfrm>
            <a:off x="4504334" y="3406830"/>
            <a:ext cx="502920" cy="201168"/>
          </a:xfrm>
          <a:prstGeom prst="roundRect">
            <a:avLst>
              <a:gd name="adj" fmla="val 13636"/>
            </a:avLst>
          </a:prstGeom>
          <a:solidFill>
            <a:srgbClr val="EEEEEE"/>
          </a:solidFill>
          <a:ln w="12700">
            <a:solidFill>
              <a:srgbClr val="EEEEEE"/>
            </a:solidFill>
            <a:prstDash val="solid"/>
          </a:ln>
        </p:spPr>
      </p:sp>
      <p:sp>
        <p:nvSpPr>
          <p:cNvPr id="34" name="Text 28"/>
          <p:cNvSpPr txBox="1"/>
          <p:nvPr/>
        </p:nvSpPr>
        <p:spPr>
          <a:xfrm>
            <a:off x="4504334" y="3406830"/>
            <a:ext cx="502920" cy="201168"/>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Cancel</a:t>
            </a:r>
            <a:endParaRPr lang="en-US" sz="800" dirty="0"/>
          </a:p>
        </p:txBody>
      </p:sp>
      <p:sp>
        <p:nvSpPr>
          <p:cNvPr id="35" name="Shape 29"/>
          <p:cNvSpPr/>
          <p:nvPr/>
        </p:nvSpPr>
        <p:spPr>
          <a:xfrm>
            <a:off x="1869034" y="2839902"/>
            <a:ext cx="1371600" cy="201168"/>
          </a:xfrm>
          <a:prstGeom prst="rect">
            <a:avLst/>
          </a:prstGeom>
          <a:solidFill>
            <a:srgbClr val="FFFFFF"/>
          </a:solidFill>
          <a:ln w="9525">
            <a:solidFill>
              <a:srgbClr val="999999"/>
            </a:solidFill>
            <a:prstDash val="solid"/>
          </a:ln>
        </p:spPr>
      </p:sp>
      <p:sp>
        <p:nvSpPr>
          <p:cNvPr id="36" name="Text 30"/>
          <p:cNvSpPr txBox="1"/>
          <p:nvPr/>
        </p:nvSpPr>
        <p:spPr>
          <a:xfrm>
            <a:off x="1914754" y="2839902"/>
            <a:ext cx="137160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Format: MP3 Files ▾</a:t>
            </a:r>
            <a:endParaRPr lang="en-US" sz="750" dirty="0"/>
          </a:p>
        </p:txBody>
      </p:sp>
      <p:sp>
        <p:nvSpPr>
          <p:cNvPr id="37" name="Shape 31"/>
          <p:cNvSpPr/>
          <p:nvPr/>
        </p:nvSpPr>
        <p:spPr>
          <a:xfrm>
            <a:off x="1850746" y="2821614"/>
            <a:ext cx="1408176" cy="237744"/>
          </a:xfrm>
          <a:prstGeom prst="roundRect">
            <a:avLst>
              <a:gd name="adj" fmla="val 19231"/>
            </a:avLst>
          </a:prstGeom>
          <a:solidFill>
            <a:srgbClr val="FFFFFF">
              <a:alpha val="0"/>
            </a:srgbClr>
          </a:solidFill>
          <a:ln w="31750">
            <a:solidFill>
              <a:srgbClr val="E53935"/>
            </a:solidFill>
            <a:prstDash val="solid"/>
          </a:ln>
        </p:spPr>
      </p:sp>
      <p:sp>
        <p:nvSpPr>
          <p:cNvPr id="38" name="Shape 32"/>
          <p:cNvSpPr/>
          <p:nvPr/>
        </p:nvSpPr>
        <p:spPr>
          <a:xfrm>
            <a:off x="3121762" y="2684454"/>
            <a:ext cx="274320" cy="274320"/>
          </a:xfrm>
          <a:prstGeom prst="ellipse">
            <a:avLst/>
          </a:prstGeom>
          <a:solidFill>
            <a:srgbClr val="E53935"/>
          </a:solidFill>
          <a:ln w="12700">
            <a:solidFill>
              <a:srgbClr val="FFFFFF"/>
            </a:solidFill>
            <a:prstDash val="solid"/>
          </a:ln>
        </p:spPr>
      </p:sp>
      <p:sp>
        <p:nvSpPr>
          <p:cNvPr id="39" name="Text 33"/>
          <p:cNvSpPr txBox="1"/>
          <p:nvPr/>
        </p:nvSpPr>
        <p:spPr>
          <a:xfrm>
            <a:off x="3121762" y="268445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0" name="Image 4" descr="preencoded.png">    </p:cNvPr>
          <p:cNvPicPr>
            <a:picLocks noChangeAspect="1"/>
          </p:cNvPicPr>
          <p:nvPr/>
        </p:nvPicPr>
        <p:blipFill>
          <a:blip r:embed="rId5"/>
          <a:stretch>
            <a:fillRect/>
          </a:stretch>
        </p:blipFill>
        <p:spPr>
          <a:xfrm>
            <a:off x="2623414" y="2950545"/>
            <a:ext cx="237744" cy="237744"/>
          </a:xfrm>
          <a:prstGeom prst="rect">
            <a:avLst/>
          </a:prstGeom>
        </p:spPr>
      </p:pic>
      <p:sp>
        <p:nvSpPr>
          <p:cNvPr id="41" name="Shape 34"/>
          <p:cNvSpPr/>
          <p:nvPr/>
        </p:nvSpPr>
        <p:spPr>
          <a:xfrm>
            <a:off x="1850746" y="3114222"/>
            <a:ext cx="3065069" cy="237744"/>
          </a:xfrm>
          <a:prstGeom prst="roundRect">
            <a:avLst>
              <a:gd name="adj" fmla="val 19231"/>
            </a:avLst>
          </a:prstGeom>
          <a:solidFill>
            <a:srgbClr val="FFFFFF">
              <a:alpha val="0"/>
            </a:srgbClr>
          </a:solidFill>
          <a:ln w="31750">
            <a:solidFill>
              <a:srgbClr val="E53935"/>
            </a:solidFill>
            <a:prstDash val="solid"/>
          </a:ln>
        </p:spPr>
      </p:sp>
      <p:sp>
        <p:nvSpPr>
          <p:cNvPr id="42" name="Shape 35"/>
          <p:cNvSpPr/>
          <p:nvPr/>
        </p:nvSpPr>
        <p:spPr>
          <a:xfrm>
            <a:off x="4778654" y="2977062"/>
            <a:ext cx="274320" cy="274320"/>
          </a:xfrm>
          <a:prstGeom prst="ellipse">
            <a:avLst/>
          </a:prstGeom>
          <a:solidFill>
            <a:srgbClr val="E53935"/>
          </a:solidFill>
          <a:ln w="12700">
            <a:solidFill>
              <a:srgbClr val="FFFFFF"/>
            </a:solidFill>
            <a:prstDash val="solid"/>
          </a:ln>
        </p:spPr>
      </p:sp>
      <p:sp>
        <p:nvSpPr>
          <p:cNvPr id="43" name="Text 36"/>
          <p:cNvSpPr txBox="1"/>
          <p:nvPr/>
        </p:nvSpPr>
        <p:spPr>
          <a:xfrm>
            <a:off x="4778654" y="297706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4" name="Image 5" descr="preencoded.png">    </p:cNvPr>
          <p:cNvPicPr>
            <a:picLocks noChangeAspect="1"/>
          </p:cNvPicPr>
          <p:nvPr/>
        </p:nvPicPr>
        <p:blipFill>
          <a:blip r:embed="rId6"/>
          <a:stretch>
            <a:fillRect/>
          </a:stretch>
        </p:blipFill>
        <p:spPr>
          <a:xfrm>
            <a:off x="3534705" y="3243153"/>
            <a:ext cx="237744" cy="237744"/>
          </a:xfrm>
          <a:prstGeom prst="rect">
            <a:avLst/>
          </a:prstGeom>
        </p:spPr>
      </p:pic>
      <p:sp>
        <p:nvSpPr>
          <p:cNvPr id="45" name="Shape 37"/>
          <p:cNvSpPr/>
          <p:nvPr/>
        </p:nvSpPr>
        <p:spPr>
          <a:xfrm>
            <a:off x="3919118" y="3388542"/>
            <a:ext cx="539496" cy="237744"/>
          </a:xfrm>
          <a:prstGeom prst="roundRect">
            <a:avLst>
              <a:gd name="adj" fmla="val 19231"/>
            </a:avLst>
          </a:prstGeom>
          <a:solidFill>
            <a:srgbClr val="FFFFFF">
              <a:alpha val="0"/>
            </a:srgbClr>
          </a:solidFill>
          <a:ln w="31750">
            <a:solidFill>
              <a:srgbClr val="E53935"/>
            </a:solidFill>
            <a:prstDash val="solid"/>
          </a:ln>
        </p:spPr>
      </p:sp>
      <p:sp>
        <p:nvSpPr>
          <p:cNvPr id="46" name="Shape 38"/>
          <p:cNvSpPr/>
          <p:nvPr/>
        </p:nvSpPr>
        <p:spPr>
          <a:xfrm>
            <a:off x="4321454" y="3251382"/>
            <a:ext cx="274320" cy="274320"/>
          </a:xfrm>
          <a:prstGeom prst="ellipse">
            <a:avLst/>
          </a:prstGeom>
          <a:solidFill>
            <a:srgbClr val="E53935"/>
          </a:solidFill>
          <a:ln w="12700">
            <a:solidFill>
              <a:srgbClr val="FFFFFF"/>
            </a:solidFill>
            <a:prstDash val="solid"/>
          </a:ln>
        </p:spPr>
      </p:sp>
      <p:sp>
        <p:nvSpPr>
          <p:cNvPr id="47" name="Text 39"/>
          <p:cNvSpPr txBox="1"/>
          <p:nvPr/>
        </p:nvSpPr>
        <p:spPr>
          <a:xfrm>
            <a:off x="4321454" y="32513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48" name="Image 6" descr="preencoded.png">    </p:cNvPr>
          <p:cNvPicPr>
            <a:picLocks noChangeAspect="1"/>
          </p:cNvPicPr>
          <p:nvPr/>
        </p:nvPicPr>
        <p:blipFill>
          <a:blip r:embed="rId7"/>
          <a:stretch>
            <a:fillRect/>
          </a:stretch>
        </p:blipFill>
        <p:spPr>
          <a:xfrm>
            <a:off x="4214012" y="3517473"/>
            <a:ext cx="237744" cy="237744"/>
          </a:xfrm>
          <a:prstGeom prst="rect">
            <a:avLst/>
          </a:prstGeom>
        </p:spPr>
      </p:pic>
      <p:sp>
        <p:nvSpPr>
          <p:cNvPr id="49" name="Text 4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50" name="Text 4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MP3, beri nama, Export</a:t>
            </a:r>
            <a:endParaRPr lang="en-US" sz="1800" dirty="0"/>
          </a:p>
        </p:txBody>
      </p:sp>
      <p:sp>
        <p:nvSpPr>
          <p:cNvPr id="51" name="Text 4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Format: MP3. File name: Nasihat1Menit_NamaKamu. Folder: Portofolio › Audio. Klik Export.</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Nasihat 1 Menit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Durasi sekitar 1 menit, tanpa keheningan panjang di awal dan akhir.</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Tidak ada salah ucap, batuk, atau bising yang mengganggu.</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Awal dan akhir memakai fade in dan fade out.</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Tersimpan sebagai Nasihat1Menit_NamaKamu.mp3 di folder Audio.</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7: Audio Digital · Pertemuan 21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Keheningan awal dan akhir sudah dipotong</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Bagian salah ucap sudah dihapus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fade in dan fade out</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File MP3 tersimpan di folder Audio</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paling sulit saat mengedit?</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Di mana nasihatmu bisa diperdengarkan?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Sampaikan kebaikan dengan cara terbaik. Karya yang rapi lebih mudah diterima.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8: video digital dan proyek Video Adab Santri.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1 Modul 7 - Audio Digital</dc:title>
  <dc:subject>PptxGenJS Presentation</dc:subject>
  <dc:creator>PptxGenJS</dc:creator>
  <cp:lastModifiedBy>PptxGenJS</cp:lastModifiedBy>
  <cp:revision>1</cp:revision>
  <dcterms:created xsi:type="dcterms:W3CDTF">2026-10-01T05:24:06Z</dcterms:created>
  <dcterms:modified xsi:type="dcterms:W3CDTF">2026-10-01T05:24:06Z</dcterms:modified>
</cp:coreProperties>
</file>