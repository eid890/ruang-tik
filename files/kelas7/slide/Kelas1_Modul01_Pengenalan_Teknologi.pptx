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1: Pengenalan Teknologi — Proyek: Digital Folder Santri
Terdiri dari 3 pertemuan (Pertemuan 1–3), masing-masing 2 JP / 100 menit.
CARA MEMAKAI SLIDE INI
1. Seluruh materi sudah tersedia di catatan pembicara (speaker notes) setiap slide. Bapak/Ibu guru cukup membacakannya kepada santri. Tidak perlu mencari bahan dari luar.
2. Kalimat di dalam tanda kurung ( ... ) adalah petunjuk tindakan untuk guru, tidak dibacakan.
3. Slide "Panduan Praktik Bergambar" menunjukkan tiruan layar komputer. Kotak MERAH bernomor adalah bagian yang harus diklik santri. Tampilkan slide ini selama santri praktik agar mereka bisa mengikutinya sendiri.
4. Agar bisa membaca naskah sambil menayangkan slide, gunakan Presenter View (saat Slide Show, klik kanan → Show Presenter View). Naskah juga bisa dicetak: File → Print → pilih "Notes Pages".
PERSIAPAN SEBELUM MENGAJAR
- Nyalakan dan cek komputer 15 menit sebelum kelas.
- Sambungkan satu komputer ke proyektor/TV untuk demonstrasi.
- Cobalah sekali langkah-langkah praktik di komputer sendiri sebelum mengajar.
- Jika komputer terbatas, santri bekerja berpasangan dan bergantian memegang mouse.
CATATAN TAMPILAN
Gambar layar mengikuti Windows 11 berbahasa Inggris. Jika komputer pesantren memakai Windows 10, tombol Start berada di pojok kiri bawah, tetapi langkah-langkahnya sama. Jika Windows berbahasa Indonesia: Shut down = Matikan, New = Baru, Folder = Folder, Save As = Simpan Sebagai.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 dengan judul "Mengenal Komputer". Kita akan mengenal bagian-bagian komputer dan belajar cara menyalakan serta mematikannya dengan benar.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mulai, mari kita buka pelajaran ini dengan membaca basmalah dan doa belajar bersama-sama.
(Pimpin doa. Setelah itu cek kehadiran santri.)
Baik, saya punya satu pertanyaan. Coba pikirkan sejenak:
Kalau komputer diibaratkan manusia, bagian mana yang menjadi otaknya?
(Beri waktu 1 menit. Minta 2–3 santri menjawab. Hargai semua jawaban.)
Jawaban yang tepat adalah prosesor, yang berada di dalam kotak CPU. Prosesor itulah yang berpikir dan mengolah semua perintah kita. Monitor bisa diibaratkan wajah yang menampilkan sesuatu, keyboard dan mouse seperti tangan dan telinga yang menerima perintah.
Menarik, bukan? Hari ini kita akan berkenalan lebih dekat dengan komputer.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Hari ini ada tiga hal yang ingin kita capai.
Pertama, kalian mampu menyebutkan bagian-bagian hardware komputer beserta fungsinya.
Kedua, kalian mampu membedakan hardware dan software.
Ketiga, kalian mampu menyalakan dan mematikan komputer dengan cara yang benar.
Alurnya: 10 menit pembukaan, 20 menit materi, 50 menit praktik dengan panduan gambar, 10 menit memeriksa hasil, dan 10 menit refleksi serta penutup.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Anak-anakku, apa sebenarnya komputer itu?
Komputer adalah alat elektronik yang menerima data, mengolahnya, lalu menampilkan hasilnya sesuai perintah kita.
Kata komputer berasal dari bahasa Inggris, "to compute", yang artinya menghitung. Dahulu komputer memang dibuat untuk menghitung angka-angka yang sangat banyak. Komputer pertama di dunia besarnya sebesar satu ruangan kelas! Sekarang komputer bisa kita letakkan di atas meja, bahkan kita pegang di tangan.
Komputer bekerja sangat cepat. Ia bisa menghitung jutaan angka dalam satu detik. Tetapi ingat, komputer tidak punya akal. Komputer hanya bekerja sesuai perintah yang diberikan manusia. Kalau perintahnya salah, hasilnya juga salah.
Contoh komputer di sekitar kita ada banyak: komputer meja yang biasa disebut PC, laptop yang bisa dibawa ke mana-mana, dan HP yang kalian kenal. HP pun sebenarnya adalah komputer kecil.
Maha Suci Allah yang memberi manusia akal sehingga mampu menciptakan alat secanggih ini. Karena itu, mari kita gunakan komputer untuk kebaikan.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Komputer terdiri dari dua bagian besar. Bagian pertama disebut HARDWARE, atau perangkat keras. Hardware adalah bagian komputer yang bisa kita lihat dan kita sentuh.
(Tunjuk setiap kotak di layar, dan bila memungkinkan tunjuk benda aslinya di kelas.)
Yang pertama, MONITOR. Monitor adalah layar yang menampilkan gambar dan tulisan. Tanpa monitor, kita tidak bisa melihat apa yang sedang dikerjakan komputer.
Yang kedua, KEYBOARD, atau papan ketik. Di sini ada tombol huruf, angka, dan tombol-tombol khusus. Keyboard kita pakai untuk mengetik.
Yang ketiga, MOUSE. Mouse artinya tikus, karena bentuknya kecil dan ada kabelnya seperti ekor. Mouse dipakai untuk menggerakkan tanda panah di layar dan untuk mengklik.
Yang keempat, CPU. CPU adalah kotak besar di samping atau di bawah meja. Di dalamnya ada prosesor, yaitu otak komputer yang mengolah semua perintah. Pada laptop, CPU-nya menyatu di bawah keyboard.
Yang kelima, SPEAKER atau pengeras suara, untuk mengeluarkan suara. Misalnya saat kita mendengarkan murattal.
Yang keenam, PRINTER, untuk mencetak tulisan atau gambar ke atas kertas.
Coba sekarang lihat komputer di depan kalian. Hardware apa saja yang bisa kalian temukan?
(Minta beberapa santri menyebutkan sambil menunjuk.)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Bagian kedua dari komputer disebut SOFTWARE, atau perangkat lunak. Software adalah program atau aplikasi yang ada di dalam komputer. Software tidak bisa kita sentuh, tetapi bisa kita lihat dan kita gunakan lewat layar.
Perumpamaannya begini: hardware itu seperti tubuh kita, sedangkan software seperti ilmu dan pikiran yang menggerakkan tubuh. Tubuh yang kuat tanpa ilmu tidak bisa berbuat banyak. Begitu juga komputer. Hardware tanpa software hanyalah kotak yang diam.
Ada beberapa jenis software:
Yang pertama, SISTEM OPERASI. Ini adalah software paling penting yang mengatur seluruh komputer. Komputer kita memakai sistem operasi bernama Windows. Di HP biasanya memakai Android.
Yang kedua, BROWSER. Browser adalah aplikasi untuk membuka internet, misalnya Google Chrome dan Microsoft Edge. Pekan depan kita akan mempelajarinya.
Yang ketiga, PENGOLAH KATA, yaitu aplikasi untuk menulis, seperti Notepad, Microsoft Word, dan Google Docs.
Yang keempat, APLIKASI GAMBAR, untuk menggambar dan mendesain, seperti Paint dan Canva.
Jadi ingat: hardware bisa disentuh, software tidak bisa disentuh. Keduanya harus ada agar komputer bisa bekerja.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bagaimana cara komputer bekerja? Komputer bekerja dalam tiga tahap: INPUT, PROSES, dan OUTPUT.
Tahap pertama, INPUT, artinya masukan. Kita memasukkan data atau perintah ke komputer. Alat untuk memasukkan data disebut alat input, contohnya keyboard dan mouse.
Tahap kedua, PROSES, artinya pengolahan. Data yang kita masukkan diolah oleh prosesor di dalam CPU. Prosesor bekerja sangat cepat, dalam hitungan sepersekian detik.
Tahap ketiga, OUTPUT, artinya keluaran. Hasil pengolahan ditampilkan kepada kita. Alatnya disebut alat output, contohnya monitor, speaker, dan printer.
Contohnya lihat di bagian bawah slide. Ketika kita menekan huruf A di keyboard, itu adalah input. Prosesor mengenali bahwa yang ditekan adalah huruf A, itu proses. Lalu huruf A muncul di layar monitor, itulah output.
Coba kalian pikirkan satu contoh lagi. Ketika kita mengklik tombol putar murattal, mana input, proses, dan output-nya?
(Tunggu jawaban. Jawabannya: klik mouse = input, komputer mengolah file suara = proses, suara keluar dari speaker =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santri, kita punya adab dalam segala hal, termasuk ketika memakai komputer. Komputer pesantren adalah amanah yang harus kita jaga bersama.
Adab pertama, TANGAN BERSIH. Sebelum memakai komputer, pastikan tangan bersih dan kering. Tangan yang kotor atau basah bisa merusak keyboard dan mouse.
Adab kedua, JAUHKAN MAKANAN DAN MINUMAN. Air yang tumpah ke keyboard atau CPU bisa membuat komputer rusak dan bahkan berbahaya karena ada aliran listrik.
Adab ketiga, HATI-HATI DENGAN LISTRIK. Jangan menarik-narik kabel. Jika melihat kabel yang terkelupas atau rusak, jangan disentuh dan segera laporkan kepada guru.
Adab keempat, MATIKAN DENGAN BENAR. Jangan mematikan komputer dengan mencabut kabel atau menekan lama tombol power. Cara itu bisa merusak data dan komputer. Sebentar lagi kita akan praktik cara mematikan yang benar.
Ingatlah, merawat barang amanah adalah bagian dari akhlak seorang muslim.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Tayangkan setiap slide langkah dan biarkan santri mengikutinya. Guru berkeliling membantu.)
Sekarang kita masuk ke bagian praktik. Kita akan belajar dua hal: menyalakan komputer dan mematikan komputer dengan benar.
Perhatikan gambar di setiap slide. Bagian yang diberi kotak MERAH dan nomor adalah bagian yang harus kalian tekan atau klik. Ikuti langkah demi langkah, jangan terburu-buru.
Kalau komputer terbatas, kerjakan berpasangan: satu orang praktik, satu orang membacakan langkahnya, lalu bergantian.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Pastikan kabel listrik komputer sudah tersambung. Lalu cari tombol power pada CPU. Tombol power biasanya bergambar lingkaran dengan garis tegak di atasnya, seperti yang ditandai kotak merah pada gambar.
Tekan tombol itu sekali saja, lalu lepaskan. Jangan ditekan lama-lama.
Kalau kalian memakai laptop, bukalah layarnya, lalu tekan tombol power yang biasanya berada di atas keyboard, di pojok kanan 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Nyalakan monitor dengan menekan tombol kecil yang biasanya ada di bagian bawah atau samping monitor. Lihat kotak merah pada gambar.
Setelah ditekan, akan ada lampu kecil yang menyala. Pada banyak komputer, monitor sudah menyala sendiri. Kalau begitu, langkah ini bisa dilewati.
Sekarang tunggu sebentar. Komputer sedang bersiap-siap. Proses ini disebut booting. Selama menunggu, jangan menekan tombol apa pun.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Setelah menunggu, akan muncul layar seperti pada gambar. Ini disebut layar masuk atau layar login. Ada gambar pengguna dan tulisan Sign in.
Klik tombol Sign in. Jika komputer meminta kata sandi atau password, ketik kata sandi yang diberikan guru, lalu tekan tombol Enter di keyboard.
Ingat, kata sandi itu seperti kunci rumah. Kita tidak boleh memberitahukannya kepada orang lain, dan kita tidak boleh mengintip kata sandi milik orang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Alhamdulillah, komputer sudah menyala. Layar seperti pada gambar ini disebut DESKTOP. Desktop artinya permukaan meja. Di sinilah kita bekerja.
Perhatikan tanda-tanda merah pada gambar.
Nomor 1 adalah Desktop, yaitu layar utama.
Nomor 2 adalah TASKBAR, yaitu baris panjang di bagian bawah layar. Di sini ada ikon-ikon aplikasi dan jam.
Nomor 3 adalah tombol START, bergambar empat kotak kecil seperti jendela. Dari tombol inilah kita membuka aplikasi dan mematikan komputer.
Coba tunjuk tombol Start di komputer kalian masing-masing.
(Periksa apakah semua santri sudah sampai di Desktop.)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belajar mematikan komputer. Sebelum mematikan, ada satu hal penting: tutup dahulu semua aplikasi yang masih terbuka.
Langkah kelima. Lihat pojok kanan atas jendela aplikasi. Ada tanda silang, seperti yang ditandai kotak merah. Klik tanda silang itu untuk menutup aplikasi.
Kalau muncul pertanyaan apakah tulisan ingin disimpan, pilih Save jika tulisan itu penting, atau Don't Save jika tidak perlu disimpan.
Untuk latihan, bukalah dahulu satu aplikasi apa saja, misalnya Paint, lalu tutup dengan tanda silang.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Klik tombol Start. Tombol ini bergambar empat kotak kecil seperti jendela, berada di Taskbar bagian bawah layar.
Pada Windows 11, tombol Start ada di bagian tengah bawah. Pada Windows 10, tombol Start ada di pojok kiri bawah. Keduanya bergambar jendela.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Setelah tombol Start diklik, akan terbuka menu Start seperti pada gambar. Di sini ada daftar aplikasi.
Perhatikan pojok kanan bawah menu. Ada ikon Power, bergambar lingkaran dengan garis tegak di atasnya, sama seperti tombol power di CPU tadi. Klik ikon tersebut.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Setelah ikon Power diklik, muncul tiga pilihan.
Sleep artinya tidur. Komputer beristirahat sementara tetapi tidak mati.
Shut down artinya mematikan komputer sepenuhnya.
Restart artinya mematikan lalu menyalakan kembali secara otomatis.
Karena kita ingin mematikan komputer, klik Shut down, seperti yang ditandai kotak merah. Jika Windows berbahasa Indonesia, tulisannya adalah Matikan.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kesembilan, langkah terakhir. Setelah Shut down diklik, komputer akan mematikan dirinya sendiri. Tunggu sampai layar menjadi hitam dan lampu di CPU padam.
Setelah itu, matikan monitor dengan menekan tombol kecil di monitor, seperti pada gambar.
Ingat, jangan pernah mencabut kabel listrik sebelum komputer benar-benar mati. Mencabut kabel saat komputer masih bekerja bisa merusak data dan komputer.
Alhamdulillah, sekarang coba ulangi dari langkah 1 sampai 9 secara mandiri. Nyalakan komputer, lalu matikan kembali dengan benar.
(Periksa setiap santri. Minta mereka menunjukkan langkah Shut down kepada guru.)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penutup praktik, kerjakan lembar kerja ini di buku tulis kalian.
Nomor satu: tulis nama lima hardware yang ada di depanmu beserta fungsinya.
Nomor dua: tulis nama tiga software yang ada di komputer.
Nomor tiga: tulis satu contoh input, proses, dan output dengan kata-katamu sendiri.
Nomor empat: praktikkan menyalakan dan mematikan komputer di depan guru, lalu minta paraf.
(Beri waktu sekitar 15 menit. Berkeliling dan beri paraf pada buku santri yang sudah berhasil praktik.)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bisa menyebutkan lima hardware?
- bisa menyebutkan tiga software?
- bisa menjelaskan input, proses, dan output?
- mematikan komputer lewat menu Shut down?
(Minta santri mengangkat tangan untuk setiap poin yang sudah bisa.)
Kalau ada yang belum bisa, jangan sedih. Cek ulang slide langkahnya, tanya teman, lalu tanya guru, kemudian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hal baru yang kamu ketahui tentang komputer hari ini?
Pertanyaan kedua: mengapa kita harus menjaga fasilitas komputer pesantren?
(Minta 2–3 santri menjawab.)
Pesan adab kita hari ini: komputer pesantren adalah amanah. Rawatlah seperti kalian menjaga barang milik sendiri. Barang itu dibeli untuk kepentingan belajar banyak santri, maka menjaganya termasuk amal kebaikan.
Pekan depan kita akan belajar menggunakan keyboard, mouse, dan browser untuk membuka internet.
(Pastikan semua komputer sudah dimatikan dengan benar dan kursi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 dengan judul "Keyboard, Mouse &amp; Browser". Kita akan belajar mengendalikan komputer dengan keyboard dan mouse, lalu membuka internet dengan browser.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dengan basmalah dan doa belajar bersama-sama.
(Pimpin doa dan cek kehadiran.)
Pekan lalu kita sudah mengenal hardware dan software. Siapa yang masih ingat, apa bedanya hardware dan software?
(Tunggu jawaban: hardware bisa disentuh, software tidak bisa disentuh.)
Bagus. Sekarang pertanyaan hari ini: siapa yang pernah mengetik di komputer atau HP? Jari mana yang kalian pakai?
(Minta 2–3 santri menjawab.)
Kebanyakan dari kita mengetik dengan satu atau dua jari. Itu tidak salah, tetapi ada cara yang lebih cepat dan lebih rapi. Hari ini kita akan mempelajarinya.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Hari ini kita punya tiga tujuan.
Pertama, kalian mampu menggunakan tombol-tombol penting di keyboard.
Kedua, kalian mampu menggunakan mouse: klik, klik ganda, klik kanan, dan scroll.
Ketiga, kalian mampu membuka browser dan mengunjungi sebuah situs internet.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 kita kenali tombol-tombol penting di keyboard. Perhatikan gambar keyboard di layar. Tombol yang berwarna adalah tombol yang harus kalian hafalkan.
Tombol ENTER, berwarna hijau, berada di sebelah kanan. Fungsinya untuk pindah ke baris baru saat mengetik, atau untuk menjalankan perintah, misalnya setelah mengetik alamat situs.
Tombol BACKSPACE, berwarna merah, di pojok kanan atas. Fungsinya untuk menghapus huruf di sebelah kiri kursor. Kalau salah ketik, tekan tombol ini.
Tombol SHIFT, berwarna kuning, ada dua, di kiri dan kanan. Jika kita menahan Shift sambil menekan huruf, huruf itu akan menjadi huruf besar. Misalnya untuk menulis huruf A besar di awal nama.
Tombol SPASI, berwarna biru, adalah tombol paling panjang di bawah. Fungsinya memberi jarak antar kata.
Terakhir, perhatikan tombol F dan J yang berwarna abu-abu gelap. Di keyboard asli, kedua tombol ini memiliki tonjolan kecil. Coba raba keyboard kalian. Tonjolan itu adalah penanda tempat jari telunjuk kita.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belajar posisi jari yang benar saat mengetik. Posisi ini disebut posisi dasar.
Pertama, letakkan jari telunjuk kiri di huruf F dan jari telunjuk kanan di huruf J. Tombol F dan J berwarna kuning di gambar. Rasakan tonjolan kecilnya.
Kedua, jari-jari yang lain berjajar di sebelahnya. Tangan kiri: kelingking di A, jari manis di S, jari tengah di D, dan telunjuk di F. Tangan kanan: telunjuk di J, jari tengah di K, jari manis di L, dan kelingking di titik koma.
Ketiga, kedua ibu jari diletakkan di atas tombol Spasi.
Keempat, duduk dengan punggung tegak, dan usahakan mata melihat ke layar, bukan ke keyboard.
Awalnya memang terasa lambat. Tidak apa-apa. Seperti menghafal Al-Qur'an, keterampilan mengetik juga datang dengan latihan yang terus-menerus. Yang penting tepat dulu, cepat akan menyusul.
(Minta semua santri meletakkan jari di posisi dasar. Periksa satu per satu.)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belajar menggunakan mouse. Peganglah mouse dengan tangan kanan. Telapak tangan menutupi mouse, jari telunjuk di atas tombol kiri, dan jari tengah di atas tombol kanan.
Ketika mouse digeser di atas meja, tanda panah di layar juga ikut bergerak. Tanda panah ini disebut kursor atau pointer.
Nomor 1, TOMBOL KIRI. Tombol ini paling sering dipakai.
Menekan sekali disebut KLIK, fungsinya memilih sesuatu.
Menekan dua kali dengan cepat disebut KLIK GANDA atau double click, fungsinya membuka sesuatu, misalnya membuka folder.
Nomor 2, TOMBOL KANAN. Menekannya disebut KLIK KANAN. Fungsinya memunculkan menu pilihan. Kita akan sering memakainya pekan depan saat membuat folder.
Nomor 3, RODA di tengah, disebut SCROLL. Jika diputar, halaman di layar akan bergulir ke atas atau ke bawah. Sangat berguna ketika membaca halaman yang panjang.
Terakhir, SERET atau drag. Caranya: tekan dan tahan tombol kiri, lalu geser mouse. Fungsinya untuk memindahkan sesuatu, misalnya memindahkan ikon.
(Minta santri mencoba menggerakkan kursor, klik, dan klik kanan di Desktop.)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mengenal BROWSER. Browser adalah aplikasi untuk membuka dan menjelajahi halaman-halaman di internet. Contohnya Google Chrome, Microsoft Edge, dan Mozilla Firefox. Semua browser cara pakainya mirip.
Perhatikan gambar browser di layar. Ada beberapa bagian penting.
Nomor 1, tombol KEMBALI, bergambar panah ke kiri. Fungsinya kembali ke halaman sebelumnya.
Nomor 2, tombol MUAT ULANG, bergambar panah melingkar. Fungsinya memuat ulang halaman, misalnya jika halaman tidak terbuka dengan sempurna.
Nomor 3, KOLOM ALAMAT. Ini bagian yang paling penting. Di sinilah kita mengetik alamat situs yang ingin dikunjungi. Setiap situs di internet memiliki alamat, seperti rumah yang memiliki alamat. Contohnya google.com, kemenag.go.id, dan kbbi.kemdikbud.go.id.
Nomor 4, ISI HALAMAN, yaitu tempat tampilnya isi situs yang kita buka.
Satu hal lagi: alamat yang berakhiran .go.id adalah situs milik pemerintah Indonesia, dan biasanya informasinya dapat dipercaya.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Sekarang kita praktik. Nyalakan komputer kalian seperti yang sudah kita pelajari pekan lalu.
Kita akan melakukan dua hal. Bagian A: mengetik di aplikasi Notepad. Bagian B: membuka situs internet dengan browser.
Ikuti gambar di setiap slide. Kotak merah adalah bagian yang harus diklik.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Klik tombol Start, yang bergambar empat kotak di bagian bawah layar. Kalian sudah mengenalnya pekan lalu.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Setelah menu Start terbuka, langsung ketik kata notepad dengan keyboard. Tulisan itu akan muncul di kotak pencarian di bagian atas menu, seperti pada gambar.
Ini cara cepat untuk mencari aplikasi apa saja di komputer: klik Start, lalu ketik namanya.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Komputer akan menampilkan hasil pencarian. Klik tulisan Notepad yang ditandai kotak merah. Bisa juga langsung menekan tombol Enter.
Notepad adalah aplikasi sederhana untuk menulis. Di sinilah kita akan berlatih mengetik.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Notepad sudah terbuka. Sekarang ketik perkenalan diri kalian seperti contoh pada gambar.
Baris pertama: Bismillahirrahmanirrahim. Lalu tekan Enter untuk pindah baris.
Baris kedua: Nama, titik dua, lalu nama lengkap kalian.
Baris ketiga: Kelas, titik dua, 1 Wustha.
Baris keempat: Cita-cita, titik dua, lalu cita-cita kalian.
Ingat, untuk huruf besar di awal kata, tahan tombol Shift sambil menekan hurufnya. Kalau salah ketik, tekan Backspace.
Letakkan jari di posisi dasar: telunjuk di F dan J. Ketik perlahan, tidak perlu terburu-buru.
(Berkeliling dan bantu santri. Setelah selesai, jendela Notepad boleh ditutup tanpa disimpan.)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Bagian B, membuka internet.
Langkah kelima. Cari ikon browser di Taskbar bagian bawah. Ikon Chrome berbentuk bulat berwarna, sedangkan ikon Edge berbentuk gelombang biru-hijau. Klik ikon tersebut.
Jika ikonnya tidak ada di Taskbar, gunakan cara tadi: klik Start, lalu ketik chrome atau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Browser sudah terbuka. Klik kolom alamat di bagian atas, yang ditandai kotak merah. Lalu ketik google.com dan tekan Enter.
Google adalah mesin pencari. Kita bisa mencari informasi apa saja di sana.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Halaman Google sudah terbuka. Klik kotak pencarian di tengah halaman, ketik Kota Poso, lalu tekan Enter.
Kata yang kita ketik untuk mencari disebut kata kunci. Nanti di Modul 4 kita akan belajar cara memilih kata kunci yang tepat.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Google menampilkan daftar hasil pencarian. Putar roda mouse ke bawah untuk menggulir dan melihat hasil-hasil lainnya.
Judul yang berwarna biru adalah tautan. Klik salah satu judul untuk membuka halamannya. Setelah membaca, klik tombol Kembali, panah ke kiri, untuk kembali ke hasil pencarian.
Coba temukan satu fakta tentang Kota Poso, lalu tulis di buku kalian.
(Pastikan santri hanya membuka halaman yang sesuai. Aktifkan SafeSearch bila memungkinkan.)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penutup praktik, kerjakan lembar kerja ini.
Nomor satu: ketik di Notepad nama, kelas, cita-cita, dan satu kalimat tentang pesantren kita.
Nomor dua: pastikan setiap kalimat diawali huruf besar dengan tombol Shift.
Nomor tiga: buka google.com, cari Kota Poso, lalu tulis dua fakta di buku tulis.
Nomor empat: tutup semua aplikasi dan matikan komputer dengan benar.
(Periksa hasil santri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periksa hasil kerja. Sudahkah kalian:
- mengetik perkenalan diri di Notepad dengan benar?
- memakai Shift untuk huruf besar?
- bisa klik kanan dan scroll?
- bisa membuka google.com?
(Minta santri mengangkat tangan untuk setiap poin.)
Kalau masih ada yang belum bisa, lihat kembali slide langkahnya, tanya teman, lalu tanya guru.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merenung sejenak.
Pertanyaan pertama: bagian mana yang paling sulit hari ini, keyboard, mouse, atau browser?
Pertanyaan kedua: bagaimana cara agar mengetik semakin lancar?
(Minta 2–3 santri menjawab. Jawaban yang baik: rajin berlatih dan memakai posisi jari yang benar.)
Pesan adab kita hari ini: internet itu seperti pasar yang sangat besar. Ada barang yang baik dan ada yang buruk. Maka awali membuka internet dengan basmalah, dan niatkan untuk mencari ilmu yang bermanfaat. Jika tanpa sengaja melihat sesuatu yang tidak pantas, segera tutup dan beristighfar.
Pekan depan kita akan belajar tentang internet, file, dan folder, lalu membuat proyek pertama kita: Digital Folder Santri.
Mari tutup dengan hamdalah dan doa kafaratul majelis.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 dengan judul "Internet, File &amp; Folder". Hari ini kita memahami internet, file, dan folder, lalu membuat proyek pertama kita: Digital Folder Santri.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dengan basmalah dan doa belajar.
(Pimpin doa dan cek kehadiran.)
Siapa yang masih ingat, apa fungsi tombol Shift dan tombol Backspace?
(Tunggu jawaban: Shift untuk huruf besar, Backspace untuk menghapus.)
Bagus sekali. Sekarang pertanyaan hari ini: kalau buku-buku di lemari kalian berantakan, bertumpuk tidak teratur, apa akibatnya ketika kalian ingin mencari satu buku?
(Minta 2–3 santri menjawab.)
Betul, susah dicari dan membuang waktu. Komputer juga begitu. Jika file disimpan sembarangan, kita akan kesulitan menemukannya. Karena itu hari ini kita belajar menyimpan file dengan rapi di dalam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Hari ini ada tiga tujuan.
Pertama, kalian mampu menjelaskan apa itu internet dengan bahasa sederhana.
Kedua, kalian mampu membedakan file dan folder.
Ketiga, kalian mampu membuat Digital Folder Santri, yaitu folder portofolio pribadi yang akan kalian pakai selama tiga tahun.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Pekan lalu kita sudah membuka internet. Tetapi, apa sebenarnya internet itu?
Internet adalah jaringan yang menghubungkan jutaan komputer di seluruh dunia sehingga bisa saling berbagi informasi.
Kata internet berasal dari "interconnected network", artinya jaringan yang saling terhubung.
Perhatikan gambar di layar. Bola dunia di tengah adalah internet. Di sekelilingnya ada komputer, laptop, dan server yang semuanya tersambung. Seperti jaring laba-laba, setiap titik terhubung dengan titik-titik lainnya.
Komputer tersambung ke internet melalui kabel, WiFi, atau sinyal HP.
Karena semua komputer terhubung, kita yang berada di Poso bisa membaca informasi yang ditulis orang di Makkah, Kairo, atau Jakarta dalam hitungan detik. Masya Allah, luar biasa bukan?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Internet seperti pisau. Di tangan koki, pisau dipakai untuk memasak makanan yang lezat. Tetapi di tangan orang yang salah, pisau bisa melukai. Internet pun memiliki manfaat dan juga bahaya.
Lihat kolom hijau, MANFAAT internet:
Pertama, mencari ilmu dan informasi. Kita bisa belajar apa saja.
Kedua, berkomunikasi dengan keluarga yang jauh.
Ketiga, berdakwah dan berbagi karya yang bermanfaat.
Keempat, mempelajari keterampilan baru.
Sekarang kolom merah, hal yang harus kita WASPADAI:
Pertama, konten yang tidak pantas. Jika tanpa sengaja melihatnya, segera tutup dan beristighfar.
Kedua, berita bohong atau hoaks. Tidak semua yang ada di internet itu benar.
Ketiga, penipuan dan pencurian data. Jangan pernah memberikan kata sandi atau data pribadi kepada orang yang tidak dikenal.
Keempat, lalai waktu. Internet bisa membuat kita lupa waktu, bahkan lupa sholat.
Maka gunakan internet dengan bijak, secukupnya, dan untuk kebaikan.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kita belajar tentang FILE. File adalah satu berkas data yang tersimpan di komputer. Setiap tulisan, gambar, suara, dan video yang ada di komputer disimpan dalam bentuk file.
Ada beberapa jenis file:
Yang pertama, file DOKUMEN, berisi tulisan. Misalnya file perkenalan yang kita ketik di Notepad.
Yang kedua, file GAMBAR, berisi foto atau desain. Misalnya poster dakwah atau foto kegiatan.
Yang ketiga, file SUARA atau audio. Misalnya rekaman murattal atau nasihat.
Yang keempat, file VIDEO, berisi gambar bergerak dan suara.
Perhatikan nama file pada contoh. Ada tulisan di belakang titik, seperti .txt, .png, .mp3, dan .mp4. Bagian ini disebut ekstensi. Ekstensi memberi tahu komputer jenis file tersebut. .txt berarti teks, .png dan .jpg berarti gambar, .mp3 berarti suara, dan .mp4 berarti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Lalu apa itu FOLDER?
Folder adalah wadah untuk menyimpan dan mengelompokkan file. Perumpamaannya seperti lemari kalian di asrama. Lemari itu punya beberapa laci. Laci pertama untuk baju, laci kedua untuk kitab, laci ketiga untuk perlengkapan mandi. Dengan begitu, barang mudah dicari.
Folder di komputer juga begitu. Ikonnya bergambar map berwarna kuning.
Ada tiga hal yang perlu diingat.
Pertama, satu folder bisa berisi banyak file.
Kedua, folder bisa berisi folder lain di dalamnya. Folder di dalam folder disebut SUBFOLDER.
Ketiga, kelompokkan file yang sejenis ke dalam satu folder. Semua gambar di folder gambar, semua tulisan di folder tulisan.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proyek pertama kalian: DIGITAL FOLDER SANTRI. Perhatikan rancangannya di layar.
Di komputer ada folder bernama Documents. Di dalam Documents, kita buat satu folder bernama Portofolio, garis bawah, lalu nama kalian. Contohnya Portofolio_Ahmad.
Di dalam folder portofolio itu, kita buat lima subfolder:
Dokumen, untuk menyimpan tulisan.
Desain, untuk menyimpan poster dan gambar.
Audio, untuk menyimpan rekaman suara.
Video, untuk menyimpan video.
Proyek, untuk menyimpan proyek-proyek besar.
Lalu, di dalam folder Dokumen, kita simpan file pertama: Perkenalan_Ahmad.txt.
Folder ini akan menemani kalian selama tiga tahun belajar IT. Setiap karya kalian akan disimpan di sini. Di akhir kelas 3, folder ini akan menjadi bukti perjalanan belajar kalian.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Terakhir, aturan memberi nama file dan folder. Nama yang baik membuat file mudah dicari.
Lihat kolom hijau, contoh nama yang BAIK: Perkenalan_Ahmad, Poster_Dakwah_Ahmad, Tugas_IT_Pertemuan3. Nama-nama ini jelas: kita langsung tahu isinya dan milik siapa.
Sekarang kolom merah, contoh nama yang BURUK: New folder (2), aaaaa, dan tugas ahmad fix banget. Nama-nama ini tidak jelas. Satu bulan kemudian, kita pasti lupa isinya.
Ada tiga aturan yang kita sepakati:
Pertama, nama harus jelas menggambarkan isinya.
Kedua, cantumkan nama pemiliknya.
Ketiga, gunakan garis bawah sebagai pengganti spasi. Garis bawah diketik dengan menahan Shift lalu menekan tombol minus, di sebelah kanan angka nol.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Sekarang saatnya membuat proyek pertama kalian: Digital Folder Santri.
Bagian A, kita membuat folder portofolio dan lima subfolder di dalamnya.
Bagian B, kita menyimpan file perkenalan diri ke folder Dokumen.
Nyalakan komputer, dan ikuti gambar langkah demi langkah.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Klik ikon bergambar map kuning di Taskbar, seperti yang ditandai kotak merah. Aplikasi ini bernama FILE EXPLORER. Fungsinya untuk melihat dan mengatur file serta folder di komputer.
Ada cara cepat juga: tekan tombol Windows, yaitu tombol bergambar jendela di keyboard, bersamaan dengan huruf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File Explorer sudah terbuka. Lihat panel di sebelah kiri. Ada beberapa folder: Home, Desktop, Documents, Downloads, dan Pictures.
Klik folder Documents, yang ditandai kotak merah. Di sinilah kita akan membuat folder portofolio.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Sekarang kita berada di dalam folder Documents. Arahkan kursor ke area yang kosong, lalu KLIK KANAN.
Akan muncul menu pilihan. Arahkan kursor ke tulisan New, yang ditandai huruf a. Lalu muncul menu kecil di sampingnya. Klik tulisan Folder, yang ditandai huruf b.
Jika Windows berbahasa Indonesia, tulisannya adalah Baru, lalu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Sebuah folder baru muncul, dan namanya dalam keadaan biru, siap diganti.
Langsung ketik nama folder: Portofolio, garis bawah, lalu nama kalian. Contohnya Portofolio_Ahmad. Setelah itu tekan Enter.
Kalau terlanjur salah nama, jangan khawatir. Klik folder itu sekali, tekan tombol F2 di keyboard, lalu ketik ulang namanya.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Folder portofolio sudah jadi. Sekarang buka folder tersebut dengan KLIK GANDA, artinya menekan tombol kiri mouse dua kali dengan cepat.
Kalian akan masuk ke dalam folder yang masih kosong.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Sekarang kita berada di dalam folder portofolio. Perhatikan alamat di bagian atas: Documents, tanda panah, Portofolio_Ahmad. Artinya kita sudah berada di tempat yang benar.
Di sini, buat lima folder baru dengan cara yang sama seperti langkah 3 dan 4: klik kanan di area kosong, pilih New, pilih Folder, lalu ketik namanya dan tekan Enter.
Lima folder itu adalah: Dokumen, Desain, Audio, Video, dan Proyek.
Setelah selesai, hasilnya harus seperti gambar. Komputer akan mengurutkannya sesuai abjad.
(Berkeliling dan periksa. Bantu santri yang salah letak foldernya.)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Sekarang Bagian B, menyimpan file.
Langkah ketujuh. Buka Notepad seperti pekan lalu: klik Start, ketik notepad, lalu tekan Enter.
Ketik perkenalan diri kalian seperti contoh: Bismillahirrahmanirrahim, nama, kelas, asal, cita-cita, dan hobi. Setiap baris diakhiri dengan 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Setelah selesai mengetik, kita simpan tulisan itu menjadi file.
Klik menu File di pojok kiri atas Notepad. Akan muncul daftar pilihan. Klik Save As, yang ditandai kotak merah. Save As artinya simpan sebagai.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kesembilan, langkah terakhir. Muncul jendela Save As seperti pada gambar.
Perhatikan tiga tanda merah.
Nomor 1: cari folder Documents, lalu Portofolio milik kalian, lalu klik ganda folder Dokumen. Pastikan alamat di atas menunjukkan folder Dokumen milik kalian.
Nomor 2: klik kotak File name, hapus tulisan yang ada, lalu ketik nama file: Perkenalan, garis bawah, nama kalian. Contohnya Perkenalan_Ahmad.
Nomor 3: klik tombol Save.
Alhamdulillah, file pertama kalian sudah tersimpan di Digital Folder Santri!
Untuk memeriksa, buka kembali File Explorer, masuk ke Documents, Portofolio, lalu Dokumen. File kalian harus ada di sana.
(Periksa hasil setiap santri.)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Proyek Digital Folder Santri dinyatakan selesai jika empat syarat ini terpenuhi.
Satu, ada folder Portofolio dengan nama kalian di dalam Documents.
Dua, di dalamnya ada lima subfolder: Dokumen, Desain, Audio, Video, dan Proyek.
Tiga, file perkenalan kalian tersimpan di folder Dokumen.
Empat, kalian bisa menunjukkan letak file itu kepada guru tanpa bantuan.
(Panggil santri satu per satu atau berkeliling. Minta mereka membuka File Explorer dan menunjukkan file perkenalannya. Catat yang sudah selesai.)
Catatan guru: jika komputer dipakai bergantian oleh banyak kelas, sepakati bahwa folder portofolio tidak boleh dihapus atau dibuka oleh santri 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periksa hasil proyek. Sudahkah kalian:
- membuat folder Portofolio dengan nama sendiri?
- membuat lima subfolder dengan lengkap?
- menyimpan file perkenalan di folder Dokumen?
- memberi nama file dan folder sesuai aturan?
(Minta santri mengangkat tangan untuk setiap poin.)
Bagi yang belum selesai, lihat kembali slide langkahnya dan minta bantuan teman yang sudah berhasil.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merenung sejenak.
Pertanyaan pertama: mengapa menyimpan file dengan rapi itu penting?
Pertanyaan kedua: apa hubungan kerapian digital dengan adab seorang santri?
(Minta 2–3 santri menjawab.)
Pesan adab kita hari ini: kerapian adalah bagian dari akhlak. Rasulullah shallallahu 'alaihi wasallam menyukai kerapian dan kebersihan. Santri yang rapi di kamar, hendaknya juga rapi di komputer.
Satu lagi: folder portofolio milik teman adalah hak teman. Jangan dibuka, diubah, atau dihapus tanpa izin.
Alhamdulillah, Modul 1 sudah selesai. Pekan depan kita masuk Modul 2: belajar mengolah file lebih lanjut dan menyimpannya di Google Drive.
Mari tutup dengan hamdalah dan doa kafaratul majelis.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slideLayout" Target="../slideLayouts/slideLayout1.xml"/><Relationship Id="rId1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slideLayout" Target="../slideLayouts/slideLayout1.xml"/><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image" Target="../media/image-17-15.png"/><Relationship Id="rId16" Type="http://schemas.openxmlformats.org/officeDocument/2006/relationships/image" Target="../media/image-17-16.png"/><Relationship Id="rId17" Type="http://schemas.openxmlformats.org/officeDocument/2006/relationships/image" Target="../media/image-17-17.png"/><Relationship Id="rId18" Type="http://schemas.openxmlformats.org/officeDocument/2006/relationships/slideLayout" Target="../slideLayouts/slideLayout1.xml"/><Relationship Id="rId1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image" Target="../media/image-18-13.png"/><Relationship Id="rId14" Type="http://schemas.openxmlformats.org/officeDocument/2006/relationships/image" Target="../media/image-18-14.png"/><Relationship Id="rId15" Type="http://schemas.openxmlformats.org/officeDocument/2006/relationships/image" Target="../media/image-18-15.png"/><Relationship Id="rId16" Type="http://schemas.openxmlformats.org/officeDocument/2006/relationships/image" Target="../media/image-18-16.png"/><Relationship Id="rId17" Type="http://schemas.openxmlformats.org/officeDocument/2006/relationships/image" Target="../media/image-18-17.png"/><Relationship Id="rId18" Type="http://schemas.openxmlformats.org/officeDocument/2006/relationships/slideLayout" Target="../slideLayouts/slideLayout1.xml"/><Relationship Id="rId1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slideLayout" Target="../slideLayouts/slideLayout1.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slideLayout" Target="../slideLayouts/slideLayout1.xml"/><Relationship Id="rId9"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image" Target="../media/image-32-7.png"/><Relationship Id="rId8" Type="http://schemas.openxmlformats.org/officeDocument/2006/relationships/image" Target="../media/image-32-8.png"/><Relationship Id="rId9" Type="http://schemas.openxmlformats.org/officeDocument/2006/relationships/image" Target="../media/image-32-9.png"/><Relationship Id="rId10" Type="http://schemas.openxmlformats.org/officeDocument/2006/relationships/image" Target="../media/image-32-10.png"/><Relationship Id="rId11" Type="http://schemas.openxmlformats.org/officeDocument/2006/relationships/image" Target="../media/image-32-11.png"/><Relationship Id="rId12" Type="http://schemas.openxmlformats.org/officeDocument/2006/relationships/image" Target="../media/image-32-12.png"/><Relationship Id="rId13" Type="http://schemas.openxmlformats.org/officeDocument/2006/relationships/image" Target="../media/image-32-13.png"/><Relationship Id="rId14" Type="http://schemas.openxmlformats.org/officeDocument/2006/relationships/image" Target="../media/image-32-14.png"/><Relationship Id="rId15" Type="http://schemas.openxmlformats.org/officeDocument/2006/relationships/image" Target="../media/image-32-15.png"/><Relationship Id="rId16" Type="http://schemas.openxmlformats.org/officeDocument/2006/relationships/image" Target="../media/image-32-16.png"/><Relationship Id="rId17" Type="http://schemas.openxmlformats.org/officeDocument/2006/relationships/image" Target="../media/image-32-17.png"/><Relationship Id="rId18" Type="http://schemas.openxmlformats.org/officeDocument/2006/relationships/slideLayout" Target="../slideLayouts/slideLayout1.xml"/><Relationship Id="rId1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image" Target="../media/image-33-10.png"/><Relationship Id="rId11" Type="http://schemas.openxmlformats.org/officeDocument/2006/relationships/image" Target="../media/image-33-11.png"/><Relationship Id="rId12" Type="http://schemas.openxmlformats.org/officeDocument/2006/relationships/image" Target="../media/image-33-12.png"/><Relationship Id="rId13" Type="http://schemas.openxmlformats.org/officeDocument/2006/relationships/slideLayout" Target="../slideLayouts/slideLayout1.xml"/><Relationship Id="rId1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slideLayout" Target="../slideLayouts/slideLayout1.xml"/><Relationship Id="rId10"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image" Target="../media/image-35-5.png"/><Relationship Id="rId6" Type="http://schemas.openxmlformats.org/officeDocument/2006/relationships/image" Target="../media/image-35-6.png"/><Relationship Id="rId7" Type="http://schemas.openxmlformats.org/officeDocument/2006/relationships/image" Target="../media/image-35-7.png"/><Relationship Id="rId8" Type="http://schemas.openxmlformats.org/officeDocument/2006/relationships/image" Target="../media/image-35-8.png"/><Relationship Id="rId9" Type="http://schemas.openxmlformats.org/officeDocument/2006/relationships/slideLayout" Target="../slideLayouts/slideLayout1.xml"/><Relationship Id="rId10"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slideLayout" Target="../slideLayouts/slideLayout1.xml"/><Relationship Id="rId10"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slideLayout" Target="../slideLayouts/slideLayout1.xml"/><Relationship Id="rId9"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slideLayout" Target="../slideLayouts/slideLayout1.xml"/><Relationship Id="rId9"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slideLayout" Target="../slideLayouts/slideLayout1.xml"/><Relationship Id="rId10"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slideLayout" Target="../slideLayouts/slideLayout1.xml"/><Relationship Id="rId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slideLayout" Target="../slideLayouts/slideLayout1.xml"/><Relationship Id="rId8"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slideLayout" Target="../slideLayouts/slideLayout1.xml"/><Relationship Id="rId5"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image" Target="../media/image-49-7.png"/><Relationship Id="rId8" Type="http://schemas.openxmlformats.org/officeDocument/2006/relationships/image" Target="../media/image-49-8.png"/><Relationship Id="rId9" Type="http://schemas.openxmlformats.org/officeDocument/2006/relationships/image" Target="../media/image-49-9.png"/><Relationship Id="rId10" Type="http://schemas.openxmlformats.org/officeDocument/2006/relationships/image" Target="../media/image-49-10.png"/><Relationship Id="rId11" Type="http://schemas.openxmlformats.org/officeDocument/2006/relationships/slideLayout" Target="../slideLayouts/slideLayout1.xml"/><Relationship Id="rId1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1.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image" Target="../media/image-52-6.png"/><Relationship Id="rId7" Type="http://schemas.openxmlformats.org/officeDocument/2006/relationships/image" Target="../media/image-52-7.png"/><Relationship Id="rId8" Type="http://schemas.openxmlformats.org/officeDocument/2006/relationships/image" Target="../media/image-52-8.png"/><Relationship Id="rId9" Type="http://schemas.openxmlformats.org/officeDocument/2006/relationships/slideLayout" Target="../slideLayouts/slideLayout1.xml"/><Relationship Id="rId10"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image" Target="../media/image-53-4.png"/><Relationship Id="rId5" Type="http://schemas.openxmlformats.org/officeDocument/2006/relationships/image" Target="../media/image-53-5.png"/><Relationship Id="rId6" Type="http://schemas.openxmlformats.org/officeDocument/2006/relationships/image" Target="../media/image-53-6.png"/><Relationship Id="rId7" Type="http://schemas.openxmlformats.org/officeDocument/2006/relationships/image" Target="../media/image-53-7.png"/><Relationship Id="rId8" Type="http://schemas.openxmlformats.org/officeDocument/2006/relationships/image" Target="../media/image-53-8.png"/><Relationship Id="rId9" Type="http://schemas.openxmlformats.org/officeDocument/2006/relationships/image" Target="../media/image-53-9.png"/><Relationship Id="rId10" Type="http://schemas.openxmlformats.org/officeDocument/2006/relationships/image" Target="../media/image-53-10.png"/><Relationship Id="rId11" Type="http://schemas.openxmlformats.org/officeDocument/2006/relationships/image" Target="../media/image-53-11.png"/><Relationship Id="rId12" Type="http://schemas.openxmlformats.org/officeDocument/2006/relationships/image" Target="../media/image-53-12.png"/><Relationship Id="rId13" Type="http://schemas.openxmlformats.org/officeDocument/2006/relationships/image" Target="../media/image-53-13.png"/><Relationship Id="rId14" Type="http://schemas.openxmlformats.org/officeDocument/2006/relationships/slideLayout" Target="../slideLayouts/slideLayout1.xml"/><Relationship Id="rId1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image" Target="../media/image-54-7.png"/><Relationship Id="rId8" Type="http://schemas.openxmlformats.org/officeDocument/2006/relationships/image" Target="../media/image-54-8.png"/><Relationship Id="rId9" Type="http://schemas.openxmlformats.org/officeDocument/2006/relationships/image" Target="../media/image-54-9.png"/><Relationship Id="rId10" Type="http://schemas.openxmlformats.org/officeDocument/2006/relationships/image" Target="../media/image-54-10.png"/><Relationship Id="rId11" Type="http://schemas.openxmlformats.org/officeDocument/2006/relationships/image" Target="../media/image-54-11.png"/><Relationship Id="rId12" Type="http://schemas.openxmlformats.org/officeDocument/2006/relationships/image" Target="../media/image-54-12.png"/><Relationship Id="rId13" Type="http://schemas.openxmlformats.org/officeDocument/2006/relationships/slideLayout" Target="../slideLayouts/slideLayout1.xml"/><Relationship Id="rId1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image" Target="../media/image-55-4.png"/><Relationship Id="rId5" Type="http://schemas.openxmlformats.org/officeDocument/2006/relationships/image" Target="../media/image-55-5.png"/><Relationship Id="rId6" Type="http://schemas.openxmlformats.org/officeDocument/2006/relationships/image" Target="../media/image-55-6.png"/><Relationship Id="rId7" Type="http://schemas.openxmlformats.org/officeDocument/2006/relationships/image" Target="../media/image-55-7.png"/><Relationship Id="rId8" Type="http://schemas.openxmlformats.org/officeDocument/2006/relationships/image" Target="../media/image-55-8.png"/><Relationship Id="rId9" Type="http://schemas.openxmlformats.org/officeDocument/2006/relationships/image" Target="../media/image-55-9.png"/><Relationship Id="rId10" Type="http://schemas.openxmlformats.org/officeDocument/2006/relationships/image" Target="../media/image-55-10.png"/><Relationship Id="rId11" Type="http://schemas.openxmlformats.org/officeDocument/2006/relationships/slideLayout" Target="../slideLayouts/slideLayout1.xml"/><Relationship Id="rId1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image" Target="../media/image-56-3.png"/><Relationship Id="rId4" Type="http://schemas.openxmlformats.org/officeDocument/2006/relationships/image" Target="../media/image-56-4.png"/><Relationship Id="rId5" Type="http://schemas.openxmlformats.org/officeDocument/2006/relationships/image" Target="../media/image-56-5.png"/><Relationship Id="rId6" Type="http://schemas.openxmlformats.org/officeDocument/2006/relationships/image" Target="../media/image-56-6.png"/><Relationship Id="rId7" Type="http://schemas.openxmlformats.org/officeDocument/2006/relationships/image" Target="../media/image-56-7.png"/><Relationship Id="rId8" Type="http://schemas.openxmlformats.org/officeDocument/2006/relationships/image" Target="../media/image-56-8.png"/><Relationship Id="rId9" Type="http://schemas.openxmlformats.org/officeDocument/2006/relationships/image" Target="../media/image-56-9.png"/><Relationship Id="rId10" Type="http://schemas.openxmlformats.org/officeDocument/2006/relationships/slideLayout" Target="../slideLayouts/slideLayout1.xml"/><Relationship Id="rId11"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image" Target="../media/image-57-5.png"/><Relationship Id="rId6" Type="http://schemas.openxmlformats.org/officeDocument/2006/relationships/image" Target="../media/image-57-6.png"/><Relationship Id="rId7" Type="http://schemas.openxmlformats.org/officeDocument/2006/relationships/image" Target="../media/image-57-7.png"/><Relationship Id="rId8" Type="http://schemas.openxmlformats.org/officeDocument/2006/relationships/image" Target="../media/image-57-8.png"/><Relationship Id="rId9" Type="http://schemas.openxmlformats.org/officeDocument/2006/relationships/image" Target="../media/image-57-9.png"/><Relationship Id="rId10" Type="http://schemas.openxmlformats.org/officeDocument/2006/relationships/image" Target="../media/image-57-10.png"/><Relationship Id="rId11" Type="http://schemas.openxmlformats.org/officeDocument/2006/relationships/image" Target="../media/image-57-11.png"/><Relationship Id="rId12" Type="http://schemas.openxmlformats.org/officeDocument/2006/relationships/image" Target="../media/image-57-12.png"/><Relationship Id="rId13" Type="http://schemas.openxmlformats.org/officeDocument/2006/relationships/image" Target="../media/image-57-13.png"/><Relationship Id="rId14" Type="http://schemas.openxmlformats.org/officeDocument/2006/relationships/image" Target="../media/image-57-14.png"/><Relationship Id="rId15" Type="http://schemas.openxmlformats.org/officeDocument/2006/relationships/slideLayout" Target="../slideLayouts/slideLayout1.xml"/><Relationship Id="rId1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image" Target="../media/image-58-5.png"/><Relationship Id="rId6" Type="http://schemas.openxmlformats.org/officeDocument/2006/relationships/image" Target="../media/image-58-6.png"/><Relationship Id="rId7" Type="http://schemas.openxmlformats.org/officeDocument/2006/relationships/image" Target="../media/image-58-7.png"/><Relationship Id="rId8" Type="http://schemas.openxmlformats.org/officeDocument/2006/relationships/slideLayout" Target="../slideLayouts/slideLayout1.xml"/><Relationship Id="rId9"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5" Type="http://schemas.openxmlformats.org/officeDocument/2006/relationships/image" Target="../media/image-59-5.png"/><Relationship Id="rId6" Type="http://schemas.openxmlformats.org/officeDocument/2006/relationships/image" Target="../media/image-59-6.png"/><Relationship Id="rId7" Type="http://schemas.openxmlformats.org/officeDocument/2006/relationships/image" Target="../media/image-59-7.png"/><Relationship Id="rId8" Type="http://schemas.openxmlformats.org/officeDocument/2006/relationships/image" Target="../media/image-59-8.png"/><Relationship Id="rId9" Type="http://schemas.openxmlformats.org/officeDocument/2006/relationships/slideLayout" Target="../slideLayouts/slideLayout1.xml"/><Relationship Id="rId10"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image" Target="../media/image-60-5.png"/><Relationship Id="rId6" Type="http://schemas.openxmlformats.org/officeDocument/2006/relationships/image" Target="../media/image-60-6.png"/><Relationship Id="rId7" Type="http://schemas.openxmlformats.org/officeDocument/2006/relationships/image" Target="../media/image-60-7.png"/><Relationship Id="rId8" Type="http://schemas.openxmlformats.org/officeDocument/2006/relationships/image" Target="../media/image-60-8.png"/><Relationship Id="rId9" Type="http://schemas.openxmlformats.org/officeDocument/2006/relationships/image" Target="../media/image-60-9.png"/><Relationship Id="rId10" Type="http://schemas.openxmlformats.org/officeDocument/2006/relationships/image" Target="../media/image-60-10.png"/><Relationship Id="rId11" Type="http://schemas.openxmlformats.org/officeDocument/2006/relationships/image" Target="../media/image-60-11.png"/><Relationship Id="rId12" Type="http://schemas.openxmlformats.org/officeDocument/2006/relationships/slideLayout" Target="../slideLayouts/slideLayout1.xml"/><Relationship Id="rId1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image" Target="../media/image-62-2.png"/><Relationship Id="rId3" Type="http://schemas.openxmlformats.org/officeDocument/2006/relationships/slideLayout" Target="../slideLayouts/slideLayout1.xml"/><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1 WUSTHA  ·  SEMESTER 1  ·  MODUL 1</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Pengenalan Teknologi</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Digital Folder Santri</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mengenal komputer, keyboard, mouse, browser, internet, serta file dan folder, lalu membuat folder digital pribadi sebagai rumah portofolionya.</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01</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Mengenal Komputer</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02</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Keyboard, Mouse &amp; Browser</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03</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Internet, File &amp; Folder</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Komputer/laptop Windows, browser (Chrome/Edge), File Explorer, Notepad, proyektor/TV</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01</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Mengenal Komputer</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Hardware, software, dan cara kerja komputer</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 Pengenalan Teknologi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Kalau komputer diibaratkan manusia, bagian mana yang menjadi otaknya?</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01</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Menyebutkan bagian-bagian hardware dan fungsinya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Membedakan hardware dan software</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Menyalakan dan mematikan komputer dengan benar</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Apa Itu Komputer?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Komputer</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Komputer adalah alat elektronik yang menerima data, mengolahnya, lalu menampilkan hasilnya sesuai perintah kita.</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Berasal dari kata compute, artinya menghitung</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Bekerja sangat cepat, tetapi hanya mengikuti perintah</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Contohnya: komputer meja (PC), laptop, bahkan HP</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Hardware: Bagian yang Bisa Disentuh</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5908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Monitor</a:t>
            </a:r>
            <a:endParaRPr lang="en-US" sz="1600" dirty="0"/>
          </a:p>
        </p:txBody>
      </p:sp>
      <p:sp>
        <p:nvSpPr>
          <p:cNvPr id="13" name="Text 8"/>
          <p:cNvSpPr txBox="1"/>
          <p:nvPr/>
        </p:nvSpPr>
        <p:spPr>
          <a:xfrm>
            <a:off x="6400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Layar yang menampilkan gambar dan tulisan.</a:t>
            </a:r>
            <a:endParaRPr lang="en-US" sz="1250" dirty="0"/>
          </a:p>
        </p:txBody>
      </p:sp>
      <p:sp>
        <p:nvSpPr>
          <p:cNvPr id="14" name="Shape 9"/>
          <p:cNvSpPr/>
          <p:nvPr/>
        </p:nvSpPr>
        <p:spPr>
          <a:xfrm>
            <a:off x="3276600" y="1097280"/>
            <a:ext cx="25908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34594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3596640" y="1417320"/>
            <a:ext cx="274320" cy="274320"/>
          </a:xfrm>
          <a:prstGeom prst="rect">
            <a:avLst/>
          </a:prstGeom>
        </p:spPr>
      </p:pic>
      <p:sp>
        <p:nvSpPr>
          <p:cNvPr id="17" name="Text 11"/>
          <p:cNvSpPr txBox="1"/>
          <p:nvPr/>
        </p:nvSpPr>
        <p:spPr>
          <a:xfrm>
            <a:off x="41452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Keyboard</a:t>
            </a:r>
            <a:endParaRPr lang="en-US" sz="1600" dirty="0"/>
          </a:p>
        </p:txBody>
      </p:sp>
      <p:sp>
        <p:nvSpPr>
          <p:cNvPr id="18" name="Text 12"/>
          <p:cNvSpPr txBox="1"/>
          <p:nvPr/>
        </p:nvSpPr>
        <p:spPr>
          <a:xfrm>
            <a:off x="34594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Papan tombol untuk mengetik huruf dan angka.</a:t>
            </a:r>
            <a:endParaRPr lang="en-US" sz="1250" dirty="0"/>
          </a:p>
        </p:txBody>
      </p:sp>
      <p:sp>
        <p:nvSpPr>
          <p:cNvPr id="19" name="Shape 13"/>
          <p:cNvSpPr/>
          <p:nvPr/>
        </p:nvSpPr>
        <p:spPr>
          <a:xfrm>
            <a:off x="6096000" y="1097280"/>
            <a:ext cx="25908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278880" y="128016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6416040" y="1417320"/>
            <a:ext cx="274320" cy="274320"/>
          </a:xfrm>
          <a:prstGeom prst="rect">
            <a:avLst/>
          </a:prstGeom>
        </p:spPr>
      </p:pic>
      <p:sp>
        <p:nvSpPr>
          <p:cNvPr id="22" name="Text 15"/>
          <p:cNvSpPr txBox="1"/>
          <p:nvPr/>
        </p:nvSpPr>
        <p:spPr>
          <a:xfrm>
            <a:off x="6964680" y="128016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Mouse</a:t>
            </a:r>
            <a:endParaRPr lang="en-US" sz="1600" dirty="0"/>
          </a:p>
        </p:txBody>
      </p:sp>
      <p:sp>
        <p:nvSpPr>
          <p:cNvPr id="23" name="Text 16"/>
          <p:cNvSpPr txBox="1"/>
          <p:nvPr/>
        </p:nvSpPr>
        <p:spPr>
          <a:xfrm>
            <a:off x="6278880" y="192024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Alat untuk menggerakkan penunjuk dan mengklik.</a:t>
            </a:r>
            <a:endParaRPr lang="en-US" sz="1250" dirty="0"/>
          </a:p>
        </p:txBody>
      </p:sp>
      <p:sp>
        <p:nvSpPr>
          <p:cNvPr id="24" name="Shape 17"/>
          <p:cNvSpPr/>
          <p:nvPr/>
        </p:nvSpPr>
        <p:spPr>
          <a:xfrm>
            <a:off x="457200" y="2948940"/>
            <a:ext cx="25908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6400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777240" y="3268980"/>
            <a:ext cx="274320" cy="274320"/>
          </a:xfrm>
          <a:prstGeom prst="rect">
            <a:avLst/>
          </a:prstGeom>
        </p:spPr>
      </p:pic>
      <p:sp>
        <p:nvSpPr>
          <p:cNvPr id="27" name="Text 19"/>
          <p:cNvSpPr txBox="1"/>
          <p:nvPr/>
        </p:nvSpPr>
        <p:spPr>
          <a:xfrm>
            <a:off x="13258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CPU</a:t>
            </a:r>
            <a:endParaRPr lang="en-US" sz="1600" dirty="0"/>
          </a:p>
        </p:txBody>
      </p:sp>
      <p:sp>
        <p:nvSpPr>
          <p:cNvPr id="28" name="Text 20"/>
          <p:cNvSpPr txBox="1"/>
          <p:nvPr/>
        </p:nvSpPr>
        <p:spPr>
          <a:xfrm>
            <a:off x="6400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Kotak berisi prosesor, otak komputer yang mengolah data.</a:t>
            </a:r>
            <a:endParaRPr lang="en-US" sz="1250" dirty="0"/>
          </a:p>
        </p:txBody>
      </p:sp>
      <p:sp>
        <p:nvSpPr>
          <p:cNvPr id="29" name="Shape 21"/>
          <p:cNvSpPr/>
          <p:nvPr/>
        </p:nvSpPr>
        <p:spPr>
          <a:xfrm>
            <a:off x="3276600" y="2948940"/>
            <a:ext cx="2590800" cy="1668780"/>
          </a:xfrm>
          <a:prstGeom prst="roundRect">
            <a:avLst>
              <a:gd name="adj" fmla="val 6575"/>
            </a:avLst>
          </a:prstGeom>
          <a:solidFill>
            <a:srgbClr val="E6F2EC"/>
          </a:solidFill>
          <a:ln w="12700">
            <a:solidFill>
              <a:srgbClr val="E6F2EC"/>
            </a:solidFill>
            <a:prstDash val="solid"/>
          </a:ln>
        </p:spPr>
      </p:sp>
      <p:sp>
        <p:nvSpPr>
          <p:cNvPr id="30" name="Shape 22"/>
          <p:cNvSpPr/>
          <p:nvPr/>
        </p:nvSpPr>
        <p:spPr>
          <a:xfrm>
            <a:off x="3459480" y="3131820"/>
            <a:ext cx="548640" cy="548640"/>
          </a:xfrm>
          <a:prstGeom prst="ellipse">
            <a:avLst/>
          </a:prstGeom>
          <a:solidFill>
            <a:srgbClr val="0F4C3A"/>
          </a:solidFill>
          <a:ln/>
        </p:spPr>
      </p:sp>
      <p:pic>
        <p:nvPicPr>
          <p:cNvPr id="31" name="Image 6" descr="preencoded.png">    </p:cNvPr>
          <p:cNvPicPr>
            <a:picLocks noChangeAspect="1"/>
          </p:cNvPicPr>
          <p:nvPr/>
        </p:nvPicPr>
        <p:blipFill>
          <a:blip r:embed="rId7"/>
          <a:stretch>
            <a:fillRect/>
          </a:stretch>
        </p:blipFill>
        <p:spPr>
          <a:xfrm>
            <a:off x="3596640" y="3268980"/>
            <a:ext cx="274320" cy="274320"/>
          </a:xfrm>
          <a:prstGeom prst="rect">
            <a:avLst/>
          </a:prstGeom>
        </p:spPr>
      </p:pic>
      <p:sp>
        <p:nvSpPr>
          <p:cNvPr id="32" name="Text 23"/>
          <p:cNvSpPr txBox="1"/>
          <p:nvPr/>
        </p:nvSpPr>
        <p:spPr>
          <a:xfrm>
            <a:off x="41452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Speaker</a:t>
            </a:r>
            <a:endParaRPr lang="en-US" sz="1600" dirty="0"/>
          </a:p>
        </p:txBody>
      </p:sp>
      <p:sp>
        <p:nvSpPr>
          <p:cNvPr id="33" name="Text 24"/>
          <p:cNvSpPr txBox="1"/>
          <p:nvPr/>
        </p:nvSpPr>
        <p:spPr>
          <a:xfrm>
            <a:off x="34594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Mengeluarkan suara dari komputer.</a:t>
            </a:r>
            <a:endParaRPr lang="en-US" sz="1250" dirty="0"/>
          </a:p>
        </p:txBody>
      </p:sp>
      <p:sp>
        <p:nvSpPr>
          <p:cNvPr id="34" name="Shape 25"/>
          <p:cNvSpPr/>
          <p:nvPr/>
        </p:nvSpPr>
        <p:spPr>
          <a:xfrm>
            <a:off x="6096000" y="2948940"/>
            <a:ext cx="2590800" cy="1668780"/>
          </a:xfrm>
          <a:prstGeom prst="roundRect">
            <a:avLst>
              <a:gd name="adj" fmla="val 6575"/>
            </a:avLst>
          </a:prstGeom>
          <a:solidFill>
            <a:srgbClr val="E6F2EC"/>
          </a:solidFill>
          <a:ln w="12700">
            <a:solidFill>
              <a:srgbClr val="E6F2EC"/>
            </a:solidFill>
            <a:prstDash val="solid"/>
          </a:ln>
        </p:spPr>
      </p:sp>
      <p:sp>
        <p:nvSpPr>
          <p:cNvPr id="35" name="Shape 26"/>
          <p:cNvSpPr/>
          <p:nvPr/>
        </p:nvSpPr>
        <p:spPr>
          <a:xfrm>
            <a:off x="6278880" y="3131820"/>
            <a:ext cx="548640" cy="548640"/>
          </a:xfrm>
          <a:prstGeom prst="ellipse">
            <a:avLst/>
          </a:prstGeom>
          <a:solidFill>
            <a:srgbClr val="0F4C3A"/>
          </a:solidFill>
          <a:ln/>
        </p:spPr>
      </p:sp>
      <p:pic>
        <p:nvPicPr>
          <p:cNvPr id="36" name="Image 7" descr="preencoded.png">    </p:cNvPr>
          <p:cNvPicPr>
            <a:picLocks noChangeAspect="1"/>
          </p:cNvPicPr>
          <p:nvPr/>
        </p:nvPicPr>
        <p:blipFill>
          <a:blip r:embed="rId8"/>
          <a:stretch>
            <a:fillRect/>
          </a:stretch>
        </p:blipFill>
        <p:spPr>
          <a:xfrm>
            <a:off x="6416040" y="3268980"/>
            <a:ext cx="274320" cy="274320"/>
          </a:xfrm>
          <a:prstGeom prst="rect">
            <a:avLst/>
          </a:prstGeom>
        </p:spPr>
      </p:pic>
      <p:sp>
        <p:nvSpPr>
          <p:cNvPr id="37" name="Text 27"/>
          <p:cNvSpPr txBox="1"/>
          <p:nvPr/>
        </p:nvSpPr>
        <p:spPr>
          <a:xfrm>
            <a:off x="6964680" y="3131820"/>
            <a:ext cx="15849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Printer</a:t>
            </a:r>
            <a:endParaRPr lang="en-US" sz="1600" dirty="0"/>
          </a:p>
        </p:txBody>
      </p:sp>
      <p:sp>
        <p:nvSpPr>
          <p:cNvPr id="38" name="Text 28"/>
          <p:cNvSpPr txBox="1"/>
          <p:nvPr/>
        </p:nvSpPr>
        <p:spPr>
          <a:xfrm>
            <a:off x="6278880" y="3771900"/>
            <a:ext cx="2225040" cy="7543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Mencetak tulisan atau gambar ke kertas.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Software: Program di Dalam Komputer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Sistem Operasi</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Program utama yang mengatur seluruh komputer. Contoh: Windows.</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Browser</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Untuk membuka internet. Contoh: Chrome, Edge.</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Pengolah Kata</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Untuk menulis dokumen. Contoh: Notepad, Word, Google Docs.</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Aplikasi Gambar</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Untuk menggambar dan mendesain. Contoh: Paint, Canva.</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Cara Kerja Komputer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2438400" cy="2240280"/>
          </a:xfrm>
          <a:prstGeom prst="roundRect">
            <a:avLst>
              <a:gd name="adj" fmla="val 4898"/>
            </a:avLst>
          </a:prstGeom>
          <a:solidFill>
            <a:srgbClr val="E6F2EC"/>
          </a:solidFill>
          <a:ln w="12700">
            <a:solidFill>
              <a:srgbClr val="E6F2EC"/>
            </a:solidFill>
            <a:prstDash val="solid"/>
          </a:ln>
        </p:spPr>
      </p:sp>
      <p:sp>
        <p:nvSpPr>
          <p:cNvPr id="10" name="Shape 6"/>
          <p:cNvSpPr/>
          <p:nvPr/>
        </p:nvSpPr>
        <p:spPr>
          <a:xfrm>
            <a:off x="1310640" y="1371600"/>
            <a:ext cx="731520" cy="73152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1493520" y="1554480"/>
            <a:ext cx="365760" cy="365760"/>
          </a:xfrm>
          <a:prstGeom prst="rect">
            <a:avLst/>
          </a:prstGeom>
        </p:spPr>
      </p:pic>
      <p:sp>
        <p:nvSpPr>
          <p:cNvPr id="12" name="Text 7"/>
          <p:cNvSpPr txBox="1"/>
          <p:nvPr/>
        </p:nvSpPr>
        <p:spPr>
          <a:xfrm>
            <a:off x="5486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Input</a:t>
            </a:r>
            <a:endParaRPr lang="en-US" sz="1700" dirty="0"/>
          </a:p>
        </p:txBody>
      </p:sp>
      <p:sp>
        <p:nvSpPr>
          <p:cNvPr id="13" name="Text 8"/>
          <p:cNvSpPr txBox="1"/>
          <p:nvPr/>
        </p:nvSpPr>
        <p:spPr>
          <a:xfrm>
            <a:off x="6400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Memasukkan data lewat keyboard atau mouse</a:t>
            </a:r>
            <a:endParaRPr lang="en-US" sz="1300" dirty="0"/>
          </a:p>
        </p:txBody>
      </p:sp>
      <p:sp>
        <p:nvSpPr>
          <p:cNvPr id="14" name="Text 9"/>
          <p:cNvSpPr txBox="1"/>
          <p:nvPr/>
        </p:nvSpPr>
        <p:spPr>
          <a:xfrm>
            <a:off x="28956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15" name="Shape 10"/>
          <p:cNvSpPr/>
          <p:nvPr/>
        </p:nvSpPr>
        <p:spPr>
          <a:xfrm>
            <a:off x="3352800" y="1188720"/>
            <a:ext cx="2438400" cy="2240280"/>
          </a:xfrm>
          <a:prstGeom prst="roundRect">
            <a:avLst>
              <a:gd name="adj" fmla="val 4898"/>
            </a:avLst>
          </a:prstGeom>
          <a:solidFill>
            <a:srgbClr val="0F4C3A"/>
          </a:solidFill>
          <a:ln w="12700">
            <a:solidFill>
              <a:srgbClr val="0F4C3A"/>
            </a:solidFill>
            <a:prstDash val="solid"/>
          </a:ln>
        </p:spPr>
      </p:sp>
      <p:sp>
        <p:nvSpPr>
          <p:cNvPr id="16" name="Shape 11"/>
          <p:cNvSpPr/>
          <p:nvPr/>
        </p:nvSpPr>
        <p:spPr>
          <a:xfrm>
            <a:off x="4206240" y="1371600"/>
            <a:ext cx="731520" cy="73152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4389120" y="1554480"/>
            <a:ext cx="365760" cy="365760"/>
          </a:xfrm>
          <a:prstGeom prst="rect">
            <a:avLst/>
          </a:prstGeom>
        </p:spPr>
      </p:pic>
      <p:sp>
        <p:nvSpPr>
          <p:cNvPr id="18" name="Text 12"/>
          <p:cNvSpPr txBox="1"/>
          <p:nvPr/>
        </p:nvSpPr>
        <p:spPr>
          <a:xfrm>
            <a:off x="3444240" y="2194560"/>
            <a:ext cx="2255520" cy="365760"/>
          </a:xfrm>
          <a:prstGeom prst="rect">
            <a:avLst/>
          </a:prstGeom>
          <a:noFill/>
          <a:ln/>
        </p:spPr>
        <p:txBody>
          <a:bodyPr wrap="square" lIns="0" tIns="0" rIns="0" bIns="0" rtlCol="0" anchor="t"/>
          <a:lstStyle/>
          <a:p>
            <a:pPr algn="ctr" indent="0" marL="0">
              <a:buNone/>
            </a:pPr>
            <a:r>
              <a:rPr lang="en-US" sz="1700" b="1" dirty="0">
                <a:solidFill>
                  <a:srgbClr val="FFFFFF"/>
                </a:solidFill>
                <a:latin typeface="Cambria" pitchFamily="34" charset="0"/>
                <a:ea typeface="Cambria" pitchFamily="34" charset="-122"/>
                <a:cs typeface="Cambria" pitchFamily="34" charset="-120"/>
              </a:rPr>
              <a:t>Proses</a:t>
            </a:r>
            <a:endParaRPr lang="en-US" sz="1700" dirty="0"/>
          </a:p>
        </p:txBody>
      </p:sp>
      <p:sp>
        <p:nvSpPr>
          <p:cNvPr id="19" name="Text 13"/>
          <p:cNvSpPr txBox="1"/>
          <p:nvPr/>
        </p:nvSpPr>
        <p:spPr>
          <a:xfrm>
            <a:off x="3535680" y="2606040"/>
            <a:ext cx="2072640" cy="77724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Data diolah oleh prosesor di dalam CPU</a:t>
            </a:r>
            <a:endParaRPr lang="en-US" sz="1300" dirty="0"/>
          </a:p>
        </p:txBody>
      </p:sp>
      <p:sp>
        <p:nvSpPr>
          <p:cNvPr id="20" name="Text 14"/>
          <p:cNvSpPr txBox="1"/>
          <p:nvPr/>
        </p:nvSpPr>
        <p:spPr>
          <a:xfrm>
            <a:off x="5791200" y="2057400"/>
            <a:ext cx="457200" cy="457200"/>
          </a:xfrm>
          <a:prstGeom prst="rect">
            <a:avLst/>
          </a:prstGeom>
          <a:noFill/>
          <a:ln/>
        </p:spPr>
        <p:txBody>
          <a:bodyPr wrap="square" lIns="0" tIns="0" rIns="0" bIns="0" rtlCol="0" anchor="ctr"/>
          <a:lstStyle/>
          <a:p>
            <a:pPr algn="ctr" indent="0" marL="0">
              <a:buNone/>
            </a:pPr>
            <a:r>
              <a:rPr lang="en-US" sz="2200" b="1" dirty="0">
                <a:solidFill>
                  <a:srgbClr val="D4A017"/>
                </a:solidFill>
                <a:latin typeface="Calibri" pitchFamily="34" charset="0"/>
                <a:ea typeface="Calibri" pitchFamily="34" charset="-122"/>
                <a:cs typeface="Calibri" pitchFamily="34" charset="-120"/>
              </a:rPr>
              <a:t>➜</a:t>
            </a:r>
            <a:endParaRPr lang="en-US" sz="2200" dirty="0"/>
          </a:p>
        </p:txBody>
      </p:sp>
      <p:sp>
        <p:nvSpPr>
          <p:cNvPr id="21" name="Shape 15"/>
          <p:cNvSpPr/>
          <p:nvPr/>
        </p:nvSpPr>
        <p:spPr>
          <a:xfrm>
            <a:off x="6248400" y="1188720"/>
            <a:ext cx="2438400" cy="2240280"/>
          </a:xfrm>
          <a:prstGeom prst="roundRect">
            <a:avLst>
              <a:gd name="adj" fmla="val 4898"/>
            </a:avLst>
          </a:prstGeom>
          <a:solidFill>
            <a:srgbClr val="E6F2EC"/>
          </a:solidFill>
          <a:ln w="12700">
            <a:solidFill>
              <a:srgbClr val="E6F2EC"/>
            </a:solidFill>
            <a:prstDash val="solid"/>
          </a:ln>
        </p:spPr>
      </p:sp>
      <p:sp>
        <p:nvSpPr>
          <p:cNvPr id="22" name="Shape 16"/>
          <p:cNvSpPr/>
          <p:nvPr/>
        </p:nvSpPr>
        <p:spPr>
          <a:xfrm>
            <a:off x="7101840" y="1371600"/>
            <a:ext cx="731520" cy="731520"/>
          </a:xfrm>
          <a:prstGeom prst="ellipse">
            <a:avLst/>
          </a:prstGeom>
          <a:solidFill>
            <a:srgbClr val="0F4C3A"/>
          </a:solidFill>
          <a:ln/>
        </p:spPr>
      </p:sp>
      <p:pic>
        <p:nvPicPr>
          <p:cNvPr id="23" name="Image 4" descr="preencoded.png">    </p:cNvPr>
          <p:cNvPicPr>
            <a:picLocks noChangeAspect="1"/>
          </p:cNvPicPr>
          <p:nvPr/>
        </p:nvPicPr>
        <p:blipFill>
          <a:blip r:embed="rId5"/>
          <a:stretch>
            <a:fillRect/>
          </a:stretch>
        </p:blipFill>
        <p:spPr>
          <a:xfrm>
            <a:off x="7284720" y="1554480"/>
            <a:ext cx="365760" cy="365760"/>
          </a:xfrm>
          <a:prstGeom prst="rect">
            <a:avLst/>
          </a:prstGeom>
        </p:spPr>
      </p:pic>
      <p:sp>
        <p:nvSpPr>
          <p:cNvPr id="24" name="Text 17"/>
          <p:cNvSpPr txBox="1"/>
          <p:nvPr/>
        </p:nvSpPr>
        <p:spPr>
          <a:xfrm>
            <a:off x="6339840" y="2194560"/>
            <a:ext cx="2255520" cy="365760"/>
          </a:xfrm>
          <a:prstGeom prst="rect">
            <a:avLst/>
          </a:prstGeom>
          <a:noFill/>
          <a:ln/>
        </p:spPr>
        <p:txBody>
          <a:bodyPr wrap="square" lIns="0" tIns="0" rIns="0" bIns="0" rtlCol="0" anchor="t"/>
          <a:lstStyle/>
          <a:p>
            <a:pPr algn="ctr" indent="0" marL="0">
              <a:buNone/>
            </a:pPr>
            <a:r>
              <a:rPr lang="en-US" sz="1700" b="1" dirty="0">
                <a:solidFill>
                  <a:srgbClr val="0F4C3A"/>
                </a:solidFill>
                <a:latin typeface="Cambria" pitchFamily="34" charset="0"/>
                <a:ea typeface="Cambria" pitchFamily="34" charset="-122"/>
                <a:cs typeface="Cambria" pitchFamily="34" charset="-120"/>
              </a:rPr>
              <a:t>Output</a:t>
            </a:r>
            <a:endParaRPr lang="en-US" sz="1700" dirty="0"/>
          </a:p>
        </p:txBody>
      </p:sp>
      <p:sp>
        <p:nvSpPr>
          <p:cNvPr id="25" name="Text 18"/>
          <p:cNvSpPr txBox="1"/>
          <p:nvPr/>
        </p:nvSpPr>
        <p:spPr>
          <a:xfrm>
            <a:off x="6431280" y="2606040"/>
            <a:ext cx="2072640" cy="777240"/>
          </a:xfrm>
          <a:prstGeom prst="rect">
            <a:avLst/>
          </a:prstGeom>
          <a:noFill/>
          <a:ln/>
        </p:spPr>
        <p:txBody>
          <a:bodyPr wrap="square" lIns="0" tIns="0" rIns="0" bIns="0" rtlCol="0" anchor="t"/>
          <a:lstStyle/>
          <a:p>
            <a:pPr algn="ctr" indent="0" marL="0">
              <a:buNone/>
            </a:pPr>
            <a:r>
              <a:rPr lang="en-US" sz="1300" dirty="0">
                <a:solidFill>
                  <a:srgbClr val="1E2A26"/>
                </a:solidFill>
                <a:latin typeface="Calibri" pitchFamily="34" charset="0"/>
                <a:ea typeface="Calibri" pitchFamily="34" charset="-122"/>
                <a:cs typeface="Calibri" pitchFamily="34" charset="-120"/>
              </a:rPr>
              <a:t>Hasilnya muncul di monitor, speaker, atau printer</a:t>
            </a:r>
            <a:endParaRPr lang="en-US" sz="1300" dirty="0"/>
          </a:p>
        </p:txBody>
      </p:sp>
      <p:sp>
        <p:nvSpPr>
          <p:cNvPr id="26" name="Shape 19"/>
          <p:cNvSpPr/>
          <p:nvPr/>
        </p:nvSpPr>
        <p:spPr>
          <a:xfrm>
            <a:off x="457200" y="3657600"/>
            <a:ext cx="8229600" cy="960120"/>
          </a:xfrm>
          <a:prstGeom prst="roundRect">
            <a:avLst>
              <a:gd name="adj" fmla="val 9524"/>
            </a:avLst>
          </a:prstGeom>
          <a:solidFill>
            <a:srgbClr val="FBF1D3"/>
          </a:solidFill>
          <a:ln w="12700">
            <a:solidFill>
              <a:srgbClr val="FBF1D3"/>
            </a:solidFill>
            <a:prstDash val="solid"/>
          </a:ln>
        </p:spPr>
      </p:sp>
      <p:sp>
        <p:nvSpPr>
          <p:cNvPr id="27" name="Text 20"/>
          <p:cNvSpPr txBox="1"/>
          <p:nvPr/>
        </p:nvSpPr>
        <p:spPr>
          <a:xfrm>
            <a:off x="685800" y="3703320"/>
            <a:ext cx="7772400" cy="868680"/>
          </a:xfrm>
          <a:prstGeom prst="rect">
            <a:avLst/>
          </a:prstGeom>
          <a:noFill/>
          <a:ln/>
        </p:spPr>
        <p:txBody>
          <a:bodyPr wrap="square" lIns="0" tIns="0" rIns="0" bIns="0" rtlCol="0" anchor="ctr"/>
          <a:lstStyle/>
          <a:p>
            <a:pPr indent="0" marL="0">
              <a:buNone/>
            </a:pPr>
            <a:r>
              <a:rPr lang="en-US" sz="1400" b="1" dirty="0">
                <a:solidFill>
                  <a:srgbClr val="0F4C3A"/>
                </a:solidFill>
                <a:latin typeface="Calibri" pitchFamily="34" charset="0"/>
                <a:ea typeface="Calibri" pitchFamily="34" charset="-122"/>
                <a:cs typeface="Calibri" pitchFamily="34" charset="-120"/>
              </a:rPr>
              <a:t>Contoh:  </a:t>
            </a:r>
            <a:pPr indent="0" marL="0">
              <a:buNone/>
            </a:pPr>
            <a:r>
              <a:rPr lang="en-US" sz="1400" dirty="0">
                <a:solidFill>
                  <a:srgbClr val="1E2A26"/>
                </a:solidFill>
                <a:latin typeface="Calibri" pitchFamily="34" charset="0"/>
                <a:ea typeface="Calibri" pitchFamily="34" charset="-122"/>
                <a:cs typeface="Calibri" pitchFamily="34" charset="-120"/>
              </a:rPr>
              <a:t>Kita menekan huruf A (input) → prosesor mengenali huruf A (proses) → huruf A muncul di layar (output).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Adab Memakai Komputer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Tangan Bersih</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Cuci tangan dan pastikan tangan kering sebelum memakai komputer.</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Jauhkan Makanan</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Tidak makan dan minum di dekat komputer agar tidak tumpah.</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Hati-hati Listrik</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Jangan menarik kabel. Laporkan kepada guru bila ada kabel rusak.</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Matikan dengan Benar</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Selalu lewat menu Shut down, bukan dengan mencabut kabel.</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Menyalakan &amp; Mematikan Komputer</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Ikuti gambar langkah demi langkah</a:t>
            </a:r>
            <a:endParaRPr lang="en-US" sz="1500" dirty="0"/>
          </a:p>
        </p:txBody>
      </p:sp>
      <p:sp>
        <p:nvSpPr>
          <p:cNvPr id="5" name="Shape 3"/>
          <p:cNvSpPr/>
          <p:nvPr/>
        </p:nvSpPr>
        <p:spPr>
          <a:xfrm>
            <a:off x="548640" y="2514600"/>
            <a:ext cx="379476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BAGIAN A · 4 LANGKAH</a:t>
            </a:r>
            <a:endParaRPr lang="en-US" sz="1200" dirty="0"/>
          </a:p>
        </p:txBody>
      </p:sp>
      <p:sp>
        <p:nvSpPr>
          <p:cNvPr id="7" name="Text 5"/>
          <p:cNvSpPr txBox="1"/>
          <p:nvPr/>
        </p:nvSpPr>
        <p:spPr>
          <a:xfrm>
            <a:off x="73152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Menyalakan komputer</a:t>
            </a:r>
            <a:endParaRPr lang="en-US" sz="1700" dirty="0"/>
          </a:p>
        </p:txBody>
      </p:sp>
      <p:sp>
        <p:nvSpPr>
          <p:cNvPr id="8" name="Shape 6"/>
          <p:cNvSpPr/>
          <p:nvPr/>
        </p:nvSpPr>
        <p:spPr>
          <a:xfrm>
            <a:off x="4572000" y="2514600"/>
            <a:ext cx="379476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475488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BAGIAN B · 5 LANGKAH</a:t>
            </a:r>
            <a:endParaRPr lang="en-US" sz="1200" dirty="0"/>
          </a:p>
        </p:txBody>
      </p:sp>
      <p:sp>
        <p:nvSpPr>
          <p:cNvPr id="10" name="Text 8"/>
          <p:cNvSpPr txBox="1"/>
          <p:nvPr/>
        </p:nvSpPr>
        <p:spPr>
          <a:xfrm>
            <a:off x="475488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Mematikan komputer</a:t>
            </a:r>
            <a:endParaRPr lang="en-US" sz="1700" dirty="0"/>
          </a:p>
        </p:txBody>
      </p:sp>
      <p:sp>
        <p:nvSpPr>
          <p:cNvPr id="11" name="Text 9"/>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2"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Menyalakan Komputer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3818534"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091635" y="4193896"/>
            <a:ext cx="458224" cy="288950"/>
          </a:xfrm>
          <a:prstGeom prst="rect">
            <a:avLst/>
          </a:prstGeom>
          <a:solidFill>
            <a:srgbClr val="555555"/>
          </a:solidFill>
          <a:ln w="12700">
            <a:solidFill>
              <a:srgbClr val="555555"/>
            </a:solidFill>
            <a:prstDash val="solid"/>
          </a:ln>
        </p:spPr>
      </p:sp>
      <p:sp>
        <p:nvSpPr>
          <p:cNvPr id="11" name="Shape 7"/>
          <p:cNvSpPr/>
          <p:nvPr/>
        </p:nvSpPr>
        <p:spPr>
          <a:xfrm>
            <a:off x="1671596" y="4482846"/>
            <a:ext cx="1298302"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3955694" y="4084168"/>
            <a:ext cx="73152" cy="73152"/>
          </a:xfrm>
          <a:prstGeom prst="ellipse">
            <a:avLst/>
          </a:prstGeom>
          <a:solidFill>
            <a:srgbClr val="888888"/>
          </a:solidFill>
          <a:ln/>
        </p:spPr>
      </p:sp>
      <p:sp>
        <p:nvSpPr>
          <p:cNvPr id="13" name="Shape 9"/>
          <p:cNvSpPr/>
          <p:nvPr/>
        </p:nvSpPr>
        <p:spPr>
          <a:xfrm>
            <a:off x="484632" y="1124712"/>
            <a:ext cx="3672230" cy="2959456"/>
          </a:xfrm>
          <a:prstGeom prst="rect">
            <a:avLst/>
          </a:prstGeom>
          <a:solidFill>
            <a:srgbClr val="0A0A0A"/>
          </a:solidFill>
          <a:ln w="12700">
            <a:solidFill>
              <a:srgbClr val="0A0A0A"/>
            </a:solidFill>
            <a:prstDash val="solid"/>
          </a:ln>
        </p:spPr>
      </p:sp>
      <p:sp>
        <p:nvSpPr>
          <p:cNvPr id="14" name="Shape 10"/>
          <p:cNvSpPr/>
          <p:nvPr/>
        </p:nvSpPr>
        <p:spPr>
          <a:xfrm>
            <a:off x="4548226" y="1773936"/>
            <a:ext cx="1060704" cy="2889504"/>
          </a:xfrm>
          <a:prstGeom prst="roundRect">
            <a:avLst>
              <a:gd name="adj" fmla="val 4310"/>
            </a:avLst>
          </a:prstGeom>
          <a:solidFill>
            <a:srgbClr val="333333"/>
          </a:solidFill>
          <a:ln w="12700">
            <a:solidFill>
              <a:srgbClr val="333333"/>
            </a:solidFill>
            <a:prstDash val="solid"/>
          </a:ln>
        </p:spPr>
      </p:sp>
      <p:sp>
        <p:nvSpPr>
          <p:cNvPr id="15" name="Shape 11"/>
          <p:cNvSpPr/>
          <p:nvPr/>
        </p:nvSpPr>
        <p:spPr>
          <a:xfrm>
            <a:off x="4707331" y="2640787"/>
            <a:ext cx="742493" cy="36576"/>
          </a:xfrm>
          <a:prstGeom prst="rect">
            <a:avLst/>
          </a:prstGeom>
          <a:solidFill>
            <a:srgbClr val="555555"/>
          </a:solidFill>
          <a:ln w="12700">
            <a:solidFill>
              <a:srgbClr val="555555"/>
            </a:solidFill>
            <a:prstDash val="solid"/>
          </a:ln>
        </p:spPr>
      </p:sp>
      <p:sp>
        <p:nvSpPr>
          <p:cNvPr id="16" name="Shape 12"/>
          <p:cNvSpPr/>
          <p:nvPr/>
        </p:nvSpPr>
        <p:spPr>
          <a:xfrm>
            <a:off x="4707331" y="2814157"/>
            <a:ext cx="742493" cy="36576"/>
          </a:xfrm>
          <a:prstGeom prst="rect">
            <a:avLst/>
          </a:prstGeom>
          <a:solidFill>
            <a:srgbClr val="555555"/>
          </a:solidFill>
          <a:ln w="12700">
            <a:solidFill>
              <a:srgbClr val="555555"/>
            </a:solidFill>
            <a:prstDash val="solid"/>
          </a:ln>
        </p:spPr>
      </p:sp>
      <p:sp>
        <p:nvSpPr>
          <p:cNvPr id="17" name="Shape 13"/>
          <p:cNvSpPr/>
          <p:nvPr/>
        </p:nvSpPr>
        <p:spPr>
          <a:xfrm>
            <a:off x="4959706" y="1938528"/>
            <a:ext cx="237744" cy="237744"/>
          </a:xfrm>
          <a:prstGeom prst="ellipse">
            <a:avLst/>
          </a:prstGeom>
          <a:solidFill>
            <a:srgbClr val="222222"/>
          </a:solidFill>
          <a:ln w="19050">
            <a:solidFill>
              <a:srgbClr val="888888"/>
            </a:solidFill>
            <a:prstDash val="solid"/>
          </a:ln>
        </p:spPr>
      </p:sp>
      <p:pic>
        <p:nvPicPr>
          <p:cNvPr id="18" name="Image 2" descr="preencoded.png">    </p:cNvPr>
          <p:cNvPicPr>
            <a:picLocks noChangeAspect="1"/>
          </p:cNvPicPr>
          <p:nvPr/>
        </p:nvPicPr>
        <p:blipFill>
          <a:blip r:embed="rId3"/>
          <a:stretch>
            <a:fillRect/>
          </a:stretch>
        </p:blipFill>
        <p:spPr>
          <a:xfrm>
            <a:off x="5014570" y="1993392"/>
            <a:ext cx="128016" cy="128016"/>
          </a:xfrm>
          <a:prstGeom prst="rect">
            <a:avLst/>
          </a:prstGeom>
        </p:spPr>
      </p:pic>
      <p:sp>
        <p:nvSpPr>
          <p:cNvPr id="19" name="Text 14"/>
          <p:cNvSpPr txBox="1"/>
          <p:nvPr/>
        </p:nvSpPr>
        <p:spPr>
          <a:xfrm>
            <a:off x="4548226" y="4389120"/>
            <a:ext cx="1060704" cy="182880"/>
          </a:xfrm>
          <a:prstGeom prst="rect">
            <a:avLst/>
          </a:prstGeom>
          <a:noFill/>
          <a:ln/>
        </p:spPr>
        <p:txBody>
          <a:bodyPr wrap="square" lIns="0" tIns="0" rIns="0" bIns="0" rtlCol="0" anchor="t"/>
          <a:lstStyle/>
          <a:p>
            <a:pPr algn="ctr" indent="0" marL="0">
              <a:buNone/>
            </a:pPr>
            <a:r>
              <a:rPr lang="en-US" sz="800" dirty="0">
                <a:solidFill>
                  <a:srgbClr val="BBBBBB"/>
                </a:solidFill>
                <a:latin typeface="Calibri" pitchFamily="34" charset="0"/>
                <a:ea typeface="Calibri" pitchFamily="34" charset="-122"/>
                <a:cs typeface="Calibri" pitchFamily="34" charset="-120"/>
              </a:rPr>
              <a:t>CPU</a:t>
            </a:r>
            <a:endParaRPr lang="en-US" sz="800" dirty="0"/>
          </a:p>
        </p:txBody>
      </p:sp>
      <p:sp>
        <p:nvSpPr>
          <p:cNvPr id="20" name="Shape 15"/>
          <p:cNvSpPr/>
          <p:nvPr/>
        </p:nvSpPr>
        <p:spPr>
          <a:xfrm>
            <a:off x="4923130" y="1901952"/>
            <a:ext cx="310896" cy="310896"/>
          </a:xfrm>
          <a:prstGeom prst="roundRect">
            <a:avLst>
              <a:gd name="adj" fmla="val 14706"/>
            </a:avLst>
          </a:prstGeom>
          <a:solidFill>
            <a:srgbClr val="FFFFFF">
              <a:alpha val="0"/>
            </a:srgbClr>
          </a:solidFill>
          <a:ln w="31750">
            <a:solidFill>
              <a:srgbClr val="E53935"/>
            </a:solidFill>
            <a:prstDash val="solid"/>
          </a:ln>
        </p:spPr>
      </p:sp>
      <p:sp>
        <p:nvSpPr>
          <p:cNvPr id="21" name="Shape 16"/>
          <p:cNvSpPr/>
          <p:nvPr/>
        </p:nvSpPr>
        <p:spPr>
          <a:xfrm>
            <a:off x="5096866" y="1764792"/>
            <a:ext cx="274320" cy="274320"/>
          </a:xfrm>
          <a:prstGeom prst="ellipse">
            <a:avLst/>
          </a:prstGeom>
          <a:solidFill>
            <a:srgbClr val="E53935"/>
          </a:solidFill>
          <a:ln w="12700">
            <a:solidFill>
              <a:srgbClr val="FFFFFF"/>
            </a:solidFill>
            <a:prstDash val="solid"/>
          </a:ln>
        </p:spPr>
      </p:sp>
      <p:sp>
        <p:nvSpPr>
          <p:cNvPr id="22" name="Text 17"/>
          <p:cNvSpPr txBox="1"/>
          <p:nvPr/>
        </p:nvSpPr>
        <p:spPr>
          <a:xfrm>
            <a:off x="5096866" y="176479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23" name="Image 3" descr="preencoded.png">    </p:cNvPr>
          <p:cNvPicPr>
            <a:picLocks noChangeAspect="1"/>
          </p:cNvPicPr>
          <p:nvPr/>
        </p:nvPicPr>
        <p:blipFill>
          <a:blip r:embed="rId4"/>
          <a:stretch>
            <a:fillRect/>
          </a:stretch>
        </p:blipFill>
        <p:spPr>
          <a:xfrm>
            <a:off x="5090465" y="2069287"/>
            <a:ext cx="237744" cy="237744"/>
          </a:xfrm>
          <a:prstGeom prst="rect">
            <a:avLst/>
          </a:prstGeom>
        </p:spPr>
      </p:pic>
      <p:sp>
        <p:nvSpPr>
          <p:cNvPr id="24" name="Text 1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25" name="Text 1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Tekan tombol power pada CPU</a:t>
            </a:r>
            <a:endParaRPr lang="en-US" sz="1800" dirty="0"/>
          </a:p>
        </p:txBody>
      </p:sp>
      <p:sp>
        <p:nvSpPr>
          <p:cNvPr id="26" name="Text 2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Tombol power bergambar lingkaran dengan garis di atasnya. Tekan sekali saja, lalu lepaskan.</a:t>
            </a:r>
            <a:endParaRPr lang="en-US" sz="1300" dirty="0"/>
          </a:p>
        </p:txBody>
      </p:sp>
      <p:sp>
        <p:nvSpPr>
          <p:cNvPr id="27" name="Shape 21"/>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28" name="Image 4" descr="preencoded.png">    </p:cNvPr>
          <p:cNvPicPr>
            <a:picLocks noChangeAspect="1"/>
          </p:cNvPicPr>
          <p:nvPr/>
        </p:nvPicPr>
        <p:blipFill>
          <a:blip r:embed="rId5"/>
          <a:stretch>
            <a:fillRect/>
          </a:stretch>
        </p:blipFill>
        <p:spPr>
          <a:xfrm>
            <a:off x="6108192" y="3721608"/>
            <a:ext cx="201168" cy="201168"/>
          </a:xfrm>
          <a:prstGeom prst="rect">
            <a:avLst/>
          </a:prstGeom>
        </p:spPr>
      </p:pic>
      <p:sp>
        <p:nvSpPr>
          <p:cNvPr id="29" name="Text 22"/>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Pada laptop: buka layar, lalu tekan tombol power di atas keyboard.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Menyalakan Komputer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3818534"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091635" y="4193896"/>
            <a:ext cx="458224" cy="288950"/>
          </a:xfrm>
          <a:prstGeom prst="rect">
            <a:avLst/>
          </a:prstGeom>
          <a:solidFill>
            <a:srgbClr val="555555"/>
          </a:solidFill>
          <a:ln w="12700">
            <a:solidFill>
              <a:srgbClr val="555555"/>
            </a:solidFill>
            <a:prstDash val="solid"/>
          </a:ln>
        </p:spPr>
      </p:sp>
      <p:sp>
        <p:nvSpPr>
          <p:cNvPr id="11" name="Shape 7"/>
          <p:cNvSpPr/>
          <p:nvPr/>
        </p:nvSpPr>
        <p:spPr>
          <a:xfrm>
            <a:off x="1671596" y="4482846"/>
            <a:ext cx="1298302"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3955694" y="4084168"/>
            <a:ext cx="73152" cy="73152"/>
          </a:xfrm>
          <a:prstGeom prst="ellipse">
            <a:avLst/>
          </a:prstGeom>
          <a:solidFill>
            <a:srgbClr val="888888"/>
          </a:solidFill>
          <a:ln/>
        </p:spPr>
      </p:sp>
      <p:sp>
        <p:nvSpPr>
          <p:cNvPr id="13" name="Shape 9"/>
          <p:cNvSpPr/>
          <p:nvPr/>
        </p:nvSpPr>
        <p:spPr>
          <a:xfrm>
            <a:off x="484632" y="1124712"/>
            <a:ext cx="3672230" cy="2959456"/>
          </a:xfrm>
          <a:prstGeom prst="rect">
            <a:avLst/>
          </a:prstGeom>
          <a:solidFill>
            <a:srgbClr val="0A0A0A"/>
          </a:solidFill>
          <a:ln w="12700">
            <a:solidFill>
              <a:srgbClr val="0A0A0A"/>
            </a:solidFill>
            <a:prstDash val="solid"/>
          </a:ln>
        </p:spPr>
      </p:sp>
      <p:sp>
        <p:nvSpPr>
          <p:cNvPr id="14" name="Shape 10"/>
          <p:cNvSpPr/>
          <p:nvPr/>
        </p:nvSpPr>
        <p:spPr>
          <a:xfrm>
            <a:off x="4548226" y="1773936"/>
            <a:ext cx="1060704" cy="2889504"/>
          </a:xfrm>
          <a:prstGeom prst="roundRect">
            <a:avLst>
              <a:gd name="adj" fmla="val 4310"/>
            </a:avLst>
          </a:prstGeom>
          <a:solidFill>
            <a:srgbClr val="333333"/>
          </a:solidFill>
          <a:ln w="12700">
            <a:solidFill>
              <a:srgbClr val="333333"/>
            </a:solidFill>
            <a:prstDash val="solid"/>
          </a:ln>
        </p:spPr>
      </p:sp>
      <p:sp>
        <p:nvSpPr>
          <p:cNvPr id="15" name="Shape 11"/>
          <p:cNvSpPr/>
          <p:nvPr/>
        </p:nvSpPr>
        <p:spPr>
          <a:xfrm>
            <a:off x="4707331" y="2640787"/>
            <a:ext cx="742493" cy="36576"/>
          </a:xfrm>
          <a:prstGeom prst="rect">
            <a:avLst/>
          </a:prstGeom>
          <a:solidFill>
            <a:srgbClr val="555555"/>
          </a:solidFill>
          <a:ln w="12700">
            <a:solidFill>
              <a:srgbClr val="555555"/>
            </a:solidFill>
            <a:prstDash val="solid"/>
          </a:ln>
        </p:spPr>
      </p:sp>
      <p:sp>
        <p:nvSpPr>
          <p:cNvPr id="16" name="Shape 12"/>
          <p:cNvSpPr/>
          <p:nvPr/>
        </p:nvSpPr>
        <p:spPr>
          <a:xfrm>
            <a:off x="4707331" y="2814157"/>
            <a:ext cx="742493" cy="36576"/>
          </a:xfrm>
          <a:prstGeom prst="rect">
            <a:avLst/>
          </a:prstGeom>
          <a:solidFill>
            <a:srgbClr val="555555"/>
          </a:solidFill>
          <a:ln w="12700">
            <a:solidFill>
              <a:srgbClr val="555555"/>
            </a:solidFill>
            <a:prstDash val="solid"/>
          </a:ln>
        </p:spPr>
      </p:sp>
      <p:sp>
        <p:nvSpPr>
          <p:cNvPr id="17" name="Shape 13"/>
          <p:cNvSpPr/>
          <p:nvPr/>
        </p:nvSpPr>
        <p:spPr>
          <a:xfrm>
            <a:off x="4959706" y="1938528"/>
            <a:ext cx="237744" cy="237744"/>
          </a:xfrm>
          <a:prstGeom prst="ellipse">
            <a:avLst/>
          </a:prstGeom>
          <a:solidFill>
            <a:srgbClr val="222222"/>
          </a:solidFill>
          <a:ln w="19050">
            <a:solidFill>
              <a:srgbClr val="888888"/>
            </a:solidFill>
            <a:prstDash val="solid"/>
          </a:ln>
        </p:spPr>
      </p:sp>
      <p:pic>
        <p:nvPicPr>
          <p:cNvPr id="18" name="Image 2" descr="preencoded.png">    </p:cNvPr>
          <p:cNvPicPr>
            <a:picLocks noChangeAspect="1"/>
          </p:cNvPicPr>
          <p:nvPr/>
        </p:nvPicPr>
        <p:blipFill>
          <a:blip r:embed="rId3"/>
          <a:stretch>
            <a:fillRect/>
          </a:stretch>
        </p:blipFill>
        <p:spPr>
          <a:xfrm>
            <a:off x="5014570" y="1993392"/>
            <a:ext cx="128016" cy="128016"/>
          </a:xfrm>
          <a:prstGeom prst="rect">
            <a:avLst/>
          </a:prstGeom>
        </p:spPr>
      </p:pic>
      <p:sp>
        <p:nvSpPr>
          <p:cNvPr id="19" name="Text 14"/>
          <p:cNvSpPr txBox="1"/>
          <p:nvPr/>
        </p:nvSpPr>
        <p:spPr>
          <a:xfrm>
            <a:off x="4548226" y="4389120"/>
            <a:ext cx="1060704" cy="182880"/>
          </a:xfrm>
          <a:prstGeom prst="rect">
            <a:avLst/>
          </a:prstGeom>
          <a:noFill/>
          <a:ln/>
        </p:spPr>
        <p:txBody>
          <a:bodyPr wrap="square" lIns="0" tIns="0" rIns="0" bIns="0" rtlCol="0" anchor="t"/>
          <a:lstStyle/>
          <a:p>
            <a:pPr algn="ctr" indent="0" marL="0">
              <a:buNone/>
            </a:pPr>
            <a:r>
              <a:rPr lang="en-US" sz="800" dirty="0">
                <a:solidFill>
                  <a:srgbClr val="BBBBBB"/>
                </a:solidFill>
                <a:latin typeface="Calibri" pitchFamily="34" charset="0"/>
                <a:ea typeface="Calibri" pitchFamily="34" charset="-122"/>
                <a:cs typeface="Calibri" pitchFamily="34" charset="-120"/>
              </a:rPr>
              <a:t>CPU</a:t>
            </a:r>
            <a:endParaRPr lang="en-US" sz="800" dirty="0"/>
          </a:p>
        </p:txBody>
      </p:sp>
      <p:sp>
        <p:nvSpPr>
          <p:cNvPr id="20" name="Shape 15"/>
          <p:cNvSpPr/>
          <p:nvPr/>
        </p:nvSpPr>
        <p:spPr>
          <a:xfrm>
            <a:off x="3864254" y="3992728"/>
            <a:ext cx="256032" cy="256032"/>
          </a:xfrm>
          <a:prstGeom prst="roundRect">
            <a:avLst>
              <a:gd name="adj" fmla="val 17857"/>
            </a:avLst>
          </a:prstGeom>
          <a:solidFill>
            <a:srgbClr val="FFFFFF">
              <a:alpha val="0"/>
            </a:srgbClr>
          </a:solidFill>
          <a:ln w="31750">
            <a:solidFill>
              <a:srgbClr val="E53935"/>
            </a:solidFill>
            <a:prstDash val="solid"/>
          </a:ln>
        </p:spPr>
      </p:sp>
      <p:sp>
        <p:nvSpPr>
          <p:cNvPr id="21" name="Shape 16"/>
          <p:cNvSpPr/>
          <p:nvPr/>
        </p:nvSpPr>
        <p:spPr>
          <a:xfrm>
            <a:off x="3983126" y="3855568"/>
            <a:ext cx="274320" cy="274320"/>
          </a:xfrm>
          <a:prstGeom prst="ellipse">
            <a:avLst/>
          </a:prstGeom>
          <a:solidFill>
            <a:srgbClr val="E53935"/>
          </a:solidFill>
          <a:ln w="12700">
            <a:solidFill>
              <a:srgbClr val="FFFFFF"/>
            </a:solidFill>
            <a:prstDash val="solid"/>
          </a:ln>
        </p:spPr>
      </p:sp>
      <p:sp>
        <p:nvSpPr>
          <p:cNvPr id="22" name="Text 17"/>
          <p:cNvSpPr txBox="1"/>
          <p:nvPr/>
        </p:nvSpPr>
        <p:spPr>
          <a:xfrm>
            <a:off x="3983126" y="38555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23" name="Image 3" descr="preencoded.png">    </p:cNvPr>
          <p:cNvPicPr>
            <a:picLocks noChangeAspect="1"/>
          </p:cNvPicPr>
          <p:nvPr/>
        </p:nvPicPr>
        <p:blipFill>
          <a:blip r:embed="rId4"/>
          <a:stretch>
            <a:fillRect/>
          </a:stretch>
        </p:blipFill>
        <p:spPr>
          <a:xfrm>
            <a:off x="3997757" y="4126230"/>
            <a:ext cx="237744" cy="237744"/>
          </a:xfrm>
          <a:prstGeom prst="rect">
            <a:avLst/>
          </a:prstGeom>
        </p:spPr>
      </p:pic>
      <p:sp>
        <p:nvSpPr>
          <p:cNvPr id="24" name="Text 1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25" name="Text 1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Nyalakan monitor</a:t>
            </a:r>
            <a:endParaRPr lang="en-US" sz="1800" dirty="0"/>
          </a:p>
        </p:txBody>
      </p:sp>
      <p:sp>
        <p:nvSpPr>
          <p:cNvPr id="26" name="Text 2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Tekan tombol kecil di bagian bawah monitor. Lampu kecil akan menyala.</a:t>
            </a:r>
            <a:endParaRPr lang="en-US" sz="1300" dirty="0"/>
          </a:p>
        </p:txBody>
      </p:sp>
      <p:sp>
        <p:nvSpPr>
          <p:cNvPr id="27" name="Shape 21"/>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28" name="Image 4" descr="preencoded.png">    </p:cNvPr>
          <p:cNvPicPr>
            <a:picLocks noChangeAspect="1"/>
          </p:cNvPicPr>
          <p:nvPr/>
        </p:nvPicPr>
        <p:blipFill>
          <a:blip r:embed="rId5"/>
          <a:stretch>
            <a:fillRect/>
          </a:stretch>
        </p:blipFill>
        <p:spPr>
          <a:xfrm>
            <a:off x="6108192" y="3721608"/>
            <a:ext cx="201168" cy="201168"/>
          </a:xfrm>
          <a:prstGeom prst="rect">
            <a:avLst/>
          </a:prstGeom>
        </p:spPr>
      </p:pic>
      <p:sp>
        <p:nvSpPr>
          <p:cNvPr id="29" name="Text 22"/>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monitor sudah menyala sendiri, lewati langkah ini.</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Menyalakan Komputer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2F5D8A"/>
          </a:solidFill>
          <a:ln w="12700">
            <a:solidFill>
              <a:srgbClr val="2F5D8A"/>
            </a:solidFill>
            <a:prstDash val="solid"/>
          </a:ln>
        </p:spPr>
      </p:sp>
      <p:sp>
        <p:nvSpPr>
          <p:cNvPr id="14" name="Shape 10"/>
          <p:cNvSpPr/>
          <p:nvPr/>
        </p:nvSpPr>
        <p:spPr>
          <a:xfrm>
            <a:off x="2031797" y="1420658"/>
            <a:ext cx="2062886" cy="2367564"/>
          </a:xfrm>
          <a:prstGeom prst="ellipse">
            <a:avLst/>
          </a:prstGeom>
          <a:solidFill>
            <a:srgbClr val="4A7FB5">
              <a:alpha val="60000"/>
            </a:srgbClr>
          </a:solidFill>
          <a:ln/>
        </p:spPr>
      </p:sp>
      <p:pic>
        <p:nvPicPr>
          <p:cNvPr id="15" name="Image 2" descr="preencoded.png">    </p:cNvPr>
          <p:cNvPicPr>
            <a:picLocks noChangeAspect="1"/>
          </p:cNvPicPr>
          <p:nvPr/>
        </p:nvPicPr>
        <p:blipFill>
          <a:blip r:embed="rId3"/>
          <a:stretch>
            <a:fillRect/>
          </a:stretch>
        </p:blipFill>
        <p:spPr>
          <a:xfrm>
            <a:off x="2697480" y="1657414"/>
            <a:ext cx="731520" cy="731520"/>
          </a:xfrm>
          <a:prstGeom prst="rect">
            <a:avLst/>
          </a:prstGeom>
        </p:spPr>
      </p:pic>
      <p:sp>
        <p:nvSpPr>
          <p:cNvPr id="16" name="Text 11"/>
          <p:cNvSpPr txBox="1"/>
          <p:nvPr/>
        </p:nvSpPr>
        <p:spPr>
          <a:xfrm>
            <a:off x="484632" y="2434654"/>
            <a:ext cx="5157216" cy="274320"/>
          </a:xfrm>
          <a:prstGeom prst="rect">
            <a:avLst/>
          </a:prstGeom>
          <a:noFill/>
          <a:ln/>
        </p:spPr>
        <p:txBody>
          <a:bodyPr wrap="square" lIns="0" tIns="0" rIns="0" bIns="0" rtlCol="0" anchor="t"/>
          <a:lstStyle/>
          <a:p>
            <a:pPr algn="ctr" indent="0" marL="0">
              <a:buNone/>
            </a:pPr>
            <a:r>
              <a:rPr lang="en-US" sz="1300" b="1" dirty="0">
                <a:solidFill>
                  <a:srgbClr val="FFFFFF"/>
                </a:solidFill>
                <a:latin typeface="Calibri" pitchFamily="34" charset="0"/>
                <a:ea typeface="Calibri" pitchFamily="34" charset="-122"/>
                <a:cs typeface="Calibri" pitchFamily="34" charset="-120"/>
              </a:rPr>
              <a:t>Santri</a:t>
            </a:r>
            <a:endParaRPr lang="en-US" sz="1300" dirty="0"/>
          </a:p>
        </p:txBody>
      </p:sp>
      <p:sp>
        <p:nvSpPr>
          <p:cNvPr id="17" name="Shape 12"/>
          <p:cNvSpPr/>
          <p:nvPr/>
        </p:nvSpPr>
        <p:spPr>
          <a:xfrm>
            <a:off x="2606040" y="2800414"/>
            <a:ext cx="914400" cy="256032"/>
          </a:xfrm>
          <a:prstGeom prst="roundRect">
            <a:avLst>
              <a:gd name="adj" fmla="val 14286"/>
            </a:avLst>
          </a:prstGeom>
          <a:solidFill>
            <a:srgbClr val="FFFFFF"/>
          </a:solidFill>
          <a:ln w="12700">
            <a:solidFill>
              <a:srgbClr val="FFFFFF"/>
            </a:solidFill>
            <a:prstDash val="solid"/>
          </a:ln>
        </p:spPr>
      </p:sp>
      <p:sp>
        <p:nvSpPr>
          <p:cNvPr id="18" name="Text 13"/>
          <p:cNvSpPr txBox="1"/>
          <p:nvPr/>
        </p:nvSpPr>
        <p:spPr>
          <a:xfrm>
            <a:off x="2606040" y="2800414"/>
            <a:ext cx="914400" cy="256032"/>
          </a:xfrm>
          <a:prstGeom prst="rect">
            <a:avLst/>
          </a:prstGeom>
          <a:noFill/>
          <a:ln/>
        </p:spPr>
        <p:txBody>
          <a:bodyPr wrap="square" lIns="0" tIns="0" rIns="0" bIns="0" rtlCol="0" anchor="ctr"/>
          <a:lstStyle/>
          <a:p>
            <a:pPr algn="ctr" indent="0" marL="0">
              <a:buNone/>
            </a:pPr>
            <a:r>
              <a:rPr lang="en-US" sz="900" dirty="0">
                <a:solidFill>
                  <a:srgbClr val="1E2A26"/>
                </a:solidFill>
                <a:latin typeface="Calibri" pitchFamily="34" charset="0"/>
                <a:ea typeface="Calibri" pitchFamily="34" charset="-122"/>
                <a:cs typeface="Calibri" pitchFamily="34" charset="-120"/>
              </a:rPr>
              <a:t>Sign in</a:t>
            </a:r>
            <a:endParaRPr lang="en-US" sz="900" dirty="0"/>
          </a:p>
        </p:txBody>
      </p:sp>
      <p:sp>
        <p:nvSpPr>
          <p:cNvPr id="19" name="Shape 14"/>
          <p:cNvSpPr/>
          <p:nvPr/>
        </p:nvSpPr>
        <p:spPr>
          <a:xfrm>
            <a:off x="2569464" y="2763838"/>
            <a:ext cx="987552" cy="329184"/>
          </a:xfrm>
          <a:prstGeom prst="roundRect">
            <a:avLst>
              <a:gd name="adj" fmla="val 13889"/>
            </a:avLst>
          </a:prstGeom>
          <a:solidFill>
            <a:srgbClr val="FFFFFF">
              <a:alpha val="0"/>
            </a:srgbClr>
          </a:solidFill>
          <a:ln w="31750">
            <a:solidFill>
              <a:srgbClr val="E53935"/>
            </a:solidFill>
            <a:prstDash val="solid"/>
          </a:ln>
        </p:spPr>
      </p:sp>
      <p:sp>
        <p:nvSpPr>
          <p:cNvPr id="20" name="Shape 15"/>
          <p:cNvSpPr/>
          <p:nvPr/>
        </p:nvSpPr>
        <p:spPr>
          <a:xfrm>
            <a:off x="3419856" y="2626678"/>
            <a:ext cx="274320" cy="274320"/>
          </a:xfrm>
          <a:prstGeom prst="ellipse">
            <a:avLst/>
          </a:prstGeom>
          <a:solidFill>
            <a:srgbClr val="E53935"/>
          </a:solidFill>
          <a:ln w="12700">
            <a:solidFill>
              <a:srgbClr val="FFFFFF"/>
            </a:solidFill>
            <a:prstDash val="solid"/>
          </a:ln>
        </p:spPr>
      </p:sp>
      <p:sp>
        <p:nvSpPr>
          <p:cNvPr id="21" name="Text 16"/>
          <p:cNvSpPr txBox="1"/>
          <p:nvPr/>
        </p:nvSpPr>
        <p:spPr>
          <a:xfrm>
            <a:off x="3419856" y="262667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22" name="Image 3" descr="preencoded.png">    </p:cNvPr>
          <p:cNvPicPr>
            <a:picLocks noChangeAspect="1"/>
          </p:cNvPicPr>
          <p:nvPr/>
        </p:nvPicPr>
        <p:blipFill>
          <a:blip r:embed="rId4"/>
          <a:stretch>
            <a:fillRect/>
          </a:stretch>
        </p:blipFill>
        <p:spPr>
          <a:xfrm>
            <a:off x="3108960" y="2941232"/>
            <a:ext cx="237744" cy="237744"/>
          </a:xfrm>
          <a:prstGeom prst="rect">
            <a:avLst/>
          </a:prstGeom>
        </p:spPr>
      </p:pic>
      <p:sp>
        <p:nvSpPr>
          <p:cNvPr id="23" name="Text 1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24" name="Text 1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Sign in untuk masuk</a:t>
            </a:r>
            <a:endParaRPr lang="en-US" sz="1800" dirty="0"/>
          </a:p>
        </p:txBody>
      </p:sp>
      <p:sp>
        <p:nvSpPr>
          <p:cNvPr id="25" name="Text 1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Jika diminta kata sandi, ketik kata sandi dari guru, lalu tekan Enter.</a:t>
            </a:r>
            <a:endParaRPr lang="en-US" sz="1300" dirty="0"/>
          </a:p>
        </p:txBody>
      </p:sp>
      <p:sp>
        <p:nvSpPr>
          <p:cNvPr id="26" name="Shape 20"/>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27" name="Image 4" descr="preencoded.png">    </p:cNvPr>
          <p:cNvPicPr>
            <a:picLocks noChangeAspect="1"/>
          </p:cNvPicPr>
          <p:nvPr/>
        </p:nvPicPr>
        <p:blipFill>
          <a:blip r:embed="rId5"/>
          <a:stretch>
            <a:fillRect/>
          </a:stretch>
        </p:blipFill>
        <p:spPr>
          <a:xfrm>
            <a:off x="6108192" y="3721608"/>
            <a:ext cx="201168" cy="201168"/>
          </a:xfrm>
          <a:prstGeom prst="rect">
            <a:avLst/>
          </a:prstGeom>
        </p:spPr>
      </p:pic>
      <p:sp>
        <p:nvSpPr>
          <p:cNvPr id="28" name="Text 21"/>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Kata sandi adalah rahasia. Jangan diberitahukan kepada orang lain.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Menyalakan Komputer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pic>
        <p:nvPicPr>
          <p:cNvPr id="16" name="Image 2" descr="preencoded.png">    </p:cNvPr>
          <p:cNvPicPr>
            <a:picLocks noChangeAspect="1"/>
          </p:cNvPicPr>
          <p:nvPr/>
        </p:nvPicPr>
        <p:blipFill>
          <a:blip r:embed="rId3"/>
          <a:stretch>
            <a:fillRect/>
          </a:stretch>
        </p:blipFill>
        <p:spPr>
          <a:xfrm>
            <a:off x="621792" y="1234440"/>
            <a:ext cx="237744" cy="237744"/>
          </a:xfrm>
          <a:prstGeom prst="rect">
            <a:avLst/>
          </a:prstGeom>
        </p:spPr>
      </p:pic>
      <p:sp>
        <p:nvSpPr>
          <p:cNvPr id="17" name="Text 12"/>
          <p:cNvSpPr txBox="1"/>
          <p:nvPr/>
        </p:nvSpPr>
        <p:spPr>
          <a:xfrm>
            <a:off x="502920" y="1490472"/>
            <a:ext cx="502920" cy="137160"/>
          </a:xfrm>
          <a:prstGeom prst="rect">
            <a:avLst/>
          </a:prstGeom>
          <a:noFill/>
          <a:ln/>
        </p:spPr>
        <p:txBody>
          <a:bodyPr wrap="square" lIns="0" tIns="0" rIns="0" bIns="0"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Recycle Bin</a:t>
            </a:r>
            <a:endParaRPr lang="en-US" sz="600" dirty="0"/>
          </a:p>
        </p:txBody>
      </p:sp>
      <p:sp>
        <p:nvSpPr>
          <p:cNvPr id="18" name="Shape 13"/>
          <p:cNvSpPr/>
          <p:nvPr/>
        </p:nvSpPr>
        <p:spPr>
          <a:xfrm>
            <a:off x="484632" y="3788222"/>
            <a:ext cx="5157216" cy="295946"/>
          </a:xfrm>
          <a:prstGeom prst="rect">
            <a:avLst/>
          </a:prstGeom>
          <a:solidFill>
            <a:srgbClr val="F3F3F3"/>
          </a:solidFill>
          <a:ln w="12700">
            <a:solidFill>
              <a:srgbClr val="F3F3F3"/>
            </a:solidFill>
            <a:prstDash val="solid"/>
          </a:ln>
        </p:spPr>
      </p:sp>
      <p:sp>
        <p:nvSpPr>
          <p:cNvPr id="19" name="Shape 14"/>
          <p:cNvSpPr/>
          <p:nvPr/>
        </p:nvSpPr>
        <p:spPr>
          <a:xfrm>
            <a:off x="2531130" y="3844452"/>
            <a:ext cx="84404" cy="84404"/>
          </a:xfrm>
          <a:prstGeom prst="rect">
            <a:avLst/>
          </a:prstGeom>
          <a:solidFill>
            <a:srgbClr val="0078D4"/>
          </a:solidFill>
          <a:ln w="12700">
            <a:solidFill>
              <a:srgbClr val="0078D4"/>
            </a:solidFill>
            <a:prstDash val="solid"/>
          </a:ln>
        </p:spPr>
      </p:sp>
      <p:sp>
        <p:nvSpPr>
          <p:cNvPr id="20" name="Shape 15"/>
          <p:cNvSpPr/>
          <p:nvPr/>
        </p:nvSpPr>
        <p:spPr>
          <a:xfrm>
            <a:off x="2630212" y="3844452"/>
            <a:ext cx="84404" cy="84404"/>
          </a:xfrm>
          <a:prstGeom prst="rect">
            <a:avLst/>
          </a:prstGeom>
          <a:solidFill>
            <a:srgbClr val="0078D4"/>
          </a:solidFill>
          <a:ln w="12700">
            <a:solidFill>
              <a:srgbClr val="0078D4"/>
            </a:solidFill>
            <a:prstDash val="solid"/>
          </a:ln>
        </p:spPr>
      </p:sp>
      <p:sp>
        <p:nvSpPr>
          <p:cNvPr id="21" name="Shape 16"/>
          <p:cNvSpPr/>
          <p:nvPr/>
        </p:nvSpPr>
        <p:spPr>
          <a:xfrm>
            <a:off x="2531130" y="3943534"/>
            <a:ext cx="84404" cy="84404"/>
          </a:xfrm>
          <a:prstGeom prst="rect">
            <a:avLst/>
          </a:prstGeom>
          <a:solidFill>
            <a:srgbClr val="0078D4"/>
          </a:solidFill>
          <a:ln w="12700">
            <a:solidFill>
              <a:srgbClr val="0078D4"/>
            </a:solidFill>
            <a:prstDash val="solid"/>
          </a:ln>
        </p:spPr>
      </p:sp>
      <p:sp>
        <p:nvSpPr>
          <p:cNvPr id="22" name="Shape 17"/>
          <p:cNvSpPr/>
          <p:nvPr/>
        </p:nvSpPr>
        <p:spPr>
          <a:xfrm>
            <a:off x="2630212" y="3943534"/>
            <a:ext cx="84404" cy="84404"/>
          </a:xfrm>
          <a:prstGeom prst="rect">
            <a:avLst/>
          </a:prstGeom>
          <a:solidFill>
            <a:srgbClr val="0078D4"/>
          </a:solidFill>
          <a:ln w="12700">
            <a:solidFill>
              <a:srgbClr val="0078D4"/>
            </a:solidFill>
            <a:prstDash val="solid"/>
          </a:ln>
        </p:spPr>
      </p:sp>
      <p:pic>
        <p:nvPicPr>
          <p:cNvPr id="23" name="Image 3" descr="preencoded.png">    </p:cNvPr>
          <p:cNvPicPr>
            <a:picLocks noChangeAspect="1"/>
          </p:cNvPicPr>
          <p:nvPr/>
        </p:nvPicPr>
        <p:blipFill>
          <a:blip r:embed="rId4"/>
          <a:stretch>
            <a:fillRect/>
          </a:stretch>
        </p:blipFill>
        <p:spPr>
          <a:xfrm>
            <a:off x="2824708" y="3844452"/>
            <a:ext cx="183486" cy="183486"/>
          </a:xfrm>
          <a:prstGeom prst="rect">
            <a:avLst/>
          </a:prstGeom>
        </p:spPr>
      </p:pic>
      <p:pic>
        <p:nvPicPr>
          <p:cNvPr id="24" name="Image 4" descr="preencoded.png">    </p:cNvPr>
          <p:cNvPicPr>
            <a:picLocks noChangeAspect="1"/>
          </p:cNvPicPr>
          <p:nvPr/>
        </p:nvPicPr>
        <p:blipFill>
          <a:blip r:embed="rId5"/>
          <a:stretch>
            <a:fillRect/>
          </a:stretch>
        </p:blipFill>
        <p:spPr>
          <a:xfrm>
            <a:off x="3118286" y="3844452"/>
            <a:ext cx="183486" cy="183486"/>
          </a:xfrm>
          <a:prstGeom prst="rect">
            <a:avLst/>
          </a:prstGeom>
        </p:spPr>
      </p:pic>
      <p:pic>
        <p:nvPicPr>
          <p:cNvPr id="25" name="Image 5" descr="preencoded.png">    </p:cNvPr>
          <p:cNvPicPr>
            <a:picLocks noChangeAspect="1"/>
          </p:cNvPicPr>
          <p:nvPr/>
        </p:nvPicPr>
        <p:blipFill>
          <a:blip r:embed="rId6"/>
          <a:stretch>
            <a:fillRect/>
          </a:stretch>
        </p:blipFill>
        <p:spPr>
          <a:xfrm>
            <a:off x="3411864" y="3844452"/>
            <a:ext cx="183486" cy="183486"/>
          </a:xfrm>
          <a:prstGeom prst="rect">
            <a:avLst/>
          </a:prstGeom>
        </p:spPr>
      </p:pic>
      <p:sp>
        <p:nvSpPr>
          <p:cNvPr id="26" name="Text 18"/>
          <p:cNvSpPr txBox="1"/>
          <p:nvPr/>
        </p:nvSpPr>
        <p:spPr>
          <a:xfrm>
            <a:off x="5138928" y="3788222"/>
            <a:ext cx="411480" cy="295946"/>
          </a:xfrm>
          <a:prstGeom prst="rect">
            <a:avLst/>
          </a:prstGeom>
          <a:noFill/>
          <a:ln/>
        </p:spPr>
        <p:txBody>
          <a:bodyPr wrap="square" lIns="0" tIns="0" rIns="0" bIns="0" rtlCol="0" anchor="ctr"/>
          <a:lstStyle/>
          <a:p>
            <a:pPr algn="r" indent="0" marL="0">
              <a:buNone/>
            </a:pPr>
            <a:r>
              <a:rPr lang="en-US" sz="700" dirty="0">
                <a:solidFill>
                  <a:srgbClr val="1E2A26"/>
                </a:solidFill>
                <a:latin typeface="Calibri" pitchFamily="34" charset="0"/>
                <a:ea typeface="Calibri" pitchFamily="34" charset="-122"/>
                <a:cs typeface="Calibri" pitchFamily="34" charset="-120"/>
              </a:rPr>
              <a:t>07.30</a:t>
            </a:r>
            <a:endParaRPr lang="en-US" sz="700" dirty="0"/>
          </a:p>
        </p:txBody>
      </p:sp>
      <p:sp>
        <p:nvSpPr>
          <p:cNvPr id="27" name="Shape 19"/>
          <p:cNvSpPr/>
          <p:nvPr/>
        </p:nvSpPr>
        <p:spPr>
          <a:xfrm>
            <a:off x="1995221" y="1828000"/>
            <a:ext cx="2136038" cy="1108961"/>
          </a:xfrm>
          <a:prstGeom prst="roundRect">
            <a:avLst>
              <a:gd name="adj" fmla="val 4123"/>
            </a:avLst>
          </a:prstGeom>
          <a:solidFill>
            <a:srgbClr val="FFFFFF">
              <a:alpha val="0"/>
            </a:srgbClr>
          </a:solidFill>
          <a:ln w="31750">
            <a:solidFill>
              <a:srgbClr val="E53935"/>
            </a:solidFill>
            <a:prstDash val="solid"/>
          </a:ln>
        </p:spPr>
      </p:sp>
      <p:sp>
        <p:nvSpPr>
          <p:cNvPr id="28" name="Shape 20"/>
          <p:cNvSpPr/>
          <p:nvPr/>
        </p:nvSpPr>
        <p:spPr>
          <a:xfrm>
            <a:off x="3994099" y="1690840"/>
            <a:ext cx="274320" cy="274320"/>
          </a:xfrm>
          <a:prstGeom prst="ellipse">
            <a:avLst/>
          </a:prstGeom>
          <a:solidFill>
            <a:srgbClr val="E53935"/>
          </a:solidFill>
          <a:ln w="12700">
            <a:solidFill>
              <a:srgbClr val="FFFFFF"/>
            </a:solidFill>
            <a:prstDash val="solid"/>
          </a:ln>
        </p:spPr>
      </p:sp>
      <p:sp>
        <p:nvSpPr>
          <p:cNvPr id="29" name="Text 21"/>
          <p:cNvSpPr txBox="1"/>
          <p:nvPr/>
        </p:nvSpPr>
        <p:spPr>
          <a:xfrm>
            <a:off x="3994099" y="16908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30" name="Image 6" descr="preencoded.png">    </p:cNvPr>
          <p:cNvPicPr>
            <a:picLocks noChangeAspect="1"/>
          </p:cNvPicPr>
          <p:nvPr/>
        </p:nvPicPr>
        <p:blipFill>
          <a:blip r:embed="rId7"/>
          <a:stretch>
            <a:fillRect/>
          </a:stretch>
        </p:blipFill>
        <p:spPr>
          <a:xfrm>
            <a:off x="3166384" y="2434271"/>
            <a:ext cx="237744" cy="237744"/>
          </a:xfrm>
          <a:prstGeom prst="rect">
            <a:avLst/>
          </a:prstGeom>
        </p:spPr>
      </p:pic>
      <p:sp>
        <p:nvSpPr>
          <p:cNvPr id="31" name="Shape 22"/>
          <p:cNvSpPr/>
          <p:nvPr/>
        </p:nvSpPr>
        <p:spPr>
          <a:xfrm>
            <a:off x="466344" y="3769934"/>
            <a:ext cx="5193792" cy="332522"/>
          </a:xfrm>
          <a:prstGeom prst="roundRect">
            <a:avLst>
              <a:gd name="adj" fmla="val 13749"/>
            </a:avLst>
          </a:prstGeom>
          <a:solidFill>
            <a:srgbClr val="FFFFFF">
              <a:alpha val="0"/>
            </a:srgbClr>
          </a:solidFill>
          <a:ln w="31750">
            <a:solidFill>
              <a:srgbClr val="E53935"/>
            </a:solidFill>
            <a:prstDash val="solid"/>
          </a:ln>
        </p:spPr>
      </p:sp>
      <p:sp>
        <p:nvSpPr>
          <p:cNvPr id="32" name="Shape 23"/>
          <p:cNvSpPr/>
          <p:nvPr/>
        </p:nvSpPr>
        <p:spPr>
          <a:xfrm>
            <a:off x="5522976" y="3632774"/>
            <a:ext cx="274320" cy="274320"/>
          </a:xfrm>
          <a:prstGeom prst="ellipse">
            <a:avLst/>
          </a:prstGeom>
          <a:solidFill>
            <a:srgbClr val="E53935"/>
          </a:solidFill>
          <a:ln w="12700">
            <a:solidFill>
              <a:srgbClr val="FFFFFF"/>
            </a:solidFill>
            <a:prstDash val="solid"/>
          </a:ln>
        </p:spPr>
      </p:sp>
      <p:sp>
        <p:nvSpPr>
          <p:cNvPr id="33" name="Text 24"/>
          <p:cNvSpPr txBox="1"/>
          <p:nvPr/>
        </p:nvSpPr>
        <p:spPr>
          <a:xfrm>
            <a:off x="5522976" y="363277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34" name="Image 7" descr="preencoded.png">    </p:cNvPr>
          <p:cNvPicPr>
            <a:picLocks noChangeAspect="1"/>
          </p:cNvPicPr>
          <p:nvPr/>
        </p:nvPicPr>
        <p:blipFill>
          <a:blip r:embed="rId8"/>
          <a:stretch>
            <a:fillRect/>
          </a:stretch>
        </p:blipFill>
        <p:spPr>
          <a:xfrm>
            <a:off x="3321101" y="3950992"/>
            <a:ext cx="237744" cy="237744"/>
          </a:xfrm>
          <a:prstGeom prst="rect">
            <a:avLst/>
          </a:prstGeom>
        </p:spPr>
      </p:pic>
      <p:sp>
        <p:nvSpPr>
          <p:cNvPr id="35" name="Shape 25"/>
          <p:cNvSpPr/>
          <p:nvPr/>
        </p:nvSpPr>
        <p:spPr>
          <a:xfrm>
            <a:off x="2494554" y="3807876"/>
            <a:ext cx="256638" cy="256638"/>
          </a:xfrm>
          <a:prstGeom prst="roundRect">
            <a:avLst>
              <a:gd name="adj" fmla="val 17815"/>
            </a:avLst>
          </a:prstGeom>
          <a:solidFill>
            <a:srgbClr val="FFFFFF">
              <a:alpha val="0"/>
            </a:srgbClr>
          </a:solidFill>
          <a:ln w="31750">
            <a:solidFill>
              <a:srgbClr val="E53935"/>
            </a:solidFill>
            <a:prstDash val="solid"/>
          </a:ln>
        </p:spPr>
      </p:sp>
      <p:sp>
        <p:nvSpPr>
          <p:cNvPr id="36" name="Shape 26"/>
          <p:cNvSpPr/>
          <p:nvPr/>
        </p:nvSpPr>
        <p:spPr>
          <a:xfrm>
            <a:off x="2614032" y="3670716"/>
            <a:ext cx="274320" cy="274320"/>
          </a:xfrm>
          <a:prstGeom prst="ellipse">
            <a:avLst/>
          </a:prstGeom>
          <a:solidFill>
            <a:srgbClr val="E53935"/>
          </a:solidFill>
          <a:ln w="12700">
            <a:solidFill>
              <a:srgbClr val="FFFFFF"/>
            </a:solidFill>
            <a:prstDash val="solid"/>
          </a:ln>
        </p:spPr>
      </p:sp>
      <p:sp>
        <p:nvSpPr>
          <p:cNvPr id="37" name="Text 27"/>
          <p:cNvSpPr txBox="1"/>
          <p:nvPr/>
        </p:nvSpPr>
        <p:spPr>
          <a:xfrm>
            <a:off x="2614032" y="36707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38" name="Image 8" descr="preencoded.png">    </p:cNvPr>
          <p:cNvPicPr>
            <a:picLocks noChangeAspect="1"/>
          </p:cNvPicPr>
          <p:nvPr/>
        </p:nvPicPr>
        <p:blipFill>
          <a:blip r:embed="rId9"/>
          <a:stretch>
            <a:fillRect/>
          </a:stretch>
        </p:blipFill>
        <p:spPr>
          <a:xfrm>
            <a:off x="2632047" y="3945369"/>
            <a:ext cx="237744" cy="237744"/>
          </a:xfrm>
          <a:prstGeom prst="rect">
            <a:avLst/>
          </a:prstGeom>
        </p:spPr>
      </p:pic>
      <p:sp>
        <p:nvSpPr>
          <p:cNvPr id="39" name="Text 2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0" name="Text 2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Desktop muncul, komputer siap dipakai</a:t>
            </a:r>
            <a:endParaRPr lang="en-US" sz="1800" dirty="0"/>
          </a:p>
        </p:txBody>
      </p:sp>
      <p:sp>
        <p:nvSpPr>
          <p:cNvPr id="41" name="Text 3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Layar ini disebut Desktop. Baris di bawah disebut Taskbar, dan tombol bergambar jendela adalah tombol Start.</a:t>
            </a:r>
            <a:endParaRPr lang="en-US" sz="1300" dirty="0"/>
          </a:p>
        </p:txBody>
      </p:sp>
      <p:sp>
        <p:nvSpPr>
          <p:cNvPr id="42" name="Shape 31"/>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3" name="Image 9" descr="preencoded.png">    </p:cNvPr>
          <p:cNvPicPr>
            <a:picLocks noChangeAspect="1"/>
          </p:cNvPicPr>
          <p:nvPr/>
        </p:nvPicPr>
        <p:blipFill>
          <a:blip r:embed="rId10"/>
          <a:stretch>
            <a:fillRect/>
          </a:stretch>
        </p:blipFill>
        <p:spPr>
          <a:xfrm>
            <a:off x="6108192" y="3721608"/>
            <a:ext cx="201168" cy="201168"/>
          </a:xfrm>
          <a:prstGeom prst="rect">
            <a:avLst/>
          </a:prstGeom>
        </p:spPr>
      </p:pic>
      <p:sp>
        <p:nvSpPr>
          <p:cNvPr id="44" name="Text 32"/>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Hafalkan tiga nama ini: Desktop, Taskbar, dan tombol Start.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Mematikan Komputer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pic>
        <p:nvPicPr>
          <p:cNvPr id="16" name="Image 2" descr="preencoded.png">    </p:cNvPr>
          <p:cNvPicPr>
            <a:picLocks noChangeAspect="1"/>
          </p:cNvPicPr>
          <p:nvPr/>
        </p:nvPicPr>
        <p:blipFill>
          <a:blip r:embed="rId3"/>
          <a:stretch>
            <a:fillRect/>
          </a:stretch>
        </p:blipFill>
        <p:spPr>
          <a:xfrm>
            <a:off x="621792" y="1234440"/>
            <a:ext cx="237744" cy="237744"/>
          </a:xfrm>
          <a:prstGeom prst="rect">
            <a:avLst/>
          </a:prstGeom>
        </p:spPr>
      </p:pic>
      <p:sp>
        <p:nvSpPr>
          <p:cNvPr id="17" name="Text 12"/>
          <p:cNvSpPr txBox="1"/>
          <p:nvPr/>
        </p:nvSpPr>
        <p:spPr>
          <a:xfrm>
            <a:off x="502920" y="1490472"/>
            <a:ext cx="502920" cy="137160"/>
          </a:xfrm>
          <a:prstGeom prst="rect">
            <a:avLst/>
          </a:prstGeom>
          <a:noFill/>
          <a:ln/>
        </p:spPr>
        <p:txBody>
          <a:bodyPr wrap="square" lIns="0" tIns="0" rIns="0" bIns="0"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Recycle Bin</a:t>
            </a:r>
            <a:endParaRPr lang="en-US" sz="600" dirty="0"/>
          </a:p>
        </p:txBody>
      </p:sp>
      <p:sp>
        <p:nvSpPr>
          <p:cNvPr id="18" name="Shape 13"/>
          <p:cNvSpPr/>
          <p:nvPr/>
        </p:nvSpPr>
        <p:spPr>
          <a:xfrm>
            <a:off x="484632" y="3788222"/>
            <a:ext cx="5157216" cy="295946"/>
          </a:xfrm>
          <a:prstGeom prst="rect">
            <a:avLst/>
          </a:prstGeom>
          <a:solidFill>
            <a:srgbClr val="F3F3F3"/>
          </a:solidFill>
          <a:ln w="12700">
            <a:solidFill>
              <a:srgbClr val="F3F3F3"/>
            </a:solidFill>
            <a:prstDash val="solid"/>
          </a:ln>
        </p:spPr>
      </p:sp>
      <p:sp>
        <p:nvSpPr>
          <p:cNvPr id="19" name="Shape 14"/>
          <p:cNvSpPr/>
          <p:nvPr/>
        </p:nvSpPr>
        <p:spPr>
          <a:xfrm>
            <a:off x="2531130" y="3844452"/>
            <a:ext cx="84404" cy="84404"/>
          </a:xfrm>
          <a:prstGeom prst="rect">
            <a:avLst/>
          </a:prstGeom>
          <a:solidFill>
            <a:srgbClr val="0078D4"/>
          </a:solidFill>
          <a:ln w="12700">
            <a:solidFill>
              <a:srgbClr val="0078D4"/>
            </a:solidFill>
            <a:prstDash val="solid"/>
          </a:ln>
        </p:spPr>
      </p:sp>
      <p:sp>
        <p:nvSpPr>
          <p:cNvPr id="20" name="Shape 15"/>
          <p:cNvSpPr/>
          <p:nvPr/>
        </p:nvSpPr>
        <p:spPr>
          <a:xfrm>
            <a:off x="2630212" y="3844452"/>
            <a:ext cx="84404" cy="84404"/>
          </a:xfrm>
          <a:prstGeom prst="rect">
            <a:avLst/>
          </a:prstGeom>
          <a:solidFill>
            <a:srgbClr val="0078D4"/>
          </a:solidFill>
          <a:ln w="12700">
            <a:solidFill>
              <a:srgbClr val="0078D4"/>
            </a:solidFill>
            <a:prstDash val="solid"/>
          </a:ln>
        </p:spPr>
      </p:sp>
      <p:sp>
        <p:nvSpPr>
          <p:cNvPr id="21" name="Shape 16"/>
          <p:cNvSpPr/>
          <p:nvPr/>
        </p:nvSpPr>
        <p:spPr>
          <a:xfrm>
            <a:off x="2531130" y="3943534"/>
            <a:ext cx="84404" cy="84404"/>
          </a:xfrm>
          <a:prstGeom prst="rect">
            <a:avLst/>
          </a:prstGeom>
          <a:solidFill>
            <a:srgbClr val="0078D4"/>
          </a:solidFill>
          <a:ln w="12700">
            <a:solidFill>
              <a:srgbClr val="0078D4"/>
            </a:solidFill>
            <a:prstDash val="solid"/>
          </a:ln>
        </p:spPr>
      </p:sp>
      <p:sp>
        <p:nvSpPr>
          <p:cNvPr id="22" name="Shape 17"/>
          <p:cNvSpPr/>
          <p:nvPr/>
        </p:nvSpPr>
        <p:spPr>
          <a:xfrm>
            <a:off x="2630212" y="3943534"/>
            <a:ext cx="84404" cy="84404"/>
          </a:xfrm>
          <a:prstGeom prst="rect">
            <a:avLst/>
          </a:prstGeom>
          <a:solidFill>
            <a:srgbClr val="0078D4"/>
          </a:solidFill>
          <a:ln w="12700">
            <a:solidFill>
              <a:srgbClr val="0078D4"/>
            </a:solidFill>
            <a:prstDash val="solid"/>
          </a:ln>
        </p:spPr>
      </p:sp>
      <p:pic>
        <p:nvPicPr>
          <p:cNvPr id="23" name="Image 3" descr="preencoded.png">    </p:cNvPr>
          <p:cNvPicPr>
            <a:picLocks noChangeAspect="1"/>
          </p:cNvPicPr>
          <p:nvPr/>
        </p:nvPicPr>
        <p:blipFill>
          <a:blip r:embed="rId4"/>
          <a:stretch>
            <a:fillRect/>
          </a:stretch>
        </p:blipFill>
        <p:spPr>
          <a:xfrm>
            <a:off x="2824708" y="3844452"/>
            <a:ext cx="183486" cy="183486"/>
          </a:xfrm>
          <a:prstGeom prst="rect">
            <a:avLst/>
          </a:prstGeom>
        </p:spPr>
      </p:pic>
      <p:pic>
        <p:nvPicPr>
          <p:cNvPr id="24" name="Image 4" descr="preencoded.png">    </p:cNvPr>
          <p:cNvPicPr>
            <a:picLocks noChangeAspect="1"/>
          </p:cNvPicPr>
          <p:nvPr/>
        </p:nvPicPr>
        <p:blipFill>
          <a:blip r:embed="rId5"/>
          <a:stretch>
            <a:fillRect/>
          </a:stretch>
        </p:blipFill>
        <p:spPr>
          <a:xfrm>
            <a:off x="3118286" y="3844452"/>
            <a:ext cx="183486" cy="183486"/>
          </a:xfrm>
          <a:prstGeom prst="rect">
            <a:avLst/>
          </a:prstGeom>
        </p:spPr>
      </p:pic>
      <p:pic>
        <p:nvPicPr>
          <p:cNvPr id="25" name="Image 5" descr="preencoded.png">    </p:cNvPr>
          <p:cNvPicPr>
            <a:picLocks noChangeAspect="1"/>
          </p:cNvPicPr>
          <p:nvPr/>
        </p:nvPicPr>
        <p:blipFill>
          <a:blip r:embed="rId6"/>
          <a:stretch>
            <a:fillRect/>
          </a:stretch>
        </p:blipFill>
        <p:spPr>
          <a:xfrm>
            <a:off x="3411864" y="3844452"/>
            <a:ext cx="183486" cy="183486"/>
          </a:xfrm>
          <a:prstGeom prst="rect">
            <a:avLst/>
          </a:prstGeom>
        </p:spPr>
      </p:pic>
      <p:sp>
        <p:nvSpPr>
          <p:cNvPr id="26" name="Text 18"/>
          <p:cNvSpPr txBox="1"/>
          <p:nvPr/>
        </p:nvSpPr>
        <p:spPr>
          <a:xfrm>
            <a:off x="5138928" y="3788222"/>
            <a:ext cx="411480" cy="295946"/>
          </a:xfrm>
          <a:prstGeom prst="rect">
            <a:avLst/>
          </a:prstGeom>
          <a:noFill/>
          <a:ln/>
        </p:spPr>
        <p:txBody>
          <a:bodyPr wrap="square" lIns="0" tIns="0" rIns="0" bIns="0" rtlCol="0" anchor="ctr"/>
          <a:lstStyle/>
          <a:p>
            <a:pPr algn="r" indent="0" marL="0">
              <a:buNone/>
            </a:pPr>
            <a:r>
              <a:rPr lang="en-US" sz="700" dirty="0">
                <a:solidFill>
                  <a:srgbClr val="1E2A26"/>
                </a:solidFill>
                <a:latin typeface="Calibri" pitchFamily="34" charset="0"/>
                <a:ea typeface="Calibri" pitchFamily="34" charset="-122"/>
                <a:cs typeface="Calibri" pitchFamily="34" charset="-120"/>
              </a:rPr>
              <a:t>07.30</a:t>
            </a:r>
            <a:endParaRPr lang="en-US" sz="700" dirty="0"/>
          </a:p>
        </p:txBody>
      </p:sp>
      <p:sp>
        <p:nvSpPr>
          <p:cNvPr id="27" name="Shape 19"/>
          <p:cNvSpPr/>
          <p:nvPr/>
        </p:nvSpPr>
        <p:spPr>
          <a:xfrm>
            <a:off x="1103498" y="1302279"/>
            <a:ext cx="3919484" cy="2308375"/>
          </a:xfrm>
          <a:prstGeom prst="rect">
            <a:avLst/>
          </a:prstGeom>
          <a:solidFill>
            <a:srgbClr val="FFFFFF"/>
          </a:solidFill>
          <a:ln w="9525">
            <a:solidFill>
              <a:srgbClr val="999999"/>
            </a:solidFill>
            <a:prstDash val="solid"/>
          </a:ln>
        </p:spPr>
      </p:sp>
      <p:sp>
        <p:nvSpPr>
          <p:cNvPr id="28" name="Shape 20"/>
          <p:cNvSpPr/>
          <p:nvPr/>
        </p:nvSpPr>
        <p:spPr>
          <a:xfrm>
            <a:off x="1103498" y="1302279"/>
            <a:ext cx="3919484" cy="219456"/>
          </a:xfrm>
          <a:prstGeom prst="rect">
            <a:avLst/>
          </a:prstGeom>
          <a:solidFill>
            <a:srgbClr val="F0F0F0"/>
          </a:solidFill>
          <a:ln w="12700">
            <a:solidFill>
              <a:srgbClr val="F0F0F0"/>
            </a:solidFill>
            <a:prstDash val="solid"/>
          </a:ln>
        </p:spPr>
      </p:sp>
      <p:sp>
        <p:nvSpPr>
          <p:cNvPr id="29" name="Text 21"/>
          <p:cNvSpPr txBox="1"/>
          <p:nvPr/>
        </p:nvSpPr>
        <p:spPr>
          <a:xfrm>
            <a:off x="1194938" y="1302279"/>
            <a:ext cx="3005084"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Untitled - Notepad</a:t>
            </a:r>
            <a:endParaRPr lang="en-US" sz="750" dirty="0"/>
          </a:p>
        </p:txBody>
      </p:sp>
      <p:sp>
        <p:nvSpPr>
          <p:cNvPr id="30" name="Text 22"/>
          <p:cNvSpPr txBox="1"/>
          <p:nvPr/>
        </p:nvSpPr>
        <p:spPr>
          <a:xfrm>
            <a:off x="4200022" y="1302279"/>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31" name="Text 23"/>
          <p:cNvSpPr txBox="1"/>
          <p:nvPr/>
        </p:nvSpPr>
        <p:spPr>
          <a:xfrm>
            <a:off x="4474342" y="1302279"/>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32" name="Text 24"/>
          <p:cNvSpPr txBox="1"/>
          <p:nvPr/>
        </p:nvSpPr>
        <p:spPr>
          <a:xfrm>
            <a:off x="4748662" y="1302279"/>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33" name="Shape 25"/>
          <p:cNvSpPr/>
          <p:nvPr/>
        </p:nvSpPr>
        <p:spPr>
          <a:xfrm>
            <a:off x="1103498" y="1521735"/>
            <a:ext cx="3919484" cy="182880"/>
          </a:xfrm>
          <a:prstGeom prst="rect">
            <a:avLst/>
          </a:prstGeom>
          <a:solidFill>
            <a:srgbClr val="FAFAFA"/>
          </a:solidFill>
          <a:ln w="12700">
            <a:solidFill>
              <a:srgbClr val="FAFAFA"/>
            </a:solidFill>
            <a:prstDash val="solid"/>
          </a:ln>
        </p:spPr>
      </p:sp>
      <p:sp>
        <p:nvSpPr>
          <p:cNvPr id="34" name="Text 26"/>
          <p:cNvSpPr txBox="1"/>
          <p:nvPr/>
        </p:nvSpPr>
        <p:spPr>
          <a:xfrm>
            <a:off x="1194938" y="1521735"/>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35" name="Text 27"/>
          <p:cNvSpPr txBox="1"/>
          <p:nvPr/>
        </p:nvSpPr>
        <p:spPr>
          <a:xfrm>
            <a:off x="1213226" y="1777767"/>
            <a:ext cx="3700028" cy="1759735"/>
          </a:xfrm>
          <a:prstGeom prst="rect">
            <a:avLst/>
          </a:prstGeom>
          <a:noFill/>
          <a:ln/>
        </p:spPr>
        <p:txBody>
          <a:bodyPr wrap="square" lIns="0" tIns="0" rIns="0" bIns="0" rtlCol="0" anchor="t"/>
          <a:lstStyle/>
          <a:p>
            <a:pPr indent="0" marL="0">
              <a:buNone/>
            </a:pPr>
            <a:r>
              <a:rPr lang="en-US" sz="900" dirty="0">
                <a:solidFill>
                  <a:srgbClr val="1E2A26"/>
                </a:solidFill>
                <a:latin typeface="Courier New" pitchFamily="34" charset="0"/>
                <a:ea typeface="Courier New" pitchFamily="34" charset="-122"/>
                <a:cs typeface="Courier New" pitchFamily="34" charset="-120"/>
              </a:rPr>
              <a:t>Bismillah.</a:t>
            </a:r>
            <a:endParaRPr lang="en-US" sz="900" dirty="0"/>
          </a:p>
          <a:p>
            <a:pPr indent="0" marL="0">
              <a:buNone/>
            </a:pPr>
            <a:r>
              <a:rPr lang="en-US" sz="900" dirty="0">
                <a:solidFill>
                  <a:srgbClr val="1E2A26"/>
                </a:solidFill>
                <a:latin typeface="Courier New" pitchFamily="34" charset="0"/>
                <a:ea typeface="Courier New" pitchFamily="34" charset="-122"/>
                <a:cs typeface="Courier New" pitchFamily="34" charset="-120"/>
              </a:rPr>
              <a:t>Latihan hari ini.</a:t>
            </a:r>
            <a:endParaRPr lang="en-US" sz="900" dirty="0"/>
          </a:p>
        </p:txBody>
      </p:sp>
      <p:sp>
        <p:nvSpPr>
          <p:cNvPr id="36" name="Shape 28"/>
          <p:cNvSpPr/>
          <p:nvPr/>
        </p:nvSpPr>
        <p:spPr>
          <a:xfrm>
            <a:off x="4712086" y="1265703"/>
            <a:ext cx="347472" cy="292608"/>
          </a:xfrm>
          <a:prstGeom prst="roundRect">
            <a:avLst>
              <a:gd name="adj" fmla="val 15625"/>
            </a:avLst>
          </a:prstGeom>
          <a:solidFill>
            <a:srgbClr val="FFFFFF">
              <a:alpha val="0"/>
            </a:srgbClr>
          </a:solidFill>
          <a:ln w="31750">
            <a:solidFill>
              <a:srgbClr val="E53935"/>
            </a:solidFill>
            <a:prstDash val="solid"/>
          </a:ln>
        </p:spPr>
      </p:sp>
      <p:sp>
        <p:nvSpPr>
          <p:cNvPr id="37" name="Shape 29"/>
          <p:cNvSpPr/>
          <p:nvPr/>
        </p:nvSpPr>
        <p:spPr>
          <a:xfrm>
            <a:off x="4922398" y="1128543"/>
            <a:ext cx="274320" cy="274320"/>
          </a:xfrm>
          <a:prstGeom prst="ellipse">
            <a:avLst/>
          </a:prstGeom>
          <a:solidFill>
            <a:srgbClr val="E53935"/>
          </a:solidFill>
          <a:ln w="12700">
            <a:solidFill>
              <a:srgbClr val="FFFFFF"/>
            </a:solidFill>
            <a:prstDash val="solid"/>
          </a:ln>
        </p:spPr>
      </p:sp>
      <p:sp>
        <p:nvSpPr>
          <p:cNvPr id="38" name="Text 30"/>
          <p:cNvSpPr txBox="1"/>
          <p:nvPr/>
        </p:nvSpPr>
        <p:spPr>
          <a:xfrm>
            <a:off x="4922398" y="112854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39" name="Image 6" descr="preencoded.png">    </p:cNvPr>
          <p:cNvPicPr>
            <a:picLocks noChangeAspect="1"/>
          </p:cNvPicPr>
          <p:nvPr/>
        </p:nvPicPr>
        <p:blipFill>
          <a:blip r:embed="rId7"/>
          <a:stretch>
            <a:fillRect/>
          </a:stretch>
        </p:blipFill>
        <p:spPr>
          <a:xfrm>
            <a:off x="4899538" y="1422980"/>
            <a:ext cx="237744" cy="237744"/>
          </a:xfrm>
          <a:prstGeom prst="rect">
            <a:avLst/>
          </a:prstGeom>
        </p:spPr>
      </p:pic>
      <p:sp>
        <p:nvSpPr>
          <p:cNvPr id="40" name="Text 3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1" name="Text 3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Tutup semua aplikasi</a:t>
            </a:r>
            <a:endParaRPr lang="en-US" sz="1800" dirty="0"/>
          </a:p>
        </p:txBody>
      </p:sp>
      <p:sp>
        <p:nvSpPr>
          <p:cNvPr id="42" name="Text 3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tanda silang (✕) di pojok kanan atas setiap jendela yang masih terbuka.</a:t>
            </a:r>
            <a:endParaRPr lang="en-US" sz="1300" dirty="0"/>
          </a:p>
        </p:txBody>
      </p:sp>
      <p:sp>
        <p:nvSpPr>
          <p:cNvPr id="43" name="Shape 34"/>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4"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45" name="Text 35"/>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muncul pertanyaan "Save?", pilih Save bila tulisan ingin disimpan.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Mematikan Komputer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pic>
        <p:nvPicPr>
          <p:cNvPr id="16" name="Image 2" descr="preencoded.png">    </p:cNvPr>
          <p:cNvPicPr>
            <a:picLocks noChangeAspect="1"/>
          </p:cNvPicPr>
          <p:nvPr/>
        </p:nvPicPr>
        <p:blipFill>
          <a:blip r:embed="rId3"/>
          <a:stretch>
            <a:fillRect/>
          </a:stretch>
        </p:blipFill>
        <p:spPr>
          <a:xfrm>
            <a:off x="621792" y="1234440"/>
            <a:ext cx="237744" cy="237744"/>
          </a:xfrm>
          <a:prstGeom prst="rect">
            <a:avLst/>
          </a:prstGeom>
        </p:spPr>
      </p:pic>
      <p:sp>
        <p:nvSpPr>
          <p:cNvPr id="17" name="Text 12"/>
          <p:cNvSpPr txBox="1"/>
          <p:nvPr/>
        </p:nvSpPr>
        <p:spPr>
          <a:xfrm>
            <a:off x="502920" y="1490472"/>
            <a:ext cx="502920" cy="137160"/>
          </a:xfrm>
          <a:prstGeom prst="rect">
            <a:avLst/>
          </a:prstGeom>
          <a:noFill/>
          <a:ln/>
        </p:spPr>
        <p:txBody>
          <a:bodyPr wrap="square" lIns="0" tIns="0" rIns="0" bIns="0"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Recycle Bin</a:t>
            </a:r>
            <a:endParaRPr lang="en-US" sz="600" dirty="0"/>
          </a:p>
        </p:txBody>
      </p:sp>
      <p:sp>
        <p:nvSpPr>
          <p:cNvPr id="18" name="Shape 13"/>
          <p:cNvSpPr/>
          <p:nvPr/>
        </p:nvSpPr>
        <p:spPr>
          <a:xfrm>
            <a:off x="484632" y="3788222"/>
            <a:ext cx="5157216" cy="295946"/>
          </a:xfrm>
          <a:prstGeom prst="rect">
            <a:avLst/>
          </a:prstGeom>
          <a:solidFill>
            <a:srgbClr val="F3F3F3"/>
          </a:solidFill>
          <a:ln w="12700">
            <a:solidFill>
              <a:srgbClr val="F3F3F3"/>
            </a:solidFill>
            <a:prstDash val="solid"/>
          </a:ln>
        </p:spPr>
      </p:sp>
      <p:sp>
        <p:nvSpPr>
          <p:cNvPr id="19" name="Shape 14"/>
          <p:cNvSpPr/>
          <p:nvPr/>
        </p:nvSpPr>
        <p:spPr>
          <a:xfrm>
            <a:off x="2531130" y="3844452"/>
            <a:ext cx="84404" cy="84404"/>
          </a:xfrm>
          <a:prstGeom prst="rect">
            <a:avLst/>
          </a:prstGeom>
          <a:solidFill>
            <a:srgbClr val="0078D4"/>
          </a:solidFill>
          <a:ln w="12700">
            <a:solidFill>
              <a:srgbClr val="0078D4"/>
            </a:solidFill>
            <a:prstDash val="solid"/>
          </a:ln>
        </p:spPr>
      </p:sp>
      <p:sp>
        <p:nvSpPr>
          <p:cNvPr id="20" name="Shape 15"/>
          <p:cNvSpPr/>
          <p:nvPr/>
        </p:nvSpPr>
        <p:spPr>
          <a:xfrm>
            <a:off x="2630212" y="3844452"/>
            <a:ext cx="84404" cy="84404"/>
          </a:xfrm>
          <a:prstGeom prst="rect">
            <a:avLst/>
          </a:prstGeom>
          <a:solidFill>
            <a:srgbClr val="0078D4"/>
          </a:solidFill>
          <a:ln w="12700">
            <a:solidFill>
              <a:srgbClr val="0078D4"/>
            </a:solidFill>
            <a:prstDash val="solid"/>
          </a:ln>
        </p:spPr>
      </p:sp>
      <p:sp>
        <p:nvSpPr>
          <p:cNvPr id="21" name="Shape 16"/>
          <p:cNvSpPr/>
          <p:nvPr/>
        </p:nvSpPr>
        <p:spPr>
          <a:xfrm>
            <a:off x="2531130" y="3943534"/>
            <a:ext cx="84404" cy="84404"/>
          </a:xfrm>
          <a:prstGeom prst="rect">
            <a:avLst/>
          </a:prstGeom>
          <a:solidFill>
            <a:srgbClr val="0078D4"/>
          </a:solidFill>
          <a:ln w="12700">
            <a:solidFill>
              <a:srgbClr val="0078D4"/>
            </a:solidFill>
            <a:prstDash val="solid"/>
          </a:ln>
        </p:spPr>
      </p:sp>
      <p:sp>
        <p:nvSpPr>
          <p:cNvPr id="22" name="Shape 17"/>
          <p:cNvSpPr/>
          <p:nvPr/>
        </p:nvSpPr>
        <p:spPr>
          <a:xfrm>
            <a:off x="2630212" y="3943534"/>
            <a:ext cx="84404" cy="84404"/>
          </a:xfrm>
          <a:prstGeom prst="rect">
            <a:avLst/>
          </a:prstGeom>
          <a:solidFill>
            <a:srgbClr val="0078D4"/>
          </a:solidFill>
          <a:ln w="12700">
            <a:solidFill>
              <a:srgbClr val="0078D4"/>
            </a:solidFill>
            <a:prstDash val="solid"/>
          </a:ln>
        </p:spPr>
      </p:sp>
      <p:pic>
        <p:nvPicPr>
          <p:cNvPr id="23" name="Image 3" descr="preencoded.png">    </p:cNvPr>
          <p:cNvPicPr>
            <a:picLocks noChangeAspect="1"/>
          </p:cNvPicPr>
          <p:nvPr/>
        </p:nvPicPr>
        <p:blipFill>
          <a:blip r:embed="rId4"/>
          <a:stretch>
            <a:fillRect/>
          </a:stretch>
        </p:blipFill>
        <p:spPr>
          <a:xfrm>
            <a:off x="2824708" y="3844452"/>
            <a:ext cx="183486" cy="183486"/>
          </a:xfrm>
          <a:prstGeom prst="rect">
            <a:avLst/>
          </a:prstGeom>
        </p:spPr>
      </p:pic>
      <p:pic>
        <p:nvPicPr>
          <p:cNvPr id="24" name="Image 4" descr="preencoded.png">    </p:cNvPr>
          <p:cNvPicPr>
            <a:picLocks noChangeAspect="1"/>
          </p:cNvPicPr>
          <p:nvPr/>
        </p:nvPicPr>
        <p:blipFill>
          <a:blip r:embed="rId5"/>
          <a:stretch>
            <a:fillRect/>
          </a:stretch>
        </p:blipFill>
        <p:spPr>
          <a:xfrm>
            <a:off x="3118286" y="3844452"/>
            <a:ext cx="183486" cy="183486"/>
          </a:xfrm>
          <a:prstGeom prst="rect">
            <a:avLst/>
          </a:prstGeom>
        </p:spPr>
      </p:pic>
      <p:pic>
        <p:nvPicPr>
          <p:cNvPr id="25" name="Image 5" descr="preencoded.png">    </p:cNvPr>
          <p:cNvPicPr>
            <a:picLocks noChangeAspect="1"/>
          </p:cNvPicPr>
          <p:nvPr/>
        </p:nvPicPr>
        <p:blipFill>
          <a:blip r:embed="rId6"/>
          <a:stretch>
            <a:fillRect/>
          </a:stretch>
        </p:blipFill>
        <p:spPr>
          <a:xfrm>
            <a:off x="3411864" y="3844452"/>
            <a:ext cx="183486" cy="183486"/>
          </a:xfrm>
          <a:prstGeom prst="rect">
            <a:avLst/>
          </a:prstGeom>
        </p:spPr>
      </p:pic>
      <p:sp>
        <p:nvSpPr>
          <p:cNvPr id="26" name="Text 18"/>
          <p:cNvSpPr txBox="1"/>
          <p:nvPr/>
        </p:nvSpPr>
        <p:spPr>
          <a:xfrm>
            <a:off x="5138928" y="3788222"/>
            <a:ext cx="411480" cy="295946"/>
          </a:xfrm>
          <a:prstGeom prst="rect">
            <a:avLst/>
          </a:prstGeom>
          <a:noFill/>
          <a:ln/>
        </p:spPr>
        <p:txBody>
          <a:bodyPr wrap="square" lIns="0" tIns="0" rIns="0" bIns="0" rtlCol="0" anchor="ctr"/>
          <a:lstStyle/>
          <a:p>
            <a:pPr algn="r" indent="0" marL="0">
              <a:buNone/>
            </a:pPr>
            <a:r>
              <a:rPr lang="en-US" sz="700" dirty="0">
                <a:solidFill>
                  <a:srgbClr val="1E2A26"/>
                </a:solidFill>
                <a:latin typeface="Calibri" pitchFamily="34" charset="0"/>
                <a:ea typeface="Calibri" pitchFamily="34" charset="-122"/>
                <a:cs typeface="Calibri" pitchFamily="34" charset="-120"/>
              </a:rPr>
              <a:t>07.30</a:t>
            </a:r>
            <a:endParaRPr lang="en-US" sz="700" dirty="0"/>
          </a:p>
        </p:txBody>
      </p:sp>
      <p:sp>
        <p:nvSpPr>
          <p:cNvPr id="27" name="Shape 19"/>
          <p:cNvSpPr/>
          <p:nvPr/>
        </p:nvSpPr>
        <p:spPr>
          <a:xfrm>
            <a:off x="2494554" y="3807876"/>
            <a:ext cx="256638" cy="256638"/>
          </a:xfrm>
          <a:prstGeom prst="roundRect">
            <a:avLst>
              <a:gd name="adj" fmla="val 17815"/>
            </a:avLst>
          </a:prstGeom>
          <a:solidFill>
            <a:srgbClr val="FFFFFF">
              <a:alpha val="0"/>
            </a:srgbClr>
          </a:solidFill>
          <a:ln w="31750">
            <a:solidFill>
              <a:srgbClr val="E53935"/>
            </a:solidFill>
            <a:prstDash val="solid"/>
          </a:ln>
        </p:spPr>
      </p:sp>
      <p:sp>
        <p:nvSpPr>
          <p:cNvPr id="28" name="Shape 20"/>
          <p:cNvSpPr/>
          <p:nvPr/>
        </p:nvSpPr>
        <p:spPr>
          <a:xfrm>
            <a:off x="2614032" y="3670716"/>
            <a:ext cx="274320" cy="274320"/>
          </a:xfrm>
          <a:prstGeom prst="ellipse">
            <a:avLst/>
          </a:prstGeom>
          <a:solidFill>
            <a:srgbClr val="E53935"/>
          </a:solidFill>
          <a:ln w="12700">
            <a:solidFill>
              <a:srgbClr val="FFFFFF"/>
            </a:solidFill>
            <a:prstDash val="solid"/>
          </a:ln>
        </p:spPr>
      </p:sp>
      <p:sp>
        <p:nvSpPr>
          <p:cNvPr id="29" name="Text 21"/>
          <p:cNvSpPr txBox="1"/>
          <p:nvPr/>
        </p:nvSpPr>
        <p:spPr>
          <a:xfrm>
            <a:off x="2614032" y="36707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30" name="Image 6" descr="preencoded.png">    </p:cNvPr>
          <p:cNvPicPr>
            <a:picLocks noChangeAspect="1"/>
          </p:cNvPicPr>
          <p:nvPr/>
        </p:nvPicPr>
        <p:blipFill>
          <a:blip r:embed="rId7"/>
          <a:stretch>
            <a:fillRect/>
          </a:stretch>
        </p:blipFill>
        <p:spPr>
          <a:xfrm>
            <a:off x="2632047" y="3945369"/>
            <a:ext cx="237744" cy="237744"/>
          </a:xfrm>
          <a:prstGeom prst="rect">
            <a:avLst/>
          </a:prstGeom>
        </p:spPr>
      </p:pic>
      <p:sp>
        <p:nvSpPr>
          <p:cNvPr id="31" name="Text 2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32" name="Text 2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tombol Start</a:t>
            </a:r>
            <a:endParaRPr lang="en-US" sz="1800" dirty="0"/>
          </a:p>
        </p:txBody>
      </p:sp>
      <p:sp>
        <p:nvSpPr>
          <p:cNvPr id="33" name="Text 2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Tombol Start bergambar empat kotak, di bagian bawah layar.</a:t>
            </a:r>
            <a:endParaRPr lang="en-US" sz="1300" dirty="0"/>
          </a:p>
        </p:txBody>
      </p:sp>
      <p:sp>
        <p:nvSpPr>
          <p:cNvPr id="34" name="Shape 25"/>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35"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36" name="Text 26"/>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Di Windows 10, tombol Start berada di pojok kiri bawah.</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Mematikan Komputer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pic>
        <p:nvPicPr>
          <p:cNvPr id="16" name="Image 2" descr="preencoded.png">    </p:cNvPr>
          <p:cNvPicPr>
            <a:picLocks noChangeAspect="1"/>
          </p:cNvPicPr>
          <p:nvPr/>
        </p:nvPicPr>
        <p:blipFill>
          <a:blip r:embed="rId3"/>
          <a:stretch>
            <a:fillRect/>
          </a:stretch>
        </p:blipFill>
        <p:spPr>
          <a:xfrm>
            <a:off x="621792" y="1234440"/>
            <a:ext cx="237744" cy="237744"/>
          </a:xfrm>
          <a:prstGeom prst="rect">
            <a:avLst/>
          </a:prstGeom>
        </p:spPr>
      </p:pic>
      <p:sp>
        <p:nvSpPr>
          <p:cNvPr id="17" name="Text 12"/>
          <p:cNvSpPr txBox="1"/>
          <p:nvPr/>
        </p:nvSpPr>
        <p:spPr>
          <a:xfrm>
            <a:off x="502920" y="1490472"/>
            <a:ext cx="502920" cy="137160"/>
          </a:xfrm>
          <a:prstGeom prst="rect">
            <a:avLst/>
          </a:prstGeom>
          <a:noFill/>
          <a:ln/>
        </p:spPr>
        <p:txBody>
          <a:bodyPr wrap="square" lIns="0" tIns="0" rIns="0" bIns="0"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Recycle Bin</a:t>
            </a:r>
            <a:endParaRPr lang="en-US" sz="600" dirty="0"/>
          </a:p>
        </p:txBody>
      </p:sp>
      <p:sp>
        <p:nvSpPr>
          <p:cNvPr id="18" name="Shape 13"/>
          <p:cNvSpPr/>
          <p:nvPr/>
        </p:nvSpPr>
        <p:spPr>
          <a:xfrm>
            <a:off x="484632" y="3788222"/>
            <a:ext cx="5157216" cy="295946"/>
          </a:xfrm>
          <a:prstGeom prst="rect">
            <a:avLst/>
          </a:prstGeom>
          <a:solidFill>
            <a:srgbClr val="F3F3F3"/>
          </a:solidFill>
          <a:ln w="12700">
            <a:solidFill>
              <a:srgbClr val="F3F3F3"/>
            </a:solidFill>
            <a:prstDash val="solid"/>
          </a:ln>
        </p:spPr>
      </p:sp>
      <p:sp>
        <p:nvSpPr>
          <p:cNvPr id="19" name="Shape 14"/>
          <p:cNvSpPr/>
          <p:nvPr/>
        </p:nvSpPr>
        <p:spPr>
          <a:xfrm>
            <a:off x="2531130" y="3844452"/>
            <a:ext cx="84404" cy="84404"/>
          </a:xfrm>
          <a:prstGeom prst="rect">
            <a:avLst/>
          </a:prstGeom>
          <a:solidFill>
            <a:srgbClr val="0078D4"/>
          </a:solidFill>
          <a:ln w="12700">
            <a:solidFill>
              <a:srgbClr val="0078D4"/>
            </a:solidFill>
            <a:prstDash val="solid"/>
          </a:ln>
        </p:spPr>
      </p:sp>
      <p:sp>
        <p:nvSpPr>
          <p:cNvPr id="20" name="Shape 15"/>
          <p:cNvSpPr/>
          <p:nvPr/>
        </p:nvSpPr>
        <p:spPr>
          <a:xfrm>
            <a:off x="2630212" y="3844452"/>
            <a:ext cx="84404" cy="84404"/>
          </a:xfrm>
          <a:prstGeom prst="rect">
            <a:avLst/>
          </a:prstGeom>
          <a:solidFill>
            <a:srgbClr val="0078D4"/>
          </a:solidFill>
          <a:ln w="12700">
            <a:solidFill>
              <a:srgbClr val="0078D4"/>
            </a:solidFill>
            <a:prstDash val="solid"/>
          </a:ln>
        </p:spPr>
      </p:sp>
      <p:sp>
        <p:nvSpPr>
          <p:cNvPr id="21" name="Shape 16"/>
          <p:cNvSpPr/>
          <p:nvPr/>
        </p:nvSpPr>
        <p:spPr>
          <a:xfrm>
            <a:off x="2531130" y="3943534"/>
            <a:ext cx="84404" cy="84404"/>
          </a:xfrm>
          <a:prstGeom prst="rect">
            <a:avLst/>
          </a:prstGeom>
          <a:solidFill>
            <a:srgbClr val="0078D4"/>
          </a:solidFill>
          <a:ln w="12700">
            <a:solidFill>
              <a:srgbClr val="0078D4"/>
            </a:solidFill>
            <a:prstDash val="solid"/>
          </a:ln>
        </p:spPr>
      </p:sp>
      <p:sp>
        <p:nvSpPr>
          <p:cNvPr id="22" name="Shape 17"/>
          <p:cNvSpPr/>
          <p:nvPr/>
        </p:nvSpPr>
        <p:spPr>
          <a:xfrm>
            <a:off x="2630212" y="3943534"/>
            <a:ext cx="84404" cy="84404"/>
          </a:xfrm>
          <a:prstGeom prst="rect">
            <a:avLst/>
          </a:prstGeom>
          <a:solidFill>
            <a:srgbClr val="0078D4"/>
          </a:solidFill>
          <a:ln w="12700">
            <a:solidFill>
              <a:srgbClr val="0078D4"/>
            </a:solidFill>
            <a:prstDash val="solid"/>
          </a:ln>
        </p:spPr>
      </p:sp>
      <p:pic>
        <p:nvPicPr>
          <p:cNvPr id="23" name="Image 3" descr="preencoded.png">    </p:cNvPr>
          <p:cNvPicPr>
            <a:picLocks noChangeAspect="1"/>
          </p:cNvPicPr>
          <p:nvPr/>
        </p:nvPicPr>
        <p:blipFill>
          <a:blip r:embed="rId4"/>
          <a:stretch>
            <a:fillRect/>
          </a:stretch>
        </p:blipFill>
        <p:spPr>
          <a:xfrm>
            <a:off x="2824708" y="3844452"/>
            <a:ext cx="183486" cy="183486"/>
          </a:xfrm>
          <a:prstGeom prst="rect">
            <a:avLst/>
          </a:prstGeom>
        </p:spPr>
      </p:pic>
      <p:pic>
        <p:nvPicPr>
          <p:cNvPr id="24" name="Image 4" descr="preencoded.png">    </p:cNvPr>
          <p:cNvPicPr>
            <a:picLocks noChangeAspect="1"/>
          </p:cNvPicPr>
          <p:nvPr/>
        </p:nvPicPr>
        <p:blipFill>
          <a:blip r:embed="rId5"/>
          <a:stretch>
            <a:fillRect/>
          </a:stretch>
        </p:blipFill>
        <p:spPr>
          <a:xfrm>
            <a:off x="3118286" y="3844452"/>
            <a:ext cx="183486" cy="183486"/>
          </a:xfrm>
          <a:prstGeom prst="rect">
            <a:avLst/>
          </a:prstGeom>
        </p:spPr>
      </p:pic>
      <p:pic>
        <p:nvPicPr>
          <p:cNvPr id="25" name="Image 5" descr="preencoded.png">    </p:cNvPr>
          <p:cNvPicPr>
            <a:picLocks noChangeAspect="1"/>
          </p:cNvPicPr>
          <p:nvPr/>
        </p:nvPicPr>
        <p:blipFill>
          <a:blip r:embed="rId6"/>
          <a:stretch>
            <a:fillRect/>
          </a:stretch>
        </p:blipFill>
        <p:spPr>
          <a:xfrm>
            <a:off x="3411864" y="3844452"/>
            <a:ext cx="183486" cy="183486"/>
          </a:xfrm>
          <a:prstGeom prst="rect">
            <a:avLst/>
          </a:prstGeom>
        </p:spPr>
      </p:pic>
      <p:sp>
        <p:nvSpPr>
          <p:cNvPr id="26" name="Text 18"/>
          <p:cNvSpPr txBox="1"/>
          <p:nvPr/>
        </p:nvSpPr>
        <p:spPr>
          <a:xfrm>
            <a:off x="5138928" y="3788222"/>
            <a:ext cx="411480" cy="295946"/>
          </a:xfrm>
          <a:prstGeom prst="rect">
            <a:avLst/>
          </a:prstGeom>
          <a:noFill/>
          <a:ln/>
        </p:spPr>
        <p:txBody>
          <a:bodyPr wrap="square" lIns="0" tIns="0" rIns="0" bIns="0" rtlCol="0" anchor="ctr"/>
          <a:lstStyle/>
          <a:p>
            <a:pPr algn="r" indent="0" marL="0">
              <a:buNone/>
            </a:pPr>
            <a:r>
              <a:rPr lang="en-US" sz="700" dirty="0">
                <a:solidFill>
                  <a:srgbClr val="1E2A26"/>
                </a:solidFill>
                <a:latin typeface="Calibri" pitchFamily="34" charset="0"/>
                <a:ea typeface="Calibri" pitchFamily="34" charset="-122"/>
                <a:cs typeface="Calibri" pitchFamily="34" charset="-120"/>
              </a:rPr>
              <a:t>07.30</a:t>
            </a:r>
            <a:endParaRPr lang="en-US" sz="700" dirty="0"/>
          </a:p>
        </p:txBody>
      </p:sp>
      <p:sp>
        <p:nvSpPr>
          <p:cNvPr id="27" name="Shape 19"/>
          <p:cNvSpPr/>
          <p:nvPr/>
        </p:nvSpPr>
        <p:spPr>
          <a:xfrm>
            <a:off x="1619220" y="1502460"/>
            <a:ext cx="2888041" cy="2249186"/>
          </a:xfrm>
          <a:prstGeom prst="roundRect">
            <a:avLst>
              <a:gd name="adj" fmla="val 2439"/>
            </a:avLst>
          </a:prstGeom>
          <a:solidFill>
            <a:srgbClr val="FAFAFA"/>
          </a:solidFill>
          <a:ln w="9525">
            <a:solidFill>
              <a:srgbClr val="CCCCCC"/>
            </a:solidFill>
            <a:prstDash val="solid"/>
          </a:ln>
        </p:spPr>
      </p:sp>
      <p:sp>
        <p:nvSpPr>
          <p:cNvPr id="28" name="Shape 20"/>
          <p:cNvSpPr/>
          <p:nvPr/>
        </p:nvSpPr>
        <p:spPr>
          <a:xfrm>
            <a:off x="1756380" y="1612188"/>
            <a:ext cx="2613721" cy="237744"/>
          </a:xfrm>
          <a:prstGeom prst="roundRect">
            <a:avLst>
              <a:gd name="adj" fmla="val 46154"/>
            </a:avLst>
          </a:prstGeom>
          <a:solidFill>
            <a:srgbClr val="FFFFFF"/>
          </a:solidFill>
          <a:ln w="12700">
            <a:solidFill>
              <a:srgbClr val="0078D4"/>
            </a:solidFill>
            <a:prstDash val="solid"/>
          </a:ln>
        </p:spPr>
      </p:sp>
      <p:pic>
        <p:nvPicPr>
          <p:cNvPr id="29" name="Image 6" descr="preencoded.png">    </p:cNvPr>
          <p:cNvPicPr>
            <a:picLocks noChangeAspect="1"/>
          </p:cNvPicPr>
          <p:nvPr/>
        </p:nvPicPr>
        <p:blipFill>
          <a:blip r:embed="rId7"/>
          <a:stretch>
            <a:fillRect/>
          </a:stretch>
        </p:blipFill>
        <p:spPr>
          <a:xfrm>
            <a:off x="1829532" y="1667052"/>
            <a:ext cx="128016" cy="128016"/>
          </a:xfrm>
          <a:prstGeom prst="rect">
            <a:avLst/>
          </a:prstGeom>
        </p:spPr>
      </p:pic>
      <p:sp>
        <p:nvSpPr>
          <p:cNvPr id="30" name="Text 21"/>
          <p:cNvSpPr txBox="1"/>
          <p:nvPr/>
        </p:nvSpPr>
        <p:spPr>
          <a:xfrm>
            <a:off x="2030700" y="1612188"/>
            <a:ext cx="2293681" cy="237744"/>
          </a:xfrm>
          <a:prstGeom prst="rect">
            <a:avLst/>
          </a:prstGeom>
          <a:noFill/>
          <a:ln/>
        </p:spPr>
        <p:txBody>
          <a:bodyPr wrap="square" lIns="0" tIns="0" rIns="0" bIns="0" rtlCol="0" anchor="ctr"/>
          <a:lstStyle/>
          <a:p>
            <a:pPr indent="0" marL="0">
              <a:buNone/>
            </a:pPr>
            <a:r>
              <a:rPr lang="en-US" sz="800" dirty="0">
                <a:solidFill>
                  <a:srgbClr val="888888"/>
                </a:solidFill>
                <a:latin typeface="Calibri" pitchFamily="34" charset="0"/>
                <a:ea typeface="Calibri" pitchFamily="34" charset="-122"/>
                <a:cs typeface="Calibri" pitchFamily="34" charset="-120"/>
              </a:rPr>
              <a:t>Type here to search</a:t>
            </a:r>
            <a:endParaRPr lang="en-US" sz="800" dirty="0"/>
          </a:p>
        </p:txBody>
      </p:sp>
      <p:sp>
        <p:nvSpPr>
          <p:cNvPr id="31" name="Text 22"/>
          <p:cNvSpPr txBox="1"/>
          <p:nvPr/>
        </p:nvSpPr>
        <p:spPr>
          <a:xfrm>
            <a:off x="1802100" y="1959660"/>
            <a:ext cx="914400" cy="182880"/>
          </a:xfrm>
          <a:prstGeom prst="rect">
            <a:avLst/>
          </a:prstGeom>
          <a:noFill/>
          <a:ln/>
        </p:spPr>
        <p:txBody>
          <a:bodyPr wrap="square" lIns="0" tIns="0" rIns="0" bIns="0" rtlCol="0" anchor="t"/>
          <a:lstStyle/>
          <a:p>
            <a:pPr indent="0" marL="0">
              <a:buNone/>
            </a:pPr>
            <a:r>
              <a:rPr lang="en-US" sz="700" b="1" dirty="0">
                <a:solidFill>
                  <a:srgbClr val="1E2A26"/>
                </a:solidFill>
                <a:latin typeface="Calibri" pitchFamily="34" charset="0"/>
                <a:ea typeface="Calibri" pitchFamily="34" charset="-122"/>
                <a:cs typeface="Calibri" pitchFamily="34" charset="-120"/>
              </a:rPr>
              <a:t>Pinned</a:t>
            </a:r>
            <a:endParaRPr lang="en-US" sz="700" dirty="0"/>
          </a:p>
        </p:txBody>
      </p:sp>
      <p:pic>
        <p:nvPicPr>
          <p:cNvPr id="32" name="Image 7" descr="preencoded.png">    </p:cNvPr>
          <p:cNvPicPr>
            <a:picLocks noChangeAspect="1"/>
          </p:cNvPicPr>
          <p:nvPr/>
        </p:nvPicPr>
        <p:blipFill>
          <a:blip r:embed="rId8"/>
          <a:stretch>
            <a:fillRect/>
          </a:stretch>
        </p:blipFill>
        <p:spPr>
          <a:xfrm>
            <a:off x="2073128" y="2215692"/>
            <a:ext cx="237744" cy="237744"/>
          </a:xfrm>
          <a:prstGeom prst="rect">
            <a:avLst/>
          </a:prstGeom>
        </p:spPr>
      </p:pic>
      <p:sp>
        <p:nvSpPr>
          <p:cNvPr id="33" name="Text 23"/>
          <p:cNvSpPr txBox="1"/>
          <p:nvPr/>
        </p:nvSpPr>
        <p:spPr>
          <a:xfrm>
            <a:off x="1756380" y="2490012"/>
            <a:ext cx="87124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Edge</a:t>
            </a:r>
            <a:endParaRPr lang="en-US" sz="650" dirty="0"/>
          </a:p>
        </p:txBody>
      </p:sp>
      <p:pic>
        <p:nvPicPr>
          <p:cNvPr id="34" name="Image 8" descr="preencoded.png">    </p:cNvPr>
          <p:cNvPicPr>
            <a:picLocks noChangeAspect="1"/>
          </p:cNvPicPr>
          <p:nvPr/>
        </p:nvPicPr>
        <p:blipFill>
          <a:blip r:embed="rId9"/>
          <a:stretch>
            <a:fillRect/>
          </a:stretch>
        </p:blipFill>
        <p:spPr>
          <a:xfrm>
            <a:off x="2944368" y="2215692"/>
            <a:ext cx="237744" cy="237744"/>
          </a:xfrm>
          <a:prstGeom prst="rect">
            <a:avLst/>
          </a:prstGeom>
        </p:spPr>
      </p:pic>
      <p:sp>
        <p:nvSpPr>
          <p:cNvPr id="35" name="Text 24"/>
          <p:cNvSpPr txBox="1"/>
          <p:nvPr/>
        </p:nvSpPr>
        <p:spPr>
          <a:xfrm>
            <a:off x="2627620" y="2490012"/>
            <a:ext cx="87124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Notepad</a:t>
            </a:r>
            <a:endParaRPr lang="en-US" sz="650" dirty="0"/>
          </a:p>
        </p:txBody>
      </p:sp>
      <p:pic>
        <p:nvPicPr>
          <p:cNvPr id="36" name="Image 9" descr="preencoded.png">    </p:cNvPr>
          <p:cNvPicPr>
            <a:picLocks noChangeAspect="1"/>
          </p:cNvPicPr>
          <p:nvPr/>
        </p:nvPicPr>
        <p:blipFill>
          <a:blip r:embed="rId10"/>
          <a:stretch>
            <a:fillRect/>
          </a:stretch>
        </p:blipFill>
        <p:spPr>
          <a:xfrm>
            <a:off x="3815608" y="2215692"/>
            <a:ext cx="237744" cy="237744"/>
          </a:xfrm>
          <a:prstGeom prst="rect">
            <a:avLst/>
          </a:prstGeom>
        </p:spPr>
      </p:pic>
      <p:sp>
        <p:nvSpPr>
          <p:cNvPr id="37" name="Text 25"/>
          <p:cNvSpPr txBox="1"/>
          <p:nvPr/>
        </p:nvSpPr>
        <p:spPr>
          <a:xfrm>
            <a:off x="3498860" y="2490012"/>
            <a:ext cx="87124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Paint</a:t>
            </a:r>
            <a:endParaRPr lang="en-US" sz="650" dirty="0"/>
          </a:p>
        </p:txBody>
      </p:sp>
      <p:pic>
        <p:nvPicPr>
          <p:cNvPr id="38" name="Image 10" descr="preencoded.png">    </p:cNvPr>
          <p:cNvPicPr>
            <a:picLocks noChangeAspect="1"/>
          </p:cNvPicPr>
          <p:nvPr/>
        </p:nvPicPr>
        <p:blipFill>
          <a:blip r:embed="rId11"/>
          <a:stretch>
            <a:fillRect/>
          </a:stretch>
        </p:blipFill>
        <p:spPr>
          <a:xfrm>
            <a:off x="2073128" y="2782620"/>
            <a:ext cx="237744" cy="237744"/>
          </a:xfrm>
          <a:prstGeom prst="rect">
            <a:avLst/>
          </a:prstGeom>
        </p:spPr>
      </p:pic>
      <p:sp>
        <p:nvSpPr>
          <p:cNvPr id="39" name="Text 26"/>
          <p:cNvSpPr txBox="1"/>
          <p:nvPr/>
        </p:nvSpPr>
        <p:spPr>
          <a:xfrm>
            <a:off x="1756380" y="3056940"/>
            <a:ext cx="87124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File Explorer</a:t>
            </a:r>
            <a:endParaRPr lang="en-US" sz="650" dirty="0"/>
          </a:p>
        </p:txBody>
      </p:sp>
      <p:pic>
        <p:nvPicPr>
          <p:cNvPr id="40" name="Image 11" descr="preencoded.png">    </p:cNvPr>
          <p:cNvPicPr>
            <a:picLocks noChangeAspect="1"/>
          </p:cNvPicPr>
          <p:nvPr/>
        </p:nvPicPr>
        <p:blipFill>
          <a:blip r:embed="rId12"/>
          <a:stretch>
            <a:fillRect/>
          </a:stretch>
        </p:blipFill>
        <p:spPr>
          <a:xfrm>
            <a:off x="2944368" y="2782620"/>
            <a:ext cx="237744" cy="237744"/>
          </a:xfrm>
          <a:prstGeom prst="rect">
            <a:avLst/>
          </a:prstGeom>
        </p:spPr>
      </p:pic>
      <p:sp>
        <p:nvSpPr>
          <p:cNvPr id="41" name="Text 27"/>
          <p:cNvSpPr txBox="1"/>
          <p:nvPr/>
        </p:nvSpPr>
        <p:spPr>
          <a:xfrm>
            <a:off x="2627620" y="3056940"/>
            <a:ext cx="87124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Settings</a:t>
            </a:r>
            <a:endParaRPr lang="en-US" sz="650" dirty="0"/>
          </a:p>
        </p:txBody>
      </p:sp>
      <p:pic>
        <p:nvPicPr>
          <p:cNvPr id="42" name="Image 12" descr="preencoded.png">    </p:cNvPr>
          <p:cNvPicPr>
            <a:picLocks noChangeAspect="1"/>
          </p:cNvPicPr>
          <p:nvPr/>
        </p:nvPicPr>
        <p:blipFill>
          <a:blip r:embed="rId13"/>
          <a:stretch>
            <a:fillRect/>
          </a:stretch>
        </p:blipFill>
        <p:spPr>
          <a:xfrm>
            <a:off x="3815608" y="2782620"/>
            <a:ext cx="237744" cy="237744"/>
          </a:xfrm>
          <a:prstGeom prst="rect">
            <a:avLst/>
          </a:prstGeom>
        </p:spPr>
      </p:pic>
      <p:sp>
        <p:nvSpPr>
          <p:cNvPr id="43" name="Text 28"/>
          <p:cNvSpPr txBox="1"/>
          <p:nvPr/>
        </p:nvSpPr>
        <p:spPr>
          <a:xfrm>
            <a:off x="3498860" y="3056940"/>
            <a:ext cx="87124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Chrome</a:t>
            </a:r>
            <a:endParaRPr lang="en-US" sz="650" dirty="0"/>
          </a:p>
        </p:txBody>
      </p:sp>
      <p:sp>
        <p:nvSpPr>
          <p:cNvPr id="44" name="Shape 29"/>
          <p:cNvSpPr/>
          <p:nvPr/>
        </p:nvSpPr>
        <p:spPr>
          <a:xfrm>
            <a:off x="1619220" y="3367598"/>
            <a:ext cx="2888041" cy="0"/>
          </a:xfrm>
          <a:prstGeom prst="line">
            <a:avLst/>
          </a:prstGeom>
          <a:noFill/>
          <a:ln w="9525">
            <a:solidFill>
              <a:srgbClr val="DDDDDD"/>
            </a:solidFill>
            <a:prstDash val="solid"/>
          </a:ln>
        </p:spPr>
      </p:sp>
      <p:pic>
        <p:nvPicPr>
          <p:cNvPr id="45" name="Image 13" descr="preencoded.png">    </p:cNvPr>
          <p:cNvPicPr>
            <a:picLocks noChangeAspect="1"/>
          </p:cNvPicPr>
          <p:nvPr/>
        </p:nvPicPr>
        <p:blipFill>
          <a:blip r:embed="rId14"/>
          <a:stretch>
            <a:fillRect/>
          </a:stretch>
        </p:blipFill>
        <p:spPr>
          <a:xfrm>
            <a:off x="1802100" y="3440750"/>
            <a:ext cx="219456" cy="219456"/>
          </a:xfrm>
          <a:prstGeom prst="rect">
            <a:avLst/>
          </a:prstGeom>
        </p:spPr>
      </p:pic>
      <p:sp>
        <p:nvSpPr>
          <p:cNvPr id="46" name="Text 30"/>
          <p:cNvSpPr txBox="1"/>
          <p:nvPr/>
        </p:nvSpPr>
        <p:spPr>
          <a:xfrm>
            <a:off x="2076420" y="3440750"/>
            <a:ext cx="91440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Santri</a:t>
            </a:r>
            <a:endParaRPr lang="en-US" sz="800" dirty="0"/>
          </a:p>
        </p:txBody>
      </p:sp>
      <p:pic>
        <p:nvPicPr>
          <p:cNvPr id="47" name="Image 14" descr="preencoded.png">    </p:cNvPr>
          <p:cNvPicPr>
            <a:picLocks noChangeAspect="1"/>
          </p:cNvPicPr>
          <p:nvPr/>
        </p:nvPicPr>
        <p:blipFill>
          <a:blip r:embed="rId15"/>
          <a:stretch>
            <a:fillRect/>
          </a:stretch>
        </p:blipFill>
        <p:spPr>
          <a:xfrm>
            <a:off x="4095780" y="3440750"/>
            <a:ext cx="219456" cy="219456"/>
          </a:xfrm>
          <a:prstGeom prst="rect">
            <a:avLst/>
          </a:prstGeom>
        </p:spPr>
      </p:pic>
      <p:sp>
        <p:nvSpPr>
          <p:cNvPr id="48" name="Shape 31"/>
          <p:cNvSpPr/>
          <p:nvPr/>
        </p:nvSpPr>
        <p:spPr>
          <a:xfrm>
            <a:off x="4059204" y="3404174"/>
            <a:ext cx="292608" cy="292608"/>
          </a:xfrm>
          <a:prstGeom prst="roundRect">
            <a:avLst>
              <a:gd name="adj" fmla="val 15625"/>
            </a:avLst>
          </a:prstGeom>
          <a:solidFill>
            <a:srgbClr val="FFFFFF">
              <a:alpha val="0"/>
            </a:srgbClr>
          </a:solidFill>
          <a:ln w="31750">
            <a:solidFill>
              <a:srgbClr val="E53935"/>
            </a:solidFill>
            <a:prstDash val="solid"/>
          </a:ln>
        </p:spPr>
      </p:sp>
      <p:sp>
        <p:nvSpPr>
          <p:cNvPr id="49" name="Shape 32"/>
          <p:cNvSpPr/>
          <p:nvPr/>
        </p:nvSpPr>
        <p:spPr>
          <a:xfrm>
            <a:off x="4214652" y="3267014"/>
            <a:ext cx="274320" cy="274320"/>
          </a:xfrm>
          <a:prstGeom prst="ellipse">
            <a:avLst/>
          </a:prstGeom>
          <a:solidFill>
            <a:srgbClr val="E53935"/>
          </a:solidFill>
          <a:ln w="12700">
            <a:solidFill>
              <a:srgbClr val="FFFFFF"/>
            </a:solidFill>
            <a:prstDash val="solid"/>
          </a:ln>
        </p:spPr>
      </p:sp>
      <p:sp>
        <p:nvSpPr>
          <p:cNvPr id="50" name="Text 33"/>
          <p:cNvSpPr txBox="1"/>
          <p:nvPr/>
        </p:nvSpPr>
        <p:spPr>
          <a:xfrm>
            <a:off x="4214652" y="326701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51" name="Image 15" descr="preencoded.png">    </p:cNvPr>
          <p:cNvPicPr>
            <a:picLocks noChangeAspect="1"/>
          </p:cNvPicPr>
          <p:nvPr/>
        </p:nvPicPr>
        <p:blipFill>
          <a:blip r:embed="rId16"/>
          <a:stretch>
            <a:fillRect/>
          </a:stretch>
        </p:blipFill>
        <p:spPr>
          <a:xfrm>
            <a:off x="4216481" y="3561451"/>
            <a:ext cx="237744" cy="237744"/>
          </a:xfrm>
          <a:prstGeom prst="rect">
            <a:avLst/>
          </a:prstGeom>
        </p:spPr>
      </p:pic>
      <p:sp>
        <p:nvSpPr>
          <p:cNvPr id="52"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53"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ikon Power</a:t>
            </a:r>
            <a:endParaRPr lang="en-US" sz="1800" dirty="0"/>
          </a:p>
        </p:txBody>
      </p:sp>
      <p:sp>
        <p:nvSpPr>
          <p:cNvPr id="54"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Menu Start akan terbuka. Cari ikon Power di pojok kanan bawah menu, lalu klik.</a:t>
            </a:r>
            <a:endParaRPr lang="en-US" sz="1300" dirty="0"/>
          </a:p>
        </p:txBody>
      </p:sp>
      <p:sp>
        <p:nvSpPr>
          <p:cNvPr id="55" name="Shape 3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6" name="Image 16" descr="preencoded.png">    </p:cNvPr>
          <p:cNvPicPr>
            <a:picLocks noChangeAspect="1"/>
          </p:cNvPicPr>
          <p:nvPr/>
        </p:nvPicPr>
        <p:blipFill>
          <a:blip r:embed="rId17"/>
          <a:stretch>
            <a:fillRect/>
          </a:stretch>
        </p:blipFill>
        <p:spPr>
          <a:xfrm>
            <a:off x="6108192" y="3721608"/>
            <a:ext cx="201168" cy="201168"/>
          </a:xfrm>
          <a:prstGeom prst="rect">
            <a:avLst/>
          </a:prstGeom>
        </p:spPr>
      </p:pic>
      <p:sp>
        <p:nvSpPr>
          <p:cNvPr id="57" name="Text 3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Ikon Power bergambar lingkaran dengan garis di atas, sama seperti tombol di CPU.</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Mematikan Komputer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pic>
        <p:nvPicPr>
          <p:cNvPr id="16" name="Image 2" descr="preencoded.png">    </p:cNvPr>
          <p:cNvPicPr>
            <a:picLocks noChangeAspect="1"/>
          </p:cNvPicPr>
          <p:nvPr/>
        </p:nvPicPr>
        <p:blipFill>
          <a:blip r:embed="rId3"/>
          <a:stretch>
            <a:fillRect/>
          </a:stretch>
        </p:blipFill>
        <p:spPr>
          <a:xfrm>
            <a:off x="621792" y="1234440"/>
            <a:ext cx="237744" cy="237744"/>
          </a:xfrm>
          <a:prstGeom prst="rect">
            <a:avLst/>
          </a:prstGeom>
        </p:spPr>
      </p:pic>
      <p:sp>
        <p:nvSpPr>
          <p:cNvPr id="17" name="Text 12"/>
          <p:cNvSpPr txBox="1"/>
          <p:nvPr/>
        </p:nvSpPr>
        <p:spPr>
          <a:xfrm>
            <a:off x="502920" y="1490472"/>
            <a:ext cx="502920" cy="137160"/>
          </a:xfrm>
          <a:prstGeom prst="rect">
            <a:avLst/>
          </a:prstGeom>
          <a:noFill/>
          <a:ln/>
        </p:spPr>
        <p:txBody>
          <a:bodyPr wrap="square" lIns="0" tIns="0" rIns="0" bIns="0"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Recycle Bin</a:t>
            </a:r>
            <a:endParaRPr lang="en-US" sz="600" dirty="0"/>
          </a:p>
        </p:txBody>
      </p:sp>
      <p:sp>
        <p:nvSpPr>
          <p:cNvPr id="18" name="Shape 13"/>
          <p:cNvSpPr/>
          <p:nvPr/>
        </p:nvSpPr>
        <p:spPr>
          <a:xfrm>
            <a:off x="484632" y="3788222"/>
            <a:ext cx="5157216" cy="295946"/>
          </a:xfrm>
          <a:prstGeom prst="rect">
            <a:avLst/>
          </a:prstGeom>
          <a:solidFill>
            <a:srgbClr val="F3F3F3"/>
          </a:solidFill>
          <a:ln w="12700">
            <a:solidFill>
              <a:srgbClr val="F3F3F3"/>
            </a:solidFill>
            <a:prstDash val="solid"/>
          </a:ln>
        </p:spPr>
      </p:sp>
      <p:sp>
        <p:nvSpPr>
          <p:cNvPr id="19" name="Shape 14"/>
          <p:cNvSpPr/>
          <p:nvPr/>
        </p:nvSpPr>
        <p:spPr>
          <a:xfrm>
            <a:off x="2531130" y="3844452"/>
            <a:ext cx="84404" cy="84404"/>
          </a:xfrm>
          <a:prstGeom prst="rect">
            <a:avLst/>
          </a:prstGeom>
          <a:solidFill>
            <a:srgbClr val="0078D4"/>
          </a:solidFill>
          <a:ln w="12700">
            <a:solidFill>
              <a:srgbClr val="0078D4"/>
            </a:solidFill>
            <a:prstDash val="solid"/>
          </a:ln>
        </p:spPr>
      </p:sp>
      <p:sp>
        <p:nvSpPr>
          <p:cNvPr id="20" name="Shape 15"/>
          <p:cNvSpPr/>
          <p:nvPr/>
        </p:nvSpPr>
        <p:spPr>
          <a:xfrm>
            <a:off x="2630212" y="3844452"/>
            <a:ext cx="84404" cy="84404"/>
          </a:xfrm>
          <a:prstGeom prst="rect">
            <a:avLst/>
          </a:prstGeom>
          <a:solidFill>
            <a:srgbClr val="0078D4"/>
          </a:solidFill>
          <a:ln w="12700">
            <a:solidFill>
              <a:srgbClr val="0078D4"/>
            </a:solidFill>
            <a:prstDash val="solid"/>
          </a:ln>
        </p:spPr>
      </p:sp>
      <p:sp>
        <p:nvSpPr>
          <p:cNvPr id="21" name="Shape 16"/>
          <p:cNvSpPr/>
          <p:nvPr/>
        </p:nvSpPr>
        <p:spPr>
          <a:xfrm>
            <a:off x="2531130" y="3943534"/>
            <a:ext cx="84404" cy="84404"/>
          </a:xfrm>
          <a:prstGeom prst="rect">
            <a:avLst/>
          </a:prstGeom>
          <a:solidFill>
            <a:srgbClr val="0078D4"/>
          </a:solidFill>
          <a:ln w="12700">
            <a:solidFill>
              <a:srgbClr val="0078D4"/>
            </a:solidFill>
            <a:prstDash val="solid"/>
          </a:ln>
        </p:spPr>
      </p:sp>
      <p:sp>
        <p:nvSpPr>
          <p:cNvPr id="22" name="Shape 17"/>
          <p:cNvSpPr/>
          <p:nvPr/>
        </p:nvSpPr>
        <p:spPr>
          <a:xfrm>
            <a:off x="2630212" y="3943534"/>
            <a:ext cx="84404" cy="84404"/>
          </a:xfrm>
          <a:prstGeom prst="rect">
            <a:avLst/>
          </a:prstGeom>
          <a:solidFill>
            <a:srgbClr val="0078D4"/>
          </a:solidFill>
          <a:ln w="12700">
            <a:solidFill>
              <a:srgbClr val="0078D4"/>
            </a:solidFill>
            <a:prstDash val="solid"/>
          </a:ln>
        </p:spPr>
      </p:sp>
      <p:pic>
        <p:nvPicPr>
          <p:cNvPr id="23" name="Image 3" descr="preencoded.png">    </p:cNvPr>
          <p:cNvPicPr>
            <a:picLocks noChangeAspect="1"/>
          </p:cNvPicPr>
          <p:nvPr/>
        </p:nvPicPr>
        <p:blipFill>
          <a:blip r:embed="rId4"/>
          <a:stretch>
            <a:fillRect/>
          </a:stretch>
        </p:blipFill>
        <p:spPr>
          <a:xfrm>
            <a:off x="2824708" y="3844452"/>
            <a:ext cx="183486" cy="183486"/>
          </a:xfrm>
          <a:prstGeom prst="rect">
            <a:avLst/>
          </a:prstGeom>
        </p:spPr>
      </p:pic>
      <p:pic>
        <p:nvPicPr>
          <p:cNvPr id="24" name="Image 4" descr="preencoded.png">    </p:cNvPr>
          <p:cNvPicPr>
            <a:picLocks noChangeAspect="1"/>
          </p:cNvPicPr>
          <p:nvPr/>
        </p:nvPicPr>
        <p:blipFill>
          <a:blip r:embed="rId5"/>
          <a:stretch>
            <a:fillRect/>
          </a:stretch>
        </p:blipFill>
        <p:spPr>
          <a:xfrm>
            <a:off x="3118286" y="3844452"/>
            <a:ext cx="183486" cy="183486"/>
          </a:xfrm>
          <a:prstGeom prst="rect">
            <a:avLst/>
          </a:prstGeom>
        </p:spPr>
      </p:pic>
      <p:pic>
        <p:nvPicPr>
          <p:cNvPr id="25" name="Image 5" descr="preencoded.png">    </p:cNvPr>
          <p:cNvPicPr>
            <a:picLocks noChangeAspect="1"/>
          </p:cNvPicPr>
          <p:nvPr/>
        </p:nvPicPr>
        <p:blipFill>
          <a:blip r:embed="rId6"/>
          <a:stretch>
            <a:fillRect/>
          </a:stretch>
        </p:blipFill>
        <p:spPr>
          <a:xfrm>
            <a:off x="3411864" y="3844452"/>
            <a:ext cx="183486" cy="183486"/>
          </a:xfrm>
          <a:prstGeom prst="rect">
            <a:avLst/>
          </a:prstGeom>
        </p:spPr>
      </p:pic>
      <p:sp>
        <p:nvSpPr>
          <p:cNvPr id="26" name="Text 18"/>
          <p:cNvSpPr txBox="1"/>
          <p:nvPr/>
        </p:nvSpPr>
        <p:spPr>
          <a:xfrm>
            <a:off x="5138928" y="3788222"/>
            <a:ext cx="411480" cy="295946"/>
          </a:xfrm>
          <a:prstGeom prst="rect">
            <a:avLst/>
          </a:prstGeom>
          <a:noFill/>
          <a:ln/>
        </p:spPr>
        <p:txBody>
          <a:bodyPr wrap="square" lIns="0" tIns="0" rIns="0" bIns="0" rtlCol="0" anchor="ctr"/>
          <a:lstStyle/>
          <a:p>
            <a:pPr algn="r" indent="0" marL="0">
              <a:buNone/>
            </a:pPr>
            <a:r>
              <a:rPr lang="en-US" sz="700" dirty="0">
                <a:solidFill>
                  <a:srgbClr val="1E2A26"/>
                </a:solidFill>
                <a:latin typeface="Calibri" pitchFamily="34" charset="0"/>
                <a:ea typeface="Calibri" pitchFamily="34" charset="-122"/>
                <a:cs typeface="Calibri" pitchFamily="34" charset="-120"/>
              </a:rPr>
              <a:t>07.30</a:t>
            </a:r>
            <a:endParaRPr lang="en-US" sz="700" dirty="0"/>
          </a:p>
        </p:txBody>
      </p:sp>
      <p:sp>
        <p:nvSpPr>
          <p:cNvPr id="27" name="Shape 19"/>
          <p:cNvSpPr/>
          <p:nvPr/>
        </p:nvSpPr>
        <p:spPr>
          <a:xfrm>
            <a:off x="1619220" y="1502460"/>
            <a:ext cx="2888041" cy="2249186"/>
          </a:xfrm>
          <a:prstGeom prst="roundRect">
            <a:avLst>
              <a:gd name="adj" fmla="val 2439"/>
            </a:avLst>
          </a:prstGeom>
          <a:solidFill>
            <a:srgbClr val="FAFAFA"/>
          </a:solidFill>
          <a:ln w="9525">
            <a:solidFill>
              <a:srgbClr val="CCCCCC"/>
            </a:solidFill>
            <a:prstDash val="solid"/>
          </a:ln>
        </p:spPr>
      </p:sp>
      <p:sp>
        <p:nvSpPr>
          <p:cNvPr id="28" name="Shape 20"/>
          <p:cNvSpPr/>
          <p:nvPr/>
        </p:nvSpPr>
        <p:spPr>
          <a:xfrm>
            <a:off x="1756380" y="1612188"/>
            <a:ext cx="2613721" cy="237744"/>
          </a:xfrm>
          <a:prstGeom prst="roundRect">
            <a:avLst>
              <a:gd name="adj" fmla="val 46154"/>
            </a:avLst>
          </a:prstGeom>
          <a:solidFill>
            <a:srgbClr val="FFFFFF"/>
          </a:solidFill>
          <a:ln w="12700">
            <a:solidFill>
              <a:srgbClr val="0078D4"/>
            </a:solidFill>
            <a:prstDash val="solid"/>
          </a:ln>
        </p:spPr>
      </p:sp>
      <p:pic>
        <p:nvPicPr>
          <p:cNvPr id="29" name="Image 6" descr="preencoded.png">    </p:cNvPr>
          <p:cNvPicPr>
            <a:picLocks noChangeAspect="1"/>
          </p:cNvPicPr>
          <p:nvPr/>
        </p:nvPicPr>
        <p:blipFill>
          <a:blip r:embed="rId7"/>
          <a:stretch>
            <a:fillRect/>
          </a:stretch>
        </p:blipFill>
        <p:spPr>
          <a:xfrm>
            <a:off x="1829532" y="1667052"/>
            <a:ext cx="128016" cy="128016"/>
          </a:xfrm>
          <a:prstGeom prst="rect">
            <a:avLst/>
          </a:prstGeom>
        </p:spPr>
      </p:pic>
      <p:sp>
        <p:nvSpPr>
          <p:cNvPr id="30" name="Text 21"/>
          <p:cNvSpPr txBox="1"/>
          <p:nvPr/>
        </p:nvSpPr>
        <p:spPr>
          <a:xfrm>
            <a:off x="2030700" y="1612188"/>
            <a:ext cx="2293681" cy="237744"/>
          </a:xfrm>
          <a:prstGeom prst="rect">
            <a:avLst/>
          </a:prstGeom>
          <a:noFill/>
          <a:ln/>
        </p:spPr>
        <p:txBody>
          <a:bodyPr wrap="square" lIns="0" tIns="0" rIns="0" bIns="0" rtlCol="0" anchor="ctr"/>
          <a:lstStyle/>
          <a:p>
            <a:pPr indent="0" marL="0">
              <a:buNone/>
            </a:pPr>
            <a:r>
              <a:rPr lang="en-US" sz="800" dirty="0">
                <a:solidFill>
                  <a:srgbClr val="888888"/>
                </a:solidFill>
                <a:latin typeface="Calibri" pitchFamily="34" charset="0"/>
                <a:ea typeface="Calibri" pitchFamily="34" charset="-122"/>
                <a:cs typeface="Calibri" pitchFamily="34" charset="-120"/>
              </a:rPr>
              <a:t>Type here to search</a:t>
            </a:r>
            <a:endParaRPr lang="en-US" sz="800" dirty="0"/>
          </a:p>
        </p:txBody>
      </p:sp>
      <p:sp>
        <p:nvSpPr>
          <p:cNvPr id="31" name="Text 22"/>
          <p:cNvSpPr txBox="1"/>
          <p:nvPr/>
        </p:nvSpPr>
        <p:spPr>
          <a:xfrm>
            <a:off x="1802100" y="1959660"/>
            <a:ext cx="914400" cy="182880"/>
          </a:xfrm>
          <a:prstGeom prst="rect">
            <a:avLst/>
          </a:prstGeom>
          <a:noFill/>
          <a:ln/>
        </p:spPr>
        <p:txBody>
          <a:bodyPr wrap="square" lIns="0" tIns="0" rIns="0" bIns="0" rtlCol="0" anchor="t"/>
          <a:lstStyle/>
          <a:p>
            <a:pPr indent="0" marL="0">
              <a:buNone/>
            </a:pPr>
            <a:r>
              <a:rPr lang="en-US" sz="700" b="1" dirty="0">
                <a:solidFill>
                  <a:srgbClr val="1E2A26"/>
                </a:solidFill>
                <a:latin typeface="Calibri" pitchFamily="34" charset="0"/>
                <a:ea typeface="Calibri" pitchFamily="34" charset="-122"/>
                <a:cs typeface="Calibri" pitchFamily="34" charset="-120"/>
              </a:rPr>
              <a:t>Pinned</a:t>
            </a:r>
            <a:endParaRPr lang="en-US" sz="700" dirty="0"/>
          </a:p>
        </p:txBody>
      </p:sp>
      <p:pic>
        <p:nvPicPr>
          <p:cNvPr id="32" name="Image 7" descr="preencoded.png">    </p:cNvPr>
          <p:cNvPicPr>
            <a:picLocks noChangeAspect="1"/>
          </p:cNvPicPr>
          <p:nvPr/>
        </p:nvPicPr>
        <p:blipFill>
          <a:blip r:embed="rId8"/>
          <a:stretch>
            <a:fillRect/>
          </a:stretch>
        </p:blipFill>
        <p:spPr>
          <a:xfrm>
            <a:off x="2073128" y="2215692"/>
            <a:ext cx="237744" cy="237744"/>
          </a:xfrm>
          <a:prstGeom prst="rect">
            <a:avLst/>
          </a:prstGeom>
        </p:spPr>
      </p:pic>
      <p:sp>
        <p:nvSpPr>
          <p:cNvPr id="33" name="Text 23"/>
          <p:cNvSpPr txBox="1"/>
          <p:nvPr/>
        </p:nvSpPr>
        <p:spPr>
          <a:xfrm>
            <a:off x="1756380" y="2490012"/>
            <a:ext cx="87124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Edge</a:t>
            </a:r>
            <a:endParaRPr lang="en-US" sz="650" dirty="0"/>
          </a:p>
        </p:txBody>
      </p:sp>
      <p:pic>
        <p:nvPicPr>
          <p:cNvPr id="34" name="Image 8" descr="preencoded.png">    </p:cNvPr>
          <p:cNvPicPr>
            <a:picLocks noChangeAspect="1"/>
          </p:cNvPicPr>
          <p:nvPr/>
        </p:nvPicPr>
        <p:blipFill>
          <a:blip r:embed="rId9"/>
          <a:stretch>
            <a:fillRect/>
          </a:stretch>
        </p:blipFill>
        <p:spPr>
          <a:xfrm>
            <a:off x="2944368" y="2215692"/>
            <a:ext cx="237744" cy="237744"/>
          </a:xfrm>
          <a:prstGeom prst="rect">
            <a:avLst/>
          </a:prstGeom>
        </p:spPr>
      </p:pic>
      <p:sp>
        <p:nvSpPr>
          <p:cNvPr id="35" name="Text 24"/>
          <p:cNvSpPr txBox="1"/>
          <p:nvPr/>
        </p:nvSpPr>
        <p:spPr>
          <a:xfrm>
            <a:off x="2627620" y="2490012"/>
            <a:ext cx="87124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Notepad</a:t>
            </a:r>
            <a:endParaRPr lang="en-US" sz="650" dirty="0"/>
          </a:p>
        </p:txBody>
      </p:sp>
      <p:pic>
        <p:nvPicPr>
          <p:cNvPr id="36" name="Image 9" descr="preencoded.png">    </p:cNvPr>
          <p:cNvPicPr>
            <a:picLocks noChangeAspect="1"/>
          </p:cNvPicPr>
          <p:nvPr/>
        </p:nvPicPr>
        <p:blipFill>
          <a:blip r:embed="rId10"/>
          <a:stretch>
            <a:fillRect/>
          </a:stretch>
        </p:blipFill>
        <p:spPr>
          <a:xfrm>
            <a:off x="3815608" y="2215692"/>
            <a:ext cx="237744" cy="237744"/>
          </a:xfrm>
          <a:prstGeom prst="rect">
            <a:avLst/>
          </a:prstGeom>
        </p:spPr>
      </p:pic>
      <p:sp>
        <p:nvSpPr>
          <p:cNvPr id="37" name="Text 25"/>
          <p:cNvSpPr txBox="1"/>
          <p:nvPr/>
        </p:nvSpPr>
        <p:spPr>
          <a:xfrm>
            <a:off x="3498860" y="2490012"/>
            <a:ext cx="87124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Paint</a:t>
            </a:r>
            <a:endParaRPr lang="en-US" sz="650" dirty="0"/>
          </a:p>
        </p:txBody>
      </p:sp>
      <p:pic>
        <p:nvPicPr>
          <p:cNvPr id="38" name="Image 10" descr="preencoded.png">    </p:cNvPr>
          <p:cNvPicPr>
            <a:picLocks noChangeAspect="1"/>
          </p:cNvPicPr>
          <p:nvPr/>
        </p:nvPicPr>
        <p:blipFill>
          <a:blip r:embed="rId11"/>
          <a:stretch>
            <a:fillRect/>
          </a:stretch>
        </p:blipFill>
        <p:spPr>
          <a:xfrm>
            <a:off x="2073128" y="2782620"/>
            <a:ext cx="237744" cy="237744"/>
          </a:xfrm>
          <a:prstGeom prst="rect">
            <a:avLst/>
          </a:prstGeom>
        </p:spPr>
      </p:pic>
      <p:sp>
        <p:nvSpPr>
          <p:cNvPr id="39" name="Text 26"/>
          <p:cNvSpPr txBox="1"/>
          <p:nvPr/>
        </p:nvSpPr>
        <p:spPr>
          <a:xfrm>
            <a:off x="1756380" y="3056940"/>
            <a:ext cx="87124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File Explorer</a:t>
            </a:r>
            <a:endParaRPr lang="en-US" sz="650" dirty="0"/>
          </a:p>
        </p:txBody>
      </p:sp>
      <p:pic>
        <p:nvPicPr>
          <p:cNvPr id="40" name="Image 11" descr="preencoded.png">    </p:cNvPr>
          <p:cNvPicPr>
            <a:picLocks noChangeAspect="1"/>
          </p:cNvPicPr>
          <p:nvPr/>
        </p:nvPicPr>
        <p:blipFill>
          <a:blip r:embed="rId12"/>
          <a:stretch>
            <a:fillRect/>
          </a:stretch>
        </p:blipFill>
        <p:spPr>
          <a:xfrm>
            <a:off x="2944368" y="2782620"/>
            <a:ext cx="237744" cy="237744"/>
          </a:xfrm>
          <a:prstGeom prst="rect">
            <a:avLst/>
          </a:prstGeom>
        </p:spPr>
      </p:pic>
      <p:sp>
        <p:nvSpPr>
          <p:cNvPr id="41" name="Text 27"/>
          <p:cNvSpPr txBox="1"/>
          <p:nvPr/>
        </p:nvSpPr>
        <p:spPr>
          <a:xfrm>
            <a:off x="2627620" y="3056940"/>
            <a:ext cx="87124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Settings</a:t>
            </a:r>
            <a:endParaRPr lang="en-US" sz="650" dirty="0"/>
          </a:p>
        </p:txBody>
      </p:sp>
      <p:pic>
        <p:nvPicPr>
          <p:cNvPr id="42" name="Image 12" descr="preencoded.png">    </p:cNvPr>
          <p:cNvPicPr>
            <a:picLocks noChangeAspect="1"/>
          </p:cNvPicPr>
          <p:nvPr/>
        </p:nvPicPr>
        <p:blipFill>
          <a:blip r:embed="rId13"/>
          <a:stretch>
            <a:fillRect/>
          </a:stretch>
        </p:blipFill>
        <p:spPr>
          <a:xfrm>
            <a:off x="3815608" y="2782620"/>
            <a:ext cx="237744" cy="237744"/>
          </a:xfrm>
          <a:prstGeom prst="rect">
            <a:avLst/>
          </a:prstGeom>
        </p:spPr>
      </p:pic>
      <p:sp>
        <p:nvSpPr>
          <p:cNvPr id="43" name="Text 28"/>
          <p:cNvSpPr txBox="1"/>
          <p:nvPr/>
        </p:nvSpPr>
        <p:spPr>
          <a:xfrm>
            <a:off x="3498860" y="3056940"/>
            <a:ext cx="87124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Chrome</a:t>
            </a:r>
            <a:endParaRPr lang="en-US" sz="650" dirty="0"/>
          </a:p>
        </p:txBody>
      </p:sp>
      <p:sp>
        <p:nvSpPr>
          <p:cNvPr id="44" name="Shape 29"/>
          <p:cNvSpPr/>
          <p:nvPr/>
        </p:nvSpPr>
        <p:spPr>
          <a:xfrm>
            <a:off x="1619220" y="3367598"/>
            <a:ext cx="2888041" cy="0"/>
          </a:xfrm>
          <a:prstGeom prst="line">
            <a:avLst/>
          </a:prstGeom>
          <a:noFill/>
          <a:ln w="9525">
            <a:solidFill>
              <a:srgbClr val="DDDDDD"/>
            </a:solidFill>
            <a:prstDash val="solid"/>
          </a:ln>
        </p:spPr>
      </p:sp>
      <p:pic>
        <p:nvPicPr>
          <p:cNvPr id="45" name="Image 13" descr="preencoded.png">    </p:cNvPr>
          <p:cNvPicPr>
            <a:picLocks noChangeAspect="1"/>
          </p:cNvPicPr>
          <p:nvPr/>
        </p:nvPicPr>
        <p:blipFill>
          <a:blip r:embed="rId14"/>
          <a:stretch>
            <a:fillRect/>
          </a:stretch>
        </p:blipFill>
        <p:spPr>
          <a:xfrm>
            <a:off x="1802100" y="3440750"/>
            <a:ext cx="219456" cy="219456"/>
          </a:xfrm>
          <a:prstGeom prst="rect">
            <a:avLst/>
          </a:prstGeom>
        </p:spPr>
      </p:pic>
      <p:sp>
        <p:nvSpPr>
          <p:cNvPr id="46" name="Text 30"/>
          <p:cNvSpPr txBox="1"/>
          <p:nvPr/>
        </p:nvSpPr>
        <p:spPr>
          <a:xfrm>
            <a:off x="2076420" y="3440750"/>
            <a:ext cx="91440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Santri</a:t>
            </a:r>
            <a:endParaRPr lang="en-US" sz="800" dirty="0"/>
          </a:p>
        </p:txBody>
      </p:sp>
      <p:pic>
        <p:nvPicPr>
          <p:cNvPr id="47" name="Image 14" descr="preencoded.png">    </p:cNvPr>
          <p:cNvPicPr>
            <a:picLocks noChangeAspect="1"/>
          </p:cNvPicPr>
          <p:nvPr/>
        </p:nvPicPr>
        <p:blipFill>
          <a:blip r:embed="rId15"/>
          <a:stretch>
            <a:fillRect/>
          </a:stretch>
        </p:blipFill>
        <p:spPr>
          <a:xfrm>
            <a:off x="4095780" y="3440750"/>
            <a:ext cx="219456" cy="219456"/>
          </a:xfrm>
          <a:prstGeom prst="rect">
            <a:avLst/>
          </a:prstGeom>
        </p:spPr>
      </p:pic>
      <p:sp>
        <p:nvSpPr>
          <p:cNvPr id="48" name="Shape 31"/>
          <p:cNvSpPr/>
          <p:nvPr/>
        </p:nvSpPr>
        <p:spPr>
          <a:xfrm>
            <a:off x="3318540" y="2654366"/>
            <a:ext cx="1097280" cy="713232"/>
          </a:xfrm>
          <a:prstGeom prst="roundRect">
            <a:avLst>
              <a:gd name="adj" fmla="val 6410"/>
            </a:avLst>
          </a:prstGeom>
          <a:solidFill>
            <a:srgbClr val="FFFFFF"/>
          </a:solidFill>
          <a:ln w="9525">
            <a:solidFill>
              <a:srgbClr val="BBBBBB"/>
            </a:solidFill>
            <a:prstDash val="solid"/>
          </a:ln>
        </p:spPr>
      </p:sp>
      <p:sp>
        <p:nvSpPr>
          <p:cNvPr id="49" name="Text 32"/>
          <p:cNvSpPr txBox="1"/>
          <p:nvPr/>
        </p:nvSpPr>
        <p:spPr>
          <a:xfrm>
            <a:off x="3464844" y="2700086"/>
            <a:ext cx="987552" cy="201168"/>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Sleep</a:t>
            </a:r>
            <a:endParaRPr lang="en-US" sz="850" dirty="0"/>
          </a:p>
        </p:txBody>
      </p:sp>
      <p:sp>
        <p:nvSpPr>
          <p:cNvPr id="50" name="Text 33"/>
          <p:cNvSpPr txBox="1"/>
          <p:nvPr/>
        </p:nvSpPr>
        <p:spPr>
          <a:xfrm>
            <a:off x="3464844" y="2914970"/>
            <a:ext cx="987552" cy="201168"/>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Shut down</a:t>
            </a:r>
            <a:endParaRPr lang="en-US" sz="850" dirty="0"/>
          </a:p>
        </p:txBody>
      </p:sp>
      <p:sp>
        <p:nvSpPr>
          <p:cNvPr id="51" name="Text 34"/>
          <p:cNvSpPr txBox="1"/>
          <p:nvPr/>
        </p:nvSpPr>
        <p:spPr>
          <a:xfrm>
            <a:off x="3464844" y="3129854"/>
            <a:ext cx="987552" cy="201168"/>
          </a:xfrm>
          <a:prstGeom prst="rect">
            <a:avLst/>
          </a:prstGeom>
          <a:noFill/>
          <a:ln/>
        </p:spPr>
        <p:txBody>
          <a:bodyPr wrap="square" lIns="0" tIns="0" rIns="0" bIns="0" rtlCol="0" anchor="ctr"/>
          <a:lstStyle/>
          <a:p>
            <a:pPr indent="0" marL="0">
              <a:buNone/>
            </a:pPr>
            <a:r>
              <a:rPr lang="en-US" sz="850" dirty="0">
                <a:solidFill>
                  <a:srgbClr val="1E2A26"/>
                </a:solidFill>
                <a:latin typeface="Calibri" pitchFamily="34" charset="0"/>
                <a:ea typeface="Calibri" pitchFamily="34" charset="-122"/>
                <a:cs typeface="Calibri" pitchFamily="34" charset="-120"/>
              </a:rPr>
              <a:t>Restart</a:t>
            </a:r>
            <a:endParaRPr lang="en-US" sz="850" dirty="0"/>
          </a:p>
        </p:txBody>
      </p:sp>
      <p:sp>
        <p:nvSpPr>
          <p:cNvPr id="52" name="Shape 35"/>
          <p:cNvSpPr/>
          <p:nvPr/>
        </p:nvSpPr>
        <p:spPr>
          <a:xfrm>
            <a:off x="3336828" y="2878394"/>
            <a:ext cx="1060704" cy="274320"/>
          </a:xfrm>
          <a:prstGeom prst="roundRect">
            <a:avLst>
              <a:gd name="adj" fmla="val 16667"/>
            </a:avLst>
          </a:prstGeom>
          <a:solidFill>
            <a:srgbClr val="FFFFFF">
              <a:alpha val="0"/>
            </a:srgbClr>
          </a:solidFill>
          <a:ln w="31750">
            <a:solidFill>
              <a:srgbClr val="E53935"/>
            </a:solidFill>
            <a:prstDash val="solid"/>
          </a:ln>
        </p:spPr>
      </p:sp>
      <p:sp>
        <p:nvSpPr>
          <p:cNvPr id="53" name="Shape 36"/>
          <p:cNvSpPr/>
          <p:nvPr/>
        </p:nvSpPr>
        <p:spPr>
          <a:xfrm>
            <a:off x="4260372" y="2741234"/>
            <a:ext cx="274320" cy="274320"/>
          </a:xfrm>
          <a:prstGeom prst="ellipse">
            <a:avLst/>
          </a:prstGeom>
          <a:solidFill>
            <a:srgbClr val="E53935"/>
          </a:solidFill>
          <a:ln w="12700">
            <a:solidFill>
              <a:srgbClr val="FFFFFF"/>
            </a:solidFill>
            <a:prstDash val="solid"/>
          </a:ln>
        </p:spPr>
      </p:sp>
      <p:sp>
        <p:nvSpPr>
          <p:cNvPr id="54" name="Text 37"/>
          <p:cNvSpPr txBox="1"/>
          <p:nvPr/>
        </p:nvSpPr>
        <p:spPr>
          <a:xfrm>
            <a:off x="4260372" y="274123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pic>
        <p:nvPicPr>
          <p:cNvPr id="55" name="Image 15" descr="preencoded.png">    </p:cNvPr>
          <p:cNvPicPr>
            <a:picLocks noChangeAspect="1"/>
          </p:cNvPicPr>
          <p:nvPr/>
        </p:nvPicPr>
        <p:blipFill>
          <a:blip r:embed="rId16"/>
          <a:stretch>
            <a:fillRect/>
          </a:stretch>
        </p:blipFill>
        <p:spPr>
          <a:xfrm>
            <a:off x="3916558" y="3025612"/>
            <a:ext cx="237744" cy="237744"/>
          </a:xfrm>
          <a:prstGeom prst="rect">
            <a:avLst/>
          </a:prstGeom>
        </p:spPr>
      </p:pic>
      <p:sp>
        <p:nvSpPr>
          <p:cNvPr id="56" name="Text 3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57" name="Text 3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Shut down</a:t>
            </a:r>
            <a:endParaRPr lang="en-US" sz="1800" dirty="0"/>
          </a:p>
        </p:txBody>
      </p:sp>
      <p:sp>
        <p:nvSpPr>
          <p:cNvPr id="58" name="Text 4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Akan muncul tiga pilihan: Sleep, Shut down, Restart. Pilih Shut down.</a:t>
            </a:r>
            <a:endParaRPr lang="en-US" sz="1300" dirty="0"/>
          </a:p>
        </p:txBody>
      </p:sp>
      <p:sp>
        <p:nvSpPr>
          <p:cNvPr id="59" name="Shape 41"/>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60" name="Image 16" descr="preencoded.png">    </p:cNvPr>
          <p:cNvPicPr>
            <a:picLocks noChangeAspect="1"/>
          </p:cNvPicPr>
          <p:nvPr/>
        </p:nvPicPr>
        <p:blipFill>
          <a:blip r:embed="rId17"/>
          <a:stretch>
            <a:fillRect/>
          </a:stretch>
        </p:blipFill>
        <p:spPr>
          <a:xfrm>
            <a:off x="6108192" y="3721608"/>
            <a:ext cx="201168" cy="201168"/>
          </a:xfrm>
          <a:prstGeom prst="rect">
            <a:avLst/>
          </a:prstGeom>
        </p:spPr>
      </p:pic>
      <p:sp>
        <p:nvSpPr>
          <p:cNvPr id="61" name="Text 42"/>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Shut down = mematikan. Restart = menyalakan ulang. Sleep = tidur sementara.</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Mematikan Komputer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9/9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3818534"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091635" y="4193896"/>
            <a:ext cx="458224" cy="288950"/>
          </a:xfrm>
          <a:prstGeom prst="rect">
            <a:avLst/>
          </a:prstGeom>
          <a:solidFill>
            <a:srgbClr val="555555"/>
          </a:solidFill>
          <a:ln w="12700">
            <a:solidFill>
              <a:srgbClr val="555555"/>
            </a:solidFill>
            <a:prstDash val="solid"/>
          </a:ln>
        </p:spPr>
      </p:sp>
      <p:sp>
        <p:nvSpPr>
          <p:cNvPr id="11" name="Shape 7"/>
          <p:cNvSpPr/>
          <p:nvPr/>
        </p:nvSpPr>
        <p:spPr>
          <a:xfrm>
            <a:off x="1671596" y="4482846"/>
            <a:ext cx="1298302"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3955694" y="4084168"/>
            <a:ext cx="73152" cy="73152"/>
          </a:xfrm>
          <a:prstGeom prst="ellipse">
            <a:avLst/>
          </a:prstGeom>
          <a:solidFill>
            <a:srgbClr val="888888"/>
          </a:solidFill>
          <a:ln/>
        </p:spPr>
      </p:sp>
      <p:sp>
        <p:nvSpPr>
          <p:cNvPr id="13" name="Shape 9"/>
          <p:cNvSpPr/>
          <p:nvPr/>
        </p:nvSpPr>
        <p:spPr>
          <a:xfrm>
            <a:off x="484632" y="1124712"/>
            <a:ext cx="3672230" cy="2959456"/>
          </a:xfrm>
          <a:prstGeom prst="rect">
            <a:avLst/>
          </a:prstGeom>
          <a:solidFill>
            <a:srgbClr val="0A0A0A"/>
          </a:solidFill>
          <a:ln w="12700">
            <a:solidFill>
              <a:srgbClr val="0A0A0A"/>
            </a:solidFill>
            <a:prstDash val="solid"/>
          </a:ln>
        </p:spPr>
      </p:sp>
      <p:sp>
        <p:nvSpPr>
          <p:cNvPr id="14" name="Shape 10"/>
          <p:cNvSpPr/>
          <p:nvPr/>
        </p:nvSpPr>
        <p:spPr>
          <a:xfrm>
            <a:off x="4548226" y="1773936"/>
            <a:ext cx="1060704" cy="2889504"/>
          </a:xfrm>
          <a:prstGeom prst="roundRect">
            <a:avLst>
              <a:gd name="adj" fmla="val 4310"/>
            </a:avLst>
          </a:prstGeom>
          <a:solidFill>
            <a:srgbClr val="333333"/>
          </a:solidFill>
          <a:ln w="12700">
            <a:solidFill>
              <a:srgbClr val="333333"/>
            </a:solidFill>
            <a:prstDash val="solid"/>
          </a:ln>
        </p:spPr>
      </p:sp>
      <p:sp>
        <p:nvSpPr>
          <p:cNvPr id="15" name="Shape 11"/>
          <p:cNvSpPr/>
          <p:nvPr/>
        </p:nvSpPr>
        <p:spPr>
          <a:xfrm>
            <a:off x="4707331" y="2640787"/>
            <a:ext cx="742493" cy="36576"/>
          </a:xfrm>
          <a:prstGeom prst="rect">
            <a:avLst/>
          </a:prstGeom>
          <a:solidFill>
            <a:srgbClr val="555555"/>
          </a:solidFill>
          <a:ln w="12700">
            <a:solidFill>
              <a:srgbClr val="555555"/>
            </a:solidFill>
            <a:prstDash val="solid"/>
          </a:ln>
        </p:spPr>
      </p:sp>
      <p:sp>
        <p:nvSpPr>
          <p:cNvPr id="16" name="Shape 12"/>
          <p:cNvSpPr/>
          <p:nvPr/>
        </p:nvSpPr>
        <p:spPr>
          <a:xfrm>
            <a:off x="4707331" y="2814157"/>
            <a:ext cx="742493" cy="36576"/>
          </a:xfrm>
          <a:prstGeom prst="rect">
            <a:avLst/>
          </a:prstGeom>
          <a:solidFill>
            <a:srgbClr val="555555"/>
          </a:solidFill>
          <a:ln w="12700">
            <a:solidFill>
              <a:srgbClr val="555555"/>
            </a:solidFill>
            <a:prstDash val="solid"/>
          </a:ln>
        </p:spPr>
      </p:sp>
      <p:sp>
        <p:nvSpPr>
          <p:cNvPr id="17" name="Shape 13"/>
          <p:cNvSpPr/>
          <p:nvPr/>
        </p:nvSpPr>
        <p:spPr>
          <a:xfrm>
            <a:off x="4959706" y="1938528"/>
            <a:ext cx="237744" cy="237744"/>
          </a:xfrm>
          <a:prstGeom prst="ellipse">
            <a:avLst/>
          </a:prstGeom>
          <a:solidFill>
            <a:srgbClr val="222222"/>
          </a:solidFill>
          <a:ln w="19050">
            <a:solidFill>
              <a:srgbClr val="888888"/>
            </a:solidFill>
            <a:prstDash val="solid"/>
          </a:ln>
        </p:spPr>
      </p:sp>
      <p:pic>
        <p:nvPicPr>
          <p:cNvPr id="18" name="Image 2" descr="preencoded.png">    </p:cNvPr>
          <p:cNvPicPr>
            <a:picLocks noChangeAspect="1"/>
          </p:cNvPicPr>
          <p:nvPr/>
        </p:nvPicPr>
        <p:blipFill>
          <a:blip r:embed="rId3"/>
          <a:stretch>
            <a:fillRect/>
          </a:stretch>
        </p:blipFill>
        <p:spPr>
          <a:xfrm>
            <a:off x="5014570" y="1993392"/>
            <a:ext cx="128016" cy="128016"/>
          </a:xfrm>
          <a:prstGeom prst="rect">
            <a:avLst/>
          </a:prstGeom>
        </p:spPr>
      </p:pic>
      <p:sp>
        <p:nvSpPr>
          <p:cNvPr id="19" name="Text 14"/>
          <p:cNvSpPr txBox="1"/>
          <p:nvPr/>
        </p:nvSpPr>
        <p:spPr>
          <a:xfrm>
            <a:off x="4548226" y="4389120"/>
            <a:ext cx="1060704" cy="182880"/>
          </a:xfrm>
          <a:prstGeom prst="rect">
            <a:avLst/>
          </a:prstGeom>
          <a:noFill/>
          <a:ln/>
        </p:spPr>
        <p:txBody>
          <a:bodyPr wrap="square" lIns="0" tIns="0" rIns="0" bIns="0" rtlCol="0" anchor="t"/>
          <a:lstStyle/>
          <a:p>
            <a:pPr algn="ctr" indent="0" marL="0">
              <a:buNone/>
            </a:pPr>
            <a:r>
              <a:rPr lang="en-US" sz="800" dirty="0">
                <a:solidFill>
                  <a:srgbClr val="BBBBBB"/>
                </a:solidFill>
                <a:latin typeface="Calibri" pitchFamily="34" charset="0"/>
                <a:ea typeface="Calibri" pitchFamily="34" charset="-122"/>
                <a:cs typeface="Calibri" pitchFamily="34" charset="-120"/>
              </a:rPr>
              <a:t>CPU</a:t>
            </a:r>
            <a:endParaRPr lang="en-US" sz="800" dirty="0"/>
          </a:p>
        </p:txBody>
      </p:sp>
      <p:sp>
        <p:nvSpPr>
          <p:cNvPr id="20" name="Shape 15"/>
          <p:cNvSpPr/>
          <p:nvPr/>
        </p:nvSpPr>
        <p:spPr>
          <a:xfrm>
            <a:off x="3864254" y="3992728"/>
            <a:ext cx="256032" cy="256032"/>
          </a:xfrm>
          <a:prstGeom prst="roundRect">
            <a:avLst>
              <a:gd name="adj" fmla="val 17857"/>
            </a:avLst>
          </a:prstGeom>
          <a:solidFill>
            <a:srgbClr val="FFFFFF">
              <a:alpha val="0"/>
            </a:srgbClr>
          </a:solidFill>
          <a:ln w="31750">
            <a:solidFill>
              <a:srgbClr val="E53935"/>
            </a:solidFill>
            <a:prstDash val="solid"/>
          </a:ln>
        </p:spPr>
      </p:sp>
      <p:sp>
        <p:nvSpPr>
          <p:cNvPr id="21" name="Shape 16"/>
          <p:cNvSpPr/>
          <p:nvPr/>
        </p:nvSpPr>
        <p:spPr>
          <a:xfrm>
            <a:off x="3983126" y="3855568"/>
            <a:ext cx="274320" cy="274320"/>
          </a:xfrm>
          <a:prstGeom prst="ellipse">
            <a:avLst/>
          </a:prstGeom>
          <a:solidFill>
            <a:srgbClr val="E53935"/>
          </a:solidFill>
          <a:ln w="12700">
            <a:solidFill>
              <a:srgbClr val="FFFFFF"/>
            </a:solidFill>
            <a:prstDash val="solid"/>
          </a:ln>
        </p:spPr>
      </p:sp>
      <p:sp>
        <p:nvSpPr>
          <p:cNvPr id="22" name="Text 17"/>
          <p:cNvSpPr txBox="1"/>
          <p:nvPr/>
        </p:nvSpPr>
        <p:spPr>
          <a:xfrm>
            <a:off x="3983126" y="3855568"/>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pic>
        <p:nvPicPr>
          <p:cNvPr id="23" name="Image 3" descr="preencoded.png">    </p:cNvPr>
          <p:cNvPicPr>
            <a:picLocks noChangeAspect="1"/>
          </p:cNvPicPr>
          <p:nvPr/>
        </p:nvPicPr>
        <p:blipFill>
          <a:blip r:embed="rId4"/>
          <a:stretch>
            <a:fillRect/>
          </a:stretch>
        </p:blipFill>
        <p:spPr>
          <a:xfrm>
            <a:off x="3997757" y="4126230"/>
            <a:ext cx="237744" cy="237744"/>
          </a:xfrm>
          <a:prstGeom prst="rect">
            <a:avLst/>
          </a:prstGeom>
        </p:spPr>
      </p:pic>
      <p:sp>
        <p:nvSpPr>
          <p:cNvPr id="24" name="Text 1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9</a:t>
            </a:r>
            <a:endParaRPr lang="en-US" sz="1200" dirty="0"/>
          </a:p>
        </p:txBody>
      </p:sp>
      <p:sp>
        <p:nvSpPr>
          <p:cNvPr id="25" name="Text 1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Tunggu layar gelap, lalu matikan monitor</a:t>
            </a:r>
            <a:endParaRPr lang="en-US" sz="1800" dirty="0"/>
          </a:p>
        </p:txBody>
      </p:sp>
      <p:sp>
        <p:nvSpPr>
          <p:cNvPr id="26" name="Text 2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Tunggu sampai layar hitam dan lampu CPU padam. Setelah itu tekan tombol power monitor.</a:t>
            </a:r>
            <a:endParaRPr lang="en-US" sz="1300" dirty="0"/>
          </a:p>
        </p:txBody>
      </p:sp>
      <p:sp>
        <p:nvSpPr>
          <p:cNvPr id="27" name="Shape 21"/>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28" name="Image 4" descr="preencoded.png">    </p:cNvPr>
          <p:cNvPicPr>
            <a:picLocks noChangeAspect="1"/>
          </p:cNvPicPr>
          <p:nvPr/>
        </p:nvPicPr>
        <p:blipFill>
          <a:blip r:embed="rId5"/>
          <a:stretch>
            <a:fillRect/>
          </a:stretch>
        </p:blipFill>
        <p:spPr>
          <a:xfrm>
            <a:off x="6108192" y="3721608"/>
            <a:ext cx="201168" cy="201168"/>
          </a:xfrm>
          <a:prstGeom prst="rect">
            <a:avLst/>
          </a:prstGeom>
        </p:spPr>
      </p:pic>
      <p:sp>
        <p:nvSpPr>
          <p:cNvPr id="29" name="Text 22"/>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Jangan mencabut kabel sebelum komputer benar-benar mati.</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Kerjakan di buku tulismu, lalu tunjukkan kepada guru: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nama 5 hardware yang ada di depanmu beserta fungsinya.</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nama 3 software yang ada di komputer.</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satu contoh input – proses – output dengan kata-katamu sendiri.</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Praktikkan menyalakan dan mematikan komputer. Minta guru memberi paraf.</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menyebutkan 5 hardware</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menyebutkan 3 software</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menjelaskan input–proses–output</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Mematikan komputer lewat Shut down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hal baru yang kamu ketahui tentang komputer hari ini?</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kita harus menjaga fasilitas komputer pesantren?</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Komputer pesantren adalah amanah. Rawat seperti menjaga barang milik sendiri.</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Belajar menggunakan keyboard, mouse, dan browser.</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02</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Keyboard, Mouse &amp; Browser</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Mengendalikan komputer dan membuka dunia internet</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 Pengenalan Teknologi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Siapa yang pernah mengetik di komputer? Jari mana yang kalian pakai?</a:t>
            </a:r>
            <a:endParaRPr lang="en-US" sz="2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02</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Menggunakan tombol-tombol penting keyboard</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Menggunakan klik, klik ganda, klik kanan, dan scroll</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Membuka browser dan mengunjungi sebuah situs</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Tombol-tombol Penting di Keyboard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75488" y="1755648"/>
            <a:ext cx="5266944" cy="1819046"/>
          </a:xfrm>
          <a:prstGeom prst="roundRect">
            <a:avLst>
              <a:gd name="adj" fmla="val 3016"/>
            </a:avLst>
          </a:prstGeom>
          <a:solidFill>
            <a:srgbClr val="3A3A3A"/>
          </a:solidFill>
          <a:ln w="12700">
            <a:solidFill>
              <a:srgbClr val="3A3A3A"/>
            </a:solidFill>
            <a:prstDash val="solid"/>
          </a:ln>
        </p:spPr>
      </p:sp>
      <p:sp>
        <p:nvSpPr>
          <p:cNvPr id="10" name="Shape 6"/>
          <p:cNvSpPr/>
          <p:nvPr/>
        </p:nvSpPr>
        <p:spPr>
          <a:xfrm>
            <a:off x="548640" y="1828800"/>
            <a:ext cx="307238" cy="307238"/>
          </a:xfrm>
          <a:prstGeom prst="roundRect">
            <a:avLst>
              <a:gd name="adj" fmla="val 8929"/>
            </a:avLst>
          </a:prstGeom>
          <a:solidFill>
            <a:srgbClr val="F5F5F5"/>
          </a:solidFill>
          <a:ln w="12700">
            <a:solidFill>
              <a:srgbClr val="F5F5F5"/>
            </a:solidFill>
            <a:prstDash val="solid"/>
          </a:ln>
        </p:spPr>
      </p:sp>
      <p:sp>
        <p:nvSpPr>
          <p:cNvPr id="11" name="Text 7"/>
          <p:cNvSpPr txBox="1"/>
          <p:nvPr/>
        </p:nvSpPr>
        <p:spPr>
          <a:xfrm>
            <a:off x="548640"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1</a:t>
            </a:r>
            <a:endParaRPr lang="en-US" sz="800" dirty="0"/>
          </a:p>
        </p:txBody>
      </p:sp>
      <p:sp>
        <p:nvSpPr>
          <p:cNvPr id="12" name="Shape 8"/>
          <p:cNvSpPr/>
          <p:nvPr/>
        </p:nvSpPr>
        <p:spPr>
          <a:xfrm>
            <a:off x="890016" y="1828800"/>
            <a:ext cx="307238" cy="307238"/>
          </a:xfrm>
          <a:prstGeom prst="roundRect">
            <a:avLst>
              <a:gd name="adj" fmla="val 8929"/>
            </a:avLst>
          </a:prstGeom>
          <a:solidFill>
            <a:srgbClr val="F5F5F5"/>
          </a:solidFill>
          <a:ln w="12700">
            <a:solidFill>
              <a:srgbClr val="F5F5F5"/>
            </a:solidFill>
            <a:prstDash val="solid"/>
          </a:ln>
        </p:spPr>
      </p:sp>
      <p:sp>
        <p:nvSpPr>
          <p:cNvPr id="13" name="Text 9"/>
          <p:cNvSpPr txBox="1"/>
          <p:nvPr/>
        </p:nvSpPr>
        <p:spPr>
          <a:xfrm>
            <a:off x="890016"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2</a:t>
            </a:r>
            <a:endParaRPr lang="en-US" sz="800" dirty="0"/>
          </a:p>
        </p:txBody>
      </p:sp>
      <p:sp>
        <p:nvSpPr>
          <p:cNvPr id="14" name="Shape 10"/>
          <p:cNvSpPr/>
          <p:nvPr/>
        </p:nvSpPr>
        <p:spPr>
          <a:xfrm>
            <a:off x="1231392" y="1828800"/>
            <a:ext cx="307238" cy="307238"/>
          </a:xfrm>
          <a:prstGeom prst="roundRect">
            <a:avLst>
              <a:gd name="adj" fmla="val 8929"/>
            </a:avLst>
          </a:prstGeom>
          <a:solidFill>
            <a:srgbClr val="F5F5F5"/>
          </a:solidFill>
          <a:ln w="12700">
            <a:solidFill>
              <a:srgbClr val="F5F5F5"/>
            </a:solidFill>
            <a:prstDash val="solid"/>
          </a:ln>
        </p:spPr>
      </p:sp>
      <p:sp>
        <p:nvSpPr>
          <p:cNvPr id="15" name="Text 11"/>
          <p:cNvSpPr txBox="1"/>
          <p:nvPr/>
        </p:nvSpPr>
        <p:spPr>
          <a:xfrm>
            <a:off x="1231392"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3</a:t>
            </a:r>
            <a:endParaRPr lang="en-US" sz="800" dirty="0"/>
          </a:p>
        </p:txBody>
      </p:sp>
      <p:sp>
        <p:nvSpPr>
          <p:cNvPr id="16" name="Shape 12"/>
          <p:cNvSpPr/>
          <p:nvPr/>
        </p:nvSpPr>
        <p:spPr>
          <a:xfrm>
            <a:off x="1572768" y="1828800"/>
            <a:ext cx="307238" cy="307238"/>
          </a:xfrm>
          <a:prstGeom prst="roundRect">
            <a:avLst>
              <a:gd name="adj" fmla="val 8929"/>
            </a:avLst>
          </a:prstGeom>
          <a:solidFill>
            <a:srgbClr val="F5F5F5"/>
          </a:solidFill>
          <a:ln w="12700">
            <a:solidFill>
              <a:srgbClr val="F5F5F5"/>
            </a:solidFill>
            <a:prstDash val="solid"/>
          </a:ln>
        </p:spPr>
      </p:sp>
      <p:sp>
        <p:nvSpPr>
          <p:cNvPr id="17" name="Text 13"/>
          <p:cNvSpPr txBox="1"/>
          <p:nvPr/>
        </p:nvSpPr>
        <p:spPr>
          <a:xfrm>
            <a:off x="1572768"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4</a:t>
            </a:r>
            <a:endParaRPr lang="en-US" sz="800" dirty="0"/>
          </a:p>
        </p:txBody>
      </p:sp>
      <p:sp>
        <p:nvSpPr>
          <p:cNvPr id="18" name="Shape 14"/>
          <p:cNvSpPr/>
          <p:nvPr/>
        </p:nvSpPr>
        <p:spPr>
          <a:xfrm>
            <a:off x="1914144" y="1828800"/>
            <a:ext cx="307238" cy="307238"/>
          </a:xfrm>
          <a:prstGeom prst="roundRect">
            <a:avLst>
              <a:gd name="adj" fmla="val 8929"/>
            </a:avLst>
          </a:prstGeom>
          <a:solidFill>
            <a:srgbClr val="F5F5F5"/>
          </a:solidFill>
          <a:ln w="12700">
            <a:solidFill>
              <a:srgbClr val="F5F5F5"/>
            </a:solidFill>
            <a:prstDash val="solid"/>
          </a:ln>
        </p:spPr>
      </p:sp>
      <p:sp>
        <p:nvSpPr>
          <p:cNvPr id="19" name="Text 15"/>
          <p:cNvSpPr txBox="1"/>
          <p:nvPr/>
        </p:nvSpPr>
        <p:spPr>
          <a:xfrm>
            <a:off x="1914144"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5</a:t>
            </a:r>
            <a:endParaRPr lang="en-US" sz="800" dirty="0"/>
          </a:p>
        </p:txBody>
      </p:sp>
      <p:sp>
        <p:nvSpPr>
          <p:cNvPr id="20" name="Shape 16"/>
          <p:cNvSpPr/>
          <p:nvPr/>
        </p:nvSpPr>
        <p:spPr>
          <a:xfrm>
            <a:off x="2255520" y="1828800"/>
            <a:ext cx="307238" cy="307238"/>
          </a:xfrm>
          <a:prstGeom prst="roundRect">
            <a:avLst>
              <a:gd name="adj" fmla="val 8929"/>
            </a:avLst>
          </a:prstGeom>
          <a:solidFill>
            <a:srgbClr val="F5F5F5"/>
          </a:solidFill>
          <a:ln w="12700">
            <a:solidFill>
              <a:srgbClr val="F5F5F5"/>
            </a:solidFill>
            <a:prstDash val="solid"/>
          </a:ln>
        </p:spPr>
      </p:sp>
      <p:sp>
        <p:nvSpPr>
          <p:cNvPr id="21" name="Text 17"/>
          <p:cNvSpPr txBox="1"/>
          <p:nvPr/>
        </p:nvSpPr>
        <p:spPr>
          <a:xfrm>
            <a:off x="2255520"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6</a:t>
            </a:r>
            <a:endParaRPr lang="en-US" sz="800" dirty="0"/>
          </a:p>
        </p:txBody>
      </p:sp>
      <p:sp>
        <p:nvSpPr>
          <p:cNvPr id="22" name="Shape 18"/>
          <p:cNvSpPr/>
          <p:nvPr/>
        </p:nvSpPr>
        <p:spPr>
          <a:xfrm>
            <a:off x="2596896" y="1828800"/>
            <a:ext cx="307238" cy="307238"/>
          </a:xfrm>
          <a:prstGeom prst="roundRect">
            <a:avLst>
              <a:gd name="adj" fmla="val 8929"/>
            </a:avLst>
          </a:prstGeom>
          <a:solidFill>
            <a:srgbClr val="F5F5F5"/>
          </a:solidFill>
          <a:ln w="12700">
            <a:solidFill>
              <a:srgbClr val="F5F5F5"/>
            </a:solidFill>
            <a:prstDash val="solid"/>
          </a:ln>
        </p:spPr>
      </p:sp>
      <p:sp>
        <p:nvSpPr>
          <p:cNvPr id="23" name="Text 19"/>
          <p:cNvSpPr txBox="1"/>
          <p:nvPr/>
        </p:nvSpPr>
        <p:spPr>
          <a:xfrm>
            <a:off x="2596896"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7</a:t>
            </a:r>
            <a:endParaRPr lang="en-US" sz="800" dirty="0"/>
          </a:p>
        </p:txBody>
      </p:sp>
      <p:sp>
        <p:nvSpPr>
          <p:cNvPr id="24" name="Shape 20"/>
          <p:cNvSpPr/>
          <p:nvPr/>
        </p:nvSpPr>
        <p:spPr>
          <a:xfrm>
            <a:off x="2938272" y="1828800"/>
            <a:ext cx="307238" cy="307238"/>
          </a:xfrm>
          <a:prstGeom prst="roundRect">
            <a:avLst>
              <a:gd name="adj" fmla="val 8929"/>
            </a:avLst>
          </a:prstGeom>
          <a:solidFill>
            <a:srgbClr val="F5F5F5"/>
          </a:solidFill>
          <a:ln w="12700">
            <a:solidFill>
              <a:srgbClr val="F5F5F5"/>
            </a:solidFill>
            <a:prstDash val="solid"/>
          </a:ln>
        </p:spPr>
      </p:sp>
      <p:sp>
        <p:nvSpPr>
          <p:cNvPr id="25" name="Text 21"/>
          <p:cNvSpPr txBox="1"/>
          <p:nvPr/>
        </p:nvSpPr>
        <p:spPr>
          <a:xfrm>
            <a:off x="2938272"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8</a:t>
            </a:r>
            <a:endParaRPr lang="en-US" sz="800" dirty="0"/>
          </a:p>
        </p:txBody>
      </p:sp>
      <p:sp>
        <p:nvSpPr>
          <p:cNvPr id="26" name="Shape 22"/>
          <p:cNvSpPr/>
          <p:nvPr/>
        </p:nvSpPr>
        <p:spPr>
          <a:xfrm>
            <a:off x="3279648" y="1828800"/>
            <a:ext cx="307238" cy="307238"/>
          </a:xfrm>
          <a:prstGeom prst="roundRect">
            <a:avLst>
              <a:gd name="adj" fmla="val 8929"/>
            </a:avLst>
          </a:prstGeom>
          <a:solidFill>
            <a:srgbClr val="F5F5F5"/>
          </a:solidFill>
          <a:ln w="12700">
            <a:solidFill>
              <a:srgbClr val="F5F5F5"/>
            </a:solidFill>
            <a:prstDash val="solid"/>
          </a:ln>
        </p:spPr>
      </p:sp>
      <p:sp>
        <p:nvSpPr>
          <p:cNvPr id="27" name="Text 23"/>
          <p:cNvSpPr txBox="1"/>
          <p:nvPr/>
        </p:nvSpPr>
        <p:spPr>
          <a:xfrm>
            <a:off x="3279648"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9</a:t>
            </a:r>
            <a:endParaRPr lang="en-US" sz="800" dirty="0"/>
          </a:p>
        </p:txBody>
      </p:sp>
      <p:sp>
        <p:nvSpPr>
          <p:cNvPr id="28" name="Shape 24"/>
          <p:cNvSpPr/>
          <p:nvPr/>
        </p:nvSpPr>
        <p:spPr>
          <a:xfrm>
            <a:off x="3621024" y="1828800"/>
            <a:ext cx="307238" cy="307238"/>
          </a:xfrm>
          <a:prstGeom prst="roundRect">
            <a:avLst>
              <a:gd name="adj" fmla="val 8929"/>
            </a:avLst>
          </a:prstGeom>
          <a:solidFill>
            <a:srgbClr val="F5F5F5"/>
          </a:solidFill>
          <a:ln w="12700">
            <a:solidFill>
              <a:srgbClr val="F5F5F5"/>
            </a:solidFill>
            <a:prstDash val="solid"/>
          </a:ln>
        </p:spPr>
      </p:sp>
      <p:sp>
        <p:nvSpPr>
          <p:cNvPr id="29" name="Text 25"/>
          <p:cNvSpPr txBox="1"/>
          <p:nvPr/>
        </p:nvSpPr>
        <p:spPr>
          <a:xfrm>
            <a:off x="3621024"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0</a:t>
            </a:r>
            <a:endParaRPr lang="en-US" sz="800" dirty="0"/>
          </a:p>
        </p:txBody>
      </p:sp>
      <p:sp>
        <p:nvSpPr>
          <p:cNvPr id="30" name="Shape 26"/>
          <p:cNvSpPr/>
          <p:nvPr/>
        </p:nvSpPr>
        <p:spPr>
          <a:xfrm>
            <a:off x="3962400" y="1828800"/>
            <a:ext cx="307238" cy="307238"/>
          </a:xfrm>
          <a:prstGeom prst="roundRect">
            <a:avLst>
              <a:gd name="adj" fmla="val 8929"/>
            </a:avLst>
          </a:prstGeom>
          <a:solidFill>
            <a:srgbClr val="F5F5F5"/>
          </a:solidFill>
          <a:ln w="12700">
            <a:solidFill>
              <a:srgbClr val="F5F5F5"/>
            </a:solidFill>
            <a:prstDash val="solid"/>
          </a:ln>
        </p:spPr>
      </p:sp>
      <p:sp>
        <p:nvSpPr>
          <p:cNvPr id="31" name="Text 27"/>
          <p:cNvSpPr txBox="1"/>
          <p:nvPr/>
        </p:nvSpPr>
        <p:spPr>
          <a:xfrm>
            <a:off x="3962400"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32" name="Shape 28"/>
          <p:cNvSpPr/>
          <p:nvPr/>
        </p:nvSpPr>
        <p:spPr>
          <a:xfrm>
            <a:off x="4303776" y="1828800"/>
            <a:ext cx="307238" cy="307238"/>
          </a:xfrm>
          <a:prstGeom prst="roundRect">
            <a:avLst>
              <a:gd name="adj" fmla="val 8929"/>
            </a:avLst>
          </a:prstGeom>
          <a:solidFill>
            <a:srgbClr val="F5F5F5"/>
          </a:solidFill>
          <a:ln w="12700">
            <a:solidFill>
              <a:srgbClr val="F5F5F5"/>
            </a:solidFill>
            <a:prstDash val="solid"/>
          </a:ln>
        </p:spPr>
      </p:sp>
      <p:sp>
        <p:nvSpPr>
          <p:cNvPr id="33" name="Text 29"/>
          <p:cNvSpPr txBox="1"/>
          <p:nvPr/>
        </p:nvSpPr>
        <p:spPr>
          <a:xfrm>
            <a:off x="4303776"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34" name="Shape 30"/>
          <p:cNvSpPr/>
          <p:nvPr/>
        </p:nvSpPr>
        <p:spPr>
          <a:xfrm>
            <a:off x="4645152" y="1828800"/>
            <a:ext cx="989990" cy="307238"/>
          </a:xfrm>
          <a:prstGeom prst="roundRect">
            <a:avLst>
              <a:gd name="adj" fmla="val 8929"/>
            </a:avLst>
          </a:prstGeom>
          <a:solidFill>
            <a:srgbClr val="E53935"/>
          </a:solidFill>
          <a:ln w="12700">
            <a:solidFill>
              <a:srgbClr val="E53935"/>
            </a:solidFill>
            <a:prstDash val="solid"/>
          </a:ln>
        </p:spPr>
      </p:sp>
      <p:sp>
        <p:nvSpPr>
          <p:cNvPr id="35" name="Text 31"/>
          <p:cNvSpPr txBox="1"/>
          <p:nvPr/>
        </p:nvSpPr>
        <p:spPr>
          <a:xfrm>
            <a:off x="4645152" y="1828800"/>
            <a:ext cx="989990" cy="307238"/>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Backspace</a:t>
            </a:r>
            <a:endParaRPr lang="en-US" sz="600" dirty="0"/>
          </a:p>
        </p:txBody>
      </p:sp>
      <p:sp>
        <p:nvSpPr>
          <p:cNvPr id="36" name="Shape 32"/>
          <p:cNvSpPr/>
          <p:nvPr/>
        </p:nvSpPr>
        <p:spPr>
          <a:xfrm>
            <a:off x="548640" y="2170176"/>
            <a:ext cx="477926" cy="307238"/>
          </a:xfrm>
          <a:prstGeom prst="roundRect">
            <a:avLst>
              <a:gd name="adj" fmla="val 8929"/>
            </a:avLst>
          </a:prstGeom>
          <a:solidFill>
            <a:srgbClr val="F5F5F5"/>
          </a:solidFill>
          <a:ln w="12700">
            <a:solidFill>
              <a:srgbClr val="F5F5F5"/>
            </a:solidFill>
            <a:prstDash val="solid"/>
          </a:ln>
        </p:spPr>
      </p:sp>
      <p:sp>
        <p:nvSpPr>
          <p:cNvPr id="37" name="Text 33"/>
          <p:cNvSpPr txBox="1"/>
          <p:nvPr/>
        </p:nvSpPr>
        <p:spPr>
          <a:xfrm>
            <a:off x="548640" y="2170176"/>
            <a:ext cx="477926" cy="307238"/>
          </a:xfrm>
          <a:prstGeom prst="rect">
            <a:avLst/>
          </a:prstGeom>
          <a:noFill/>
          <a:ln/>
        </p:spPr>
        <p:txBody>
          <a:bodyPr wrap="square" lIns="0" tIns="0" rIns="0" bIns="0" rtlCol="0" anchor="ctr"/>
          <a:lstStyle/>
          <a:p>
            <a:pPr algn="ctr" indent="0" marL="0">
              <a:buNone/>
            </a:pPr>
            <a:r>
              <a:rPr lang="en-US" sz="600" dirty="0">
                <a:solidFill>
                  <a:srgbClr val="333333"/>
                </a:solidFill>
                <a:latin typeface="Calibri" pitchFamily="34" charset="0"/>
                <a:ea typeface="Calibri" pitchFamily="34" charset="-122"/>
                <a:cs typeface="Calibri" pitchFamily="34" charset="-120"/>
              </a:rPr>
              <a:t>Tab</a:t>
            </a:r>
            <a:endParaRPr lang="en-US" sz="600" dirty="0"/>
          </a:p>
        </p:txBody>
      </p:sp>
      <p:sp>
        <p:nvSpPr>
          <p:cNvPr id="38" name="Shape 34"/>
          <p:cNvSpPr/>
          <p:nvPr/>
        </p:nvSpPr>
        <p:spPr>
          <a:xfrm>
            <a:off x="1060704" y="2170176"/>
            <a:ext cx="307238" cy="307238"/>
          </a:xfrm>
          <a:prstGeom prst="roundRect">
            <a:avLst>
              <a:gd name="adj" fmla="val 8929"/>
            </a:avLst>
          </a:prstGeom>
          <a:solidFill>
            <a:srgbClr val="F5F5F5"/>
          </a:solidFill>
          <a:ln w="12700">
            <a:solidFill>
              <a:srgbClr val="F5F5F5"/>
            </a:solidFill>
            <a:prstDash val="solid"/>
          </a:ln>
        </p:spPr>
      </p:sp>
      <p:sp>
        <p:nvSpPr>
          <p:cNvPr id="39" name="Text 35"/>
          <p:cNvSpPr txBox="1"/>
          <p:nvPr/>
        </p:nvSpPr>
        <p:spPr>
          <a:xfrm>
            <a:off x="1060704"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Q</a:t>
            </a:r>
            <a:endParaRPr lang="en-US" sz="800" dirty="0"/>
          </a:p>
        </p:txBody>
      </p:sp>
      <p:sp>
        <p:nvSpPr>
          <p:cNvPr id="40" name="Shape 36"/>
          <p:cNvSpPr/>
          <p:nvPr/>
        </p:nvSpPr>
        <p:spPr>
          <a:xfrm>
            <a:off x="1402080" y="2170176"/>
            <a:ext cx="307238" cy="307238"/>
          </a:xfrm>
          <a:prstGeom prst="roundRect">
            <a:avLst>
              <a:gd name="adj" fmla="val 8929"/>
            </a:avLst>
          </a:prstGeom>
          <a:solidFill>
            <a:srgbClr val="F5F5F5"/>
          </a:solidFill>
          <a:ln w="12700">
            <a:solidFill>
              <a:srgbClr val="F5F5F5"/>
            </a:solidFill>
            <a:prstDash val="solid"/>
          </a:ln>
        </p:spPr>
      </p:sp>
      <p:sp>
        <p:nvSpPr>
          <p:cNvPr id="41" name="Text 37"/>
          <p:cNvSpPr txBox="1"/>
          <p:nvPr/>
        </p:nvSpPr>
        <p:spPr>
          <a:xfrm>
            <a:off x="1402080"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W</a:t>
            </a:r>
            <a:endParaRPr lang="en-US" sz="800" dirty="0"/>
          </a:p>
        </p:txBody>
      </p:sp>
      <p:sp>
        <p:nvSpPr>
          <p:cNvPr id="42" name="Shape 38"/>
          <p:cNvSpPr/>
          <p:nvPr/>
        </p:nvSpPr>
        <p:spPr>
          <a:xfrm>
            <a:off x="1743456" y="2170176"/>
            <a:ext cx="307238" cy="307238"/>
          </a:xfrm>
          <a:prstGeom prst="roundRect">
            <a:avLst>
              <a:gd name="adj" fmla="val 8929"/>
            </a:avLst>
          </a:prstGeom>
          <a:solidFill>
            <a:srgbClr val="F5F5F5"/>
          </a:solidFill>
          <a:ln w="12700">
            <a:solidFill>
              <a:srgbClr val="F5F5F5"/>
            </a:solidFill>
            <a:prstDash val="solid"/>
          </a:ln>
        </p:spPr>
      </p:sp>
      <p:sp>
        <p:nvSpPr>
          <p:cNvPr id="43" name="Text 39"/>
          <p:cNvSpPr txBox="1"/>
          <p:nvPr/>
        </p:nvSpPr>
        <p:spPr>
          <a:xfrm>
            <a:off x="1743456"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E</a:t>
            </a:r>
            <a:endParaRPr lang="en-US" sz="800" dirty="0"/>
          </a:p>
        </p:txBody>
      </p:sp>
      <p:sp>
        <p:nvSpPr>
          <p:cNvPr id="44" name="Shape 40"/>
          <p:cNvSpPr/>
          <p:nvPr/>
        </p:nvSpPr>
        <p:spPr>
          <a:xfrm>
            <a:off x="2084832" y="2170176"/>
            <a:ext cx="307238" cy="307238"/>
          </a:xfrm>
          <a:prstGeom prst="roundRect">
            <a:avLst>
              <a:gd name="adj" fmla="val 8929"/>
            </a:avLst>
          </a:prstGeom>
          <a:solidFill>
            <a:srgbClr val="F5F5F5"/>
          </a:solidFill>
          <a:ln w="12700">
            <a:solidFill>
              <a:srgbClr val="F5F5F5"/>
            </a:solidFill>
            <a:prstDash val="solid"/>
          </a:ln>
        </p:spPr>
      </p:sp>
      <p:sp>
        <p:nvSpPr>
          <p:cNvPr id="45" name="Text 41"/>
          <p:cNvSpPr txBox="1"/>
          <p:nvPr/>
        </p:nvSpPr>
        <p:spPr>
          <a:xfrm>
            <a:off x="2084832"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R</a:t>
            </a:r>
            <a:endParaRPr lang="en-US" sz="800" dirty="0"/>
          </a:p>
        </p:txBody>
      </p:sp>
      <p:sp>
        <p:nvSpPr>
          <p:cNvPr id="46" name="Shape 42"/>
          <p:cNvSpPr/>
          <p:nvPr/>
        </p:nvSpPr>
        <p:spPr>
          <a:xfrm>
            <a:off x="2426208" y="2170176"/>
            <a:ext cx="307238" cy="307238"/>
          </a:xfrm>
          <a:prstGeom prst="roundRect">
            <a:avLst>
              <a:gd name="adj" fmla="val 8929"/>
            </a:avLst>
          </a:prstGeom>
          <a:solidFill>
            <a:srgbClr val="F5F5F5"/>
          </a:solidFill>
          <a:ln w="12700">
            <a:solidFill>
              <a:srgbClr val="F5F5F5"/>
            </a:solidFill>
            <a:prstDash val="solid"/>
          </a:ln>
        </p:spPr>
      </p:sp>
      <p:sp>
        <p:nvSpPr>
          <p:cNvPr id="47" name="Text 43"/>
          <p:cNvSpPr txBox="1"/>
          <p:nvPr/>
        </p:nvSpPr>
        <p:spPr>
          <a:xfrm>
            <a:off x="2426208"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T</a:t>
            </a:r>
            <a:endParaRPr lang="en-US" sz="800" dirty="0"/>
          </a:p>
        </p:txBody>
      </p:sp>
      <p:sp>
        <p:nvSpPr>
          <p:cNvPr id="48" name="Shape 44"/>
          <p:cNvSpPr/>
          <p:nvPr/>
        </p:nvSpPr>
        <p:spPr>
          <a:xfrm>
            <a:off x="2767584" y="2170176"/>
            <a:ext cx="307238" cy="307238"/>
          </a:xfrm>
          <a:prstGeom prst="roundRect">
            <a:avLst>
              <a:gd name="adj" fmla="val 8929"/>
            </a:avLst>
          </a:prstGeom>
          <a:solidFill>
            <a:srgbClr val="F5F5F5"/>
          </a:solidFill>
          <a:ln w="12700">
            <a:solidFill>
              <a:srgbClr val="F5F5F5"/>
            </a:solidFill>
            <a:prstDash val="solid"/>
          </a:ln>
        </p:spPr>
      </p:sp>
      <p:sp>
        <p:nvSpPr>
          <p:cNvPr id="49" name="Text 45"/>
          <p:cNvSpPr txBox="1"/>
          <p:nvPr/>
        </p:nvSpPr>
        <p:spPr>
          <a:xfrm>
            <a:off x="2767584"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Y</a:t>
            </a:r>
            <a:endParaRPr lang="en-US" sz="800" dirty="0"/>
          </a:p>
        </p:txBody>
      </p:sp>
      <p:sp>
        <p:nvSpPr>
          <p:cNvPr id="50" name="Shape 46"/>
          <p:cNvSpPr/>
          <p:nvPr/>
        </p:nvSpPr>
        <p:spPr>
          <a:xfrm>
            <a:off x="3108960" y="2170176"/>
            <a:ext cx="307238" cy="307238"/>
          </a:xfrm>
          <a:prstGeom prst="roundRect">
            <a:avLst>
              <a:gd name="adj" fmla="val 8929"/>
            </a:avLst>
          </a:prstGeom>
          <a:solidFill>
            <a:srgbClr val="F5F5F5"/>
          </a:solidFill>
          <a:ln w="12700">
            <a:solidFill>
              <a:srgbClr val="F5F5F5"/>
            </a:solidFill>
            <a:prstDash val="solid"/>
          </a:ln>
        </p:spPr>
      </p:sp>
      <p:sp>
        <p:nvSpPr>
          <p:cNvPr id="51" name="Text 47"/>
          <p:cNvSpPr txBox="1"/>
          <p:nvPr/>
        </p:nvSpPr>
        <p:spPr>
          <a:xfrm>
            <a:off x="3108960"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U</a:t>
            </a:r>
            <a:endParaRPr lang="en-US" sz="800" dirty="0"/>
          </a:p>
        </p:txBody>
      </p:sp>
      <p:sp>
        <p:nvSpPr>
          <p:cNvPr id="52" name="Shape 48"/>
          <p:cNvSpPr/>
          <p:nvPr/>
        </p:nvSpPr>
        <p:spPr>
          <a:xfrm>
            <a:off x="3450336" y="2170176"/>
            <a:ext cx="307238" cy="307238"/>
          </a:xfrm>
          <a:prstGeom prst="roundRect">
            <a:avLst>
              <a:gd name="adj" fmla="val 8929"/>
            </a:avLst>
          </a:prstGeom>
          <a:solidFill>
            <a:srgbClr val="F5F5F5"/>
          </a:solidFill>
          <a:ln w="12700">
            <a:solidFill>
              <a:srgbClr val="F5F5F5"/>
            </a:solidFill>
            <a:prstDash val="solid"/>
          </a:ln>
        </p:spPr>
      </p:sp>
      <p:sp>
        <p:nvSpPr>
          <p:cNvPr id="53" name="Text 49"/>
          <p:cNvSpPr txBox="1"/>
          <p:nvPr/>
        </p:nvSpPr>
        <p:spPr>
          <a:xfrm>
            <a:off x="3450336"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I</a:t>
            </a:r>
            <a:endParaRPr lang="en-US" sz="800" dirty="0"/>
          </a:p>
        </p:txBody>
      </p:sp>
      <p:sp>
        <p:nvSpPr>
          <p:cNvPr id="54" name="Shape 50"/>
          <p:cNvSpPr/>
          <p:nvPr/>
        </p:nvSpPr>
        <p:spPr>
          <a:xfrm>
            <a:off x="3791712" y="2170176"/>
            <a:ext cx="307238" cy="307238"/>
          </a:xfrm>
          <a:prstGeom prst="roundRect">
            <a:avLst>
              <a:gd name="adj" fmla="val 8929"/>
            </a:avLst>
          </a:prstGeom>
          <a:solidFill>
            <a:srgbClr val="F5F5F5"/>
          </a:solidFill>
          <a:ln w="12700">
            <a:solidFill>
              <a:srgbClr val="F5F5F5"/>
            </a:solidFill>
            <a:prstDash val="solid"/>
          </a:ln>
        </p:spPr>
      </p:sp>
      <p:sp>
        <p:nvSpPr>
          <p:cNvPr id="55" name="Text 51"/>
          <p:cNvSpPr txBox="1"/>
          <p:nvPr/>
        </p:nvSpPr>
        <p:spPr>
          <a:xfrm>
            <a:off x="3791712"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O</a:t>
            </a:r>
            <a:endParaRPr lang="en-US" sz="800" dirty="0"/>
          </a:p>
        </p:txBody>
      </p:sp>
      <p:sp>
        <p:nvSpPr>
          <p:cNvPr id="56" name="Shape 52"/>
          <p:cNvSpPr/>
          <p:nvPr/>
        </p:nvSpPr>
        <p:spPr>
          <a:xfrm>
            <a:off x="4133088" y="2170176"/>
            <a:ext cx="307238" cy="307238"/>
          </a:xfrm>
          <a:prstGeom prst="roundRect">
            <a:avLst>
              <a:gd name="adj" fmla="val 8929"/>
            </a:avLst>
          </a:prstGeom>
          <a:solidFill>
            <a:srgbClr val="F5F5F5"/>
          </a:solidFill>
          <a:ln w="12700">
            <a:solidFill>
              <a:srgbClr val="F5F5F5"/>
            </a:solidFill>
            <a:prstDash val="solid"/>
          </a:ln>
        </p:spPr>
      </p:sp>
      <p:sp>
        <p:nvSpPr>
          <p:cNvPr id="57" name="Text 53"/>
          <p:cNvSpPr txBox="1"/>
          <p:nvPr/>
        </p:nvSpPr>
        <p:spPr>
          <a:xfrm>
            <a:off x="4133088"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P</a:t>
            </a:r>
            <a:endParaRPr lang="en-US" sz="800" dirty="0"/>
          </a:p>
        </p:txBody>
      </p:sp>
      <p:sp>
        <p:nvSpPr>
          <p:cNvPr id="58" name="Shape 54"/>
          <p:cNvSpPr/>
          <p:nvPr/>
        </p:nvSpPr>
        <p:spPr>
          <a:xfrm>
            <a:off x="4474464" y="2170176"/>
            <a:ext cx="307238" cy="307238"/>
          </a:xfrm>
          <a:prstGeom prst="roundRect">
            <a:avLst>
              <a:gd name="adj" fmla="val 8929"/>
            </a:avLst>
          </a:prstGeom>
          <a:solidFill>
            <a:srgbClr val="F5F5F5"/>
          </a:solidFill>
          <a:ln w="12700">
            <a:solidFill>
              <a:srgbClr val="F5F5F5"/>
            </a:solidFill>
            <a:prstDash val="solid"/>
          </a:ln>
        </p:spPr>
      </p:sp>
      <p:sp>
        <p:nvSpPr>
          <p:cNvPr id="59" name="Text 55"/>
          <p:cNvSpPr txBox="1"/>
          <p:nvPr/>
        </p:nvSpPr>
        <p:spPr>
          <a:xfrm>
            <a:off x="4474464"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60" name="Shape 56"/>
          <p:cNvSpPr/>
          <p:nvPr/>
        </p:nvSpPr>
        <p:spPr>
          <a:xfrm>
            <a:off x="4815840" y="2170176"/>
            <a:ext cx="307238" cy="307238"/>
          </a:xfrm>
          <a:prstGeom prst="roundRect">
            <a:avLst>
              <a:gd name="adj" fmla="val 8929"/>
            </a:avLst>
          </a:prstGeom>
          <a:solidFill>
            <a:srgbClr val="F5F5F5"/>
          </a:solidFill>
          <a:ln w="12700">
            <a:solidFill>
              <a:srgbClr val="F5F5F5"/>
            </a:solidFill>
            <a:prstDash val="solid"/>
          </a:ln>
        </p:spPr>
      </p:sp>
      <p:sp>
        <p:nvSpPr>
          <p:cNvPr id="61" name="Text 57"/>
          <p:cNvSpPr txBox="1"/>
          <p:nvPr/>
        </p:nvSpPr>
        <p:spPr>
          <a:xfrm>
            <a:off x="4815840"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62" name="Shape 58"/>
          <p:cNvSpPr/>
          <p:nvPr/>
        </p:nvSpPr>
        <p:spPr>
          <a:xfrm>
            <a:off x="5157216" y="2170176"/>
            <a:ext cx="477926" cy="307238"/>
          </a:xfrm>
          <a:prstGeom prst="roundRect">
            <a:avLst>
              <a:gd name="adj" fmla="val 8929"/>
            </a:avLst>
          </a:prstGeom>
          <a:solidFill>
            <a:srgbClr val="F5F5F5"/>
          </a:solidFill>
          <a:ln w="12700">
            <a:solidFill>
              <a:srgbClr val="F5F5F5"/>
            </a:solidFill>
            <a:prstDash val="solid"/>
          </a:ln>
        </p:spPr>
      </p:sp>
      <p:sp>
        <p:nvSpPr>
          <p:cNvPr id="63" name="Text 59"/>
          <p:cNvSpPr txBox="1"/>
          <p:nvPr/>
        </p:nvSpPr>
        <p:spPr>
          <a:xfrm>
            <a:off x="5157216" y="2170176"/>
            <a:ext cx="477926"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64" name="Shape 60"/>
          <p:cNvSpPr/>
          <p:nvPr/>
        </p:nvSpPr>
        <p:spPr>
          <a:xfrm>
            <a:off x="548640" y="2511552"/>
            <a:ext cx="563270" cy="307238"/>
          </a:xfrm>
          <a:prstGeom prst="roundRect">
            <a:avLst>
              <a:gd name="adj" fmla="val 8929"/>
            </a:avLst>
          </a:prstGeom>
          <a:solidFill>
            <a:srgbClr val="F5F5F5"/>
          </a:solidFill>
          <a:ln w="12700">
            <a:solidFill>
              <a:srgbClr val="F5F5F5"/>
            </a:solidFill>
            <a:prstDash val="solid"/>
          </a:ln>
        </p:spPr>
      </p:sp>
      <p:sp>
        <p:nvSpPr>
          <p:cNvPr id="65" name="Text 61"/>
          <p:cNvSpPr txBox="1"/>
          <p:nvPr/>
        </p:nvSpPr>
        <p:spPr>
          <a:xfrm>
            <a:off x="548640" y="2511552"/>
            <a:ext cx="563270" cy="307238"/>
          </a:xfrm>
          <a:prstGeom prst="rect">
            <a:avLst/>
          </a:prstGeom>
          <a:noFill/>
          <a:ln/>
        </p:spPr>
        <p:txBody>
          <a:bodyPr wrap="square" lIns="0" tIns="0" rIns="0" bIns="0" rtlCol="0" anchor="ctr"/>
          <a:lstStyle/>
          <a:p>
            <a:pPr algn="ctr" indent="0" marL="0">
              <a:buNone/>
            </a:pPr>
            <a:r>
              <a:rPr lang="en-US" sz="600" dirty="0">
                <a:solidFill>
                  <a:srgbClr val="333333"/>
                </a:solidFill>
                <a:latin typeface="Calibri" pitchFamily="34" charset="0"/>
                <a:ea typeface="Calibri" pitchFamily="34" charset="-122"/>
                <a:cs typeface="Calibri" pitchFamily="34" charset="-120"/>
              </a:rPr>
              <a:t>Caps</a:t>
            </a:r>
            <a:endParaRPr lang="en-US" sz="600" dirty="0"/>
          </a:p>
        </p:txBody>
      </p:sp>
      <p:sp>
        <p:nvSpPr>
          <p:cNvPr id="66" name="Shape 62"/>
          <p:cNvSpPr/>
          <p:nvPr/>
        </p:nvSpPr>
        <p:spPr>
          <a:xfrm>
            <a:off x="1146048" y="2511552"/>
            <a:ext cx="307238" cy="307238"/>
          </a:xfrm>
          <a:prstGeom prst="roundRect">
            <a:avLst>
              <a:gd name="adj" fmla="val 8929"/>
            </a:avLst>
          </a:prstGeom>
          <a:solidFill>
            <a:srgbClr val="F5F5F5"/>
          </a:solidFill>
          <a:ln w="12700">
            <a:solidFill>
              <a:srgbClr val="F5F5F5"/>
            </a:solidFill>
            <a:prstDash val="solid"/>
          </a:ln>
        </p:spPr>
      </p:sp>
      <p:sp>
        <p:nvSpPr>
          <p:cNvPr id="67" name="Text 63"/>
          <p:cNvSpPr txBox="1"/>
          <p:nvPr/>
        </p:nvSpPr>
        <p:spPr>
          <a:xfrm>
            <a:off x="1146048" y="2511552"/>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a:t>
            </a:r>
            <a:endParaRPr lang="en-US" sz="800" dirty="0"/>
          </a:p>
        </p:txBody>
      </p:sp>
      <p:sp>
        <p:nvSpPr>
          <p:cNvPr id="68" name="Shape 64"/>
          <p:cNvSpPr/>
          <p:nvPr/>
        </p:nvSpPr>
        <p:spPr>
          <a:xfrm>
            <a:off x="1487424" y="2511552"/>
            <a:ext cx="307238" cy="307238"/>
          </a:xfrm>
          <a:prstGeom prst="roundRect">
            <a:avLst>
              <a:gd name="adj" fmla="val 8929"/>
            </a:avLst>
          </a:prstGeom>
          <a:solidFill>
            <a:srgbClr val="F5F5F5"/>
          </a:solidFill>
          <a:ln w="12700">
            <a:solidFill>
              <a:srgbClr val="F5F5F5"/>
            </a:solidFill>
            <a:prstDash val="solid"/>
          </a:ln>
        </p:spPr>
      </p:sp>
      <p:sp>
        <p:nvSpPr>
          <p:cNvPr id="69" name="Text 65"/>
          <p:cNvSpPr txBox="1"/>
          <p:nvPr/>
        </p:nvSpPr>
        <p:spPr>
          <a:xfrm>
            <a:off x="1487424" y="2511552"/>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S</a:t>
            </a:r>
            <a:endParaRPr lang="en-US" sz="800" dirty="0"/>
          </a:p>
        </p:txBody>
      </p:sp>
      <p:sp>
        <p:nvSpPr>
          <p:cNvPr id="70" name="Shape 66"/>
          <p:cNvSpPr/>
          <p:nvPr/>
        </p:nvSpPr>
        <p:spPr>
          <a:xfrm>
            <a:off x="1828800" y="2511552"/>
            <a:ext cx="307238" cy="307238"/>
          </a:xfrm>
          <a:prstGeom prst="roundRect">
            <a:avLst>
              <a:gd name="adj" fmla="val 8929"/>
            </a:avLst>
          </a:prstGeom>
          <a:solidFill>
            <a:srgbClr val="F5F5F5"/>
          </a:solidFill>
          <a:ln w="12700">
            <a:solidFill>
              <a:srgbClr val="F5F5F5"/>
            </a:solidFill>
            <a:prstDash val="solid"/>
          </a:ln>
        </p:spPr>
      </p:sp>
      <p:sp>
        <p:nvSpPr>
          <p:cNvPr id="71" name="Text 67"/>
          <p:cNvSpPr txBox="1"/>
          <p:nvPr/>
        </p:nvSpPr>
        <p:spPr>
          <a:xfrm>
            <a:off x="1828800" y="2511552"/>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D</a:t>
            </a:r>
            <a:endParaRPr lang="en-US" sz="800" dirty="0"/>
          </a:p>
        </p:txBody>
      </p:sp>
      <p:sp>
        <p:nvSpPr>
          <p:cNvPr id="72" name="Shape 68"/>
          <p:cNvSpPr/>
          <p:nvPr/>
        </p:nvSpPr>
        <p:spPr>
          <a:xfrm>
            <a:off x="2170176" y="2511552"/>
            <a:ext cx="307238" cy="307238"/>
          </a:xfrm>
          <a:prstGeom prst="roundRect">
            <a:avLst>
              <a:gd name="adj" fmla="val 8929"/>
            </a:avLst>
          </a:prstGeom>
          <a:solidFill>
            <a:srgbClr val="555555"/>
          </a:solidFill>
          <a:ln w="12700">
            <a:solidFill>
              <a:srgbClr val="555555"/>
            </a:solidFill>
            <a:prstDash val="solid"/>
          </a:ln>
        </p:spPr>
      </p:sp>
      <p:sp>
        <p:nvSpPr>
          <p:cNvPr id="73" name="Text 69"/>
          <p:cNvSpPr txBox="1"/>
          <p:nvPr/>
        </p:nvSpPr>
        <p:spPr>
          <a:xfrm>
            <a:off x="2170176" y="2511552"/>
            <a:ext cx="307238" cy="30723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a:t>
            </a:r>
            <a:endParaRPr lang="en-US" sz="800" dirty="0"/>
          </a:p>
        </p:txBody>
      </p:sp>
      <p:sp>
        <p:nvSpPr>
          <p:cNvPr id="74" name="Shape 70"/>
          <p:cNvSpPr/>
          <p:nvPr/>
        </p:nvSpPr>
        <p:spPr>
          <a:xfrm>
            <a:off x="2511552" y="2511552"/>
            <a:ext cx="307238" cy="307238"/>
          </a:xfrm>
          <a:prstGeom prst="roundRect">
            <a:avLst>
              <a:gd name="adj" fmla="val 8929"/>
            </a:avLst>
          </a:prstGeom>
          <a:solidFill>
            <a:srgbClr val="F5F5F5"/>
          </a:solidFill>
          <a:ln w="12700">
            <a:solidFill>
              <a:srgbClr val="F5F5F5"/>
            </a:solidFill>
            <a:prstDash val="solid"/>
          </a:ln>
        </p:spPr>
      </p:sp>
      <p:sp>
        <p:nvSpPr>
          <p:cNvPr id="75" name="Text 71"/>
          <p:cNvSpPr txBox="1"/>
          <p:nvPr/>
        </p:nvSpPr>
        <p:spPr>
          <a:xfrm>
            <a:off x="2511552" y="2511552"/>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G</a:t>
            </a:r>
            <a:endParaRPr lang="en-US" sz="800" dirty="0"/>
          </a:p>
        </p:txBody>
      </p:sp>
      <p:sp>
        <p:nvSpPr>
          <p:cNvPr id="76" name="Shape 72"/>
          <p:cNvSpPr/>
          <p:nvPr/>
        </p:nvSpPr>
        <p:spPr>
          <a:xfrm>
            <a:off x="2852928" y="2511552"/>
            <a:ext cx="307238" cy="307238"/>
          </a:xfrm>
          <a:prstGeom prst="roundRect">
            <a:avLst>
              <a:gd name="adj" fmla="val 8929"/>
            </a:avLst>
          </a:prstGeom>
          <a:solidFill>
            <a:srgbClr val="F5F5F5"/>
          </a:solidFill>
          <a:ln w="12700">
            <a:solidFill>
              <a:srgbClr val="F5F5F5"/>
            </a:solidFill>
            <a:prstDash val="solid"/>
          </a:ln>
        </p:spPr>
      </p:sp>
      <p:sp>
        <p:nvSpPr>
          <p:cNvPr id="77" name="Text 73"/>
          <p:cNvSpPr txBox="1"/>
          <p:nvPr/>
        </p:nvSpPr>
        <p:spPr>
          <a:xfrm>
            <a:off x="2852928" y="2511552"/>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H</a:t>
            </a:r>
            <a:endParaRPr lang="en-US" sz="800" dirty="0"/>
          </a:p>
        </p:txBody>
      </p:sp>
      <p:sp>
        <p:nvSpPr>
          <p:cNvPr id="78" name="Shape 74"/>
          <p:cNvSpPr/>
          <p:nvPr/>
        </p:nvSpPr>
        <p:spPr>
          <a:xfrm>
            <a:off x="3194304" y="2511552"/>
            <a:ext cx="307238" cy="307238"/>
          </a:xfrm>
          <a:prstGeom prst="roundRect">
            <a:avLst>
              <a:gd name="adj" fmla="val 8929"/>
            </a:avLst>
          </a:prstGeom>
          <a:solidFill>
            <a:srgbClr val="555555"/>
          </a:solidFill>
          <a:ln w="12700">
            <a:solidFill>
              <a:srgbClr val="555555"/>
            </a:solidFill>
            <a:prstDash val="solid"/>
          </a:ln>
        </p:spPr>
      </p:sp>
      <p:sp>
        <p:nvSpPr>
          <p:cNvPr id="79" name="Text 75"/>
          <p:cNvSpPr txBox="1"/>
          <p:nvPr/>
        </p:nvSpPr>
        <p:spPr>
          <a:xfrm>
            <a:off x="3194304" y="2511552"/>
            <a:ext cx="307238" cy="30723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J</a:t>
            </a:r>
            <a:endParaRPr lang="en-US" sz="800" dirty="0"/>
          </a:p>
        </p:txBody>
      </p:sp>
      <p:sp>
        <p:nvSpPr>
          <p:cNvPr id="80" name="Shape 76"/>
          <p:cNvSpPr/>
          <p:nvPr/>
        </p:nvSpPr>
        <p:spPr>
          <a:xfrm>
            <a:off x="3535680" y="2511552"/>
            <a:ext cx="307238" cy="307238"/>
          </a:xfrm>
          <a:prstGeom prst="roundRect">
            <a:avLst>
              <a:gd name="adj" fmla="val 8929"/>
            </a:avLst>
          </a:prstGeom>
          <a:solidFill>
            <a:srgbClr val="F5F5F5"/>
          </a:solidFill>
          <a:ln w="12700">
            <a:solidFill>
              <a:srgbClr val="F5F5F5"/>
            </a:solidFill>
            <a:prstDash val="solid"/>
          </a:ln>
        </p:spPr>
      </p:sp>
      <p:sp>
        <p:nvSpPr>
          <p:cNvPr id="81" name="Text 77"/>
          <p:cNvSpPr txBox="1"/>
          <p:nvPr/>
        </p:nvSpPr>
        <p:spPr>
          <a:xfrm>
            <a:off x="3535680" y="2511552"/>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K</a:t>
            </a:r>
            <a:endParaRPr lang="en-US" sz="800" dirty="0"/>
          </a:p>
        </p:txBody>
      </p:sp>
      <p:sp>
        <p:nvSpPr>
          <p:cNvPr id="82" name="Shape 78"/>
          <p:cNvSpPr/>
          <p:nvPr/>
        </p:nvSpPr>
        <p:spPr>
          <a:xfrm>
            <a:off x="3877056" y="2511552"/>
            <a:ext cx="307238" cy="307238"/>
          </a:xfrm>
          <a:prstGeom prst="roundRect">
            <a:avLst>
              <a:gd name="adj" fmla="val 8929"/>
            </a:avLst>
          </a:prstGeom>
          <a:solidFill>
            <a:srgbClr val="F5F5F5"/>
          </a:solidFill>
          <a:ln w="12700">
            <a:solidFill>
              <a:srgbClr val="F5F5F5"/>
            </a:solidFill>
            <a:prstDash val="solid"/>
          </a:ln>
        </p:spPr>
      </p:sp>
      <p:sp>
        <p:nvSpPr>
          <p:cNvPr id="83" name="Text 79"/>
          <p:cNvSpPr txBox="1"/>
          <p:nvPr/>
        </p:nvSpPr>
        <p:spPr>
          <a:xfrm>
            <a:off x="3877056" y="2511552"/>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L</a:t>
            </a:r>
            <a:endParaRPr lang="en-US" sz="800" dirty="0"/>
          </a:p>
        </p:txBody>
      </p:sp>
      <p:sp>
        <p:nvSpPr>
          <p:cNvPr id="84" name="Shape 80"/>
          <p:cNvSpPr/>
          <p:nvPr/>
        </p:nvSpPr>
        <p:spPr>
          <a:xfrm>
            <a:off x="4218432" y="2511552"/>
            <a:ext cx="307238" cy="307238"/>
          </a:xfrm>
          <a:prstGeom prst="roundRect">
            <a:avLst>
              <a:gd name="adj" fmla="val 8929"/>
            </a:avLst>
          </a:prstGeom>
          <a:solidFill>
            <a:srgbClr val="F5F5F5"/>
          </a:solidFill>
          <a:ln w="12700">
            <a:solidFill>
              <a:srgbClr val="F5F5F5"/>
            </a:solidFill>
            <a:prstDash val="solid"/>
          </a:ln>
        </p:spPr>
      </p:sp>
      <p:sp>
        <p:nvSpPr>
          <p:cNvPr id="85" name="Text 81"/>
          <p:cNvSpPr txBox="1"/>
          <p:nvPr/>
        </p:nvSpPr>
        <p:spPr>
          <a:xfrm>
            <a:off x="4218432" y="2511552"/>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86" name="Shape 82"/>
          <p:cNvSpPr/>
          <p:nvPr/>
        </p:nvSpPr>
        <p:spPr>
          <a:xfrm>
            <a:off x="4559808" y="2511552"/>
            <a:ext cx="307238" cy="307238"/>
          </a:xfrm>
          <a:prstGeom prst="roundRect">
            <a:avLst>
              <a:gd name="adj" fmla="val 8929"/>
            </a:avLst>
          </a:prstGeom>
          <a:solidFill>
            <a:srgbClr val="F5F5F5"/>
          </a:solidFill>
          <a:ln w="12700">
            <a:solidFill>
              <a:srgbClr val="F5F5F5"/>
            </a:solidFill>
            <a:prstDash val="solid"/>
          </a:ln>
        </p:spPr>
      </p:sp>
      <p:sp>
        <p:nvSpPr>
          <p:cNvPr id="87" name="Text 83"/>
          <p:cNvSpPr txBox="1"/>
          <p:nvPr/>
        </p:nvSpPr>
        <p:spPr>
          <a:xfrm>
            <a:off x="4559808" y="2511552"/>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88" name="Shape 84"/>
          <p:cNvSpPr/>
          <p:nvPr/>
        </p:nvSpPr>
        <p:spPr>
          <a:xfrm>
            <a:off x="4901184" y="2511552"/>
            <a:ext cx="733958" cy="307238"/>
          </a:xfrm>
          <a:prstGeom prst="roundRect">
            <a:avLst>
              <a:gd name="adj" fmla="val 8929"/>
            </a:avLst>
          </a:prstGeom>
          <a:solidFill>
            <a:srgbClr val="1F7A5C"/>
          </a:solidFill>
          <a:ln w="12700">
            <a:solidFill>
              <a:srgbClr val="1F7A5C"/>
            </a:solidFill>
            <a:prstDash val="solid"/>
          </a:ln>
        </p:spPr>
      </p:sp>
      <p:sp>
        <p:nvSpPr>
          <p:cNvPr id="89" name="Text 85"/>
          <p:cNvSpPr txBox="1"/>
          <p:nvPr/>
        </p:nvSpPr>
        <p:spPr>
          <a:xfrm>
            <a:off x="4901184" y="2511552"/>
            <a:ext cx="733958" cy="307238"/>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Enter</a:t>
            </a:r>
            <a:endParaRPr lang="en-US" sz="600" dirty="0"/>
          </a:p>
        </p:txBody>
      </p:sp>
      <p:sp>
        <p:nvSpPr>
          <p:cNvPr id="90" name="Shape 86"/>
          <p:cNvSpPr/>
          <p:nvPr/>
        </p:nvSpPr>
        <p:spPr>
          <a:xfrm>
            <a:off x="548640" y="2852928"/>
            <a:ext cx="733958" cy="307238"/>
          </a:xfrm>
          <a:prstGeom prst="roundRect">
            <a:avLst>
              <a:gd name="adj" fmla="val 8929"/>
            </a:avLst>
          </a:prstGeom>
          <a:solidFill>
            <a:srgbClr val="D4A017"/>
          </a:solidFill>
          <a:ln w="12700">
            <a:solidFill>
              <a:srgbClr val="D4A017"/>
            </a:solidFill>
            <a:prstDash val="solid"/>
          </a:ln>
        </p:spPr>
      </p:sp>
      <p:sp>
        <p:nvSpPr>
          <p:cNvPr id="91" name="Text 87"/>
          <p:cNvSpPr txBox="1"/>
          <p:nvPr/>
        </p:nvSpPr>
        <p:spPr>
          <a:xfrm>
            <a:off x="548640" y="2852928"/>
            <a:ext cx="733958" cy="307238"/>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Shift</a:t>
            </a:r>
            <a:endParaRPr lang="en-US" sz="600" dirty="0"/>
          </a:p>
        </p:txBody>
      </p:sp>
      <p:sp>
        <p:nvSpPr>
          <p:cNvPr id="92" name="Shape 88"/>
          <p:cNvSpPr/>
          <p:nvPr/>
        </p:nvSpPr>
        <p:spPr>
          <a:xfrm>
            <a:off x="1316736" y="2852928"/>
            <a:ext cx="307238" cy="307238"/>
          </a:xfrm>
          <a:prstGeom prst="roundRect">
            <a:avLst>
              <a:gd name="adj" fmla="val 8929"/>
            </a:avLst>
          </a:prstGeom>
          <a:solidFill>
            <a:srgbClr val="F5F5F5"/>
          </a:solidFill>
          <a:ln w="12700">
            <a:solidFill>
              <a:srgbClr val="F5F5F5"/>
            </a:solidFill>
            <a:prstDash val="solid"/>
          </a:ln>
        </p:spPr>
      </p:sp>
      <p:sp>
        <p:nvSpPr>
          <p:cNvPr id="93" name="Text 89"/>
          <p:cNvSpPr txBox="1"/>
          <p:nvPr/>
        </p:nvSpPr>
        <p:spPr>
          <a:xfrm>
            <a:off x="1316736"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Z</a:t>
            </a:r>
            <a:endParaRPr lang="en-US" sz="800" dirty="0"/>
          </a:p>
        </p:txBody>
      </p:sp>
      <p:sp>
        <p:nvSpPr>
          <p:cNvPr id="94" name="Shape 90"/>
          <p:cNvSpPr/>
          <p:nvPr/>
        </p:nvSpPr>
        <p:spPr>
          <a:xfrm>
            <a:off x="1658112" y="2852928"/>
            <a:ext cx="307238" cy="307238"/>
          </a:xfrm>
          <a:prstGeom prst="roundRect">
            <a:avLst>
              <a:gd name="adj" fmla="val 8929"/>
            </a:avLst>
          </a:prstGeom>
          <a:solidFill>
            <a:srgbClr val="F5F5F5"/>
          </a:solidFill>
          <a:ln w="12700">
            <a:solidFill>
              <a:srgbClr val="F5F5F5"/>
            </a:solidFill>
            <a:prstDash val="solid"/>
          </a:ln>
        </p:spPr>
      </p:sp>
      <p:sp>
        <p:nvSpPr>
          <p:cNvPr id="95" name="Text 91"/>
          <p:cNvSpPr txBox="1"/>
          <p:nvPr/>
        </p:nvSpPr>
        <p:spPr>
          <a:xfrm>
            <a:off x="1658112"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X</a:t>
            </a:r>
            <a:endParaRPr lang="en-US" sz="800" dirty="0"/>
          </a:p>
        </p:txBody>
      </p:sp>
      <p:sp>
        <p:nvSpPr>
          <p:cNvPr id="96" name="Shape 92"/>
          <p:cNvSpPr/>
          <p:nvPr/>
        </p:nvSpPr>
        <p:spPr>
          <a:xfrm>
            <a:off x="1999488" y="2852928"/>
            <a:ext cx="307238" cy="307238"/>
          </a:xfrm>
          <a:prstGeom prst="roundRect">
            <a:avLst>
              <a:gd name="adj" fmla="val 8929"/>
            </a:avLst>
          </a:prstGeom>
          <a:solidFill>
            <a:srgbClr val="F5F5F5"/>
          </a:solidFill>
          <a:ln w="12700">
            <a:solidFill>
              <a:srgbClr val="F5F5F5"/>
            </a:solidFill>
            <a:prstDash val="solid"/>
          </a:ln>
        </p:spPr>
      </p:sp>
      <p:sp>
        <p:nvSpPr>
          <p:cNvPr id="97" name="Text 93"/>
          <p:cNvSpPr txBox="1"/>
          <p:nvPr/>
        </p:nvSpPr>
        <p:spPr>
          <a:xfrm>
            <a:off x="1999488"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C</a:t>
            </a:r>
            <a:endParaRPr lang="en-US" sz="800" dirty="0"/>
          </a:p>
        </p:txBody>
      </p:sp>
      <p:sp>
        <p:nvSpPr>
          <p:cNvPr id="98" name="Shape 94"/>
          <p:cNvSpPr/>
          <p:nvPr/>
        </p:nvSpPr>
        <p:spPr>
          <a:xfrm>
            <a:off x="2340864" y="2852928"/>
            <a:ext cx="307238" cy="307238"/>
          </a:xfrm>
          <a:prstGeom prst="roundRect">
            <a:avLst>
              <a:gd name="adj" fmla="val 8929"/>
            </a:avLst>
          </a:prstGeom>
          <a:solidFill>
            <a:srgbClr val="F5F5F5"/>
          </a:solidFill>
          <a:ln w="12700">
            <a:solidFill>
              <a:srgbClr val="F5F5F5"/>
            </a:solidFill>
            <a:prstDash val="solid"/>
          </a:ln>
        </p:spPr>
      </p:sp>
      <p:sp>
        <p:nvSpPr>
          <p:cNvPr id="99" name="Text 95"/>
          <p:cNvSpPr txBox="1"/>
          <p:nvPr/>
        </p:nvSpPr>
        <p:spPr>
          <a:xfrm>
            <a:off x="2340864"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V</a:t>
            </a:r>
            <a:endParaRPr lang="en-US" sz="800" dirty="0"/>
          </a:p>
        </p:txBody>
      </p:sp>
      <p:sp>
        <p:nvSpPr>
          <p:cNvPr id="100" name="Shape 96"/>
          <p:cNvSpPr/>
          <p:nvPr/>
        </p:nvSpPr>
        <p:spPr>
          <a:xfrm>
            <a:off x="2682240" y="2852928"/>
            <a:ext cx="307238" cy="307238"/>
          </a:xfrm>
          <a:prstGeom prst="roundRect">
            <a:avLst>
              <a:gd name="adj" fmla="val 8929"/>
            </a:avLst>
          </a:prstGeom>
          <a:solidFill>
            <a:srgbClr val="F5F5F5"/>
          </a:solidFill>
          <a:ln w="12700">
            <a:solidFill>
              <a:srgbClr val="F5F5F5"/>
            </a:solidFill>
            <a:prstDash val="solid"/>
          </a:ln>
        </p:spPr>
      </p:sp>
      <p:sp>
        <p:nvSpPr>
          <p:cNvPr id="101" name="Text 97"/>
          <p:cNvSpPr txBox="1"/>
          <p:nvPr/>
        </p:nvSpPr>
        <p:spPr>
          <a:xfrm>
            <a:off x="2682240"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B</a:t>
            </a:r>
            <a:endParaRPr lang="en-US" sz="800" dirty="0"/>
          </a:p>
        </p:txBody>
      </p:sp>
      <p:sp>
        <p:nvSpPr>
          <p:cNvPr id="102" name="Shape 98"/>
          <p:cNvSpPr/>
          <p:nvPr/>
        </p:nvSpPr>
        <p:spPr>
          <a:xfrm>
            <a:off x="3023616" y="2852928"/>
            <a:ext cx="307238" cy="307238"/>
          </a:xfrm>
          <a:prstGeom prst="roundRect">
            <a:avLst>
              <a:gd name="adj" fmla="val 8929"/>
            </a:avLst>
          </a:prstGeom>
          <a:solidFill>
            <a:srgbClr val="F5F5F5"/>
          </a:solidFill>
          <a:ln w="12700">
            <a:solidFill>
              <a:srgbClr val="F5F5F5"/>
            </a:solidFill>
            <a:prstDash val="solid"/>
          </a:ln>
        </p:spPr>
      </p:sp>
      <p:sp>
        <p:nvSpPr>
          <p:cNvPr id="103" name="Text 99"/>
          <p:cNvSpPr txBox="1"/>
          <p:nvPr/>
        </p:nvSpPr>
        <p:spPr>
          <a:xfrm>
            <a:off x="3023616"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N</a:t>
            </a:r>
            <a:endParaRPr lang="en-US" sz="800" dirty="0"/>
          </a:p>
        </p:txBody>
      </p:sp>
      <p:sp>
        <p:nvSpPr>
          <p:cNvPr id="104" name="Shape 100"/>
          <p:cNvSpPr/>
          <p:nvPr/>
        </p:nvSpPr>
        <p:spPr>
          <a:xfrm>
            <a:off x="3364992" y="2852928"/>
            <a:ext cx="307238" cy="307238"/>
          </a:xfrm>
          <a:prstGeom prst="roundRect">
            <a:avLst>
              <a:gd name="adj" fmla="val 8929"/>
            </a:avLst>
          </a:prstGeom>
          <a:solidFill>
            <a:srgbClr val="F5F5F5"/>
          </a:solidFill>
          <a:ln w="12700">
            <a:solidFill>
              <a:srgbClr val="F5F5F5"/>
            </a:solidFill>
            <a:prstDash val="solid"/>
          </a:ln>
        </p:spPr>
      </p:sp>
      <p:sp>
        <p:nvSpPr>
          <p:cNvPr id="105" name="Text 101"/>
          <p:cNvSpPr txBox="1"/>
          <p:nvPr/>
        </p:nvSpPr>
        <p:spPr>
          <a:xfrm>
            <a:off x="3364992"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M</a:t>
            </a:r>
            <a:endParaRPr lang="en-US" sz="800" dirty="0"/>
          </a:p>
        </p:txBody>
      </p:sp>
      <p:sp>
        <p:nvSpPr>
          <p:cNvPr id="106" name="Shape 102"/>
          <p:cNvSpPr/>
          <p:nvPr/>
        </p:nvSpPr>
        <p:spPr>
          <a:xfrm>
            <a:off x="3706368" y="2852928"/>
            <a:ext cx="307238" cy="307238"/>
          </a:xfrm>
          <a:prstGeom prst="roundRect">
            <a:avLst>
              <a:gd name="adj" fmla="val 8929"/>
            </a:avLst>
          </a:prstGeom>
          <a:solidFill>
            <a:srgbClr val="F5F5F5"/>
          </a:solidFill>
          <a:ln w="12700">
            <a:solidFill>
              <a:srgbClr val="F5F5F5"/>
            </a:solidFill>
            <a:prstDash val="solid"/>
          </a:ln>
        </p:spPr>
      </p:sp>
      <p:sp>
        <p:nvSpPr>
          <p:cNvPr id="107" name="Text 103"/>
          <p:cNvSpPr txBox="1"/>
          <p:nvPr/>
        </p:nvSpPr>
        <p:spPr>
          <a:xfrm>
            <a:off x="3706368"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108" name="Shape 104"/>
          <p:cNvSpPr/>
          <p:nvPr/>
        </p:nvSpPr>
        <p:spPr>
          <a:xfrm>
            <a:off x="4047744" y="2852928"/>
            <a:ext cx="307238" cy="307238"/>
          </a:xfrm>
          <a:prstGeom prst="roundRect">
            <a:avLst>
              <a:gd name="adj" fmla="val 8929"/>
            </a:avLst>
          </a:prstGeom>
          <a:solidFill>
            <a:srgbClr val="F5F5F5"/>
          </a:solidFill>
          <a:ln w="12700">
            <a:solidFill>
              <a:srgbClr val="F5F5F5"/>
            </a:solidFill>
            <a:prstDash val="solid"/>
          </a:ln>
        </p:spPr>
      </p:sp>
      <p:sp>
        <p:nvSpPr>
          <p:cNvPr id="109" name="Text 105"/>
          <p:cNvSpPr txBox="1"/>
          <p:nvPr/>
        </p:nvSpPr>
        <p:spPr>
          <a:xfrm>
            <a:off x="4047744"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110" name="Shape 106"/>
          <p:cNvSpPr/>
          <p:nvPr/>
        </p:nvSpPr>
        <p:spPr>
          <a:xfrm>
            <a:off x="4389120" y="2852928"/>
            <a:ext cx="307238" cy="307238"/>
          </a:xfrm>
          <a:prstGeom prst="roundRect">
            <a:avLst>
              <a:gd name="adj" fmla="val 8929"/>
            </a:avLst>
          </a:prstGeom>
          <a:solidFill>
            <a:srgbClr val="F5F5F5"/>
          </a:solidFill>
          <a:ln w="12700">
            <a:solidFill>
              <a:srgbClr val="F5F5F5"/>
            </a:solidFill>
            <a:prstDash val="solid"/>
          </a:ln>
        </p:spPr>
      </p:sp>
      <p:sp>
        <p:nvSpPr>
          <p:cNvPr id="111" name="Text 107"/>
          <p:cNvSpPr txBox="1"/>
          <p:nvPr/>
        </p:nvSpPr>
        <p:spPr>
          <a:xfrm>
            <a:off x="4389120"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112" name="Shape 108"/>
          <p:cNvSpPr/>
          <p:nvPr/>
        </p:nvSpPr>
        <p:spPr>
          <a:xfrm>
            <a:off x="4730496" y="2852928"/>
            <a:ext cx="904646" cy="307238"/>
          </a:xfrm>
          <a:prstGeom prst="roundRect">
            <a:avLst>
              <a:gd name="adj" fmla="val 8929"/>
            </a:avLst>
          </a:prstGeom>
          <a:solidFill>
            <a:srgbClr val="D4A017"/>
          </a:solidFill>
          <a:ln w="12700">
            <a:solidFill>
              <a:srgbClr val="D4A017"/>
            </a:solidFill>
            <a:prstDash val="solid"/>
          </a:ln>
        </p:spPr>
      </p:sp>
      <p:sp>
        <p:nvSpPr>
          <p:cNvPr id="113" name="Text 109"/>
          <p:cNvSpPr txBox="1"/>
          <p:nvPr/>
        </p:nvSpPr>
        <p:spPr>
          <a:xfrm>
            <a:off x="4730496" y="2852928"/>
            <a:ext cx="904646" cy="307238"/>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Shift</a:t>
            </a:r>
            <a:endParaRPr lang="en-US" sz="600" dirty="0"/>
          </a:p>
        </p:txBody>
      </p:sp>
      <p:sp>
        <p:nvSpPr>
          <p:cNvPr id="114" name="Shape 110"/>
          <p:cNvSpPr/>
          <p:nvPr/>
        </p:nvSpPr>
        <p:spPr>
          <a:xfrm>
            <a:off x="548640" y="3194304"/>
            <a:ext cx="477926" cy="307238"/>
          </a:xfrm>
          <a:prstGeom prst="roundRect">
            <a:avLst>
              <a:gd name="adj" fmla="val 8929"/>
            </a:avLst>
          </a:prstGeom>
          <a:solidFill>
            <a:srgbClr val="F5F5F5"/>
          </a:solidFill>
          <a:ln w="12700">
            <a:solidFill>
              <a:srgbClr val="F5F5F5"/>
            </a:solidFill>
            <a:prstDash val="solid"/>
          </a:ln>
        </p:spPr>
      </p:sp>
      <p:sp>
        <p:nvSpPr>
          <p:cNvPr id="115" name="Text 111"/>
          <p:cNvSpPr txBox="1"/>
          <p:nvPr/>
        </p:nvSpPr>
        <p:spPr>
          <a:xfrm>
            <a:off x="548640" y="3194304"/>
            <a:ext cx="477926" cy="307238"/>
          </a:xfrm>
          <a:prstGeom prst="rect">
            <a:avLst/>
          </a:prstGeom>
          <a:noFill/>
          <a:ln/>
        </p:spPr>
        <p:txBody>
          <a:bodyPr wrap="square" lIns="0" tIns="0" rIns="0" bIns="0" rtlCol="0" anchor="ctr"/>
          <a:lstStyle/>
          <a:p>
            <a:pPr algn="ctr" indent="0" marL="0">
              <a:buNone/>
            </a:pPr>
            <a:r>
              <a:rPr lang="en-US" sz="600" dirty="0">
                <a:solidFill>
                  <a:srgbClr val="333333"/>
                </a:solidFill>
                <a:latin typeface="Calibri" pitchFamily="34" charset="0"/>
                <a:ea typeface="Calibri" pitchFamily="34" charset="-122"/>
                <a:cs typeface="Calibri" pitchFamily="34" charset="-120"/>
              </a:rPr>
              <a:t>Ctrl</a:t>
            </a:r>
            <a:endParaRPr lang="en-US" sz="600" dirty="0"/>
          </a:p>
        </p:txBody>
      </p:sp>
      <p:sp>
        <p:nvSpPr>
          <p:cNvPr id="116" name="Shape 112"/>
          <p:cNvSpPr/>
          <p:nvPr/>
        </p:nvSpPr>
        <p:spPr>
          <a:xfrm>
            <a:off x="1060704" y="3194304"/>
            <a:ext cx="477926" cy="307238"/>
          </a:xfrm>
          <a:prstGeom prst="roundRect">
            <a:avLst>
              <a:gd name="adj" fmla="val 8929"/>
            </a:avLst>
          </a:prstGeom>
          <a:solidFill>
            <a:srgbClr val="F5F5F5"/>
          </a:solidFill>
          <a:ln w="12700">
            <a:solidFill>
              <a:srgbClr val="F5F5F5"/>
            </a:solidFill>
            <a:prstDash val="solid"/>
          </a:ln>
        </p:spPr>
      </p:sp>
      <p:sp>
        <p:nvSpPr>
          <p:cNvPr id="117" name="Text 113"/>
          <p:cNvSpPr txBox="1"/>
          <p:nvPr/>
        </p:nvSpPr>
        <p:spPr>
          <a:xfrm>
            <a:off x="1060704" y="3194304"/>
            <a:ext cx="477926" cy="307238"/>
          </a:xfrm>
          <a:prstGeom prst="rect">
            <a:avLst/>
          </a:prstGeom>
          <a:noFill/>
          <a:ln/>
        </p:spPr>
        <p:txBody>
          <a:bodyPr wrap="square" lIns="0" tIns="0" rIns="0" bIns="0" rtlCol="0" anchor="ctr"/>
          <a:lstStyle/>
          <a:p>
            <a:pPr algn="ctr" indent="0" marL="0">
              <a:buNone/>
            </a:pPr>
            <a:r>
              <a:rPr lang="en-US" sz="600" dirty="0">
                <a:solidFill>
                  <a:srgbClr val="333333"/>
                </a:solidFill>
                <a:latin typeface="Calibri" pitchFamily="34" charset="0"/>
                <a:ea typeface="Calibri" pitchFamily="34" charset="-122"/>
                <a:cs typeface="Calibri" pitchFamily="34" charset="-120"/>
              </a:rPr>
              <a:t>Alt</a:t>
            </a:r>
            <a:endParaRPr lang="en-US" sz="600" dirty="0"/>
          </a:p>
        </p:txBody>
      </p:sp>
      <p:sp>
        <p:nvSpPr>
          <p:cNvPr id="118" name="Shape 114"/>
          <p:cNvSpPr/>
          <p:nvPr/>
        </p:nvSpPr>
        <p:spPr>
          <a:xfrm>
            <a:off x="1572768" y="3194304"/>
            <a:ext cx="3038246" cy="307238"/>
          </a:xfrm>
          <a:prstGeom prst="roundRect">
            <a:avLst>
              <a:gd name="adj" fmla="val 8929"/>
            </a:avLst>
          </a:prstGeom>
          <a:solidFill>
            <a:srgbClr val="0078D4"/>
          </a:solidFill>
          <a:ln w="12700">
            <a:solidFill>
              <a:srgbClr val="0078D4"/>
            </a:solidFill>
            <a:prstDash val="solid"/>
          </a:ln>
        </p:spPr>
      </p:sp>
      <p:sp>
        <p:nvSpPr>
          <p:cNvPr id="119" name="Text 115"/>
          <p:cNvSpPr txBox="1"/>
          <p:nvPr/>
        </p:nvSpPr>
        <p:spPr>
          <a:xfrm>
            <a:off x="1572768" y="3194304"/>
            <a:ext cx="3038246" cy="307238"/>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Spasi</a:t>
            </a:r>
            <a:endParaRPr lang="en-US" sz="600" dirty="0"/>
          </a:p>
        </p:txBody>
      </p:sp>
      <p:sp>
        <p:nvSpPr>
          <p:cNvPr id="120" name="Shape 116"/>
          <p:cNvSpPr/>
          <p:nvPr/>
        </p:nvSpPr>
        <p:spPr>
          <a:xfrm>
            <a:off x="4645152" y="3194304"/>
            <a:ext cx="477926" cy="307238"/>
          </a:xfrm>
          <a:prstGeom prst="roundRect">
            <a:avLst>
              <a:gd name="adj" fmla="val 8929"/>
            </a:avLst>
          </a:prstGeom>
          <a:solidFill>
            <a:srgbClr val="F5F5F5"/>
          </a:solidFill>
          <a:ln w="12700">
            <a:solidFill>
              <a:srgbClr val="F5F5F5"/>
            </a:solidFill>
            <a:prstDash val="solid"/>
          </a:ln>
        </p:spPr>
      </p:sp>
      <p:sp>
        <p:nvSpPr>
          <p:cNvPr id="121" name="Text 117"/>
          <p:cNvSpPr txBox="1"/>
          <p:nvPr/>
        </p:nvSpPr>
        <p:spPr>
          <a:xfrm>
            <a:off x="4645152" y="3194304"/>
            <a:ext cx="477926" cy="307238"/>
          </a:xfrm>
          <a:prstGeom prst="rect">
            <a:avLst/>
          </a:prstGeom>
          <a:noFill/>
          <a:ln/>
        </p:spPr>
        <p:txBody>
          <a:bodyPr wrap="square" lIns="0" tIns="0" rIns="0" bIns="0" rtlCol="0" anchor="ctr"/>
          <a:lstStyle/>
          <a:p>
            <a:pPr algn="ctr" indent="0" marL="0">
              <a:buNone/>
            </a:pPr>
            <a:r>
              <a:rPr lang="en-US" sz="600" dirty="0">
                <a:solidFill>
                  <a:srgbClr val="333333"/>
                </a:solidFill>
                <a:latin typeface="Calibri" pitchFamily="34" charset="0"/>
                <a:ea typeface="Calibri" pitchFamily="34" charset="-122"/>
                <a:cs typeface="Calibri" pitchFamily="34" charset="-120"/>
              </a:rPr>
              <a:t>Alt</a:t>
            </a:r>
            <a:endParaRPr lang="en-US" sz="600" dirty="0"/>
          </a:p>
        </p:txBody>
      </p:sp>
      <p:sp>
        <p:nvSpPr>
          <p:cNvPr id="122" name="Shape 118"/>
          <p:cNvSpPr/>
          <p:nvPr/>
        </p:nvSpPr>
        <p:spPr>
          <a:xfrm>
            <a:off x="5157216" y="3194304"/>
            <a:ext cx="477926" cy="307238"/>
          </a:xfrm>
          <a:prstGeom prst="roundRect">
            <a:avLst>
              <a:gd name="adj" fmla="val 8929"/>
            </a:avLst>
          </a:prstGeom>
          <a:solidFill>
            <a:srgbClr val="F5F5F5"/>
          </a:solidFill>
          <a:ln w="12700">
            <a:solidFill>
              <a:srgbClr val="F5F5F5"/>
            </a:solidFill>
            <a:prstDash val="solid"/>
          </a:ln>
        </p:spPr>
      </p:sp>
      <p:sp>
        <p:nvSpPr>
          <p:cNvPr id="123" name="Text 119"/>
          <p:cNvSpPr txBox="1"/>
          <p:nvPr/>
        </p:nvSpPr>
        <p:spPr>
          <a:xfrm>
            <a:off x="5157216" y="3194304"/>
            <a:ext cx="477926" cy="307238"/>
          </a:xfrm>
          <a:prstGeom prst="rect">
            <a:avLst/>
          </a:prstGeom>
          <a:noFill/>
          <a:ln/>
        </p:spPr>
        <p:txBody>
          <a:bodyPr wrap="square" lIns="0" tIns="0" rIns="0" bIns="0" rtlCol="0" anchor="ctr"/>
          <a:lstStyle/>
          <a:p>
            <a:pPr algn="ctr" indent="0" marL="0">
              <a:buNone/>
            </a:pPr>
            <a:r>
              <a:rPr lang="en-US" sz="600" dirty="0">
                <a:solidFill>
                  <a:srgbClr val="333333"/>
                </a:solidFill>
                <a:latin typeface="Calibri" pitchFamily="34" charset="0"/>
                <a:ea typeface="Calibri" pitchFamily="34" charset="-122"/>
                <a:cs typeface="Calibri" pitchFamily="34" charset="-120"/>
              </a:rPr>
              <a:t>Ctrl</a:t>
            </a:r>
            <a:endParaRPr lang="en-US" sz="600" dirty="0"/>
          </a:p>
        </p:txBody>
      </p:sp>
      <p:sp>
        <p:nvSpPr>
          <p:cNvPr id="124" name="Shape 120"/>
          <p:cNvSpPr/>
          <p:nvPr/>
        </p:nvSpPr>
        <p:spPr>
          <a:xfrm>
            <a:off x="6035040" y="1188720"/>
            <a:ext cx="960120" cy="365760"/>
          </a:xfrm>
          <a:prstGeom prst="roundRect">
            <a:avLst>
              <a:gd name="adj" fmla="val 12500"/>
            </a:avLst>
          </a:prstGeom>
          <a:solidFill>
            <a:srgbClr val="1F7A5C"/>
          </a:solidFill>
          <a:ln w="12700">
            <a:solidFill>
              <a:srgbClr val="1F7A5C"/>
            </a:solidFill>
            <a:prstDash val="solid"/>
          </a:ln>
        </p:spPr>
      </p:sp>
      <p:sp>
        <p:nvSpPr>
          <p:cNvPr id="125" name="Text 121"/>
          <p:cNvSpPr txBox="1"/>
          <p:nvPr/>
        </p:nvSpPr>
        <p:spPr>
          <a:xfrm>
            <a:off x="6035040" y="1188720"/>
            <a:ext cx="96012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Enter</a:t>
            </a:r>
            <a:endParaRPr lang="en-US" sz="1100" dirty="0"/>
          </a:p>
        </p:txBody>
      </p:sp>
      <p:sp>
        <p:nvSpPr>
          <p:cNvPr id="126" name="Text 122"/>
          <p:cNvSpPr txBox="1"/>
          <p:nvPr/>
        </p:nvSpPr>
        <p:spPr>
          <a:xfrm>
            <a:off x="7086600" y="1115568"/>
            <a:ext cx="1645920" cy="566928"/>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Pindah ke baris baru / menjalankan perintah</a:t>
            </a:r>
            <a:endParaRPr lang="en-US" sz="1150" dirty="0"/>
          </a:p>
        </p:txBody>
      </p:sp>
      <p:sp>
        <p:nvSpPr>
          <p:cNvPr id="127" name="Shape 123"/>
          <p:cNvSpPr/>
          <p:nvPr/>
        </p:nvSpPr>
        <p:spPr>
          <a:xfrm>
            <a:off x="6035040" y="1865376"/>
            <a:ext cx="960120" cy="365760"/>
          </a:xfrm>
          <a:prstGeom prst="roundRect">
            <a:avLst>
              <a:gd name="adj" fmla="val 12500"/>
            </a:avLst>
          </a:prstGeom>
          <a:solidFill>
            <a:srgbClr val="E53935"/>
          </a:solidFill>
          <a:ln w="12700">
            <a:solidFill>
              <a:srgbClr val="E53935"/>
            </a:solidFill>
            <a:prstDash val="solid"/>
          </a:ln>
        </p:spPr>
      </p:sp>
      <p:sp>
        <p:nvSpPr>
          <p:cNvPr id="128" name="Text 124"/>
          <p:cNvSpPr txBox="1"/>
          <p:nvPr/>
        </p:nvSpPr>
        <p:spPr>
          <a:xfrm>
            <a:off x="6035040" y="1865376"/>
            <a:ext cx="96012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Backspace</a:t>
            </a:r>
            <a:endParaRPr lang="en-US" sz="1100" dirty="0"/>
          </a:p>
        </p:txBody>
      </p:sp>
      <p:sp>
        <p:nvSpPr>
          <p:cNvPr id="129" name="Text 125"/>
          <p:cNvSpPr txBox="1"/>
          <p:nvPr/>
        </p:nvSpPr>
        <p:spPr>
          <a:xfrm>
            <a:off x="7086600" y="1792224"/>
            <a:ext cx="1645920" cy="566928"/>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Menghapus huruf di sebelah kiri</a:t>
            </a:r>
            <a:endParaRPr lang="en-US" sz="1150" dirty="0"/>
          </a:p>
        </p:txBody>
      </p:sp>
      <p:sp>
        <p:nvSpPr>
          <p:cNvPr id="130" name="Shape 126"/>
          <p:cNvSpPr/>
          <p:nvPr/>
        </p:nvSpPr>
        <p:spPr>
          <a:xfrm>
            <a:off x="6035040" y="2542032"/>
            <a:ext cx="960120" cy="365760"/>
          </a:xfrm>
          <a:prstGeom prst="roundRect">
            <a:avLst>
              <a:gd name="adj" fmla="val 12500"/>
            </a:avLst>
          </a:prstGeom>
          <a:solidFill>
            <a:srgbClr val="D4A017"/>
          </a:solidFill>
          <a:ln w="12700">
            <a:solidFill>
              <a:srgbClr val="D4A017"/>
            </a:solidFill>
            <a:prstDash val="solid"/>
          </a:ln>
        </p:spPr>
      </p:sp>
      <p:sp>
        <p:nvSpPr>
          <p:cNvPr id="131" name="Text 127"/>
          <p:cNvSpPr txBox="1"/>
          <p:nvPr/>
        </p:nvSpPr>
        <p:spPr>
          <a:xfrm>
            <a:off x="6035040" y="2542032"/>
            <a:ext cx="96012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Shift</a:t>
            </a:r>
            <a:endParaRPr lang="en-US" sz="1100" dirty="0"/>
          </a:p>
        </p:txBody>
      </p:sp>
      <p:sp>
        <p:nvSpPr>
          <p:cNvPr id="132" name="Text 128"/>
          <p:cNvSpPr txBox="1"/>
          <p:nvPr/>
        </p:nvSpPr>
        <p:spPr>
          <a:xfrm>
            <a:off x="7086600" y="2468880"/>
            <a:ext cx="1645920" cy="566928"/>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Tahan + tekan huruf = HURUF BESAR</a:t>
            </a:r>
            <a:endParaRPr lang="en-US" sz="1150" dirty="0"/>
          </a:p>
        </p:txBody>
      </p:sp>
      <p:sp>
        <p:nvSpPr>
          <p:cNvPr id="133" name="Shape 129"/>
          <p:cNvSpPr/>
          <p:nvPr/>
        </p:nvSpPr>
        <p:spPr>
          <a:xfrm>
            <a:off x="6035040" y="3218688"/>
            <a:ext cx="960120" cy="365760"/>
          </a:xfrm>
          <a:prstGeom prst="roundRect">
            <a:avLst>
              <a:gd name="adj" fmla="val 12500"/>
            </a:avLst>
          </a:prstGeom>
          <a:solidFill>
            <a:srgbClr val="0078D4"/>
          </a:solidFill>
          <a:ln w="12700">
            <a:solidFill>
              <a:srgbClr val="0078D4"/>
            </a:solidFill>
            <a:prstDash val="solid"/>
          </a:ln>
        </p:spPr>
      </p:sp>
      <p:sp>
        <p:nvSpPr>
          <p:cNvPr id="134" name="Text 130"/>
          <p:cNvSpPr txBox="1"/>
          <p:nvPr/>
        </p:nvSpPr>
        <p:spPr>
          <a:xfrm>
            <a:off x="6035040" y="3218688"/>
            <a:ext cx="96012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Spasi</a:t>
            </a:r>
            <a:endParaRPr lang="en-US" sz="1100" dirty="0"/>
          </a:p>
        </p:txBody>
      </p:sp>
      <p:sp>
        <p:nvSpPr>
          <p:cNvPr id="135" name="Text 131"/>
          <p:cNvSpPr txBox="1"/>
          <p:nvPr/>
        </p:nvSpPr>
        <p:spPr>
          <a:xfrm>
            <a:off x="7086600" y="3145536"/>
            <a:ext cx="1645920" cy="566928"/>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Memberi jarak antar kata</a:t>
            </a:r>
            <a:endParaRPr lang="en-US" sz="1150" dirty="0"/>
          </a:p>
        </p:txBody>
      </p:sp>
      <p:sp>
        <p:nvSpPr>
          <p:cNvPr id="136" name="Shape 132"/>
          <p:cNvSpPr/>
          <p:nvPr/>
        </p:nvSpPr>
        <p:spPr>
          <a:xfrm>
            <a:off x="6035040" y="3895344"/>
            <a:ext cx="960120" cy="365760"/>
          </a:xfrm>
          <a:prstGeom prst="roundRect">
            <a:avLst>
              <a:gd name="adj" fmla="val 12500"/>
            </a:avLst>
          </a:prstGeom>
          <a:solidFill>
            <a:srgbClr val="555555"/>
          </a:solidFill>
          <a:ln w="12700">
            <a:solidFill>
              <a:srgbClr val="555555"/>
            </a:solidFill>
            <a:prstDash val="solid"/>
          </a:ln>
        </p:spPr>
      </p:sp>
      <p:sp>
        <p:nvSpPr>
          <p:cNvPr id="137" name="Text 133"/>
          <p:cNvSpPr txBox="1"/>
          <p:nvPr/>
        </p:nvSpPr>
        <p:spPr>
          <a:xfrm>
            <a:off x="6035040" y="3895344"/>
            <a:ext cx="96012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 &amp; J</a:t>
            </a:r>
            <a:endParaRPr lang="en-US" sz="1100" dirty="0"/>
          </a:p>
        </p:txBody>
      </p:sp>
      <p:sp>
        <p:nvSpPr>
          <p:cNvPr id="138" name="Text 134"/>
          <p:cNvSpPr txBox="1"/>
          <p:nvPr/>
        </p:nvSpPr>
        <p:spPr>
          <a:xfrm>
            <a:off x="7086600" y="3822192"/>
            <a:ext cx="1645920" cy="566928"/>
          </a:xfrm>
          <a:prstGeom prst="rect">
            <a:avLst/>
          </a:prstGeom>
          <a:noFill/>
          <a:ln/>
        </p:spPr>
        <p:txBody>
          <a:bodyPr wrap="square" lIns="0" tIns="0" rIns="0" bIns="0" rtlCol="0" anchor="ctr"/>
          <a:lstStyle/>
          <a:p>
            <a:pPr indent="0" marL="0">
              <a:buNone/>
            </a:pPr>
            <a:r>
              <a:rPr lang="en-US" sz="1150" dirty="0">
                <a:solidFill>
                  <a:srgbClr val="1E2A26"/>
                </a:solidFill>
                <a:latin typeface="Calibri" pitchFamily="34" charset="0"/>
                <a:ea typeface="Calibri" pitchFamily="34" charset="-122"/>
                <a:cs typeface="Calibri" pitchFamily="34" charset="-120"/>
              </a:rPr>
              <a:t>Tempat kedua jari telunjuk</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Posisi Jari yang Benar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75488" y="1755648"/>
            <a:ext cx="5266944" cy="1819046"/>
          </a:xfrm>
          <a:prstGeom prst="roundRect">
            <a:avLst>
              <a:gd name="adj" fmla="val 3016"/>
            </a:avLst>
          </a:prstGeom>
          <a:solidFill>
            <a:srgbClr val="3A3A3A"/>
          </a:solidFill>
          <a:ln w="12700">
            <a:solidFill>
              <a:srgbClr val="3A3A3A"/>
            </a:solidFill>
            <a:prstDash val="solid"/>
          </a:ln>
        </p:spPr>
      </p:sp>
      <p:sp>
        <p:nvSpPr>
          <p:cNvPr id="10" name="Shape 6"/>
          <p:cNvSpPr/>
          <p:nvPr/>
        </p:nvSpPr>
        <p:spPr>
          <a:xfrm>
            <a:off x="548640" y="1828800"/>
            <a:ext cx="307238" cy="307238"/>
          </a:xfrm>
          <a:prstGeom prst="roundRect">
            <a:avLst>
              <a:gd name="adj" fmla="val 8929"/>
            </a:avLst>
          </a:prstGeom>
          <a:solidFill>
            <a:srgbClr val="F5F5F5"/>
          </a:solidFill>
          <a:ln w="12700">
            <a:solidFill>
              <a:srgbClr val="F5F5F5"/>
            </a:solidFill>
            <a:prstDash val="solid"/>
          </a:ln>
        </p:spPr>
      </p:sp>
      <p:sp>
        <p:nvSpPr>
          <p:cNvPr id="11" name="Text 7"/>
          <p:cNvSpPr txBox="1"/>
          <p:nvPr/>
        </p:nvSpPr>
        <p:spPr>
          <a:xfrm>
            <a:off x="548640"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1</a:t>
            </a:r>
            <a:endParaRPr lang="en-US" sz="800" dirty="0"/>
          </a:p>
        </p:txBody>
      </p:sp>
      <p:sp>
        <p:nvSpPr>
          <p:cNvPr id="12" name="Shape 8"/>
          <p:cNvSpPr/>
          <p:nvPr/>
        </p:nvSpPr>
        <p:spPr>
          <a:xfrm>
            <a:off x="890016" y="1828800"/>
            <a:ext cx="307238" cy="307238"/>
          </a:xfrm>
          <a:prstGeom prst="roundRect">
            <a:avLst>
              <a:gd name="adj" fmla="val 8929"/>
            </a:avLst>
          </a:prstGeom>
          <a:solidFill>
            <a:srgbClr val="F5F5F5"/>
          </a:solidFill>
          <a:ln w="12700">
            <a:solidFill>
              <a:srgbClr val="F5F5F5"/>
            </a:solidFill>
            <a:prstDash val="solid"/>
          </a:ln>
        </p:spPr>
      </p:sp>
      <p:sp>
        <p:nvSpPr>
          <p:cNvPr id="13" name="Text 9"/>
          <p:cNvSpPr txBox="1"/>
          <p:nvPr/>
        </p:nvSpPr>
        <p:spPr>
          <a:xfrm>
            <a:off x="890016"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2</a:t>
            </a:r>
            <a:endParaRPr lang="en-US" sz="800" dirty="0"/>
          </a:p>
        </p:txBody>
      </p:sp>
      <p:sp>
        <p:nvSpPr>
          <p:cNvPr id="14" name="Shape 10"/>
          <p:cNvSpPr/>
          <p:nvPr/>
        </p:nvSpPr>
        <p:spPr>
          <a:xfrm>
            <a:off x="1231392" y="1828800"/>
            <a:ext cx="307238" cy="307238"/>
          </a:xfrm>
          <a:prstGeom prst="roundRect">
            <a:avLst>
              <a:gd name="adj" fmla="val 8929"/>
            </a:avLst>
          </a:prstGeom>
          <a:solidFill>
            <a:srgbClr val="F5F5F5"/>
          </a:solidFill>
          <a:ln w="12700">
            <a:solidFill>
              <a:srgbClr val="F5F5F5"/>
            </a:solidFill>
            <a:prstDash val="solid"/>
          </a:ln>
        </p:spPr>
      </p:sp>
      <p:sp>
        <p:nvSpPr>
          <p:cNvPr id="15" name="Text 11"/>
          <p:cNvSpPr txBox="1"/>
          <p:nvPr/>
        </p:nvSpPr>
        <p:spPr>
          <a:xfrm>
            <a:off x="1231392"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3</a:t>
            </a:r>
            <a:endParaRPr lang="en-US" sz="800" dirty="0"/>
          </a:p>
        </p:txBody>
      </p:sp>
      <p:sp>
        <p:nvSpPr>
          <p:cNvPr id="16" name="Shape 12"/>
          <p:cNvSpPr/>
          <p:nvPr/>
        </p:nvSpPr>
        <p:spPr>
          <a:xfrm>
            <a:off x="1572768" y="1828800"/>
            <a:ext cx="307238" cy="307238"/>
          </a:xfrm>
          <a:prstGeom prst="roundRect">
            <a:avLst>
              <a:gd name="adj" fmla="val 8929"/>
            </a:avLst>
          </a:prstGeom>
          <a:solidFill>
            <a:srgbClr val="F5F5F5"/>
          </a:solidFill>
          <a:ln w="12700">
            <a:solidFill>
              <a:srgbClr val="F5F5F5"/>
            </a:solidFill>
            <a:prstDash val="solid"/>
          </a:ln>
        </p:spPr>
      </p:sp>
      <p:sp>
        <p:nvSpPr>
          <p:cNvPr id="17" name="Text 13"/>
          <p:cNvSpPr txBox="1"/>
          <p:nvPr/>
        </p:nvSpPr>
        <p:spPr>
          <a:xfrm>
            <a:off x="1572768"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4</a:t>
            </a:r>
            <a:endParaRPr lang="en-US" sz="800" dirty="0"/>
          </a:p>
        </p:txBody>
      </p:sp>
      <p:sp>
        <p:nvSpPr>
          <p:cNvPr id="18" name="Shape 14"/>
          <p:cNvSpPr/>
          <p:nvPr/>
        </p:nvSpPr>
        <p:spPr>
          <a:xfrm>
            <a:off x="1914144" y="1828800"/>
            <a:ext cx="307238" cy="307238"/>
          </a:xfrm>
          <a:prstGeom prst="roundRect">
            <a:avLst>
              <a:gd name="adj" fmla="val 8929"/>
            </a:avLst>
          </a:prstGeom>
          <a:solidFill>
            <a:srgbClr val="F5F5F5"/>
          </a:solidFill>
          <a:ln w="12700">
            <a:solidFill>
              <a:srgbClr val="F5F5F5"/>
            </a:solidFill>
            <a:prstDash val="solid"/>
          </a:ln>
        </p:spPr>
      </p:sp>
      <p:sp>
        <p:nvSpPr>
          <p:cNvPr id="19" name="Text 15"/>
          <p:cNvSpPr txBox="1"/>
          <p:nvPr/>
        </p:nvSpPr>
        <p:spPr>
          <a:xfrm>
            <a:off x="1914144"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5</a:t>
            </a:r>
            <a:endParaRPr lang="en-US" sz="800" dirty="0"/>
          </a:p>
        </p:txBody>
      </p:sp>
      <p:sp>
        <p:nvSpPr>
          <p:cNvPr id="20" name="Shape 16"/>
          <p:cNvSpPr/>
          <p:nvPr/>
        </p:nvSpPr>
        <p:spPr>
          <a:xfrm>
            <a:off x="2255520" y="1828800"/>
            <a:ext cx="307238" cy="307238"/>
          </a:xfrm>
          <a:prstGeom prst="roundRect">
            <a:avLst>
              <a:gd name="adj" fmla="val 8929"/>
            </a:avLst>
          </a:prstGeom>
          <a:solidFill>
            <a:srgbClr val="F5F5F5"/>
          </a:solidFill>
          <a:ln w="12700">
            <a:solidFill>
              <a:srgbClr val="F5F5F5"/>
            </a:solidFill>
            <a:prstDash val="solid"/>
          </a:ln>
        </p:spPr>
      </p:sp>
      <p:sp>
        <p:nvSpPr>
          <p:cNvPr id="21" name="Text 17"/>
          <p:cNvSpPr txBox="1"/>
          <p:nvPr/>
        </p:nvSpPr>
        <p:spPr>
          <a:xfrm>
            <a:off x="2255520"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6</a:t>
            </a:r>
            <a:endParaRPr lang="en-US" sz="800" dirty="0"/>
          </a:p>
        </p:txBody>
      </p:sp>
      <p:sp>
        <p:nvSpPr>
          <p:cNvPr id="22" name="Shape 18"/>
          <p:cNvSpPr/>
          <p:nvPr/>
        </p:nvSpPr>
        <p:spPr>
          <a:xfrm>
            <a:off x="2596896" y="1828800"/>
            <a:ext cx="307238" cy="307238"/>
          </a:xfrm>
          <a:prstGeom prst="roundRect">
            <a:avLst>
              <a:gd name="adj" fmla="val 8929"/>
            </a:avLst>
          </a:prstGeom>
          <a:solidFill>
            <a:srgbClr val="F5F5F5"/>
          </a:solidFill>
          <a:ln w="12700">
            <a:solidFill>
              <a:srgbClr val="F5F5F5"/>
            </a:solidFill>
            <a:prstDash val="solid"/>
          </a:ln>
        </p:spPr>
      </p:sp>
      <p:sp>
        <p:nvSpPr>
          <p:cNvPr id="23" name="Text 19"/>
          <p:cNvSpPr txBox="1"/>
          <p:nvPr/>
        </p:nvSpPr>
        <p:spPr>
          <a:xfrm>
            <a:off x="2596896"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7</a:t>
            </a:r>
            <a:endParaRPr lang="en-US" sz="800" dirty="0"/>
          </a:p>
        </p:txBody>
      </p:sp>
      <p:sp>
        <p:nvSpPr>
          <p:cNvPr id="24" name="Shape 20"/>
          <p:cNvSpPr/>
          <p:nvPr/>
        </p:nvSpPr>
        <p:spPr>
          <a:xfrm>
            <a:off x="2938272" y="1828800"/>
            <a:ext cx="307238" cy="307238"/>
          </a:xfrm>
          <a:prstGeom prst="roundRect">
            <a:avLst>
              <a:gd name="adj" fmla="val 8929"/>
            </a:avLst>
          </a:prstGeom>
          <a:solidFill>
            <a:srgbClr val="F5F5F5"/>
          </a:solidFill>
          <a:ln w="12700">
            <a:solidFill>
              <a:srgbClr val="F5F5F5"/>
            </a:solidFill>
            <a:prstDash val="solid"/>
          </a:ln>
        </p:spPr>
      </p:sp>
      <p:sp>
        <p:nvSpPr>
          <p:cNvPr id="25" name="Text 21"/>
          <p:cNvSpPr txBox="1"/>
          <p:nvPr/>
        </p:nvSpPr>
        <p:spPr>
          <a:xfrm>
            <a:off x="2938272"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8</a:t>
            </a:r>
            <a:endParaRPr lang="en-US" sz="800" dirty="0"/>
          </a:p>
        </p:txBody>
      </p:sp>
      <p:sp>
        <p:nvSpPr>
          <p:cNvPr id="26" name="Shape 22"/>
          <p:cNvSpPr/>
          <p:nvPr/>
        </p:nvSpPr>
        <p:spPr>
          <a:xfrm>
            <a:off x="3279648" y="1828800"/>
            <a:ext cx="307238" cy="307238"/>
          </a:xfrm>
          <a:prstGeom prst="roundRect">
            <a:avLst>
              <a:gd name="adj" fmla="val 8929"/>
            </a:avLst>
          </a:prstGeom>
          <a:solidFill>
            <a:srgbClr val="F5F5F5"/>
          </a:solidFill>
          <a:ln w="12700">
            <a:solidFill>
              <a:srgbClr val="F5F5F5"/>
            </a:solidFill>
            <a:prstDash val="solid"/>
          </a:ln>
        </p:spPr>
      </p:sp>
      <p:sp>
        <p:nvSpPr>
          <p:cNvPr id="27" name="Text 23"/>
          <p:cNvSpPr txBox="1"/>
          <p:nvPr/>
        </p:nvSpPr>
        <p:spPr>
          <a:xfrm>
            <a:off x="3279648"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9</a:t>
            </a:r>
            <a:endParaRPr lang="en-US" sz="800" dirty="0"/>
          </a:p>
        </p:txBody>
      </p:sp>
      <p:sp>
        <p:nvSpPr>
          <p:cNvPr id="28" name="Shape 24"/>
          <p:cNvSpPr/>
          <p:nvPr/>
        </p:nvSpPr>
        <p:spPr>
          <a:xfrm>
            <a:off x="3621024" y="1828800"/>
            <a:ext cx="307238" cy="307238"/>
          </a:xfrm>
          <a:prstGeom prst="roundRect">
            <a:avLst>
              <a:gd name="adj" fmla="val 8929"/>
            </a:avLst>
          </a:prstGeom>
          <a:solidFill>
            <a:srgbClr val="F5F5F5"/>
          </a:solidFill>
          <a:ln w="12700">
            <a:solidFill>
              <a:srgbClr val="F5F5F5"/>
            </a:solidFill>
            <a:prstDash val="solid"/>
          </a:ln>
        </p:spPr>
      </p:sp>
      <p:sp>
        <p:nvSpPr>
          <p:cNvPr id="29" name="Text 25"/>
          <p:cNvSpPr txBox="1"/>
          <p:nvPr/>
        </p:nvSpPr>
        <p:spPr>
          <a:xfrm>
            <a:off x="3621024"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0</a:t>
            </a:r>
            <a:endParaRPr lang="en-US" sz="800" dirty="0"/>
          </a:p>
        </p:txBody>
      </p:sp>
      <p:sp>
        <p:nvSpPr>
          <p:cNvPr id="30" name="Shape 26"/>
          <p:cNvSpPr/>
          <p:nvPr/>
        </p:nvSpPr>
        <p:spPr>
          <a:xfrm>
            <a:off x="3962400" y="1828800"/>
            <a:ext cx="307238" cy="307238"/>
          </a:xfrm>
          <a:prstGeom prst="roundRect">
            <a:avLst>
              <a:gd name="adj" fmla="val 8929"/>
            </a:avLst>
          </a:prstGeom>
          <a:solidFill>
            <a:srgbClr val="F5F5F5"/>
          </a:solidFill>
          <a:ln w="12700">
            <a:solidFill>
              <a:srgbClr val="F5F5F5"/>
            </a:solidFill>
            <a:prstDash val="solid"/>
          </a:ln>
        </p:spPr>
      </p:sp>
      <p:sp>
        <p:nvSpPr>
          <p:cNvPr id="31" name="Text 27"/>
          <p:cNvSpPr txBox="1"/>
          <p:nvPr/>
        </p:nvSpPr>
        <p:spPr>
          <a:xfrm>
            <a:off x="3962400"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32" name="Shape 28"/>
          <p:cNvSpPr/>
          <p:nvPr/>
        </p:nvSpPr>
        <p:spPr>
          <a:xfrm>
            <a:off x="4303776" y="1828800"/>
            <a:ext cx="307238" cy="307238"/>
          </a:xfrm>
          <a:prstGeom prst="roundRect">
            <a:avLst>
              <a:gd name="adj" fmla="val 8929"/>
            </a:avLst>
          </a:prstGeom>
          <a:solidFill>
            <a:srgbClr val="F5F5F5"/>
          </a:solidFill>
          <a:ln w="12700">
            <a:solidFill>
              <a:srgbClr val="F5F5F5"/>
            </a:solidFill>
            <a:prstDash val="solid"/>
          </a:ln>
        </p:spPr>
      </p:sp>
      <p:sp>
        <p:nvSpPr>
          <p:cNvPr id="33" name="Text 29"/>
          <p:cNvSpPr txBox="1"/>
          <p:nvPr/>
        </p:nvSpPr>
        <p:spPr>
          <a:xfrm>
            <a:off x="4303776" y="1828800"/>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34" name="Shape 30"/>
          <p:cNvSpPr/>
          <p:nvPr/>
        </p:nvSpPr>
        <p:spPr>
          <a:xfrm>
            <a:off x="4645152" y="1828800"/>
            <a:ext cx="989990" cy="307238"/>
          </a:xfrm>
          <a:prstGeom prst="roundRect">
            <a:avLst>
              <a:gd name="adj" fmla="val 8929"/>
            </a:avLst>
          </a:prstGeom>
          <a:solidFill>
            <a:srgbClr val="F5F5F5"/>
          </a:solidFill>
          <a:ln w="12700">
            <a:solidFill>
              <a:srgbClr val="F5F5F5"/>
            </a:solidFill>
            <a:prstDash val="solid"/>
          </a:ln>
        </p:spPr>
      </p:sp>
      <p:sp>
        <p:nvSpPr>
          <p:cNvPr id="35" name="Text 31"/>
          <p:cNvSpPr txBox="1"/>
          <p:nvPr/>
        </p:nvSpPr>
        <p:spPr>
          <a:xfrm>
            <a:off x="4645152" y="1828800"/>
            <a:ext cx="989990" cy="307238"/>
          </a:xfrm>
          <a:prstGeom prst="rect">
            <a:avLst/>
          </a:prstGeom>
          <a:noFill/>
          <a:ln/>
        </p:spPr>
        <p:txBody>
          <a:bodyPr wrap="square" lIns="0" tIns="0" rIns="0" bIns="0" rtlCol="0" anchor="ctr"/>
          <a:lstStyle/>
          <a:p>
            <a:pPr algn="ctr" indent="0" marL="0">
              <a:buNone/>
            </a:pPr>
            <a:r>
              <a:rPr lang="en-US" sz="600" dirty="0">
                <a:solidFill>
                  <a:srgbClr val="333333"/>
                </a:solidFill>
                <a:latin typeface="Calibri" pitchFamily="34" charset="0"/>
                <a:ea typeface="Calibri" pitchFamily="34" charset="-122"/>
                <a:cs typeface="Calibri" pitchFamily="34" charset="-120"/>
              </a:rPr>
              <a:t>Backspace</a:t>
            </a:r>
            <a:endParaRPr lang="en-US" sz="600" dirty="0"/>
          </a:p>
        </p:txBody>
      </p:sp>
      <p:sp>
        <p:nvSpPr>
          <p:cNvPr id="36" name="Shape 32"/>
          <p:cNvSpPr/>
          <p:nvPr/>
        </p:nvSpPr>
        <p:spPr>
          <a:xfrm>
            <a:off x="548640" y="2170176"/>
            <a:ext cx="477926" cy="307238"/>
          </a:xfrm>
          <a:prstGeom prst="roundRect">
            <a:avLst>
              <a:gd name="adj" fmla="val 8929"/>
            </a:avLst>
          </a:prstGeom>
          <a:solidFill>
            <a:srgbClr val="F5F5F5"/>
          </a:solidFill>
          <a:ln w="12700">
            <a:solidFill>
              <a:srgbClr val="F5F5F5"/>
            </a:solidFill>
            <a:prstDash val="solid"/>
          </a:ln>
        </p:spPr>
      </p:sp>
      <p:sp>
        <p:nvSpPr>
          <p:cNvPr id="37" name="Text 33"/>
          <p:cNvSpPr txBox="1"/>
          <p:nvPr/>
        </p:nvSpPr>
        <p:spPr>
          <a:xfrm>
            <a:off x="548640" y="2170176"/>
            <a:ext cx="477926" cy="307238"/>
          </a:xfrm>
          <a:prstGeom prst="rect">
            <a:avLst/>
          </a:prstGeom>
          <a:noFill/>
          <a:ln/>
        </p:spPr>
        <p:txBody>
          <a:bodyPr wrap="square" lIns="0" tIns="0" rIns="0" bIns="0" rtlCol="0" anchor="ctr"/>
          <a:lstStyle/>
          <a:p>
            <a:pPr algn="ctr" indent="0" marL="0">
              <a:buNone/>
            </a:pPr>
            <a:r>
              <a:rPr lang="en-US" sz="600" dirty="0">
                <a:solidFill>
                  <a:srgbClr val="333333"/>
                </a:solidFill>
                <a:latin typeface="Calibri" pitchFamily="34" charset="0"/>
                <a:ea typeface="Calibri" pitchFamily="34" charset="-122"/>
                <a:cs typeface="Calibri" pitchFamily="34" charset="-120"/>
              </a:rPr>
              <a:t>Tab</a:t>
            </a:r>
            <a:endParaRPr lang="en-US" sz="600" dirty="0"/>
          </a:p>
        </p:txBody>
      </p:sp>
      <p:sp>
        <p:nvSpPr>
          <p:cNvPr id="38" name="Shape 34"/>
          <p:cNvSpPr/>
          <p:nvPr/>
        </p:nvSpPr>
        <p:spPr>
          <a:xfrm>
            <a:off x="1060704" y="2170176"/>
            <a:ext cx="307238" cy="307238"/>
          </a:xfrm>
          <a:prstGeom prst="roundRect">
            <a:avLst>
              <a:gd name="adj" fmla="val 8929"/>
            </a:avLst>
          </a:prstGeom>
          <a:solidFill>
            <a:srgbClr val="F5F5F5"/>
          </a:solidFill>
          <a:ln w="12700">
            <a:solidFill>
              <a:srgbClr val="F5F5F5"/>
            </a:solidFill>
            <a:prstDash val="solid"/>
          </a:ln>
        </p:spPr>
      </p:sp>
      <p:sp>
        <p:nvSpPr>
          <p:cNvPr id="39" name="Text 35"/>
          <p:cNvSpPr txBox="1"/>
          <p:nvPr/>
        </p:nvSpPr>
        <p:spPr>
          <a:xfrm>
            <a:off x="1060704"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Q</a:t>
            </a:r>
            <a:endParaRPr lang="en-US" sz="800" dirty="0"/>
          </a:p>
        </p:txBody>
      </p:sp>
      <p:sp>
        <p:nvSpPr>
          <p:cNvPr id="40" name="Shape 36"/>
          <p:cNvSpPr/>
          <p:nvPr/>
        </p:nvSpPr>
        <p:spPr>
          <a:xfrm>
            <a:off x="1402080" y="2170176"/>
            <a:ext cx="307238" cy="307238"/>
          </a:xfrm>
          <a:prstGeom prst="roundRect">
            <a:avLst>
              <a:gd name="adj" fmla="val 8929"/>
            </a:avLst>
          </a:prstGeom>
          <a:solidFill>
            <a:srgbClr val="F5F5F5"/>
          </a:solidFill>
          <a:ln w="12700">
            <a:solidFill>
              <a:srgbClr val="F5F5F5"/>
            </a:solidFill>
            <a:prstDash val="solid"/>
          </a:ln>
        </p:spPr>
      </p:sp>
      <p:sp>
        <p:nvSpPr>
          <p:cNvPr id="41" name="Text 37"/>
          <p:cNvSpPr txBox="1"/>
          <p:nvPr/>
        </p:nvSpPr>
        <p:spPr>
          <a:xfrm>
            <a:off x="1402080"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W</a:t>
            </a:r>
            <a:endParaRPr lang="en-US" sz="800" dirty="0"/>
          </a:p>
        </p:txBody>
      </p:sp>
      <p:sp>
        <p:nvSpPr>
          <p:cNvPr id="42" name="Shape 38"/>
          <p:cNvSpPr/>
          <p:nvPr/>
        </p:nvSpPr>
        <p:spPr>
          <a:xfrm>
            <a:off x="1743456" y="2170176"/>
            <a:ext cx="307238" cy="307238"/>
          </a:xfrm>
          <a:prstGeom prst="roundRect">
            <a:avLst>
              <a:gd name="adj" fmla="val 8929"/>
            </a:avLst>
          </a:prstGeom>
          <a:solidFill>
            <a:srgbClr val="F5F5F5"/>
          </a:solidFill>
          <a:ln w="12700">
            <a:solidFill>
              <a:srgbClr val="F5F5F5"/>
            </a:solidFill>
            <a:prstDash val="solid"/>
          </a:ln>
        </p:spPr>
      </p:sp>
      <p:sp>
        <p:nvSpPr>
          <p:cNvPr id="43" name="Text 39"/>
          <p:cNvSpPr txBox="1"/>
          <p:nvPr/>
        </p:nvSpPr>
        <p:spPr>
          <a:xfrm>
            <a:off x="1743456"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E</a:t>
            </a:r>
            <a:endParaRPr lang="en-US" sz="800" dirty="0"/>
          </a:p>
        </p:txBody>
      </p:sp>
      <p:sp>
        <p:nvSpPr>
          <p:cNvPr id="44" name="Shape 40"/>
          <p:cNvSpPr/>
          <p:nvPr/>
        </p:nvSpPr>
        <p:spPr>
          <a:xfrm>
            <a:off x="2084832" y="2170176"/>
            <a:ext cx="307238" cy="307238"/>
          </a:xfrm>
          <a:prstGeom prst="roundRect">
            <a:avLst>
              <a:gd name="adj" fmla="val 8929"/>
            </a:avLst>
          </a:prstGeom>
          <a:solidFill>
            <a:srgbClr val="F5F5F5"/>
          </a:solidFill>
          <a:ln w="12700">
            <a:solidFill>
              <a:srgbClr val="F5F5F5"/>
            </a:solidFill>
            <a:prstDash val="solid"/>
          </a:ln>
        </p:spPr>
      </p:sp>
      <p:sp>
        <p:nvSpPr>
          <p:cNvPr id="45" name="Text 41"/>
          <p:cNvSpPr txBox="1"/>
          <p:nvPr/>
        </p:nvSpPr>
        <p:spPr>
          <a:xfrm>
            <a:off x="2084832"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R</a:t>
            </a:r>
            <a:endParaRPr lang="en-US" sz="800" dirty="0"/>
          </a:p>
        </p:txBody>
      </p:sp>
      <p:sp>
        <p:nvSpPr>
          <p:cNvPr id="46" name="Shape 42"/>
          <p:cNvSpPr/>
          <p:nvPr/>
        </p:nvSpPr>
        <p:spPr>
          <a:xfrm>
            <a:off x="2426208" y="2170176"/>
            <a:ext cx="307238" cy="307238"/>
          </a:xfrm>
          <a:prstGeom prst="roundRect">
            <a:avLst>
              <a:gd name="adj" fmla="val 8929"/>
            </a:avLst>
          </a:prstGeom>
          <a:solidFill>
            <a:srgbClr val="F5F5F5"/>
          </a:solidFill>
          <a:ln w="12700">
            <a:solidFill>
              <a:srgbClr val="F5F5F5"/>
            </a:solidFill>
            <a:prstDash val="solid"/>
          </a:ln>
        </p:spPr>
      </p:sp>
      <p:sp>
        <p:nvSpPr>
          <p:cNvPr id="47" name="Text 43"/>
          <p:cNvSpPr txBox="1"/>
          <p:nvPr/>
        </p:nvSpPr>
        <p:spPr>
          <a:xfrm>
            <a:off x="2426208"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T</a:t>
            </a:r>
            <a:endParaRPr lang="en-US" sz="800" dirty="0"/>
          </a:p>
        </p:txBody>
      </p:sp>
      <p:sp>
        <p:nvSpPr>
          <p:cNvPr id="48" name="Shape 44"/>
          <p:cNvSpPr/>
          <p:nvPr/>
        </p:nvSpPr>
        <p:spPr>
          <a:xfrm>
            <a:off x="2767584" y="2170176"/>
            <a:ext cx="307238" cy="307238"/>
          </a:xfrm>
          <a:prstGeom prst="roundRect">
            <a:avLst>
              <a:gd name="adj" fmla="val 8929"/>
            </a:avLst>
          </a:prstGeom>
          <a:solidFill>
            <a:srgbClr val="F5F5F5"/>
          </a:solidFill>
          <a:ln w="12700">
            <a:solidFill>
              <a:srgbClr val="F5F5F5"/>
            </a:solidFill>
            <a:prstDash val="solid"/>
          </a:ln>
        </p:spPr>
      </p:sp>
      <p:sp>
        <p:nvSpPr>
          <p:cNvPr id="49" name="Text 45"/>
          <p:cNvSpPr txBox="1"/>
          <p:nvPr/>
        </p:nvSpPr>
        <p:spPr>
          <a:xfrm>
            <a:off x="2767584"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Y</a:t>
            </a:r>
            <a:endParaRPr lang="en-US" sz="800" dirty="0"/>
          </a:p>
        </p:txBody>
      </p:sp>
      <p:sp>
        <p:nvSpPr>
          <p:cNvPr id="50" name="Shape 46"/>
          <p:cNvSpPr/>
          <p:nvPr/>
        </p:nvSpPr>
        <p:spPr>
          <a:xfrm>
            <a:off x="3108960" y="2170176"/>
            <a:ext cx="307238" cy="307238"/>
          </a:xfrm>
          <a:prstGeom prst="roundRect">
            <a:avLst>
              <a:gd name="adj" fmla="val 8929"/>
            </a:avLst>
          </a:prstGeom>
          <a:solidFill>
            <a:srgbClr val="F5F5F5"/>
          </a:solidFill>
          <a:ln w="12700">
            <a:solidFill>
              <a:srgbClr val="F5F5F5"/>
            </a:solidFill>
            <a:prstDash val="solid"/>
          </a:ln>
        </p:spPr>
      </p:sp>
      <p:sp>
        <p:nvSpPr>
          <p:cNvPr id="51" name="Text 47"/>
          <p:cNvSpPr txBox="1"/>
          <p:nvPr/>
        </p:nvSpPr>
        <p:spPr>
          <a:xfrm>
            <a:off x="3108960"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U</a:t>
            </a:r>
            <a:endParaRPr lang="en-US" sz="800" dirty="0"/>
          </a:p>
        </p:txBody>
      </p:sp>
      <p:sp>
        <p:nvSpPr>
          <p:cNvPr id="52" name="Shape 48"/>
          <p:cNvSpPr/>
          <p:nvPr/>
        </p:nvSpPr>
        <p:spPr>
          <a:xfrm>
            <a:off x="3450336" y="2170176"/>
            <a:ext cx="307238" cy="307238"/>
          </a:xfrm>
          <a:prstGeom prst="roundRect">
            <a:avLst>
              <a:gd name="adj" fmla="val 8929"/>
            </a:avLst>
          </a:prstGeom>
          <a:solidFill>
            <a:srgbClr val="F5F5F5"/>
          </a:solidFill>
          <a:ln w="12700">
            <a:solidFill>
              <a:srgbClr val="F5F5F5"/>
            </a:solidFill>
            <a:prstDash val="solid"/>
          </a:ln>
        </p:spPr>
      </p:sp>
      <p:sp>
        <p:nvSpPr>
          <p:cNvPr id="53" name="Text 49"/>
          <p:cNvSpPr txBox="1"/>
          <p:nvPr/>
        </p:nvSpPr>
        <p:spPr>
          <a:xfrm>
            <a:off x="3450336"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I</a:t>
            </a:r>
            <a:endParaRPr lang="en-US" sz="800" dirty="0"/>
          </a:p>
        </p:txBody>
      </p:sp>
      <p:sp>
        <p:nvSpPr>
          <p:cNvPr id="54" name="Shape 50"/>
          <p:cNvSpPr/>
          <p:nvPr/>
        </p:nvSpPr>
        <p:spPr>
          <a:xfrm>
            <a:off x="3791712" y="2170176"/>
            <a:ext cx="307238" cy="307238"/>
          </a:xfrm>
          <a:prstGeom prst="roundRect">
            <a:avLst>
              <a:gd name="adj" fmla="val 8929"/>
            </a:avLst>
          </a:prstGeom>
          <a:solidFill>
            <a:srgbClr val="F5F5F5"/>
          </a:solidFill>
          <a:ln w="12700">
            <a:solidFill>
              <a:srgbClr val="F5F5F5"/>
            </a:solidFill>
            <a:prstDash val="solid"/>
          </a:ln>
        </p:spPr>
      </p:sp>
      <p:sp>
        <p:nvSpPr>
          <p:cNvPr id="55" name="Text 51"/>
          <p:cNvSpPr txBox="1"/>
          <p:nvPr/>
        </p:nvSpPr>
        <p:spPr>
          <a:xfrm>
            <a:off x="3791712"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O</a:t>
            </a:r>
            <a:endParaRPr lang="en-US" sz="800" dirty="0"/>
          </a:p>
        </p:txBody>
      </p:sp>
      <p:sp>
        <p:nvSpPr>
          <p:cNvPr id="56" name="Shape 52"/>
          <p:cNvSpPr/>
          <p:nvPr/>
        </p:nvSpPr>
        <p:spPr>
          <a:xfrm>
            <a:off x="4133088" y="2170176"/>
            <a:ext cx="307238" cy="307238"/>
          </a:xfrm>
          <a:prstGeom prst="roundRect">
            <a:avLst>
              <a:gd name="adj" fmla="val 8929"/>
            </a:avLst>
          </a:prstGeom>
          <a:solidFill>
            <a:srgbClr val="F5F5F5"/>
          </a:solidFill>
          <a:ln w="12700">
            <a:solidFill>
              <a:srgbClr val="F5F5F5"/>
            </a:solidFill>
            <a:prstDash val="solid"/>
          </a:ln>
        </p:spPr>
      </p:sp>
      <p:sp>
        <p:nvSpPr>
          <p:cNvPr id="57" name="Text 53"/>
          <p:cNvSpPr txBox="1"/>
          <p:nvPr/>
        </p:nvSpPr>
        <p:spPr>
          <a:xfrm>
            <a:off x="4133088"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P</a:t>
            </a:r>
            <a:endParaRPr lang="en-US" sz="800" dirty="0"/>
          </a:p>
        </p:txBody>
      </p:sp>
      <p:sp>
        <p:nvSpPr>
          <p:cNvPr id="58" name="Shape 54"/>
          <p:cNvSpPr/>
          <p:nvPr/>
        </p:nvSpPr>
        <p:spPr>
          <a:xfrm>
            <a:off x="4474464" y="2170176"/>
            <a:ext cx="307238" cy="307238"/>
          </a:xfrm>
          <a:prstGeom prst="roundRect">
            <a:avLst>
              <a:gd name="adj" fmla="val 8929"/>
            </a:avLst>
          </a:prstGeom>
          <a:solidFill>
            <a:srgbClr val="F5F5F5"/>
          </a:solidFill>
          <a:ln w="12700">
            <a:solidFill>
              <a:srgbClr val="F5F5F5"/>
            </a:solidFill>
            <a:prstDash val="solid"/>
          </a:ln>
        </p:spPr>
      </p:sp>
      <p:sp>
        <p:nvSpPr>
          <p:cNvPr id="59" name="Text 55"/>
          <p:cNvSpPr txBox="1"/>
          <p:nvPr/>
        </p:nvSpPr>
        <p:spPr>
          <a:xfrm>
            <a:off x="4474464"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60" name="Shape 56"/>
          <p:cNvSpPr/>
          <p:nvPr/>
        </p:nvSpPr>
        <p:spPr>
          <a:xfrm>
            <a:off x="4815840" y="2170176"/>
            <a:ext cx="307238" cy="307238"/>
          </a:xfrm>
          <a:prstGeom prst="roundRect">
            <a:avLst>
              <a:gd name="adj" fmla="val 8929"/>
            </a:avLst>
          </a:prstGeom>
          <a:solidFill>
            <a:srgbClr val="F5F5F5"/>
          </a:solidFill>
          <a:ln w="12700">
            <a:solidFill>
              <a:srgbClr val="F5F5F5"/>
            </a:solidFill>
            <a:prstDash val="solid"/>
          </a:ln>
        </p:spPr>
      </p:sp>
      <p:sp>
        <p:nvSpPr>
          <p:cNvPr id="61" name="Text 57"/>
          <p:cNvSpPr txBox="1"/>
          <p:nvPr/>
        </p:nvSpPr>
        <p:spPr>
          <a:xfrm>
            <a:off x="4815840" y="2170176"/>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62" name="Shape 58"/>
          <p:cNvSpPr/>
          <p:nvPr/>
        </p:nvSpPr>
        <p:spPr>
          <a:xfrm>
            <a:off x="5157216" y="2170176"/>
            <a:ext cx="477926" cy="307238"/>
          </a:xfrm>
          <a:prstGeom prst="roundRect">
            <a:avLst>
              <a:gd name="adj" fmla="val 8929"/>
            </a:avLst>
          </a:prstGeom>
          <a:solidFill>
            <a:srgbClr val="F5F5F5"/>
          </a:solidFill>
          <a:ln w="12700">
            <a:solidFill>
              <a:srgbClr val="F5F5F5"/>
            </a:solidFill>
            <a:prstDash val="solid"/>
          </a:ln>
        </p:spPr>
      </p:sp>
      <p:sp>
        <p:nvSpPr>
          <p:cNvPr id="63" name="Text 59"/>
          <p:cNvSpPr txBox="1"/>
          <p:nvPr/>
        </p:nvSpPr>
        <p:spPr>
          <a:xfrm>
            <a:off x="5157216" y="2170176"/>
            <a:ext cx="477926"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64" name="Shape 60"/>
          <p:cNvSpPr/>
          <p:nvPr/>
        </p:nvSpPr>
        <p:spPr>
          <a:xfrm>
            <a:off x="548640" y="2511552"/>
            <a:ext cx="563270" cy="307238"/>
          </a:xfrm>
          <a:prstGeom prst="roundRect">
            <a:avLst>
              <a:gd name="adj" fmla="val 8929"/>
            </a:avLst>
          </a:prstGeom>
          <a:solidFill>
            <a:srgbClr val="F5F5F5"/>
          </a:solidFill>
          <a:ln w="12700">
            <a:solidFill>
              <a:srgbClr val="F5F5F5"/>
            </a:solidFill>
            <a:prstDash val="solid"/>
          </a:ln>
        </p:spPr>
      </p:sp>
      <p:sp>
        <p:nvSpPr>
          <p:cNvPr id="65" name="Text 61"/>
          <p:cNvSpPr txBox="1"/>
          <p:nvPr/>
        </p:nvSpPr>
        <p:spPr>
          <a:xfrm>
            <a:off x="548640" y="2511552"/>
            <a:ext cx="563270" cy="307238"/>
          </a:xfrm>
          <a:prstGeom prst="rect">
            <a:avLst/>
          </a:prstGeom>
          <a:noFill/>
          <a:ln/>
        </p:spPr>
        <p:txBody>
          <a:bodyPr wrap="square" lIns="0" tIns="0" rIns="0" bIns="0" rtlCol="0" anchor="ctr"/>
          <a:lstStyle/>
          <a:p>
            <a:pPr algn="ctr" indent="0" marL="0">
              <a:buNone/>
            </a:pPr>
            <a:r>
              <a:rPr lang="en-US" sz="600" dirty="0">
                <a:solidFill>
                  <a:srgbClr val="333333"/>
                </a:solidFill>
                <a:latin typeface="Calibri" pitchFamily="34" charset="0"/>
                <a:ea typeface="Calibri" pitchFamily="34" charset="-122"/>
                <a:cs typeface="Calibri" pitchFamily="34" charset="-120"/>
              </a:rPr>
              <a:t>Caps</a:t>
            </a:r>
            <a:endParaRPr lang="en-US" sz="600" dirty="0"/>
          </a:p>
        </p:txBody>
      </p:sp>
      <p:sp>
        <p:nvSpPr>
          <p:cNvPr id="66" name="Shape 62"/>
          <p:cNvSpPr/>
          <p:nvPr/>
        </p:nvSpPr>
        <p:spPr>
          <a:xfrm>
            <a:off x="1146048" y="2511552"/>
            <a:ext cx="307238" cy="307238"/>
          </a:xfrm>
          <a:prstGeom prst="roundRect">
            <a:avLst>
              <a:gd name="adj" fmla="val 8929"/>
            </a:avLst>
          </a:prstGeom>
          <a:solidFill>
            <a:srgbClr val="0F4C3A"/>
          </a:solidFill>
          <a:ln w="12700">
            <a:solidFill>
              <a:srgbClr val="0F4C3A"/>
            </a:solidFill>
            <a:prstDash val="solid"/>
          </a:ln>
        </p:spPr>
      </p:sp>
      <p:sp>
        <p:nvSpPr>
          <p:cNvPr id="67" name="Text 63"/>
          <p:cNvSpPr txBox="1"/>
          <p:nvPr/>
        </p:nvSpPr>
        <p:spPr>
          <a:xfrm>
            <a:off x="1146048" y="2511552"/>
            <a:ext cx="307238" cy="30723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a:t>
            </a:r>
            <a:endParaRPr lang="en-US" sz="800" dirty="0"/>
          </a:p>
        </p:txBody>
      </p:sp>
      <p:sp>
        <p:nvSpPr>
          <p:cNvPr id="68" name="Shape 64"/>
          <p:cNvSpPr/>
          <p:nvPr/>
        </p:nvSpPr>
        <p:spPr>
          <a:xfrm>
            <a:off x="1487424" y="2511552"/>
            <a:ext cx="307238" cy="307238"/>
          </a:xfrm>
          <a:prstGeom prst="roundRect">
            <a:avLst>
              <a:gd name="adj" fmla="val 8929"/>
            </a:avLst>
          </a:prstGeom>
          <a:solidFill>
            <a:srgbClr val="0F4C3A"/>
          </a:solidFill>
          <a:ln w="12700">
            <a:solidFill>
              <a:srgbClr val="0F4C3A"/>
            </a:solidFill>
            <a:prstDash val="solid"/>
          </a:ln>
        </p:spPr>
      </p:sp>
      <p:sp>
        <p:nvSpPr>
          <p:cNvPr id="69" name="Text 65"/>
          <p:cNvSpPr txBox="1"/>
          <p:nvPr/>
        </p:nvSpPr>
        <p:spPr>
          <a:xfrm>
            <a:off x="1487424" y="2511552"/>
            <a:ext cx="307238" cy="30723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a:t>
            </a:r>
            <a:endParaRPr lang="en-US" sz="800" dirty="0"/>
          </a:p>
        </p:txBody>
      </p:sp>
      <p:sp>
        <p:nvSpPr>
          <p:cNvPr id="70" name="Shape 66"/>
          <p:cNvSpPr/>
          <p:nvPr/>
        </p:nvSpPr>
        <p:spPr>
          <a:xfrm>
            <a:off x="1828800" y="2511552"/>
            <a:ext cx="307238" cy="307238"/>
          </a:xfrm>
          <a:prstGeom prst="roundRect">
            <a:avLst>
              <a:gd name="adj" fmla="val 8929"/>
            </a:avLst>
          </a:prstGeom>
          <a:solidFill>
            <a:srgbClr val="0F4C3A"/>
          </a:solidFill>
          <a:ln w="12700">
            <a:solidFill>
              <a:srgbClr val="0F4C3A"/>
            </a:solidFill>
            <a:prstDash val="solid"/>
          </a:ln>
        </p:spPr>
      </p:sp>
      <p:sp>
        <p:nvSpPr>
          <p:cNvPr id="71" name="Text 67"/>
          <p:cNvSpPr txBox="1"/>
          <p:nvPr/>
        </p:nvSpPr>
        <p:spPr>
          <a:xfrm>
            <a:off x="1828800" y="2511552"/>
            <a:ext cx="307238" cy="30723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a:t>
            </a:r>
            <a:endParaRPr lang="en-US" sz="800" dirty="0"/>
          </a:p>
        </p:txBody>
      </p:sp>
      <p:sp>
        <p:nvSpPr>
          <p:cNvPr id="72" name="Shape 68"/>
          <p:cNvSpPr/>
          <p:nvPr/>
        </p:nvSpPr>
        <p:spPr>
          <a:xfrm>
            <a:off x="2170176" y="2511552"/>
            <a:ext cx="307238" cy="307238"/>
          </a:xfrm>
          <a:prstGeom prst="roundRect">
            <a:avLst>
              <a:gd name="adj" fmla="val 8929"/>
            </a:avLst>
          </a:prstGeom>
          <a:solidFill>
            <a:srgbClr val="D4A017"/>
          </a:solidFill>
          <a:ln w="12700">
            <a:solidFill>
              <a:srgbClr val="D4A017"/>
            </a:solidFill>
            <a:prstDash val="solid"/>
          </a:ln>
        </p:spPr>
      </p:sp>
      <p:sp>
        <p:nvSpPr>
          <p:cNvPr id="73" name="Text 69"/>
          <p:cNvSpPr txBox="1"/>
          <p:nvPr/>
        </p:nvSpPr>
        <p:spPr>
          <a:xfrm>
            <a:off x="2170176" y="2511552"/>
            <a:ext cx="307238" cy="30723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a:t>
            </a:r>
            <a:endParaRPr lang="en-US" sz="800" dirty="0"/>
          </a:p>
        </p:txBody>
      </p:sp>
      <p:sp>
        <p:nvSpPr>
          <p:cNvPr id="74" name="Shape 70"/>
          <p:cNvSpPr/>
          <p:nvPr/>
        </p:nvSpPr>
        <p:spPr>
          <a:xfrm>
            <a:off x="2511552" y="2511552"/>
            <a:ext cx="307238" cy="307238"/>
          </a:xfrm>
          <a:prstGeom prst="roundRect">
            <a:avLst>
              <a:gd name="adj" fmla="val 8929"/>
            </a:avLst>
          </a:prstGeom>
          <a:solidFill>
            <a:srgbClr val="F5F5F5"/>
          </a:solidFill>
          <a:ln w="12700">
            <a:solidFill>
              <a:srgbClr val="F5F5F5"/>
            </a:solidFill>
            <a:prstDash val="solid"/>
          </a:ln>
        </p:spPr>
      </p:sp>
      <p:sp>
        <p:nvSpPr>
          <p:cNvPr id="75" name="Text 71"/>
          <p:cNvSpPr txBox="1"/>
          <p:nvPr/>
        </p:nvSpPr>
        <p:spPr>
          <a:xfrm>
            <a:off x="2511552" y="2511552"/>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G</a:t>
            </a:r>
            <a:endParaRPr lang="en-US" sz="800" dirty="0"/>
          </a:p>
        </p:txBody>
      </p:sp>
      <p:sp>
        <p:nvSpPr>
          <p:cNvPr id="76" name="Shape 72"/>
          <p:cNvSpPr/>
          <p:nvPr/>
        </p:nvSpPr>
        <p:spPr>
          <a:xfrm>
            <a:off x="2852928" y="2511552"/>
            <a:ext cx="307238" cy="307238"/>
          </a:xfrm>
          <a:prstGeom prst="roundRect">
            <a:avLst>
              <a:gd name="adj" fmla="val 8929"/>
            </a:avLst>
          </a:prstGeom>
          <a:solidFill>
            <a:srgbClr val="F5F5F5"/>
          </a:solidFill>
          <a:ln w="12700">
            <a:solidFill>
              <a:srgbClr val="F5F5F5"/>
            </a:solidFill>
            <a:prstDash val="solid"/>
          </a:ln>
        </p:spPr>
      </p:sp>
      <p:sp>
        <p:nvSpPr>
          <p:cNvPr id="77" name="Text 73"/>
          <p:cNvSpPr txBox="1"/>
          <p:nvPr/>
        </p:nvSpPr>
        <p:spPr>
          <a:xfrm>
            <a:off x="2852928" y="2511552"/>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H</a:t>
            </a:r>
            <a:endParaRPr lang="en-US" sz="800" dirty="0"/>
          </a:p>
        </p:txBody>
      </p:sp>
      <p:sp>
        <p:nvSpPr>
          <p:cNvPr id="78" name="Shape 74"/>
          <p:cNvSpPr/>
          <p:nvPr/>
        </p:nvSpPr>
        <p:spPr>
          <a:xfrm>
            <a:off x="3194304" y="2511552"/>
            <a:ext cx="307238" cy="307238"/>
          </a:xfrm>
          <a:prstGeom prst="roundRect">
            <a:avLst>
              <a:gd name="adj" fmla="val 8929"/>
            </a:avLst>
          </a:prstGeom>
          <a:solidFill>
            <a:srgbClr val="D4A017"/>
          </a:solidFill>
          <a:ln w="12700">
            <a:solidFill>
              <a:srgbClr val="D4A017"/>
            </a:solidFill>
            <a:prstDash val="solid"/>
          </a:ln>
        </p:spPr>
      </p:sp>
      <p:sp>
        <p:nvSpPr>
          <p:cNvPr id="79" name="Text 75"/>
          <p:cNvSpPr txBox="1"/>
          <p:nvPr/>
        </p:nvSpPr>
        <p:spPr>
          <a:xfrm>
            <a:off x="3194304" y="2511552"/>
            <a:ext cx="307238" cy="30723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J</a:t>
            </a:r>
            <a:endParaRPr lang="en-US" sz="800" dirty="0"/>
          </a:p>
        </p:txBody>
      </p:sp>
      <p:sp>
        <p:nvSpPr>
          <p:cNvPr id="80" name="Shape 76"/>
          <p:cNvSpPr/>
          <p:nvPr/>
        </p:nvSpPr>
        <p:spPr>
          <a:xfrm>
            <a:off x="3535680" y="2511552"/>
            <a:ext cx="307238" cy="307238"/>
          </a:xfrm>
          <a:prstGeom prst="roundRect">
            <a:avLst>
              <a:gd name="adj" fmla="val 8929"/>
            </a:avLst>
          </a:prstGeom>
          <a:solidFill>
            <a:srgbClr val="0F4C3A"/>
          </a:solidFill>
          <a:ln w="12700">
            <a:solidFill>
              <a:srgbClr val="0F4C3A"/>
            </a:solidFill>
            <a:prstDash val="solid"/>
          </a:ln>
        </p:spPr>
      </p:sp>
      <p:sp>
        <p:nvSpPr>
          <p:cNvPr id="81" name="Text 77"/>
          <p:cNvSpPr txBox="1"/>
          <p:nvPr/>
        </p:nvSpPr>
        <p:spPr>
          <a:xfrm>
            <a:off x="3535680" y="2511552"/>
            <a:ext cx="307238" cy="30723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K</a:t>
            </a:r>
            <a:endParaRPr lang="en-US" sz="800" dirty="0"/>
          </a:p>
        </p:txBody>
      </p:sp>
      <p:sp>
        <p:nvSpPr>
          <p:cNvPr id="82" name="Shape 78"/>
          <p:cNvSpPr/>
          <p:nvPr/>
        </p:nvSpPr>
        <p:spPr>
          <a:xfrm>
            <a:off x="3877056" y="2511552"/>
            <a:ext cx="307238" cy="307238"/>
          </a:xfrm>
          <a:prstGeom prst="roundRect">
            <a:avLst>
              <a:gd name="adj" fmla="val 8929"/>
            </a:avLst>
          </a:prstGeom>
          <a:solidFill>
            <a:srgbClr val="0F4C3A"/>
          </a:solidFill>
          <a:ln w="12700">
            <a:solidFill>
              <a:srgbClr val="0F4C3A"/>
            </a:solidFill>
            <a:prstDash val="solid"/>
          </a:ln>
        </p:spPr>
      </p:sp>
      <p:sp>
        <p:nvSpPr>
          <p:cNvPr id="83" name="Text 79"/>
          <p:cNvSpPr txBox="1"/>
          <p:nvPr/>
        </p:nvSpPr>
        <p:spPr>
          <a:xfrm>
            <a:off x="3877056" y="2511552"/>
            <a:ext cx="307238" cy="30723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a:t>
            </a:r>
            <a:endParaRPr lang="en-US" sz="800" dirty="0"/>
          </a:p>
        </p:txBody>
      </p:sp>
      <p:sp>
        <p:nvSpPr>
          <p:cNvPr id="84" name="Shape 80"/>
          <p:cNvSpPr/>
          <p:nvPr/>
        </p:nvSpPr>
        <p:spPr>
          <a:xfrm>
            <a:off x="4218432" y="2511552"/>
            <a:ext cx="307238" cy="307238"/>
          </a:xfrm>
          <a:prstGeom prst="roundRect">
            <a:avLst>
              <a:gd name="adj" fmla="val 8929"/>
            </a:avLst>
          </a:prstGeom>
          <a:solidFill>
            <a:srgbClr val="0F4C3A"/>
          </a:solidFill>
          <a:ln w="12700">
            <a:solidFill>
              <a:srgbClr val="0F4C3A"/>
            </a:solidFill>
            <a:prstDash val="solid"/>
          </a:ln>
        </p:spPr>
      </p:sp>
      <p:sp>
        <p:nvSpPr>
          <p:cNvPr id="85" name="Text 81"/>
          <p:cNvSpPr txBox="1"/>
          <p:nvPr/>
        </p:nvSpPr>
        <p:spPr>
          <a:xfrm>
            <a:off x="4218432" y="2511552"/>
            <a:ext cx="307238" cy="30723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t>
            </a:r>
            <a:endParaRPr lang="en-US" sz="800" dirty="0"/>
          </a:p>
        </p:txBody>
      </p:sp>
      <p:sp>
        <p:nvSpPr>
          <p:cNvPr id="86" name="Shape 82"/>
          <p:cNvSpPr/>
          <p:nvPr/>
        </p:nvSpPr>
        <p:spPr>
          <a:xfrm>
            <a:off x="4559808" y="2511552"/>
            <a:ext cx="307238" cy="307238"/>
          </a:xfrm>
          <a:prstGeom prst="roundRect">
            <a:avLst>
              <a:gd name="adj" fmla="val 8929"/>
            </a:avLst>
          </a:prstGeom>
          <a:solidFill>
            <a:srgbClr val="F5F5F5"/>
          </a:solidFill>
          <a:ln w="12700">
            <a:solidFill>
              <a:srgbClr val="F5F5F5"/>
            </a:solidFill>
            <a:prstDash val="solid"/>
          </a:ln>
        </p:spPr>
      </p:sp>
      <p:sp>
        <p:nvSpPr>
          <p:cNvPr id="87" name="Text 83"/>
          <p:cNvSpPr txBox="1"/>
          <p:nvPr/>
        </p:nvSpPr>
        <p:spPr>
          <a:xfrm>
            <a:off x="4559808" y="2511552"/>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88" name="Shape 84"/>
          <p:cNvSpPr/>
          <p:nvPr/>
        </p:nvSpPr>
        <p:spPr>
          <a:xfrm>
            <a:off x="4901184" y="2511552"/>
            <a:ext cx="733958" cy="307238"/>
          </a:xfrm>
          <a:prstGeom prst="roundRect">
            <a:avLst>
              <a:gd name="adj" fmla="val 8929"/>
            </a:avLst>
          </a:prstGeom>
          <a:solidFill>
            <a:srgbClr val="F5F5F5"/>
          </a:solidFill>
          <a:ln w="12700">
            <a:solidFill>
              <a:srgbClr val="F5F5F5"/>
            </a:solidFill>
            <a:prstDash val="solid"/>
          </a:ln>
        </p:spPr>
      </p:sp>
      <p:sp>
        <p:nvSpPr>
          <p:cNvPr id="89" name="Text 85"/>
          <p:cNvSpPr txBox="1"/>
          <p:nvPr/>
        </p:nvSpPr>
        <p:spPr>
          <a:xfrm>
            <a:off x="4901184" y="2511552"/>
            <a:ext cx="733958" cy="307238"/>
          </a:xfrm>
          <a:prstGeom prst="rect">
            <a:avLst/>
          </a:prstGeom>
          <a:noFill/>
          <a:ln/>
        </p:spPr>
        <p:txBody>
          <a:bodyPr wrap="square" lIns="0" tIns="0" rIns="0" bIns="0" rtlCol="0" anchor="ctr"/>
          <a:lstStyle/>
          <a:p>
            <a:pPr algn="ctr" indent="0" marL="0">
              <a:buNone/>
            </a:pPr>
            <a:r>
              <a:rPr lang="en-US" sz="600" dirty="0">
                <a:solidFill>
                  <a:srgbClr val="333333"/>
                </a:solidFill>
                <a:latin typeface="Calibri" pitchFamily="34" charset="0"/>
                <a:ea typeface="Calibri" pitchFamily="34" charset="-122"/>
                <a:cs typeface="Calibri" pitchFamily="34" charset="-120"/>
              </a:rPr>
              <a:t>Enter</a:t>
            </a:r>
            <a:endParaRPr lang="en-US" sz="600" dirty="0"/>
          </a:p>
        </p:txBody>
      </p:sp>
      <p:sp>
        <p:nvSpPr>
          <p:cNvPr id="90" name="Shape 86"/>
          <p:cNvSpPr/>
          <p:nvPr/>
        </p:nvSpPr>
        <p:spPr>
          <a:xfrm>
            <a:off x="548640" y="2852928"/>
            <a:ext cx="733958" cy="307238"/>
          </a:xfrm>
          <a:prstGeom prst="roundRect">
            <a:avLst>
              <a:gd name="adj" fmla="val 8929"/>
            </a:avLst>
          </a:prstGeom>
          <a:solidFill>
            <a:srgbClr val="F5F5F5"/>
          </a:solidFill>
          <a:ln w="12700">
            <a:solidFill>
              <a:srgbClr val="F5F5F5"/>
            </a:solidFill>
            <a:prstDash val="solid"/>
          </a:ln>
        </p:spPr>
      </p:sp>
      <p:sp>
        <p:nvSpPr>
          <p:cNvPr id="91" name="Text 87"/>
          <p:cNvSpPr txBox="1"/>
          <p:nvPr/>
        </p:nvSpPr>
        <p:spPr>
          <a:xfrm>
            <a:off x="548640" y="2852928"/>
            <a:ext cx="733958" cy="307238"/>
          </a:xfrm>
          <a:prstGeom prst="rect">
            <a:avLst/>
          </a:prstGeom>
          <a:noFill/>
          <a:ln/>
        </p:spPr>
        <p:txBody>
          <a:bodyPr wrap="square" lIns="0" tIns="0" rIns="0" bIns="0" rtlCol="0" anchor="ctr"/>
          <a:lstStyle/>
          <a:p>
            <a:pPr algn="ctr" indent="0" marL="0">
              <a:buNone/>
            </a:pPr>
            <a:r>
              <a:rPr lang="en-US" sz="600" dirty="0">
                <a:solidFill>
                  <a:srgbClr val="333333"/>
                </a:solidFill>
                <a:latin typeface="Calibri" pitchFamily="34" charset="0"/>
                <a:ea typeface="Calibri" pitchFamily="34" charset="-122"/>
                <a:cs typeface="Calibri" pitchFamily="34" charset="-120"/>
              </a:rPr>
              <a:t>Shift</a:t>
            </a:r>
            <a:endParaRPr lang="en-US" sz="600" dirty="0"/>
          </a:p>
        </p:txBody>
      </p:sp>
      <p:sp>
        <p:nvSpPr>
          <p:cNvPr id="92" name="Shape 88"/>
          <p:cNvSpPr/>
          <p:nvPr/>
        </p:nvSpPr>
        <p:spPr>
          <a:xfrm>
            <a:off x="1316736" y="2852928"/>
            <a:ext cx="307238" cy="307238"/>
          </a:xfrm>
          <a:prstGeom prst="roundRect">
            <a:avLst>
              <a:gd name="adj" fmla="val 8929"/>
            </a:avLst>
          </a:prstGeom>
          <a:solidFill>
            <a:srgbClr val="F5F5F5"/>
          </a:solidFill>
          <a:ln w="12700">
            <a:solidFill>
              <a:srgbClr val="F5F5F5"/>
            </a:solidFill>
            <a:prstDash val="solid"/>
          </a:ln>
        </p:spPr>
      </p:sp>
      <p:sp>
        <p:nvSpPr>
          <p:cNvPr id="93" name="Text 89"/>
          <p:cNvSpPr txBox="1"/>
          <p:nvPr/>
        </p:nvSpPr>
        <p:spPr>
          <a:xfrm>
            <a:off x="1316736"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Z</a:t>
            </a:r>
            <a:endParaRPr lang="en-US" sz="800" dirty="0"/>
          </a:p>
        </p:txBody>
      </p:sp>
      <p:sp>
        <p:nvSpPr>
          <p:cNvPr id="94" name="Shape 90"/>
          <p:cNvSpPr/>
          <p:nvPr/>
        </p:nvSpPr>
        <p:spPr>
          <a:xfrm>
            <a:off x="1658112" y="2852928"/>
            <a:ext cx="307238" cy="307238"/>
          </a:xfrm>
          <a:prstGeom prst="roundRect">
            <a:avLst>
              <a:gd name="adj" fmla="val 8929"/>
            </a:avLst>
          </a:prstGeom>
          <a:solidFill>
            <a:srgbClr val="F5F5F5"/>
          </a:solidFill>
          <a:ln w="12700">
            <a:solidFill>
              <a:srgbClr val="F5F5F5"/>
            </a:solidFill>
            <a:prstDash val="solid"/>
          </a:ln>
        </p:spPr>
      </p:sp>
      <p:sp>
        <p:nvSpPr>
          <p:cNvPr id="95" name="Text 91"/>
          <p:cNvSpPr txBox="1"/>
          <p:nvPr/>
        </p:nvSpPr>
        <p:spPr>
          <a:xfrm>
            <a:off x="1658112"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X</a:t>
            </a:r>
            <a:endParaRPr lang="en-US" sz="800" dirty="0"/>
          </a:p>
        </p:txBody>
      </p:sp>
      <p:sp>
        <p:nvSpPr>
          <p:cNvPr id="96" name="Shape 92"/>
          <p:cNvSpPr/>
          <p:nvPr/>
        </p:nvSpPr>
        <p:spPr>
          <a:xfrm>
            <a:off x="1999488" y="2852928"/>
            <a:ext cx="307238" cy="307238"/>
          </a:xfrm>
          <a:prstGeom prst="roundRect">
            <a:avLst>
              <a:gd name="adj" fmla="val 8929"/>
            </a:avLst>
          </a:prstGeom>
          <a:solidFill>
            <a:srgbClr val="F5F5F5"/>
          </a:solidFill>
          <a:ln w="12700">
            <a:solidFill>
              <a:srgbClr val="F5F5F5"/>
            </a:solidFill>
            <a:prstDash val="solid"/>
          </a:ln>
        </p:spPr>
      </p:sp>
      <p:sp>
        <p:nvSpPr>
          <p:cNvPr id="97" name="Text 93"/>
          <p:cNvSpPr txBox="1"/>
          <p:nvPr/>
        </p:nvSpPr>
        <p:spPr>
          <a:xfrm>
            <a:off x="1999488"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C</a:t>
            </a:r>
            <a:endParaRPr lang="en-US" sz="800" dirty="0"/>
          </a:p>
        </p:txBody>
      </p:sp>
      <p:sp>
        <p:nvSpPr>
          <p:cNvPr id="98" name="Shape 94"/>
          <p:cNvSpPr/>
          <p:nvPr/>
        </p:nvSpPr>
        <p:spPr>
          <a:xfrm>
            <a:off x="2340864" y="2852928"/>
            <a:ext cx="307238" cy="307238"/>
          </a:xfrm>
          <a:prstGeom prst="roundRect">
            <a:avLst>
              <a:gd name="adj" fmla="val 8929"/>
            </a:avLst>
          </a:prstGeom>
          <a:solidFill>
            <a:srgbClr val="F5F5F5"/>
          </a:solidFill>
          <a:ln w="12700">
            <a:solidFill>
              <a:srgbClr val="F5F5F5"/>
            </a:solidFill>
            <a:prstDash val="solid"/>
          </a:ln>
        </p:spPr>
      </p:sp>
      <p:sp>
        <p:nvSpPr>
          <p:cNvPr id="99" name="Text 95"/>
          <p:cNvSpPr txBox="1"/>
          <p:nvPr/>
        </p:nvSpPr>
        <p:spPr>
          <a:xfrm>
            <a:off x="2340864"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V</a:t>
            </a:r>
            <a:endParaRPr lang="en-US" sz="800" dirty="0"/>
          </a:p>
        </p:txBody>
      </p:sp>
      <p:sp>
        <p:nvSpPr>
          <p:cNvPr id="100" name="Shape 96"/>
          <p:cNvSpPr/>
          <p:nvPr/>
        </p:nvSpPr>
        <p:spPr>
          <a:xfrm>
            <a:off x="2682240" y="2852928"/>
            <a:ext cx="307238" cy="307238"/>
          </a:xfrm>
          <a:prstGeom prst="roundRect">
            <a:avLst>
              <a:gd name="adj" fmla="val 8929"/>
            </a:avLst>
          </a:prstGeom>
          <a:solidFill>
            <a:srgbClr val="F5F5F5"/>
          </a:solidFill>
          <a:ln w="12700">
            <a:solidFill>
              <a:srgbClr val="F5F5F5"/>
            </a:solidFill>
            <a:prstDash val="solid"/>
          </a:ln>
        </p:spPr>
      </p:sp>
      <p:sp>
        <p:nvSpPr>
          <p:cNvPr id="101" name="Text 97"/>
          <p:cNvSpPr txBox="1"/>
          <p:nvPr/>
        </p:nvSpPr>
        <p:spPr>
          <a:xfrm>
            <a:off x="2682240"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B</a:t>
            </a:r>
            <a:endParaRPr lang="en-US" sz="800" dirty="0"/>
          </a:p>
        </p:txBody>
      </p:sp>
      <p:sp>
        <p:nvSpPr>
          <p:cNvPr id="102" name="Shape 98"/>
          <p:cNvSpPr/>
          <p:nvPr/>
        </p:nvSpPr>
        <p:spPr>
          <a:xfrm>
            <a:off x="3023616" y="2852928"/>
            <a:ext cx="307238" cy="307238"/>
          </a:xfrm>
          <a:prstGeom prst="roundRect">
            <a:avLst>
              <a:gd name="adj" fmla="val 8929"/>
            </a:avLst>
          </a:prstGeom>
          <a:solidFill>
            <a:srgbClr val="F5F5F5"/>
          </a:solidFill>
          <a:ln w="12700">
            <a:solidFill>
              <a:srgbClr val="F5F5F5"/>
            </a:solidFill>
            <a:prstDash val="solid"/>
          </a:ln>
        </p:spPr>
      </p:sp>
      <p:sp>
        <p:nvSpPr>
          <p:cNvPr id="103" name="Text 99"/>
          <p:cNvSpPr txBox="1"/>
          <p:nvPr/>
        </p:nvSpPr>
        <p:spPr>
          <a:xfrm>
            <a:off x="3023616"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N</a:t>
            </a:r>
            <a:endParaRPr lang="en-US" sz="800" dirty="0"/>
          </a:p>
        </p:txBody>
      </p:sp>
      <p:sp>
        <p:nvSpPr>
          <p:cNvPr id="104" name="Shape 100"/>
          <p:cNvSpPr/>
          <p:nvPr/>
        </p:nvSpPr>
        <p:spPr>
          <a:xfrm>
            <a:off x="3364992" y="2852928"/>
            <a:ext cx="307238" cy="307238"/>
          </a:xfrm>
          <a:prstGeom prst="roundRect">
            <a:avLst>
              <a:gd name="adj" fmla="val 8929"/>
            </a:avLst>
          </a:prstGeom>
          <a:solidFill>
            <a:srgbClr val="F5F5F5"/>
          </a:solidFill>
          <a:ln w="12700">
            <a:solidFill>
              <a:srgbClr val="F5F5F5"/>
            </a:solidFill>
            <a:prstDash val="solid"/>
          </a:ln>
        </p:spPr>
      </p:sp>
      <p:sp>
        <p:nvSpPr>
          <p:cNvPr id="105" name="Text 101"/>
          <p:cNvSpPr txBox="1"/>
          <p:nvPr/>
        </p:nvSpPr>
        <p:spPr>
          <a:xfrm>
            <a:off x="3364992"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M</a:t>
            </a:r>
            <a:endParaRPr lang="en-US" sz="800" dirty="0"/>
          </a:p>
        </p:txBody>
      </p:sp>
      <p:sp>
        <p:nvSpPr>
          <p:cNvPr id="106" name="Shape 102"/>
          <p:cNvSpPr/>
          <p:nvPr/>
        </p:nvSpPr>
        <p:spPr>
          <a:xfrm>
            <a:off x="3706368" y="2852928"/>
            <a:ext cx="307238" cy="307238"/>
          </a:xfrm>
          <a:prstGeom prst="roundRect">
            <a:avLst>
              <a:gd name="adj" fmla="val 8929"/>
            </a:avLst>
          </a:prstGeom>
          <a:solidFill>
            <a:srgbClr val="F5F5F5"/>
          </a:solidFill>
          <a:ln w="12700">
            <a:solidFill>
              <a:srgbClr val="F5F5F5"/>
            </a:solidFill>
            <a:prstDash val="solid"/>
          </a:ln>
        </p:spPr>
      </p:sp>
      <p:sp>
        <p:nvSpPr>
          <p:cNvPr id="107" name="Text 103"/>
          <p:cNvSpPr txBox="1"/>
          <p:nvPr/>
        </p:nvSpPr>
        <p:spPr>
          <a:xfrm>
            <a:off x="3706368"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108" name="Shape 104"/>
          <p:cNvSpPr/>
          <p:nvPr/>
        </p:nvSpPr>
        <p:spPr>
          <a:xfrm>
            <a:off x="4047744" y="2852928"/>
            <a:ext cx="307238" cy="307238"/>
          </a:xfrm>
          <a:prstGeom prst="roundRect">
            <a:avLst>
              <a:gd name="adj" fmla="val 8929"/>
            </a:avLst>
          </a:prstGeom>
          <a:solidFill>
            <a:srgbClr val="F5F5F5"/>
          </a:solidFill>
          <a:ln w="12700">
            <a:solidFill>
              <a:srgbClr val="F5F5F5"/>
            </a:solidFill>
            <a:prstDash val="solid"/>
          </a:ln>
        </p:spPr>
      </p:sp>
      <p:sp>
        <p:nvSpPr>
          <p:cNvPr id="109" name="Text 105"/>
          <p:cNvSpPr txBox="1"/>
          <p:nvPr/>
        </p:nvSpPr>
        <p:spPr>
          <a:xfrm>
            <a:off x="4047744"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110" name="Shape 106"/>
          <p:cNvSpPr/>
          <p:nvPr/>
        </p:nvSpPr>
        <p:spPr>
          <a:xfrm>
            <a:off x="4389120" y="2852928"/>
            <a:ext cx="307238" cy="307238"/>
          </a:xfrm>
          <a:prstGeom prst="roundRect">
            <a:avLst>
              <a:gd name="adj" fmla="val 8929"/>
            </a:avLst>
          </a:prstGeom>
          <a:solidFill>
            <a:srgbClr val="F5F5F5"/>
          </a:solidFill>
          <a:ln w="12700">
            <a:solidFill>
              <a:srgbClr val="F5F5F5"/>
            </a:solidFill>
            <a:prstDash val="solid"/>
          </a:ln>
        </p:spPr>
      </p:sp>
      <p:sp>
        <p:nvSpPr>
          <p:cNvPr id="111" name="Text 107"/>
          <p:cNvSpPr txBox="1"/>
          <p:nvPr/>
        </p:nvSpPr>
        <p:spPr>
          <a:xfrm>
            <a:off x="4389120" y="2852928"/>
            <a:ext cx="307238" cy="307238"/>
          </a:xfrm>
          <a:prstGeom prst="rect">
            <a:avLst/>
          </a:prstGeom>
          <a:noFill/>
          <a:ln/>
        </p:spPr>
        <p:txBody>
          <a:bodyPr wrap="square" lIns="0" tIns="0" rIns="0" bIns="0" rtlCol="0" anchor="ctr"/>
          <a:lstStyle/>
          <a:p>
            <a:pPr algn="ctr" indent="0" marL="0">
              <a:buNone/>
            </a:pPr>
            <a:r>
              <a:rPr lang="en-US" sz="800" dirty="0">
                <a:solidFill>
                  <a:srgbClr val="333333"/>
                </a:solidFill>
                <a:latin typeface="Calibri" pitchFamily="34" charset="0"/>
                <a:ea typeface="Calibri" pitchFamily="34" charset="-122"/>
                <a:cs typeface="Calibri" pitchFamily="34" charset="-120"/>
              </a:rPr>
              <a:t>/</a:t>
            </a:r>
            <a:endParaRPr lang="en-US" sz="800" dirty="0"/>
          </a:p>
        </p:txBody>
      </p:sp>
      <p:sp>
        <p:nvSpPr>
          <p:cNvPr id="112" name="Shape 108"/>
          <p:cNvSpPr/>
          <p:nvPr/>
        </p:nvSpPr>
        <p:spPr>
          <a:xfrm>
            <a:off x="4730496" y="2852928"/>
            <a:ext cx="904646" cy="307238"/>
          </a:xfrm>
          <a:prstGeom prst="roundRect">
            <a:avLst>
              <a:gd name="adj" fmla="val 8929"/>
            </a:avLst>
          </a:prstGeom>
          <a:solidFill>
            <a:srgbClr val="F5F5F5"/>
          </a:solidFill>
          <a:ln w="12700">
            <a:solidFill>
              <a:srgbClr val="F5F5F5"/>
            </a:solidFill>
            <a:prstDash val="solid"/>
          </a:ln>
        </p:spPr>
      </p:sp>
      <p:sp>
        <p:nvSpPr>
          <p:cNvPr id="113" name="Text 109"/>
          <p:cNvSpPr txBox="1"/>
          <p:nvPr/>
        </p:nvSpPr>
        <p:spPr>
          <a:xfrm>
            <a:off x="4730496" y="2852928"/>
            <a:ext cx="904646" cy="307238"/>
          </a:xfrm>
          <a:prstGeom prst="rect">
            <a:avLst/>
          </a:prstGeom>
          <a:noFill/>
          <a:ln/>
        </p:spPr>
        <p:txBody>
          <a:bodyPr wrap="square" lIns="0" tIns="0" rIns="0" bIns="0" rtlCol="0" anchor="ctr"/>
          <a:lstStyle/>
          <a:p>
            <a:pPr algn="ctr" indent="0" marL="0">
              <a:buNone/>
            </a:pPr>
            <a:r>
              <a:rPr lang="en-US" sz="600" dirty="0">
                <a:solidFill>
                  <a:srgbClr val="333333"/>
                </a:solidFill>
                <a:latin typeface="Calibri" pitchFamily="34" charset="0"/>
                <a:ea typeface="Calibri" pitchFamily="34" charset="-122"/>
                <a:cs typeface="Calibri" pitchFamily="34" charset="-120"/>
              </a:rPr>
              <a:t>Shift</a:t>
            </a:r>
            <a:endParaRPr lang="en-US" sz="600" dirty="0"/>
          </a:p>
        </p:txBody>
      </p:sp>
      <p:sp>
        <p:nvSpPr>
          <p:cNvPr id="114" name="Shape 110"/>
          <p:cNvSpPr/>
          <p:nvPr/>
        </p:nvSpPr>
        <p:spPr>
          <a:xfrm>
            <a:off x="548640" y="3194304"/>
            <a:ext cx="477926" cy="307238"/>
          </a:xfrm>
          <a:prstGeom prst="roundRect">
            <a:avLst>
              <a:gd name="adj" fmla="val 8929"/>
            </a:avLst>
          </a:prstGeom>
          <a:solidFill>
            <a:srgbClr val="F5F5F5"/>
          </a:solidFill>
          <a:ln w="12700">
            <a:solidFill>
              <a:srgbClr val="F5F5F5"/>
            </a:solidFill>
            <a:prstDash val="solid"/>
          </a:ln>
        </p:spPr>
      </p:sp>
      <p:sp>
        <p:nvSpPr>
          <p:cNvPr id="115" name="Text 111"/>
          <p:cNvSpPr txBox="1"/>
          <p:nvPr/>
        </p:nvSpPr>
        <p:spPr>
          <a:xfrm>
            <a:off x="548640" y="3194304"/>
            <a:ext cx="477926" cy="307238"/>
          </a:xfrm>
          <a:prstGeom prst="rect">
            <a:avLst/>
          </a:prstGeom>
          <a:noFill/>
          <a:ln/>
        </p:spPr>
        <p:txBody>
          <a:bodyPr wrap="square" lIns="0" tIns="0" rIns="0" bIns="0" rtlCol="0" anchor="ctr"/>
          <a:lstStyle/>
          <a:p>
            <a:pPr algn="ctr" indent="0" marL="0">
              <a:buNone/>
            </a:pPr>
            <a:r>
              <a:rPr lang="en-US" sz="600" dirty="0">
                <a:solidFill>
                  <a:srgbClr val="333333"/>
                </a:solidFill>
                <a:latin typeface="Calibri" pitchFamily="34" charset="0"/>
                <a:ea typeface="Calibri" pitchFamily="34" charset="-122"/>
                <a:cs typeface="Calibri" pitchFamily="34" charset="-120"/>
              </a:rPr>
              <a:t>Ctrl</a:t>
            </a:r>
            <a:endParaRPr lang="en-US" sz="600" dirty="0"/>
          </a:p>
        </p:txBody>
      </p:sp>
      <p:sp>
        <p:nvSpPr>
          <p:cNvPr id="116" name="Shape 112"/>
          <p:cNvSpPr/>
          <p:nvPr/>
        </p:nvSpPr>
        <p:spPr>
          <a:xfrm>
            <a:off x="1060704" y="3194304"/>
            <a:ext cx="477926" cy="307238"/>
          </a:xfrm>
          <a:prstGeom prst="roundRect">
            <a:avLst>
              <a:gd name="adj" fmla="val 8929"/>
            </a:avLst>
          </a:prstGeom>
          <a:solidFill>
            <a:srgbClr val="F5F5F5"/>
          </a:solidFill>
          <a:ln w="12700">
            <a:solidFill>
              <a:srgbClr val="F5F5F5"/>
            </a:solidFill>
            <a:prstDash val="solid"/>
          </a:ln>
        </p:spPr>
      </p:sp>
      <p:sp>
        <p:nvSpPr>
          <p:cNvPr id="117" name="Text 113"/>
          <p:cNvSpPr txBox="1"/>
          <p:nvPr/>
        </p:nvSpPr>
        <p:spPr>
          <a:xfrm>
            <a:off x="1060704" y="3194304"/>
            <a:ext cx="477926" cy="307238"/>
          </a:xfrm>
          <a:prstGeom prst="rect">
            <a:avLst/>
          </a:prstGeom>
          <a:noFill/>
          <a:ln/>
        </p:spPr>
        <p:txBody>
          <a:bodyPr wrap="square" lIns="0" tIns="0" rIns="0" bIns="0" rtlCol="0" anchor="ctr"/>
          <a:lstStyle/>
          <a:p>
            <a:pPr algn="ctr" indent="0" marL="0">
              <a:buNone/>
            </a:pPr>
            <a:r>
              <a:rPr lang="en-US" sz="600" dirty="0">
                <a:solidFill>
                  <a:srgbClr val="333333"/>
                </a:solidFill>
                <a:latin typeface="Calibri" pitchFamily="34" charset="0"/>
                <a:ea typeface="Calibri" pitchFamily="34" charset="-122"/>
                <a:cs typeface="Calibri" pitchFamily="34" charset="-120"/>
              </a:rPr>
              <a:t>Alt</a:t>
            </a:r>
            <a:endParaRPr lang="en-US" sz="600" dirty="0"/>
          </a:p>
        </p:txBody>
      </p:sp>
      <p:sp>
        <p:nvSpPr>
          <p:cNvPr id="118" name="Shape 114"/>
          <p:cNvSpPr/>
          <p:nvPr/>
        </p:nvSpPr>
        <p:spPr>
          <a:xfrm>
            <a:off x="1572768" y="3194304"/>
            <a:ext cx="3038246" cy="307238"/>
          </a:xfrm>
          <a:prstGeom prst="roundRect">
            <a:avLst>
              <a:gd name="adj" fmla="val 8929"/>
            </a:avLst>
          </a:prstGeom>
          <a:solidFill>
            <a:srgbClr val="0078D4"/>
          </a:solidFill>
          <a:ln w="12700">
            <a:solidFill>
              <a:srgbClr val="0078D4"/>
            </a:solidFill>
            <a:prstDash val="solid"/>
          </a:ln>
        </p:spPr>
      </p:sp>
      <p:sp>
        <p:nvSpPr>
          <p:cNvPr id="119" name="Text 115"/>
          <p:cNvSpPr txBox="1"/>
          <p:nvPr/>
        </p:nvSpPr>
        <p:spPr>
          <a:xfrm>
            <a:off x="1572768" y="3194304"/>
            <a:ext cx="3038246" cy="307238"/>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Spasi</a:t>
            </a:r>
            <a:endParaRPr lang="en-US" sz="600" dirty="0"/>
          </a:p>
        </p:txBody>
      </p:sp>
      <p:sp>
        <p:nvSpPr>
          <p:cNvPr id="120" name="Shape 116"/>
          <p:cNvSpPr/>
          <p:nvPr/>
        </p:nvSpPr>
        <p:spPr>
          <a:xfrm>
            <a:off x="4645152" y="3194304"/>
            <a:ext cx="477926" cy="307238"/>
          </a:xfrm>
          <a:prstGeom prst="roundRect">
            <a:avLst>
              <a:gd name="adj" fmla="val 8929"/>
            </a:avLst>
          </a:prstGeom>
          <a:solidFill>
            <a:srgbClr val="F5F5F5"/>
          </a:solidFill>
          <a:ln w="12700">
            <a:solidFill>
              <a:srgbClr val="F5F5F5"/>
            </a:solidFill>
            <a:prstDash val="solid"/>
          </a:ln>
        </p:spPr>
      </p:sp>
      <p:sp>
        <p:nvSpPr>
          <p:cNvPr id="121" name="Text 117"/>
          <p:cNvSpPr txBox="1"/>
          <p:nvPr/>
        </p:nvSpPr>
        <p:spPr>
          <a:xfrm>
            <a:off x="4645152" y="3194304"/>
            <a:ext cx="477926" cy="307238"/>
          </a:xfrm>
          <a:prstGeom prst="rect">
            <a:avLst/>
          </a:prstGeom>
          <a:noFill/>
          <a:ln/>
        </p:spPr>
        <p:txBody>
          <a:bodyPr wrap="square" lIns="0" tIns="0" rIns="0" bIns="0" rtlCol="0" anchor="ctr"/>
          <a:lstStyle/>
          <a:p>
            <a:pPr algn="ctr" indent="0" marL="0">
              <a:buNone/>
            </a:pPr>
            <a:r>
              <a:rPr lang="en-US" sz="600" dirty="0">
                <a:solidFill>
                  <a:srgbClr val="333333"/>
                </a:solidFill>
                <a:latin typeface="Calibri" pitchFamily="34" charset="0"/>
                <a:ea typeface="Calibri" pitchFamily="34" charset="-122"/>
                <a:cs typeface="Calibri" pitchFamily="34" charset="-120"/>
              </a:rPr>
              <a:t>Alt</a:t>
            </a:r>
            <a:endParaRPr lang="en-US" sz="600" dirty="0"/>
          </a:p>
        </p:txBody>
      </p:sp>
      <p:sp>
        <p:nvSpPr>
          <p:cNvPr id="122" name="Shape 118"/>
          <p:cNvSpPr/>
          <p:nvPr/>
        </p:nvSpPr>
        <p:spPr>
          <a:xfrm>
            <a:off x="5157216" y="3194304"/>
            <a:ext cx="477926" cy="307238"/>
          </a:xfrm>
          <a:prstGeom prst="roundRect">
            <a:avLst>
              <a:gd name="adj" fmla="val 8929"/>
            </a:avLst>
          </a:prstGeom>
          <a:solidFill>
            <a:srgbClr val="F5F5F5"/>
          </a:solidFill>
          <a:ln w="12700">
            <a:solidFill>
              <a:srgbClr val="F5F5F5"/>
            </a:solidFill>
            <a:prstDash val="solid"/>
          </a:ln>
        </p:spPr>
      </p:sp>
      <p:sp>
        <p:nvSpPr>
          <p:cNvPr id="123" name="Text 119"/>
          <p:cNvSpPr txBox="1"/>
          <p:nvPr/>
        </p:nvSpPr>
        <p:spPr>
          <a:xfrm>
            <a:off x="5157216" y="3194304"/>
            <a:ext cx="477926" cy="307238"/>
          </a:xfrm>
          <a:prstGeom prst="rect">
            <a:avLst/>
          </a:prstGeom>
          <a:noFill/>
          <a:ln/>
        </p:spPr>
        <p:txBody>
          <a:bodyPr wrap="square" lIns="0" tIns="0" rIns="0" bIns="0" rtlCol="0" anchor="ctr"/>
          <a:lstStyle/>
          <a:p>
            <a:pPr algn="ctr" indent="0" marL="0">
              <a:buNone/>
            </a:pPr>
            <a:r>
              <a:rPr lang="en-US" sz="600" dirty="0">
                <a:solidFill>
                  <a:srgbClr val="333333"/>
                </a:solidFill>
                <a:latin typeface="Calibri" pitchFamily="34" charset="0"/>
                <a:ea typeface="Calibri" pitchFamily="34" charset="-122"/>
                <a:cs typeface="Calibri" pitchFamily="34" charset="-120"/>
              </a:rPr>
              <a:t>Ctrl</a:t>
            </a:r>
            <a:endParaRPr lang="en-US" sz="600" dirty="0"/>
          </a:p>
        </p:txBody>
      </p:sp>
      <p:sp>
        <p:nvSpPr>
          <p:cNvPr id="124" name="Shape 120"/>
          <p:cNvSpPr/>
          <p:nvPr/>
        </p:nvSpPr>
        <p:spPr>
          <a:xfrm>
            <a:off x="6035040" y="1280160"/>
            <a:ext cx="365760" cy="365760"/>
          </a:xfrm>
          <a:prstGeom prst="ellipse">
            <a:avLst/>
          </a:prstGeom>
          <a:solidFill>
            <a:srgbClr val="D4A017"/>
          </a:solidFill>
          <a:ln/>
        </p:spPr>
      </p:sp>
      <p:sp>
        <p:nvSpPr>
          <p:cNvPr id="125" name="Text 121"/>
          <p:cNvSpPr txBox="1"/>
          <p:nvPr/>
        </p:nvSpPr>
        <p:spPr>
          <a:xfrm>
            <a:off x="6035040" y="12801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6" name="Text 122"/>
          <p:cNvSpPr txBox="1"/>
          <p:nvPr/>
        </p:nvSpPr>
        <p:spPr>
          <a:xfrm>
            <a:off x="6537960" y="1188720"/>
            <a:ext cx="2148840" cy="73152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Telunjuk kiri di F, telunjuk kanan di J</a:t>
            </a:r>
            <a:endParaRPr lang="en-US" sz="1300" dirty="0"/>
          </a:p>
        </p:txBody>
      </p:sp>
      <p:sp>
        <p:nvSpPr>
          <p:cNvPr id="127" name="Shape 123"/>
          <p:cNvSpPr/>
          <p:nvPr/>
        </p:nvSpPr>
        <p:spPr>
          <a:xfrm>
            <a:off x="6035040" y="2103120"/>
            <a:ext cx="365760" cy="365760"/>
          </a:xfrm>
          <a:prstGeom prst="ellipse">
            <a:avLst/>
          </a:prstGeom>
          <a:solidFill>
            <a:srgbClr val="D4A017"/>
          </a:solidFill>
          <a:ln/>
        </p:spPr>
      </p:sp>
      <p:sp>
        <p:nvSpPr>
          <p:cNvPr id="128" name="Text 124"/>
          <p:cNvSpPr txBox="1"/>
          <p:nvPr/>
        </p:nvSpPr>
        <p:spPr>
          <a:xfrm>
            <a:off x="6035040" y="21031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9" name="Text 125"/>
          <p:cNvSpPr txBox="1"/>
          <p:nvPr/>
        </p:nvSpPr>
        <p:spPr>
          <a:xfrm>
            <a:off x="6537960" y="2011680"/>
            <a:ext cx="2148840" cy="73152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Jari lain berjajar: A S D (kiri) dan K L ; (kanan)</a:t>
            </a:r>
            <a:endParaRPr lang="en-US" sz="1300" dirty="0"/>
          </a:p>
        </p:txBody>
      </p:sp>
      <p:sp>
        <p:nvSpPr>
          <p:cNvPr id="130" name="Shape 126"/>
          <p:cNvSpPr/>
          <p:nvPr/>
        </p:nvSpPr>
        <p:spPr>
          <a:xfrm>
            <a:off x="6035040" y="2926080"/>
            <a:ext cx="365760" cy="365760"/>
          </a:xfrm>
          <a:prstGeom prst="ellipse">
            <a:avLst/>
          </a:prstGeom>
          <a:solidFill>
            <a:srgbClr val="D4A017"/>
          </a:solidFill>
          <a:ln/>
        </p:spPr>
      </p:sp>
      <p:sp>
        <p:nvSpPr>
          <p:cNvPr id="131" name="Text 127"/>
          <p:cNvSpPr txBox="1"/>
          <p:nvPr/>
        </p:nvSpPr>
        <p:spPr>
          <a:xfrm>
            <a:off x="6035040" y="29260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2" name="Text 128"/>
          <p:cNvSpPr txBox="1"/>
          <p:nvPr/>
        </p:nvSpPr>
        <p:spPr>
          <a:xfrm>
            <a:off x="6537960" y="2834640"/>
            <a:ext cx="2148840" cy="73152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Kedua ibu jari di atas Spasi</a:t>
            </a:r>
            <a:endParaRPr lang="en-US" sz="1300" dirty="0"/>
          </a:p>
        </p:txBody>
      </p:sp>
      <p:sp>
        <p:nvSpPr>
          <p:cNvPr id="133" name="Shape 129"/>
          <p:cNvSpPr/>
          <p:nvPr/>
        </p:nvSpPr>
        <p:spPr>
          <a:xfrm>
            <a:off x="6035040" y="3749040"/>
            <a:ext cx="365760" cy="365760"/>
          </a:xfrm>
          <a:prstGeom prst="ellipse">
            <a:avLst/>
          </a:prstGeom>
          <a:solidFill>
            <a:srgbClr val="D4A017"/>
          </a:solidFill>
          <a:ln/>
        </p:spPr>
      </p:sp>
      <p:sp>
        <p:nvSpPr>
          <p:cNvPr id="134" name="Text 130"/>
          <p:cNvSpPr txBox="1"/>
          <p:nvPr/>
        </p:nvSpPr>
        <p:spPr>
          <a:xfrm>
            <a:off x="6035040" y="37490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35" name="Text 131"/>
          <p:cNvSpPr txBox="1"/>
          <p:nvPr/>
        </p:nvSpPr>
        <p:spPr>
          <a:xfrm>
            <a:off x="6537960" y="3657600"/>
            <a:ext cx="2148840" cy="73152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Punggung tegak, mata melihat layar</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Menggunakan Mouse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1097280" y="1234440"/>
            <a:ext cx="2011680" cy="3218688"/>
          </a:xfrm>
          <a:prstGeom prst="roundRect">
            <a:avLst>
              <a:gd name="adj" fmla="val 45000"/>
            </a:avLst>
          </a:prstGeom>
          <a:solidFill>
            <a:srgbClr val="F5F5F5"/>
          </a:solidFill>
          <a:ln w="25400">
            <a:solidFill>
              <a:srgbClr val="555555"/>
            </a:solidFill>
            <a:prstDash val="solid"/>
          </a:ln>
        </p:spPr>
      </p:sp>
      <p:sp>
        <p:nvSpPr>
          <p:cNvPr id="10" name="Shape 6"/>
          <p:cNvSpPr/>
          <p:nvPr/>
        </p:nvSpPr>
        <p:spPr>
          <a:xfrm>
            <a:off x="2103120" y="1234440"/>
            <a:ext cx="0" cy="1287475"/>
          </a:xfrm>
          <a:prstGeom prst="line">
            <a:avLst/>
          </a:prstGeom>
          <a:noFill/>
          <a:ln w="19050">
            <a:solidFill>
              <a:srgbClr val="555555"/>
            </a:solidFill>
            <a:prstDash val="solid"/>
          </a:ln>
        </p:spPr>
      </p:sp>
      <p:sp>
        <p:nvSpPr>
          <p:cNvPr id="11" name="Shape 7"/>
          <p:cNvSpPr/>
          <p:nvPr/>
        </p:nvSpPr>
        <p:spPr>
          <a:xfrm>
            <a:off x="1097280" y="2521915"/>
            <a:ext cx="2011680" cy="0"/>
          </a:xfrm>
          <a:prstGeom prst="line">
            <a:avLst/>
          </a:prstGeom>
          <a:noFill/>
          <a:ln w="19050">
            <a:solidFill>
              <a:srgbClr val="555555"/>
            </a:solidFill>
            <a:prstDash val="solid"/>
          </a:ln>
        </p:spPr>
      </p:sp>
      <p:sp>
        <p:nvSpPr>
          <p:cNvPr id="12" name="Shape 8"/>
          <p:cNvSpPr/>
          <p:nvPr/>
        </p:nvSpPr>
        <p:spPr>
          <a:xfrm>
            <a:off x="1962302" y="1620683"/>
            <a:ext cx="281635" cy="579364"/>
          </a:xfrm>
          <a:prstGeom prst="roundRect">
            <a:avLst>
              <a:gd name="adj" fmla="val 12987"/>
            </a:avLst>
          </a:prstGeom>
          <a:solidFill>
            <a:srgbClr val="555555"/>
          </a:solidFill>
          <a:ln w="12700">
            <a:solidFill>
              <a:srgbClr val="555555"/>
            </a:solidFill>
            <a:prstDash val="solid"/>
          </a:ln>
        </p:spPr>
      </p:sp>
      <p:sp>
        <p:nvSpPr>
          <p:cNvPr id="13" name="Shape 9"/>
          <p:cNvSpPr/>
          <p:nvPr/>
        </p:nvSpPr>
        <p:spPr>
          <a:xfrm>
            <a:off x="1216152" y="1534363"/>
            <a:ext cx="365760" cy="365760"/>
          </a:xfrm>
          <a:prstGeom prst="ellipse">
            <a:avLst/>
          </a:prstGeom>
          <a:solidFill>
            <a:srgbClr val="E53935"/>
          </a:solidFill>
          <a:ln w="19050">
            <a:solidFill>
              <a:srgbClr val="FFFFFF"/>
            </a:solidFill>
            <a:prstDash val="solid"/>
          </a:ln>
        </p:spPr>
      </p:sp>
      <p:sp>
        <p:nvSpPr>
          <p:cNvPr id="14" name="Text 10"/>
          <p:cNvSpPr txBox="1"/>
          <p:nvPr/>
        </p:nvSpPr>
        <p:spPr>
          <a:xfrm>
            <a:off x="1216152" y="1534363"/>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1"/>
          <p:cNvSpPr/>
          <p:nvPr/>
        </p:nvSpPr>
        <p:spPr>
          <a:xfrm>
            <a:off x="2322576" y="1534363"/>
            <a:ext cx="365760" cy="365760"/>
          </a:xfrm>
          <a:prstGeom prst="ellipse">
            <a:avLst/>
          </a:prstGeom>
          <a:solidFill>
            <a:srgbClr val="D4A017"/>
          </a:solidFill>
          <a:ln w="19050">
            <a:solidFill>
              <a:srgbClr val="FFFFFF"/>
            </a:solidFill>
            <a:prstDash val="solid"/>
          </a:ln>
        </p:spPr>
      </p:sp>
      <p:sp>
        <p:nvSpPr>
          <p:cNvPr id="16" name="Text 12"/>
          <p:cNvSpPr txBox="1"/>
          <p:nvPr/>
        </p:nvSpPr>
        <p:spPr>
          <a:xfrm>
            <a:off x="2322576" y="1534363"/>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Shape 13"/>
          <p:cNvSpPr/>
          <p:nvPr/>
        </p:nvSpPr>
        <p:spPr>
          <a:xfrm>
            <a:off x="1920240" y="1695298"/>
            <a:ext cx="365760" cy="365760"/>
          </a:xfrm>
          <a:prstGeom prst="ellipse">
            <a:avLst/>
          </a:prstGeom>
          <a:solidFill>
            <a:srgbClr val="0078D4"/>
          </a:solidFill>
          <a:ln w="19050">
            <a:solidFill>
              <a:srgbClr val="FFFFFF"/>
            </a:solidFill>
            <a:prstDash val="solid"/>
          </a:ln>
        </p:spPr>
      </p:sp>
      <p:sp>
        <p:nvSpPr>
          <p:cNvPr id="18" name="Text 14"/>
          <p:cNvSpPr txBox="1"/>
          <p:nvPr/>
        </p:nvSpPr>
        <p:spPr>
          <a:xfrm>
            <a:off x="1920240" y="169529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Shape 15"/>
          <p:cNvSpPr/>
          <p:nvPr/>
        </p:nvSpPr>
        <p:spPr>
          <a:xfrm>
            <a:off x="3931920" y="1143000"/>
            <a:ext cx="475488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069080" y="1325880"/>
            <a:ext cx="384048" cy="384048"/>
          </a:xfrm>
          <a:prstGeom prst="ellipse">
            <a:avLst/>
          </a:prstGeom>
          <a:solidFill>
            <a:srgbClr val="E53935"/>
          </a:solidFill>
          <a:ln/>
        </p:spPr>
      </p:sp>
      <p:sp>
        <p:nvSpPr>
          <p:cNvPr id="21" name="Text 17"/>
          <p:cNvSpPr txBox="1"/>
          <p:nvPr/>
        </p:nvSpPr>
        <p:spPr>
          <a:xfrm>
            <a:off x="4069080" y="13258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2" name="Text 18"/>
          <p:cNvSpPr txBox="1"/>
          <p:nvPr/>
        </p:nvSpPr>
        <p:spPr>
          <a:xfrm>
            <a:off x="4617720" y="1188720"/>
            <a:ext cx="3931920" cy="274320"/>
          </a:xfrm>
          <a:prstGeom prst="rect">
            <a:avLst/>
          </a:prstGeom>
          <a:noFill/>
          <a:ln/>
        </p:spPr>
        <p:txBody>
          <a:bodyPr wrap="square" lIns="0" tIns="0" rIns="0" bIns="0" rtlCol="0" anchor="t"/>
          <a:lstStyle/>
          <a:p>
            <a:pPr indent="0" marL="0">
              <a:buNone/>
            </a:pPr>
            <a:r>
              <a:rPr lang="en-US" sz="1400" b="1" dirty="0">
                <a:solidFill>
                  <a:srgbClr val="0F4C3A"/>
                </a:solidFill>
                <a:latin typeface="Calibri" pitchFamily="34" charset="0"/>
                <a:ea typeface="Calibri" pitchFamily="34" charset="-122"/>
                <a:cs typeface="Calibri" pitchFamily="34" charset="-120"/>
              </a:rPr>
              <a:t>Tombol kiri</a:t>
            </a:r>
            <a:endParaRPr lang="en-US" sz="1400" dirty="0"/>
          </a:p>
        </p:txBody>
      </p:sp>
      <p:sp>
        <p:nvSpPr>
          <p:cNvPr id="23" name="Text 19"/>
          <p:cNvSpPr txBox="1"/>
          <p:nvPr/>
        </p:nvSpPr>
        <p:spPr>
          <a:xfrm>
            <a:off x="4617720" y="1463040"/>
            <a:ext cx="3931920" cy="4114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Klik sekali = memilih. Klik dua kali cepat = membuka.</a:t>
            </a:r>
            <a:endParaRPr lang="en-US" sz="1250" dirty="0"/>
          </a:p>
        </p:txBody>
      </p:sp>
      <p:sp>
        <p:nvSpPr>
          <p:cNvPr id="24" name="Shape 20"/>
          <p:cNvSpPr/>
          <p:nvPr/>
        </p:nvSpPr>
        <p:spPr>
          <a:xfrm>
            <a:off x="3931920" y="2011680"/>
            <a:ext cx="4754880" cy="749808"/>
          </a:xfrm>
          <a:prstGeom prst="roundRect">
            <a:avLst>
              <a:gd name="adj" fmla="val 12195"/>
            </a:avLst>
          </a:prstGeom>
          <a:solidFill>
            <a:srgbClr val="E6F2EC"/>
          </a:solidFill>
          <a:ln w="12700">
            <a:solidFill>
              <a:srgbClr val="E6F2EC"/>
            </a:solidFill>
            <a:prstDash val="solid"/>
          </a:ln>
        </p:spPr>
      </p:sp>
      <p:sp>
        <p:nvSpPr>
          <p:cNvPr id="25" name="Shape 21"/>
          <p:cNvSpPr/>
          <p:nvPr/>
        </p:nvSpPr>
        <p:spPr>
          <a:xfrm>
            <a:off x="4069080" y="2194560"/>
            <a:ext cx="384048" cy="384048"/>
          </a:xfrm>
          <a:prstGeom prst="ellipse">
            <a:avLst/>
          </a:prstGeom>
          <a:solidFill>
            <a:srgbClr val="D4A017"/>
          </a:solidFill>
          <a:ln/>
        </p:spPr>
      </p:sp>
      <p:sp>
        <p:nvSpPr>
          <p:cNvPr id="26" name="Text 22"/>
          <p:cNvSpPr txBox="1"/>
          <p:nvPr/>
        </p:nvSpPr>
        <p:spPr>
          <a:xfrm>
            <a:off x="4069080" y="219456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7" name="Text 23"/>
          <p:cNvSpPr txBox="1"/>
          <p:nvPr/>
        </p:nvSpPr>
        <p:spPr>
          <a:xfrm>
            <a:off x="4617720" y="2057400"/>
            <a:ext cx="3931920" cy="274320"/>
          </a:xfrm>
          <a:prstGeom prst="rect">
            <a:avLst/>
          </a:prstGeom>
          <a:noFill/>
          <a:ln/>
        </p:spPr>
        <p:txBody>
          <a:bodyPr wrap="square" lIns="0" tIns="0" rIns="0" bIns="0" rtlCol="0" anchor="t"/>
          <a:lstStyle/>
          <a:p>
            <a:pPr indent="0" marL="0">
              <a:buNone/>
            </a:pPr>
            <a:r>
              <a:rPr lang="en-US" sz="1400" b="1" dirty="0">
                <a:solidFill>
                  <a:srgbClr val="0F4C3A"/>
                </a:solidFill>
                <a:latin typeface="Calibri" pitchFamily="34" charset="0"/>
                <a:ea typeface="Calibri" pitchFamily="34" charset="-122"/>
                <a:cs typeface="Calibri" pitchFamily="34" charset="-120"/>
              </a:rPr>
              <a:t>Tombol kanan</a:t>
            </a:r>
            <a:endParaRPr lang="en-US" sz="1400" dirty="0"/>
          </a:p>
        </p:txBody>
      </p:sp>
      <p:sp>
        <p:nvSpPr>
          <p:cNvPr id="28" name="Text 24"/>
          <p:cNvSpPr txBox="1"/>
          <p:nvPr/>
        </p:nvSpPr>
        <p:spPr>
          <a:xfrm>
            <a:off x="4617720" y="2331720"/>
            <a:ext cx="3931920" cy="4114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Klik kanan = memunculkan menu pilihan.</a:t>
            </a:r>
            <a:endParaRPr lang="en-US" sz="1250" dirty="0"/>
          </a:p>
        </p:txBody>
      </p:sp>
      <p:sp>
        <p:nvSpPr>
          <p:cNvPr id="29" name="Shape 25"/>
          <p:cNvSpPr/>
          <p:nvPr/>
        </p:nvSpPr>
        <p:spPr>
          <a:xfrm>
            <a:off x="3931920" y="2880360"/>
            <a:ext cx="4754880" cy="749808"/>
          </a:xfrm>
          <a:prstGeom prst="roundRect">
            <a:avLst>
              <a:gd name="adj" fmla="val 12195"/>
            </a:avLst>
          </a:prstGeom>
          <a:solidFill>
            <a:srgbClr val="E6F2EC"/>
          </a:solidFill>
          <a:ln w="12700">
            <a:solidFill>
              <a:srgbClr val="E6F2EC"/>
            </a:solidFill>
            <a:prstDash val="solid"/>
          </a:ln>
        </p:spPr>
      </p:sp>
      <p:sp>
        <p:nvSpPr>
          <p:cNvPr id="30" name="Shape 26"/>
          <p:cNvSpPr/>
          <p:nvPr/>
        </p:nvSpPr>
        <p:spPr>
          <a:xfrm>
            <a:off x="4069080" y="3063240"/>
            <a:ext cx="384048" cy="384048"/>
          </a:xfrm>
          <a:prstGeom prst="ellipse">
            <a:avLst/>
          </a:prstGeom>
          <a:solidFill>
            <a:srgbClr val="0078D4"/>
          </a:solidFill>
          <a:ln/>
        </p:spPr>
      </p:sp>
      <p:sp>
        <p:nvSpPr>
          <p:cNvPr id="31" name="Text 27"/>
          <p:cNvSpPr txBox="1"/>
          <p:nvPr/>
        </p:nvSpPr>
        <p:spPr>
          <a:xfrm>
            <a:off x="4069080" y="30632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8"/>
          <p:cNvSpPr txBox="1"/>
          <p:nvPr/>
        </p:nvSpPr>
        <p:spPr>
          <a:xfrm>
            <a:off x="4617720" y="2926080"/>
            <a:ext cx="3931920" cy="274320"/>
          </a:xfrm>
          <a:prstGeom prst="rect">
            <a:avLst/>
          </a:prstGeom>
          <a:noFill/>
          <a:ln/>
        </p:spPr>
        <p:txBody>
          <a:bodyPr wrap="square" lIns="0" tIns="0" rIns="0" bIns="0" rtlCol="0" anchor="t"/>
          <a:lstStyle/>
          <a:p>
            <a:pPr indent="0" marL="0">
              <a:buNone/>
            </a:pPr>
            <a:r>
              <a:rPr lang="en-US" sz="1400" b="1" dirty="0">
                <a:solidFill>
                  <a:srgbClr val="0F4C3A"/>
                </a:solidFill>
                <a:latin typeface="Calibri" pitchFamily="34" charset="0"/>
                <a:ea typeface="Calibri" pitchFamily="34" charset="-122"/>
                <a:cs typeface="Calibri" pitchFamily="34" charset="-120"/>
              </a:rPr>
              <a:t>Roda (scroll)</a:t>
            </a:r>
            <a:endParaRPr lang="en-US" sz="1400" dirty="0"/>
          </a:p>
        </p:txBody>
      </p:sp>
      <p:sp>
        <p:nvSpPr>
          <p:cNvPr id="33" name="Text 29"/>
          <p:cNvSpPr txBox="1"/>
          <p:nvPr/>
        </p:nvSpPr>
        <p:spPr>
          <a:xfrm>
            <a:off x="4617720" y="3200400"/>
            <a:ext cx="3931920" cy="4114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Diputar = menggulir halaman ke atas atau ke bawah.</a:t>
            </a:r>
            <a:endParaRPr lang="en-US" sz="1250" dirty="0"/>
          </a:p>
        </p:txBody>
      </p:sp>
      <p:sp>
        <p:nvSpPr>
          <p:cNvPr id="34" name="Shape 30"/>
          <p:cNvSpPr/>
          <p:nvPr/>
        </p:nvSpPr>
        <p:spPr>
          <a:xfrm>
            <a:off x="3931920" y="3749040"/>
            <a:ext cx="4754880" cy="749808"/>
          </a:xfrm>
          <a:prstGeom prst="roundRect">
            <a:avLst>
              <a:gd name="adj" fmla="val 12195"/>
            </a:avLst>
          </a:prstGeom>
          <a:solidFill>
            <a:srgbClr val="E6F2EC"/>
          </a:solidFill>
          <a:ln w="12700">
            <a:solidFill>
              <a:srgbClr val="E6F2EC"/>
            </a:solidFill>
            <a:prstDash val="solid"/>
          </a:ln>
        </p:spPr>
      </p:sp>
      <p:sp>
        <p:nvSpPr>
          <p:cNvPr id="35" name="Shape 31"/>
          <p:cNvSpPr/>
          <p:nvPr/>
        </p:nvSpPr>
        <p:spPr>
          <a:xfrm>
            <a:off x="4069080" y="3931920"/>
            <a:ext cx="384048" cy="384048"/>
          </a:xfrm>
          <a:prstGeom prst="ellipse">
            <a:avLst/>
          </a:prstGeom>
          <a:solidFill>
            <a:srgbClr val="0F4C3A"/>
          </a:solidFill>
          <a:ln/>
        </p:spPr>
      </p:sp>
      <p:sp>
        <p:nvSpPr>
          <p:cNvPr id="36" name="Text 32"/>
          <p:cNvSpPr txBox="1"/>
          <p:nvPr/>
        </p:nvSpPr>
        <p:spPr>
          <a:xfrm>
            <a:off x="4069080" y="39319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7" name="Text 33"/>
          <p:cNvSpPr txBox="1"/>
          <p:nvPr/>
        </p:nvSpPr>
        <p:spPr>
          <a:xfrm>
            <a:off x="4617720" y="3794760"/>
            <a:ext cx="3931920" cy="274320"/>
          </a:xfrm>
          <a:prstGeom prst="rect">
            <a:avLst/>
          </a:prstGeom>
          <a:noFill/>
          <a:ln/>
        </p:spPr>
        <p:txBody>
          <a:bodyPr wrap="square" lIns="0" tIns="0" rIns="0" bIns="0" rtlCol="0" anchor="t"/>
          <a:lstStyle/>
          <a:p>
            <a:pPr indent="0" marL="0">
              <a:buNone/>
            </a:pPr>
            <a:r>
              <a:rPr lang="en-US" sz="1400" b="1" dirty="0">
                <a:solidFill>
                  <a:srgbClr val="0F4C3A"/>
                </a:solidFill>
                <a:latin typeface="Calibri" pitchFamily="34" charset="0"/>
                <a:ea typeface="Calibri" pitchFamily="34" charset="-122"/>
                <a:cs typeface="Calibri" pitchFamily="34" charset="-120"/>
              </a:rPr>
              <a:t>Seret (drag)</a:t>
            </a:r>
            <a:endParaRPr lang="en-US" sz="1400" dirty="0"/>
          </a:p>
        </p:txBody>
      </p:sp>
      <p:sp>
        <p:nvSpPr>
          <p:cNvPr id="38" name="Text 34"/>
          <p:cNvSpPr txBox="1"/>
          <p:nvPr/>
        </p:nvSpPr>
        <p:spPr>
          <a:xfrm>
            <a:off x="4617720" y="4069080"/>
            <a:ext cx="3931920" cy="4114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Tahan tombol kiri sambil menggeser = memindahkan.</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Mengenal Browser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029200" cy="3102559"/>
          </a:xfrm>
          <a:prstGeom prst="roundRect">
            <a:avLst>
              <a:gd name="adj" fmla="val 1768"/>
            </a:avLst>
          </a:prstGeom>
          <a:solidFill>
            <a:srgbClr val="2B2B2B"/>
          </a:solidFill>
          <a:ln w="12700">
            <a:solidFill>
              <a:srgbClr val="2B2B2B"/>
            </a:solidFill>
            <a:prstDash val="solid"/>
          </a:ln>
        </p:spPr>
      </p:sp>
      <p:sp>
        <p:nvSpPr>
          <p:cNvPr id="10" name="Shape 6"/>
          <p:cNvSpPr/>
          <p:nvPr/>
        </p:nvSpPr>
        <p:spPr>
          <a:xfrm>
            <a:off x="2624328" y="4154119"/>
            <a:ext cx="603504" cy="285293"/>
          </a:xfrm>
          <a:prstGeom prst="rect">
            <a:avLst/>
          </a:prstGeom>
          <a:solidFill>
            <a:srgbClr val="555555"/>
          </a:solidFill>
          <a:ln w="12700">
            <a:solidFill>
              <a:srgbClr val="555555"/>
            </a:solidFill>
            <a:prstDash val="solid"/>
          </a:ln>
        </p:spPr>
      </p:sp>
      <p:sp>
        <p:nvSpPr>
          <p:cNvPr id="11" name="Shape 7"/>
          <p:cNvSpPr/>
          <p:nvPr/>
        </p:nvSpPr>
        <p:spPr>
          <a:xfrm>
            <a:off x="2071116" y="4439412"/>
            <a:ext cx="1709928" cy="178308"/>
          </a:xfrm>
          <a:prstGeom prst="roundRect">
            <a:avLst>
              <a:gd name="adj" fmla="val 15385"/>
            </a:avLst>
          </a:prstGeom>
          <a:solidFill>
            <a:srgbClr val="444444"/>
          </a:solidFill>
          <a:ln w="12700">
            <a:solidFill>
              <a:srgbClr val="444444"/>
            </a:solidFill>
            <a:prstDash val="solid"/>
          </a:ln>
        </p:spPr>
      </p:sp>
      <p:sp>
        <p:nvSpPr>
          <p:cNvPr id="12" name="Shape 8"/>
          <p:cNvSpPr/>
          <p:nvPr/>
        </p:nvSpPr>
        <p:spPr>
          <a:xfrm>
            <a:off x="5166360" y="4044391"/>
            <a:ext cx="73152" cy="73152"/>
          </a:xfrm>
          <a:prstGeom prst="ellipse">
            <a:avLst/>
          </a:prstGeom>
          <a:solidFill>
            <a:srgbClr val="4FC3F7"/>
          </a:solidFill>
          <a:ln/>
        </p:spPr>
      </p:sp>
      <p:sp>
        <p:nvSpPr>
          <p:cNvPr id="13" name="Shape 9"/>
          <p:cNvSpPr/>
          <p:nvPr/>
        </p:nvSpPr>
        <p:spPr>
          <a:xfrm>
            <a:off x="484632" y="1124712"/>
            <a:ext cx="4882896" cy="2919679"/>
          </a:xfrm>
          <a:prstGeom prst="rect">
            <a:avLst/>
          </a:prstGeom>
          <a:solidFill>
            <a:srgbClr val="6FA8DC"/>
          </a:solidFill>
          <a:ln w="12700">
            <a:solidFill>
              <a:srgbClr val="6FA8DC"/>
            </a:solidFill>
            <a:prstDash val="solid"/>
          </a:ln>
        </p:spPr>
      </p:sp>
      <p:sp>
        <p:nvSpPr>
          <p:cNvPr id="14" name="Shape 10"/>
          <p:cNvSpPr/>
          <p:nvPr/>
        </p:nvSpPr>
        <p:spPr>
          <a:xfrm>
            <a:off x="1705356" y="1416680"/>
            <a:ext cx="2441448" cy="2335743"/>
          </a:xfrm>
          <a:prstGeom prst="ellipse">
            <a:avLst/>
          </a:prstGeom>
          <a:solidFill>
            <a:srgbClr val="A7CBEE">
              <a:alpha val="60000"/>
            </a:srgbClr>
          </a:solidFill>
          <a:ln/>
        </p:spPr>
      </p:sp>
      <p:sp>
        <p:nvSpPr>
          <p:cNvPr id="15" name="Shape 11"/>
          <p:cNvSpPr/>
          <p:nvPr/>
        </p:nvSpPr>
        <p:spPr>
          <a:xfrm>
            <a:off x="2340132" y="1854632"/>
            <a:ext cx="1171895" cy="1313856"/>
          </a:xfrm>
          <a:prstGeom prst="ellipse">
            <a:avLst/>
          </a:prstGeom>
          <a:solidFill>
            <a:srgbClr val="D7E8F8">
              <a:alpha val="70000"/>
            </a:srgbClr>
          </a:solidFill>
          <a:ln/>
        </p:spPr>
      </p:sp>
      <p:sp>
        <p:nvSpPr>
          <p:cNvPr id="16" name="Shape 12"/>
          <p:cNvSpPr/>
          <p:nvPr/>
        </p:nvSpPr>
        <p:spPr>
          <a:xfrm>
            <a:off x="679948" y="1241499"/>
            <a:ext cx="4492264" cy="2394137"/>
          </a:xfrm>
          <a:prstGeom prst="rect">
            <a:avLst/>
          </a:prstGeom>
          <a:solidFill>
            <a:srgbClr val="FFFFFF"/>
          </a:solidFill>
          <a:ln w="9525">
            <a:solidFill>
              <a:srgbClr val="999999"/>
            </a:solidFill>
            <a:prstDash val="solid"/>
          </a:ln>
        </p:spPr>
      </p:sp>
      <p:sp>
        <p:nvSpPr>
          <p:cNvPr id="17" name="Shape 13"/>
          <p:cNvSpPr/>
          <p:nvPr/>
        </p:nvSpPr>
        <p:spPr>
          <a:xfrm>
            <a:off x="679948" y="1241499"/>
            <a:ext cx="4492264" cy="219456"/>
          </a:xfrm>
          <a:prstGeom prst="rect">
            <a:avLst/>
          </a:prstGeom>
          <a:solidFill>
            <a:srgbClr val="DEE1E6"/>
          </a:solidFill>
          <a:ln w="12700">
            <a:solidFill>
              <a:srgbClr val="DEE1E6"/>
            </a:solidFill>
            <a:prstDash val="solid"/>
          </a:ln>
        </p:spPr>
      </p:sp>
      <p:sp>
        <p:nvSpPr>
          <p:cNvPr id="18" name="Text 14"/>
          <p:cNvSpPr txBox="1"/>
          <p:nvPr/>
        </p:nvSpPr>
        <p:spPr>
          <a:xfrm>
            <a:off x="771388" y="1241499"/>
            <a:ext cx="3577864"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Google</a:t>
            </a:r>
            <a:endParaRPr lang="en-US" sz="750" dirty="0"/>
          </a:p>
        </p:txBody>
      </p:sp>
      <p:sp>
        <p:nvSpPr>
          <p:cNvPr id="19" name="Text 15"/>
          <p:cNvSpPr txBox="1"/>
          <p:nvPr/>
        </p:nvSpPr>
        <p:spPr>
          <a:xfrm>
            <a:off x="4349252" y="1241499"/>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623572" y="1241499"/>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4897892" y="1241499"/>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79948" y="1460955"/>
            <a:ext cx="4492264"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771388" y="1534107"/>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972556" y="1534107"/>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173724" y="1534107"/>
            <a:ext cx="128016" cy="128016"/>
          </a:xfrm>
          <a:prstGeom prst="rect">
            <a:avLst/>
          </a:prstGeom>
        </p:spPr>
      </p:pic>
      <p:sp>
        <p:nvSpPr>
          <p:cNvPr id="26" name="Shape 19"/>
          <p:cNvSpPr/>
          <p:nvPr/>
        </p:nvSpPr>
        <p:spPr>
          <a:xfrm>
            <a:off x="1411468" y="1497531"/>
            <a:ext cx="3577864"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521196" y="1497531"/>
            <a:ext cx="3394984"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google.com</a:t>
            </a:r>
            <a:endParaRPr lang="en-US" sz="800" dirty="0"/>
          </a:p>
        </p:txBody>
      </p:sp>
      <p:sp>
        <p:nvSpPr>
          <p:cNvPr id="28" name="Text 21"/>
          <p:cNvSpPr txBox="1"/>
          <p:nvPr/>
        </p:nvSpPr>
        <p:spPr>
          <a:xfrm>
            <a:off x="2011680" y="2064459"/>
            <a:ext cx="1828800" cy="457200"/>
          </a:xfrm>
          <a:prstGeom prst="rect">
            <a:avLst/>
          </a:prstGeom>
          <a:noFill/>
          <a:ln/>
        </p:spPr>
        <p:txBody>
          <a:bodyPr wrap="square" lIns="0" tIns="0" rIns="0" bIns="0" rtlCol="0" anchor="t"/>
          <a:lstStyle/>
          <a:p>
            <a:pPr algn="ctr" indent="0" marL="0">
              <a:buNone/>
            </a:pPr>
            <a:r>
              <a:rPr lang="en-US" sz="2600" b="1" dirty="0">
                <a:solidFill>
                  <a:srgbClr val="4285F4"/>
                </a:solidFill>
                <a:latin typeface="Arial" pitchFamily="34" charset="0"/>
                <a:ea typeface="Arial" pitchFamily="34" charset="-122"/>
                <a:cs typeface="Arial" pitchFamily="34" charset="-120"/>
              </a:rPr>
              <a:t>G</a:t>
            </a:r>
            <a:pPr algn="ctr" indent="0" marL="0">
              <a:buNone/>
            </a:pPr>
            <a:r>
              <a:rPr lang="en-US" sz="2600" b="1" dirty="0">
                <a:solidFill>
                  <a:srgbClr val="EA4335"/>
                </a:solidFill>
                <a:latin typeface="Arial" pitchFamily="34" charset="0"/>
                <a:ea typeface="Arial" pitchFamily="34" charset="-122"/>
                <a:cs typeface="Arial" pitchFamily="34" charset="-120"/>
              </a:rPr>
              <a:t>o</a:t>
            </a:r>
            <a:pPr algn="ctr" indent="0" marL="0">
              <a:buNone/>
            </a:pPr>
            <a:r>
              <a:rPr lang="en-US" sz="2600" b="1" dirty="0">
                <a:solidFill>
                  <a:srgbClr val="FBBC05"/>
                </a:solidFill>
                <a:latin typeface="Arial" pitchFamily="34" charset="0"/>
                <a:ea typeface="Arial" pitchFamily="34" charset="-122"/>
                <a:cs typeface="Arial" pitchFamily="34" charset="-120"/>
              </a:rPr>
              <a:t>o</a:t>
            </a:r>
            <a:pPr algn="ctr" indent="0" marL="0">
              <a:buNone/>
            </a:pPr>
            <a:r>
              <a:rPr lang="en-US" sz="2600" b="1" dirty="0">
                <a:solidFill>
                  <a:srgbClr val="4285F4"/>
                </a:solidFill>
                <a:latin typeface="Arial" pitchFamily="34" charset="0"/>
                <a:ea typeface="Arial" pitchFamily="34" charset="-122"/>
                <a:cs typeface="Arial" pitchFamily="34" charset="-120"/>
              </a:rPr>
              <a:t>g</a:t>
            </a:r>
            <a:pPr algn="ctr" indent="0" marL="0">
              <a:buNone/>
            </a:pPr>
            <a:r>
              <a:rPr lang="en-US" sz="2600" b="1" dirty="0">
                <a:solidFill>
                  <a:srgbClr val="34A853"/>
                </a:solidFill>
                <a:latin typeface="Arial" pitchFamily="34" charset="0"/>
                <a:ea typeface="Arial" pitchFamily="34" charset="-122"/>
                <a:cs typeface="Arial" pitchFamily="34" charset="-120"/>
              </a:rPr>
              <a:t>l</a:t>
            </a:r>
            <a:pPr algn="ctr" indent="0" marL="0">
              <a:buNone/>
            </a:pPr>
            <a:r>
              <a:rPr lang="en-US" sz="2600" b="1" dirty="0">
                <a:solidFill>
                  <a:srgbClr val="EA4335"/>
                </a:solidFill>
                <a:latin typeface="Arial" pitchFamily="34" charset="0"/>
                <a:ea typeface="Arial" pitchFamily="34" charset="-122"/>
                <a:cs typeface="Arial" pitchFamily="34" charset="-120"/>
              </a:rPr>
              <a:t>e</a:t>
            </a:r>
            <a:endParaRPr lang="en-US" sz="2600" dirty="0"/>
          </a:p>
        </p:txBody>
      </p:sp>
      <p:sp>
        <p:nvSpPr>
          <p:cNvPr id="29" name="Shape 22"/>
          <p:cNvSpPr/>
          <p:nvPr/>
        </p:nvSpPr>
        <p:spPr>
          <a:xfrm>
            <a:off x="1645920" y="2658819"/>
            <a:ext cx="2560320" cy="256032"/>
          </a:xfrm>
          <a:prstGeom prst="roundRect">
            <a:avLst>
              <a:gd name="adj" fmla="val 50000"/>
            </a:avLst>
          </a:prstGeom>
          <a:solidFill>
            <a:srgbClr val="FFFFFF"/>
          </a:solidFill>
          <a:ln w="9525">
            <a:solidFill>
              <a:srgbClr val="CCCCCC"/>
            </a:solidFill>
            <a:prstDash val="solid"/>
          </a:ln>
        </p:spPr>
      </p:sp>
      <p:pic>
        <p:nvPicPr>
          <p:cNvPr id="30" name="Image 5" descr="preencoded.png">    </p:cNvPr>
          <p:cNvPicPr>
            <a:picLocks noChangeAspect="1"/>
          </p:cNvPicPr>
          <p:nvPr/>
        </p:nvPicPr>
        <p:blipFill>
          <a:blip r:embed="rId6"/>
          <a:stretch>
            <a:fillRect/>
          </a:stretch>
        </p:blipFill>
        <p:spPr>
          <a:xfrm>
            <a:off x="1737360" y="2722827"/>
            <a:ext cx="128016" cy="128016"/>
          </a:xfrm>
          <a:prstGeom prst="rect">
            <a:avLst/>
          </a:prstGeom>
        </p:spPr>
      </p:pic>
      <p:sp>
        <p:nvSpPr>
          <p:cNvPr id="31" name="Text 23"/>
          <p:cNvSpPr txBox="1"/>
          <p:nvPr/>
        </p:nvSpPr>
        <p:spPr>
          <a:xfrm>
            <a:off x="1965960" y="2658819"/>
            <a:ext cx="2194560" cy="256032"/>
          </a:xfrm>
          <a:prstGeom prst="rect">
            <a:avLst/>
          </a:prstGeom>
          <a:noFill/>
          <a:ln/>
        </p:spPr>
        <p:txBody>
          <a:bodyPr wrap="square" lIns="0" tIns="0" rIns="0" bIns="0" rtlCol="0" anchor="ctr"/>
          <a:lstStyle/>
          <a:p>
            <a:pPr indent="0" marL="0">
              <a:buNone/>
            </a:pPr>
            <a:endParaRPr lang="en-US" sz="900" dirty="0"/>
          </a:p>
        </p:txBody>
      </p:sp>
      <p:sp>
        <p:nvSpPr>
          <p:cNvPr id="32" name="Shape 24"/>
          <p:cNvSpPr/>
          <p:nvPr/>
        </p:nvSpPr>
        <p:spPr>
          <a:xfrm>
            <a:off x="725668" y="1488387"/>
            <a:ext cx="219456" cy="219456"/>
          </a:xfrm>
          <a:prstGeom prst="roundRect">
            <a:avLst>
              <a:gd name="adj" fmla="val 20833"/>
            </a:avLst>
          </a:prstGeom>
          <a:solidFill>
            <a:srgbClr val="FFFFFF">
              <a:alpha val="0"/>
            </a:srgbClr>
          </a:solidFill>
          <a:ln w="31750">
            <a:solidFill>
              <a:srgbClr val="E53935"/>
            </a:solidFill>
            <a:prstDash val="solid"/>
          </a:ln>
        </p:spPr>
      </p:sp>
      <p:sp>
        <p:nvSpPr>
          <p:cNvPr id="33" name="Shape 25"/>
          <p:cNvSpPr/>
          <p:nvPr/>
        </p:nvSpPr>
        <p:spPr>
          <a:xfrm>
            <a:off x="807964" y="1351227"/>
            <a:ext cx="274320" cy="274320"/>
          </a:xfrm>
          <a:prstGeom prst="ellipse">
            <a:avLst/>
          </a:prstGeom>
          <a:solidFill>
            <a:srgbClr val="E53935"/>
          </a:solidFill>
          <a:ln w="12700">
            <a:solidFill>
              <a:srgbClr val="FFFFFF"/>
            </a:solidFill>
            <a:prstDash val="solid"/>
          </a:ln>
        </p:spPr>
      </p:sp>
      <p:sp>
        <p:nvSpPr>
          <p:cNvPr id="34" name="Text 26"/>
          <p:cNvSpPr txBox="1"/>
          <p:nvPr/>
        </p:nvSpPr>
        <p:spPr>
          <a:xfrm>
            <a:off x="807964" y="135122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5" name="Shape 27"/>
          <p:cNvSpPr/>
          <p:nvPr/>
        </p:nvSpPr>
        <p:spPr>
          <a:xfrm>
            <a:off x="1128004" y="1488387"/>
            <a:ext cx="219456" cy="219456"/>
          </a:xfrm>
          <a:prstGeom prst="roundRect">
            <a:avLst>
              <a:gd name="adj" fmla="val 20833"/>
            </a:avLst>
          </a:prstGeom>
          <a:solidFill>
            <a:srgbClr val="FFFFFF">
              <a:alpha val="0"/>
            </a:srgbClr>
          </a:solidFill>
          <a:ln w="31750">
            <a:solidFill>
              <a:srgbClr val="E53935"/>
            </a:solidFill>
            <a:prstDash val="solid"/>
          </a:ln>
        </p:spPr>
      </p:sp>
      <p:sp>
        <p:nvSpPr>
          <p:cNvPr id="36" name="Shape 28"/>
          <p:cNvSpPr/>
          <p:nvPr/>
        </p:nvSpPr>
        <p:spPr>
          <a:xfrm>
            <a:off x="1210300" y="1351227"/>
            <a:ext cx="274320" cy="274320"/>
          </a:xfrm>
          <a:prstGeom prst="ellipse">
            <a:avLst/>
          </a:prstGeom>
          <a:solidFill>
            <a:srgbClr val="E53935"/>
          </a:solidFill>
          <a:ln w="12700">
            <a:solidFill>
              <a:srgbClr val="FFFFFF"/>
            </a:solidFill>
            <a:prstDash val="solid"/>
          </a:ln>
        </p:spPr>
      </p:sp>
      <p:sp>
        <p:nvSpPr>
          <p:cNvPr id="37" name="Text 29"/>
          <p:cNvSpPr txBox="1"/>
          <p:nvPr/>
        </p:nvSpPr>
        <p:spPr>
          <a:xfrm>
            <a:off x="1210300" y="135122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8" name="Shape 30"/>
          <p:cNvSpPr/>
          <p:nvPr/>
        </p:nvSpPr>
        <p:spPr>
          <a:xfrm>
            <a:off x="1384036" y="1470099"/>
            <a:ext cx="3358408" cy="256032"/>
          </a:xfrm>
          <a:prstGeom prst="roundRect">
            <a:avLst>
              <a:gd name="adj" fmla="val 17857"/>
            </a:avLst>
          </a:prstGeom>
          <a:solidFill>
            <a:srgbClr val="FFFFFF">
              <a:alpha val="0"/>
            </a:srgbClr>
          </a:solidFill>
          <a:ln w="31750">
            <a:solidFill>
              <a:srgbClr val="E53935"/>
            </a:solidFill>
            <a:prstDash val="solid"/>
          </a:ln>
        </p:spPr>
      </p:sp>
      <p:sp>
        <p:nvSpPr>
          <p:cNvPr id="39" name="Shape 31"/>
          <p:cNvSpPr/>
          <p:nvPr/>
        </p:nvSpPr>
        <p:spPr>
          <a:xfrm>
            <a:off x="4605284" y="1332939"/>
            <a:ext cx="274320" cy="274320"/>
          </a:xfrm>
          <a:prstGeom prst="ellipse">
            <a:avLst/>
          </a:prstGeom>
          <a:solidFill>
            <a:srgbClr val="E53935"/>
          </a:solidFill>
          <a:ln w="12700">
            <a:solidFill>
              <a:srgbClr val="FFFFFF"/>
            </a:solidFill>
            <a:prstDash val="solid"/>
          </a:ln>
        </p:spPr>
      </p:sp>
      <p:sp>
        <p:nvSpPr>
          <p:cNvPr id="40" name="Text 32"/>
          <p:cNvSpPr txBox="1"/>
          <p:nvPr/>
        </p:nvSpPr>
        <p:spPr>
          <a:xfrm>
            <a:off x="4605284" y="133293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Shape 33"/>
          <p:cNvSpPr/>
          <p:nvPr/>
        </p:nvSpPr>
        <p:spPr>
          <a:xfrm>
            <a:off x="917692" y="2073603"/>
            <a:ext cx="4016776" cy="1461449"/>
          </a:xfrm>
          <a:prstGeom prst="roundRect">
            <a:avLst>
              <a:gd name="adj" fmla="val 3128"/>
            </a:avLst>
          </a:prstGeom>
          <a:solidFill>
            <a:srgbClr val="FFFFFF">
              <a:alpha val="0"/>
            </a:srgbClr>
          </a:solidFill>
          <a:ln w="31750">
            <a:solidFill>
              <a:srgbClr val="E53935"/>
            </a:solidFill>
            <a:prstDash val="solid"/>
          </a:ln>
        </p:spPr>
      </p:sp>
      <p:sp>
        <p:nvSpPr>
          <p:cNvPr id="42" name="Shape 34"/>
          <p:cNvSpPr/>
          <p:nvPr/>
        </p:nvSpPr>
        <p:spPr>
          <a:xfrm>
            <a:off x="4797308" y="1936443"/>
            <a:ext cx="274320" cy="274320"/>
          </a:xfrm>
          <a:prstGeom prst="ellipse">
            <a:avLst/>
          </a:prstGeom>
          <a:solidFill>
            <a:srgbClr val="E53935"/>
          </a:solidFill>
          <a:ln w="12700">
            <a:solidFill>
              <a:srgbClr val="FFFFFF"/>
            </a:solidFill>
            <a:prstDash val="solid"/>
          </a:ln>
        </p:spPr>
      </p:sp>
      <p:sp>
        <p:nvSpPr>
          <p:cNvPr id="43" name="Text 35"/>
          <p:cNvSpPr txBox="1"/>
          <p:nvPr/>
        </p:nvSpPr>
        <p:spPr>
          <a:xfrm>
            <a:off x="4797308" y="193644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4" name="Shape 36"/>
          <p:cNvSpPr/>
          <p:nvPr/>
        </p:nvSpPr>
        <p:spPr>
          <a:xfrm>
            <a:off x="5715000" y="1234440"/>
            <a:ext cx="329184" cy="329184"/>
          </a:xfrm>
          <a:prstGeom prst="ellipse">
            <a:avLst/>
          </a:prstGeom>
          <a:solidFill>
            <a:srgbClr val="E53935"/>
          </a:solidFill>
          <a:ln/>
        </p:spPr>
      </p:sp>
      <p:sp>
        <p:nvSpPr>
          <p:cNvPr id="45" name="Text 37"/>
          <p:cNvSpPr txBox="1"/>
          <p:nvPr/>
        </p:nvSpPr>
        <p:spPr>
          <a:xfrm>
            <a:off x="5715000" y="12344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6" name="Text 38"/>
          <p:cNvSpPr txBox="1"/>
          <p:nvPr/>
        </p:nvSpPr>
        <p:spPr>
          <a:xfrm>
            <a:off x="6172200" y="1161288"/>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Kembali ke halaman sebelumnya</a:t>
            </a:r>
            <a:endParaRPr lang="en-US" sz="1350" dirty="0"/>
          </a:p>
        </p:txBody>
      </p:sp>
      <p:sp>
        <p:nvSpPr>
          <p:cNvPr id="47" name="Shape 39"/>
          <p:cNvSpPr/>
          <p:nvPr/>
        </p:nvSpPr>
        <p:spPr>
          <a:xfrm>
            <a:off x="5715000" y="1801368"/>
            <a:ext cx="329184" cy="329184"/>
          </a:xfrm>
          <a:prstGeom prst="ellipse">
            <a:avLst/>
          </a:prstGeom>
          <a:solidFill>
            <a:srgbClr val="E53935"/>
          </a:solidFill>
          <a:ln/>
        </p:spPr>
      </p:sp>
      <p:sp>
        <p:nvSpPr>
          <p:cNvPr id="48" name="Text 40"/>
          <p:cNvSpPr txBox="1"/>
          <p:nvPr/>
        </p:nvSpPr>
        <p:spPr>
          <a:xfrm>
            <a:off x="5715000" y="18013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9" name="Text 41"/>
          <p:cNvSpPr txBox="1"/>
          <p:nvPr/>
        </p:nvSpPr>
        <p:spPr>
          <a:xfrm>
            <a:off x="6172200" y="1728216"/>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Muat ulang halaman</a:t>
            </a:r>
            <a:endParaRPr lang="en-US" sz="1350" dirty="0"/>
          </a:p>
        </p:txBody>
      </p:sp>
      <p:sp>
        <p:nvSpPr>
          <p:cNvPr id="50" name="Shape 42"/>
          <p:cNvSpPr/>
          <p:nvPr/>
        </p:nvSpPr>
        <p:spPr>
          <a:xfrm>
            <a:off x="5715000" y="2368296"/>
            <a:ext cx="329184" cy="329184"/>
          </a:xfrm>
          <a:prstGeom prst="ellipse">
            <a:avLst/>
          </a:prstGeom>
          <a:solidFill>
            <a:srgbClr val="E53935"/>
          </a:solidFill>
          <a:ln/>
        </p:spPr>
      </p:sp>
      <p:sp>
        <p:nvSpPr>
          <p:cNvPr id="51" name="Text 43"/>
          <p:cNvSpPr txBox="1"/>
          <p:nvPr/>
        </p:nvSpPr>
        <p:spPr>
          <a:xfrm>
            <a:off x="5715000" y="236829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44"/>
          <p:cNvSpPr txBox="1"/>
          <p:nvPr/>
        </p:nvSpPr>
        <p:spPr>
          <a:xfrm>
            <a:off x="6172200" y="2295144"/>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Kolom alamat: tempat mengetik alamat situs</a:t>
            </a:r>
            <a:endParaRPr lang="en-US" sz="1350" dirty="0"/>
          </a:p>
        </p:txBody>
      </p:sp>
      <p:sp>
        <p:nvSpPr>
          <p:cNvPr id="53" name="Shape 45"/>
          <p:cNvSpPr/>
          <p:nvPr/>
        </p:nvSpPr>
        <p:spPr>
          <a:xfrm>
            <a:off x="5715000" y="2935224"/>
            <a:ext cx="329184" cy="329184"/>
          </a:xfrm>
          <a:prstGeom prst="ellipse">
            <a:avLst/>
          </a:prstGeom>
          <a:solidFill>
            <a:srgbClr val="E53935"/>
          </a:solidFill>
          <a:ln/>
        </p:spPr>
      </p:sp>
      <p:sp>
        <p:nvSpPr>
          <p:cNvPr id="54" name="Text 46"/>
          <p:cNvSpPr txBox="1"/>
          <p:nvPr/>
        </p:nvSpPr>
        <p:spPr>
          <a:xfrm>
            <a:off x="5715000" y="29352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5" name="Text 47"/>
          <p:cNvSpPr txBox="1"/>
          <p:nvPr/>
        </p:nvSpPr>
        <p:spPr>
          <a:xfrm>
            <a:off x="6172200" y="2862072"/>
            <a:ext cx="2514600" cy="50292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Isi halaman situs</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Mengetik &amp; Membuka Internet</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Ikuti gambar langkah demi langkah</a:t>
            </a:r>
            <a:endParaRPr lang="en-US" sz="1500" dirty="0"/>
          </a:p>
        </p:txBody>
      </p:sp>
      <p:sp>
        <p:nvSpPr>
          <p:cNvPr id="5" name="Shape 3"/>
          <p:cNvSpPr/>
          <p:nvPr/>
        </p:nvSpPr>
        <p:spPr>
          <a:xfrm>
            <a:off x="548640" y="2514600"/>
            <a:ext cx="379476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BAGIAN A · 4 LANGKAH</a:t>
            </a:r>
            <a:endParaRPr lang="en-US" sz="1200" dirty="0"/>
          </a:p>
        </p:txBody>
      </p:sp>
      <p:sp>
        <p:nvSpPr>
          <p:cNvPr id="7" name="Text 5"/>
          <p:cNvSpPr txBox="1"/>
          <p:nvPr/>
        </p:nvSpPr>
        <p:spPr>
          <a:xfrm>
            <a:off x="73152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Mengetik di Notepad</a:t>
            </a:r>
            <a:endParaRPr lang="en-US" sz="1700" dirty="0"/>
          </a:p>
        </p:txBody>
      </p:sp>
      <p:sp>
        <p:nvSpPr>
          <p:cNvPr id="8" name="Shape 6"/>
          <p:cNvSpPr/>
          <p:nvPr/>
        </p:nvSpPr>
        <p:spPr>
          <a:xfrm>
            <a:off x="4572000" y="2514600"/>
            <a:ext cx="379476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475488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BAGIAN B · 4 LANGKAH</a:t>
            </a:r>
            <a:endParaRPr lang="en-US" sz="1200" dirty="0"/>
          </a:p>
        </p:txBody>
      </p:sp>
      <p:sp>
        <p:nvSpPr>
          <p:cNvPr id="10" name="Text 8"/>
          <p:cNvSpPr txBox="1"/>
          <p:nvPr/>
        </p:nvSpPr>
        <p:spPr>
          <a:xfrm>
            <a:off x="475488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Membuka situs dengan browser</a:t>
            </a:r>
            <a:endParaRPr lang="en-US" sz="1700" dirty="0"/>
          </a:p>
        </p:txBody>
      </p:sp>
      <p:sp>
        <p:nvSpPr>
          <p:cNvPr id="11" name="Text 9"/>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2"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Mengetik di Notepad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pic>
        <p:nvPicPr>
          <p:cNvPr id="16" name="Image 2" descr="preencoded.png">    </p:cNvPr>
          <p:cNvPicPr>
            <a:picLocks noChangeAspect="1"/>
          </p:cNvPicPr>
          <p:nvPr/>
        </p:nvPicPr>
        <p:blipFill>
          <a:blip r:embed="rId3"/>
          <a:stretch>
            <a:fillRect/>
          </a:stretch>
        </p:blipFill>
        <p:spPr>
          <a:xfrm>
            <a:off x="621792" y="1234440"/>
            <a:ext cx="237744" cy="237744"/>
          </a:xfrm>
          <a:prstGeom prst="rect">
            <a:avLst/>
          </a:prstGeom>
        </p:spPr>
      </p:pic>
      <p:sp>
        <p:nvSpPr>
          <p:cNvPr id="17" name="Text 12"/>
          <p:cNvSpPr txBox="1"/>
          <p:nvPr/>
        </p:nvSpPr>
        <p:spPr>
          <a:xfrm>
            <a:off x="502920" y="1490472"/>
            <a:ext cx="502920" cy="137160"/>
          </a:xfrm>
          <a:prstGeom prst="rect">
            <a:avLst/>
          </a:prstGeom>
          <a:noFill/>
          <a:ln/>
        </p:spPr>
        <p:txBody>
          <a:bodyPr wrap="square" lIns="0" tIns="0" rIns="0" bIns="0"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Recycle Bin</a:t>
            </a:r>
            <a:endParaRPr lang="en-US" sz="600" dirty="0"/>
          </a:p>
        </p:txBody>
      </p:sp>
      <p:sp>
        <p:nvSpPr>
          <p:cNvPr id="18" name="Shape 13"/>
          <p:cNvSpPr/>
          <p:nvPr/>
        </p:nvSpPr>
        <p:spPr>
          <a:xfrm>
            <a:off x="484632" y="3788222"/>
            <a:ext cx="5157216" cy="295946"/>
          </a:xfrm>
          <a:prstGeom prst="rect">
            <a:avLst/>
          </a:prstGeom>
          <a:solidFill>
            <a:srgbClr val="F3F3F3"/>
          </a:solidFill>
          <a:ln w="12700">
            <a:solidFill>
              <a:srgbClr val="F3F3F3"/>
            </a:solidFill>
            <a:prstDash val="solid"/>
          </a:ln>
        </p:spPr>
      </p:sp>
      <p:sp>
        <p:nvSpPr>
          <p:cNvPr id="19" name="Shape 14"/>
          <p:cNvSpPr/>
          <p:nvPr/>
        </p:nvSpPr>
        <p:spPr>
          <a:xfrm>
            <a:off x="2531130" y="3844452"/>
            <a:ext cx="84404" cy="84404"/>
          </a:xfrm>
          <a:prstGeom prst="rect">
            <a:avLst/>
          </a:prstGeom>
          <a:solidFill>
            <a:srgbClr val="0078D4"/>
          </a:solidFill>
          <a:ln w="12700">
            <a:solidFill>
              <a:srgbClr val="0078D4"/>
            </a:solidFill>
            <a:prstDash val="solid"/>
          </a:ln>
        </p:spPr>
      </p:sp>
      <p:sp>
        <p:nvSpPr>
          <p:cNvPr id="20" name="Shape 15"/>
          <p:cNvSpPr/>
          <p:nvPr/>
        </p:nvSpPr>
        <p:spPr>
          <a:xfrm>
            <a:off x="2630212" y="3844452"/>
            <a:ext cx="84404" cy="84404"/>
          </a:xfrm>
          <a:prstGeom prst="rect">
            <a:avLst/>
          </a:prstGeom>
          <a:solidFill>
            <a:srgbClr val="0078D4"/>
          </a:solidFill>
          <a:ln w="12700">
            <a:solidFill>
              <a:srgbClr val="0078D4"/>
            </a:solidFill>
            <a:prstDash val="solid"/>
          </a:ln>
        </p:spPr>
      </p:sp>
      <p:sp>
        <p:nvSpPr>
          <p:cNvPr id="21" name="Shape 16"/>
          <p:cNvSpPr/>
          <p:nvPr/>
        </p:nvSpPr>
        <p:spPr>
          <a:xfrm>
            <a:off x="2531130" y="3943534"/>
            <a:ext cx="84404" cy="84404"/>
          </a:xfrm>
          <a:prstGeom prst="rect">
            <a:avLst/>
          </a:prstGeom>
          <a:solidFill>
            <a:srgbClr val="0078D4"/>
          </a:solidFill>
          <a:ln w="12700">
            <a:solidFill>
              <a:srgbClr val="0078D4"/>
            </a:solidFill>
            <a:prstDash val="solid"/>
          </a:ln>
        </p:spPr>
      </p:sp>
      <p:sp>
        <p:nvSpPr>
          <p:cNvPr id="22" name="Shape 17"/>
          <p:cNvSpPr/>
          <p:nvPr/>
        </p:nvSpPr>
        <p:spPr>
          <a:xfrm>
            <a:off x="2630212" y="3943534"/>
            <a:ext cx="84404" cy="84404"/>
          </a:xfrm>
          <a:prstGeom prst="rect">
            <a:avLst/>
          </a:prstGeom>
          <a:solidFill>
            <a:srgbClr val="0078D4"/>
          </a:solidFill>
          <a:ln w="12700">
            <a:solidFill>
              <a:srgbClr val="0078D4"/>
            </a:solidFill>
            <a:prstDash val="solid"/>
          </a:ln>
        </p:spPr>
      </p:sp>
      <p:pic>
        <p:nvPicPr>
          <p:cNvPr id="23" name="Image 3" descr="preencoded.png">    </p:cNvPr>
          <p:cNvPicPr>
            <a:picLocks noChangeAspect="1"/>
          </p:cNvPicPr>
          <p:nvPr/>
        </p:nvPicPr>
        <p:blipFill>
          <a:blip r:embed="rId4"/>
          <a:stretch>
            <a:fillRect/>
          </a:stretch>
        </p:blipFill>
        <p:spPr>
          <a:xfrm>
            <a:off x="2824708" y="3844452"/>
            <a:ext cx="183486" cy="183486"/>
          </a:xfrm>
          <a:prstGeom prst="rect">
            <a:avLst/>
          </a:prstGeom>
        </p:spPr>
      </p:pic>
      <p:pic>
        <p:nvPicPr>
          <p:cNvPr id="24" name="Image 4" descr="preencoded.png">    </p:cNvPr>
          <p:cNvPicPr>
            <a:picLocks noChangeAspect="1"/>
          </p:cNvPicPr>
          <p:nvPr/>
        </p:nvPicPr>
        <p:blipFill>
          <a:blip r:embed="rId5"/>
          <a:stretch>
            <a:fillRect/>
          </a:stretch>
        </p:blipFill>
        <p:spPr>
          <a:xfrm>
            <a:off x="3118286" y="3844452"/>
            <a:ext cx="183486" cy="183486"/>
          </a:xfrm>
          <a:prstGeom prst="rect">
            <a:avLst/>
          </a:prstGeom>
        </p:spPr>
      </p:pic>
      <p:pic>
        <p:nvPicPr>
          <p:cNvPr id="25" name="Image 5" descr="preencoded.png">    </p:cNvPr>
          <p:cNvPicPr>
            <a:picLocks noChangeAspect="1"/>
          </p:cNvPicPr>
          <p:nvPr/>
        </p:nvPicPr>
        <p:blipFill>
          <a:blip r:embed="rId6"/>
          <a:stretch>
            <a:fillRect/>
          </a:stretch>
        </p:blipFill>
        <p:spPr>
          <a:xfrm>
            <a:off x="3411864" y="3844452"/>
            <a:ext cx="183486" cy="183486"/>
          </a:xfrm>
          <a:prstGeom prst="rect">
            <a:avLst/>
          </a:prstGeom>
        </p:spPr>
      </p:pic>
      <p:sp>
        <p:nvSpPr>
          <p:cNvPr id="26" name="Text 18"/>
          <p:cNvSpPr txBox="1"/>
          <p:nvPr/>
        </p:nvSpPr>
        <p:spPr>
          <a:xfrm>
            <a:off x="5138928" y="3788222"/>
            <a:ext cx="411480" cy="295946"/>
          </a:xfrm>
          <a:prstGeom prst="rect">
            <a:avLst/>
          </a:prstGeom>
          <a:noFill/>
          <a:ln/>
        </p:spPr>
        <p:txBody>
          <a:bodyPr wrap="square" lIns="0" tIns="0" rIns="0" bIns="0" rtlCol="0" anchor="ctr"/>
          <a:lstStyle/>
          <a:p>
            <a:pPr algn="r" indent="0" marL="0">
              <a:buNone/>
            </a:pPr>
            <a:r>
              <a:rPr lang="en-US" sz="700" dirty="0">
                <a:solidFill>
                  <a:srgbClr val="1E2A26"/>
                </a:solidFill>
                <a:latin typeface="Calibri" pitchFamily="34" charset="0"/>
                <a:ea typeface="Calibri" pitchFamily="34" charset="-122"/>
                <a:cs typeface="Calibri" pitchFamily="34" charset="-120"/>
              </a:rPr>
              <a:t>07.30</a:t>
            </a:r>
            <a:endParaRPr lang="en-US" sz="700" dirty="0"/>
          </a:p>
        </p:txBody>
      </p:sp>
      <p:sp>
        <p:nvSpPr>
          <p:cNvPr id="27" name="Shape 19"/>
          <p:cNvSpPr/>
          <p:nvPr/>
        </p:nvSpPr>
        <p:spPr>
          <a:xfrm>
            <a:off x="2494554" y="3807876"/>
            <a:ext cx="256638" cy="256638"/>
          </a:xfrm>
          <a:prstGeom prst="roundRect">
            <a:avLst>
              <a:gd name="adj" fmla="val 17815"/>
            </a:avLst>
          </a:prstGeom>
          <a:solidFill>
            <a:srgbClr val="FFFFFF">
              <a:alpha val="0"/>
            </a:srgbClr>
          </a:solidFill>
          <a:ln w="31750">
            <a:solidFill>
              <a:srgbClr val="E53935"/>
            </a:solidFill>
            <a:prstDash val="solid"/>
          </a:ln>
        </p:spPr>
      </p:sp>
      <p:sp>
        <p:nvSpPr>
          <p:cNvPr id="28" name="Shape 20"/>
          <p:cNvSpPr/>
          <p:nvPr/>
        </p:nvSpPr>
        <p:spPr>
          <a:xfrm>
            <a:off x="2614032" y="3670716"/>
            <a:ext cx="274320" cy="274320"/>
          </a:xfrm>
          <a:prstGeom prst="ellipse">
            <a:avLst/>
          </a:prstGeom>
          <a:solidFill>
            <a:srgbClr val="E53935"/>
          </a:solidFill>
          <a:ln w="12700">
            <a:solidFill>
              <a:srgbClr val="FFFFFF"/>
            </a:solidFill>
            <a:prstDash val="solid"/>
          </a:ln>
        </p:spPr>
      </p:sp>
      <p:sp>
        <p:nvSpPr>
          <p:cNvPr id="29" name="Text 21"/>
          <p:cNvSpPr txBox="1"/>
          <p:nvPr/>
        </p:nvSpPr>
        <p:spPr>
          <a:xfrm>
            <a:off x="2614032" y="36707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30" name="Image 6" descr="preencoded.png">    </p:cNvPr>
          <p:cNvPicPr>
            <a:picLocks noChangeAspect="1"/>
          </p:cNvPicPr>
          <p:nvPr/>
        </p:nvPicPr>
        <p:blipFill>
          <a:blip r:embed="rId7"/>
          <a:stretch>
            <a:fillRect/>
          </a:stretch>
        </p:blipFill>
        <p:spPr>
          <a:xfrm>
            <a:off x="2632047" y="3945369"/>
            <a:ext cx="237744" cy="237744"/>
          </a:xfrm>
          <a:prstGeom prst="rect">
            <a:avLst/>
          </a:prstGeom>
        </p:spPr>
      </p:pic>
      <p:sp>
        <p:nvSpPr>
          <p:cNvPr id="31" name="Text 2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32" name="Text 2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tombol Start</a:t>
            </a:r>
            <a:endParaRPr lang="en-US" sz="1800" dirty="0"/>
          </a:p>
        </p:txBody>
      </p:sp>
      <p:sp>
        <p:nvSpPr>
          <p:cNvPr id="33" name="Text 2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Tombol bergambar empat kotak di Taskbar bagian bawah.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Mengetik di Notepad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pic>
        <p:nvPicPr>
          <p:cNvPr id="16" name="Image 2" descr="preencoded.png">    </p:cNvPr>
          <p:cNvPicPr>
            <a:picLocks noChangeAspect="1"/>
          </p:cNvPicPr>
          <p:nvPr/>
        </p:nvPicPr>
        <p:blipFill>
          <a:blip r:embed="rId3"/>
          <a:stretch>
            <a:fillRect/>
          </a:stretch>
        </p:blipFill>
        <p:spPr>
          <a:xfrm>
            <a:off x="621792" y="1234440"/>
            <a:ext cx="237744" cy="237744"/>
          </a:xfrm>
          <a:prstGeom prst="rect">
            <a:avLst/>
          </a:prstGeom>
        </p:spPr>
      </p:pic>
      <p:sp>
        <p:nvSpPr>
          <p:cNvPr id="17" name="Text 12"/>
          <p:cNvSpPr txBox="1"/>
          <p:nvPr/>
        </p:nvSpPr>
        <p:spPr>
          <a:xfrm>
            <a:off x="502920" y="1490472"/>
            <a:ext cx="502920" cy="137160"/>
          </a:xfrm>
          <a:prstGeom prst="rect">
            <a:avLst/>
          </a:prstGeom>
          <a:noFill/>
          <a:ln/>
        </p:spPr>
        <p:txBody>
          <a:bodyPr wrap="square" lIns="0" tIns="0" rIns="0" bIns="0"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Recycle Bin</a:t>
            </a:r>
            <a:endParaRPr lang="en-US" sz="600" dirty="0"/>
          </a:p>
        </p:txBody>
      </p:sp>
      <p:sp>
        <p:nvSpPr>
          <p:cNvPr id="18" name="Shape 13"/>
          <p:cNvSpPr/>
          <p:nvPr/>
        </p:nvSpPr>
        <p:spPr>
          <a:xfrm>
            <a:off x="484632" y="3788222"/>
            <a:ext cx="5157216" cy="295946"/>
          </a:xfrm>
          <a:prstGeom prst="rect">
            <a:avLst/>
          </a:prstGeom>
          <a:solidFill>
            <a:srgbClr val="F3F3F3"/>
          </a:solidFill>
          <a:ln w="12700">
            <a:solidFill>
              <a:srgbClr val="F3F3F3"/>
            </a:solidFill>
            <a:prstDash val="solid"/>
          </a:ln>
        </p:spPr>
      </p:sp>
      <p:sp>
        <p:nvSpPr>
          <p:cNvPr id="19" name="Shape 14"/>
          <p:cNvSpPr/>
          <p:nvPr/>
        </p:nvSpPr>
        <p:spPr>
          <a:xfrm>
            <a:off x="2531130" y="3844452"/>
            <a:ext cx="84404" cy="84404"/>
          </a:xfrm>
          <a:prstGeom prst="rect">
            <a:avLst/>
          </a:prstGeom>
          <a:solidFill>
            <a:srgbClr val="0078D4"/>
          </a:solidFill>
          <a:ln w="12700">
            <a:solidFill>
              <a:srgbClr val="0078D4"/>
            </a:solidFill>
            <a:prstDash val="solid"/>
          </a:ln>
        </p:spPr>
      </p:sp>
      <p:sp>
        <p:nvSpPr>
          <p:cNvPr id="20" name="Shape 15"/>
          <p:cNvSpPr/>
          <p:nvPr/>
        </p:nvSpPr>
        <p:spPr>
          <a:xfrm>
            <a:off x="2630212" y="3844452"/>
            <a:ext cx="84404" cy="84404"/>
          </a:xfrm>
          <a:prstGeom prst="rect">
            <a:avLst/>
          </a:prstGeom>
          <a:solidFill>
            <a:srgbClr val="0078D4"/>
          </a:solidFill>
          <a:ln w="12700">
            <a:solidFill>
              <a:srgbClr val="0078D4"/>
            </a:solidFill>
            <a:prstDash val="solid"/>
          </a:ln>
        </p:spPr>
      </p:sp>
      <p:sp>
        <p:nvSpPr>
          <p:cNvPr id="21" name="Shape 16"/>
          <p:cNvSpPr/>
          <p:nvPr/>
        </p:nvSpPr>
        <p:spPr>
          <a:xfrm>
            <a:off x="2531130" y="3943534"/>
            <a:ext cx="84404" cy="84404"/>
          </a:xfrm>
          <a:prstGeom prst="rect">
            <a:avLst/>
          </a:prstGeom>
          <a:solidFill>
            <a:srgbClr val="0078D4"/>
          </a:solidFill>
          <a:ln w="12700">
            <a:solidFill>
              <a:srgbClr val="0078D4"/>
            </a:solidFill>
            <a:prstDash val="solid"/>
          </a:ln>
        </p:spPr>
      </p:sp>
      <p:sp>
        <p:nvSpPr>
          <p:cNvPr id="22" name="Shape 17"/>
          <p:cNvSpPr/>
          <p:nvPr/>
        </p:nvSpPr>
        <p:spPr>
          <a:xfrm>
            <a:off x="2630212" y="3943534"/>
            <a:ext cx="84404" cy="84404"/>
          </a:xfrm>
          <a:prstGeom prst="rect">
            <a:avLst/>
          </a:prstGeom>
          <a:solidFill>
            <a:srgbClr val="0078D4"/>
          </a:solidFill>
          <a:ln w="12700">
            <a:solidFill>
              <a:srgbClr val="0078D4"/>
            </a:solidFill>
            <a:prstDash val="solid"/>
          </a:ln>
        </p:spPr>
      </p:sp>
      <p:pic>
        <p:nvPicPr>
          <p:cNvPr id="23" name="Image 3" descr="preencoded.png">    </p:cNvPr>
          <p:cNvPicPr>
            <a:picLocks noChangeAspect="1"/>
          </p:cNvPicPr>
          <p:nvPr/>
        </p:nvPicPr>
        <p:blipFill>
          <a:blip r:embed="rId4"/>
          <a:stretch>
            <a:fillRect/>
          </a:stretch>
        </p:blipFill>
        <p:spPr>
          <a:xfrm>
            <a:off x="2824708" y="3844452"/>
            <a:ext cx="183486" cy="183486"/>
          </a:xfrm>
          <a:prstGeom prst="rect">
            <a:avLst/>
          </a:prstGeom>
        </p:spPr>
      </p:pic>
      <p:pic>
        <p:nvPicPr>
          <p:cNvPr id="24" name="Image 4" descr="preencoded.png">    </p:cNvPr>
          <p:cNvPicPr>
            <a:picLocks noChangeAspect="1"/>
          </p:cNvPicPr>
          <p:nvPr/>
        </p:nvPicPr>
        <p:blipFill>
          <a:blip r:embed="rId5"/>
          <a:stretch>
            <a:fillRect/>
          </a:stretch>
        </p:blipFill>
        <p:spPr>
          <a:xfrm>
            <a:off x="3118286" y="3844452"/>
            <a:ext cx="183486" cy="183486"/>
          </a:xfrm>
          <a:prstGeom prst="rect">
            <a:avLst/>
          </a:prstGeom>
        </p:spPr>
      </p:pic>
      <p:pic>
        <p:nvPicPr>
          <p:cNvPr id="25" name="Image 5" descr="preencoded.png">    </p:cNvPr>
          <p:cNvPicPr>
            <a:picLocks noChangeAspect="1"/>
          </p:cNvPicPr>
          <p:nvPr/>
        </p:nvPicPr>
        <p:blipFill>
          <a:blip r:embed="rId6"/>
          <a:stretch>
            <a:fillRect/>
          </a:stretch>
        </p:blipFill>
        <p:spPr>
          <a:xfrm>
            <a:off x="3411864" y="3844452"/>
            <a:ext cx="183486" cy="183486"/>
          </a:xfrm>
          <a:prstGeom prst="rect">
            <a:avLst/>
          </a:prstGeom>
        </p:spPr>
      </p:pic>
      <p:sp>
        <p:nvSpPr>
          <p:cNvPr id="26" name="Text 18"/>
          <p:cNvSpPr txBox="1"/>
          <p:nvPr/>
        </p:nvSpPr>
        <p:spPr>
          <a:xfrm>
            <a:off x="5138928" y="3788222"/>
            <a:ext cx="411480" cy="295946"/>
          </a:xfrm>
          <a:prstGeom prst="rect">
            <a:avLst/>
          </a:prstGeom>
          <a:noFill/>
          <a:ln/>
        </p:spPr>
        <p:txBody>
          <a:bodyPr wrap="square" lIns="0" tIns="0" rIns="0" bIns="0" rtlCol="0" anchor="ctr"/>
          <a:lstStyle/>
          <a:p>
            <a:pPr algn="r" indent="0" marL="0">
              <a:buNone/>
            </a:pPr>
            <a:r>
              <a:rPr lang="en-US" sz="700" dirty="0">
                <a:solidFill>
                  <a:srgbClr val="1E2A26"/>
                </a:solidFill>
                <a:latin typeface="Calibri" pitchFamily="34" charset="0"/>
                <a:ea typeface="Calibri" pitchFamily="34" charset="-122"/>
                <a:cs typeface="Calibri" pitchFamily="34" charset="-120"/>
              </a:rPr>
              <a:t>07.30</a:t>
            </a:r>
            <a:endParaRPr lang="en-US" sz="700" dirty="0"/>
          </a:p>
        </p:txBody>
      </p:sp>
      <p:sp>
        <p:nvSpPr>
          <p:cNvPr id="27" name="Shape 19"/>
          <p:cNvSpPr/>
          <p:nvPr/>
        </p:nvSpPr>
        <p:spPr>
          <a:xfrm>
            <a:off x="1619220" y="1502460"/>
            <a:ext cx="2888041" cy="2249186"/>
          </a:xfrm>
          <a:prstGeom prst="roundRect">
            <a:avLst>
              <a:gd name="adj" fmla="val 2439"/>
            </a:avLst>
          </a:prstGeom>
          <a:solidFill>
            <a:srgbClr val="FAFAFA"/>
          </a:solidFill>
          <a:ln w="9525">
            <a:solidFill>
              <a:srgbClr val="CCCCCC"/>
            </a:solidFill>
            <a:prstDash val="solid"/>
          </a:ln>
        </p:spPr>
      </p:sp>
      <p:sp>
        <p:nvSpPr>
          <p:cNvPr id="28" name="Shape 20"/>
          <p:cNvSpPr/>
          <p:nvPr/>
        </p:nvSpPr>
        <p:spPr>
          <a:xfrm>
            <a:off x="1756380" y="1612188"/>
            <a:ext cx="2613721" cy="237744"/>
          </a:xfrm>
          <a:prstGeom prst="roundRect">
            <a:avLst>
              <a:gd name="adj" fmla="val 46154"/>
            </a:avLst>
          </a:prstGeom>
          <a:solidFill>
            <a:srgbClr val="FFFFFF"/>
          </a:solidFill>
          <a:ln w="12700">
            <a:solidFill>
              <a:srgbClr val="0078D4"/>
            </a:solidFill>
            <a:prstDash val="solid"/>
          </a:ln>
        </p:spPr>
      </p:sp>
      <p:pic>
        <p:nvPicPr>
          <p:cNvPr id="29" name="Image 6" descr="preencoded.png">    </p:cNvPr>
          <p:cNvPicPr>
            <a:picLocks noChangeAspect="1"/>
          </p:cNvPicPr>
          <p:nvPr/>
        </p:nvPicPr>
        <p:blipFill>
          <a:blip r:embed="rId7"/>
          <a:stretch>
            <a:fillRect/>
          </a:stretch>
        </p:blipFill>
        <p:spPr>
          <a:xfrm>
            <a:off x="1829532" y="1667052"/>
            <a:ext cx="128016" cy="128016"/>
          </a:xfrm>
          <a:prstGeom prst="rect">
            <a:avLst/>
          </a:prstGeom>
        </p:spPr>
      </p:pic>
      <p:sp>
        <p:nvSpPr>
          <p:cNvPr id="30" name="Text 21"/>
          <p:cNvSpPr txBox="1"/>
          <p:nvPr/>
        </p:nvSpPr>
        <p:spPr>
          <a:xfrm>
            <a:off x="2030700" y="1612188"/>
            <a:ext cx="2293681" cy="237744"/>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notepad</a:t>
            </a:r>
            <a:endParaRPr lang="en-US" sz="800" dirty="0"/>
          </a:p>
        </p:txBody>
      </p:sp>
      <p:sp>
        <p:nvSpPr>
          <p:cNvPr id="31" name="Text 22"/>
          <p:cNvSpPr txBox="1"/>
          <p:nvPr/>
        </p:nvSpPr>
        <p:spPr>
          <a:xfrm>
            <a:off x="1802100" y="1959660"/>
            <a:ext cx="914400" cy="182880"/>
          </a:xfrm>
          <a:prstGeom prst="rect">
            <a:avLst/>
          </a:prstGeom>
          <a:noFill/>
          <a:ln/>
        </p:spPr>
        <p:txBody>
          <a:bodyPr wrap="square" lIns="0" tIns="0" rIns="0" bIns="0" rtlCol="0" anchor="t"/>
          <a:lstStyle/>
          <a:p>
            <a:pPr indent="0" marL="0">
              <a:buNone/>
            </a:pPr>
            <a:r>
              <a:rPr lang="en-US" sz="700" b="1" dirty="0">
                <a:solidFill>
                  <a:srgbClr val="1E2A26"/>
                </a:solidFill>
                <a:latin typeface="Calibri" pitchFamily="34" charset="0"/>
                <a:ea typeface="Calibri" pitchFamily="34" charset="-122"/>
                <a:cs typeface="Calibri" pitchFamily="34" charset="-120"/>
              </a:rPr>
              <a:t>Pinned</a:t>
            </a:r>
            <a:endParaRPr lang="en-US" sz="700" dirty="0"/>
          </a:p>
        </p:txBody>
      </p:sp>
      <p:pic>
        <p:nvPicPr>
          <p:cNvPr id="32" name="Image 7" descr="preencoded.png">    </p:cNvPr>
          <p:cNvPicPr>
            <a:picLocks noChangeAspect="1"/>
          </p:cNvPicPr>
          <p:nvPr/>
        </p:nvPicPr>
        <p:blipFill>
          <a:blip r:embed="rId8"/>
          <a:stretch>
            <a:fillRect/>
          </a:stretch>
        </p:blipFill>
        <p:spPr>
          <a:xfrm>
            <a:off x="2073128" y="2215692"/>
            <a:ext cx="237744" cy="237744"/>
          </a:xfrm>
          <a:prstGeom prst="rect">
            <a:avLst/>
          </a:prstGeom>
        </p:spPr>
      </p:pic>
      <p:sp>
        <p:nvSpPr>
          <p:cNvPr id="33" name="Text 23"/>
          <p:cNvSpPr txBox="1"/>
          <p:nvPr/>
        </p:nvSpPr>
        <p:spPr>
          <a:xfrm>
            <a:off x="1756380" y="2490012"/>
            <a:ext cx="87124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Edge</a:t>
            </a:r>
            <a:endParaRPr lang="en-US" sz="650" dirty="0"/>
          </a:p>
        </p:txBody>
      </p:sp>
      <p:pic>
        <p:nvPicPr>
          <p:cNvPr id="34" name="Image 8" descr="preencoded.png">    </p:cNvPr>
          <p:cNvPicPr>
            <a:picLocks noChangeAspect="1"/>
          </p:cNvPicPr>
          <p:nvPr/>
        </p:nvPicPr>
        <p:blipFill>
          <a:blip r:embed="rId9"/>
          <a:stretch>
            <a:fillRect/>
          </a:stretch>
        </p:blipFill>
        <p:spPr>
          <a:xfrm>
            <a:off x="2944368" y="2215692"/>
            <a:ext cx="237744" cy="237744"/>
          </a:xfrm>
          <a:prstGeom prst="rect">
            <a:avLst/>
          </a:prstGeom>
        </p:spPr>
      </p:pic>
      <p:sp>
        <p:nvSpPr>
          <p:cNvPr id="35" name="Text 24"/>
          <p:cNvSpPr txBox="1"/>
          <p:nvPr/>
        </p:nvSpPr>
        <p:spPr>
          <a:xfrm>
            <a:off x="2627620" y="2490012"/>
            <a:ext cx="87124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Notepad</a:t>
            </a:r>
            <a:endParaRPr lang="en-US" sz="650" dirty="0"/>
          </a:p>
        </p:txBody>
      </p:sp>
      <p:pic>
        <p:nvPicPr>
          <p:cNvPr id="36" name="Image 9" descr="preencoded.png">    </p:cNvPr>
          <p:cNvPicPr>
            <a:picLocks noChangeAspect="1"/>
          </p:cNvPicPr>
          <p:nvPr/>
        </p:nvPicPr>
        <p:blipFill>
          <a:blip r:embed="rId10"/>
          <a:stretch>
            <a:fillRect/>
          </a:stretch>
        </p:blipFill>
        <p:spPr>
          <a:xfrm>
            <a:off x="3815608" y="2215692"/>
            <a:ext cx="237744" cy="237744"/>
          </a:xfrm>
          <a:prstGeom prst="rect">
            <a:avLst/>
          </a:prstGeom>
        </p:spPr>
      </p:pic>
      <p:sp>
        <p:nvSpPr>
          <p:cNvPr id="37" name="Text 25"/>
          <p:cNvSpPr txBox="1"/>
          <p:nvPr/>
        </p:nvSpPr>
        <p:spPr>
          <a:xfrm>
            <a:off x="3498860" y="2490012"/>
            <a:ext cx="87124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Paint</a:t>
            </a:r>
            <a:endParaRPr lang="en-US" sz="650" dirty="0"/>
          </a:p>
        </p:txBody>
      </p:sp>
      <p:pic>
        <p:nvPicPr>
          <p:cNvPr id="38" name="Image 10" descr="preencoded.png">    </p:cNvPr>
          <p:cNvPicPr>
            <a:picLocks noChangeAspect="1"/>
          </p:cNvPicPr>
          <p:nvPr/>
        </p:nvPicPr>
        <p:blipFill>
          <a:blip r:embed="rId11"/>
          <a:stretch>
            <a:fillRect/>
          </a:stretch>
        </p:blipFill>
        <p:spPr>
          <a:xfrm>
            <a:off x="2073128" y="2782620"/>
            <a:ext cx="237744" cy="237744"/>
          </a:xfrm>
          <a:prstGeom prst="rect">
            <a:avLst/>
          </a:prstGeom>
        </p:spPr>
      </p:pic>
      <p:sp>
        <p:nvSpPr>
          <p:cNvPr id="39" name="Text 26"/>
          <p:cNvSpPr txBox="1"/>
          <p:nvPr/>
        </p:nvSpPr>
        <p:spPr>
          <a:xfrm>
            <a:off x="1756380" y="3056940"/>
            <a:ext cx="87124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File Explorer</a:t>
            </a:r>
            <a:endParaRPr lang="en-US" sz="650" dirty="0"/>
          </a:p>
        </p:txBody>
      </p:sp>
      <p:pic>
        <p:nvPicPr>
          <p:cNvPr id="40" name="Image 11" descr="preencoded.png">    </p:cNvPr>
          <p:cNvPicPr>
            <a:picLocks noChangeAspect="1"/>
          </p:cNvPicPr>
          <p:nvPr/>
        </p:nvPicPr>
        <p:blipFill>
          <a:blip r:embed="rId12"/>
          <a:stretch>
            <a:fillRect/>
          </a:stretch>
        </p:blipFill>
        <p:spPr>
          <a:xfrm>
            <a:off x="2944368" y="2782620"/>
            <a:ext cx="237744" cy="237744"/>
          </a:xfrm>
          <a:prstGeom prst="rect">
            <a:avLst/>
          </a:prstGeom>
        </p:spPr>
      </p:pic>
      <p:sp>
        <p:nvSpPr>
          <p:cNvPr id="41" name="Text 27"/>
          <p:cNvSpPr txBox="1"/>
          <p:nvPr/>
        </p:nvSpPr>
        <p:spPr>
          <a:xfrm>
            <a:off x="2627620" y="3056940"/>
            <a:ext cx="87124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Settings</a:t>
            </a:r>
            <a:endParaRPr lang="en-US" sz="650" dirty="0"/>
          </a:p>
        </p:txBody>
      </p:sp>
      <p:pic>
        <p:nvPicPr>
          <p:cNvPr id="42" name="Image 12" descr="preencoded.png">    </p:cNvPr>
          <p:cNvPicPr>
            <a:picLocks noChangeAspect="1"/>
          </p:cNvPicPr>
          <p:nvPr/>
        </p:nvPicPr>
        <p:blipFill>
          <a:blip r:embed="rId13"/>
          <a:stretch>
            <a:fillRect/>
          </a:stretch>
        </p:blipFill>
        <p:spPr>
          <a:xfrm>
            <a:off x="3815608" y="2782620"/>
            <a:ext cx="237744" cy="237744"/>
          </a:xfrm>
          <a:prstGeom prst="rect">
            <a:avLst/>
          </a:prstGeom>
        </p:spPr>
      </p:pic>
      <p:sp>
        <p:nvSpPr>
          <p:cNvPr id="43" name="Text 28"/>
          <p:cNvSpPr txBox="1"/>
          <p:nvPr/>
        </p:nvSpPr>
        <p:spPr>
          <a:xfrm>
            <a:off x="3498860" y="3056940"/>
            <a:ext cx="871240" cy="164592"/>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Chrome</a:t>
            </a:r>
            <a:endParaRPr lang="en-US" sz="650" dirty="0"/>
          </a:p>
        </p:txBody>
      </p:sp>
      <p:sp>
        <p:nvSpPr>
          <p:cNvPr id="44" name="Shape 29"/>
          <p:cNvSpPr/>
          <p:nvPr/>
        </p:nvSpPr>
        <p:spPr>
          <a:xfrm>
            <a:off x="1619220" y="3367598"/>
            <a:ext cx="2888041" cy="0"/>
          </a:xfrm>
          <a:prstGeom prst="line">
            <a:avLst/>
          </a:prstGeom>
          <a:noFill/>
          <a:ln w="9525">
            <a:solidFill>
              <a:srgbClr val="DDDDDD"/>
            </a:solidFill>
            <a:prstDash val="solid"/>
          </a:ln>
        </p:spPr>
      </p:sp>
      <p:pic>
        <p:nvPicPr>
          <p:cNvPr id="45" name="Image 13" descr="preencoded.png">    </p:cNvPr>
          <p:cNvPicPr>
            <a:picLocks noChangeAspect="1"/>
          </p:cNvPicPr>
          <p:nvPr/>
        </p:nvPicPr>
        <p:blipFill>
          <a:blip r:embed="rId14"/>
          <a:stretch>
            <a:fillRect/>
          </a:stretch>
        </p:blipFill>
        <p:spPr>
          <a:xfrm>
            <a:off x="1802100" y="3440750"/>
            <a:ext cx="219456" cy="219456"/>
          </a:xfrm>
          <a:prstGeom prst="rect">
            <a:avLst/>
          </a:prstGeom>
        </p:spPr>
      </p:pic>
      <p:sp>
        <p:nvSpPr>
          <p:cNvPr id="46" name="Text 30"/>
          <p:cNvSpPr txBox="1"/>
          <p:nvPr/>
        </p:nvSpPr>
        <p:spPr>
          <a:xfrm>
            <a:off x="2076420" y="3440750"/>
            <a:ext cx="91440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Santri</a:t>
            </a:r>
            <a:endParaRPr lang="en-US" sz="800" dirty="0"/>
          </a:p>
        </p:txBody>
      </p:sp>
      <p:pic>
        <p:nvPicPr>
          <p:cNvPr id="47" name="Image 14" descr="preencoded.png">    </p:cNvPr>
          <p:cNvPicPr>
            <a:picLocks noChangeAspect="1"/>
          </p:cNvPicPr>
          <p:nvPr/>
        </p:nvPicPr>
        <p:blipFill>
          <a:blip r:embed="rId15"/>
          <a:stretch>
            <a:fillRect/>
          </a:stretch>
        </p:blipFill>
        <p:spPr>
          <a:xfrm>
            <a:off x="4095780" y="3440750"/>
            <a:ext cx="219456" cy="219456"/>
          </a:xfrm>
          <a:prstGeom prst="rect">
            <a:avLst/>
          </a:prstGeom>
        </p:spPr>
      </p:pic>
      <p:sp>
        <p:nvSpPr>
          <p:cNvPr id="48" name="Shape 31"/>
          <p:cNvSpPr/>
          <p:nvPr/>
        </p:nvSpPr>
        <p:spPr>
          <a:xfrm>
            <a:off x="1719804" y="1575612"/>
            <a:ext cx="2686873" cy="310896"/>
          </a:xfrm>
          <a:prstGeom prst="roundRect">
            <a:avLst>
              <a:gd name="adj" fmla="val 14706"/>
            </a:avLst>
          </a:prstGeom>
          <a:solidFill>
            <a:srgbClr val="FFFFFF">
              <a:alpha val="0"/>
            </a:srgbClr>
          </a:solidFill>
          <a:ln w="31750">
            <a:solidFill>
              <a:srgbClr val="E53935"/>
            </a:solidFill>
            <a:prstDash val="solid"/>
          </a:ln>
        </p:spPr>
      </p:sp>
      <p:sp>
        <p:nvSpPr>
          <p:cNvPr id="49" name="Shape 32"/>
          <p:cNvSpPr/>
          <p:nvPr/>
        </p:nvSpPr>
        <p:spPr>
          <a:xfrm>
            <a:off x="4269516" y="1438452"/>
            <a:ext cx="274320" cy="274320"/>
          </a:xfrm>
          <a:prstGeom prst="ellipse">
            <a:avLst/>
          </a:prstGeom>
          <a:solidFill>
            <a:srgbClr val="E53935"/>
          </a:solidFill>
          <a:ln w="12700">
            <a:solidFill>
              <a:srgbClr val="FFFFFF"/>
            </a:solidFill>
            <a:prstDash val="solid"/>
          </a:ln>
        </p:spPr>
      </p:sp>
      <p:sp>
        <p:nvSpPr>
          <p:cNvPr id="50" name="Text 33"/>
          <p:cNvSpPr txBox="1"/>
          <p:nvPr/>
        </p:nvSpPr>
        <p:spPr>
          <a:xfrm>
            <a:off x="4269516" y="143845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51" name="Image 15" descr="preencoded.png">    </p:cNvPr>
          <p:cNvPicPr>
            <a:picLocks noChangeAspect="1"/>
          </p:cNvPicPr>
          <p:nvPr/>
        </p:nvPicPr>
        <p:blipFill>
          <a:blip r:embed="rId16"/>
          <a:stretch>
            <a:fillRect/>
          </a:stretch>
        </p:blipFill>
        <p:spPr>
          <a:xfrm>
            <a:off x="3193926" y="1742947"/>
            <a:ext cx="237744" cy="237744"/>
          </a:xfrm>
          <a:prstGeom prst="rect">
            <a:avLst/>
          </a:prstGeom>
        </p:spPr>
      </p:pic>
      <p:sp>
        <p:nvSpPr>
          <p:cNvPr id="52" name="Text 3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53" name="Text 3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notepad</a:t>
            </a:r>
            <a:endParaRPr lang="en-US" sz="1800" dirty="0"/>
          </a:p>
        </p:txBody>
      </p:sp>
      <p:sp>
        <p:nvSpPr>
          <p:cNvPr id="54" name="Text 3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Langsung ketik kata notepad. Tulisan akan muncul di kotak pencarian bagian atas.</a:t>
            </a:r>
            <a:endParaRPr lang="en-US" sz="1300" dirty="0"/>
          </a:p>
        </p:txBody>
      </p:sp>
      <p:sp>
        <p:nvSpPr>
          <p:cNvPr id="55" name="Shape 37"/>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6" name="Image 16" descr="preencoded.png">    </p:cNvPr>
          <p:cNvPicPr>
            <a:picLocks noChangeAspect="1"/>
          </p:cNvPicPr>
          <p:nvPr/>
        </p:nvPicPr>
        <p:blipFill>
          <a:blip r:embed="rId17"/>
          <a:stretch>
            <a:fillRect/>
          </a:stretch>
        </p:blipFill>
        <p:spPr>
          <a:xfrm>
            <a:off x="6108192" y="3721608"/>
            <a:ext cx="201168" cy="201168"/>
          </a:xfrm>
          <a:prstGeom prst="rect">
            <a:avLst/>
          </a:prstGeom>
        </p:spPr>
      </p:pic>
      <p:sp>
        <p:nvSpPr>
          <p:cNvPr id="57" name="Text 38"/>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Tidak perlu mengklik kotak pencarian. Langsung ketik saja.</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Mengetik di Notepad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pic>
        <p:nvPicPr>
          <p:cNvPr id="16" name="Image 2" descr="preencoded.png">    </p:cNvPr>
          <p:cNvPicPr>
            <a:picLocks noChangeAspect="1"/>
          </p:cNvPicPr>
          <p:nvPr/>
        </p:nvPicPr>
        <p:blipFill>
          <a:blip r:embed="rId3"/>
          <a:stretch>
            <a:fillRect/>
          </a:stretch>
        </p:blipFill>
        <p:spPr>
          <a:xfrm>
            <a:off x="621792" y="1234440"/>
            <a:ext cx="237744" cy="237744"/>
          </a:xfrm>
          <a:prstGeom prst="rect">
            <a:avLst/>
          </a:prstGeom>
        </p:spPr>
      </p:pic>
      <p:sp>
        <p:nvSpPr>
          <p:cNvPr id="17" name="Text 12"/>
          <p:cNvSpPr txBox="1"/>
          <p:nvPr/>
        </p:nvSpPr>
        <p:spPr>
          <a:xfrm>
            <a:off x="502920" y="1490472"/>
            <a:ext cx="502920" cy="137160"/>
          </a:xfrm>
          <a:prstGeom prst="rect">
            <a:avLst/>
          </a:prstGeom>
          <a:noFill/>
          <a:ln/>
        </p:spPr>
        <p:txBody>
          <a:bodyPr wrap="square" lIns="0" tIns="0" rIns="0" bIns="0"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Recycle Bin</a:t>
            </a:r>
            <a:endParaRPr lang="en-US" sz="600" dirty="0"/>
          </a:p>
        </p:txBody>
      </p:sp>
      <p:sp>
        <p:nvSpPr>
          <p:cNvPr id="18" name="Shape 13"/>
          <p:cNvSpPr/>
          <p:nvPr/>
        </p:nvSpPr>
        <p:spPr>
          <a:xfrm>
            <a:off x="484632" y="3788222"/>
            <a:ext cx="5157216" cy="295946"/>
          </a:xfrm>
          <a:prstGeom prst="rect">
            <a:avLst/>
          </a:prstGeom>
          <a:solidFill>
            <a:srgbClr val="F3F3F3"/>
          </a:solidFill>
          <a:ln w="12700">
            <a:solidFill>
              <a:srgbClr val="F3F3F3"/>
            </a:solidFill>
            <a:prstDash val="solid"/>
          </a:ln>
        </p:spPr>
      </p:sp>
      <p:sp>
        <p:nvSpPr>
          <p:cNvPr id="19" name="Shape 14"/>
          <p:cNvSpPr/>
          <p:nvPr/>
        </p:nvSpPr>
        <p:spPr>
          <a:xfrm>
            <a:off x="2531130" y="3844452"/>
            <a:ext cx="84404" cy="84404"/>
          </a:xfrm>
          <a:prstGeom prst="rect">
            <a:avLst/>
          </a:prstGeom>
          <a:solidFill>
            <a:srgbClr val="0078D4"/>
          </a:solidFill>
          <a:ln w="12700">
            <a:solidFill>
              <a:srgbClr val="0078D4"/>
            </a:solidFill>
            <a:prstDash val="solid"/>
          </a:ln>
        </p:spPr>
      </p:sp>
      <p:sp>
        <p:nvSpPr>
          <p:cNvPr id="20" name="Shape 15"/>
          <p:cNvSpPr/>
          <p:nvPr/>
        </p:nvSpPr>
        <p:spPr>
          <a:xfrm>
            <a:off x="2630212" y="3844452"/>
            <a:ext cx="84404" cy="84404"/>
          </a:xfrm>
          <a:prstGeom prst="rect">
            <a:avLst/>
          </a:prstGeom>
          <a:solidFill>
            <a:srgbClr val="0078D4"/>
          </a:solidFill>
          <a:ln w="12700">
            <a:solidFill>
              <a:srgbClr val="0078D4"/>
            </a:solidFill>
            <a:prstDash val="solid"/>
          </a:ln>
        </p:spPr>
      </p:sp>
      <p:sp>
        <p:nvSpPr>
          <p:cNvPr id="21" name="Shape 16"/>
          <p:cNvSpPr/>
          <p:nvPr/>
        </p:nvSpPr>
        <p:spPr>
          <a:xfrm>
            <a:off x="2531130" y="3943534"/>
            <a:ext cx="84404" cy="84404"/>
          </a:xfrm>
          <a:prstGeom prst="rect">
            <a:avLst/>
          </a:prstGeom>
          <a:solidFill>
            <a:srgbClr val="0078D4"/>
          </a:solidFill>
          <a:ln w="12700">
            <a:solidFill>
              <a:srgbClr val="0078D4"/>
            </a:solidFill>
            <a:prstDash val="solid"/>
          </a:ln>
        </p:spPr>
      </p:sp>
      <p:sp>
        <p:nvSpPr>
          <p:cNvPr id="22" name="Shape 17"/>
          <p:cNvSpPr/>
          <p:nvPr/>
        </p:nvSpPr>
        <p:spPr>
          <a:xfrm>
            <a:off x="2630212" y="3943534"/>
            <a:ext cx="84404" cy="84404"/>
          </a:xfrm>
          <a:prstGeom prst="rect">
            <a:avLst/>
          </a:prstGeom>
          <a:solidFill>
            <a:srgbClr val="0078D4"/>
          </a:solidFill>
          <a:ln w="12700">
            <a:solidFill>
              <a:srgbClr val="0078D4"/>
            </a:solidFill>
            <a:prstDash val="solid"/>
          </a:ln>
        </p:spPr>
      </p:sp>
      <p:pic>
        <p:nvPicPr>
          <p:cNvPr id="23" name="Image 3" descr="preencoded.png">    </p:cNvPr>
          <p:cNvPicPr>
            <a:picLocks noChangeAspect="1"/>
          </p:cNvPicPr>
          <p:nvPr/>
        </p:nvPicPr>
        <p:blipFill>
          <a:blip r:embed="rId4"/>
          <a:stretch>
            <a:fillRect/>
          </a:stretch>
        </p:blipFill>
        <p:spPr>
          <a:xfrm>
            <a:off x="2824708" y="3844452"/>
            <a:ext cx="183486" cy="183486"/>
          </a:xfrm>
          <a:prstGeom prst="rect">
            <a:avLst/>
          </a:prstGeom>
        </p:spPr>
      </p:pic>
      <p:pic>
        <p:nvPicPr>
          <p:cNvPr id="24" name="Image 4" descr="preencoded.png">    </p:cNvPr>
          <p:cNvPicPr>
            <a:picLocks noChangeAspect="1"/>
          </p:cNvPicPr>
          <p:nvPr/>
        </p:nvPicPr>
        <p:blipFill>
          <a:blip r:embed="rId5"/>
          <a:stretch>
            <a:fillRect/>
          </a:stretch>
        </p:blipFill>
        <p:spPr>
          <a:xfrm>
            <a:off x="3118286" y="3844452"/>
            <a:ext cx="183486" cy="183486"/>
          </a:xfrm>
          <a:prstGeom prst="rect">
            <a:avLst/>
          </a:prstGeom>
        </p:spPr>
      </p:pic>
      <p:pic>
        <p:nvPicPr>
          <p:cNvPr id="25" name="Image 5" descr="preencoded.png">    </p:cNvPr>
          <p:cNvPicPr>
            <a:picLocks noChangeAspect="1"/>
          </p:cNvPicPr>
          <p:nvPr/>
        </p:nvPicPr>
        <p:blipFill>
          <a:blip r:embed="rId6"/>
          <a:stretch>
            <a:fillRect/>
          </a:stretch>
        </p:blipFill>
        <p:spPr>
          <a:xfrm>
            <a:off x="3411864" y="3844452"/>
            <a:ext cx="183486" cy="183486"/>
          </a:xfrm>
          <a:prstGeom prst="rect">
            <a:avLst/>
          </a:prstGeom>
        </p:spPr>
      </p:pic>
      <p:sp>
        <p:nvSpPr>
          <p:cNvPr id="26" name="Text 18"/>
          <p:cNvSpPr txBox="1"/>
          <p:nvPr/>
        </p:nvSpPr>
        <p:spPr>
          <a:xfrm>
            <a:off x="5138928" y="3788222"/>
            <a:ext cx="411480" cy="295946"/>
          </a:xfrm>
          <a:prstGeom prst="rect">
            <a:avLst/>
          </a:prstGeom>
          <a:noFill/>
          <a:ln/>
        </p:spPr>
        <p:txBody>
          <a:bodyPr wrap="square" lIns="0" tIns="0" rIns="0" bIns="0" rtlCol="0" anchor="ctr"/>
          <a:lstStyle/>
          <a:p>
            <a:pPr algn="r" indent="0" marL="0">
              <a:buNone/>
            </a:pPr>
            <a:r>
              <a:rPr lang="en-US" sz="700" dirty="0">
                <a:solidFill>
                  <a:srgbClr val="1E2A26"/>
                </a:solidFill>
                <a:latin typeface="Calibri" pitchFamily="34" charset="0"/>
                <a:ea typeface="Calibri" pitchFamily="34" charset="-122"/>
                <a:cs typeface="Calibri" pitchFamily="34" charset="-120"/>
              </a:rPr>
              <a:t>07.30</a:t>
            </a:r>
            <a:endParaRPr lang="en-US" sz="700" dirty="0"/>
          </a:p>
        </p:txBody>
      </p:sp>
      <p:sp>
        <p:nvSpPr>
          <p:cNvPr id="27" name="Shape 19"/>
          <p:cNvSpPr/>
          <p:nvPr/>
        </p:nvSpPr>
        <p:spPr>
          <a:xfrm>
            <a:off x="1619220" y="1502460"/>
            <a:ext cx="2888041" cy="2249186"/>
          </a:xfrm>
          <a:prstGeom prst="roundRect">
            <a:avLst>
              <a:gd name="adj" fmla="val 2439"/>
            </a:avLst>
          </a:prstGeom>
          <a:solidFill>
            <a:srgbClr val="FAFAFA"/>
          </a:solidFill>
          <a:ln w="9525">
            <a:solidFill>
              <a:srgbClr val="CCCCCC"/>
            </a:solidFill>
            <a:prstDash val="solid"/>
          </a:ln>
        </p:spPr>
      </p:sp>
      <p:sp>
        <p:nvSpPr>
          <p:cNvPr id="28" name="Shape 20"/>
          <p:cNvSpPr/>
          <p:nvPr/>
        </p:nvSpPr>
        <p:spPr>
          <a:xfrm>
            <a:off x="1756380" y="1612188"/>
            <a:ext cx="2613721" cy="237744"/>
          </a:xfrm>
          <a:prstGeom prst="roundRect">
            <a:avLst>
              <a:gd name="adj" fmla="val 46154"/>
            </a:avLst>
          </a:prstGeom>
          <a:solidFill>
            <a:srgbClr val="FFFFFF"/>
          </a:solidFill>
          <a:ln w="12700">
            <a:solidFill>
              <a:srgbClr val="0078D4"/>
            </a:solidFill>
            <a:prstDash val="solid"/>
          </a:ln>
        </p:spPr>
      </p:sp>
      <p:pic>
        <p:nvPicPr>
          <p:cNvPr id="29" name="Image 6" descr="preencoded.png">    </p:cNvPr>
          <p:cNvPicPr>
            <a:picLocks noChangeAspect="1"/>
          </p:cNvPicPr>
          <p:nvPr/>
        </p:nvPicPr>
        <p:blipFill>
          <a:blip r:embed="rId7"/>
          <a:stretch>
            <a:fillRect/>
          </a:stretch>
        </p:blipFill>
        <p:spPr>
          <a:xfrm>
            <a:off x="1829532" y="1667052"/>
            <a:ext cx="128016" cy="128016"/>
          </a:xfrm>
          <a:prstGeom prst="rect">
            <a:avLst/>
          </a:prstGeom>
        </p:spPr>
      </p:pic>
      <p:sp>
        <p:nvSpPr>
          <p:cNvPr id="30" name="Text 21"/>
          <p:cNvSpPr txBox="1"/>
          <p:nvPr/>
        </p:nvSpPr>
        <p:spPr>
          <a:xfrm>
            <a:off x="2030700" y="1612188"/>
            <a:ext cx="2293681" cy="237744"/>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notepad</a:t>
            </a:r>
            <a:endParaRPr lang="en-US" sz="800" dirty="0"/>
          </a:p>
        </p:txBody>
      </p:sp>
      <p:sp>
        <p:nvSpPr>
          <p:cNvPr id="31" name="Text 22"/>
          <p:cNvSpPr txBox="1"/>
          <p:nvPr/>
        </p:nvSpPr>
        <p:spPr>
          <a:xfrm>
            <a:off x="1802100" y="1959660"/>
            <a:ext cx="1371600" cy="182880"/>
          </a:xfrm>
          <a:prstGeom prst="rect">
            <a:avLst/>
          </a:prstGeom>
          <a:noFill/>
          <a:ln/>
        </p:spPr>
        <p:txBody>
          <a:bodyPr wrap="square" lIns="0" tIns="0" rIns="0" bIns="0" rtlCol="0" anchor="t"/>
          <a:lstStyle/>
          <a:p>
            <a:pPr indent="0" marL="0">
              <a:buNone/>
            </a:pPr>
            <a:r>
              <a:rPr lang="en-US" sz="700" b="1" dirty="0">
                <a:solidFill>
                  <a:srgbClr val="1E2A26"/>
                </a:solidFill>
                <a:latin typeface="Calibri" pitchFamily="34" charset="0"/>
                <a:ea typeface="Calibri" pitchFamily="34" charset="-122"/>
                <a:cs typeface="Calibri" pitchFamily="34" charset="-120"/>
              </a:rPr>
              <a:t>Best match</a:t>
            </a:r>
            <a:endParaRPr lang="en-US" sz="700" dirty="0"/>
          </a:p>
        </p:txBody>
      </p:sp>
      <p:sp>
        <p:nvSpPr>
          <p:cNvPr id="32" name="Shape 23"/>
          <p:cNvSpPr/>
          <p:nvPr/>
        </p:nvSpPr>
        <p:spPr>
          <a:xfrm>
            <a:off x="1756380" y="2160828"/>
            <a:ext cx="2613721" cy="384048"/>
          </a:xfrm>
          <a:prstGeom prst="roundRect">
            <a:avLst>
              <a:gd name="adj" fmla="val 11905"/>
            </a:avLst>
          </a:prstGeom>
          <a:solidFill>
            <a:srgbClr val="E5F1FB"/>
          </a:solidFill>
          <a:ln w="12700">
            <a:solidFill>
              <a:srgbClr val="E5F1FB"/>
            </a:solidFill>
            <a:prstDash val="solid"/>
          </a:ln>
        </p:spPr>
      </p:sp>
      <p:pic>
        <p:nvPicPr>
          <p:cNvPr id="33" name="Image 7" descr="preencoded.png">    </p:cNvPr>
          <p:cNvPicPr>
            <a:picLocks noChangeAspect="1"/>
          </p:cNvPicPr>
          <p:nvPr/>
        </p:nvPicPr>
        <p:blipFill>
          <a:blip r:embed="rId8"/>
          <a:stretch>
            <a:fillRect/>
          </a:stretch>
        </p:blipFill>
        <p:spPr>
          <a:xfrm>
            <a:off x="1847820" y="2233980"/>
            <a:ext cx="237744" cy="237744"/>
          </a:xfrm>
          <a:prstGeom prst="rect">
            <a:avLst/>
          </a:prstGeom>
        </p:spPr>
      </p:pic>
      <p:sp>
        <p:nvSpPr>
          <p:cNvPr id="34" name="Text 24"/>
          <p:cNvSpPr txBox="1"/>
          <p:nvPr/>
        </p:nvSpPr>
        <p:spPr>
          <a:xfrm>
            <a:off x="2167860" y="2206548"/>
            <a:ext cx="1828800" cy="310896"/>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Notepad</a:t>
            </a:r>
            <a:endParaRPr lang="en-US" sz="800" dirty="0"/>
          </a:p>
          <a:p>
            <a:pPr indent="0" marL="0">
              <a:buNone/>
            </a:pPr>
            <a:r>
              <a:rPr lang="en-US" sz="800" dirty="0">
                <a:solidFill>
                  <a:srgbClr val="666666"/>
                </a:solidFill>
                <a:latin typeface="Calibri" pitchFamily="34" charset="0"/>
                <a:ea typeface="Calibri" pitchFamily="34" charset="-122"/>
                <a:cs typeface="Calibri" pitchFamily="34" charset="-120"/>
              </a:rPr>
              <a:t>App</a:t>
            </a:r>
            <a:endParaRPr lang="en-US" sz="800" dirty="0"/>
          </a:p>
        </p:txBody>
      </p:sp>
      <p:sp>
        <p:nvSpPr>
          <p:cNvPr id="35" name="Shape 25"/>
          <p:cNvSpPr/>
          <p:nvPr/>
        </p:nvSpPr>
        <p:spPr>
          <a:xfrm>
            <a:off x="1619220" y="3367598"/>
            <a:ext cx="2888041" cy="0"/>
          </a:xfrm>
          <a:prstGeom prst="line">
            <a:avLst/>
          </a:prstGeom>
          <a:noFill/>
          <a:ln w="9525">
            <a:solidFill>
              <a:srgbClr val="DDDDDD"/>
            </a:solidFill>
            <a:prstDash val="solid"/>
          </a:ln>
        </p:spPr>
      </p:sp>
      <p:pic>
        <p:nvPicPr>
          <p:cNvPr id="36" name="Image 8" descr="preencoded.png">    </p:cNvPr>
          <p:cNvPicPr>
            <a:picLocks noChangeAspect="1"/>
          </p:cNvPicPr>
          <p:nvPr/>
        </p:nvPicPr>
        <p:blipFill>
          <a:blip r:embed="rId9"/>
          <a:stretch>
            <a:fillRect/>
          </a:stretch>
        </p:blipFill>
        <p:spPr>
          <a:xfrm>
            <a:off x="1802100" y="3440750"/>
            <a:ext cx="219456" cy="219456"/>
          </a:xfrm>
          <a:prstGeom prst="rect">
            <a:avLst/>
          </a:prstGeom>
        </p:spPr>
      </p:pic>
      <p:sp>
        <p:nvSpPr>
          <p:cNvPr id="37" name="Text 26"/>
          <p:cNvSpPr txBox="1"/>
          <p:nvPr/>
        </p:nvSpPr>
        <p:spPr>
          <a:xfrm>
            <a:off x="2076420" y="3440750"/>
            <a:ext cx="914400" cy="219456"/>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Santri</a:t>
            </a:r>
            <a:endParaRPr lang="en-US" sz="800" dirty="0"/>
          </a:p>
        </p:txBody>
      </p:sp>
      <p:pic>
        <p:nvPicPr>
          <p:cNvPr id="38" name="Image 9" descr="preencoded.png">    </p:cNvPr>
          <p:cNvPicPr>
            <a:picLocks noChangeAspect="1"/>
          </p:cNvPicPr>
          <p:nvPr/>
        </p:nvPicPr>
        <p:blipFill>
          <a:blip r:embed="rId10"/>
          <a:stretch>
            <a:fillRect/>
          </a:stretch>
        </p:blipFill>
        <p:spPr>
          <a:xfrm>
            <a:off x="4095780" y="3440750"/>
            <a:ext cx="219456" cy="219456"/>
          </a:xfrm>
          <a:prstGeom prst="rect">
            <a:avLst/>
          </a:prstGeom>
        </p:spPr>
      </p:pic>
      <p:sp>
        <p:nvSpPr>
          <p:cNvPr id="39" name="Shape 27"/>
          <p:cNvSpPr/>
          <p:nvPr/>
        </p:nvSpPr>
        <p:spPr>
          <a:xfrm>
            <a:off x="1719804" y="2124252"/>
            <a:ext cx="2686873" cy="457200"/>
          </a:xfrm>
          <a:prstGeom prst="roundRect">
            <a:avLst>
              <a:gd name="adj" fmla="val 10000"/>
            </a:avLst>
          </a:prstGeom>
          <a:solidFill>
            <a:srgbClr val="FFFFFF">
              <a:alpha val="0"/>
            </a:srgbClr>
          </a:solidFill>
          <a:ln w="31750">
            <a:solidFill>
              <a:srgbClr val="E53935"/>
            </a:solidFill>
            <a:prstDash val="solid"/>
          </a:ln>
        </p:spPr>
      </p:sp>
      <p:sp>
        <p:nvSpPr>
          <p:cNvPr id="40" name="Shape 28"/>
          <p:cNvSpPr/>
          <p:nvPr/>
        </p:nvSpPr>
        <p:spPr>
          <a:xfrm>
            <a:off x="4269516" y="1987092"/>
            <a:ext cx="274320" cy="274320"/>
          </a:xfrm>
          <a:prstGeom prst="ellipse">
            <a:avLst/>
          </a:prstGeom>
          <a:solidFill>
            <a:srgbClr val="E53935"/>
          </a:solidFill>
          <a:ln w="12700">
            <a:solidFill>
              <a:srgbClr val="FFFFFF"/>
            </a:solidFill>
            <a:prstDash val="solid"/>
          </a:ln>
        </p:spPr>
      </p:sp>
      <p:sp>
        <p:nvSpPr>
          <p:cNvPr id="41" name="Text 29"/>
          <p:cNvSpPr txBox="1"/>
          <p:nvPr/>
        </p:nvSpPr>
        <p:spPr>
          <a:xfrm>
            <a:off x="4269516" y="198709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42" name="Image 10" descr="preencoded.png">    </p:cNvPr>
          <p:cNvPicPr>
            <a:picLocks noChangeAspect="1"/>
          </p:cNvPicPr>
          <p:nvPr/>
        </p:nvPicPr>
        <p:blipFill>
          <a:blip r:embed="rId11"/>
          <a:stretch>
            <a:fillRect/>
          </a:stretch>
        </p:blipFill>
        <p:spPr>
          <a:xfrm>
            <a:off x="3193926" y="2372054"/>
            <a:ext cx="237744" cy="237744"/>
          </a:xfrm>
          <a:prstGeom prst="rect">
            <a:avLst/>
          </a:prstGeom>
        </p:spPr>
      </p:pic>
      <p:sp>
        <p:nvSpPr>
          <p:cNvPr id="43" name="Text 3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44" name="Text 3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Notepad</a:t>
            </a:r>
            <a:endParaRPr lang="en-US" sz="1800" dirty="0"/>
          </a:p>
        </p:txBody>
      </p:sp>
      <p:sp>
        <p:nvSpPr>
          <p:cNvPr id="45" name="Text 3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Pada hasil pencarian, klik tulisan Notepad. Aplikasi Notepad akan terbuka.</a:t>
            </a:r>
            <a:endParaRPr lang="en-US" sz="1300" dirty="0"/>
          </a:p>
        </p:txBody>
      </p:sp>
      <p:sp>
        <p:nvSpPr>
          <p:cNvPr id="46" name="Shape 33"/>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7" name="Image 11" descr="preencoded.png">    </p:cNvPr>
          <p:cNvPicPr>
            <a:picLocks noChangeAspect="1"/>
          </p:cNvPicPr>
          <p:nvPr/>
        </p:nvPicPr>
        <p:blipFill>
          <a:blip r:embed="rId12"/>
          <a:stretch>
            <a:fillRect/>
          </a:stretch>
        </p:blipFill>
        <p:spPr>
          <a:xfrm>
            <a:off x="6108192" y="3721608"/>
            <a:ext cx="201168" cy="201168"/>
          </a:xfrm>
          <a:prstGeom prst="rect">
            <a:avLst/>
          </a:prstGeom>
        </p:spPr>
      </p:pic>
      <p:sp>
        <p:nvSpPr>
          <p:cNvPr id="48" name="Text 34"/>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Bisa juga langsung menekan Enter.</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Mengetik di Notepad</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pic>
        <p:nvPicPr>
          <p:cNvPr id="16" name="Image 2" descr="preencoded.png">    </p:cNvPr>
          <p:cNvPicPr>
            <a:picLocks noChangeAspect="1"/>
          </p:cNvPicPr>
          <p:nvPr/>
        </p:nvPicPr>
        <p:blipFill>
          <a:blip r:embed="rId3"/>
          <a:stretch>
            <a:fillRect/>
          </a:stretch>
        </p:blipFill>
        <p:spPr>
          <a:xfrm>
            <a:off x="621792" y="1234440"/>
            <a:ext cx="237744" cy="237744"/>
          </a:xfrm>
          <a:prstGeom prst="rect">
            <a:avLst/>
          </a:prstGeom>
        </p:spPr>
      </p:pic>
      <p:sp>
        <p:nvSpPr>
          <p:cNvPr id="17" name="Text 12"/>
          <p:cNvSpPr txBox="1"/>
          <p:nvPr/>
        </p:nvSpPr>
        <p:spPr>
          <a:xfrm>
            <a:off x="502920" y="1490472"/>
            <a:ext cx="502920" cy="137160"/>
          </a:xfrm>
          <a:prstGeom prst="rect">
            <a:avLst/>
          </a:prstGeom>
          <a:noFill/>
          <a:ln/>
        </p:spPr>
        <p:txBody>
          <a:bodyPr wrap="square" lIns="0" tIns="0" rIns="0" bIns="0"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Recycle Bin</a:t>
            </a:r>
            <a:endParaRPr lang="en-US" sz="600" dirty="0"/>
          </a:p>
        </p:txBody>
      </p:sp>
      <p:sp>
        <p:nvSpPr>
          <p:cNvPr id="18" name="Shape 13"/>
          <p:cNvSpPr/>
          <p:nvPr/>
        </p:nvSpPr>
        <p:spPr>
          <a:xfrm>
            <a:off x="484632" y="3788222"/>
            <a:ext cx="5157216" cy="295946"/>
          </a:xfrm>
          <a:prstGeom prst="rect">
            <a:avLst/>
          </a:prstGeom>
          <a:solidFill>
            <a:srgbClr val="F3F3F3"/>
          </a:solidFill>
          <a:ln w="12700">
            <a:solidFill>
              <a:srgbClr val="F3F3F3"/>
            </a:solidFill>
            <a:prstDash val="solid"/>
          </a:ln>
        </p:spPr>
      </p:sp>
      <p:sp>
        <p:nvSpPr>
          <p:cNvPr id="19" name="Shape 14"/>
          <p:cNvSpPr/>
          <p:nvPr/>
        </p:nvSpPr>
        <p:spPr>
          <a:xfrm>
            <a:off x="2531130" y="3844452"/>
            <a:ext cx="84404" cy="84404"/>
          </a:xfrm>
          <a:prstGeom prst="rect">
            <a:avLst/>
          </a:prstGeom>
          <a:solidFill>
            <a:srgbClr val="0078D4"/>
          </a:solidFill>
          <a:ln w="12700">
            <a:solidFill>
              <a:srgbClr val="0078D4"/>
            </a:solidFill>
            <a:prstDash val="solid"/>
          </a:ln>
        </p:spPr>
      </p:sp>
      <p:sp>
        <p:nvSpPr>
          <p:cNvPr id="20" name="Shape 15"/>
          <p:cNvSpPr/>
          <p:nvPr/>
        </p:nvSpPr>
        <p:spPr>
          <a:xfrm>
            <a:off x="2630212" y="3844452"/>
            <a:ext cx="84404" cy="84404"/>
          </a:xfrm>
          <a:prstGeom prst="rect">
            <a:avLst/>
          </a:prstGeom>
          <a:solidFill>
            <a:srgbClr val="0078D4"/>
          </a:solidFill>
          <a:ln w="12700">
            <a:solidFill>
              <a:srgbClr val="0078D4"/>
            </a:solidFill>
            <a:prstDash val="solid"/>
          </a:ln>
        </p:spPr>
      </p:sp>
      <p:sp>
        <p:nvSpPr>
          <p:cNvPr id="21" name="Shape 16"/>
          <p:cNvSpPr/>
          <p:nvPr/>
        </p:nvSpPr>
        <p:spPr>
          <a:xfrm>
            <a:off x="2531130" y="3943534"/>
            <a:ext cx="84404" cy="84404"/>
          </a:xfrm>
          <a:prstGeom prst="rect">
            <a:avLst/>
          </a:prstGeom>
          <a:solidFill>
            <a:srgbClr val="0078D4"/>
          </a:solidFill>
          <a:ln w="12700">
            <a:solidFill>
              <a:srgbClr val="0078D4"/>
            </a:solidFill>
            <a:prstDash val="solid"/>
          </a:ln>
        </p:spPr>
      </p:sp>
      <p:sp>
        <p:nvSpPr>
          <p:cNvPr id="22" name="Shape 17"/>
          <p:cNvSpPr/>
          <p:nvPr/>
        </p:nvSpPr>
        <p:spPr>
          <a:xfrm>
            <a:off x="2630212" y="3943534"/>
            <a:ext cx="84404" cy="84404"/>
          </a:xfrm>
          <a:prstGeom prst="rect">
            <a:avLst/>
          </a:prstGeom>
          <a:solidFill>
            <a:srgbClr val="0078D4"/>
          </a:solidFill>
          <a:ln w="12700">
            <a:solidFill>
              <a:srgbClr val="0078D4"/>
            </a:solidFill>
            <a:prstDash val="solid"/>
          </a:ln>
        </p:spPr>
      </p:sp>
      <p:pic>
        <p:nvPicPr>
          <p:cNvPr id="23" name="Image 3" descr="preencoded.png">    </p:cNvPr>
          <p:cNvPicPr>
            <a:picLocks noChangeAspect="1"/>
          </p:cNvPicPr>
          <p:nvPr/>
        </p:nvPicPr>
        <p:blipFill>
          <a:blip r:embed="rId4"/>
          <a:stretch>
            <a:fillRect/>
          </a:stretch>
        </p:blipFill>
        <p:spPr>
          <a:xfrm>
            <a:off x="2824708" y="3844452"/>
            <a:ext cx="183486" cy="183486"/>
          </a:xfrm>
          <a:prstGeom prst="rect">
            <a:avLst/>
          </a:prstGeom>
        </p:spPr>
      </p:pic>
      <p:pic>
        <p:nvPicPr>
          <p:cNvPr id="24" name="Image 4" descr="preencoded.png">    </p:cNvPr>
          <p:cNvPicPr>
            <a:picLocks noChangeAspect="1"/>
          </p:cNvPicPr>
          <p:nvPr/>
        </p:nvPicPr>
        <p:blipFill>
          <a:blip r:embed="rId5"/>
          <a:stretch>
            <a:fillRect/>
          </a:stretch>
        </p:blipFill>
        <p:spPr>
          <a:xfrm>
            <a:off x="3118286" y="3844452"/>
            <a:ext cx="183486" cy="183486"/>
          </a:xfrm>
          <a:prstGeom prst="rect">
            <a:avLst/>
          </a:prstGeom>
        </p:spPr>
      </p:pic>
      <p:pic>
        <p:nvPicPr>
          <p:cNvPr id="25" name="Image 5" descr="preencoded.png">    </p:cNvPr>
          <p:cNvPicPr>
            <a:picLocks noChangeAspect="1"/>
          </p:cNvPicPr>
          <p:nvPr/>
        </p:nvPicPr>
        <p:blipFill>
          <a:blip r:embed="rId6"/>
          <a:stretch>
            <a:fillRect/>
          </a:stretch>
        </p:blipFill>
        <p:spPr>
          <a:xfrm>
            <a:off x="3411864" y="3844452"/>
            <a:ext cx="183486" cy="183486"/>
          </a:xfrm>
          <a:prstGeom prst="rect">
            <a:avLst/>
          </a:prstGeom>
        </p:spPr>
      </p:pic>
      <p:sp>
        <p:nvSpPr>
          <p:cNvPr id="26" name="Text 18"/>
          <p:cNvSpPr txBox="1"/>
          <p:nvPr/>
        </p:nvSpPr>
        <p:spPr>
          <a:xfrm>
            <a:off x="5138928" y="3788222"/>
            <a:ext cx="411480" cy="295946"/>
          </a:xfrm>
          <a:prstGeom prst="rect">
            <a:avLst/>
          </a:prstGeom>
          <a:noFill/>
          <a:ln/>
        </p:spPr>
        <p:txBody>
          <a:bodyPr wrap="square" lIns="0" tIns="0" rIns="0" bIns="0" rtlCol="0" anchor="ctr"/>
          <a:lstStyle/>
          <a:p>
            <a:pPr algn="r" indent="0" marL="0">
              <a:buNone/>
            </a:pPr>
            <a:r>
              <a:rPr lang="en-US" sz="700" dirty="0">
                <a:solidFill>
                  <a:srgbClr val="1E2A26"/>
                </a:solidFill>
                <a:latin typeface="Calibri" pitchFamily="34" charset="0"/>
                <a:ea typeface="Calibri" pitchFamily="34" charset="-122"/>
                <a:cs typeface="Calibri" pitchFamily="34" charset="-120"/>
              </a:rPr>
              <a:t>07.30</a:t>
            </a:r>
            <a:endParaRPr lang="en-US" sz="700" dirty="0"/>
          </a:p>
        </p:txBody>
      </p:sp>
      <p:sp>
        <p:nvSpPr>
          <p:cNvPr id="27" name="Shape 19"/>
          <p:cNvSpPr/>
          <p:nvPr/>
        </p:nvSpPr>
        <p:spPr>
          <a:xfrm>
            <a:off x="1103498" y="1302279"/>
            <a:ext cx="3919484" cy="2308375"/>
          </a:xfrm>
          <a:prstGeom prst="rect">
            <a:avLst/>
          </a:prstGeom>
          <a:solidFill>
            <a:srgbClr val="FFFFFF"/>
          </a:solidFill>
          <a:ln w="9525">
            <a:solidFill>
              <a:srgbClr val="999999"/>
            </a:solidFill>
            <a:prstDash val="solid"/>
          </a:ln>
        </p:spPr>
      </p:sp>
      <p:sp>
        <p:nvSpPr>
          <p:cNvPr id="28" name="Shape 20"/>
          <p:cNvSpPr/>
          <p:nvPr/>
        </p:nvSpPr>
        <p:spPr>
          <a:xfrm>
            <a:off x="1103498" y="1302279"/>
            <a:ext cx="3919484" cy="219456"/>
          </a:xfrm>
          <a:prstGeom prst="rect">
            <a:avLst/>
          </a:prstGeom>
          <a:solidFill>
            <a:srgbClr val="F0F0F0"/>
          </a:solidFill>
          <a:ln w="12700">
            <a:solidFill>
              <a:srgbClr val="F0F0F0"/>
            </a:solidFill>
            <a:prstDash val="solid"/>
          </a:ln>
        </p:spPr>
      </p:sp>
      <p:sp>
        <p:nvSpPr>
          <p:cNvPr id="29" name="Text 21"/>
          <p:cNvSpPr txBox="1"/>
          <p:nvPr/>
        </p:nvSpPr>
        <p:spPr>
          <a:xfrm>
            <a:off x="1194938" y="1302279"/>
            <a:ext cx="3005084"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Untitled - Notepad</a:t>
            </a:r>
            <a:endParaRPr lang="en-US" sz="750" dirty="0"/>
          </a:p>
        </p:txBody>
      </p:sp>
      <p:sp>
        <p:nvSpPr>
          <p:cNvPr id="30" name="Text 22"/>
          <p:cNvSpPr txBox="1"/>
          <p:nvPr/>
        </p:nvSpPr>
        <p:spPr>
          <a:xfrm>
            <a:off x="4200022" y="1302279"/>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31" name="Text 23"/>
          <p:cNvSpPr txBox="1"/>
          <p:nvPr/>
        </p:nvSpPr>
        <p:spPr>
          <a:xfrm>
            <a:off x="4474342" y="1302279"/>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32" name="Text 24"/>
          <p:cNvSpPr txBox="1"/>
          <p:nvPr/>
        </p:nvSpPr>
        <p:spPr>
          <a:xfrm>
            <a:off x="4748662" y="1302279"/>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33" name="Shape 25"/>
          <p:cNvSpPr/>
          <p:nvPr/>
        </p:nvSpPr>
        <p:spPr>
          <a:xfrm>
            <a:off x="1103498" y="1521735"/>
            <a:ext cx="3919484" cy="182880"/>
          </a:xfrm>
          <a:prstGeom prst="rect">
            <a:avLst/>
          </a:prstGeom>
          <a:solidFill>
            <a:srgbClr val="FAFAFA"/>
          </a:solidFill>
          <a:ln w="12700">
            <a:solidFill>
              <a:srgbClr val="FAFAFA"/>
            </a:solidFill>
            <a:prstDash val="solid"/>
          </a:ln>
        </p:spPr>
      </p:sp>
      <p:sp>
        <p:nvSpPr>
          <p:cNvPr id="34" name="Text 26"/>
          <p:cNvSpPr txBox="1"/>
          <p:nvPr/>
        </p:nvSpPr>
        <p:spPr>
          <a:xfrm>
            <a:off x="1194938" y="1521735"/>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35" name="Text 27"/>
          <p:cNvSpPr txBox="1"/>
          <p:nvPr/>
        </p:nvSpPr>
        <p:spPr>
          <a:xfrm>
            <a:off x="1213226" y="1777767"/>
            <a:ext cx="3700028" cy="1759735"/>
          </a:xfrm>
          <a:prstGeom prst="rect">
            <a:avLst/>
          </a:prstGeom>
          <a:noFill/>
          <a:ln/>
        </p:spPr>
        <p:txBody>
          <a:bodyPr wrap="square" lIns="0" tIns="0" rIns="0" bIns="0" rtlCol="0" anchor="t"/>
          <a:lstStyle/>
          <a:p>
            <a:pPr indent="0" marL="0">
              <a:buNone/>
            </a:pPr>
            <a:r>
              <a:rPr lang="en-US" sz="900" dirty="0">
                <a:solidFill>
                  <a:srgbClr val="1E2A26"/>
                </a:solidFill>
                <a:latin typeface="Courier New" pitchFamily="34" charset="0"/>
                <a:ea typeface="Courier New" pitchFamily="34" charset="-122"/>
                <a:cs typeface="Courier New" pitchFamily="34" charset="-120"/>
              </a:rPr>
              <a:t>Bismillahirrahmanirrahim</a:t>
            </a:r>
            <a:endParaRPr lang="en-US" sz="900" dirty="0"/>
          </a:p>
          <a:p>
            <a:pPr indent="0" marL="0">
              <a:buNone/>
            </a:pPr>
            <a:r>
              <a:rPr lang="en-US" sz="900" dirty="0">
                <a:solidFill>
                  <a:srgbClr val="1E2A26"/>
                </a:solidFill>
                <a:latin typeface="Courier New" pitchFamily="34" charset="0"/>
                <a:ea typeface="Courier New" pitchFamily="34" charset="-122"/>
                <a:cs typeface="Courier New" pitchFamily="34" charset="-120"/>
              </a:rPr>
              <a:t>Nama: Ahmad Fauzan</a:t>
            </a:r>
            <a:endParaRPr lang="en-US" sz="900" dirty="0"/>
          </a:p>
          <a:p>
            <a:pPr indent="0" marL="0">
              <a:buNone/>
            </a:pPr>
            <a:r>
              <a:rPr lang="en-US" sz="900" dirty="0">
                <a:solidFill>
                  <a:srgbClr val="1E2A26"/>
                </a:solidFill>
                <a:latin typeface="Courier New" pitchFamily="34" charset="0"/>
                <a:ea typeface="Courier New" pitchFamily="34" charset="-122"/>
                <a:cs typeface="Courier New" pitchFamily="34" charset="-120"/>
              </a:rPr>
              <a:t>Kelas: 1 Wustha</a:t>
            </a:r>
            <a:endParaRPr lang="en-US" sz="900" dirty="0"/>
          </a:p>
          <a:p>
            <a:pPr indent="0" marL="0">
              <a:buNone/>
            </a:pPr>
            <a:r>
              <a:rPr lang="en-US" sz="900" dirty="0">
                <a:solidFill>
                  <a:srgbClr val="1E2A26"/>
                </a:solidFill>
                <a:latin typeface="Courier New" pitchFamily="34" charset="0"/>
                <a:ea typeface="Courier New" pitchFamily="34" charset="-122"/>
                <a:cs typeface="Courier New" pitchFamily="34" charset="-120"/>
              </a:rPr>
              <a:t>Cita-cita: Dokter</a:t>
            </a:r>
            <a:endParaRPr lang="en-US" sz="900" dirty="0"/>
          </a:p>
        </p:txBody>
      </p:sp>
      <p:sp>
        <p:nvSpPr>
          <p:cNvPr id="36" name="Shape 28"/>
          <p:cNvSpPr/>
          <p:nvPr/>
        </p:nvSpPr>
        <p:spPr>
          <a:xfrm>
            <a:off x="1140074" y="1704615"/>
            <a:ext cx="2450592" cy="850392"/>
          </a:xfrm>
          <a:prstGeom prst="roundRect">
            <a:avLst>
              <a:gd name="adj" fmla="val 5376"/>
            </a:avLst>
          </a:prstGeom>
          <a:solidFill>
            <a:srgbClr val="FFFFFF">
              <a:alpha val="0"/>
            </a:srgbClr>
          </a:solidFill>
          <a:ln w="31750">
            <a:solidFill>
              <a:srgbClr val="E53935"/>
            </a:solidFill>
            <a:prstDash val="solid"/>
          </a:ln>
        </p:spPr>
      </p:sp>
      <p:sp>
        <p:nvSpPr>
          <p:cNvPr id="37" name="Shape 29"/>
          <p:cNvSpPr/>
          <p:nvPr/>
        </p:nvSpPr>
        <p:spPr>
          <a:xfrm>
            <a:off x="3453506" y="1567455"/>
            <a:ext cx="274320" cy="274320"/>
          </a:xfrm>
          <a:prstGeom prst="ellipse">
            <a:avLst/>
          </a:prstGeom>
          <a:solidFill>
            <a:srgbClr val="E53935"/>
          </a:solidFill>
          <a:ln w="12700">
            <a:solidFill>
              <a:srgbClr val="FFFFFF"/>
            </a:solidFill>
            <a:prstDash val="solid"/>
          </a:ln>
        </p:spPr>
      </p:sp>
      <p:sp>
        <p:nvSpPr>
          <p:cNvPr id="38" name="Text 30"/>
          <p:cNvSpPr txBox="1"/>
          <p:nvPr/>
        </p:nvSpPr>
        <p:spPr>
          <a:xfrm>
            <a:off x="3453506" y="156745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39" name="Image 6" descr="preencoded.png">    </p:cNvPr>
          <p:cNvPicPr>
            <a:picLocks noChangeAspect="1"/>
          </p:cNvPicPr>
          <p:nvPr/>
        </p:nvPicPr>
        <p:blipFill>
          <a:blip r:embed="rId7"/>
          <a:stretch>
            <a:fillRect/>
          </a:stretch>
        </p:blipFill>
        <p:spPr>
          <a:xfrm>
            <a:off x="2484242" y="2168673"/>
            <a:ext cx="237744" cy="237744"/>
          </a:xfrm>
          <a:prstGeom prst="rect">
            <a:avLst/>
          </a:prstGeom>
        </p:spPr>
      </p:pic>
      <p:sp>
        <p:nvSpPr>
          <p:cNvPr id="40" name="Text 3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1" name="Text 3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perkenalan dirimu</a:t>
            </a:r>
            <a:endParaRPr lang="en-US" sz="1800" dirty="0"/>
          </a:p>
        </p:txBody>
      </p:sp>
      <p:sp>
        <p:nvSpPr>
          <p:cNvPr id="42" name="Text 3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nama, kelas, dan cita-citamu. Tekan Enter untuk pindah baris. Pakai Shift untuk huruf besar.</a:t>
            </a:r>
            <a:endParaRPr lang="en-US" sz="1300" dirty="0"/>
          </a:p>
        </p:txBody>
      </p:sp>
      <p:sp>
        <p:nvSpPr>
          <p:cNvPr id="43" name="Shape 34"/>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4"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45" name="Text 35"/>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Salah ketik? Tekan Backspace untuk menghapus.</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Membuka Internet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pic>
        <p:nvPicPr>
          <p:cNvPr id="16" name="Image 2" descr="preencoded.png">    </p:cNvPr>
          <p:cNvPicPr>
            <a:picLocks noChangeAspect="1"/>
          </p:cNvPicPr>
          <p:nvPr/>
        </p:nvPicPr>
        <p:blipFill>
          <a:blip r:embed="rId3"/>
          <a:stretch>
            <a:fillRect/>
          </a:stretch>
        </p:blipFill>
        <p:spPr>
          <a:xfrm>
            <a:off x="621792" y="1234440"/>
            <a:ext cx="237744" cy="237744"/>
          </a:xfrm>
          <a:prstGeom prst="rect">
            <a:avLst/>
          </a:prstGeom>
        </p:spPr>
      </p:pic>
      <p:sp>
        <p:nvSpPr>
          <p:cNvPr id="17" name="Text 12"/>
          <p:cNvSpPr txBox="1"/>
          <p:nvPr/>
        </p:nvSpPr>
        <p:spPr>
          <a:xfrm>
            <a:off x="502920" y="1490472"/>
            <a:ext cx="502920" cy="137160"/>
          </a:xfrm>
          <a:prstGeom prst="rect">
            <a:avLst/>
          </a:prstGeom>
          <a:noFill/>
          <a:ln/>
        </p:spPr>
        <p:txBody>
          <a:bodyPr wrap="square" lIns="0" tIns="0" rIns="0" bIns="0"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Recycle Bin</a:t>
            </a:r>
            <a:endParaRPr lang="en-US" sz="600" dirty="0"/>
          </a:p>
        </p:txBody>
      </p:sp>
      <p:sp>
        <p:nvSpPr>
          <p:cNvPr id="18" name="Shape 13"/>
          <p:cNvSpPr/>
          <p:nvPr/>
        </p:nvSpPr>
        <p:spPr>
          <a:xfrm>
            <a:off x="484632" y="3788222"/>
            <a:ext cx="5157216" cy="295946"/>
          </a:xfrm>
          <a:prstGeom prst="rect">
            <a:avLst/>
          </a:prstGeom>
          <a:solidFill>
            <a:srgbClr val="F3F3F3"/>
          </a:solidFill>
          <a:ln w="12700">
            <a:solidFill>
              <a:srgbClr val="F3F3F3"/>
            </a:solidFill>
            <a:prstDash val="solid"/>
          </a:ln>
        </p:spPr>
      </p:sp>
      <p:sp>
        <p:nvSpPr>
          <p:cNvPr id="19" name="Shape 14"/>
          <p:cNvSpPr/>
          <p:nvPr/>
        </p:nvSpPr>
        <p:spPr>
          <a:xfrm>
            <a:off x="2531130" y="3844452"/>
            <a:ext cx="84404" cy="84404"/>
          </a:xfrm>
          <a:prstGeom prst="rect">
            <a:avLst/>
          </a:prstGeom>
          <a:solidFill>
            <a:srgbClr val="0078D4"/>
          </a:solidFill>
          <a:ln w="12700">
            <a:solidFill>
              <a:srgbClr val="0078D4"/>
            </a:solidFill>
            <a:prstDash val="solid"/>
          </a:ln>
        </p:spPr>
      </p:sp>
      <p:sp>
        <p:nvSpPr>
          <p:cNvPr id="20" name="Shape 15"/>
          <p:cNvSpPr/>
          <p:nvPr/>
        </p:nvSpPr>
        <p:spPr>
          <a:xfrm>
            <a:off x="2630212" y="3844452"/>
            <a:ext cx="84404" cy="84404"/>
          </a:xfrm>
          <a:prstGeom prst="rect">
            <a:avLst/>
          </a:prstGeom>
          <a:solidFill>
            <a:srgbClr val="0078D4"/>
          </a:solidFill>
          <a:ln w="12700">
            <a:solidFill>
              <a:srgbClr val="0078D4"/>
            </a:solidFill>
            <a:prstDash val="solid"/>
          </a:ln>
        </p:spPr>
      </p:sp>
      <p:sp>
        <p:nvSpPr>
          <p:cNvPr id="21" name="Shape 16"/>
          <p:cNvSpPr/>
          <p:nvPr/>
        </p:nvSpPr>
        <p:spPr>
          <a:xfrm>
            <a:off x="2531130" y="3943534"/>
            <a:ext cx="84404" cy="84404"/>
          </a:xfrm>
          <a:prstGeom prst="rect">
            <a:avLst/>
          </a:prstGeom>
          <a:solidFill>
            <a:srgbClr val="0078D4"/>
          </a:solidFill>
          <a:ln w="12700">
            <a:solidFill>
              <a:srgbClr val="0078D4"/>
            </a:solidFill>
            <a:prstDash val="solid"/>
          </a:ln>
        </p:spPr>
      </p:sp>
      <p:sp>
        <p:nvSpPr>
          <p:cNvPr id="22" name="Shape 17"/>
          <p:cNvSpPr/>
          <p:nvPr/>
        </p:nvSpPr>
        <p:spPr>
          <a:xfrm>
            <a:off x="2630212" y="3943534"/>
            <a:ext cx="84404" cy="84404"/>
          </a:xfrm>
          <a:prstGeom prst="rect">
            <a:avLst/>
          </a:prstGeom>
          <a:solidFill>
            <a:srgbClr val="0078D4"/>
          </a:solidFill>
          <a:ln w="12700">
            <a:solidFill>
              <a:srgbClr val="0078D4"/>
            </a:solidFill>
            <a:prstDash val="solid"/>
          </a:ln>
        </p:spPr>
      </p:sp>
      <p:pic>
        <p:nvPicPr>
          <p:cNvPr id="23" name="Image 3" descr="preencoded.png">    </p:cNvPr>
          <p:cNvPicPr>
            <a:picLocks noChangeAspect="1"/>
          </p:cNvPicPr>
          <p:nvPr/>
        </p:nvPicPr>
        <p:blipFill>
          <a:blip r:embed="rId4"/>
          <a:stretch>
            <a:fillRect/>
          </a:stretch>
        </p:blipFill>
        <p:spPr>
          <a:xfrm>
            <a:off x="2824708" y="3844452"/>
            <a:ext cx="183486" cy="183486"/>
          </a:xfrm>
          <a:prstGeom prst="rect">
            <a:avLst/>
          </a:prstGeom>
        </p:spPr>
      </p:pic>
      <p:pic>
        <p:nvPicPr>
          <p:cNvPr id="24" name="Image 4" descr="preencoded.png">    </p:cNvPr>
          <p:cNvPicPr>
            <a:picLocks noChangeAspect="1"/>
          </p:cNvPicPr>
          <p:nvPr/>
        </p:nvPicPr>
        <p:blipFill>
          <a:blip r:embed="rId5"/>
          <a:stretch>
            <a:fillRect/>
          </a:stretch>
        </p:blipFill>
        <p:spPr>
          <a:xfrm>
            <a:off x="3118286" y="3844452"/>
            <a:ext cx="183486" cy="183486"/>
          </a:xfrm>
          <a:prstGeom prst="rect">
            <a:avLst/>
          </a:prstGeom>
        </p:spPr>
      </p:pic>
      <p:pic>
        <p:nvPicPr>
          <p:cNvPr id="25" name="Image 5" descr="preencoded.png">    </p:cNvPr>
          <p:cNvPicPr>
            <a:picLocks noChangeAspect="1"/>
          </p:cNvPicPr>
          <p:nvPr/>
        </p:nvPicPr>
        <p:blipFill>
          <a:blip r:embed="rId6"/>
          <a:stretch>
            <a:fillRect/>
          </a:stretch>
        </p:blipFill>
        <p:spPr>
          <a:xfrm>
            <a:off x="3411864" y="3844452"/>
            <a:ext cx="183486" cy="183486"/>
          </a:xfrm>
          <a:prstGeom prst="rect">
            <a:avLst/>
          </a:prstGeom>
        </p:spPr>
      </p:pic>
      <p:sp>
        <p:nvSpPr>
          <p:cNvPr id="26" name="Text 18"/>
          <p:cNvSpPr txBox="1"/>
          <p:nvPr/>
        </p:nvSpPr>
        <p:spPr>
          <a:xfrm>
            <a:off x="5138928" y="3788222"/>
            <a:ext cx="411480" cy="295946"/>
          </a:xfrm>
          <a:prstGeom prst="rect">
            <a:avLst/>
          </a:prstGeom>
          <a:noFill/>
          <a:ln/>
        </p:spPr>
        <p:txBody>
          <a:bodyPr wrap="square" lIns="0" tIns="0" rIns="0" bIns="0" rtlCol="0" anchor="ctr"/>
          <a:lstStyle/>
          <a:p>
            <a:pPr algn="r" indent="0" marL="0">
              <a:buNone/>
            </a:pPr>
            <a:r>
              <a:rPr lang="en-US" sz="700" dirty="0">
                <a:solidFill>
                  <a:srgbClr val="1E2A26"/>
                </a:solidFill>
                <a:latin typeface="Calibri" pitchFamily="34" charset="0"/>
                <a:ea typeface="Calibri" pitchFamily="34" charset="-122"/>
                <a:cs typeface="Calibri" pitchFamily="34" charset="-120"/>
              </a:rPr>
              <a:t>07.30</a:t>
            </a:r>
            <a:endParaRPr lang="en-US" sz="700" dirty="0"/>
          </a:p>
        </p:txBody>
      </p:sp>
      <p:sp>
        <p:nvSpPr>
          <p:cNvPr id="27" name="Shape 19"/>
          <p:cNvSpPr/>
          <p:nvPr/>
        </p:nvSpPr>
        <p:spPr>
          <a:xfrm>
            <a:off x="3375288" y="3807876"/>
            <a:ext cx="256638" cy="256638"/>
          </a:xfrm>
          <a:prstGeom prst="roundRect">
            <a:avLst>
              <a:gd name="adj" fmla="val 17815"/>
            </a:avLst>
          </a:prstGeom>
          <a:solidFill>
            <a:srgbClr val="FFFFFF">
              <a:alpha val="0"/>
            </a:srgbClr>
          </a:solidFill>
          <a:ln w="31750">
            <a:solidFill>
              <a:srgbClr val="E53935"/>
            </a:solidFill>
            <a:prstDash val="solid"/>
          </a:ln>
        </p:spPr>
      </p:sp>
      <p:sp>
        <p:nvSpPr>
          <p:cNvPr id="28" name="Shape 20"/>
          <p:cNvSpPr/>
          <p:nvPr/>
        </p:nvSpPr>
        <p:spPr>
          <a:xfrm>
            <a:off x="3494766" y="3670716"/>
            <a:ext cx="274320" cy="274320"/>
          </a:xfrm>
          <a:prstGeom prst="ellipse">
            <a:avLst/>
          </a:prstGeom>
          <a:solidFill>
            <a:srgbClr val="E53935"/>
          </a:solidFill>
          <a:ln w="12700">
            <a:solidFill>
              <a:srgbClr val="FFFFFF"/>
            </a:solidFill>
            <a:prstDash val="solid"/>
          </a:ln>
        </p:spPr>
      </p:sp>
      <p:sp>
        <p:nvSpPr>
          <p:cNvPr id="29" name="Text 21"/>
          <p:cNvSpPr txBox="1"/>
          <p:nvPr/>
        </p:nvSpPr>
        <p:spPr>
          <a:xfrm>
            <a:off x="3494766" y="36707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30" name="Image 6" descr="preencoded.png">    </p:cNvPr>
          <p:cNvPicPr>
            <a:picLocks noChangeAspect="1"/>
          </p:cNvPicPr>
          <p:nvPr/>
        </p:nvPicPr>
        <p:blipFill>
          <a:blip r:embed="rId7"/>
          <a:stretch>
            <a:fillRect/>
          </a:stretch>
        </p:blipFill>
        <p:spPr>
          <a:xfrm>
            <a:off x="3512781" y="3945369"/>
            <a:ext cx="237744" cy="237744"/>
          </a:xfrm>
          <a:prstGeom prst="rect">
            <a:avLst/>
          </a:prstGeom>
        </p:spPr>
      </p:pic>
      <p:sp>
        <p:nvSpPr>
          <p:cNvPr id="31" name="Text 2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32" name="Text 2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ikon browser di Taskbar</a:t>
            </a:r>
            <a:endParaRPr lang="en-US" sz="1800" dirty="0"/>
          </a:p>
        </p:txBody>
      </p:sp>
      <p:sp>
        <p:nvSpPr>
          <p:cNvPr id="33" name="Text 2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ikon Chrome (bulat berwarna) atau Edge (gelombang biru) di Taskbar.</a:t>
            </a:r>
            <a:endParaRPr lang="en-US" sz="1300" dirty="0"/>
          </a:p>
        </p:txBody>
      </p:sp>
      <p:sp>
        <p:nvSpPr>
          <p:cNvPr id="34" name="Shape 25"/>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35"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36" name="Text 26"/>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ikon tidak ada di Taskbar, klik Start lalu ketik chrome atau edge.</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Membuka Internet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90921" y="1243090"/>
            <a:ext cx="4744639" cy="2426754"/>
          </a:xfrm>
          <a:prstGeom prst="rect">
            <a:avLst/>
          </a:prstGeom>
          <a:solidFill>
            <a:srgbClr val="FFFFFF"/>
          </a:solidFill>
          <a:ln w="9525">
            <a:solidFill>
              <a:srgbClr val="999999"/>
            </a:solidFill>
            <a:prstDash val="solid"/>
          </a:ln>
        </p:spPr>
      </p:sp>
      <p:sp>
        <p:nvSpPr>
          <p:cNvPr id="17" name="Shape 13"/>
          <p:cNvSpPr/>
          <p:nvPr/>
        </p:nvSpPr>
        <p:spPr>
          <a:xfrm>
            <a:off x="690921" y="1243090"/>
            <a:ext cx="4744639" cy="219456"/>
          </a:xfrm>
          <a:prstGeom prst="rect">
            <a:avLst/>
          </a:prstGeom>
          <a:solidFill>
            <a:srgbClr val="DEE1E6"/>
          </a:solidFill>
          <a:ln w="12700">
            <a:solidFill>
              <a:srgbClr val="DEE1E6"/>
            </a:solidFill>
            <a:prstDash val="solid"/>
          </a:ln>
        </p:spPr>
      </p:sp>
      <p:sp>
        <p:nvSpPr>
          <p:cNvPr id="18" name="Text 14"/>
          <p:cNvSpPr txBox="1"/>
          <p:nvPr/>
        </p:nvSpPr>
        <p:spPr>
          <a:xfrm>
            <a:off x="782361" y="1243090"/>
            <a:ext cx="3830239"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New Tab</a:t>
            </a:r>
            <a:endParaRPr lang="en-US" sz="750" dirty="0"/>
          </a:p>
        </p:txBody>
      </p:sp>
      <p:sp>
        <p:nvSpPr>
          <p:cNvPr id="19" name="Text 15"/>
          <p:cNvSpPr txBox="1"/>
          <p:nvPr/>
        </p:nvSpPr>
        <p:spPr>
          <a:xfrm>
            <a:off x="4612599" y="1243090"/>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886919" y="1243090"/>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161239" y="1243090"/>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90921" y="1462546"/>
            <a:ext cx="4744639"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782361" y="1535698"/>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983529" y="1535698"/>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184697" y="1535698"/>
            <a:ext cx="128016" cy="128016"/>
          </a:xfrm>
          <a:prstGeom prst="rect">
            <a:avLst/>
          </a:prstGeom>
        </p:spPr>
      </p:pic>
      <p:sp>
        <p:nvSpPr>
          <p:cNvPr id="26" name="Shape 19"/>
          <p:cNvSpPr/>
          <p:nvPr/>
        </p:nvSpPr>
        <p:spPr>
          <a:xfrm>
            <a:off x="1422441" y="1499122"/>
            <a:ext cx="3830239"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532169" y="1499122"/>
            <a:ext cx="3647359"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google.com</a:t>
            </a:r>
            <a:endParaRPr lang="en-US" sz="800" dirty="0"/>
          </a:p>
        </p:txBody>
      </p:sp>
      <p:sp>
        <p:nvSpPr>
          <p:cNvPr id="28" name="Text 21"/>
          <p:cNvSpPr txBox="1"/>
          <p:nvPr/>
        </p:nvSpPr>
        <p:spPr>
          <a:xfrm>
            <a:off x="2148840" y="2066050"/>
            <a:ext cx="1828800" cy="457200"/>
          </a:xfrm>
          <a:prstGeom prst="rect">
            <a:avLst/>
          </a:prstGeom>
          <a:noFill/>
          <a:ln/>
        </p:spPr>
        <p:txBody>
          <a:bodyPr wrap="square" lIns="0" tIns="0" rIns="0" bIns="0" rtlCol="0" anchor="t"/>
          <a:lstStyle/>
          <a:p>
            <a:pPr algn="ctr" indent="0" marL="0">
              <a:buNone/>
            </a:pPr>
            <a:r>
              <a:rPr lang="en-US" sz="2600" b="1" dirty="0">
                <a:solidFill>
                  <a:srgbClr val="4285F4"/>
                </a:solidFill>
                <a:latin typeface="Arial" pitchFamily="34" charset="0"/>
                <a:ea typeface="Arial" pitchFamily="34" charset="-122"/>
                <a:cs typeface="Arial" pitchFamily="34" charset="-120"/>
              </a:rPr>
              <a:t>G</a:t>
            </a:r>
            <a:pPr algn="ctr" indent="0" marL="0">
              <a:buNone/>
            </a:pPr>
            <a:r>
              <a:rPr lang="en-US" sz="2600" b="1" dirty="0">
                <a:solidFill>
                  <a:srgbClr val="EA4335"/>
                </a:solidFill>
                <a:latin typeface="Arial" pitchFamily="34" charset="0"/>
                <a:ea typeface="Arial" pitchFamily="34" charset="-122"/>
                <a:cs typeface="Arial" pitchFamily="34" charset="-120"/>
              </a:rPr>
              <a:t>o</a:t>
            </a:r>
            <a:pPr algn="ctr" indent="0" marL="0">
              <a:buNone/>
            </a:pPr>
            <a:r>
              <a:rPr lang="en-US" sz="2600" b="1" dirty="0">
                <a:solidFill>
                  <a:srgbClr val="FBBC05"/>
                </a:solidFill>
                <a:latin typeface="Arial" pitchFamily="34" charset="0"/>
                <a:ea typeface="Arial" pitchFamily="34" charset="-122"/>
                <a:cs typeface="Arial" pitchFamily="34" charset="-120"/>
              </a:rPr>
              <a:t>o</a:t>
            </a:r>
            <a:pPr algn="ctr" indent="0" marL="0">
              <a:buNone/>
            </a:pPr>
            <a:r>
              <a:rPr lang="en-US" sz="2600" b="1" dirty="0">
                <a:solidFill>
                  <a:srgbClr val="4285F4"/>
                </a:solidFill>
                <a:latin typeface="Arial" pitchFamily="34" charset="0"/>
                <a:ea typeface="Arial" pitchFamily="34" charset="-122"/>
                <a:cs typeface="Arial" pitchFamily="34" charset="-120"/>
              </a:rPr>
              <a:t>g</a:t>
            </a:r>
            <a:pPr algn="ctr" indent="0" marL="0">
              <a:buNone/>
            </a:pPr>
            <a:r>
              <a:rPr lang="en-US" sz="2600" b="1" dirty="0">
                <a:solidFill>
                  <a:srgbClr val="34A853"/>
                </a:solidFill>
                <a:latin typeface="Arial" pitchFamily="34" charset="0"/>
                <a:ea typeface="Arial" pitchFamily="34" charset="-122"/>
                <a:cs typeface="Arial" pitchFamily="34" charset="-120"/>
              </a:rPr>
              <a:t>l</a:t>
            </a:r>
            <a:pPr algn="ctr" indent="0" marL="0">
              <a:buNone/>
            </a:pPr>
            <a:r>
              <a:rPr lang="en-US" sz="2600" b="1" dirty="0">
                <a:solidFill>
                  <a:srgbClr val="EA4335"/>
                </a:solidFill>
                <a:latin typeface="Arial" pitchFamily="34" charset="0"/>
                <a:ea typeface="Arial" pitchFamily="34" charset="-122"/>
                <a:cs typeface="Arial" pitchFamily="34" charset="-120"/>
              </a:rPr>
              <a:t>e</a:t>
            </a:r>
            <a:endParaRPr lang="en-US" sz="2600" dirty="0"/>
          </a:p>
        </p:txBody>
      </p:sp>
      <p:sp>
        <p:nvSpPr>
          <p:cNvPr id="29" name="Shape 22"/>
          <p:cNvSpPr/>
          <p:nvPr/>
        </p:nvSpPr>
        <p:spPr>
          <a:xfrm>
            <a:off x="1783080" y="2660410"/>
            <a:ext cx="2560320" cy="256032"/>
          </a:xfrm>
          <a:prstGeom prst="roundRect">
            <a:avLst>
              <a:gd name="adj" fmla="val 50000"/>
            </a:avLst>
          </a:prstGeom>
          <a:solidFill>
            <a:srgbClr val="FFFFFF"/>
          </a:solidFill>
          <a:ln w="9525">
            <a:solidFill>
              <a:srgbClr val="CCCCCC"/>
            </a:solidFill>
            <a:prstDash val="solid"/>
          </a:ln>
        </p:spPr>
      </p:sp>
      <p:pic>
        <p:nvPicPr>
          <p:cNvPr id="30" name="Image 5" descr="preencoded.png">    </p:cNvPr>
          <p:cNvPicPr>
            <a:picLocks noChangeAspect="1"/>
          </p:cNvPicPr>
          <p:nvPr/>
        </p:nvPicPr>
        <p:blipFill>
          <a:blip r:embed="rId6"/>
          <a:stretch>
            <a:fillRect/>
          </a:stretch>
        </p:blipFill>
        <p:spPr>
          <a:xfrm>
            <a:off x="1874520" y="2724418"/>
            <a:ext cx="128016" cy="128016"/>
          </a:xfrm>
          <a:prstGeom prst="rect">
            <a:avLst/>
          </a:prstGeom>
        </p:spPr>
      </p:pic>
      <p:sp>
        <p:nvSpPr>
          <p:cNvPr id="31" name="Text 23"/>
          <p:cNvSpPr txBox="1"/>
          <p:nvPr/>
        </p:nvSpPr>
        <p:spPr>
          <a:xfrm>
            <a:off x="2103120" y="2660410"/>
            <a:ext cx="2194560" cy="256032"/>
          </a:xfrm>
          <a:prstGeom prst="rect">
            <a:avLst/>
          </a:prstGeom>
          <a:noFill/>
          <a:ln/>
        </p:spPr>
        <p:txBody>
          <a:bodyPr wrap="square" lIns="0" tIns="0" rIns="0" bIns="0" rtlCol="0" anchor="ctr"/>
          <a:lstStyle/>
          <a:p>
            <a:pPr indent="0" marL="0">
              <a:buNone/>
            </a:pPr>
            <a:endParaRPr lang="en-US" sz="900" dirty="0"/>
          </a:p>
        </p:txBody>
      </p:sp>
      <p:sp>
        <p:nvSpPr>
          <p:cNvPr id="32" name="Shape 24"/>
          <p:cNvSpPr/>
          <p:nvPr/>
        </p:nvSpPr>
        <p:spPr>
          <a:xfrm>
            <a:off x="1385865" y="1462546"/>
            <a:ext cx="3903391" cy="274320"/>
          </a:xfrm>
          <a:prstGeom prst="roundRect">
            <a:avLst>
              <a:gd name="adj" fmla="val 16667"/>
            </a:avLst>
          </a:prstGeom>
          <a:solidFill>
            <a:srgbClr val="FFFFFF">
              <a:alpha val="0"/>
            </a:srgbClr>
          </a:solidFill>
          <a:ln w="31750">
            <a:solidFill>
              <a:srgbClr val="E53935"/>
            </a:solidFill>
            <a:prstDash val="solid"/>
          </a:ln>
        </p:spPr>
      </p:sp>
      <p:sp>
        <p:nvSpPr>
          <p:cNvPr id="33" name="Shape 25"/>
          <p:cNvSpPr/>
          <p:nvPr/>
        </p:nvSpPr>
        <p:spPr>
          <a:xfrm>
            <a:off x="5152095" y="1325386"/>
            <a:ext cx="274320" cy="274320"/>
          </a:xfrm>
          <a:prstGeom prst="ellipse">
            <a:avLst/>
          </a:prstGeom>
          <a:solidFill>
            <a:srgbClr val="E53935"/>
          </a:solidFill>
          <a:ln w="12700">
            <a:solidFill>
              <a:srgbClr val="FFFFFF"/>
            </a:solidFill>
            <a:prstDash val="solid"/>
          </a:ln>
        </p:spPr>
      </p:sp>
      <p:sp>
        <p:nvSpPr>
          <p:cNvPr id="34" name="Text 26"/>
          <p:cNvSpPr txBox="1"/>
          <p:nvPr/>
        </p:nvSpPr>
        <p:spPr>
          <a:xfrm>
            <a:off x="5152095" y="13253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35" name="Image 6" descr="preencoded.png">    </p:cNvPr>
          <p:cNvPicPr>
            <a:picLocks noChangeAspect="1"/>
          </p:cNvPicPr>
          <p:nvPr/>
        </p:nvPicPr>
        <p:blipFill>
          <a:blip r:embed="rId7"/>
          <a:stretch>
            <a:fillRect/>
          </a:stretch>
        </p:blipFill>
        <p:spPr>
          <a:xfrm>
            <a:off x="3529072" y="1609765"/>
            <a:ext cx="237744" cy="237744"/>
          </a:xfrm>
          <a:prstGeom prst="rect">
            <a:avLst/>
          </a:prstGeom>
        </p:spPr>
      </p:pic>
      <p:sp>
        <p:nvSpPr>
          <p:cNvPr id="36" name="Text 2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37" name="Text 2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google.com di kolom alamat</a:t>
            </a:r>
            <a:endParaRPr lang="en-US" sz="1800" dirty="0"/>
          </a:p>
        </p:txBody>
      </p:sp>
      <p:sp>
        <p:nvSpPr>
          <p:cNvPr id="38" name="Text 2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kolom alamat di bagian atas, ketik google.com, lalu tekan Enter.</a:t>
            </a:r>
            <a:endParaRPr lang="en-US" sz="1300" dirty="0"/>
          </a:p>
        </p:txBody>
      </p:sp>
      <p:sp>
        <p:nvSpPr>
          <p:cNvPr id="39" name="Shape 30"/>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0"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41" name="Text 31"/>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Tidak perlu mengetik www. Cukup google.com.</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Membuka Internet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90921" y="1243090"/>
            <a:ext cx="4744639" cy="2426754"/>
          </a:xfrm>
          <a:prstGeom prst="rect">
            <a:avLst/>
          </a:prstGeom>
          <a:solidFill>
            <a:srgbClr val="FFFFFF"/>
          </a:solidFill>
          <a:ln w="9525">
            <a:solidFill>
              <a:srgbClr val="999999"/>
            </a:solidFill>
            <a:prstDash val="solid"/>
          </a:ln>
        </p:spPr>
      </p:sp>
      <p:sp>
        <p:nvSpPr>
          <p:cNvPr id="17" name="Shape 13"/>
          <p:cNvSpPr/>
          <p:nvPr/>
        </p:nvSpPr>
        <p:spPr>
          <a:xfrm>
            <a:off x="690921" y="1243090"/>
            <a:ext cx="4744639" cy="219456"/>
          </a:xfrm>
          <a:prstGeom prst="rect">
            <a:avLst/>
          </a:prstGeom>
          <a:solidFill>
            <a:srgbClr val="DEE1E6"/>
          </a:solidFill>
          <a:ln w="12700">
            <a:solidFill>
              <a:srgbClr val="DEE1E6"/>
            </a:solidFill>
            <a:prstDash val="solid"/>
          </a:ln>
        </p:spPr>
      </p:sp>
      <p:sp>
        <p:nvSpPr>
          <p:cNvPr id="18" name="Text 14"/>
          <p:cNvSpPr txBox="1"/>
          <p:nvPr/>
        </p:nvSpPr>
        <p:spPr>
          <a:xfrm>
            <a:off x="782361" y="1243090"/>
            <a:ext cx="3830239"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Google</a:t>
            </a:r>
            <a:endParaRPr lang="en-US" sz="750" dirty="0"/>
          </a:p>
        </p:txBody>
      </p:sp>
      <p:sp>
        <p:nvSpPr>
          <p:cNvPr id="19" name="Text 15"/>
          <p:cNvSpPr txBox="1"/>
          <p:nvPr/>
        </p:nvSpPr>
        <p:spPr>
          <a:xfrm>
            <a:off x="4612599" y="1243090"/>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886919" y="1243090"/>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161239" y="1243090"/>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90921" y="1462546"/>
            <a:ext cx="4744639"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782361" y="1535698"/>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983529" y="1535698"/>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184697" y="1535698"/>
            <a:ext cx="128016" cy="128016"/>
          </a:xfrm>
          <a:prstGeom prst="rect">
            <a:avLst/>
          </a:prstGeom>
        </p:spPr>
      </p:pic>
      <p:sp>
        <p:nvSpPr>
          <p:cNvPr id="26" name="Shape 19"/>
          <p:cNvSpPr/>
          <p:nvPr/>
        </p:nvSpPr>
        <p:spPr>
          <a:xfrm>
            <a:off x="1422441" y="1499122"/>
            <a:ext cx="3830239"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532169" y="1499122"/>
            <a:ext cx="3647359"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google.com</a:t>
            </a:r>
            <a:endParaRPr lang="en-US" sz="800" dirty="0"/>
          </a:p>
        </p:txBody>
      </p:sp>
      <p:sp>
        <p:nvSpPr>
          <p:cNvPr id="28" name="Text 21"/>
          <p:cNvSpPr txBox="1"/>
          <p:nvPr/>
        </p:nvSpPr>
        <p:spPr>
          <a:xfrm>
            <a:off x="2148840" y="2066050"/>
            <a:ext cx="1828800" cy="457200"/>
          </a:xfrm>
          <a:prstGeom prst="rect">
            <a:avLst/>
          </a:prstGeom>
          <a:noFill/>
          <a:ln/>
        </p:spPr>
        <p:txBody>
          <a:bodyPr wrap="square" lIns="0" tIns="0" rIns="0" bIns="0" rtlCol="0" anchor="t"/>
          <a:lstStyle/>
          <a:p>
            <a:pPr algn="ctr" indent="0" marL="0">
              <a:buNone/>
            </a:pPr>
            <a:r>
              <a:rPr lang="en-US" sz="2600" b="1" dirty="0">
                <a:solidFill>
                  <a:srgbClr val="4285F4"/>
                </a:solidFill>
                <a:latin typeface="Arial" pitchFamily="34" charset="0"/>
                <a:ea typeface="Arial" pitchFamily="34" charset="-122"/>
                <a:cs typeface="Arial" pitchFamily="34" charset="-120"/>
              </a:rPr>
              <a:t>G</a:t>
            </a:r>
            <a:pPr algn="ctr" indent="0" marL="0">
              <a:buNone/>
            </a:pPr>
            <a:r>
              <a:rPr lang="en-US" sz="2600" b="1" dirty="0">
                <a:solidFill>
                  <a:srgbClr val="EA4335"/>
                </a:solidFill>
                <a:latin typeface="Arial" pitchFamily="34" charset="0"/>
                <a:ea typeface="Arial" pitchFamily="34" charset="-122"/>
                <a:cs typeface="Arial" pitchFamily="34" charset="-120"/>
              </a:rPr>
              <a:t>o</a:t>
            </a:r>
            <a:pPr algn="ctr" indent="0" marL="0">
              <a:buNone/>
            </a:pPr>
            <a:r>
              <a:rPr lang="en-US" sz="2600" b="1" dirty="0">
                <a:solidFill>
                  <a:srgbClr val="FBBC05"/>
                </a:solidFill>
                <a:latin typeface="Arial" pitchFamily="34" charset="0"/>
                <a:ea typeface="Arial" pitchFamily="34" charset="-122"/>
                <a:cs typeface="Arial" pitchFamily="34" charset="-120"/>
              </a:rPr>
              <a:t>o</a:t>
            </a:r>
            <a:pPr algn="ctr" indent="0" marL="0">
              <a:buNone/>
            </a:pPr>
            <a:r>
              <a:rPr lang="en-US" sz="2600" b="1" dirty="0">
                <a:solidFill>
                  <a:srgbClr val="4285F4"/>
                </a:solidFill>
                <a:latin typeface="Arial" pitchFamily="34" charset="0"/>
                <a:ea typeface="Arial" pitchFamily="34" charset="-122"/>
                <a:cs typeface="Arial" pitchFamily="34" charset="-120"/>
              </a:rPr>
              <a:t>g</a:t>
            </a:r>
            <a:pPr algn="ctr" indent="0" marL="0">
              <a:buNone/>
            </a:pPr>
            <a:r>
              <a:rPr lang="en-US" sz="2600" b="1" dirty="0">
                <a:solidFill>
                  <a:srgbClr val="34A853"/>
                </a:solidFill>
                <a:latin typeface="Arial" pitchFamily="34" charset="0"/>
                <a:ea typeface="Arial" pitchFamily="34" charset="-122"/>
                <a:cs typeface="Arial" pitchFamily="34" charset="-120"/>
              </a:rPr>
              <a:t>l</a:t>
            </a:r>
            <a:pPr algn="ctr" indent="0" marL="0">
              <a:buNone/>
            </a:pPr>
            <a:r>
              <a:rPr lang="en-US" sz="2600" b="1" dirty="0">
                <a:solidFill>
                  <a:srgbClr val="EA4335"/>
                </a:solidFill>
                <a:latin typeface="Arial" pitchFamily="34" charset="0"/>
                <a:ea typeface="Arial" pitchFamily="34" charset="-122"/>
                <a:cs typeface="Arial" pitchFamily="34" charset="-120"/>
              </a:rPr>
              <a:t>e</a:t>
            </a:r>
            <a:endParaRPr lang="en-US" sz="2600" dirty="0"/>
          </a:p>
        </p:txBody>
      </p:sp>
      <p:sp>
        <p:nvSpPr>
          <p:cNvPr id="29" name="Shape 22"/>
          <p:cNvSpPr/>
          <p:nvPr/>
        </p:nvSpPr>
        <p:spPr>
          <a:xfrm>
            <a:off x="1783080" y="2660410"/>
            <a:ext cx="2560320" cy="256032"/>
          </a:xfrm>
          <a:prstGeom prst="roundRect">
            <a:avLst>
              <a:gd name="adj" fmla="val 50000"/>
            </a:avLst>
          </a:prstGeom>
          <a:solidFill>
            <a:srgbClr val="FFFFFF"/>
          </a:solidFill>
          <a:ln w="9525">
            <a:solidFill>
              <a:srgbClr val="CCCCCC"/>
            </a:solidFill>
            <a:prstDash val="solid"/>
          </a:ln>
        </p:spPr>
      </p:sp>
      <p:pic>
        <p:nvPicPr>
          <p:cNvPr id="30" name="Image 5" descr="preencoded.png">    </p:cNvPr>
          <p:cNvPicPr>
            <a:picLocks noChangeAspect="1"/>
          </p:cNvPicPr>
          <p:nvPr/>
        </p:nvPicPr>
        <p:blipFill>
          <a:blip r:embed="rId6"/>
          <a:stretch>
            <a:fillRect/>
          </a:stretch>
        </p:blipFill>
        <p:spPr>
          <a:xfrm>
            <a:off x="1874520" y="2724418"/>
            <a:ext cx="128016" cy="128016"/>
          </a:xfrm>
          <a:prstGeom prst="rect">
            <a:avLst/>
          </a:prstGeom>
        </p:spPr>
      </p:pic>
      <p:sp>
        <p:nvSpPr>
          <p:cNvPr id="31" name="Text 23"/>
          <p:cNvSpPr txBox="1"/>
          <p:nvPr/>
        </p:nvSpPr>
        <p:spPr>
          <a:xfrm>
            <a:off x="2103120" y="2660410"/>
            <a:ext cx="2194560" cy="256032"/>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Kota Poso</a:t>
            </a:r>
            <a:endParaRPr lang="en-US" sz="900" dirty="0"/>
          </a:p>
        </p:txBody>
      </p:sp>
      <p:sp>
        <p:nvSpPr>
          <p:cNvPr id="32" name="Shape 24"/>
          <p:cNvSpPr/>
          <p:nvPr/>
        </p:nvSpPr>
        <p:spPr>
          <a:xfrm>
            <a:off x="1746504" y="2623834"/>
            <a:ext cx="2633472" cy="329184"/>
          </a:xfrm>
          <a:prstGeom prst="roundRect">
            <a:avLst>
              <a:gd name="adj" fmla="val 13889"/>
            </a:avLst>
          </a:prstGeom>
          <a:solidFill>
            <a:srgbClr val="FFFFFF">
              <a:alpha val="0"/>
            </a:srgbClr>
          </a:solidFill>
          <a:ln w="31750">
            <a:solidFill>
              <a:srgbClr val="E53935"/>
            </a:solidFill>
            <a:prstDash val="solid"/>
          </a:ln>
        </p:spPr>
      </p:sp>
      <p:sp>
        <p:nvSpPr>
          <p:cNvPr id="33" name="Shape 25"/>
          <p:cNvSpPr/>
          <p:nvPr/>
        </p:nvSpPr>
        <p:spPr>
          <a:xfrm>
            <a:off x="4242816" y="2486674"/>
            <a:ext cx="274320" cy="274320"/>
          </a:xfrm>
          <a:prstGeom prst="ellipse">
            <a:avLst/>
          </a:prstGeom>
          <a:solidFill>
            <a:srgbClr val="E53935"/>
          </a:solidFill>
          <a:ln w="12700">
            <a:solidFill>
              <a:srgbClr val="FFFFFF"/>
            </a:solidFill>
            <a:prstDash val="solid"/>
          </a:ln>
        </p:spPr>
      </p:sp>
      <p:sp>
        <p:nvSpPr>
          <p:cNvPr id="34" name="Text 26"/>
          <p:cNvSpPr txBox="1"/>
          <p:nvPr/>
        </p:nvSpPr>
        <p:spPr>
          <a:xfrm>
            <a:off x="4242816" y="248667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35" name="Image 6" descr="preencoded.png">    </p:cNvPr>
          <p:cNvPicPr>
            <a:picLocks noChangeAspect="1"/>
          </p:cNvPicPr>
          <p:nvPr/>
        </p:nvPicPr>
        <p:blipFill>
          <a:blip r:embed="rId7"/>
          <a:stretch>
            <a:fillRect/>
          </a:stretch>
        </p:blipFill>
        <p:spPr>
          <a:xfrm>
            <a:off x="3191256" y="2801228"/>
            <a:ext cx="237744" cy="237744"/>
          </a:xfrm>
          <a:prstGeom prst="rect">
            <a:avLst/>
          </a:prstGeom>
        </p:spPr>
      </p:pic>
      <p:sp>
        <p:nvSpPr>
          <p:cNvPr id="36" name="Text 2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37" name="Text 2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Cari: Kota Poso</a:t>
            </a:r>
            <a:endParaRPr lang="en-US" sz="1800" dirty="0"/>
          </a:p>
        </p:txBody>
      </p:sp>
      <p:sp>
        <p:nvSpPr>
          <p:cNvPr id="38" name="Text 2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kotak pencarian Google, ketik Kota Poso, lalu tekan Enter.</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Membuka Internet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690921" y="1243090"/>
            <a:ext cx="4744639" cy="2426754"/>
          </a:xfrm>
          <a:prstGeom prst="rect">
            <a:avLst/>
          </a:prstGeom>
          <a:solidFill>
            <a:srgbClr val="FFFFFF"/>
          </a:solidFill>
          <a:ln w="9525">
            <a:solidFill>
              <a:srgbClr val="999999"/>
            </a:solidFill>
            <a:prstDash val="solid"/>
          </a:ln>
        </p:spPr>
      </p:sp>
      <p:sp>
        <p:nvSpPr>
          <p:cNvPr id="17" name="Shape 13"/>
          <p:cNvSpPr/>
          <p:nvPr/>
        </p:nvSpPr>
        <p:spPr>
          <a:xfrm>
            <a:off x="690921" y="1243090"/>
            <a:ext cx="4744639" cy="219456"/>
          </a:xfrm>
          <a:prstGeom prst="rect">
            <a:avLst/>
          </a:prstGeom>
          <a:solidFill>
            <a:srgbClr val="DEE1E6"/>
          </a:solidFill>
          <a:ln w="12700">
            <a:solidFill>
              <a:srgbClr val="DEE1E6"/>
            </a:solidFill>
            <a:prstDash val="solid"/>
          </a:ln>
        </p:spPr>
      </p:sp>
      <p:sp>
        <p:nvSpPr>
          <p:cNvPr id="18" name="Text 14"/>
          <p:cNvSpPr txBox="1"/>
          <p:nvPr/>
        </p:nvSpPr>
        <p:spPr>
          <a:xfrm>
            <a:off x="782361" y="1243090"/>
            <a:ext cx="3830239"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Kota Poso - Google</a:t>
            </a:r>
            <a:endParaRPr lang="en-US" sz="750" dirty="0"/>
          </a:p>
        </p:txBody>
      </p:sp>
      <p:sp>
        <p:nvSpPr>
          <p:cNvPr id="19" name="Text 15"/>
          <p:cNvSpPr txBox="1"/>
          <p:nvPr/>
        </p:nvSpPr>
        <p:spPr>
          <a:xfrm>
            <a:off x="4612599" y="1243090"/>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886919" y="1243090"/>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161239" y="1243090"/>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690921" y="1462546"/>
            <a:ext cx="4744639"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782361" y="1535698"/>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983529" y="1535698"/>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184697" y="1535698"/>
            <a:ext cx="128016" cy="128016"/>
          </a:xfrm>
          <a:prstGeom prst="rect">
            <a:avLst/>
          </a:prstGeom>
        </p:spPr>
      </p:pic>
      <p:sp>
        <p:nvSpPr>
          <p:cNvPr id="26" name="Shape 19"/>
          <p:cNvSpPr/>
          <p:nvPr/>
        </p:nvSpPr>
        <p:spPr>
          <a:xfrm>
            <a:off x="1422441" y="1499122"/>
            <a:ext cx="3830239"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532169" y="1499122"/>
            <a:ext cx="3647359"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google.com/search?q=Kota+Poso</a:t>
            </a:r>
            <a:endParaRPr lang="en-US" sz="800" dirty="0"/>
          </a:p>
        </p:txBody>
      </p:sp>
      <p:sp>
        <p:nvSpPr>
          <p:cNvPr id="28" name="Text 21"/>
          <p:cNvSpPr txBox="1"/>
          <p:nvPr/>
        </p:nvSpPr>
        <p:spPr>
          <a:xfrm>
            <a:off x="828081" y="1791730"/>
            <a:ext cx="731520" cy="228600"/>
          </a:xfrm>
          <a:prstGeom prst="rect">
            <a:avLst/>
          </a:prstGeom>
          <a:noFill/>
          <a:ln/>
        </p:spPr>
        <p:txBody>
          <a:bodyPr wrap="square" lIns="0" tIns="0" rIns="0" bIns="0" rtlCol="0" anchor="ctr"/>
          <a:lstStyle/>
          <a:p>
            <a:pPr indent="0" marL="0">
              <a:buNone/>
            </a:pPr>
            <a:r>
              <a:rPr lang="en-US" sz="1200" b="1" dirty="0">
                <a:solidFill>
                  <a:srgbClr val="4285F4"/>
                </a:solidFill>
                <a:latin typeface="Arial" pitchFamily="34" charset="0"/>
                <a:ea typeface="Arial" pitchFamily="34" charset="-122"/>
                <a:cs typeface="Arial" pitchFamily="34" charset="-120"/>
              </a:rPr>
              <a:t>Google</a:t>
            </a:r>
            <a:endParaRPr lang="en-US" sz="1200" dirty="0"/>
          </a:p>
        </p:txBody>
      </p:sp>
      <p:sp>
        <p:nvSpPr>
          <p:cNvPr id="29" name="Shape 22"/>
          <p:cNvSpPr/>
          <p:nvPr/>
        </p:nvSpPr>
        <p:spPr>
          <a:xfrm>
            <a:off x="1559601" y="1791730"/>
            <a:ext cx="2377440" cy="228600"/>
          </a:xfrm>
          <a:prstGeom prst="roundRect">
            <a:avLst>
              <a:gd name="adj" fmla="val 48000"/>
            </a:avLst>
          </a:prstGeom>
          <a:solidFill>
            <a:srgbClr val="FFFFFF"/>
          </a:solidFill>
          <a:ln w="9525">
            <a:solidFill>
              <a:srgbClr val="CCCCCC"/>
            </a:solidFill>
            <a:prstDash val="solid"/>
          </a:ln>
        </p:spPr>
      </p:sp>
      <p:sp>
        <p:nvSpPr>
          <p:cNvPr id="30" name="Text 23"/>
          <p:cNvSpPr txBox="1"/>
          <p:nvPr/>
        </p:nvSpPr>
        <p:spPr>
          <a:xfrm>
            <a:off x="1696761" y="1791730"/>
            <a:ext cx="2194560" cy="228600"/>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Kota Poso</a:t>
            </a:r>
            <a:endParaRPr lang="en-US" sz="800" dirty="0"/>
          </a:p>
        </p:txBody>
      </p:sp>
      <p:sp>
        <p:nvSpPr>
          <p:cNvPr id="31" name="Text 24"/>
          <p:cNvSpPr txBox="1"/>
          <p:nvPr/>
        </p:nvSpPr>
        <p:spPr>
          <a:xfrm>
            <a:off x="1559601" y="2066050"/>
            <a:ext cx="457200" cy="164592"/>
          </a:xfrm>
          <a:prstGeom prst="rect">
            <a:avLst/>
          </a:prstGeom>
          <a:noFill/>
          <a:ln/>
        </p:spPr>
        <p:txBody>
          <a:bodyPr wrap="square" lIns="0" tIns="0" rIns="0" bIns="0" rtlCol="0" anchor="ctr"/>
          <a:lstStyle/>
          <a:p>
            <a:pPr algn="ctr" indent="0" marL="0">
              <a:buNone/>
            </a:pPr>
            <a:r>
              <a:rPr lang="en-US" sz="700" b="1" dirty="0">
                <a:solidFill>
                  <a:srgbClr val="1A73E8"/>
                </a:solidFill>
                <a:latin typeface="Calibri" pitchFamily="34" charset="0"/>
                <a:ea typeface="Calibri" pitchFamily="34" charset="-122"/>
                <a:cs typeface="Calibri" pitchFamily="34" charset="-120"/>
              </a:rPr>
              <a:t>All</a:t>
            </a:r>
            <a:endParaRPr lang="en-US" sz="700" dirty="0"/>
          </a:p>
        </p:txBody>
      </p:sp>
      <p:sp>
        <p:nvSpPr>
          <p:cNvPr id="32" name="Shape 25"/>
          <p:cNvSpPr/>
          <p:nvPr/>
        </p:nvSpPr>
        <p:spPr>
          <a:xfrm>
            <a:off x="1605321" y="2230642"/>
            <a:ext cx="365760" cy="22860"/>
          </a:xfrm>
          <a:prstGeom prst="rect">
            <a:avLst/>
          </a:prstGeom>
          <a:solidFill>
            <a:srgbClr val="1A73E8"/>
          </a:solidFill>
          <a:ln w="12700">
            <a:solidFill>
              <a:srgbClr val="1A73E8"/>
            </a:solidFill>
            <a:prstDash val="solid"/>
          </a:ln>
        </p:spPr>
      </p:sp>
      <p:sp>
        <p:nvSpPr>
          <p:cNvPr id="33" name="Text 26"/>
          <p:cNvSpPr txBox="1"/>
          <p:nvPr/>
        </p:nvSpPr>
        <p:spPr>
          <a:xfrm>
            <a:off x="2062521" y="2066050"/>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Images</a:t>
            </a:r>
            <a:endParaRPr lang="en-US" sz="700" dirty="0"/>
          </a:p>
        </p:txBody>
      </p:sp>
      <p:sp>
        <p:nvSpPr>
          <p:cNvPr id="34" name="Text 27"/>
          <p:cNvSpPr txBox="1"/>
          <p:nvPr/>
        </p:nvSpPr>
        <p:spPr>
          <a:xfrm>
            <a:off x="2565441" y="2066050"/>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News</a:t>
            </a:r>
            <a:endParaRPr lang="en-US" sz="700" dirty="0"/>
          </a:p>
        </p:txBody>
      </p:sp>
      <p:sp>
        <p:nvSpPr>
          <p:cNvPr id="35" name="Text 28"/>
          <p:cNvSpPr txBox="1"/>
          <p:nvPr/>
        </p:nvSpPr>
        <p:spPr>
          <a:xfrm>
            <a:off x="3068361" y="2066050"/>
            <a:ext cx="457200" cy="164592"/>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Videos</a:t>
            </a:r>
            <a:endParaRPr lang="en-US" sz="700" dirty="0"/>
          </a:p>
        </p:txBody>
      </p:sp>
      <p:sp>
        <p:nvSpPr>
          <p:cNvPr id="36" name="Text 29"/>
          <p:cNvSpPr txBox="1"/>
          <p:nvPr/>
        </p:nvSpPr>
        <p:spPr>
          <a:xfrm>
            <a:off x="1559601" y="2267218"/>
            <a:ext cx="2286000" cy="137160"/>
          </a:xfrm>
          <a:prstGeom prst="rect">
            <a:avLst/>
          </a:prstGeom>
          <a:noFill/>
          <a:ln/>
        </p:spPr>
        <p:txBody>
          <a:bodyPr wrap="square" lIns="0" tIns="0" rIns="0" bIns="0" rtlCol="0" anchor="t"/>
          <a:lstStyle/>
          <a:p>
            <a:pPr indent="0" marL="0">
              <a:buNone/>
            </a:pPr>
            <a:r>
              <a:rPr lang="en-US" sz="600" dirty="0">
                <a:solidFill>
                  <a:srgbClr val="70757A"/>
                </a:solidFill>
                <a:latin typeface="Calibri" pitchFamily="34" charset="0"/>
                <a:ea typeface="Calibri" pitchFamily="34" charset="-122"/>
                <a:cs typeface="Calibri" pitchFamily="34" charset="-120"/>
              </a:rPr>
              <a:t>Sekitar 2.340.000 hasil (0,41 detik)</a:t>
            </a:r>
            <a:endParaRPr lang="en-US" sz="600" dirty="0"/>
          </a:p>
        </p:txBody>
      </p:sp>
      <p:sp>
        <p:nvSpPr>
          <p:cNvPr id="37" name="Text 30"/>
          <p:cNvSpPr txBox="1"/>
          <p:nvPr/>
        </p:nvSpPr>
        <p:spPr>
          <a:xfrm>
            <a:off x="1559601" y="2477530"/>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https://contoh-situs-1.id</a:t>
            </a:r>
            <a:endParaRPr lang="en-US" sz="600" dirty="0"/>
          </a:p>
        </p:txBody>
      </p:sp>
      <p:sp>
        <p:nvSpPr>
          <p:cNvPr id="38" name="Text 31"/>
          <p:cNvSpPr txBox="1"/>
          <p:nvPr/>
        </p:nvSpPr>
        <p:spPr>
          <a:xfrm>
            <a:off x="1559601" y="2596402"/>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Kota Poso - Sejarah dan Geografi</a:t>
            </a:r>
            <a:endParaRPr lang="en-US" sz="900" dirty="0"/>
          </a:p>
        </p:txBody>
      </p:sp>
      <p:sp>
        <p:nvSpPr>
          <p:cNvPr id="39" name="Shape 32"/>
          <p:cNvSpPr/>
          <p:nvPr/>
        </p:nvSpPr>
        <p:spPr>
          <a:xfrm>
            <a:off x="1559601" y="2806714"/>
            <a:ext cx="2926080" cy="36576"/>
          </a:xfrm>
          <a:prstGeom prst="rect">
            <a:avLst/>
          </a:prstGeom>
          <a:solidFill>
            <a:srgbClr val="DDDDDD"/>
          </a:solidFill>
          <a:ln w="12700">
            <a:solidFill>
              <a:srgbClr val="DDDDDD"/>
            </a:solidFill>
            <a:prstDash val="solid"/>
          </a:ln>
        </p:spPr>
      </p:sp>
      <p:sp>
        <p:nvSpPr>
          <p:cNvPr id="40" name="Shape 33"/>
          <p:cNvSpPr/>
          <p:nvPr/>
        </p:nvSpPr>
        <p:spPr>
          <a:xfrm>
            <a:off x="1559601" y="2870722"/>
            <a:ext cx="2194560" cy="36576"/>
          </a:xfrm>
          <a:prstGeom prst="rect">
            <a:avLst/>
          </a:prstGeom>
          <a:solidFill>
            <a:srgbClr val="DDDDDD"/>
          </a:solidFill>
          <a:ln w="12700">
            <a:solidFill>
              <a:srgbClr val="DDDDDD"/>
            </a:solidFill>
            <a:prstDash val="solid"/>
          </a:ln>
        </p:spPr>
      </p:sp>
      <p:sp>
        <p:nvSpPr>
          <p:cNvPr id="41" name="Text 34"/>
          <p:cNvSpPr txBox="1"/>
          <p:nvPr/>
        </p:nvSpPr>
        <p:spPr>
          <a:xfrm>
            <a:off x="1559601" y="2953018"/>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https://contoh-situs-2.id</a:t>
            </a:r>
            <a:endParaRPr lang="en-US" sz="600" dirty="0"/>
          </a:p>
        </p:txBody>
      </p:sp>
      <p:sp>
        <p:nvSpPr>
          <p:cNvPr id="42" name="Text 35"/>
          <p:cNvSpPr txBox="1"/>
          <p:nvPr/>
        </p:nvSpPr>
        <p:spPr>
          <a:xfrm>
            <a:off x="1559601" y="3071890"/>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Wisata Danau Poso yang Indah</a:t>
            </a:r>
            <a:endParaRPr lang="en-US" sz="900" dirty="0"/>
          </a:p>
        </p:txBody>
      </p:sp>
      <p:sp>
        <p:nvSpPr>
          <p:cNvPr id="43" name="Shape 36"/>
          <p:cNvSpPr/>
          <p:nvPr/>
        </p:nvSpPr>
        <p:spPr>
          <a:xfrm>
            <a:off x="1559601" y="3282202"/>
            <a:ext cx="2926080" cy="36576"/>
          </a:xfrm>
          <a:prstGeom prst="rect">
            <a:avLst/>
          </a:prstGeom>
          <a:solidFill>
            <a:srgbClr val="DDDDDD"/>
          </a:solidFill>
          <a:ln w="12700">
            <a:solidFill>
              <a:srgbClr val="DDDDDD"/>
            </a:solidFill>
            <a:prstDash val="solid"/>
          </a:ln>
        </p:spPr>
      </p:sp>
      <p:sp>
        <p:nvSpPr>
          <p:cNvPr id="44" name="Shape 37"/>
          <p:cNvSpPr/>
          <p:nvPr/>
        </p:nvSpPr>
        <p:spPr>
          <a:xfrm>
            <a:off x="1559601" y="3346210"/>
            <a:ext cx="2194560" cy="36576"/>
          </a:xfrm>
          <a:prstGeom prst="rect">
            <a:avLst/>
          </a:prstGeom>
          <a:solidFill>
            <a:srgbClr val="DDDDDD"/>
          </a:solidFill>
          <a:ln w="12700">
            <a:solidFill>
              <a:srgbClr val="DDDDDD"/>
            </a:solidFill>
            <a:prstDash val="solid"/>
          </a:ln>
        </p:spPr>
      </p:sp>
      <p:sp>
        <p:nvSpPr>
          <p:cNvPr id="45" name="Text 38"/>
          <p:cNvSpPr txBox="1"/>
          <p:nvPr/>
        </p:nvSpPr>
        <p:spPr>
          <a:xfrm>
            <a:off x="1559601" y="3428506"/>
            <a:ext cx="3200400" cy="128016"/>
          </a:xfrm>
          <a:prstGeom prst="rect">
            <a:avLst/>
          </a:prstGeom>
          <a:noFill/>
          <a:ln/>
        </p:spPr>
        <p:txBody>
          <a:bodyPr wrap="square" lIns="0" tIns="0" rIns="0" bIns="0" rtlCol="0" anchor="t"/>
          <a:lstStyle/>
          <a:p>
            <a:pPr indent="0" marL="0">
              <a:buNone/>
            </a:pPr>
            <a:r>
              <a:rPr lang="en-US" sz="600" dirty="0">
                <a:solidFill>
                  <a:srgbClr val="1E7E34"/>
                </a:solidFill>
                <a:latin typeface="Calibri" pitchFamily="34" charset="0"/>
                <a:ea typeface="Calibri" pitchFamily="34" charset="-122"/>
                <a:cs typeface="Calibri" pitchFamily="34" charset="-120"/>
              </a:rPr>
              <a:t>https://contoh-situs-3.id</a:t>
            </a:r>
            <a:endParaRPr lang="en-US" sz="600" dirty="0"/>
          </a:p>
        </p:txBody>
      </p:sp>
      <p:sp>
        <p:nvSpPr>
          <p:cNvPr id="46" name="Text 39"/>
          <p:cNvSpPr txBox="1"/>
          <p:nvPr/>
        </p:nvSpPr>
        <p:spPr>
          <a:xfrm>
            <a:off x="1559601" y="3547378"/>
            <a:ext cx="3474720" cy="182880"/>
          </a:xfrm>
          <a:prstGeom prst="rect">
            <a:avLst/>
          </a:prstGeom>
          <a:noFill/>
          <a:ln/>
        </p:spPr>
        <p:txBody>
          <a:bodyPr wrap="square" lIns="0" tIns="0" rIns="0" bIns="0" rtlCol="0" anchor="t"/>
          <a:lstStyle/>
          <a:p>
            <a:pPr indent="0" marL="0">
              <a:buNone/>
            </a:pPr>
            <a:r>
              <a:rPr lang="en-US" sz="900" dirty="0">
                <a:solidFill>
                  <a:srgbClr val="1A0DAB"/>
                </a:solidFill>
                <a:latin typeface="Calibri" pitchFamily="34" charset="0"/>
                <a:ea typeface="Calibri" pitchFamily="34" charset="-122"/>
                <a:cs typeface="Calibri" pitchFamily="34" charset="-120"/>
              </a:rPr>
              <a:t>Kabupaten Poso, Sulawesi Tengah</a:t>
            </a:r>
            <a:endParaRPr lang="en-US" sz="900" dirty="0"/>
          </a:p>
        </p:txBody>
      </p:sp>
      <p:sp>
        <p:nvSpPr>
          <p:cNvPr id="47" name="Shape 40"/>
          <p:cNvSpPr/>
          <p:nvPr/>
        </p:nvSpPr>
        <p:spPr>
          <a:xfrm>
            <a:off x="1559601" y="3757690"/>
            <a:ext cx="2926080" cy="36576"/>
          </a:xfrm>
          <a:prstGeom prst="rect">
            <a:avLst/>
          </a:prstGeom>
          <a:solidFill>
            <a:srgbClr val="DDDDDD"/>
          </a:solidFill>
          <a:ln w="12700">
            <a:solidFill>
              <a:srgbClr val="DDDDDD"/>
            </a:solidFill>
            <a:prstDash val="solid"/>
          </a:ln>
        </p:spPr>
      </p:sp>
      <p:sp>
        <p:nvSpPr>
          <p:cNvPr id="48" name="Shape 41"/>
          <p:cNvSpPr/>
          <p:nvPr/>
        </p:nvSpPr>
        <p:spPr>
          <a:xfrm>
            <a:off x="1559601" y="3821698"/>
            <a:ext cx="2194560" cy="36576"/>
          </a:xfrm>
          <a:prstGeom prst="rect">
            <a:avLst/>
          </a:prstGeom>
          <a:solidFill>
            <a:srgbClr val="DDDDDD"/>
          </a:solidFill>
          <a:ln w="12700">
            <a:solidFill>
              <a:srgbClr val="DDDDDD"/>
            </a:solidFill>
            <a:prstDash val="solid"/>
          </a:ln>
        </p:spPr>
      </p:sp>
      <p:sp>
        <p:nvSpPr>
          <p:cNvPr id="49" name="Shape 42"/>
          <p:cNvSpPr/>
          <p:nvPr/>
        </p:nvSpPr>
        <p:spPr>
          <a:xfrm>
            <a:off x="5325831" y="1883170"/>
            <a:ext cx="54864" cy="1695234"/>
          </a:xfrm>
          <a:prstGeom prst="rect">
            <a:avLst/>
          </a:prstGeom>
          <a:solidFill>
            <a:srgbClr val="EEEEEE"/>
          </a:solidFill>
          <a:ln w="12700">
            <a:solidFill>
              <a:srgbClr val="EEEEEE"/>
            </a:solidFill>
            <a:prstDash val="solid"/>
          </a:ln>
        </p:spPr>
      </p:sp>
      <p:sp>
        <p:nvSpPr>
          <p:cNvPr id="50" name="Shape 43"/>
          <p:cNvSpPr/>
          <p:nvPr/>
        </p:nvSpPr>
        <p:spPr>
          <a:xfrm>
            <a:off x="5325831" y="1974610"/>
            <a:ext cx="54864" cy="457200"/>
          </a:xfrm>
          <a:prstGeom prst="roundRect">
            <a:avLst>
              <a:gd name="adj" fmla="val 50000"/>
            </a:avLst>
          </a:prstGeom>
          <a:solidFill>
            <a:srgbClr val="AAAAAA"/>
          </a:solidFill>
          <a:ln w="12700">
            <a:solidFill>
              <a:srgbClr val="AAAAAA"/>
            </a:solidFill>
            <a:prstDash val="solid"/>
          </a:ln>
        </p:spPr>
      </p:sp>
      <p:sp>
        <p:nvSpPr>
          <p:cNvPr id="51" name="Shape 44"/>
          <p:cNvSpPr/>
          <p:nvPr/>
        </p:nvSpPr>
        <p:spPr>
          <a:xfrm>
            <a:off x="5243535" y="1846594"/>
            <a:ext cx="219456" cy="804672"/>
          </a:xfrm>
          <a:prstGeom prst="roundRect">
            <a:avLst>
              <a:gd name="adj" fmla="val 20833"/>
            </a:avLst>
          </a:prstGeom>
          <a:solidFill>
            <a:srgbClr val="FFFFFF">
              <a:alpha val="0"/>
            </a:srgbClr>
          </a:solidFill>
          <a:ln w="31750">
            <a:solidFill>
              <a:srgbClr val="E53935"/>
            </a:solidFill>
            <a:prstDash val="solid"/>
          </a:ln>
        </p:spPr>
      </p:sp>
      <p:sp>
        <p:nvSpPr>
          <p:cNvPr id="52" name="Shape 45"/>
          <p:cNvSpPr/>
          <p:nvPr/>
        </p:nvSpPr>
        <p:spPr>
          <a:xfrm>
            <a:off x="5325831" y="1709434"/>
            <a:ext cx="274320" cy="274320"/>
          </a:xfrm>
          <a:prstGeom prst="ellipse">
            <a:avLst/>
          </a:prstGeom>
          <a:solidFill>
            <a:srgbClr val="E53935"/>
          </a:solidFill>
          <a:ln w="12700">
            <a:solidFill>
              <a:srgbClr val="FFFFFF"/>
            </a:solidFill>
            <a:prstDash val="solid"/>
          </a:ln>
        </p:spPr>
      </p:sp>
      <p:sp>
        <p:nvSpPr>
          <p:cNvPr id="53" name="Text 46"/>
          <p:cNvSpPr txBox="1"/>
          <p:nvPr/>
        </p:nvSpPr>
        <p:spPr>
          <a:xfrm>
            <a:off x="5325831" y="170943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pic>
        <p:nvPicPr>
          <p:cNvPr id="54" name="Image 5" descr="preencoded.png">    </p:cNvPr>
          <p:cNvPicPr>
            <a:picLocks noChangeAspect="1"/>
          </p:cNvPicPr>
          <p:nvPr/>
        </p:nvPicPr>
        <p:blipFill>
          <a:blip r:embed="rId6"/>
          <a:stretch>
            <a:fillRect/>
          </a:stretch>
        </p:blipFill>
        <p:spPr>
          <a:xfrm>
            <a:off x="5360579" y="2285506"/>
            <a:ext cx="237744" cy="237744"/>
          </a:xfrm>
          <a:prstGeom prst="rect">
            <a:avLst/>
          </a:prstGeom>
        </p:spPr>
      </p:pic>
      <p:sp>
        <p:nvSpPr>
          <p:cNvPr id="55" name="Text 4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56" name="Text 4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Scroll untuk melihat hasil</a:t>
            </a:r>
            <a:endParaRPr lang="en-US" sz="1800" dirty="0"/>
          </a:p>
        </p:txBody>
      </p:sp>
      <p:sp>
        <p:nvSpPr>
          <p:cNvPr id="57" name="Text 4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Putar roda mouse untuk menggulir. Klik satu judul berwarna biru untuk membukanya.</a:t>
            </a:r>
            <a:endParaRPr lang="en-US" sz="1300" dirty="0"/>
          </a:p>
        </p:txBody>
      </p:sp>
      <p:sp>
        <p:nvSpPr>
          <p:cNvPr id="58" name="Shape 50"/>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9" name="Image 6" descr="preencoded.png">    </p:cNvPr>
          <p:cNvPicPr>
            <a:picLocks noChangeAspect="1"/>
          </p:cNvPicPr>
          <p:nvPr/>
        </p:nvPicPr>
        <p:blipFill>
          <a:blip r:embed="rId7"/>
          <a:stretch>
            <a:fillRect/>
          </a:stretch>
        </p:blipFill>
        <p:spPr>
          <a:xfrm>
            <a:off x="6108192" y="3721608"/>
            <a:ext cx="201168" cy="201168"/>
          </a:xfrm>
          <a:prstGeom prst="rect">
            <a:avLst/>
          </a:prstGeom>
        </p:spPr>
      </p:pic>
      <p:sp>
        <p:nvSpPr>
          <p:cNvPr id="60" name="Text 51"/>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Klik tombol Kembali (panah kiri) untuk kembali ke hasil pencarian.</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Kerjakan dan tunjukkan kepada guru: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Ketik di Notepad: nama, kelas, cita-cita, dan satu kalimat tentang pesantren.</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Gunakan Shift untuk huruf besar di awal setiap kalimat.</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Buka google.com, cari "Kota Poso", tulis 2 fakta di buku tulis.</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Tutup browser dan Notepad, lalu matikan komputer dengan benar.</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Tulisan di Notepad sudah benar</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Memakai Shift untuk huruf besar</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klik kanan dan scroll</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membuka google.com</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Bagian mana yang paling sulit: keyboard, mouse, atau browser?</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Bagaimana cara agar mengetik makin lancar?</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Awali membuka internet dengan basmalah dan niat mencari ilmu yang bermanfaat.</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Belajar tentang internet, file, dan folder, lalu membuat Digital Folder Santri.</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03</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Internet, File &amp; Folder</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Digital Folder Santri</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 Pengenalan Teknologi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Kalau buku-buku di lemari berantakan, apa akibatnya ketika kita mencari satu buku?</a:t>
            </a:r>
            <a:endParaRPr lang="en-US" sz="2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pengertian internet secara sederhana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Membedakan file dan folder</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Digital Folder Santri yang rapi</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Apa Itu Internet?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822960" y="1737360"/>
            <a:ext cx="1554480" cy="1097280"/>
          </a:xfrm>
          <a:prstGeom prst="line">
            <a:avLst/>
          </a:prstGeom>
          <a:noFill/>
          <a:ln w="25400">
            <a:solidFill>
              <a:srgbClr val="BFE3D3"/>
            </a:solidFill>
            <a:prstDash val="solid"/>
          </a:ln>
        </p:spPr>
      </p:sp>
      <p:sp>
        <p:nvSpPr>
          <p:cNvPr id="10" name="Shape 6"/>
          <p:cNvSpPr/>
          <p:nvPr/>
        </p:nvSpPr>
        <p:spPr>
          <a:xfrm flipH="1">
            <a:off x="2377440" y="1737360"/>
            <a:ext cx="1554480" cy="1097280"/>
          </a:xfrm>
          <a:prstGeom prst="line">
            <a:avLst/>
          </a:prstGeom>
          <a:noFill/>
          <a:ln w="25400">
            <a:solidFill>
              <a:srgbClr val="BFE3D3"/>
            </a:solidFill>
            <a:prstDash val="solid"/>
          </a:ln>
        </p:spPr>
      </p:sp>
      <p:sp>
        <p:nvSpPr>
          <p:cNvPr id="11" name="Shape 7"/>
          <p:cNvSpPr/>
          <p:nvPr/>
        </p:nvSpPr>
        <p:spPr>
          <a:xfrm flipH="1">
            <a:off x="640080" y="2834640"/>
            <a:ext cx="1737360" cy="548640"/>
          </a:xfrm>
          <a:prstGeom prst="line">
            <a:avLst/>
          </a:prstGeom>
          <a:noFill/>
          <a:ln w="25400">
            <a:solidFill>
              <a:srgbClr val="BFE3D3"/>
            </a:solidFill>
            <a:prstDash val="solid"/>
          </a:ln>
        </p:spPr>
      </p:sp>
      <p:sp>
        <p:nvSpPr>
          <p:cNvPr id="12" name="Shape 8"/>
          <p:cNvSpPr/>
          <p:nvPr/>
        </p:nvSpPr>
        <p:spPr>
          <a:xfrm>
            <a:off x="2377440" y="2834640"/>
            <a:ext cx="1737360" cy="548640"/>
          </a:xfrm>
          <a:prstGeom prst="line">
            <a:avLst/>
          </a:prstGeom>
          <a:noFill/>
          <a:ln w="25400">
            <a:solidFill>
              <a:srgbClr val="BFE3D3"/>
            </a:solidFill>
            <a:prstDash val="solid"/>
          </a:ln>
        </p:spPr>
      </p:sp>
      <p:sp>
        <p:nvSpPr>
          <p:cNvPr id="13" name="Shape 9"/>
          <p:cNvSpPr/>
          <p:nvPr/>
        </p:nvSpPr>
        <p:spPr>
          <a:xfrm>
            <a:off x="2377440" y="2834640"/>
            <a:ext cx="0" cy="1325880"/>
          </a:xfrm>
          <a:prstGeom prst="line">
            <a:avLst/>
          </a:prstGeom>
          <a:noFill/>
          <a:ln w="25400">
            <a:solidFill>
              <a:srgbClr val="BFE3D3"/>
            </a:solidFill>
            <a:prstDash val="solid"/>
          </a:ln>
        </p:spPr>
      </p:sp>
      <p:sp>
        <p:nvSpPr>
          <p:cNvPr id="14" name="Shape 10"/>
          <p:cNvSpPr/>
          <p:nvPr/>
        </p:nvSpPr>
        <p:spPr>
          <a:xfrm>
            <a:off x="1828800" y="2286000"/>
            <a:ext cx="1097280" cy="1097280"/>
          </a:xfrm>
          <a:prstGeom prst="ellipse">
            <a:avLst/>
          </a:prstGeom>
          <a:solidFill>
            <a:srgbClr val="0F4C3A"/>
          </a:solidFill>
          <a:ln/>
        </p:spPr>
      </p:sp>
      <p:pic>
        <p:nvPicPr>
          <p:cNvPr id="15" name="Image 2" descr="preencoded.png">    </p:cNvPr>
          <p:cNvPicPr>
            <a:picLocks noChangeAspect="1"/>
          </p:cNvPicPr>
          <p:nvPr/>
        </p:nvPicPr>
        <p:blipFill>
          <a:blip r:embed="rId3"/>
          <a:stretch>
            <a:fillRect/>
          </a:stretch>
        </p:blipFill>
        <p:spPr>
          <a:xfrm>
            <a:off x="2057400" y="2514600"/>
            <a:ext cx="640080" cy="640080"/>
          </a:xfrm>
          <a:prstGeom prst="rect">
            <a:avLst/>
          </a:prstGeom>
        </p:spPr>
      </p:pic>
      <p:sp>
        <p:nvSpPr>
          <p:cNvPr id="16" name="Shape 11"/>
          <p:cNvSpPr/>
          <p:nvPr/>
        </p:nvSpPr>
        <p:spPr>
          <a:xfrm>
            <a:off x="502920" y="1417320"/>
            <a:ext cx="640080" cy="640080"/>
          </a:xfrm>
          <a:prstGeom prst="ellipse">
            <a:avLst/>
          </a:prstGeom>
          <a:solidFill>
            <a:srgbClr val="D4A017"/>
          </a:solidFill>
          <a:ln/>
        </p:spPr>
      </p:sp>
      <p:pic>
        <p:nvPicPr>
          <p:cNvPr id="17" name="Image 3" descr="preencoded.png">    </p:cNvPr>
          <p:cNvPicPr>
            <a:picLocks noChangeAspect="1"/>
          </p:cNvPicPr>
          <p:nvPr/>
        </p:nvPicPr>
        <p:blipFill>
          <a:blip r:embed="rId4"/>
          <a:stretch>
            <a:fillRect/>
          </a:stretch>
        </p:blipFill>
        <p:spPr>
          <a:xfrm>
            <a:off x="658368" y="1572768"/>
            <a:ext cx="329184" cy="329184"/>
          </a:xfrm>
          <a:prstGeom prst="rect">
            <a:avLst/>
          </a:prstGeom>
        </p:spPr>
      </p:pic>
      <p:sp>
        <p:nvSpPr>
          <p:cNvPr id="18" name="Shape 12"/>
          <p:cNvSpPr/>
          <p:nvPr/>
        </p:nvSpPr>
        <p:spPr>
          <a:xfrm>
            <a:off x="3611880" y="1417320"/>
            <a:ext cx="640080" cy="640080"/>
          </a:xfrm>
          <a:prstGeom prst="ellipse">
            <a:avLst/>
          </a:prstGeom>
          <a:solidFill>
            <a:srgbClr val="D4A017"/>
          </a:solidFill>
          <a:ln/>
        </p:spPr>
      </p:sp>
      <p:pic>
        <p:nvPicPr>
          <p:cNvPr id="19" name="Image 4" descr="preencoded.png">    </p:cNvPr>
          <p:cNvPicPr>
            <a:picLocks noChangeAspect="1"/>
          </p:cNvPicPr>
          <p:nvPr/>
        </p:nvPicPr>
        <p:blipFill>
          <a:blip r:embed="rId5"/>
          <a:stretch>
            <a:fillRect/>
          </a:stretch>
        </p:blipFill>
        <p:spPr>
          <a:xfrm>
            <a:off x="3767328" y="1572768"/>
            <a:ext cx="329184" cy="329184"/>
          </a:xfrm>
          <a:prstGeom prst="rect">
            <a:avLst/>
          </a:prstGeom>
        </p:spPr>
      </p:pic>
      <p:sp>
        <p:nvSpPr>
          <p:cNvPr id="20" name="Shape 13"/>
          <p:cNvSpPr/>
          <p:nvPr/>
        </p:nvSpPr>
        <p:spPr>
          <a:xfrm>
            <a:off x="320040" y="3063240"/>
            <a:ext cx="640080" cy="640080"/>
          </a:xfrm>
          <a:prstGeom prst="ellipse">
            <a:avLst/>
          </a:prstGeom>
          <a:solidFill>
            <a:srgbClr val="D4A017"/>
          </a:solidFill>
          <a:ln/>
        </p:spPr>
      </p:sp>
      <p:pic>
        <p:nvPicPr>
          <p:cNvPr id="21" name="Image 5" descr="preencoded.png">    </p:cNvPr>
          <p:cNvPicPr>
            <a:picLocks noChangeAspect="1"/>
          </p:cNvPicPr>
          <p:nvPr/>
        </p:nvPicPr>
        <p:blipFill>
          <a:blip r:embed="rId6"/>
          <a:stretch>
            <a:fillRect/>
          </a:stretch>
        </p:blipFill>
        <p:spPr>
          <a:xfrm>
            <a:off x="475488" y="3218688"/>
            <a:ext cx="329184" cy="329184"/>
          </a:xfrm>
          <a:prstGeom prst="rect">
            <a:avLst/>
          </a:prstGeom>
        </p:spPr>
      </p:pic>
      <p:sp>
        <p:nvSpPr>
          <p:cNvPr id="22" name="Shape 14"/>
          <p:cNvSpPr/>
          <p:nvPr/>
        </p:nvSpPr>
        <p:spPr>
          <a:xfrm>
            <a:off x="3794760" y="3063240"/>
            <a:ext cx="640080" cy="640080"/>
          </a:xfrm>
          <a:prstGeom prst="ellipse">
            <a:avLst/>
          </a:prstGeom>
          <a:solidFill>
            <a:srgbClr val="D4A017"/>
          </a:solidFill>
          <a:ln/>
        </p:spPr>
      </p:sp>
      <p:pic>
        <p:nvPicPr>
          <p:cNvPr id="23" name="Image 6" descr="preencoded.png">    </p:cNvPr>
          <p:cNvPicPr>
            <a:picLocks noChangeAspect="1"/>
          </p:cNvPicPr>
          <p:nvPr/>
        </p:nvPicPr>
        <p:blipFill>
          <a:blip r:embed="rId7"/>
          <a:stretch>
            <a:fillRect/>
          </a:stretch>
        </p:blipFill>
        <p:spPr>
          <a:xfrm>
            <a:off x="3950208" y="3218688"/>
            <a:ext cx="329184" cy="329184"/>
          </a:xfrm>
          <a:prstGeom prst="rect">
            <a:avLst/>
          </a:prstGeom>
        </p:spPr>
      </p:pic>
      <p:sp>
        <p:nvSpPr>
          <p:cNvPr id="24" name="Shape 15"/>
          <p:cNvSpPr/>
          <p:nvPr/>
        </p:nvSpPr>
        <p:spPr>
          <a:xfrm>
            <a:off x="2057400" y="3840480"/>
            <a:ext cx="640080" cy="640080"/>
          </a:xfrm>
          <a:prstGeom prst="ellipse">
            <a:avLst/>
          </a:prstGeom>
          <a:solidFill>
            <a:srgbClr val="D4A017"/>
          </a:solidFill>
          <a:ln/>
        </p:spPr>
      </p:sp>
      <p:pic>
        <p:nvPicPr>
          <p:cNvPr id="25" name="Image 7" descr="preencoded.png">    </p:cNvPr>
          <p:cNvPicPr>
            <a:picLocks noChangeAspect="1"/>
          </p:cNvPicPr>
          <p:nvPr/>
        </p:nvPicPr>
        <p:blipFill>
          <a:blip r:embed="rId8"/>
          <a:stretch>
            <a:fillRect/>
          </a:stretch>
        </p:blipFill>
        <p:spPr>
          <a:xfrm>
            <a:off x="2212848" y="3995928"/>
            <a:ext cx="329184" cy="329184"/>
          </a:xfrm>
          <a:prstGeom prst="rect">
            <a:avLst/>
          </a:prstGeom>
        </p:spPr>
      </p:pic>
      <p:sp>
        <p:nvSpPr>
          <p:cNvPr id="26" name="Text 16"/>
          <p:cNvSpPr txBox="1"/>
          <p:nvPr/>
        </p:nvSpPr>
        <p:spPr>
          <a:xfrm>
            <a:off x="4754880" y="1188720"/>
            <a:ext cx="3931920" cy="100584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Internet = jaringan yang menghubungkan jutaan komputer di seluruh dunia.</a:t>
            </a:r>
            <a:endParaRPr lang="en-US" sz="1800" dirty="0"/>
          </a:p>
        </p:txBody>
      </p:sp>
      <p:sp>
        <p:nvSpPr>
          <p:cNvPr id="27" name="Shape 17"/>
          <p:cNvSpPr/>
          <p:nvPr/>
        </p:nvSpPr>
        <p:spPr>
          <a:xfrm>
            <a:off x="4754880" y="2532888"/>
            <a:ext cx="164592" cy="164592"/>
          </a:xfrm>
          <a:prstGeom prst="ellipse">
            <a:avLst/>
          </a:prstGeom>
          <a:solidFill>
            <a:srgbClr val="D4A017"/>
          </a:solidFill>
          <a:ln/>
        </p:spPr>
      </p:sp>
      <p:sp>
        <p:nvSpPr>
          <p:cNvPr id="28" name="Text 18"/>
          <p:cNvSpPr txBox="1"/>
          <p:nvPr/>
        </p:nvSpPr>
        <p:spPr>
          <a:xfrm>
            <a:off x="5074920" y="2423160"/>
            <a:ext cx="3611880" cy="566928"/>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Singkatan dari interconnected network</a:t>
            </a:r>
            <a:endParaRPr lang="en-US" sz="1400" dirty="0"/>
          </a:p>
        </p:txBody>
      </p:sp>
      <p:sp>
        <p:nvSpPr>
          <p:cNvPr id="29" name="Shape 19"/>
          <p:cNvSpPr/>
          <p:nvPr/>
        </p:nvSpPr>
        <p:spPr>
          <a:xfrm>
            <a:off x="4754880" y="3191256"/>
            <a:ext cx="164592" cy="164592"/>
          </a:xfrm>
          <a:prstGeom prst="ellipse">
            <a:avLst/>
          </a:prstGeom>
          <a:solidFill>
            <a:srgbClr val="D4A017"/>
          </a:solidFill>
          <a:ln/>
        </p:spPr>
      </p:sp>
      <p:sp>
        <p:nvSpPr>
          <p:cNvPr id="30" name="Text 20"/>
          <p:cNvSpPr txBox="1"/>
          <p:nvPr/>
        </p:nvSpPr>
        <p:spPr>
          <a:xfrm>
            <a:off x="5074920" y="3081528"/>
            <a:ext cx="3611880" cy="566928"/>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Seperti jaring laba-laba yang saling terhubung</a:t>
            </a:r>
            <a:endParaRPr lang="en-US" sz="1400" dirty="0"/>
          </a:p>
        </p:txBody>
      </p:sp>
      <p:sp>
        <p:nvSpPr>
          <p:cNvPr id="31" name="Shape 21"/>
          <p:cNvSpPr/>
          <p:nvPr/>
        </p:nvSpPr>
        <p:spPr>
          <a:xfrm>
            <a:off x="4754880" y="3849624"/>
            <a:ext cx="164592" cy="164592"/>
          </a:xfrm>
          <a:prstGeom prst="ellipse">
            <a:avLst/>
          </a:prstGeom>
          <a:solidFill>
            <a:srgbClr val="D4A017"/>
          </a:solidFill>
          <a:ln/>
        </p:spPr>
      </p:sp>
      <p:sp>
        <p:nvSpPr>
          <p:cNvPr id="32" name="Text 22"/>
          <p:cNvSpPr txBox="1"/>
          <p:nvPr/>
        </p:nvSpPr>
        <p:spPr>
          <a:xfrm>
            <a:off x="5074920" y="3739896"/>
            <a:ext cx="3611880" cy="566928"/>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Tersambung lewat kabel, WiFi, dan sinyal HP</a:t>
            </a:r>
            <a:endParaRPr lang="en-US" sz="14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Internet: Manfaat dan Bahaya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Manfaat</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Mencari ilmu dan informasi</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Berkomunikasi dengan keluarga</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Berdakwah dan berbagi karya</a:t>
            </a:r>
            <a:endParaRPr lang="en-US" sz="1450" dirty="0"/>
          </a:p>
        </p:txBody>
      </p:sp>
      <p:sp>
        <p:nvSpPr>
          <p:cNvPr id="16" name="Text 11"/>
          <p:cNvSpPr txBox="1"/>
          <p:nvPr/>
        </p:nvSpPr>
        <p:spPr>
          <a:xfrm>
            <a:off x="731520" y="3849624"/>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Belajar keterampilan baru</a:t>
            </a:r>
            <a:endParaRPr lang="en-US" sz="1450" dirty="0"/>
          </a:p>
        </p:txBody>
      </p:sp>
      <p:sp>
        <p:nvSpPr>
          <p:cNvPr id="17" name="Shape 12"/>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8" name="Shape 13"/>
          <p:cNvSpPr/>
          <p:nvPr/>
        </p:nvSpPr>
        <p:spPr>
          <a:xfrm>
            <a:off x="4846320" y="1234440"/>
            <a:ext cx="457200" cy="457200"/>
          </a:xfrm>
          <a:prstGeom prst="ellipse">
            <a:avLst/>
          </a:prstGeom>
          <a:solidFill>
            <a:srgbClr val="E53935"/>
          </a:solidFill>
          <a:ln/>
        </p:spPr>
      </p:sp>
      <p:pic>
        <p:nvPicPr>
          <p:cNvPr id="19"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20" name="Text 14"/>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Waspadai</a:t>
            </a:r>
            <a:endParaRPr lang="en-US" sz="1700" dirty="0"/>
          </a:p>
        </p:txBody>
      </p:sp>
      <p:sp>
        <p:nvSpPr>
          <p:cNvPr id="21" name="Text 15"/>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Konten yang tidak pantas</a:t>
            </a:r>
            <a:endParaRPr lang="en-US" sz="1450" dirty="0"/>
          </a:p>
        </p:txBody>
      </p:sp>
      <p:sp>
        <p:nvSpPr>
          <p:cNvPr id="22" name="Text 16"/>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Berita bohong (hoaks)</a:t>
            </a:r>
            <a:endParaRPr lang="en-US" sz="1450" dirty="0"/>
          </a:p>
        </p:txBody>
      </p:sp>
      <p:sp>
        <p:nvSpPr>
          <p:cNvPr id="23" name="Text 17"/>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Penipuan dan pencurian data</a:t>
            </a:r>
            <a:endParaRPr lang="en-US" sz="1450" dirty="0"/>
          </a:p>
        </p:txBody>
      </p:sp>
      <p:sp>
        <p:nvSpPr>
          <p:cNvPr id="24" name="Text 18"/>
          <p:cNvSpPr txBox="1"/>
          <p:nvPr/>
        </p:nvSpPr>
        <p:spPr>
          <a:xfrm>
            <a:off x="4937760" y="3849624"/>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Lalai waktu karena terlalu lama</a:t>
            </a:r>
            <a:endParaRPr lang="en-US" sz="14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File: Berkas Digital</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Dokumen</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Tulisan. Contoh: Perkenalan.txt, Makalah.docx</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Gambar</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Foto dan desain. Contoh: Poster.png, Foto.jpg</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Suara</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Rekaman suara. Contoh: Murattal.mp3</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Video</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Gambar bergerak. Contoh: Kegiatan.mp4</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Folder: Wadah Penyimpanan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Folder = Map / Laci</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Folder adalah wadah untuk menyimpan dan mengelompokkan file, seperti lemari dan laci yang menyimpan buku.</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Satu folder bisa berisi banyak file</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Folder bisa berisi folder lain (subfolder)</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Kelompokkan file sejenis dalam satu folder</a:t>
            </a:r>
            <a:endParaRPr lang="en-US" sz="14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Rancangan Digital Folder Santri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548640" y="1143000"/>
            <a:ext cx="2377440" cy="402336"/>
          </a:xfrm>
          <a:prstGeom prst="roundRect">
            <a:avLst>
              <a:gd name="adj" fmla="val 18182"/>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640080" y="1216152"/>
            <a:ext cx="256032" cy="256032"/>
          </a:xfrm>
          <a:prstGeom prst="rect">
            <a:avLst/>
          </a:prstGeom>
        </p:spPr>
      </p:pic>
      <p:sp>
        <p:nvSpPr>
          <p:cNvPr id="11" name="Text 6"/>
          <p:cNvSpPr txBox="1"/>
          <p:nvPr/>
        </p:nvSpPr>
        <p:spPr>
          <a:xfrm>
            <a:off x="987552" y="1143000"/>
            <a:ext cx="1920240" cy="40233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Documents</a:t>
            </a:r>
            <a:endParaRPr lang="en-US" sz="1200" dirty="0"/>
          </a:p>
        </p:txBody>
      </p:sp>
      <p:sp>
        <p:nvSpPr>
          <p:cNvPr id="12" name="Shape 7"/>
          <p:cNvSpPr/>
          <p:nvPr/>
        </p:nvSpPr>
        <p:spPr>
          <a:xfrm>
            <a:off x="1005840" y="1691640"/>
            <a:ext cx="2377440" cy="402336"/>
          </a:xfrm>
          <a:prstGeom prst="roundRect">
            <a:avLst>
              <a:gd name="adj" fmla="val 18182"/>
            </a:avLst>
          </a:prstGeom>
          <a:solidFill>
            <a:srgbClr val="0F4C3A"/>
          </a:solidFill>
          <a:ln w="12700">
            <a:solidFill>
              <a:srgbClr val="0F4C3A"/>
            </a:solidFill>
            <a:prstDash val="solid"/>
          </a:ln>
        </p:spPr>
      </p:sp>
      <p:pic>
        <p:nvPicPr>
          <p:cNvPr id="13" name="Image 3" descr="preencoded.png">    </p:cNvPr>
          <p:cNvPicPr>
            <a:picLocks noChangeAspect="1"/>
          </p:cNvPicPr>
          <p:nvPr/>
        </p:nvPicPr>
        <p:blipFill>
          <a:blip r:embed="rId4"/>
          <a:stretch>
            <a:fillRect/>
          </a:stretch>
        </p:blipFill>
        <p:spPr>
          <a:xfrm>
            <a:off x="1097280" y="1764792"/>
            <a:ext cx="256032" cy="256032"/>
          </a:xfrm>
          <a:prstGeom prst="rect">
            <a:avLst/>
          </a:prstGeom>
        </p:spPr>
      </p:pic>
      <p:sp>
        <p:nvSpPr>
          <p:cNvPr id="14" name="Text 8"/>
          <p:cNvSpPr txBox="1"/>
          <p:nvPr/>
        </p:nvSpPr>
        <p:spPr>
          <a:xfrm>
            <a:off x="1444752" y="1691640"/>
            <a:ext cx="1920240" cy="40233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Portofolio_Ahmad</a:t>
            </a:r>
            <a:endParaRPr lang="en-US" sz="1200" dirty="0"/>
          </a:p>
        </p:txBody>
      </p:sp>
      <p:sp>
        <p:nvSpPr>
          <p:cNvPr id="15" name="Shape 9"/>
          <p:cNvSpPr/>
          <p:nvPr/>
        </p:nvSpPr>
        <p:spPr>
          <a:xfrm>
            <a:off x="1234440" y="2093976"/>
            <a:ext cx="0" cy="384048"/>
          </a:xfrm>
          <a:prstGeom prst="line">
            <a:avLst/>
          </a:prstGeom>
          <a:noFill/>
          <a:ln w="19050">
            <a:solidFill>
              <a:srgbClr val="1F7A5C"/>
            </a:solidFill>
            <a:prstDash val="solid"/>
          </a:ln>
        </p:spPr>
      </p:sp>
      <p:sp>
        <p:nvSpPr>
          <p:cNvPr id="16" name="Shape 10"/>
          <p:cNvSpPr/>
          <p:nvPr/>
        </p:nvSpPr>
        <p:spPr>
          <a:xfrm>
            <a:off x="1234440" y="2478024"/>
            <a:ext cx="274320" cy="0"/>
          </a:xfrm>
          <a:prstGeom prst="line">
            <a:avLst/>
          </a:prstGeom>
          <a:noFill/>
          <a:ln w="19050">
            <a:solidFill>
              <a:srgbClr val="1F7A5C"/>
            </a:solidFill>
            <a:prstDash val="solid"/>
          </a:ln>
        </p:spPr>
      </p:sp>
      <p:sp>
        <p:nvSpPr>
          <p:cNvPr id="17" name="Shape 11"/>
          <p:cNvSpPr/>
          <p:nvPr/>
        </p:nvSpPr>
        <p:spPr>
          <a:xfrm>
            <a:off x="1508760" y="2276856"/>
            <a:ext cx="2377440" cy="402336"/>
          </a:xfrm>
          <a:prstGeom prst="roundRect">
            <a:avLst>
              <a:gd name="adj" fmla="val 18182"/>
            </a:avLst>
          </a:prstGeom>
          <a:solidFill>
            <a:srgbClr val="E6F2EC"/>
          </a:solidFill>
          <a:ln w="12700">
            <a:solidFill>
              <a:srgbClr val="E6F2EC"/>
            </a:solidFill>
            <a:prstDash val="solid"/>
          </a:ln>
        </p:spPr>
      </p:sp>
      <p:pic>
        <p:nvPicPr>
          <p:cNvPr id="18" name="Image 4" descr="preencoded.png">    </p:cNvPr>
          <p:cNvPicPr>
            <a:picLocks noChangeAspect="1"/>
          </p:cNvPicPr>
          <p:nvPr/>
        </p:nvPicPr>
        <p:blipFill>
          <a:blip r:embed="rId5"/>
          <a:stretch>
            <a:fillRect/>
          </a:stretch>
        </p:blipFill>
        <p:spPr>
          <a:xfrm>
            <a:off x="1600200" y="2350008"/>
            <a:ext cx="256032" cy="256032"/>
          </a:xfrm>
          <a:prstGeom prst="rect">
            <a:avLst/>
          </a:prstGeom>
        </p:spPr>
      </p:pic>
      <p:sp>
        <p:nvSpPr>
          <p:cNvPr id="19" name="Text 12"/>
          <p:cNvSpPr txBox="1"/>
          <p:nvPr/>
        </p:nvSpPr>
        <p:spPr>
          <a:xfrm>
            <a:off x="1947672" y="2276856"/>
            <a:ext cx="1920240" cy="402336"/>
          </a:xfrm>
          <a:prstGeom prst="rect">
            <a:avLst/>
          </a:prstGeom>
          <a:noFill/>
          <a:ln/>
        </p:spPr>
        <p:txBody>
          <a:bodyPr wrap="square" lIns="0" tIns="0" rIns="0" bIns="0" rtlCol="0" anchor="ctr"/>
          <a:lstStyle/>
          <a:p>
            <a:pPr indent="0" marL="0">
              <a:buNone/>
            </a:pPr>
            <a:r>
              <a:rPr lang="en-US" sz="1200" b="1" dirty="0">
                <a:solidFill>
                  <a:srgbClr val="1E2A26"/>
                </a:solidFill>
                <a:latin typeface="Courier New" pitchFamily="34" charset="0"/>
                <a:ea typeface="Courier New" pitchFamily="34" charset="-122"/>
                <a:cs typeface="Courier New" pitchFamily="34" charset="-120"/>
              </a:rPr>
              <a:t>Dokumen</a:t>
            </a:r>
            <a:endParaRPr lang="en-US" sz="1200" dirty="0"/>
          </a:p>
        </p:txBody>
      </p:sp>
      <p:sp>
        <p:nvSpPr>
          <p:cNvPr id="20" name="Shape 13"/>
          <p:cNvSpPr/>
          <p:nvPr/>
        </p:nvSpPr>
        <p:spPr>
          <a:xfrm>
            <a:off x="1234440" y="2093976"/>
            <a:ext cx="0" cy="886968"/>
          </a:xfrm>
          <a:prstGeom prst="line">
            <a:avLst/>
          </a:prstGeom>
          <a:noFill/>
          <a:ln w="19050">
            <a:solidFill>
              <a:srgbClr val="1F7A5C"/>
            </a:solidFill>
            <a:prstDash val="solid"/>
          </a:ln>
        </p:spPr>
      </p:sp>
      <p:sp>
        <p:nvSpPr>
          <p:cNvPr id="21" name="Shape 14"/>
          <p:cNvSpPr/>
          <p:nvPr/>
        </p:nvSpPr>
        <p:spPr>
          <a:xfrm>
            <a:off x="1234440" y="2980944"/>
            <a:ext cx="274320" cy="0"/>
          </a:xfrm>
          <a:prstGeom prst="line">
            <a:avLst/>
          </a:prstGeom>
          <a:noFill/>
          <a:ln w="19050">
            <a:solidFill>
              <a:srgbClr val="1F7A5C"/>
            </a:solidFill>
            <a:prstDash val="solid"/>
          </a:ln>
        </p:spPr>
      </p:sp>
      <p:sp>
        <p:nvSpPr>
          <p:cNvPr id="22" name="Shape 15"/>
          <p:cNvSpPr/>
          <p:nvPr/>
        </p:nvSpPr>
        <p:spPr>
          <a:xfrm>
            <a:off x="1508760" y="2779776"/>
            <a:ext cx="2377440" cy="402336"/>
          </a:xfrm>
          <a:prstGeom prst="roundRect">
            <a:avLst>
              <a:gd name="adj" fmla="val 18182"/>
            </a:avLst>
          </a:prstGeom>
          <a:solidFill>
            <a:srgbClr val="E6F2EC"/>
          </a:solidFill>
          <a:ln w="12700">
            <a:solidFill>
              <a:srgbClr val="E6F2EC"/>
            </a:solidFill>
            <a:prstDash val="solid"/>
          </a:ln>
        </p:spPr>
      </p:sp>
      <p:pic>
        <p:nvPicPr>
          <p:cNvPr id="23" name="Image 5" descr="preencoded.png">    </p:cNvPr>
          <p:cNvPicPr>
            <a:picLocks noChangeAspect="1"/>
          </p:cNvPicPr>
          <p:nvPr/>
        </p:nvPicPr>
        <p:blipFill>
          <a:blip r:embed="rId6"/>
          <a:stretch>
            <a:fillRect/>
          </a:stretch>
        </p:blipFill>
        <p:spPr>
          <a:xfrm>
            <a:off x="1600200" y="2852928"/>
            <a:ext cx="256032" cy="256032"/>
          </a:xfrm>
          <a:prstGeom prst="rect">
            <a:avLst/>
          </a:prstGeom>
        </p:spPr>
      </p:pic>
      <p:sp>
        <p:nvSpPr>
          <p:cNvPr id="24" name="Text 16"/>
          <p:cNvSpPr txBox="1"/>
          <p:nvPr/>
        </p:nvSpPr>
        <p:spPr>
          <a:xfrm>
            <a:off x="1947672" y="2779776"/>
            <a:ext cx="1920240" cy="402336"/>
          </a:xfrm>
          <a:prstGeom prst="rect">
            <a:avLst/>
          </a:prstGeom>
          <a:noFill/>
          <a:ln/>
        </p:spPr>
        <p:txBody>
          <a:bodyPr wrap="square" lIns="0" tIns="0" rIns="0" bIns="0" rtlCol="0" anchor="ctr"/>
          <a:lstStyle/>
          <a:p>
            <a:pPr indent="0" marL="0">
              <a:buNone/>
            </a:pPr>
            <a:r>
              <a:rPr lang="en-US" sz="1200" b="1" dirty="0">
                <a:solidFill>
                  <a:srgbClr val="1E2A26"/>
                </a:solidFill>
                <a:latin typeface="Courier New" pitchFamily="34" charset="0"/>
                <a:ea typeface="Courier New" pitchFamily="34" charset="-122"/>
                <a:cs typeface="Courier New" pitchFamily="34" charset="-120"/>
              </a:rPr>
              <a:t>Desain</a:t>
            </a:r>
            <a:endParaRPr lang="en-US" sz="1200" dirty="0"/>
          </a:p>
        </p:txBody>
      </p:sp>
      <p:sp>
        <p:nvSpPr>
          <p:cNvPr id="25" name="Shape 17"/>
          <p:cNvSpPr/>
          <p:nvPr/>
        </p:nvSpPr>
        <p:spPr>
          <a:xfrm>
            <a:off x="1234440" y="2093976"/>
            <a:ext cx="0" cy="1389888"/>
          </a:xfrm>
          <a:prstGeom prst="line">
            <a:avLst/>
          </a:prstGeom>
          <a:noFill/>
          <a:ln w="19050">
            <a:solidFill>
              <a:srgbClr val="1F7A5C"/>
            </a:solidFill>
            <a:prstDash val="solid"/>
          </a:ln>
        </p:spPr>
      </p:sp>
      <p:sp>
        <p:nvSpPr>
          <p:cNvPr id="26" name="Shape 18"/>
          <p:cNvSpPr/>
          <p:nvPr/>
        </p:nvSpPr>
        <p:spPr>
          <a:xfrm>
            <a:off x="1234440" y="3483864"/>
            <a:ext cx="274320" cy="0"/>
          </a:xfrm>
          <a:prstGeom prst="line">
            <a:avLst/>
          </a:prstGeom>
          <a:noFill/>
          <a:ln w="19050">
            <a:solidFill>
              <a:srgbClr val="1F7A5C"/>
            </a:solidFill>
            <a:prstDash val="solid"/>
          </a:ln>
        </p:spPr>
      </p:sp>
      <p:sp>
        <p:nvSpPr>
          <p:cNvPr id="27" name="Shape 19"/>
          <p:cNvSpPr/>
          <p:nvPr/>
        </p:nvSpPr>
        <p:spPr>
          <a:xfrm>
            <a:off x="1508760" y="3282696"/>
            <a:ext cx="2377440" cy="402336"/>
          </a:xfrm>
          <a:prstGeom prst="roundRect">
            <a:avLst>
              <a:gd name="adj" fmla="val 18182"/>
            </a:avLst>
          </a:prstGeom>
          <a:solidFill>
            <a:srgbClr val="E6F2EC"/>
          </a:solidFill>
          <a:ln w="12700">
            <a:solidFill>
              <a:srgbClr val="E6F2EC"/>
            </a:solidFill>
            <a:prstDash val="solid"/>
          </a:ln>
        </p:spPr>
      </p:sp>
      <p:pic>
        <p:nvPicPr>
          <p:cNvPr id="28" name="Image 6" descr="preencoded.png">    </p:cNvPr>
          <p:cNvPicPr>
            <a:picLocks noChangeAspect="1"/>
          </p:cNvPicPr>
          <p:nvPr/>
        </p:nvPicPr>
        <p:blipFill>
          <a:blip r:embed="rId7"/>
          <a:stretch>
            <a:fillRect/>
          </a:stretch>
        </p:blipFill>
        <p:spPr>
          <a:xfrm>
            <a:off x="1600200" y="3355848"/>
            <a:ext cx="256032" cy="256032"/>
          </a:xfrm>
          <a:prstGeom prst="rect">
            <a:avLst/>
          </a:prstGeom>
        </p:spPr>
      </p:pic>
      <p:sp>
        <p:nvSpPr>
          <p:cNvPr id="29" name="Text 20"/>
          <p:cNvSpPr txBox="1"/>
          <p:nvPr/>
        </p:nvSpPr>
        <p:spPr>
          <a:xfrm>
            <a:off x="1947672" y="3282696"/>
            <a:ext cx="1920240" cy="402336"/>
          </a:xfrm>
          <a:prstGeom prst="rect">
            <a:avLst/>
          </a:prstGeom>
          <a:noFill/>
          <a:ln/>
        </p:spPr>
        <p:txBody>
          <a:bodyPr wrap="square" lIns="0" tIns="0" rIns="0" bIns="0" rtlCol="0" anchor="ctr"/>
          <a:lstStyle/>
          <a:p>
            <a:pPr indent="0" marL="0">
              <a:buNone/>
            </a:pPr>
            <a:r>
              <a:rPr lang="en-US" sz="1200" b="1" dirty="0">
                <a:solidFill>
                  <a:srgbClr val="1E2A26"/>
                </a:solidFill>
                <a:latin typeface="Courier New" pitchFamily="34" charset="0"/>
                <a:ea typeface="Courier New" pitchFamily="34" charset="-122"/>
                <a:cs typeface="Courier New" pitchFamily="34" charset="-120"/>
              </a:rPr>
              <a:t>Audio</a:t>
            </a:r>
            <a:endParaRPr lang="en-US" sz="1200" dirty="0"/>
          </a:p>
        </p:txBody>
      </p:sp>
      <p:sp>
        <p:nvSpPr>
          <p:cNvPr id="30" name="Shape 21"/>
          <p:cNvSpPr/>
          <p:nvPr/>
        </p:nvSpPr>
        <p:spPr>
          <a:xfrm>
            <a:off x="1234440" y="2093976"/>
            <a:ext cx="0" cy="1892808"/>
          </a:xfrm>
          <a:prstGeom prst="line">
            <a:avLst/>
          </a:prstGeom>
          <a:noFill/>
          <a:ln w="19050">
            <a:solidFill>
              <a:srgbClr val="1F7A5C"/>
            </a:solidFill>
            <a:prstDash val="solid"/>
          </a:ln>
        </p:spPr>
      </p:sp>
      <p:sp>
        <p:nvSpPr>
          <p:cNvPr id="31" name="Shape 22"/>
          <p:cNvSpPr/>
          <p:nvPr/>
        </p:nvSpPr>
        <p:spPr>
          <a:xfrm>
            <a:off x="1234440" y="3986784"/>
            <a:ext cx="274320" cy="0"/>
          </a:xfrm>
          <a:prstGeom prst="line">
            <a:avLst/>
          </a:prstGeom>
          <a:noFill/>
          <a:ln w="19050">
            <a:solidFill>
              <a:srgbClr val="1F7A5C"/>
            </a:solidFill>
            <a:prstDash val="solid"/>
          </a:ln>
        </p:spPr>
      </p:sp>
      <p:sp>
        <p:nvSpPr>
          <p:cNvPr id="32" name="Shape 23"/>
          <p:cNvSpPr/>
          <p:nvPr/>
        </p:nvSpPr>
        <p:spPr>
          <a:xfrm>
            <a:off x="1508760" y="3785616"/>
            <a:ext cx="2377440" cy="402336"/>
          </a:xfrm>
          <a:prstGeom prst="roundRect">
            <a:avLst>
              <a:gd name="adj" fmla="val 18182"/>
            </a:avLst>
          </a:prstGeom>
          <a:solidFill>
            <a:srgbClr val="E6F2EC"/>
          </a:solidFill>
          <a:ln w="12700">
            <a:solidFill>
              <a:srgbClr val="E6F2EC"/>
            </a:solidFill>
            <a:prstDash val="solid"/>
          </a:ln>
        </p:spPr>
      </p:sp>
      <p:pic>
        <p:nvPicPr>
          <p:cNvPr id="33" name="Image 7" descr="preencoded.png">    </p:cNvPr>
          <p:cNvPicPr>
            <a:picLocks noChangeAspect="1"/>
          </p:cNvPicPr>
          <p:nvPr/>
        </p:nvPicPr>
        <p:blipFill>
          <a:blip r:embed="rId8"/>
          <a:stretch>
            <a:fillRect/>
          </a:stretch>
        </p:blipFill>
        <p:spPr>
          <a:xfrm>
            <a:off x="1600200" y="3858768"/>
            <a:ext cx="256032" cy="256032"/>
          </a:xfrm>
          <a:prstGeom prst="rect">
            <a:avLst/>
          </a:prstGeom>
        </p:spPr>
      </p:pic>
      <p:sp>
        <p:nvSpPr>
          <p:cNvPr id="34" name="Text 24"/>
          <p:cNvSpPr txBox="1"/>
          <p:nvPr/>
        </p:nvSpPr>
        <p:spPr>
          <a:xfrm>
            <a:off x="1947672" y="3785616"/>
            <a:ext cx="1920240" cy="402336"/>
          </a:xfrm>
          <a:prstGeom prst="rect">
            <a:avLst/>
          </a:prstGeom>
          <a:noFill/>
          <a:ln/>
        </p:spPr>
        <p:txBody>
          <a:bodyPr wrap="square" lIns="0" tIns="0" rIns="0" bIns="0" rtlCol="0" anchor="ctr"/>
          <a:lstStyle/>
          <a:p>
            <a:pPr indent="0" marL="0">
              <a:buNone/>
            </a:pPr>
            <a:r>
              <a:rPr lang="en-US" sz="1200" b="1" dirty="0">
                <a:solidFill>
                  <a:srgbClr val="1E2A26"/>
                </a:solidFill>
                <a:latin typeface="Courier New" pitchFamily="34" charset="0"/>
                <a:ea typeface="Courier New" pitchFamily="34" charset="-122"/>
                <a:cs typeface="Courier New" pitchFamily="34" charset="-120"/>
              </a:rPr>
              <a:t>Video</a:t>
            </a:r>
            <a:endParaRPr lang="en-US" sz="1200" dirty="0"/>
          </a:p>
        </p:txBody>
      </p:sp>
      <p:sp>
        <p:nvSpPr>
          <p:cNvPr id="35" name="Shape 25"/>
          <p:cNvSpPr/>
          <p:nvPr/>
        </p:nvSpPr>
        <p:spPr>
          <a:xfrm>
            <a:off x="1234440" y="2093976"/>
            <a:ext cx="0" cy="2395728"/>
          </a:xfrm>
          <a:prstGeom prst="line">
            <a:avLst/>
          </a:prstGeom>
          <a:noFill/>
          <a:ln w="19050">
            <a:solidFill>
              <a:srgbClr val="1F7A5C"/>
            </a:solidFill>
            <a:prstDash val="solid"/>
          </a:ln>
        </p:spPr>
      </p:sp>
      <p:sp>
        <p:nvSpPr>
          <p:cNvPr id="36" name="Shape 26"/>
          <p:cNvSpPr/>
          <p:nvPr/>
        </p:nvSpPr>
        <p:spPr>
          <a:xfrm>
            <a:off x="1234440" y="4489704"/>
            <a:ext cx="274320" cy="0"/>
          </a:xfrm>
          <a:prstGeom prst="line">
            <a:avLst/>
          </a:prstGeom>
          <a:noFill/>
          <a:ln w="19050">
            <a:solidFill>
              <a:srgbClr val="1F7A5C"/>
            </a:solidFill>
            <a:prstDash val="solid"/>
          </a:ln>
        </p:spPr>
      </p:sp>
      <p:sp>
        <p:nvSpPr>
          <p:cNvPr id="37" name="Shape 27"/>
          <p:cNvSpPr/>
          <p:nvPr/>
        </p:nvSpPr>
        <p:spPr>
          <a:xfrm>
            <a:off x="1508760" y="4288536"/>
            <a:ext cx="2377440" cy="402336"/>
          </a:xfrm>
          <a:prstGeom prst="roundRect">
            <a:avLst>
              <a:gd name="adj" fmla="val 18182"/>
            </a:avLst>
          </a:prstGeom>
          <a:solidFill>
            <a:srgbClr val="E6F2EC"/>
          </a:solidFill>
          <a:ln w="12700">
            <a:solidFill>
              <a:srgbClr val="E6F2EC"/>
            </a:solidFill>
            <a:prstDash val="solid"/>
          </a:ln>
        </p:spPr>
      </p:sp>
      <p:pic>
        <p:nvPicPr>
          <p:cNvPr id="38" name="Image 8" descr="preencoded.png">    </p:cNvPr>
          <p:cNvPicPr>
            <a:picLocks noChangeAspect="1"/>
          </p:cNvPicPr>
          <p:nvPr/>
        </p:nvPicPr>
        <p:blipFill>
          <a:blip r:embed="rId9"/>
          <a:stretch>
            <a:fillRect/>
          </a:stretch>
        </p:blipFill>
        <p:spPr>
          <a:xfrm>
            <a:off x="1600200" y="4361688"/>
            <a:ext cx="256032" cy="256032"/>
          </a:xfrm>
          <a:prstGeom prst="rect">
            <a:avLst/>
          </a:prstGeom>
        </p:spPr>
      </p:pic>
      <p:sp>
        <p:nvSpPr>
          <p:cNvPr id="39" name="Text 28"/>
          <p:cNvSpPr txBox="1"/>
          <p:nvPr/>
        </p:nvSpPr>
        <p:spPr>
          <a:xfrm>
            <a:off x="1947672" y="4288536"/>
            <a:ext cx="1920240" cy="402336"/>
          </a:xfrm>
          <a:prstGeom prst="rect">
            <a:avLst/>
          </a:prstGeom>
          <a:noFill/>
          <a:ln/>
        </p:spPr>
        <p:txBody>
          <a:bodyPr wrap="square" lIns="0" tIns="0" rIns="0" bIns="0" rtlCol="0" anchor="ctr"/>
          <a:lstStyle/>
          <a:p>
            <a:pPr indent="0" marL="0">
              <a:buNone/>
            </a:pPr>
            <a:r>
              <a:rPr lang="en-US" sz="1200" b="1" dirty="0">
                <a:solidFill>
                  <a:srgbClr val="1E2A26"/>
                </a:solidFill>
                <a:latin typeface="Courier New" pitchFamily="34" charset="0"/>
                <a:ea typeface="Courier New" pitchFamily="34" charset="-122"/>
                <a:cs typeface="Courier New" pitchFamily="34" charset="-120"/>
              </a:rPr>
              <a:t>Proyek</a:t>
            </a:r>
            <a:endParaRPr lang="en-US" sz="1200" dirty="0"/>
          </a:p>
        </p:txBody>
      </p:sp>
      <p:sp>
        <p:nvSpPr>
          <p:cNvPr id="40" name="Shape 29"/>
          <p:cNvSpPr/>
          <p:nvPr/>
        </p:nvSpPr>
        <p:spPr>
          <a:xfrm>
            <a:off x="3886200" y="2478024"/>
            <a:ext cx="320040" cy="0"/>
          </a:xfrm>
          <a:prstGeom prst="line">
            <a:avLst/>
          </a:prstGeom>
          <a:noFill/>
          <a:ln w="19050">
            <a:solidFill>
              <a:srgbClr val="D4A017"/>
            </a:solidFill>
            <a:prstDash val="dash"/>
          </a:ln>
        </p:spPr>
      </p:sp>
      <p:sp>
        <p:nvSpPr>
          <p:cNvPr id="41" name="Shape 30"/>
          <p:cNvSpPr/>
          <p:nvPr/>
        </p:nvSpPr>
        <p:spPr>
          <a:xfrm>
            <a:off x="4206240" y="2276856"/>
            <a:ext cx="2651760" cy="402336"/>
          </a:xfrm>
          <a:prstGeom prst="roundRect">
            <a:avLst>
              <a:gd name="adj" fmla="val 18182"/>
            </a:avLst>
          </a:prstGeom>
          <a:solidFill>
            <a:srgbClr val="FBF1D3"/>
          </a:solidFill>
          <a:ln w="12700">
            <a:solidFill>
              <a:srgbClr val="FBF1D3"/>
            </a:solidFill>
            <a:prstDash val="solid"/>
          </a:ln>
        </p:spPr>
      </p:sp>
      <p:pic>
        <p:nvPicPr>
          <p:cNvPr id="42" name="Image 9" descr="preencoded.png">    </p:cNvPr>
          <p:cNvPicPr>
            <a:picLocks noChangeAspect="1"/>
          </p:cNvPicPr>
          <p:nvPr/>
        </p:nvPicPr>
        <p:blipFill>
          <a:blip r:embed="rId10"/>
          <a:stretch>
            <a:fillRect/>
          </a:stretch>
        </p:blipFill>
        <p:spPr>
          <a:xfrm>
            <a:off x="4297680" y="2350008"/>
            <a:ext cx="256032" cy="256032"/>
          </a:xfrm>
          <a:prstGeom prst="rect">
            <a:avLst/>
          </a:prstGeom>
        </p:spPr>
      </p:pic>
      <p:sp>
        <p:nvSpPr>
          <p:cNvPr id="43" name="Text 31"/>
          <p:cNvSpPr txBox="1"/>
          <p:nvPr/>
        </p:nvSpPr>
        <p:spPr>
          <a:xfrm>
            <a:off x="4617720" y="2276856"/>
            <a:ext cx="2194560" cy="402336"/>
          </a:xfrm>
          <a:prstGeom prst="rect">
            <a:avLst/>
          </a:prstGeom>
          <a:noFill/>
          <a:ln/>
        </p:spPr>
        <p:txBody>
          <a:bodyPr wrap="square" lIns="0" tIns="0" rIns="0" bIns="0" rtlCol="0" anchor="ctr"/>
          <a:lstStyle/>
          <a:p>
            <a:pPr indent="0" marL="0">
              <a:buNone/>
            </a:pPr>
            <a:r>
              <a:rPr lang="en-US" sz="1100" b="1" dirty="0">
                <a:solidFill>
                  <a:srgbClr val="1E2A26"/>
                </a:solidFill>
                <a:latin typeface="Courier New" pitchFamily="34" charset="0"/>
                <a:ea typeface="Courier New" pitchFamily="34" charset="-122"/>
                <a:cs typeface="Courier New" pitchFamily="34" charset="-120"/>
              </a:rPr>
              <a:t>Perkenalan_Ahmad.txt</a:t>
            </a:r>
            <a:endParaRPr lang="en-US" sz="1100" dirty="0"/>
          </a:p>
        </p:txBody>
      </p:sp>
      <p:sp>
        <p:nvSpPr>
          <p:cNvPr id="44" name="Text 32"/>
          <p:cNvSpPr txBox="1"/>
          <p:nvPr/>
        </p:nvSpPr>
        <p:spPr>
          <a:xfrm>
            <a:off x="4206240" y="3108960"/>
            <a:ext cx="4480560" cy="822960"/>
          </a:xfrm>
          <a:prstGeom prst="rect">
            <a:avLst/>
          </a:prstGeom>
          <a:noFill/>
          <a:ln/>
        </p:spPr>
        <p:txBody>
          <a:bodyPr wrap="square" lIns="0" tIns="0" rIns="0" bIns="0" rtlCol="0" anchor="t"/>
          <a:lstStyle/>
          <a:p>
            <a:pPr indent="0" marL="0">
              <a:buNone/>
            </a:pPr>
            <a:r>
              <a:rPr lang="en-US" sz="1600" b="1" dirty="0">
                <a:solidFill>
                  <a:srgbClr val="0F4C3A"/>
                </a:solidFill>
                <a:latin typeface="Cambria" pitchFamily="34" charset="0"/>
                <a:ea typeface="Cambria" pitchFamily="34" charset="-122"/>
                <a:cs typeface="Cambria" pitchFamily="34" charset="-120"/>
              </a:rPr>
              <a:t>Folder ini akan dipakai selama 3 tahun untuk menyimpan semua karya kalian.</a:t>
            </a:r>
            <a:endParaRPr lang="en-US" sz="16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Aturan Memberi Nama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Nama yang Baik</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ourier New" pitchFamily="34" charset="0"/>
                <a:ea typeface="Courier New" pitchFamily="34" charset="-122"/>
                <a:cs typeface="Courier New" pitchFamily="34" charset="-120"/>
              </a:rPr>
              <a:t>Perkenalan_Ahmad</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ourier New" pitchFamily="34" charset="0"/>
                <a:ea typeface="Courier New" pitchFamily="34" charset="-122"/>
                <a:cs typeface="Courier New" pitchFamily="34" charset="-120"/>
              </a:rPr>
              <a:t>Poster_Dakwah_Ahmad</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ourier New" pitchFamily="34" charset="0"/>
                <a:ea typeface="Courier New" pitchFamily="34" charset="-122"/>
                <a:cs typeface="Courier New" pitchFamily="34" charset="-120"/>
              </a:rPr>
              <a:t>Tugas_IT_Pertemuan3</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Nama yang Buruk</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ourier New" pitchFamily="34" charset="0"/>
                <a:ea typeface="Courier New" pitchFamily="34" charset="-122"/>
                <a:cs typeface="Courier New" pitchFamily="34" charset="-120"/>
              </a:rPr>
              <a:t>New folder (2)</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ourier New" pitchFamily="34" charset="0"/>
                <a:ea typeface="Courier New" pitchFamily="34" charset="-122"/>
                <a:cs typeface="Courier New" pitchFamily="34" charset="-120"/>
              </a:rPr>
              <a:t>aaaaa</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ourier New" pitchFamily="34" charset="0"/>
                <a:ea typeface="Courier New" pitchFamily="34" charset="-122"/>
                <a:cs typeface="Courier New" pitchFamily="34" charset="-120"/>
              </a:rPr>
              <a:t>tugas ahmad fix banget</a:t>
            </a:r>
            <a:endParaRPr lang="en-US" sz="14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Membuat Digital Folder Santri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Proyek pertama kalian · ikuti gambar langkah demi langkah</a:t>
            </a:r>
            <a:endParaRPr lang="en-US" sz="1500" dirty="0"/>
          </a:p>
        </p:txBody>
      </p:sp>
      <p:sp>
        <p:nvSpPr>
          <p:cNvPr id="5" name="Shape 3"/>
          <p:cNvSpPr/>
          <p:nvPr/>
        </p:nvSpPr>
        <p:spPr>
          <a:xfrm>
            <a:off x="548640" y="2514600"/>
            <a:ext cx="379476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BAGIAN A · 6 LANGKAH</a:t>
            </a:r>
            <a:endParaRPr lang="en-US" sz="1200" dirty="0"/>
          </a:p>
        </p:txBody>
      </p:sp>
      <p:sp>
        <p:nvSpPr>
          <p:cNvPr id="7" name="Text 5"/>
          <p:cNvSpPr txBox="1"/>
          <p:nvPr/>
        </p:nvSpPr>
        <p:spPr>
          <a:xfrm>
            <a:off x="73152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Membuat folder portofolio dan 5 subfolder</a:t>
            </a:r>
            <a:endParaRPr lang="en-US" sz="1700" dirty="0"/>
          </a:p>
        </p:txBody>
      </p:sp>
      <p:sp>
        <p:nvSpPr>
          <p:cNvPr id="8" name="Shape 6"/>
          <p:cNvSpPr/>
          <p:nvPr/>
        </p:nvSpPr>
        <p:spPr>
          <a:xfrm>
            <a:off x="4572000" y="2514600"/>
            <a:ext cx="379476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475488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BAGIAN B · 3 LANGKAH</a:t>
            </a:r>
            <a:endParaRPr lang="en-US" sz="1200" dirty="0"/>
          </a:p>
        </p:txBody>
      </p:sp>
      <p:sp>
        <p:nvSpPr>
          <p:cNvPr id="10" name="Text 8"/>
          <p:cNvSpPr txBox="1"/>
          <p:nvPr/>
        </p:nvSpPr>
        <p:spPr>
          <a:xfrm>
            <a:off x="475488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Menyimpan file perkenalan diri</a:t>
            </a:r>
            <a:endParaRPr lang="en-US" sz="1700" dirty="0"/>
          </a:p>
        </p:txBody>
      </p:sp>
      <p:sp>
        <p:nvSpPr>
          <p:cNvPr id="11" name="Text 9"/>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2"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Folder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pic>
        <p:nvPicPr>
          <p:cNvPr id="16" name="Image 2" descr="preencoded.png">    </p:cNvPr>
          <p:cNvPicPr>
            <a:picLocks noChangeAspect="1"/>
          </p:cNvPicPr>
          <p:nvPr/>
        </p:nvPicPr>
        <p:blipFill>
          <a:blip r:embed="rId3"/>
          <a:stretch>
            <a:fillRect/>
          </a:stretch>
        </p:blipFill>
        <p:spPr>
          <a:xfrm>
            <a:off x="621792" y="1234440"/>
            <a:ext cx="237744" cy="237744"/>
          </a:xfrm>
          <a:prstGeom prst="rect">
            <a:avLst/>
          </a:prstGeom>
        </p:spPr>
      </p:pic>
      <p:sp>
        <p:nvSpPr>
          <p:cNvPr id="17" name="Text 12"/>
          <p:cNvSpPr txBox="1"/>
          <p:nvPr/>
        </p:nvSpPr>
        <p:spPr>
          <a:xfrm>
            <a:off x="502920" y="1490472"/>
            <a:ext cx="502920" cy="137160"/>
          </a:xfrm>
          <a:prstGeom prst="rect">
            <a:avLst/>
          </a:prstGeom>
          <a:noFill/>
          <a:ln/>
        </p:spPr>
        <p:txBody>
          <a:bodyPr wrap="square" lIns="0" tIns="0" rIns="0" bIns="0"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Recycle Bin</a:t>
            </a:r>
            <a:endParaRPr lang="en-US" sz="600" dirty="0"/>
          </a:p>
        </p:txBody>
      </p:sp>
      <p:sp>
        <p:nvSpPr>
          <p:cNvPr id="18" name="Shape 13"/>
          <p:cNvSpPr/>
          <p:nvPr/>
        </p:nvSpPr>
        <p:spPr>
          <a:xfrm>
            <a:off x="484632" y="3788222"/>
            <a:ext cx="5157216" cy="295946"/>
          </a:xfrm>
          <a:prstGeom prst="rect">
            <a:avLst/>
          </a:prstGeom>
          <a:solidFill>
            <a:srgbClr val="F3F3F3"/>
          </a:solidFill>
          <a:ln w="12700">
            <a:solidFill>
              <a:srgbClr val="F3F3F3"/>
            </a:solidFill>
            <a:prstDash val="solid"/>
          </a:ln>
        </p:spPr>
      </p:sp>
      <p:sp>
        <p:nvSpPr>
          <p:cNvPr id="19" name="Shape 14"/>
          <p:cNvSpPr/>
          <p:nvPr/>
        </p:nvSpPr>
        <p:spPr>
          <a:xfrm>
            <a:off x="2531130" y="3844452"/>
            <a:ext cx="84404" cy="84404"/>
          </a:xfrm>
          <a:prstGeom prst="rect">
            <a:avLst/>
          </a:prstGeom>
          <a:solidFill>
            <a:srgbClr val="0078D4"/>
          </a:solidFill>
          <a:ln w="12700">
            <a:solidFill>
              <a:srgbClr val="0078D4"/>
            </a:solidFill>
            <a:prstDash val="solid"/>
          </a:ln>
        </p:spPr>
      </p:sp>
      <p:sp>
        <p:nvSpPr>
          <p:cNvPr id="20" name="Shape 15"/>
          <p:cNvSpPr/>
          <p:nvPr/>
        </p:nvSpPr>
        <p:spPr>
          <a:xfrm>
            <a:off x="2630212" y="3844452"/>
            <a:ext cx="84404" cy="84404"/>
          </a:xfrm>
          <a:prstGeom prst="rect">
            <a:avLst/>
          </a:prstGeom>
          <a:solidFill>
            <a:srgbClr val="0078D4"/>
          </a:solidFill>
          <a:ln w="12700">
            <a:solidFill>
              <a:srgbClr val="0078D4"/>
            </a:solidFill>
            <a:prstDash val="solid"/>
          </a:ln>
        </p:spPr>
      </p:sp>
      <p:sp>
        <p:nvSpPr>
          <p:cNvPr id="21" name="Shape 16"/>
          <p:cNvSpPr/>
          <p:nvPr/>
        </p:nvSpPr>
        <p:spPr>
          <a:xfrm>
            <a:off x="2531130" y="3943534"/>
            <a:ext cx="84404" cy="84404"/>
          </a:xfrm>
          <a:prstGeom prst="rect">
            <a:avLst/>
          </a:prstGeom>
          <a:solidFill>
            <a:srgbClr val="0078D4"/>
          </a:solidFill>
          <a:ln w="12700">
            <a:solidFill>
              <a:srgbClr val="0078D4"/>
            </a:solidFill>
            <a:prstDash val="solid"/>
          </a:ln>
        </p:spPr>
      </p:sp>
      <p:sp>
        <p:nvSpPr>
          <p:cNvPr id="22" name="Shape 17"/>
          <p:cNvSpPr/>
          <p:nvPr/>
        </p:nvSpPr>
        <p:spPr>
          <a:xfrm>
            <a:off x="2630212" y="3943534"/>
            <a:ext cx="84404" cy="84404"/>
          </a:xfrm>
          <a:prstGeom prst="rect">
            <a:avLst/>
          </a:prstGeom>
          <a:solidFill>
            <a:srgbClr val="0078D4"/>
          </a:solidFill>
          <a:ln w="12700">
            <a:solidFill>
              <a:srgbClr val="0078D4"/>
            </a:solidFill>
            <a:prstDash val="solid"/>
          </a:ln>
        </p:spPr>
      </p:sp>
      <p:pic>
        <p:nvPicPr>
          <p:cNvPr id="23" name="Image 3" descr="preencoded.png">    </p:cNvPr>
          <p:cNvPicPr>
            <a:picLocks noChangeAspect="1"/>
          </p:cNvPicPr>
          <p:nvPr/>
        </p:nvPicPr>
        <p:blipFill>
          <a:blip r:embed="rId4"/>
          <a:stretch>
            <a:fillRect/>
          </a:stretch>
        </p:blipFill>
        <p:spPr>
          <a:xfrm>
            <a:off x="2824708" y="3844452"/>
            <a:ext cx="183486" cy="183486"/>
          </a:xfrm>
          <a:prstGeom prst="rect">
            <a:avLst/>
          </a:prstGeom>
        </p:spPr>
      </p:pic>
      <p:pic>
        <p:nvPicPr>
          <p:cNvPr id="24" name="Image 4" descr="preencoded.png">    </p:cNvPr>
          <p:cNvPicPr>
            <a:picLocks noChangeAspect="1"/>
          </p:cNvPicPr>
          <p:nvPr/>
        </p:nvPicPr>
        <p:blipFill>
          <a:blip r:embed="rId5"/>
          <a:stretch>
            <a:fillRect/>
          </a:stretch>
        </p:blipFill>
        <p:spPr>
          <a:xfrm>
            <a:off x="3118286" y="3844452"/>
            <a:ext cx="183486" cy="183486"/>
          </a:xfrm>
          <a:prstGeom prst="rect">
            <a:avLst/>
          </a:prstGeom>
        </p:spPr>
      </p:pic>
      <p:pic>
        <p:nvPicPr>
          <p:cNvPr id="25" name="Image 5" descr="preencoded.png">    </p:cNvPr>
          <p:cNvPicPr>
            <a:picLocks noChangeAspect="1"/>
          </p:cNvPicPr>
          <p:nvPr/>
        </p:nvPicPr>
        <p:blipFill>
          <a:blip r:embed="rId6"/>
          <a:stretch>
            <a:fillRect/>
          </a:stretch>
        </p:blipFill>
        <p:spPr>
          <a:xfrm>
            <a:off x="3411864" y="3844452"/>
            <a:ext cx="183486" cy="183486"/>
          </a:xfrm>
          <a:prstGeom prst="rect">
            <a:avLst/>
          </a:prstGeom>
        </p:spPr>
      </p:pic>
      <p:sp>
        <p:nvSpPr>
          <p:cNvPr id="26" name="Text 18"/>
          <p:cNvSpPr txBox="1"/>
          <p:nvPr/>
        </p:nvSpPr>
        <p:spPr>
          <a:xfrm>
            <a:off x="5138928" y="3788222"/>
            <a:ext cx="411480" cy="295946"/>
          </a:xfrm>
          <a:prstGeom prst="rect">
            <a:avLst/>
          </a:prstGeom>
          <a:noFill/>
          <a:ln/>
        </p:spPr>
        <p:txBody>
          <a:bodyPr wrap="square" lIns="0" tIns="0" rIns="0" bIns="0" rtlCol="0" anchor="ctr"/>
          <a:lstStyle/>
          <a:p>
            <a:pPr algn="r" indent="0" marL="0">
              <a:buNone/>
            </a:pPr>
            <a:r>
              <a:rPr lang="en-US" sz="700" dirty="0">
                <a:solidFill>
                  <a:srgbClr val="1E2A26"/>
                </a:solidFill>
                <a:latin typeface="Calibri" pitchFamily="34" charset="0"/>
                <a:ea typeface="Calibri" pitchFamily="34" charset="-122"/>
                <a:cs typeface="Calibri" pitchFamily="34" charset="-120"/>
              </a:rPr>
              <a:t>07.30</a:t>
            </a:r>
            <a:endParaRPr lang="en-US" sz="700" dirty="0"/>
          </a:p>
        </p:txBody>
      </p:sp>
      <p:sp>
        <p:nvSpPr>
          <p:cNvPr id="27" name="Shape 19"/>
          <p:cNvSpPr/>
          <p:nvPr/>
        </p:nvSpPr>
        <p:spPr>
          <a:xfrm>
            <a:off x="3081710" y="3807876"/>
            <a:ext cx="256638" cy="256638"/>
          </a:xfrm>
          <a:prstGeom prst="roundRect">
            <a:avLst>
              <a:gd name="adj" fmla="val 17815"/>
            </a:avLst>
          </a:prstGeom>
          <a:solidFill>
            <a:srgbClr val="FFFFFF">
              <a:alpha val="0"/>
            </a:srgbClr>
          </a:solidFill>
          <a:ln w="31750">
            <a:solidFill>
              <a:srgbClr val="E53935"/>
            </a:solidFill>
            <a:prstDash val="solid"/>
          </a:ln>
        </p:spPr>
      </p:sp>
      <p:sp>
        <p:nvSpPr>
          <p:cNvPr id="28" name="Shape 20"/>
          <p:cNvSpPr/>
          <p:nvPr/>
        </p:nvSpPr>
        <p:spPr>
          <a:xfrm>
            <a:off x="3201188" y="3670716"/>
            <a:ext cx="274320" cy="274320"/>
          </a:xfrm>
          <a:prstGeom prst="ellipse">
            <a:avLst/>
          </a:prstGeom>
          <a:solidFill>
            <a:srgbClr val="E53935"/>
          </a:solidFill>
          <a:ln w="12700">
            <a:solidFill>
              <a:srgbClr val="FFFFFF"/>
            </a:solidFill>
            <a:prstDash val="solid"/>
          </a:ln>
        </p:spPr>
      </p:sp>
      <p:sp>
        <p:nvSpPr>
          <p:cNvPr id="29" name="Text 21"/>
          <p:cNvSpPr txBox="1"/>
          <p:nvPr/>
        </p:nvSpPr>
        <p:spPr>
          <a:xfrm>
            <a:off x="3201188" y="367071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30" name="Image 6" descr="preencoded.png">    </p:cNvPr>
          <p:cNvPicPr>
            <a:picLocks noChangeAspect="1"/>
          </p:cNvPicPr>
          <p:nvPr/>
        </p:nvPicPr>
        <p:blipFill>
          <a:blip r:embed="rId7"/>
          <a:stretch>
            <a:fillRect/>
          </a:stretch>
        </p:blipFill>
        <p:spPr>
          <a:xfrm>
            <a:off x="3219203" y="3945369"/>
            <a:ext cx="237744" cy="237744"/>
          </a:xfrm>
          <a:prstGeom prst="rect">
            <a:avLst/>
          </a:prstGeom>
        </p:spPr>
      </p:pic>
      <p:sp>
        <p:nvSpPr>
          <p:cNvPr id="31" name="Text 2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32" name="Text 2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File Explorer</a:t>
            </a:r>
            <a:endParaRPr lang="en-US" sz="1800" dirty="0"/>
          </a:p>
        </p:txBody>
      </p:sp>
      <p:sp>
        <p:nvSpPr>
          <p:cNvPr id="33" name="Text 2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ikon map kuning di Taskbar. File Explorer adalah aplikasi untuk melihat file dan folder.</a:t>
            </a:r>
            <a:endParaRPr lang="en-US" sz="1300" dirty="0"/>
          </a:p>
        </p:txBody>
      </p:sp>
      <p:sp>
        <p:nvSpPr>
          <p:cNvPr id="34" name="Shape 25"/>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35"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36" name="Text 26"/>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Cara cepat: tekan tombol Windows + E bersamaan.</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Folder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pic>
        <p:nvPicPr>
          <p:cNvPr id="29"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0" name="Text 23"/>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1"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2" name="Text 24"/>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3"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4" name="Text 25"/>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5"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6" name="Text 26"/>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Desktop</a:t>
            </a:r>
            <a:endParaRPr lang="en-US" sz="700" dirty="0"/>
          </a:p>
        </p:txBody>
      </p:sp>
      <p:pic>
        <p:nvPicPr>
          <p:cNvPr id="37"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38" name="Text 27"/>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Downloads</a:t>
            </a:r>
            <a:endParaRPr lang="en-US" sz="700" dirty="0"/>
          </a:p>
        </p:txBody>
      </p:sp>
      <p:pic>
        <p:nvPicPr>
          <p:cNvPr id="39" name="Image 9" descr="preencoded.png">    </p:cNvPr>
          <p:cNvPicPr>
            <a:picLocks noChangeAspect="1"/>
          </p:cNvPicPr>
          <p:nvPr/>
        </p:nvPicPr>
        <p:blipFill>
          <a:blip r:embed="rId10"/>
          <a:stretch>
            <a:fillRect/>
          </a:stretch>
        </p:blipFill>
        <p:spPr>
          <a:xfrm>
            <a:off x="3875593" y="1876189"/>
            <a:ext cx="292608" cy="292608"/>
          </a:xfrm>
          <a:prstGeom prst="rect">
            <a:avLst/>
          </a:prstGeom>
        </p:spPr>
      </p:pic>
      <p:sp>
        <p:nvSpPr>
          <p:cNvPr id="40" name="Text 28"/>
          <p:cNvSpPr txBox="1"/>
          <p:nvPr/>
        </p:nvSpPr>
        <p:spPr>
          <a:xfrm>
            <a:off x="361041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Documents</a:t>
            </a:r>
            <a:endParaRPr lang="en-US" sz="700" dirty="0"/>
          </a:p>
        </p:txBody>
      </p:sp>
      <p:pic>
        <p:nvPicPr>
          <p:cNvPr id="41" name="Image 10" descr="preencoded.png">    </p:cNvPr>
          <p:cNvPicPr>
            <a:picLocks noChangeAspect="1"/>
          </p:cNvPicPr>
          <p:nvPr/>
        </p:nvPicPr>
        <p:blipFill>
          <a:blip r:embed="rId11"/>
          <a:stretch>
            <a:fillRect/>
          </a:stretch>
        </p:blipFill>
        <p:spPr>
          <a:xfrm>
            <a:off x="4744273" y="1876189"/>
            <a:ext cx="292608" cy="292608"/>
          </a:xfrm>
          <a:prstGeom prst="rect">
            <a:avLst/>
          </a:prstGeom>
        </p:spPr>
      </p:pic>
      <p:sp>
        <p:nvSpPr>
          <p:cNvPr id="42" name="Text 29"/>
          <p:cNvSpPr txBox="1"/>
          <p:nvPr/>
        </p:nvSpPr>
        <p:spPr>
          <a:xfrm>
            <a:off x="447909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Pictures</a:t>
            </a:r>
            <a:endParaRPr lang="en-US" sz="700" dirty="0"/>
          </a:p>
        </p:txBody>
      </p:sp>
      <p:sp>
        <p:nvSpPr>
          <p:cNvPr id="43" name="Shape 30"/>
          <p:cNvSpPr/>
          <p:nvPr/>
        </p:nvSpPr>
        <p:spPr>
          <a:xfrm>
            <a:off x="830641" y="2241949"/>
            <a:ext cx="896112" cy="274320"/>
          </a:xfrm>
          <a:prstGeom prst="roundRect">
            <a:avLst>
              <a:gd name="adj" fmla="val 16667"/>
            </a:avLst>
          </a:prstGeom>
          <a:solidFill>
            <a:srgbClr val="FFFFFF">
              <a:alpha val="0"/>
            </a:srgbClr>
          </a:solidFill>
          <a:ln w="31750">
            <a:solidFill>
              <a:srgbClr val="E53935"/>
            </a:solidFill>
            <a:prstDash val="solid"/>
          </a:ln>
        </p:spPr>
      </p:sp>
      <p:sp>
        <p:nvSpPr>
          <p:cNvPr id="44" name="Shape 31"/>
          <p:cNvSpPr/>
          <p:nvPr/>
        </p:nvSpPr>
        <p:spPr>
          <a:xfrm>
            <a:off x="1589593" y="2104789"/>
            <a:ext cx="274320" cy="274320"/>
          </a:xfrm>
          <a:prstGeom prst="ellipse">
            <a:avLst/>
          </a:prstGeom>
          <a:solidFill>
            <a:srgbClr val="E53935"/>
          </a:solidFill>
          <a:ln w="12700">
            <a:solidFill>
              <a:srgbClr val="FFFFFF"/>
            </a:solidFill>
            <a:prstDash val="solid"/>
          </a:ln>
        </p:spPr>
      </p:sp>
      <p:sp>
        <p:nvSpPr>
          <p:cNvPr id="45" name="Text 32"/>
          <p:cNvSpPr txBox="1"/>
          <p:nvPr/>
        </p:nvSpPr>
        <p:spPr>
          <a:xfrm>
            <a:off x="1589593" y="21047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46" name="Image 11" descr="preencoded.png">    </p:cNvPr>
          <p:cNvPicPr>
            <a:picLocks noChangeAspect="1"/>
          </p:cNvPicPr>
          <p:nvPr/>
        </p:nvPicPr>
        <p:blipFill>
          <a:blip r:embed="rId12"/>
          <a:stretch>
            <a:fillRect/>
          </a:stretch>
        </p:blipFill>
        <p:spPr>
          <a:xfrm>
            <a:off x="1319845" y="2389167"/>
            <a:ext cx="237744" cy="237744"/>
          </a:xfrm>
          <a:prstGeom prst="rect">
            <a:avLst/>
          </a:prstGeom>
        </p:spPr>
      </p:pic>
      <p:sp>
        <p:nvSpPr>
          <p:cNvPr id="47" name="Text 3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48" name="Text 3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Documents</a:t>
            </a:r>
            <a:endParaRPr lang="en-US" sz="1800" dirty="0"/>
          </a:p>
        </p:txBody>
      </p:sp>
      <p:sp>
        <p:nvSpPr>
          <p:cNvPr id="49" name="Text 3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panel sebelah kiri, klik folder Documents.</a:t>
            </a:r>
            <a:endParaRPr lang="en-US" sz="1300" dirty="0"/>
          </a:p>
        </p:txBody>
      </p:sp>
      <p:sp>
        <p:nvSpPr>
          <p:cNvPr id="50" name="Shape 36"/>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1" name="Image 12" descr="preencoded.png">    </p:cNvPr>
          <p:cNvPicPr>
            <a:picLocks noChangeAspect="1"/>
          </p:cNvPicPr>
          <p:nvPr/>
        </p:nvPicPr>
        <p:blipFill>
          <a:blip r:embed="rId13"/>
          <a:stretch>
            <a:fillRect/>
          </a:stretch>
        </p:blipFill>
        <p:spPr>
          <a:xfrm>
            <a:off x="6108192" y="3721608"/>
            <a:ext cx="201168" cy="201168"/>
          </a:xfrm>
          <a:prstGeom prst="rect">
            <a:avLst/>
          </a:prstGeom>
        </p:spPr>
      </p:pic>
      <p:sp>
        <p:nvSpPr>
          <p:cNvPr id="52" name="Text 37"/>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Jika Windows berbahasa Indonesia, namanya Dokumen.</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Folder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sp>
        <p:nvSpPr>
          <p:cNvPr id="36" name="Shape 27"/>
          <p:cNvSpPr/>
          <p:nvPr/>
        </p:nvSpPr>
        <p:spPr>
          <a:xfrm>
            <a:off x="3686495" y="2315101"/>
            <a:ext cx="1097280" cy="1060704"/>
          </a:xfrm>
          <a:prstGeom prst="rect">
            <a:avLst/>
          </a:prstGeom>
          <a:solidFill>
            <a:srgbClr val="FFFFFF"/>
          </a:solidFill>
          <a:ln w="9525">
            <a:solidFill>
              <a:srgbClr val="AAAAAA"/>
            </a:solidFill>
            <a:prstDash val="solid"/>
          </a:ln>
        </p:spPr>
      </p:sp>
      <p:sp>
        <p:nvSpPr>
          <p:cNvPr id="37" name="Text 28"/>
          <p:cNvSpPr txBox="1"/>
          <p:nvPr/>
        </p:nvSpPr>
        <p:spPr>
          <a:xfrm>
            <a:off x="3796223" y="2342533"/>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View</a:t>
            </a:r>
            <a:endParaRPr lang="en-US" sz="800" dirty="0"/>
          </a:p>
        </p:txBody>
      </p:sp>
      <p:sp>
        <p:nvSpPr>
          <p:cNvPr id="38" name="Text 29"/>
          <p:cNvSpPr txBox="1"/>
          <p:nvPr/>
        </p:nvSpPr>
        <p:spPr>
          <a:xfrm>
            <a:off x="3796223" y="2543701"/>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Sort by</a:t>
            </a:r>
            <a:endParaRPr lang="en-US" sz="800" dirty="0"/>
          </a:p>
        </p:txBody>
      </p:sp>
      <p:sp>
        <p:nvSpPr>
          <p:cNvPr id="39" name="Text 30"/>
          <p:cNvSpPr txBox="1"/>
          <p:nvPr/>
        </p:nvSpPr>
        <p:spPr>
          <a:xfrm>
            <a:off x="3796223" y="2744869"/>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Refresh</a:t>
            </a:r>
            <a:endParaRPr lang="en-US" sz="800" dirty="0"/>
          </a:p>
        </p:txBody>
      </p:sp>
      <p:sp>
        <p:nvSpPr>
          <p:cNvPr id="40" name="Text 31"/>
          <p:cNvSpPr txBox="1"/>
          <p:nvPr/>
        </p:nvSpPr>
        <p:spPr>
          <a:xfrm>
            <a:off x="3796223" y="2946037"/>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New            ›</a:t>
            </a:r>
            <a:endParaRPr lang="en-US" sz="800" dirty="0"/>
          </a:p>
        </p:txBody>
      </p:sp>
      <p:sp>
        <p:nvSpPr>
          <p:cNvPr id="41" name="Text 32"/>
          <p:cNvSpPr txBox="1"/>
          <p:nvPr/>
        </p:nvSpPr>
        <p:spPr>
          <a:xfrm>
            <a:off x="3796223" y="3147205"/>
            <a:ext cx="93268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Properties</a:t>
            </a:r>
            <a:endParaRPr lang="en-US" sz="800" dirty="0"/>
          </a:p>
        </p:txBody>
      </p:sp>
      <p:sp>
        <p:nvSpPr>
          <p:cNvPr id="42" name="Shape 33"/>
          <p:cNvSpPr/>
          <p:nvPr/>
        </p:nvSpPr>
        <p:spPr>
          <a:xfrm>
            <a:off x="4765487" y="2946037"/>
            <a:ext cx="1097280" cy="457200"/>
          </a:xfrm>
          <a:prstGeom prst="rect">
            <a:avLst/>
          </a:prstGeom>
          <a:solidFill>
            <a:srgbClr val="FFFFFF"/>
          </a:solidFill>
          <a:ln w="9525">
            <a:solidFill>
              <a:srgbClr val="AAAAAA"/>
            </a:solidFill>
            <a:prstDash val="solid"/>
          </a:ln>
        </p:spPr>
      </p:sp>
      <p:pic>
        <p:nvPicPr>
          <p:cNvPr id="43" name="Image 7" descr="preencoded.png">    </p:cNvPr>
          <p:cNvPicPr>
            <a:picLocks noChangeAspect="1"/>
          </p:cNvPicPr>
          <p:nvPr/>
        </p:nvPicPr>
        <p:blipFill>
          <a:blip r:embed="rId8"/>
          <a:stretch>
            <a:fillRect/>
          </a:stretch>
        </p:blipFill>
        <p:spPr>
          <a:xfrm>
            <a:off x="4838639" y="2991757"/>
            <a:ext cx="137160" cy="137160"/>
          </a:xfrm>
          <a:prstGeom prst="rect">
            <a:avLst/>
          </a:prstGeom>
        </p:spPr>
      </p:pic>
      <p:sp>
        <p:nvSpPr>
          <p:cNvPr id="44" name="Text 34"/>
          <p:cNvSpPr txBox="1"/>
          <p:nvPr/>
        </p:nvSpPr>
        <p:spPr>
          <a:xfrm>
            <a:off x="5039807" y="2973469"/>
            <a:ext cx="731520"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Folder</a:t>
            </a:r>
            <a:endParaRPr lang="en-US" sz="800" dirty="0"/>
          </a:p>
        </p:txBody>
      </p:sp>
      <p:pic>
        <p:nvPicPr>
          <p:cNvPr id="45" name="Image 8" descr="preencoded.png">    </p:cNvPr>
          <p:cNvPicPr>
            <a:picLocks noChangeAspect="1"/>
          </p:cNvPicPr>
          <p:nvPr/>
        </p:nvPicPr>
        <p:blipFill>
          <a:blip r:embed="rId9"/>
          <a:stretch>
            <a:fillRect/>
          </a:stretch>
        </p:blipFill>
        <p:spPr>
          <a:xfrm>
            <a:off x="4838639" y="3192925"/>
            <a:ext cx="137160" cy="137160"/>
          </a:xfrm>
          <a:prstGeom prst="rect">
            <a:avLst/>
          </a:prstGeom>
        </p:spPr>
      </p:pic>
      <p:sp>
        <p:nvSpPr>
          <p:cNvPr id="46" name="Text 35"/>
          <p:cNvSpPr txBox="1"/>
          <p:nvPr/>
        </p:nvSpPr>
        <p:spPr>
          <a:xfrm>
            <a:off x="5039807" y="3174637"/>
            <a:ext cx="804672"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Text Document</a:t>
            </a:r>
            <a:endParaRPr lang="en-US" sz="800" dirty="0"/>
          </a:p>
        </p:txBody>
      </p:sp>
      <p:sp>
        <p:nvSpPr>
          <p:cNvPr id="47" name="Shape 36"/>
          <p:cNvSpPr/>
          <p:nvPr/>
        </p:nvSpPr>
        <p:spPr>
          <a:xfrm>
            <a:off x="3704783" y="2927749"/>
            <a:ext cx="1060704" cy="228600"/>
          </a:xfrm>
          <a:prstGeom prst="roundRect">
            <a:avLst>
              <a:gd name="adj" fmla="val 20000"/>
            </a:avLst>
          </a:prstGeom>
          <a:solidFill>
            <a:srgbClr val="FFFFFF">
              <a:alpha val="0"/>
            </a:srgbClr>
          </a:solidFill>
          <a:ln w="31750">
            <a:solidFill>
              <a:srgbClr val="E53935"/>
            </a:solidFill>
            <a:prstDash val="solid"/>
          </a:ln>
        </p:spPr>
      </p:sp>
      <p:sp>
        <p:nvSpPr>
          <p:cNvPr id="48" name="Shape 37"/>
          <p:cNvSpPr/>
          <p:nvPr/>
        </p:nvSpPr>
        <p:spPr>
          <a:xfrm>
            <a:off x="4628327" y="2790589"/>
            <a:ext cx="274320" cy="274320"/>
          </a:xfrm>
          <a:prstGeom prst="ellipse">
            <a:avLst/>
          </a:prstGeom>
          <a:solidFill>
            <a:srgbClr val="E53935"/>
          </a:solidFill>
          <a:ln w="12700">
            <a:solidFill>
              <a:srgbClr val="FFFFFF"/>
            </a:solidFill>
            <a:prstDash val="solid"/>
          </a:ln>
        </p:spPr>
      </p:sp>
      <p:sp>
        <p:nvSpPr>
          <p:cNvPr id="49" name="Text 38"/>
          <p:cNvSpPr txBox="1"/>
          <p:nvPr/>
        </p:nvSpPr>
        <p:spPr>
          <a:xfrm>
            <a:off x="4628327" y="27905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50" name="Image 9" descr="preencoded.png">    </p:cNvPr>
          <p:cNvPicPr>
            <a:picLocks noChangeAspect="1"/>
          </p:cNvPicPr>
          <p:nvPr/>
        </p:nvPicPr>
        <p:blipFill>
          <a:blip r:embed="rId10"/>
          <a:stretch>
            <a:fillRect/>
          </a:stretch>
        </p:blipFill>
        <p:spPr>
          <a:xfrm>
            <a:off x="4286341" y="3051650"/>
            <a:ext cx="237744" cy="237744"/>
          </a:xfrm>
          <a:prstGeom prst="rect">
            <a:avLst/>
          </a:prstGeom>
        </p:spPr>
      </p:pic>
      <p:sp>
        <p:nvSpPr>
          <p:cNvPr id="51" name="Shape 39"/>
          <p:cNvSpPr/>
          <p:nvPr/>
        </p:nvSpPr>
        <p:spPr>
          <a:xfrm>
            <a:off x="4783775" y="2955181"/>
            <a:ext cx="1060704" cy="228600"/>
          </a:xfrm>
          <a:prstGeom prst="roundRect">
            <a:avLst>
              <a:gd name="adj" fmla="val 20000"/>
            </a:avLst>
          </a:prstGeom>
          <a:solidFill>
            <a:srgbClr val="FFFFFF">
              <a:alpha val="0"/>
            </a:srgbClr>
          </a:solidFill>
          <a:ln w="31750">
            <a:solidFill>
              <a:srgbClr val="E53935"/>
            </a:solidFill>
            <a:prstDash val="solid"/>
          </a:ln>
        </p:spPr>
      </p:sp>
      <p:sp>
        <p:nvSpPr>
          <p:cNvPr id="52" name="Shape 40"/>
          <p:cNvSpPr/>
          <p:nvPr/>
        </p:nvSpPr>
        <p:spPr>
          <a:xfrm>
            <a:off x="5707319" y="2818021"/>
            <a:ext cx="274320" cy="274320"/>
          </a:xfrm>
          <a:prstGeom prst="ellipse">
            <a:avLst/>
          </a:prstGeom>
          <a:solidFill>
            <a:srgbClr val="E53935"/>
          </a:solidFill>
          <a:ln w="12700">
            <a:solidFill>
              <a:srgbClr val="FFFFFF"/>
            </a:solidFill>
            <a:prstDash val="solid"/>
          </a:ln>
        </p:spPr>
      </p:sp>
      <p:sp>
        <p:nvSpPr>
          <p:cNvPr id="53" name="Text 41"/>
          <p:cNvSpPr txBox="1"/>
          <p:nvPr/>
        </p:nvSpPr>
        <p:spPr>
          <a:xfrm>
            <a:off x="5707319" y="28180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54" name="Image 10" descr="preencoded.png">    </p:cNvPr>
          <p:cNvPicPr>
            <a:picLocks noChangeAspect="1"/>
          </p:cNvPicPr>
          <p:nvPr/>
        </p:nvPicPr>
        <p:blipFill>
          <a:blip r:embed="rId11"/>
          <a:stretch>
            <a:fillRect/>
          </a:stretch>
        </p:blipFill>
        <p:spPr>
          <a:xfrm>
            <a:off x="5365333" y="3079082"/>
            <a:ext cx="237744" cy="237744"/>
          </a:xfrm>
          <a:prstGeom prst="rect">
            <a:avLst/>
          </a:prstGeom>
        </p:spPr>
      </p:pic>
      <p:sp>
        <p:nvSpPr>
          <p:cNvPr id="55" name="Text 4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56" name="Text 4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kanan › New › Folder</a:t>
            </a:r>
            <a:endParaRPr lang="en-US" sz="1800" dirty="0"/>
          </a:p>
        </p:txBody>
      </p:sp>
      <p:sp>
        <p:nvSpPr>
          <p:cNvPr id="57" name="Text 4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kanan di area kosong. Arahkan ke New, lalu klik Folder.</a:t>
            </a:r>
            <a:endParaRPr lang="en-US" sz="1300" dirty="0"/>
          </a:p>
        </p:txBody>
      </p:sp>
      <p:sp>
        <p:nvSpPr>
          <p:cNvPr id="58" name="Shape 45"/>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9" name="Image 11" descr="preencoded.png">    </p:cNvPr>
          <p:cNvPicPr>
            <a:picLocks noChangeAspect="1"/>
          </p:cNvPicPr>
          <p:nvPr/>
        </p:nvPicPr>
        <p:blipFill>
          <a:blip r:embed="rId12"/>
          <a:stretch>
            <a:fillRect/>
          </a:stretch>
        </p:blipFill>
        <p:spPr>
          <a:xfrm>
            <a:off x="6108192" y="3721608"/>
            <a:ext cx="201168" cy="201168"/>
          </a:xfrm>
          <a:prstGeom prst="rect">
            <a:avLst/>
          </a:prstGeom>
        </p:spPr>
      </p:pic>
      <p:sp>
        <p:nvSpPr>
          <p:cNvPr id="60" name="Text 46"/>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Klik kanan di tempat yang kosong, bukan di atas file.</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Folder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Shape 27"/>
          <p:cNvSpPr/>
          <p:nvPr/>
        </p:nvSpPr>
        <p:spPr>
          <a:xfrm>
            <a:off x="1891345" y="2205373"/>
            <a:ext cx="786384" cy="182880"/>
          </a:xfrm>
          <a:prstGeom prst="rect">
            <a:avLst/>
          </a:prstGeom>
          <a:solidFill>
            <a:srgbClr val="FFFFFF"/>
          </a:solidFill>
          <a:ln w="12700">
            <a:solidFill>
              <a:srgbClr val="0078D4"/>
            </a:solidFill>
            <a:prstDash val="solid"/>
          </a:ln>
        </p:spPr>
      </p:sp>
      <p:sp>
        <p:nvSpPr>
          <p:cNvPr id="38" name="Text 28"/>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Portofolio_Ahmad</a:t>
            </a:r>
            <a:endParaRPr lang="en-US" sz="700" dirty="0"/>
          </a:p>
        </p:txBody>
      </p:sp>
      <p:sp>
        <p:nvSpPr>
          <p:cNvPr id="39" name="Shape 29"/>
          <p:cNvSpPr/>
          <p:nvPr/>
        </p:nvSpPr>
        <p:spPr>
          <a:xfrm>
            <a:off x="1854769" y="1803037"/>
            <a:ext cx="859536" cy="676656"/>
          </a:xfrm>
          <a:prstGeom prst="roundRect">
            <a:avLst>
              <a:gd name="adj" fmla="val 6757"/>
            </a:avLst>
          </a:prstGeom>
          <a:solidFill>
            <a:srgbClr val="FFFFFF">
              <a:alpha val="0"/>
            </a:srgbClr>
          </a:solidFill>
          <a:ln w="31750">
            <a:solidFill>
              <a:srgbClr val="E53935"/>
            </a:solidFill>
            <a:prstDash val="solid"/>
          </a:ln>
        </p:spPr>
      </p:sp>
      <p:sp>
        <p:nvSpPr>
          <p:cNvPr id="40" name="Shape 30"/>
          <p:cNvSpPr/>
          <p:nvPr/>
        </p:nvSpPr>
        <p:spPr>
          <a:xfrm>
            <a:off x="2577145" y="1665877"/>
            <a:ext cx="274320" cy="274320"/>
          </a:xfrm>
          <a:prstGeom prst="ellipse">
            <a:avLst/>
          </a:prstGeom>
          <a:solidFill>
            <a:srgbClr val="E53935"/>
          </a:solidFill>
          <a:ln w="12700">
            <a:solidFill>
              <a:srgbClr val="FFFFFF"/>
            </a:solidFill>
            <a:prstDash val="solid"/>
          </a:ln>
        </p:spPr>
      </p:sp>
      <p:sp>
        <p:nvSpPr>
          <p:cNvPr id="41" name="Text 31"/>
          <p:cNvSpPr txBox="1"/>
          <p:nvPr/>
        </p:nvSpPr>
        <p:spPr>
          <a:xfrm>
            <a:off x="2577145" y="16658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42" name="Image 8" descr="preencoded.png">    </p:cNvPr>
          <p:cNvPicPr>
            <a:picLocks noChangeAspect="1"/>
          </p:cNvPicPr>
          <p:nvPr/>
        </p:nvPicPr>
        <p:blipFill>
          <a:blip r:embed="rId9"/>
          <a:stretch>
            <a:fillRect/>
          </a:stretch>
        </p:blipFill>
        <p:spPr>
          <a:xfrm>
            <a:off x="2323856" y="2171540"/>
            <a:ext cx="237744" cy="237744"/>
          </a:xfrm>
          <a:prstGeom prst="rect">
            <a:avLst/>
          </a:prstGeom>
        </p:spPr>
      </p:pic>
      <p:sp>
        <p:nvSpPr>
          <p:cNvPr id="43" name="Text 3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44" name="Text 3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Ketik nama folder, lalu Enter</a:t>
            </a:r>
            <a:endParaRPr lang="en-US" sz="1800" dirty="0"/>
          </a:p>
        </p:txBody>
      </p:sp>
      <p:sp>
        <p:nvSpPr>
          <p:cNvPr id="45" name="Text 3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Folder baru muncul dengan nama yang bisa langsung diganti. Ketik Portofolio_NamaKamu lalu tekan Enter.</a:t>
            </a:r>
            <a:endParaRPr lang="en-US" sz="1300" dirty="0"/>
          </a:p>
        </p:txBody>
      </p:sp>
      <p:sp>
        <p:nvSpPr>
          <p:cNvPr id="46" name="Shape 35"/>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47" name="Image 9" descr="preencoded.png">    </p:cNvPr>
          <p:cNvPicPr>
            <a:picLocks noChangeAspect="1"/>
          </p:cNvPicPr>
          <p:nvPr/>
        </p:nvPicPr>
        <p:blipFill>
          <a:blip r:embed="rId10"/>
          <a:stretch>
            <a:fillRect/>
          </a:stretch>
        </p:blipFill>
        <p:spPr>
          <a:xfrm>
            <a:off x="6108192" y="3721608"/>
            <a:ext cx="201168" cy="201168"/>
          </a:xfrm>
          <a:prstGeom prst="rect">
            <a:avLst/>
          </a:prstGeom>
        </p:spPr>
      </p:pic>
      <p:sp>
        <p:nvSpPr>
          <p:cNvPr id="48" name="Text 36"/>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Salah nama? Klik folder sekali, tekan F2, ketik ulang.</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Folder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sp>
        <p:nvSpPr>
          <p:cNvPr id="36" name="Shape 27"/>
          <p:cNvSpPr/>
          <p:nvPr/>
        </p:nvSpPr>
        <p:spPr>
          <a:xfrm>
            <a:off x="1891345" y="1839613"/>
            <a:ext cx="786384" cy="603504"/>
          </a:xfrm>
          <a:prstGeom prst="roundRect">
            <a:avLst>
              <a:gd name="adj" fmla="val 6061"/>
            </a:avLst>
          </a:prstGeom>
          <a:solidFill>
            <a:srgbClr val="CCE4F7"/>
          </a:solidFill>
          <a:ln w="12700">
            <a:solidFill>
              <a:srgbClr val="CCE4F7"/>
            </a:solidFill>
            <a:prstDash val="solid"/>
          </a:ln>
        </p:spPr>
      </p:sp>
      <p:pic>
        <p:nvPicPr>
          <p:cNvPr id="37"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8" name="Text 28"/>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Portofolio_Ahmad</a:t>
            </a:r>
            <a:endParaRPr lang="en-US" sz="700" dirty="0"/>
          </a:p>
        </p:txBody>
      </p:sp>
      <p:sp>
        <p:nvSpPr>
          <p:cNvPr id="39" name="Shape 29"/>
          <p:cNvSpPr/>
          <p:nvPr/>
        </p:nvSpPr>
        <p:spPr>
          <a:xfrm>
            <a:off x="1854769" y="1803037"/>
            <a:ext cx="859536" cy="676656"/>
          </a:xfrm>
          <a:prstGeom prst="roundRect">
            <a:avLst>
              <a:gd name="adj" fmla="val 6757"/>
            </a:avLst>
          </a:prstGeom>
          <a:solidFill>
            <a:srgbClr val="FFFFFF">
              <a:alpha val="0"/>
            </a:srgbClr>
          </a:solidFill>
          <a:ln w="31750">
            <a:solidFill>
              <a:srgbClr val="E53935"/>
            </a:solidFill>
            <a:prstDash val="solid"/>
          </a:ln>
        </p:spPr>
      </p:sp>
      <p:sp>
        <p:nvSpPr>
          <p:cNvPr id="40" name="Shape 30"/>
          <p:cNvSpPr/>
          <p:nvPr/>
        </p:nvSpPr>
        <p:spPr>
          <a:xfrm>
            <a:off x="2577145" y="1665877"/>
            <a:ext cx="274320" cy="274320"/>
          </a:xfrm>
          <a:prstGeom prst="ellipse">
            <a:avLst/>
          </a:prstGeom>
          <a:solidFill>
            <a:srgbClr val="E53935"/>
          </a:solidFill>
          <a:ln w="12700">
            <a:solidFill>
              <a:srgbClr val="FFFFFF"/>
            </a:solidFill>
            <a:prstDash val="solid"/>
          </a:ln>
        </p:spPr>
      </p:sp>
      <p:sp>
        <p:nvSpPr>
          <p:cNvPr id="41" name="Text 31"/>
          <p:cNvSpPr txBox="1"/>
          <p:nvPr/>
        </p:nvSpPr>
        <p:spPr>
          <a:xfrm>
            <a:off x="2577145" y="16658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42" name="Image 8" descr="preencoded.png">    </p:cNvPr>
          <p:cNvPicPr>
            <a:picLocks noChangeAspect="1"/>
          </p:cNvPicPr>
          <p:nvPr/>
        </p:nvPicPr>
        <p:blipFill>
          <a:blip r:embed="rId9"/>
          <a:stretch>
            <a:fillRect/>
          </a:stretch>
        </p:blipFill>
        <p:spPr>
          <a:xfrm>
            <a:off x="2323856" y="2171540"/>
            <a:ext cx="237744" cy="237744"/>
          </a:xfrm>
          <a:prstGeom prst="rect">
            <a:avLst/>
          </a:prstGeom>
        </p:spPr>
      </p:pic>
      <p:sp>
        <p:nvSpPr>
          <p:cNvPr id="43" name="Text 3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44" name="Text 3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dua kali folder portofolio</a:t>
            </a:r>
            <a:endParaRPr lang="en-US" sz="1800" dirty="0"/>
          </a:p>
        </p:txBody>
      </p:sp>
      <p:sp>
        <p:nvSpPr>
          <p:cNvPr id="45" name="Text 3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ganda folder Portofolio_NamaKamu untuk membukanya.</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Membuat Folder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794065" y="1272685"/>
            <a:ext cx="4538350" cy="2367564"/>
          </a:xfrm>
          <a:prstGeom prst="rect">
            <a:avLst/>
          </a:prstGeom>
          <a:solidFill>
            <a:srgbClr val="FFFFFF"/>
          </a:solidFill>
          <a:ln w="9525">
            <a:solidFill>
              <a:srgbClr val="999999"/>
            </a:solidFill>
            <a:prstDash val="solid"/>
          </a:ln>
        </p:spPr>
      </p:sp>
      <p:sp>
        <p:nvSpPr>
          <p:cNvPr id="17" name="Shape 13"/>
          <p:cNvSpPr/>
          <p:nvPr/>
        </p:nvSpPr>
        <p:spPr>
          <a:xfrm>
            <a:off x="794065" y="1272685"/>
            <a:ext cx="4538350" cy="219456"/>
          </a:xfrm>
          <a:prstGeom prst="rect">
            <a:avLst/>
          </a:prstGeom>
          <a:solidFill>
            <a:srgbClr val="F0F0F0"/>
          </a:solidFill>
          <a:ln w="12700">
            <a:solidFill>
              <a:srgbClr val="F0F0F0"/>
            </a:solidFill>
            <a:prstDash val="solid"/>
          </a:ln>
        </p:spPr>
      </p:sp>
      <p:sp>
        <p:nvSpPr>
          <p:cNvPr id="18" name="Text 14"/>
          <p:cNvSpPr txBox="1"/>
          <p:nvPr/>
        </p:nvSpPr>
        <p:spPr>
          <a:xfrm>
            <a:off x="885505" y="1272685"/>
            <a:ext cx="3623950"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Explorer</a:t>
            </a:r>
            <a:endParaRPr lang="en-US" sz="750" dirty="0"/>
          </a:p>
        </p:txBody>
      </p:sp>
      <p:sp>
        <p:nvSpPr>
          <p:cNvPr id="19" name="Text 15"/>
          <p:cNvSpPr txBox="1"/>
          <p:nvPr/>
        </p:nvSpPr>
        <p:spPr>
          <a:xfrm>
            <a:off x="450945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783775"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058095"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885505" y="1547005"/>
            <a:ext cx="4355470" cy="182880"/>
          </a:xfrm>
          <a:prstGeom prst="rect">
            <a:avLst/>
          </a:prstGeom>
          <a:solidFill>
            <a:srgbClr val="FFFFFF"/>
          </a:solidFill>
          <a:ln w="9525">
            <a:solidFill>
              <a:srgbClr val="CCCCCC"/>
            </a:solidFill>
            <a:prstDash val="solid"/>
          </a:ln>
        </p:spPr>
      </p:sp>
      <p:sp>
        <p:nvSpPr>
          <p:cNvPr id="23" name="Text 19"/>
          <p:cNvSpPr txBox="1"/>
          <p:nvPr/>
        </p:nvSpPr>
        <p:spPr>
          <a:xfrm>
            <a:off x="958657" y="1547005"/>
            <a:ext cx="435547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a:t>
            </a:r>
            <a:endParaRPr lang="en-US" sz="750" dirty="0"/>
          </a:p>
        </p:txBody>
      </p:sp>
      <p:sp>
        <p:nvSpPr>
          <p:cNvPr id="24" name="Shape 20"/>
          <p:cNvSpPr/>
          <p:nvPr/>
        </p:nvSpPr>
        <p:spPr>
          <a:xfrm>
            <a:off x="794065" y="1803037"/>
            <a:ext cx="960120" cy="1837212"/>
          </a:xfrm>
          <a:prstGeom prst="rect">
            <a:avLst/>
          </a:prstGeom>
          <a:solidFill>
            <a:srgbClr val="F7F7F7"/>
          </a:solidFill>
          <a:ln w="12700">
            <a:solidFill>
              <a:srgbClr val="F7F7F7"/>
            </a:solidFill>
            <a:prstDash val="solid"/>
          </a:ln>
        </p:spPr>
      </p:sp>
      <p:pic>
        <p:nvPicPr>
          <p:cNvPr id="25" name="Image 2" descr="preencoded.png">    </p:cNvPr>
          <p:cNvPicPr>
            <a:picLocks noChangeAspect="1"/>
          </p:cNvPicPr>
          <p:nvPr/>
        </p:nvPicPr>
        <p:blipFill>
          <a:blip r:embed="rId3"/>
          <a:stretch>
            <a:fillRect/>
          </a:stretch>
        </p:blipFill>
        <p:spPr>
          <a:xfrm>
            <a:off x="903793" y="1876189"/>
            <a:ext cx="128016" cy="128016"/>
          </a:xfrm>
          <a:prstGeom prst="rect">
            <a:avLst/>
          </a:prstGeom>
        </p:spPr>
      </p:pic>
      <p:sp>
        <p:nvSpPr>
          <p:cNvPr id="26" name="Text 21"/>
          <p:cNvSpPr txBox="1"/>
          <p:nvPr/>
        </p:nvSpPr>
        <p:spPr>
          <a:xfrm>
            <a:off x="1068385" y="1839613"/>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Home</a:t>
            </a:r>
            <a:endParaRPr lang="en-US" sz="750" dirty="0"/>
          </a:p>
        </p:txBody>
      </p:sp>
      <p:pic>
        <p:nvPicPr>
          <p:cNvPr id="27" name="Image 3" descr="preencoded.png">    </p:cNvPr>
          <p:cNvPicPr>
            <a:picLocks noChangeAspect="1"/>
          </p:cNvPicPr>
          <p:nvPr/>
        </p:nvPicPr>
        <p:blipFill>
          <a:blip r:embed="rId4"/>
          <a:stretch>
            <a:fillRect/>
          </a:stretch>
        </p:blipFill>
        <p:spPr>
          <a:xfrm>
            <a:off x="903793" y="2095645"/>
            <a:ext cx="128016" cy="128016"/>
          </a:xfrm>
          <a:prstGeom prst="rect">
            <a:avLst/>
          </a:prstGeom>
        </p:spPr>
      </p:pic>
      <p:sp>
        <p:nvSpPr>
          <p:cNvPr id="28" name="Text 22"/>
          <p:cNvSpPr txBox="1"/>
          <p:nvPr/>
        </p:nvSpPr>
        <p:spPr>
          <a:xfrm>
            <a:off x="1068385" y="2059069"/>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Desktop</a:t>
            </a:r>
            <a:endParaRPr lang="en-US" sz="750" dirty="0"/>
          </a:p>
        </p:txBody>
      </p:sp>
      <p:sp>
        <p:nvSpPr>
          <p:cNvPr id="29" name="Shape 23"/>
          <p:cNvSpPr/>
          <p:nvPr/>
        </p:nvSpPr>
        <p:spPr>
          <a:xfrm>
            <a:off x="867217" y="2278525"/>
            <a:ext cx="822960" cy="201168"/>
          </a:xfrm>
          <a:prstGeom prst="roundRect">
            <a:avLst>
              <a:gd name="adj" fmla="val 13636"/>
            </a:avLst>
          </a:prstGeom>
          <a:solidFill>
            <a:srgbClr val="CCE4F7"/>
          </a:solidFill>
          <a:ln w="12700">
            <a:solidFill>
              <a:srgbClr val="CCE4F7"/>
            </a:solidFill>
            <a:prstDash val="solid"/>
          </a:ln>
        </p:spPr>
      </p:sp>
      <p:pic>
        <p:nvPicPr>
          <p:cNvPr id="30" name="Image 4" descr="preencoded.png">    </p:cNvPr>
          <p:cNvPicPr>
            <a:picLocks noChangeAspect="1"/>
          </p:cNvPicPr>
          <p:nvPr/>
        </p:nvPicPr>
        <p:blipFill>
          <a:blip r:embed="rId5"/>
          <a:stretch>
            <a:fillRect/>
          </a:stretch>
        </p:blipFill>
        <p:spPr>
          <a:xfrm>
            <a:off x="903793" y="2315101"/>
            <a:ext cx="128016" cy="128016"/>
          </a:xfrm>
          <a:prstGeom prst="rect">
            <a:avLst/>
          </a:prstGeom>
        </p:spPr>
      </p:pic>
      <p:sp>
        <p:nvSpPr>
          <p:cNvPr id="31" name="Text 24"/>
          <p:cNvSpPr txBox="1"/>
          <p:nvPr/>
        </p:nvSpPr>
        <p:spPr>
          <a:xfrm>
            <a:off x="1068385" y="2278525"/>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a:t>
            </a:r>
            <a:endParaRPr lang="en-US" sz="750" dirty="0"/>
          </a:p>
        </p:txBody>
      </p:sp>
      <p:pic>
        <p:nvPicPr>
          <p:cNvPr id="32" name="Image 5" descr="preencoded.png">    </p:cNvPr>
          <p:cNvPicPr>
            <a:picLocks noChangeAspect="1"/>
          </p:cNvPicPr>
          <p:nvPr/>
        </p:nvPicPr>
        <p:blipFill>
          <a:blip r:embed="rId6"/>
          <a:stretch>
            <a:fillRect/>
          </a:stretch>
        </p:blipFill>
        <p:spPr>
          <a:xfrm>
            <a:off x="903793" y="2534557"/>
            <a:ext cx="128016" cy="128016"/>
          </a:xfrm>
          <a:prstGeom prst="rect">
            <a:avLst/>
          </a:prstGeom>
        </p:spPr>
      </p:pic>
      <p:sp>
        <p:nvSpPr>
          <p:cNvPr id="33" name="Text 25"/>
          <p:cNvSpPr txBox="1"/>
          <p:nvPr/>
        </p:nvSpPr>
        <p:spPr>
          <a:xfrm>
            <a:off x="1068385" y="2497981"/>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Downloads</a:t>
            </a:r>
            <a:endParaRPr lang="en-US" sz="750" dirty="0"/>
          </a:p>
        </p:txBody>
      </p:sp>
      <p:pic>
        <p:nvPicPr>
          <p:cNvPr id="34" name="Image 6" descr="preencoded.png">    </p:cNvPr>
          <p:cNvPicPr>
            <a:picLocks noChangeAspect="1"/>
          </p:cNvPicPr>
          <p:nvPr/>
        </p:nvPicPr>
        <p:blipFill>
          <a:blip r:embed="rId7"/>
          <a:stretch>
            <a:fillRect/>
          </a:stretch>
        </p:blipFill>
        <p:spPr>
          <a:xfrm>
            <a:off x="903793" y="2754013"/>
            <a:ext cx="128016" cy="128016"/>
          </a:xfrm>
          <a:prstGeom prst="rect">
            <a:avLst/>
          </a:prstGeom>
        </p:spPr>
      </p:pic>
      <p:sp>
        <p:nvSpPr>
          <p:cNvPr id="35" name="Text 26"/>
          <p:cNvSpPr txBox="1"/>
          <p:nvPr/>
        </p:nvSpPr>
        <p:spPr>
          <a:xfrm>
            <a:off x="1068385" y="2717437"/>
            <a:ext cx="640080" cy="201168"/>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Pictures</a:t>
            </a:r>
            <a:endParaRPr lang="en-US" sz="750" dirty="0"/>
          </a:p>
        </p:txBody>
      </p:sp>
      <p:pic>
        <p:nvPicPr>
          <p:cNvPr id="36" name="Image 7" descr="preencoded.png">    </p:cNvPr>
          <p:cNvPicPr>
            <a:picLocks noChangeAspect="1"/>
          </p:cNvPicPr>
          <p:nvPr/>
        </p:nvPicPr>
        <p:blipFill>
          <a:blip r:embed="rId8"/>
          <a:stretch>
            <a:fillRect/>
          </a:stretch>
        </p:blipFill>
        <p:spPr>
          <a:xfrm>
            <a:off x="2138233" y="1876189"/>
            <a:ext cx="292608" cy="292608"/>
          </a:xfrm>
          <a:prstGeom prst="rect">
            <a:avLst/>
          </a:prstGeom>
        </p:spPr>
      </p:pic>
      <p:sp>
        <p:nvSpPr>
          <p:cNvPr id="37" name="Text 27"/>
          <p:cNvSpPr txBox="1"/>
          <p:nvPr/>
        </p:nvSpPr>
        <p:spPr>
          <a:xfrm>
            <a:off x="187305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Audio</a:t>
            </a:r>
            <a:endParaRPr lang="en-US" sz="700" dirty="0"/>
          </a:p>
        </p:txBody>
      </p:sp>
      <p:pic>
        <p:nvPicPr>
          <p:cNvPr id="38" name="Image 8" descr="preencoded.png">    </p:cNvPr>
          <p:cNvPicPr>
            <a:picLocks noChangeAspect="1"/>
          </p:cNvPicPr>
          <p:nvPr/>
        </p:nvPicPr>
        <p:blipFill>
          <a:blip r:embed="rId9"/>
          <a:stretch>
            <a:fillRect/>
          </a:stretch>
        </p:blipFill>
        <p:spPr>
          <a:xfrm>
            <a:off x="3006913" y="1876189"/>
            <a:ext cx="292608" cy="292608"/>
          </a:xfrm>
          <a:prstGeom prst="rect">
            <a:avLst/>
          </a:prstGeom>
        </p:spPr>
      </p:pic>
      <p:sp>
        <p:nvSpPr>
          <p:cNvPr id="39" name="Text 28"/>
          <p:cNvSpPr txBox="1"/>
          <p:nvPr/>
        </p:nvSpPr>
        <p:spPr>
          <a:xfrm>
            <a:off x="274173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Desain</a:t>
            </a:r>
            <a:endParaRPr lang="en-US" sz="700" dirty="0"/>
          </a:p>
        </p:txBody>
      </p:sp>
      <p:pic>
        <p:nvPicPr>
          <p:cNvPr id="40" name="Image 9" descr="preencoded.png">    </p:cNvPr>
          <p:cNvPicPr>
            <a:picLocks noChangeAspect="1"/>
          </p:cNvPicPr>
          <p:nvPr/>
        </p:nvPicPr>
        <p:blipFill>
          <a:blip r:embed="rId10"/>
          <a:stretch>
            <a:fillRect/>
          </a:stretch>
        </p:blipFill>
        <p:spPr>
          <a:xfrm>
            <a:off x="3875593" y="1876189"/>
            <a:ext cx="292608" cy="292608"/>
          </a:xfrm>
          <a:prstGeom prst="rect">
            <a:avLst/>
          </a:prstGeom>
        </p:spPr>
      </p:pic>
      <p:sp>
        <p:nvSpPr>
          <p:cNvPr id="41" name="Text 29"/>
          <p:cNvSpPr txBox="1"/>
          <p:nvPr/>
        </p:nvSpPr>
        <p:spPr>
          <a:xfrm>
            <a:off x="361041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Dokumen</a:t>
            </a:r>
            <a:endParaRPr lang="en-US" sz="700" dirty="0"/>
          </a:p>
        </p:txBody>
      </p:sp>
      <p:pic>
        <p:nvPicPr>
          <p:cNvPr id="42" name="Image 10" descr="preencoded.png">    </p:cNvPr>
          <p:cNvPicPr>
            <a:picLocks noChangeAspect="1"/>
          </p:cNvPicPr>
          <p:nvPr/>
        </p:nvPicPr>
        <p:blipFill>
          <a:blip r:embed="rId11"/>
          <a:stretch>
            <a:fillRect/>
          </a:stretch>
        </p:blipFill>
        <p:spPr>
          <a:xfrm>
            <a:off x="4744273" y="1876189"/>
            <a:ext cx="292608" cy="292608"/>
          </a:xfrm>
          <a:prstGeom prst="rect">
            <a:avLst/>
          </a:prstGeom>
        </p:spPr>
      </p:pic>
      <p:sp>
        <p:nvSpPr>
          <p:cNvPr id="43" name="Text 30"/>
          <p:cNvSpPr txBox="1"/>
          <p:nvPr/>
        </p:nvSpPr>
        <p:spPr>
          <a:xfrm>
            <a:off x="4479097" y="2205373"/>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Proyek</a:t>
            </a:r>
            <a:endParaRPr lang="en-US" sz="700" dirty="0"/>
          </a:p>
        </p:txBody>
      </p:sp>
      <p:pic>
        <p:nvPicPr>
          <p:cNvPr id="44" name="Image 11" descr="preencoded.png">    </p:cNvPr>
          <p:cNvPicPr>
            <a:picLocks noChangeAspect="1"/>
          </p:cNvPicPr>
          <p:nvPr/>
        </p:nvPicPr>
        <p:blipFill>
          <a:blip r:embed="rId12"/>
          <a:stretch>
            <a:fillRect/>
          </a:stretch>
        </p:blipFill>
        <p:spPr>
          <a:xfrm>
            <a:off x="2138233" y="2534557"/>
            <a:ext cx="292608" cy="292608"/>
          </a:xfrm>
          <a:prstGeom prst="rect">
            <a:avLst/>
          </a:prstGeom>
        </p:spPr>
      </p:pic>
      <p:sp>
        <p:nvSpPr>
          <p:cNvPr id="45" name="Text 31"/>
          <p:cNvSpPr txBox="1"/>
          <p:nvPr/>
        </p:nvSpPr>
        <p:spPr>
          <a:xfrm>
            <a:off x="1873057" y="2863741"/>
            <a:ext cx="822960" cy="201168"/>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Video</a:t>
            </a:r>
            <a:endParaRPr lang="en-US" sz="700" dirty="0"/>
          </a:p>
        </p:txBody>
      </p:sp>
      <p:sp>
        <p:nvSpPr>
          <p:cNvPr id="46" name="Shape 32"/>
          <p:cNvSpPr/>
          <p:nvPr/>
        </p:nvSpPr>
        <p:spPr>
          <a:xfrm>
            <a:off x="1854769" y="1803037"/>
            <a:ext cx="3465576" cy="1335024"/>
          </a:xfrm>
          <a:prstGeom prst="roundRect">
            <a:avLst>
              <a:gd name="adj" fmla="val 3425"/>
            </a:avLst>
          </a:prstGeom>
          <a:solidFill>
            <a:srgbClr val="FFFFFF">
              <a:alpha val="0"/>
            </a:srgbClr>
          </a:solidFill>
          <a:ln w="31750">
            <a:solidFill>
              <a:srgbClr val="E53935"/>
            </a:solidFill>
            <a:prstDash val="solid"/>
          </a:ln>
        </p:spPr>
      </p:sp>
      <p:sp>
        <p:nvSpPr>
          <p:cNvPr id="47" name="Shape 33"/>
          <p:cNvSpPr/>
          <p:nvPr/>
        </p:nvSpPr>
        <p:spPr>
          <a:xfrm>
            <a:off x="5183185" y="1665877"/>
            <a:ext cx="274320" cy="274320"/>
          </a:xfrm>
          <a:prstGeom prst="ellipse">
            <a:avLst/>
          </a:prstGeom>
          <a:solidFill>
            <a:srgbClr val="E53935"/>
          </a:solidFill>
          <a:ln w="12700">
            <a:solidFill>
              <a:srgbClr val="FFFFFF"/>
            </a:solidFill>
            <a:prstDash val="solid"/>
          </a:ln>
        </p:spPr>
      </p:sp>
      <p:sp>
        <p:nvSpPr>
          <p:cNvPr id="48" name="Text 34"/>
          <p:cNvSpPr txBox="1"/>
          <p:nvPr/>
        </p:nvSpPr>
        <p:spPr>
          <a:xfrm>
            <a:off x="5183185" y="166587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49" name="Image 12" descr="preencoded.png">    </p:cNvPr>
          <p:cNvPicPr>
            <a:picLocks noChangeAspect="1"/>
          </p:cNvPicPr>
          <p:nvPr/>
        </p:nvPicPr>
        <p:blipFill>
          <a:blip r:embed="rId13"/>
          <a:stretch>
            <a:fillRect/>
          </a:stretch>
        </p:blipFill>
        <p:spPr>
          <a:xfrm>
            <a:off x="3757178" y="2533642"/>
            <a:ext cx="237744" cy="237744"/>
          </a:xfrm>
          <a:prstGeom prst="rect">
            <a:avLst/>
          </a:prstGeom>
        </p:spPr>
      </p:pic>
      <p:sp>
        <p:nvSpPr>
          <p:cNvPr id="50" name="Text 3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51" name="Text 3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Buat 5 subfolder</a:t>
            </a:r>
            <a:endParaRPr lang="en-US" sz="1800" dirty="0"/>
          </a:p>
        </p:txBody>
      </p:sp>
      <p:sp>
        <p:nvSpPr>
          <p:cNvPr id="52" name="Text 3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Ulangi langkah 3 dan 4 sebanyak lima kali: Dokumen, Desain, Audio, Video, Proyek.</a:t>
            </a:r>
            <a:endParaRPr lang="en-US" sz="1300" dirty="0"/>
          </a:p>
        </p:txBody>
      </p:sp>
      <p:sp>
        <p:nvSpPr>
          <p:cNvPr id="53" name="Shape 38"/>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4" name="Image 13" descr="preencoded.png">    </p:cNvPr>
          <p:cNvPicPr>
            <a:picLocks noChangeAspect="1"/>
          </p:cNvPicPr>
          <p:nvPr/>
        </p:nvPicPr>
        <p:blipFill>
          <a:blip r:embed="rId14"/>
          <a:stretch>
            <a:fillRect/>
          </a:stretch>
        </p:blipFill>
        <p:spPr>
          <a:xfrm>
            <a:off x="6108192" y="3721608"/>
            <a:ext cx="201168" cy="201168"/>
          </a:xfrm>
          <a:prstGeom prst="rect">
            <a:avLst/>
          </a:prstGeom>
        </p:spPr>
      </p:pic>
      <p:sp>
        <p:nvSpPr>
          <p:cNvPr id="55" name="Text 39"/>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Lihat alamat di atas: harus Documents › Portofolio_NamaKamu.</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Menyimpan File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pic>
        <p:nvPicPr>
          <p:cNvPr id="16" name="Image 2" descr="preencoded.png">    </p:cNvPr>
          <p:cNvPicPr>
            <a:picLocks noChangeAspect="1"/>
          </p:cNvPicPr>
          <p:nvPr/>
        </p:nvPicPr>
        <p:blipFill>
          <a:blip r:embed="rId3"/>
          <a:stretch>
            <a:fillRect/>
          </a:stretch>
        </p:blipFill>
        <p:spPr>
          <a:xfrm>
            <a:off x="621792" y="1234440"/>
            <a:ext cx="237744" cy="237744"/>
          </a:xfrm>
          <a:prstGeom prst="rect">
            <a:avLst/>
          </a:prstGeom>
        </p:spPr>
      </p:pic>
      <p:sp>
        <p:nvSpPr>
          <p:cNvPr id="17" name="Text 12"/>
          <p:cNvSpPr txBox="1"/>
          <p:nvPr/>
        </p:nvSpPr>
        <p:spPr>
          <a:xfrm>
            <a:off x="502920" y="1490472"/>
            <a:ext cx="502920" cy="137160"/>
          </a:xfrm>
          <a:prstGeom prst="rect">
            <a:avLst/>
          </a:prstGeom>
          <a:noFill/>
          <a:ln/>
        </p:spPr>
        <p:txBody>
          <a:bodyPr wrap="square" lIns="0" tIns="0" rIns="0" bIns="0"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Recycle Bin</a:t>
            </a:r>
            <a:endParaRPr lang="en-US" sz="600" dirty="0"/>
          </a:p>
        </p:txBody>
      </p:sp>
      <p:sp>
        <p:nvSpPr>
          <p:cNvPr id="18" name="Shape 13"/>
          <p:cNvSpPr/>
          <p:nvPr/>
        </p:nvSpPr>
        <p:spPr>
          <a:xfrm>
            <a:off x="484632" y="3788222"/>
            <a:ext cx="5157216" cy="295946"/>
          </a:xfrm>
          <a:prstGeom prst="rect">
            <a:avLst/>
          </a:prstGeom>
          <a:solidFill>
            <a:srgbClr val="F3F3F3"/>
          </a:solidFill>
          <a:ln w="12700">
            <a:solidFill>
              <a:srgbClr val="F3F3F3"/>
            </a:solidFill>
            <a:prstDash val="solid"/>
          </a:ln>
        </p:spPr>
      </p:sp>
      <p:sp>
        <p:nvSpPr>
          <p:cNvPr id="19" name="Shape 14"/>
          <p:cNvSpPr/>
          <p:nvPr/>
        </p:nvSpPr>
        <p:spPr>
          <a:xfrm>
            <a:off x="2531130" y="3844452"/>
            <a:ext cx="84404" cy="84404"/>
          </a:xfrm>
          <a:prstGeom prst="rect">
            <a:avLst/>
          </a:prstGeom>
          <a:solidFill>
            <a:srgbClr val="0078D4"/>
          </a:solidFill>
          <a:ln w="12700">
            <a:solidFill>
              <a:srgbClr val="0078D4"/>
            </a:solidFill>
            <a:prstDash val="solid"/>
          </a:ln>
        </p:spPr>
      </p:sp>
      <p:sp>
        <p:nvSpPr>
          <p:cNvPr id="20" name="Shape 15"/>
          <p:cNvSpPr/>
          <p:nvPr/>
        </p:nvSpPr>
        <p:spPr>
          <a:xfrm>
            <a:off x="2630212" y="3844452"/>
            <a:ext cx="84404" cy="84404"/>
          </a:xfrm>
          <a:prstGeom prst="rect">
            <a:avLst/>
          </a:prstGeom>
          <a:solidFill>
            <a:srgbClr val="0078D4"/>
          </a:solidFill>
          <a:ln w="12700">
            <a:solidFill>
              <a:srgbClr val="0078D4"/>
            </a:solidFill>
            <a:prstDash val="solid"/>
          </a:ln>
        </p:spPr>
      </p:sp>
      <p:sp>
        <p:nvSpPr>
          <p:cNvPr id="21" name="Shape 16"/>
          <p:cNvSpPr/>
          <p:nvPr/>
        </p:nvSpPr>
        <p:spPr>
          <a:xfrm>
            <a:off x="2531130" y="3943534"/>
            <a:ext cx="84404" cy="84404"/>
          </a:xfrm>
          <a:prstGeom prst="rect">
            <a:avLst/>
          </a:prstGeom>
          <a:solidFill>
            <a:srgbClr val="0078D4"/>
          </a:solidFill>
          <a:ln w="12700">
            <a:solidFill>
              <a:srgbClr val="0078D4"/>
            </a:solidFill>
            <a:prstDash val="solid"/>
          </a:ln>
        </p:spPr>
      </p:sp>
      <p:sp>
        <p:nvSpPr>
          <p:cNvPr id="22" name="Shape 17"/>
          <p:cNvSpPr/>
          <p:nvPr/>
        </p:nvSpPr>
        <p:spPr>
          <a:xfrm>
            <a:off x="2630212" y="3943534"/>
            <a:ext cx="84404" cy="84404"/>
          </a:xfrm>
          <a:prstGeom prst="rect">
            <a:avLst/>
          </a:prstGeom>
          <a:solidFill>
            <a:srgbClr val="0078D4"/>
          </a:solidFill>
          <a:ln w="12700">
            <a:solidFill>
              <a:srgbClr val="0078D4"/>
            </a:solidFill>
            <a:prstDash val="solid"/>
          </a:ln>
        </p:spPr>
      </p:sp>
      <p:pic>
        <p:nvPicPr>
          <p:cNvPr id="23" name="Image 3" descr="preencoded.png">    </p:cNvPr>
          <p:cNvPicPr>
            <a:picLocks noChangeAspect="1"/>
          </p:cNvPicPr>
          <p:nvPr/>
        </p:nvPicPr>
        <p:blipFill>
          <a:blip r:embed="rId4"/>
          <a:stretch>
            <a:fillRect/>
          </a:stretch>
        </p:blipFill>
        <p:spPr>
          <a:xfrm>
            <a:off x="2824708" y="3844452"/>
            <a:ext cx="183486" cy="183486"/>
          </a:xfrm>
          <a:prstGeom prst="rect">
            <a:avLst/>
          </a:prstGeom>
        </p:spPr>
      </p:pic>
      <p:pic>
        <p:nvPicPr>
          <p:cNvPr id="24" name="Image 4" descr="preencoded.png">    </p:cNvPr>
          <p:cNvPicPr>
            <a:picLocks noChangeAspect="1"/>
          </p:cNvPicPr>
          <p:nvPr/>
        </p:nvPicPr>
        <p:blipFill>
          <a:blip r:embed="rId5"/>
          <a:stretch>
            <a:fillRect/>
          </a:stretch>
        </p:blipFill>
        <p:spPr>
          <a:xfrm>
            <a:off x="3118286" y="3844452"/>
            <a:ext cx="183486" cy="183486"/>
          </a:xfrm>
          <a:prstGeom prst="rect">
            <a:avLst/>
          </a:prstGeom>
        </p:spPr>
      </p:pic>
      <p:pic>
        <p:nvPicPr>
          <p:cNvPr id="25" name="Image 5" descr="preencoded.png">    </p:cNvPr>
          <p:cNvPicPr>
            <a:picLocks noChangeAspect="1"/>
          </p:cNvPicPr>
          <p:nvPr/>
        </p:nvPicPr>
        <p:blipFill>
          <a:blip r:embed="rId6"/>
          <a:stretch>
            <a:fillRect/>
          </a:stretch>
        </p:blipFill>
        <p:spPr>
          <a:xfrm>
            <a:off x="3411864" y="3844452"/>
            <a:ext cx="183486" cy="183486"/>
          </a:xfrm>
          <a:prstGeom prst="rect">
            <a:avLst/>
          </a:prstGeom>
        </p:spPr>
      </p:pic>
      <p:sp>
        <p:nvSpPr>
          <p:cNvPr id="26" name="Text 18"/>
          <p:cNvSpPr txBox="1"/>
          <p:nvPr/>
        </p:nvSpPr>
        <p:spPr>
          <a:xfrm>
            <a:off x="5138928" y="3788222"/>
            <a:ext cx="411480" cy="295946"/>
          </a:xfrm>
          <a:prstGeom prst="rect">
            <a:avLst/>
          </a:prstGeom>
          <a:noFill/>
          <a:ln/>
        </p:spPr>
        <p:txBody>
          <a:bodyPr wrap="square" lIns="0" tIns="0" rIns="0" bIns="0" rtlCol="0" anchor="ctr"/>
          <a:lstStyle/>
          <a:p>
            <a:pPr algn="r" indent="0" marL="0">
              <a:buNone/>
            </a:pPr>
            <a:r>
              <a:rPr lang="en-US" sz="700" dirty="0">
                <a:solidFill>
                  <a:srgbClr val="1E2A26"/>
                </a:solidFill>
                <a:latin typeface="Calibri" pitchFamily="34" charset="0"/>
                <a:ea typeface="Calibri" pitchFamily="34" charset="-122"/>
                <a:cs typeface="Calibri" pitchFamily="34" charset="-120"/>
              </a:rPr>
              <a:t>07.30</a:t>
            </a:r>
            <a:endParaRPr lang="en-US" sz="700" dirty="0"/>
          </a:p>
        </p:txBody>
      </p:sp>
      <p:sp>
        <p:nvSpPr>
          <p:cNvPr id="27" name="Shape 19"/>
          <p:cNvSpPr/>
          <p:nvPr/>
        </p:nvSpPr>
        <p:spPr>
          <a:xfrm>
            <a:off x="1103498" y="1302279"/>
            <a:ext cx="3919484" cy="2308375"/>
          </a:xfrm>
          <a:prstGeom prst="rect">
            <a:avLst/>
          </a:prstGeom>
          <a:solidFill>
            <a:srgbClr val="FFFFFF"/>
          </a:solidFill>
          <a:ln w="9525">
            <a:solidFill>
              <a:srgbClr val="999999"/>
            </a:solidFill>
            <a:prstDash val="solid"/>
          </a:ln>
        </p:spPr>
      </p:sp>
      <p:sp>
        <p:nvSpPr>
          <p:cNvPr id="28" name="Shape 20"/>
          <p:cNvSpPr/>
          <p:nvPr/>
        </p:nvSpPr>
        <p:spPr>
          <a:xfrm>
            <a:off x="1103498" y="1302279"/>
            <a:ext cx="3919484" cy="219456"/>
          </a:xfrm>
          <a:prstGeom prst="rect">
            <a:avLst/>
          </a:prstGeom>
          <a:solidFill>
            <a:srgbClr val="F0F0F0"/>
          </a:solidFill>
          <a:ln w="12700">
            <a:solidFill>
              <a:srgbClr val="F0F0F0"/>
            </a:solidFill>
            <a:prstDash val="solid"/>
          </a:ln>
        </p:spPr>
      </p:sp>
      <p:sp>
        <p:nvSpPr>
          <p:cNvPr id="29" name="Text 21"/>
          <p:cNvSpPr txBox="1"/>
          <p:nvPr/>
        </p:nvSpPr>
        <p:spPr>
          <a:xfrm>
            <a:off x="1194938" y="1302279"/>
            <a:ext cx="3005084"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Untitled - Notepad</a:t>
            </a:r>
            <a:endParaRPr lang="en-US" sz="750" dirty="0"/>
          </a:p>
        </p:txBody>
      </p:sp>
      <p:sp>
        <p:nvSpPr>
          <p:cNvPr id="30" name="Text 22"/>
          <p:cNvSpPr txBox="1"/>
          <p:nvPr/>
        </p:nvSpPr>
        <p:spPr>
          <a:xfrm>
            <a:off x="4200022" y="1302279"/>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31" name="Text 23"/>
          <p:cNvSpPr txBox="1"/>
          <p:nvPr/>
        </p:nvSpPr>
        <p:spPr>
          <a:xfrm>
            <a:off x="4474342" y="1302279"/>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32" name="Text 24"/>
          <p:cNvSpPr txBox="1"/>
          <p:nvPr/>
        </p:nvSpPr>
        <p:spPr>
          <a:xfrm>
            <a:off x="4748662" y="1302279"/>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33" name="Shape 25"/>
          <p:cNvSpPr/>
          <p:nvPr/>
        </p:nvSpPr>
        <p:spPr>
          <a:xfrm>
            <a:off x="1103498" y="1521735"/>
            <a:ext cx="3919484" cy="182880"/>
          </a:xfrm>
          <a:prstGeom prst="rect">
            <a:avLst/>
          </a:prstGeom>
          <a:solidFill>
            <a:srgbClr val="FAFAFA"/>
          </a:solidFill>
          <a:ln w="12700">
            <a:solidFill>
              <a:srgbClr val="FAFAFA"/>
            </a:solidFill>
            <a:prstDash val="solid"/>
          </a:ln>
        </p:spPr>
      </p:sp>
      <p:sp>
        <p:nvSpPr>
          <p:cNvPr id="34" name="Text 26"/>
          <p:cNvSpPr txBox="1"/>
          <p:nvPr/>
        </p:nvSpPr>
        <p:spPr>
          <a:xfrm>
            <a:off x="1194938" y="1521735"/>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35" name="Text 27"/>
          <p:cNvSpPr txBox="1"/>
          <p:nvPr/>
        </p:nvSpPr>
        <p:spPr>
          <a:xfrm>
            <a:off x="1213226" y="1777767"/>
            <a:ext cx="3700028" cy="1759735"/>
          </a:xfrm>
          <a:prstGeom prst="rect">
            <a:avLst/>
          </a:prstGeom>
          <a:noFill/>
          <a:ln/>
        </p:spPr>
        <p:txBody>
          <a:bodyPr wrap="square" lIns="0" tIns="0" rIns="0" bIns="0" rtlCol="0" anchor="t"/>
          <a:lstStyle/>
          <a:p>
            <a:pPr indent="0" marL="0">
              <a:buNone/>
            </a:pPr>
            <a:r>
              <a:rPr lang="en-US" sz="900" dirty="0">
                <a:solidFill>
                  <a:srgbClr val="1E2A26"/>
                </a:solidFill>
                <a:latin typeface="Courier New" pitchFamily="34" charset="0"/>
                <a:ea typeface="Courier New" pitchFamily="34" charset="-122"/>
                <a:cs typeface="Courier New" pitchFamily="34" charset="-120"/>
              </a:rPr>
              <a:t>Bismillahirrahmanirrahim</a:t>
            </a:r>
            <a:endParaRPr lang="en-US" sz="900" dirty="0"/>
          </a:p>
          <a:p>
            <a:pPr indent="0" marL="0">
              <a:buNone/>
            </a:pPr>
            <a:r>
              <a:rPr lang="en-US" sz="900" dirty="0">
                <a:solidFill>
                  <a:srgbClr val="1E2A26"/>
                </a:solidFill>
                <a:latin typeface="Courier New" pitchFamily="34" charset="0"/>
                <a:ea typeface="Courier New" pitchFamily="34" charset="-122"/>
                <a:cs typeface="Courier New" pitchFamily="34" charset="-120"/>
              </a:rPr>
              <a:t>Nama: Ahmad Fauzan</a:t>
            </a:r>
            <a:endParaRPr lang="en-US" sz="900" dirty="0"/>
          </a:p>
          <a:p>
            <a:pPr indent="0" marL="0">
              <a:buNone/>
            </a:pPr>
            <a:r>
              <a:rPr lang="en-US" sz="900" dirty="0">
                <a:solidFill>
                  <a:srgbClr val="1E2A26"/>
                </a:solidFill>
                <a:latin typeface="Courier New" pitchFamily="34" charset="0"/>
                <a:ea typeface="Courier New" pitchFamily="34" charset="-122"/>
                <a:cs typeface="Courier New" pitchFamily="34" charset="-120"/>
              </a:rPr>
              <a:t>Kelas: 1 Wustha</a:t>
            </a:r>
            <a:endParaRPr lang="en-US" sz="900" dirty="0"/>
          </a:p>
          <a:p>
            <a:pPr indent="0" marL="0">
              <a:buNone/>
            </a:pPr>
            <a:r>
              <a:rPr lang="en-US" sz="900" dirty="0">
                <a:solidFill>
                  <a:srgbClr val="1E2A26"/>
                </a:solidFill>
                <a:latin typeface="Courier New" pitchFamily="34" charset="0"/>
                <a:ea typeface="Courier New" pitchFamily="34" charset="-122"/>
                <a:cs typeface="Courier New" pitchFamily="34" charset="-120"/>
              </a:rPr>
              <a:t>Asal: Poso</a:t>
            </a:r>
            <a:endParaRPr lang="en-US" sz="900" dirty="0"/>
          </a:p>
          <a:p>
            <a:pPr indent="0" marL="0">
              <a:buNone/>
            </a:pPr>
            <a:r>
              <a:rPr lang="en-US" sz="900" dirty="0">
                <a:solidFill>
                  <a:srgbClr val="1E2A26"/>
                </a:solidFill>
                <a:latin typeface="Courier New" pitchFamily="34" charset="0"/>
                <a:ea typeface="Courier New" pitchFamily="34" charset="-122"/>
                <a:cs typeface="Courier New" pitchFamily="34" charset="-120"/>
              </a:rPr>
              <a:t>Cita-cita: Dokter</a:t>
            </a:r>
            <a:endParaRPr lang="en-US" sz="900" dirty="0"/>
          </a:p>
          <a:p>
            <a:pPr indent="0" marL="0">
              <a:buNone/>
            </a:pPr>
            <a:r>
              <a:rPr lang="en-US" sz="900" dirty="0">
                <a:solidFill>
                  <a:srgbClr val="1E2A26"/>
                </a:solidFill>
                <a:latin typeface="Courier New" pitchFamily="34" charset="0"/>
                <a:ea typeface="Courier New" pitchFamily="34" charset="-122"/>
                <a:cs typeface="Courier New" pitchFamily="34" charset="-120"/>
              </a:rPr>
              <a:t>Hobi: Membaca</a:t>
            </a:r>
            <a:endParaRPr lang="en-US" sz="900" dirty="0"/>
          </a:p>
        </p:txBody>
      </p:sp>
      <p:sp>
        <p:nvSpPr>
          <p:cNvPr id="36" name="Shape 28"/>
          <p:cNvSpPr/>
          <p:nvPr/>
        </p:nvSpPr>
        <p:spPr>
          <a:xfrm>
            <a:off x="1140074" y="1704615"/>
            <a:ext cx="2450592" cy="1261872"/>
          </a:xfrm>
          <a:prstGeom prst="roundRect">
            <a:avLst>
              <a:gd name="adj" fmla="val 3623"/>
            </a:avLst>
          </a:prstGeom>
          <a:solidFill>
            <a:srgbClr val="FFFFFF">
              <a:alpha val="0"/>
            </a:srgbClr>
          </a:solidFill>
          <a:ln w="31750">
            <a:solidFill>
              <a:srgbClr val="E53935"/>
            </a:solidFill>
            <a:prstDash val="solid"/>
          </a:ln>
        </p:spPr>
      </p:sp>
      <p:sp>
        <p:nvSpPr>
          <p:cNvPr id="37" name="Shape 29"/>
          <p:cNvSpPr/>
          <p:nvPr/>
        </p:nvSpPr>
        <p:spPr>
          <a:xfrm>
            <a:off x="3453506" y="1567455"/>
            <a:ext cx="274320" cy="274320"/>
          </a:xfrm>
          <a:prstGeom prst="ellipse">
            <a:avLst/>
          </a:prstGeom>
          <a:solidFill>
            <a:srgbClr val="E53935"/>
          </a:solidFill>
          <a:ln w="12700">
            <a:solidFill>
              <a:srgbClr val="FFFFFF"/>
            </a:solidFill>
            <a:prstDash val="solid"/>
          </a:ln>
        </p:spPr>
      </p:sp>
      <p:sp>
        <p:nvSpPr>
          <p:cNvPr id="38" name="Text 30"/>
          <p:cNvSpPr txBox="1"/>
          <p:nvPr/>
        </p:nvSpPr>
        <p:spPr>
          <a:xfrm>
            <a:off x="3453506" y="156745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pic>
        <p:nvPicPr>
          <p:cNvPr id="39" name="Image 6" descr="preencoded.png">    </p:cNvPr>
          <p:cNvPicPr>
            <a:picLocks noChangeAspect="1"/>
          </p:cNvPicPr>
          <p:nvPr/>
        </p:nvPicPr>
        <p:blipFill>
          <a:blip r:embed="rId7"/>
          <a:stretch>
            <a:fillRect/>
          </a:stretch>
        </p:blipFill>
        <p:spPr>
          <a:xfrm>
            <a:off x="2484242" y="2394987"/>
            <a:ext cx="237744" cy="237744"/>
          </a:xfrm>
          <a:prstGeom prst="rect">
            <a:avLst/>
          </a:prstGeom>
        </p:spPr>
      </p:pic>
      <p:sp>
        <p:nvSpPr>
          <p:cNvPr id="40" name="Text 3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41" name="Text 3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Notepad dan ketik perkenalan</a:t>
            </a:r>
            <a:endParaRPr lang="en-US" sz="1800" dirty="0"/>
          </a:p>
        </p:txBody>
      </p:sp>
      <p:sp>
        <p:nvSpPr>
          <p:cNvPr id="42" name="Text 3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Buka Notepad seperti pekan lalu (Start → ketik notepad → Enter). Ketik perkenalan dirimu.</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Menyimpan File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pic>
        <p:nvPicPr>
          <p:cNvPr id="16" name="Image 2" descr="preencoded.png">    </p:cNvPr>
          <p:cNvPicPr>
            <a:picLocks noChangeAspect="1"/>
          </p:cNvPicPr>
          <p:nvPr/>
        </p:nvPicPr>
        <p:blipFill>
          <a:blip r:embed="rId3"/>
          <a:stretch>
            <a:fillRect/>
          </a:stretch>
        </p:blipFill>
        <p:spPr>
          <a:xfrm>
            <a:off x="621792" y="1234440"/>
            <a:ext cx="237744" cy="237744"/>
          </a:xfrm>
          <a:prstGeom prst="rect">
            <a:avLst/>
          </a:prstGeom>
        </p:spPr>
      </p:pic>
      <p:sp>
        <p:nvSpPr>
          <p:cNvPr id="17" name="Text 12"/>
          <p:cNvSpPr txBox="1"/>
          <p:nvPr/>
        </p:nvSpPr>
        <p:spPr>
          <a:xfrm>
            <a:off x="502920" y="1490472"/>
            <a:ext cx="502920" cy="137160"/>
          </a:xfrm>
          <a:prstGeom prst="rect">
            <a:avLst/>
          </a:prstGeom>
          <a:noFill/>
          <a:ln/>
        </p:spPr>
        <p:txBody>
          <a:bodyPr wrap="square" lIns="0" tIns="0" rIns="0" bIns="0" rtlCol="0" anchor="t"/>
          <a:lstStyle/>
          <a:p>
            <a:pPr algn="ctr" indent="0" marL="0">
              <a:buNone/>
            </a:pPr>
            <a:r>
              <a:rPr lang="en-US" sz="600" dirty="0">
                <a:solidFill>
                  <a:srgbClr val="FFFFFF"/>
                </a:solidFill>
                <a:latin typeface="Calibri" pitchFamily="34" charset="0"/>
                <a:ea typeface="Calibri" pitchFamily="34" charset="-122"/>
                <a:cs typeface="Calibri" pitchFamily="34" charset="-120"/>
              </a:rPr>
              <a:t>Recycle Bin</a:t>
            </a:r>
            <a:endParaRPr lang="en-US" sz="600" dirty="0"/>
          </a:p>
        </p:txBody>
      </p:sp>
      <p:sp>
        <p:nvSpPr>
          <p:cNvPr id="18" name="Shape 13"/>
          <p:cNvSpPr/>
          <p:nvPr/>
        </p:nvSpPr>
        <p:spPr>
          <a:xfrm>
            <a:off x="484632" y="3788222"/>
            <a:ext cx="5157216" cy="295946"/>
          </a:xfrm>
          <a:prstGeom prst="rect">
            <a:avLst/>
          </a:prstGeom>
          <a:solidFill>
            <a:srgbClr val="F3F3F3"/>
          </a:solidFill>
          <a:ln w="12700">
            <a:solidFill>
              <a:srgbClr val="F3F3F3"/>
            </a:solidFill>
            <a:prstDash val="solid"/>
          </a:ln>
        </p:spPr>
      </p:sp>
      <p:sp>
        <p:nvSpPr>
          <p:cNvPr id="19" name="Shape 14"/>
          <p:cNvSpPr/>
          <p:nvPr/>
        </p:nvSpPr>
        <p:spPr>
          <a:xfrm>
            <a:off x="2531130" y="3844452"/>
            <a:ext cx="84404" cy="84404"/>
          </a:xfrm>
          <a:prstGeom prst="rect">
            <a:avLst/>
          </a:prstGeom>
          <a:solidFill>
            <a:srgbClr val="0078D4"/>
          </a:solidFill>
          <a:ln w="12700">
            <a:solidFill>
              <a:srgbClr val="0078D4"/>
            </a:solidFill>
            <a:prstDash val="solid"/>
          </a:ln>
        </p:spPr>
      </p:sp>
      <p:sp>
        <p:nvSpPr>
          <p:cNvPr id="20" name="Shape 15"/>
          <p:cNvSpPr/>
          <p:nvPr/>
        </p:nvSpPr>
        <p:spPr>
          <a:xfrm>
            <a:off x="2630212" y="3844452"/>
            <a:ext cx="84404" cy="84404"/>
          </a:xfrm>
          <a:prstGeom prst="rect">
            <a:avLst/>
          </a:prstGeom>
          <a:solidFill>
            <a:srgbClr val="0078D4"/>
          </a:solidFill>
          <a:ln w="12700">
            <a:solidFill>
              <a:srgbClr val="0078D4"/>
            </a:solidFill>
            <a:prstDash val="solid"/>
          </a:ln>
        </p:spPr>
      </p:sp>
      <p:sp>
        <p:nvSpPr>
          <p:cNvPr id="21" name="Shape 16"/>
          <p:cNvSpPr/>
          <p:nvPr/>
        </p:nvSpPr>
        <p:spPr>
          <a:xfrm>
            <a:off x="2531130" y="3943534"/>
            <a:ext cx="84404" cy="84404"/>
          </a:xfrm>
          <a:prstGeom prst="rect">
            <a:avLst/>
          </a:prstGeom>
          <a:solidFill>
            <a:srgbClr val="0078D4"/>
          </a:solidFill>
          <a:ln w="12700">
            <a:solidFill>
              <a:srgbClr val="0078D4"/>
            </a:solidFill>
            <a:prstDash val="solid"/>
          </a:ln>
        </p:spPr>
      </p:sp>
      <p:sp>
        <p:nvSpPr>
          <p:cNvPr id="22" name="Shape 17"/>
          <p:cNvSpPr/>
          <p:nvPr/>
        </p:nvSpPr>
        <p:spPr>
          <a:xfrm>
            <a:off x="2630212" y="3943534"/>
            <a:ext cx="84404" cy="84404"/>
          </a:xfrm>
          <a:prstGeom prst="rect">
            <a:avLst/>
          </a:prstGeom>
          <a:solidFill>
            <a:srgbClr val="0078D4"/>
          </a:solidFill>
          <a:ln w="12700">
            <a:solidFill>
              <a:srgbClr val="0078D4"/>
            </a:solidFill>
            <a:prstDash val="solid"/>
          </a:ln>
        </p:spPr>
      </p:sp>
      <p:pic>
        <p:nvPicPr>
          <p:cNvPr id="23" name="Image 3" descr="preencoded.png">    </p:cNvPr>
          <p:cNvPicPr>
            <a:picLocks noChangeAspect="1"/>
          </p:cNvPicPr>
          <p:nvPr/>
        </p:nvPicPr>
        <p:blipFill>
          <a:blip r:embed="rId4"/>
          <a:stretch>
            <a:fillRect/>
          </a:stretch>
        </p:blipFill>
        <p:spPr>
          <a:xfrm>
            <a:off x="2824708" y="3844452"/>
            <a:ext cx="183486" cy="183486"/>
          </a:xfrm>
          <a:prstGeom prst="rect">
            <a:avLst/>
          </a:prstGeom>
        </p:spPr>
      </p:pic>
      <p:pic>
        <p:nvPicPr>
          <p:cNvPr id="24" name="Image 4" descr="preencoded.png">    </p:cNvPr>
          <p:cNvPicPr>
            <a:picLocks noChangeAspect="1"/>
          </p:cNvPicPr>
          <p:nvPr/>
        </p:nvPicPr>
        <p:blipFill>
          <a:blip r:embed="rId5"/>
          <a:stretch>
            <a:fillRect/>
          </a:stretch>
        </p:blipFill>
        <p:spPr>
          <a:xfrm>
            <a:off x="3118286" y="3844452"/>
            <a:ext cx="183486" cy="183486"/>
          </a:xfrm>
          <a:prstGeom prst="rect">
            <a:avLst/>
          </a:prstGeom>
        </p:spPr>
      </p:pic>
      <p:pic>
        <p:nvPicPr>
          <p:cNvPr id="25" name="Image 5" descr="preencoded.png">    </p:cNvPr>
          <p:cNvPicPr>
            <a:picLocks noChangeAspect="1"/>
          </p:cNvPicPr>
          <p:nvPr/>
        </p:nvPicPr>
        <p:blipFill>
          <a:blip r:embed="rId6"/>
          <a:stretch>
            <a:fillRect/>
          </a:stretch>
        </p:blipFill>
        <p:spPr>
          <a:xfrm>
            <a:off x="3411864" y="3844452"/>
            <a:ext cx="183486" cy="183486"/>
          </a:xfrm>
          <a:prstGeom prst="rect">
            <a:avLst/>
          </a:prstGeom>
        </p:spPr>
      </p:pic>
      <p:sp>
        <p:nvSpPr>
          <p:cNvPr id="26" name="Text 18"/>
          <p:cNvSpPr txBox="1"/>
          <p:nvPr/>
        </p:nvSpPr>
        <p:spPr>
          <a:xfrm>
            <a:off x="5138928" y="3788222"/>
            <a:ext cx="411480" cy="295946"/>
          </a:xfrm>
          <a:prstGeom prst="rect">
            <a:avLst/>
          </a:prstGeom>
          <a:noFill/>
          <a:ln/>
        </p:spPr>
        <p:txBody>
          <a:bodyPr wrap="square" lIns="0" tIns="0" rIns="0" bIns="0" rtlCol="0" anchor="ctr"/>
          <a:lstStyle/>
          <a:p>
            <a:pPr algn="r" indent="0" marL="0">
              <a:buNone/>
            </a:pPr>
            <a:r>
              <a:rPr lang="en-US" sz="700" dirty="0">
                <a:solidFill>
                  <a:srgbClr val="1E2A26"/>
                </a:solidFill>
                <a:latin typeface="Calibri" pitchFamily="34" charset="0"/>
                <a:ea typeface="Calibri" pitchFamily="34" charset="-122"/>
                <a:cs typeface="Calibri" pitchFamily="34" charset="-120"/>
              </a:rPr>
              <a:t>07.30</a:t>
            </a:r>
            <a:endParaRPr lang="en-US" sz="700" dirty="0"/>
          </a:p>
        </p:txBody>
      </p:sp>
      <p:sp>
        <p:nvSpPr>
          <p:cNvPr id="27" name="Shape 19"/>
          <p:cNvSpPr/>
          <p:nvPr/>
        </p:nvSpPr>
        <p:spPr>
          <a:xfrm>
            <a:off x="1103498" y="1302279"/>
            <a:ext cx="3919484" cy="2308375"/>
          </a:xfrm>
          <a:prstGeom prst="rect">
            <a:avLst/>
          </a:prstGeom>
          <a:solidFill>
            <a:srgbClr val="FFFFFF"/>
          </a:solidFill>
          <a:ln w="9525">
            <a:solidFill>
              <a:srgbClr val="999999"/>
            </a:solidFill>
            <a:prstDash val="solid"/>
          </a:ln>
        </p:spPr>
      </p:sp>
      <p:sp>
        <p:nvSpPr>
          <p:cNvPr id="28" name="Shape 20"/>
          <p:cNvSpPr/>
          <p:nvPr/>
        </p:nvSpPr>
        <p:spPr>
          <a:xfrm>
            <a:off x="1103498" y="1302279"/>
            <a:ext cx="3919484" cy="219456"/>
          </a:xfrm>
          <a:prstGeom prst="rect">
            <a:avLst/>
          </a:prstGeom>
          <a:solidFill>
            <a:srgbClr val="F0F0F0"/>
          </a:solidFill>
          <a:ln w="12700">
            <a:solidFill>
              <a:srgbClr val="F0F0F0"/>
            </a:solidFill>
            <a:prstDash val="solid"/>
          </a:ln>
        </p:spPr>
      </p:sp>
      <p:sp>
        <p:nvSpPr>
          <p:cNvPr id="29" name="Text 21"/>
          <p:cNvSpPr txBox="1"/>
          <p:nvPr/>
        </p:nvSpPr>
        <p:spPr>
          <a:xfrm>
            <a:off x="1194938" y="1302279"/>
            <a:ext cx="3005084"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Untitled - Notepad</a:t>
            </a:r>
            <a:endParaRPr lang="en-US" sz="750" dirty="0"/>
          </a:p>
        </p:txBody>
      </p:sp>
      <p:sp>
        <p:nvSpPr>
          <p:cNvPr id="30" name="Text 22"/>
          <p:cNvSpPr txBox="1"/>
          <p:nvPr/>
        </p:nvSpPr>
        <p:spPr>
          <a:xfrm>
            <a:off x="4200022" y="1302279"/>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31" name="Text 23"/>
          <p:cNvSpPr txBox="1"/>
          <p:nvPr/>
        </p:nvSpPr>
        <p:spPr>
          <a:xfrm>
            <a:off x="4474342" y="1302279"/>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32" name="Text 24"/>
          <p:cNvSpPr txBox="1"/>
          <p:nvPr/>
        </p:nvSpPr>
        <p:spPr>
          <a:xfrm>
            <a:off x="4748662" y="1302279"/>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33" name="Shape 25"/>
          <p:cNvSpPr/>
          <p:nvPr/>
        </p:nvSpPr>
        <p:spPr>
          <a:xfrm>
            <a:off x="1103498" y="1521735"/>
            <a:ext cx="3919484" cy="182880"/>
          </a:xfrm>
          <a:prstGeom prst="rect">
            <a:avLst/>
          </a:prstGeom>
          <a:solidFill>
            <a:srgbClr val="FAFAFA"/>
          </a:solidFill>
          <a:ln w="12700">
            <a:solidFill>
              <a:srgbClr val="FAFAFA"/>
            </a:solidFill>
            <a:prstDash val="solid"/>
          </a:ln>
        </p:spPr>
      </p:sp>
      <p:sp>
        <p:nvSpPr>
          <p:cNvPr id="34" name="Text 26"/>
          <p:cNvSpPr txBox="1"/>
          <p:nvPr/>
        </p:nvSpPr>
        <p:spPr>
          <a:xfrm>
            <a:off x="1194938" y="1521735"/>
            <a:ext cx="1828800"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File     Edit     View</a:t>
            </a:r>
            <a:endParaRPr lang="en-US" sz="750" dirty="0"/>
          </a:p>
        </p:txBody>
      </p:sp>
      <p:sp>
        <p:nvSpPr>
          <p:cNvPr id="35" name="Text 27"/>
          <p:cNvSpPr txBox="1"/>
          <p:nvPr/>
        </p:nvSpPr>
        <p:spPr>
          <a:xfrm>
            <a:off x="1213226" y="1777767"/>
            <a:ext cx="3700028" cy="1759735"/>
          </a:xfrm>
          <a:prstGeom prst="rect">
            <a:avLst/>
          </a:prstGeom>
          <a:noFill/>
          <a:ln/>
        </p:spPr>
        <p:txBody>
          <a:bodyPr wrap="square" lIns="0" tIns="0" rIns="0" bIns="0" rtlCol="0" anchor="t"/>
          <a:lstStyle/>
          <a:p>
            <a:pPr indent="0" marL="0">
              <a:buNone/>
            </a:pPr>
            <a:r>
              <a:rPr lang="en-US" sz="900" dirty="0">
                <a:solidFill>
                  <a:srgbClr val="1E2A26"/>
                </a:solidFill>
                <a:latin typeface="Courier New" pitchFamily="34" charset="0"/>
                <a:ea typeface="Courier New" pitchFamily="34" charset="-122"/>
                <a:cs typeface="Courier New" pitchFamily="34" charset="-120"/>
              </a:rPr>
              <a:t>Bismillahirrahmanirrahim</a:t>
            </a:r>
            <a:endParaRPr lang="en-US" sz="900" dirty="0"/>
          </a:p>
          <a:p>
            <a:pPr indent="0" marL="0">
              <a:buNone/>
            </a:pPr>
            <a:r>
              <a:rPr lang="en-US" sz="900" dirty="0">
                <a:solidFill>
                  <a:srgbClr val="1E2A26"/>
                </a:solidFill>
                <a:latin typeface="Courier New" pitchFamily="34" charset="0"/>
                <a:ea typeface="Courier New" pitchFamily="34" charset="-122"/>
                <a:cs typeface="Courier New" pitchFamily="34" charset="-120"/>
              </a:rPr>
              <a:t>Nama: Ahmad Fauzan</a:t>
            </a:r>
            <a:endParaRPr lang="en-US" sz="900" dirty="0"/>
          </a:p>
        </p:txBody>
      </p:sp>
      <p:sp>
        <p:nvSpPr>
          <p:cNvPr id="36" name="Shape 28"/>
          <p:cNvSpPr/>
          <p:nvPr/>
        </p:nvSpPr>
        <p:spPr>
          <a:xfrm>
            <a:off x="1149218" y="1704615"/>
            <a:ext cx="1188720" cy="1060704"/>
          </a:xfrm>
          <a:prstGeom prst="rect">
            <a:avLst/>
          </a:prstGeom>
          <a:solidFill>
            <a:srgbClr val="FFFFFF"/>
          </a:solidFill>
          <a:ln w="9525">
            <a:solidFill>
              <a:srgbClr val="AAAAAA"/>
            </a:solidFill>
            <a:prstDash val="solid"/>
          </a:ln>
        </p:spPr>
      </p:sp>
      <p:sp>
        <p:nvSpPr>
          <p:cNvPr id="37" name="Text 29"/>
          <p:cNvSpPr txBox="1"/>
          <p:nvPr/>
        </p:nvSpPr>
        <p:spPr>
          <a:xfrm>
            <a:off x="1258946" y="1732047"/>
            <a:ext cx="11155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New</a:t>
            </a:r>
            <a:endParaRPr lang="en-US" sz="800" dirty="0"/>
          </a:p>
        </p:txBody>
      </p:sp>
      <p:sp>
        <p:nvSpPr>
          <p:cNvPr id="38" name="Text 30"/>
          <p:cNvSpPr txBox="1"/>
          <p:nvPr/>
        </p:nvSpPr>
        <p:spPr>
          <a:xfrm>
            <a:off x="1258946" y="1933215"/>
            <a:ext cx="11155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Open...</a:t>
            </a:r>
            <a:endParaRPr lang="en-US" sz="800" dirty="0"/>
          </a:p>
        </p:txBody>
      </p:sp>
      <p:sp>
        <p:nvSpPr>
          <p:cNvPr id="39" name="Text 31"/>
          <p:cNvSpPr txBox="1"/>
          <p:nvPr/>
        </p:nvSpPr>
        <p:spPr>
          <a:xfrm>
            <a:off x="1258946" y="2134383"/>
            <a:ext cx="11155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Save</a:t>
            </a:r>
            <a:endParaRPr lang="en-US" sz="800" dirty="0"/>
          </a:p>
        </p:txBody>
      </p:sp>
      <p:sp>
        <p:nvSpPr>
          <p:cNvPr id="40" name="Text 32"/>
          <p:cNvSpPr txBox="1"/>
          <p:nvPr/>
        </p:nvSpPr>
        <p:spPr>
          <a:xfrm>
            <a:off x="1258946" y="2335551"/>
            <a:ext cx="11155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Save As...</a:t>
            </a:r>
            <a:endParaRPr lang="en-US" sz="800" dirty="0"/>
          </a:p>
        </p:txBody>
      </p:sp>
      <p:sp>
        <p:nvSpPr>
          <p:cNvPr id="41" name="Text 33"/>
          <p:cNvSpPr txBox="1"/>
          <p:nvPr/>
        </p:nvSpPr>
        <p:spPr>
          <a:xfrm>
            <a:off x="1258946" y="2536719"/>
            <a:ext cx="11155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Exit</a:t>
            </a:r>
            <a:endParaRPr lang="en-US" sz="800" dirty="0"/>
          </a:p>
        </p:txBody>
      </p:sp>
      <p:sp>
        <p:nvSpPr>
          <p:cNvPr id="42" name="Shape 34"/>
          <p:cNvSpPr/>
          <p:nvPr/>
        </p:nvSpPr>
        <p:spPr>
          <a:xfrm>
            <a:off x="1167506" y="2317263"/>
            <a:ext cx="1152144" cy="228600"/>
          </a:xfrm>
          <a:prstGeom prst="roundRect">
            <a:avLst>
              <a:gd name="adj" fmla="val 20000"/>
            </a:avLst>
          </a:prstGeom>
          <a:solidFill>
            <a:srgbClr val="FFFFFF">
              <a:alpha val="0"/>
            </a:srgbClr>
          </a:solidFill>
          <a:ln w="31750">
            <a:solidFill>
              <a:srgbClr val="E53935"/>
            </a:solidFill>
            <a:prstDash val="solid"/>
          </a:ln>
        </p:spPr>
      </p:sp>
      <p:sp>
        <p:nvSpPr>
          <p:cNvPr id="43" name="Shape 35"/>
          <p:cNvSpPr/>
          <p:nvPr/>
        </p:nvSpPr>
        <p:spPr>
          <a:xfrm>
            <a:off x="2182490" y="2180103"/>
            <a:ext cx="274320" cy="274320"/>
          </a:xfrm>
          <a:prstGeom prst="ellipse">
            <a:avLst/>
          </a:prstGeom>
          <a:solidFill>
            <a:srgbClr val="E53935"/>
          </a:solidFill>
          <a:ln w="12700">
            <a:solidFill>
              <a:srgbClr val="FFFFFF"/>
            </a:solidFill>
            <a:prstDash val="solid"/>
          </a:ln>
        </p:spPr>
      </p:sp>
      <p:sp>
        <p:nvSpPr>
          <p:cNvPr id="44" name="Text 36"/>
          <p:cNvSpPr txBox="1"/>
          <p:nvPr/>
        </p:nvSpPr>
        <p:spPr>
          <a:xfrm>
            <a:off x="2182490" y="218010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pic>
        <p:nvPicPr>
          <p:cNvPr id="45" name="Image 6" descr="preencoded.png">    </p:cNvPr>
          <p:cNvPicPr>
            <a:picLocks noChangeAspect="1"/>
          </p:cNvPicPr>
          <p:nvPr/>
        </p:nvPicPr>
        <p:blipFill>
          <a:blip r:embed="rId7"/>
          <a:stretch>
            <a:fillRect/>
          </a:stretch>
        </p:blipFill>
        <p:spPr>
          <a:xfrm>
            <a:off x="1799356" y="2441165"/>
            <a:ext cx="237744" cy="237744"/>
          </a:xfrm>
          <a:prstGeom prst="rect">
            <a:avLst/>
          </a:prstGeom>
        </p:spPr>
      </p:pic>
      <p:sp>
        <p:nvSpPr>
          <p:cNvPr id="46" name="Text 3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47" name="Text 3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File › Save As</a:t>
            </a:r>
            <a:endParaRPr lang="en-US" sz="1800" dirty="0"/>
          </a:p>
        </p:txBody>
      </p:sp>
      <p:sp>
        <p:nvSpPr>
          <p:cNvPr id="48" name="Text 3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menu File di kiri atas, lalu klik Save As.</a:t>
            </a:r>
            <a:endParaRPr lang="en-US" sz="1300" dirty="0"/>
          </a:p>
        </p:txBody>
      </p:sp>
      <p:sp>
        <p:nvSpPr>
          <p:cNvPr id="49" name="Shape 40"/>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0" name="Image 7" descr="preencoded.png">    </p:cNvPr>
          <p:cNvPicPr>
            <a:picLocks noChangeAspect="1"/>
          </p:cNvPicPr>
          <p:nvPr/>
        </p:nvPicPr>
        <p:blipFill>
          <a:blip r:embed="rId8"/>
          <a:stretch>
            <a:fillRect/>
          </a:stretch>
        </p:blipFill>
        <p:spPr>
          <a:xfrm>
            <a:off x="6108192" y="3721608"/>
            <a:ext cx="201168" cy="201168"/>
          </a:xfrm>
          <a:prstGeom prst="rect">
            <a:avLst/>
          </a:prstGeom>
        </p:spPr>
      </p:pic>
      <p:sp>
        <p:nvSpPr>
          <p:cNvPr id="51" name="Text 41"/>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Save As = Simpan Sebagai.</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Menyimpan File</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9/9</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1000354" y="1272685"/>
            <a:ext cx="4125773" cy="2426754"/>
          </a:xfrm>
          <a:prstGeom prst="rect">
            <a:avLst/>
          </a:prstGeom>
          <a:solidFill>
            <a:srgbClr val="FFFFFF"/>
          </a:solidFill>
          <a:ln w="9525">
            <a:solidFill>
              <a:srgbClr val="999999"/>
            </a:solidFill>
            <a:prstDash val="solid"/>
          </a:ln>
        </p:spPr>
      </p:sp>
      <p:sp>
        <p:nvSpPr>
          <p:cNvPr id="17" name="Shape 13"/>
          <p:cNvSpPr/>
          <p:nvPr/>
        </p:nvSpPr>
        <p:spPr>
          <a:xfrm>
            <a:off x="1000354" y="1272685"/>
            <a:ext cx="4125773" cy="219456"/>
          </a:xfrm>
          <a:prstGeom prst="rect">
            <a:avLst/>
          </a:prstGeom>
          <a:solidFill>
            <a:srgbClr val="F0F0F0"/>
          </a:solidFill>
          <a:ln w="12700">
            <a:solidFill>
              <a:srgbClr val="F0F0F0"/>
            </a:solidFill>
            <a:prstDash val="solid"/>
          </a:ln>
        </p:spPr>
      </p:sp>
      <p:sp>
        <p:nvSpPr>
          <p:cNvPr id="18" name="Text 14"/>
          <p:cNvSpPr txBox="1"/>
          <p:nvPr/>
        </p:nvSpPr>
        <p:spPr>
          <a:xfrm>
            <a:off x="1091794" y="1272685"/>
            <a:ext cx="3211373"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Save As</a:t>
            </a:r>
            <a:endParaRPr lang="en-US" sz="750" dirty="0"/>
          </a:p>
        </p:txBody>
      </p:sp>
      <p:sp>
        <p:nvSpPr>
          <p:cNvPr id="19" name="Text 15"/>
          <p:cNvSpPr txBox="1"/>
          <p:nvPr/>
        </p:nvSpPr>
        <p:spPr>
          <a:xfrm>
            <a:off x="4303166"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577486" y="1272685"/>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4851806" y="1272685"/>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1091794" y="1547005"/>
            <a:ext cx="3942893" cy="182880"/>
          </a:xfrm>
          <a:prstGeom prst="rect">
            <a:avLst/>
          </a:prstGeom>
          <a:solidFill>
            <a:srgbClr val="FFFFFF"/>
          </a:solidFill>
          <a:ln w="9525">
            <a:solidFill>
              <a:srgbClr val="CCCCCC"/>
            </a:solidFill>
            <a:prstDash val="solid"/>
          </a:ln>
        </p:spPr>
      </p:sp>
      <p:sp>
        <p:nvSpPr>
          <p:cNvPr id="23" name="Text 19"/>
          <p:cNvSpPr txBox="1"/>
          <p:nvPr/>
        </p:nvSpPr>
        <p:spPr>
          <a:xfrm>
            <a:off x="1164946" y="1547005"/>
            <a:ext cx="3942893" cy="182880"/>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Documents  ›  Portofolio_Ahmad</a:t>
            </a:r>
            <a:endParaRPr lang="en-US" sz="750" dirty="0"/>
          </a:p>
        </p:txBody>
      </p:sp>
      <p:pic>
        <p:nvPicPr>
          <p:cNvPr id="24" name="Image 2" descr="preencoded.png">    </p:cNvPr>
          <p:cNvPicPr>
            <a:picLocks noChangeAspect="1"/>
          </p:cNvPicPr>
          <p:nvPr/>
        </p:nvPicPr>
        <p:blipFill>
          <a:blip r:embed="rId3"/>
          <a:stretch>
            <a:fillRect/>
          </a:stretch>
        </p:blipFill>
        <p:spPr>
          <a:xfrm>
            <a:off x="1393546" y="1894477"/>
            <a:ext cx="292608" cy="292608"/>
          </a:xfrm>
          <a:prstGeom prst="rect">
            <a:avLst/>
          </a:prstGeom>
        </p:spPr>
      </p:pic>
      <p:sp>
        <p:nvSpPr>
          <p:cNvPr id="25" name="Text 20"/>
          <p:cNvSpPr txBox="1"/>
          <p:nvPr/>
        </p:nvSpPr>
        <p:spPr>
          <a:xfrm>
            <a:off x="1155802" y="2214517"/>
            <a:ext cx="768096" cy="182880"/>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Audio</a:t>
            </a:r>
            <a:endParaRPr lang="en-US" sz="650" dirty="0"/>
          </a:p>
        </p:txBody>
      </p:sp>
      <p:pic>
        <p:nvPicPr>
          <p:cNvPr id="26" name="Image 3" descr="preencoded.png">    </p:cNvPr>
          <p:cNvPicPr>
            <a:picLocks noChangeAspect="1"/>
          </p:cNvPicPr>
          <p:nvPr/>
        </p:nvPicPr>
        <p:blipFill>
          <a:blip r:embed="rId4"/>
          <a:stretch>
            <a:fillRect/>
          </a:stretch>
        </p:blipFill>
        <p:spPr>
          <a:xfrm>
            <a:off x="2170786" y="1894477"/>
            <a:ext cx="292608" cy="292608"/>
          </a:xfrm>
          <a:prstGeom prst="rect">
            <a:avLst/>
          </a:prstGeom>
        </p:spPr>
      </p:pic>
      <p:sp>
        <p:nvSpPr>
          <p:cNvPr id="27" name="Text 21"/>
          <p:cNvSpPr txBox="1"/>
          <p:nvPr/>
        </p:nvSpPr>
        <p:spPr>
          <a:xfrm>
            <a:off x="1933042" y="2214517"/>
            <a:ext cx="768096" cy="182880"/>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Desain</a:t>
            </a:r>
            <a:endParaRPr lang="en-US" sz="650" dirty="0"/>
          </a:p>
        </p:txBody>
      </p:sp>
      <p:pic>
        <p:nvPicPr>
          <p:cNvPr id="28" name="Image 4" descr="preencoded.png">    </p:cNvPr>
          <p:cNvPicPr>
            <a:picLocks noChangeAspect="1"/>
          </p:cNvPicPr>
          <p:nvPr/>
        </p:nvPicPr>
        <p:blipFill>
          <a:blip r:embed="rId5"/>
          <a:stretch>
            <a:fillRect/>
          </a:stretch>
        </p:blipFill>
        <p:spPr>
          <a:xfrm>
            <a:off x="2948026" y="1894477"/>
            <a:ext cx="292608" cy="292608"/>
          </a:xfrm>
          <a:prstGeom prst="rect">
            <a:avLst/>
          </a:prstGeom>
        </p:spPr>
      </p:pic>
      <p:sp>
        <p:nvSpPr>
          <p:cNvPr id="29" name="Text 22"/>
          <p:cNvSpPr txBox="1"/>
          <p:nvPr/>
        </p:nvSpPr>
        <p:spPr>
          <a:xfrm>
            <a:off x="2710282" y="2214517"/>
            <a:ext cx="768096" cy="182880"/>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Dokumen</a:t>
            </a:r>
            <a:endParaRPr lang="en-US" sz="650" dirty="0"/>
          </a:p>
        </p:txBody>
      </p:sp>
      <p:pic>
        <p:nvPicPr>
          <p:cNvPr id="30" name="Image 5" descr="preencoded.png">    </p:cNvPr>
          <p:cNvPicPr>
            <a:picLocks noChangeAspect="1"/>
          </p:cNvPicPr>
          <p:nvPr/>
        </p:nvPicPr>
        <p:blipFill>
          <a:blip r:embed="rId6"/>
          <a:stretch>
            <a:fillRect/>
          </a:stretch>
        </p:blipFill>
        <p:spPr>
          <a:xfrm>
            <a:off x="3725266" y="1894477"/>
            <a:ext cx="292608" cy="292608"/>
          </a:xfrm>
          <a:prstGeom prst="rect">
            <a:avLst/>
          </a:prstGeom>
        </p:spPr>
      </p:pic>
      <p:sp>
        <p:nvSpPr>
          <p:cNvPr id="31" name="Text 23"/>
          <p:cNvSpPr txBox="1"/>
          <p:nvPr/>
        </p:nvSpPr>
        <p:spPr>
          <a:xfrm>
            <a:off x="3487522" y="2214517"/>
            <a:ext cx="768096" cy="182880"/>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Proyek</a:t>
            </a:r>
            <a:endParaRPr lang="en-US" sz="650" dirty="0"/>
          </a:p>
        </p:txBody>
      </p:sp>
      <p:pic>
        <p:nvPicPr>
          <p:cNvPr id="32" name="Image 6" descr="preencoded.png">    </p:cNvPr>
          <p:cNvPicPr>
            <a:picLocks noChangeAspect="1"/>
          </p:cNvPicPr>
          <p:nvPr/>
        </p:nvPicPr>
        <p:blipFill>
          <a:blip r:embed="rId7"/>
          <a:stretch>
            <a:fillRect/>
          </a:stretch>
        </p:blipFill>
        <p:spPr>
          <a:xfrm>
            <a:off x="4502506" y="1894477"/>
            <a:ext cx="292608" cy="292608"/>
          </a:xfrm>
          <a:prstGeom prst="rect">
            <a:avLst/>
          </a:prstGeom>
        </p:spPr>
      </p:pic>
      <p:sp>
        <p:nvSpPr>
          <p:cNvPr id="33" name="Text 24"/>
          <p:cNvSpPr txBox="1"/>
          <p:nvPr/>
        </p:nvSpPr>
        <p:spPr>
          <a:xfrm>
            <a:off x="4264762" y="2214517"/>
            <a:ext cx="768096" cy="182880"/>
          </a:xfrm>
          <a:prstGeom prst="rect">
            <a:avLst/>
          </a:prstGeom>
          <a:noFill/>
          <a:ln/>
        </p:spPr>
        <p:txBody>
          <a:bodyPr wrap="square" lIns="0" tIns="0" rIns="0" bIns="0" rtlCol="0" anchor="t"/>
          <a:lstStyle/>
          <a:p>
            <a:pPr algn="ctr" indent="0" marL="0">
              <a:buNone/>
            </a:pPr>
            <a:r>
              <a:rPr lang="en-US" sz="650" dirty="0">
                <a:solidFill>
                  <a:srgbClr val="1E2A26"/>
                </a:solidFill>
                <a:latin typeface="Calibri" pitchFamily="34" charset="0"/>
                <a:ea typeface="Calibri" pitchFamily="34" charset="-122"/>
                <a:cs typeface="Calibri" pitchFamily="34" charset="-120"/>
              </a:rPr>
              <a:t>Video</a:t>
            </a:r>
            <a:endParaRPr lang="en-US" sz="650" dirty="0"/>
          </a:p>
        </p:txBody>
      </p:sp>
      <p:sp>
        <p:nvSpPr>
          <p:cNvPr id="34" name="Text 25"/>
          <p:cNvSpPr txBox="1"/>
          <p:nvPr/>
        </p:nvSpPr>
        <p:spPr>
          <a:xfrm>
            <a:off x="1137514" y="3132510"/>
            <a:ext cx="73152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File name:</a:t>
            </a:r>
            <a:endParaRPr lang="en-US" sz="800" dirty="0"/>
          </a:p>
        </p:txBody>
      </p:sp>
      <p:sp>
        <p:nvSpPr>
          <p:cNvPr id="35" name="Shape 26"/>
          <p:cNvSpPr/>
          <p:nvPr/>
        </p:nvSpPr>
        <p:spPr>
          <a:xfrm>
            <a:off x="1869034" y="3132510"/>
            <a:ext cx="3028493" cy="201168"/>
          </a:xfrm>
          <a:prstGeom prst="rect">
            <a:avLst/>
          </a:prstGeom>
          <a:solidFill>
            <a:srgbClr val="FFFFFF"/>
          </a:solidFill>
          <a:ln w="12700">
            <a:solidFill>
              <a:srgbClr val="0078D4"/>
            </a:solidFill>
            <a:prstDash val="solid"/>
          </a:ln>
        </p:spPr>
      </p:sp>
      <p:sp>
        <p:nvSpPr>
          <p:cNvPr id="36" name="Text 27"/>
          <p:cNvSpPr txBox="1"/>
          <p:nvPr/>
        </p:nvSpPr>
        <p:spPr>
          <a:xfrm>
            <a:off x="1923898" y="3132510"/>
            <a:ext cx="3028493"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Perkenalan_Ahmad</a:t>
            </a:r>
            <a:endParaRPr lang="en-US" sz="800" dirty="0"/>
          </a:p>
        </p:txBody>
      </p:sp>
      <p:sp>
        <p:nvSpPr>
          <p:cNvPr id="37" name="Shape 28"/>
          <p:cNvSpPr/>
          <p:nvPr/>
        </p:nvSpPr>
        <p:spPr>
          <a:xfrm>
            <a:off x="3937406" y="3406830"/>
            <a:ext cx="502920" cy="201168"/>
          </a:xfrm>
          <a:prstGeom prst="roundRect">
            <a:avLst>
              <a:gd name="adj" fmla="val 13636"/>
            </a:avLst>
          </a:prstGeom>
          <a:solidFill>
            <a:srgbClr val="0078D4"/>
          </a:solidFill>
          <a:ln w="12700">
            <a:solidFill>
              <a:srgbClr val="0078D4"/>
            </a:solidFill>
            <a:prstDash val="solid"/>
          </a:ln>
        </p:spPr>
      </p:sp>
      <p:sp>
        <p:nvSpPr>
          <p:cNvPr id="38" name="Text 29"/>
          <p:cNvSpPr txBox="1"/>
          <p:nvPr/>
        </p:nvSpPr>
        <p:spPr>
          <a:xfrm>
            <a:off x="3937406" y="3406830"/>
            <a:ext cx="502920" cy="201168"/>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Save</a:t>
            </a:r>
            <a:endParaRPr lang="en-US" sz="800" dirty="0"/>
          </a:p>
        </p:txBody>
      </p:sp>
      <p:sp>
        <p:nvSpPr>
          <p:cNvPr id="39" name="Shape 30"/>
          <p:cNvSpPr/>
          <p:nvPr/>
        </p:nvSpPr>
        <p:spPr>
          <a:xfrm>
            <a:off x="4504334" y="3406830"/>
            <a:ext cx="502920" cy="201168"/>
          </a:xfrm>
          <a:prstGeom prst="roundRect">
            <a:avLst>
              <a:gd name="adj" fmla="val 13636"/>
            </a:avLst>
          </a:prstGeom>
          <a:solidFill>
            <a:srgbClr val="EEEEEE"/>
          </a:solidFill>
          <a:ln w="12700">
            <a:solidFill>
              <a:srgbClr val="EEEEEE"/>
            </a:solidFill>
            <a:prstDash val="solid"/>
          </a:ln>
        </p:spPr>
      </p:sp>
      <p:sp>
        <p:nvSpPr>
          <p:cNvPr id="40" name="Text 31"/>
          <p:cNvSpPr txBox="1"/>
          <p:nvPr/>
        </p:nvSpPr>
        <p:spPr>
          <a:xfrm>
            <a:off x="4504334" y="3406830"/>
            <a:ext cx="502920" cy="201168"/>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Cancel</a:t>
            </a:r>
            <a:endParaRPr lang="en-US" sz="800" dirty="0"/>
          </a:p>
        </p:txBody>
      </p:sp>
      <p:sp>
        <p:nvSpPr>
          <p:cNvPr id="41" name="Shape 32"/>
          <p:cNvSpPr/>
          <p:nvPr/>
        </p:nvSpPr>
        <p:spPr>
          <a:xfrm>
            <a:off x="2701138" y="1830469"/>
            <a:ext cx="786384" cy="621792"/>
          </a:xfrm>
          <a:prstGeom prst="roundRect">
            <a:avLst>
              <a:gd name="adj" fmla="val 7353"/>
            </a:avLst>
          </a:prstGeom>
          <a:solidFill>
            <a:srgbClr val="FFFFFF">
              <a:alpha val="0"/>
            </a:srgbClr>
          </a:solidFill>
          <a:ln w="31750">
            <a:solidFill>
              <a:srgbClr val="E53935"/>
            </a:solidFill>
            <a:prstDash val="solid"/>
          </a:ln>
        </p:spPr>
      </p:sp>
      <p:sp>
        <p:nvSpPr>
          <p:cNvPr id="42" name="Shape 33"/>
          <p:cNvSpPr/>
          <p:nvPr/>
        </p:nvSpPr>
        <p:spPr>
          <a:xfrm>
            <a:off x="3350362" y="1693309"/>
            <a:ext cx="274320" cy="274320"/>
          </a:xfrm>
          <a:prstGeom prst="ellipse">
            <a:avLst/>
          </a:prstGeom>
          <a:solidFill>
            <a:srgbClr val="E53935"/>
          </a:solidFill>
          <a:ln w="12700">
            <a:solidFill>
              <a:srgbClr val="FFFFFF"/>
            </a:solidFill>
            <a:prstDash val="solid"/>
          </a:ln>
        </p:spPr>
      </p:sp>
      <p:sp>
        <p:nvSpPr>
          <p:cNvPr id="43" name="Text 34"/>
          <p:cNvSpPr txBox="1"/>
          <p:nvPr/>
        </p:nvSpPr>
        <p:spPr>
          <a:xfrm>
            <a:off x="3350362" y="169330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44" name="Image 7" descr="preencoded.png">    </p:cNvPr>
          <p:cNvPicPr>
            <a:picLocks noChangeAspect="1"/>
          </p:cNvPicPr>
          <p:nvPr/>
        </p:nvPicPr>
        <p:blipFill>
          <a:blip r:embed="rId8"/>
          <a:stretch>
            <a:fillRect/>
          </a:stretch>
        </p:blipFill>
        <p:spPr>
          <a:xfrm>
            <a:off x="3129991" y="2168797"/>
            <a:ext cx="237744" cy="237744"/>
          </a:xfrm>
          <a:prstGeom prst="rect">
            <a:avLst/>
          </a:prstGeom>
        </p:spPr>
      </p:pic>
      <p:sp>
        <p:nvSpPr>
          <p:cNvPr id="45" name="Shape 35"/>
          <p:cNvSpPr/>
          <p:nvPr/>
        </p:nvSpPr>
        <p:spPr>
          <a:xfrm>
            <a:off x="1850746" y="3114222"/>
            <a:ext cx="3065069" cy="237744"/>
          </a:xfrm>
          <a:prstGeom prst="roundRect">
            <a:avLst>
              <a:gd name="adj" fmla="val 19231"/>
            </a:avLst>
          </a:prstGeom>
          <a:solidFill>
            <a:srgbClr val="FFFFFF">
              <a:alpha val="0"/>
            </a:srgbClr>
          </a:solidFill>
          <a:ln w="31750">
            <a:solidFill>
              <a:srgbClr val="E53935"/>
            </a:solidFill>
            <a:prstDash val="solid"/>
          </a:ln>
        </p:spPr>
      </p:sp>
      <p:sp>
        <p:nvSpPr>
          <p:cNvPr id="46" name="Shape 36"/>
          <p:cNvSpPr/>
          <p:nvPr/>
        </p:nvSpPr>
        <p:spPr>
          <a:xfrm>
            <a:off x="4778654" y="2977062"/>
            <a:ext cx="274320" cy="274320"/>
          </a:xfrm>
          <a:prstGeom prst="ellipse">
            <a:avLst/>
          </a:prstGeom>
          <a:solidFill>
            <a:srgbClr val="E53935"/>
          </a:solidFill>
          <a:ln w="12700">
            <a:solidFill>
              <a:srgbClr val="FFFFFF"/>
            </a:solidFill>
            <a:prstDash val="solid"/>
          </a:ln>
        </p:spPr>
      </p:sp>
      <p:sp>
        <p:nvSpPr>
          <p:cNvPr id="47" name="Text 37"/>
          <p:cNvSpPr txBox="1"/>
          <p:nvPr/>
        </p:nvSpPr>
        <p:spPr>
          <a:xfrm>
            <a:off x="4778654" y="297706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pic>
        <p:nvPicPr>
          <p:cNvPr id="48" name="Image 8" descr="preencoded.png">    </p:cNvPr>
          <p:cNvPicPr>
            <a:picLocks noChangeAspect="1"/>
          </p:cNvPicPr>
          <p:nvPr/>
        </p:nvPicPr>
        <p:blipFill>
          <a:blip r:embed="rId9"/>
          <a:stretch>
            <a:fillRect/>
          </a:stretch>
        </p:blipFill>
        <p:spPr>
          <a:xfrm>
            <a:off x="3534705" y="3243153"/>
            <a:ext cx="237744" cy="237744"/>
          </a:xfrm>
          <a:prstGeom prst="rect">
            <a:avLst/>
          </a:prstGeom>
        </p:spPr>
      </p:pic>
      <p:sp>
        <p:nvSpPr>
          <p:cNvPr id="49" name="Shape 38"/>
          <p:cNvSpPr/>
          <p:nvPr/>
        </p:nvSpPr>
        <p:spPr>
          <a:xfrm>
            <a:off x="3919118" y="3388542"/>
            <a:ext cx="539496" cy="237744"/>
          </a:xfrm>
          <a:prstGeom prst="roundRect">
            <a:avLst>
              <a:gd name="adj" fmla="val 19231"/>
            </a:avLst>
          </a:prstGeom>
          <a:solidFill>
            <a:srgbClr val="FFFFFF">
              <a:alpha val="0"/>
            </a:srgbClr>
          </a:solidFill>
          <a:ln w="31750">
            <a:solidFill>
              <a:srgbClr val="E53935"/>
            </a:solidFill>
            <a:prstDash val="solid"/>
          </a:ln>
        </p:spPr>
      </p:sp>
      <p:sp>
        <p:nvSpPr>
          <p:cNvPr id="50" name="Shape 39"/>
          <p:cNvSpPr/>
          <p:nvPr/>
        </p:nvSpPr>
        <p:spPr>
          <a:xfrm>
            <a:off x="4321454" y="3251382"/>
            <a:ext cx="274320" cy="274320"/>
          </a:xfrm>
          <a:prstGeom prst="ellipse">
            <a:avLst/>
          </a:prstGeom>
          <a:solidFill>
            <a:srgbClr val="E53935"/>
          </a:solidFill>
          <a:ln w="12700">
            <a:solidFill>
              <a:srgbClr val="FFFFFF"/>
            </a:solidFill>
            <a:prstDash val="solid"/>
          </a:ln>
        </p:spPr>
      </p:sp>
      <p:sp>
        <p:nvSpPr>
          <p:cNvPr id="51" name="Text 40"/>
          <p:cNvSpPr txBox="1"/>
          <p:nvPr/>
        </p:nvSpPr>
        <p:spPr>
          <a:xfrm>
            <a:off x="4321454" y="325138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52" name="Image 9" descr="preencoded.png">    </p:cNvPr>
          <p:cNvPicPr>
            <a:picLocks noChangeAspect="1"/>
          </p:cNvPicPr>
          <p:nvPr/>
        </p:nvPicPr>
        <p:blipFill>
          <a:blip r:embed="rId10"/>
          <a:stretch>
            <a:fillRect/>
          </a:stretch>
        </p:blipFill>
        <p:spPr>
          <a:xfrm>
            <a:off x="4214012" y="3517473"/>
            <a:ext cx="237744" cy="237744"/>
          </a:xfrm>
          <a:prstGeom prst="rect">
            <a:avLst/>
          </a:prstGeom>
        </p:spPr>
      </p:pic>
      <p:sp>
        <p:nvSpPr>
          <p:cNvPr id="53" name="Text 4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9</a:t>
            </a:r>
            <a:endParaRPr lang="en-US" sz="1200" dirty="0"/>
          </a:p>
        </p:txBody>
      </p:sp>
      <p:sp>
        <p:nvSpPr>
          <p:cNvPr id="54" name="Text 4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folder Dokumen, beri nama, klik Save</a:t>
            </a:r>
            <a:endParaRPr lang="en-US" sz="1800" dirty="0"/>
          </a:p>
        </p:txBody>
      </p:sp>
      <p:sp>
        <p:nvSpPr>
          <p:cNvPr id="55" name="Text 4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(1) Klik ganda folder Dokumen. (2) Ketik nama: Perkenalan_NamaKamu. (3) Klik Save.</a:t>
            </a:r>
            <a:endParaRPr lang="en-US" sz="1300" dirty="0"/>
          </a:p>
        </p:txBody>
      </p:sp>
      <p:sp>
        <p:nvSpPr>
          <p:cNvPr id="56" name="Shape 44"/>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57" name="Image 10" descr="preencoded.png">    </p:cNvPr>
          <p:cNvPicPr>
            <a:picLocks noChangeAspect="1"/>
          </p:cNvPicPr>
          <p:nvPr/>
        </p:nvPicPr>
        <p:blipFill>
          <a:blip r:embed="rId11"/>
          <a:stretch>
            <a:fillRect/>
          </a:stretch>
        </p:blipFill>
        <p:spPr>
          <a:xfrm>
            <a:off x="6108192" y="3721608"/>
            <a:ext cx="201168" cy="201168"/>
          </a:xfrm>
          <a:prstGeom prst="rect">
            <a:avLst/>
          </a:prstGeom>
        </p:spPr>
      </p:pic>
      <p:sp>
        <p:nvSpPr>
          <p:cNvPr id="58" name="Text 45"/>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Pastikan file tersimpan di folder Dokumen milikmu sendiri.</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Digital Folder Santri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Proyek dinyatakan selesai jika semua poin ini terpenuhi:</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Ada folder Portofolio_NamaKamu di dalam Documents.</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Di dalamnya ada 5 subfolder: Dokumen, Desain, Audio, Video, Proyek.</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File Perkenalan_NamaKamu tersimpan di folder Dokumen.</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Kamu bisa menunjukkan letak file itu kepada guru tanpa bantuan.</a:t>
            </a:r>
            <a:endParaRPr lang="en-US" sz="15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1 · Modul 1: Pengenalan Teknologi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Folder Portofolio_Nama sudah dibuat</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5 subfolder lengkap</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File perkenalan ada di folder Dokumen</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Nama file dan folder sesuai aturan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menyimpan file dengan rapi itu penting?</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hubungan kerapian digital dengan adab santri?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Kerapian adalah bagian dari akhlak. Rapi di kamar, rapi juga di komputer.</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2: mengolah file lebih lanjut dan menyimpan di Google Drive.</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1 Modul 1 - Pengenalan Teknologi</dc:title>
  <dc:subject>PptxGenJS Presentation</dc:subject>
  <dc:creator>PptxGenJS</dc:creator>
  <cp:lastModifiedBy>PptxGenJS</cp:lastModifiedBy>
  <cp:revision>1</cp:revision>
  <dcterms:created xsi:type="dcterms:W3CDTF">2026-10-01T00:29:26Z</dcterms:created>
  <dcterms:modified xsi:type="dcterms:W3CDTF">2026-10-01T00:29:26Z</dcterms:modified>
</cp:coreProperties>
</file>