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5: Desain Digital — Proyek: Poster Dakwah Santri
Terdiri dari 3 pertemuan (Pertemuan 13–15),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Siapkan akun Canva milik pesantren (daftar gratis di canva.com dengan email pesantren/kelas). Ketentuan Canva mensyaratkan usia minimal tertentu bagi pemilik akun; karena itu gunakan akun pesantren yang dioperasikan dengan pengawasan guru, bukan akun pribadi santri.
- Pertemuan 13: santri cukup memakai kertas dan pensil. Contoh poster baik dan buruk sudah tersedia di slide.
- Pertemuan 15: unggah file logo pondok ke akun Canva (menu Uploads) agar santri bisa memasangnya di poster. Mintalah seorang ustadz memeriksa tulisan ayat atau hadits pada poster sebelum dicetak.
CATATAN
Tampilan Canva berbahasa Inggris. Terjemahan: Elements = Elemen, Text = Teks, Uploads = Unggahan, Share = Bagikan, Download = Unduh, Position = Posisi.
Elemen atau template bertanda mahkota kecil adalah berbayar (Pro). Ajarkan santri memilih yang tidak bertanda mahkota.
Tampilan Canva sering diperbarui. Jika letak tombol sedikit berbeda, nama menunya tetap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ke-13, dengan judul "Prinsip Desain &amp; Tipografi". Kita akan belajar rahasia para desainer agar karya kita enak dilihat dan pesannya mudah dipahami.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Modul 4 sudah selesai. Siapa yang ingat, apa itu tabayyun?
(Tunggu jawaban: memeriksa kebenaran berita sebelum mempercayai dan menyebarkannya.)
Hari ini kita masuk Modul 5: desain digital.
Sekarang pertanyaan hari ini. Coba pikirkan sejenak:
"Menurut kalian, apa yang membuat sebuah poster enak dilihat?"
(Beri waktu 1 menit. Minta 2–3 santri menjawab. Hargai semua jawaban.)
Ada yang menjawab warnanya, gambarnya, atau tulisannya. Semua benar. Para desainer memiliki prinsip-prinsip yang membuat karyanya indah dan pesannya mudah dipahami. Hari ini kita mempelajarinya.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dua poster di layar. Keduanya mengajak sholat berjamaah.
(Beri waktu santri mengamati selama 1 menit.)
Coba jawab: mana yang lebih mudah dibaca dari jauh? Mana yang pesannya lebih cepat dipahami?
(Tunggu jawaban. Hampir semua akan memilih Poster B.)
Mengapa Poster A sulit dibaca? Warnanya mencolok dan saling bertabrakan. Jenis hurufnya ada tiga macam. Tulisannya berserakan di mana-mana, tidak sejajar. Kalimatnya panjang dan kecil. Ada lingkaran oranye yang tidak jelas maksudnya.
Poster B sebaliknya: warnanya serasi, judulnya besar dan jelas, semua unsur sejajar di tengah, kalimatnya singkat, ada sumber hadits, dan ada identitas pembuatnya.
Perbedaan ini bukan kebetulan. Poster B mengikuti empat prinsip desain yang akan kita pelajari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desainer memakai empat prinsip dasar. Mudah diingat dengan singkatan K-P-P-K: Kontras, Perataan, Pengulangan, Kedekatan.
Prinsip pertama, KONTRAS, artinya perbedaan yang jelas. Bagian yang paling penting dibuat paling menonjol: judul lebih besar dan tebal dari isi. Warna tulisan juga harus kontras dengan latarnya: tulisan terang di atas latar gelap, atau tulisan gelap di atas latar terang. Pada Poster B, tulisan putih dan kuning di atas hijau tua sangat mudah dibaca.
Prinsip kedua, PERATAAN. Semua unsur disusun sejajar pada satu garis. Misalnya semua rata tengah, atau semua rata kiri. Pada Poster A, tulisan berserakan di kiri, kanan, dan tengah. Pada Poster B, semuanya rata tengah.
Prinsip ketiga, PENGULANGAN. Gunakan warna dan jenis huruf yang sama secara berulang, agar desain tampak satu kesatuan. Poster B hanya memakai hijau, kuning emas, dan putih, dengan satu jenis huruf.
Prinsip keempat, KEDEKATAN. Unsur yang berhubungan diletakkan berdekatan. Misalnya hadits dan sumbernya diletakkan berdekatan. Yang tidak berhubungan diberi jarak, agar pembaca tahu mana yang satu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hal yang paling berpengaruh dalam desain adalah warna dan huruf. Huruf dalam desain disebut tipografi.
Tentang WARNA. Cukup pakai dua sampai tiga warna saja: satu warna utama yang paling banyak, satu warna pendukung, dan satu warna penegas untuk hal yang paling penting. Terlalu banyak warna membuat mata lelah.
Pastikan KONTRASNYA TINGGI. Tulisan gelap di atas latar terang, atau sebaliknya. Contoh yang buruk: tulisan kuning di atas latar putih, hampir tidak terbaca.
Tentang HURUF. Pakai maksimal dua jenis huruf dalam satu desain: satu untuk judul dan satu untuk isi. Pilih huruf yang mudah dibaca. Huruf yang terlalu hias atau seperti tulisan tangan sulit dibaca dari jauh.
Atur UKURAN BERTINGKAT: judul paling besar, subjudul sedang, dan isi paling kecil. Dengan begitu mata pembaca tahu harus membaca dari 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Hari ini kita tidak memakai komputer dulu. Siapkan kertas, pensil, dan penggaris. Seorang desainer selalu memulai dengan berpikir dan membuat sketsa di kertas, baru kemudian mengerjakannya di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Perhatikan Poster A yang sudah diberi nomor merah. Tulis di kertas kalian, untuk setiap nomor: apa kesalahannya, dan prinsip desain mana yang dilanggar.
(Beri waktu 5 menit, lalu bahas bersama.)
Mari kita bahas.
Nomor 1: tulisan "Ayo Sholat" kecil, dengan huruf mesin tik, berwarna kuning di atas merah muda. Melanggar prinsip kontras.
Nomor 2: kata "BERJAMAAH" terpisah jauh di kanan dengan huruf dan warna yang berbeda. Melanggar prinsip kedekatan dan pengulangan.
Nomor 3: kalimat panjang dengan huruf kecil miring, berwarna biru muda. Sulit dibaca, melanggar prinsip kontras.
Nomor 4: lingkaran oranye yang tidak jelas maksudnya, letaknya asal. Melanggar prinsip perataan.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Sekarang perhatikan Poster B. Tulis kelebihannya untuk setiap nomor hijau.
(Beri waktu 5 menit, lalu bahas.)
Nomor 1: judul besar, tebal, putih dan kuning di atas hijau tua. Kontras yang baik.
Nomor 2: semua unsur rata tengah dan sejajar. Perataan yang baik.
Nomor 3: hanya memakai tiga warna yang diulang-ulang dan satu jenis huruf. Pengulangan yang baik.
Nomor 4: kalimat hadits dan sumbernya berdekatan. Kedekatan yang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setiap santri merencanakan poster dakwahnya sendiri. Tulis rencana di kertas seperti contoh di layar.
Pertama, pesan utama: satu ajakan kebaikan yang singkat, misalnya ayo menjaga kebersihan.
Kedua, dalil pendukung: ayat, hadits, atau nasihat ulama. Tanyakan kepada ustadz agar tulisan dan sumbernya benar.
Ketiga, warna: pilih dua sampai tiga warna.
Keempat, gambar: gambar apa yang akan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Gambar sebuah kotak tegak di kertas sebagai poster. Lalu tentukan letak setiap bagian dengan kotak-kotak dan tulisan, seperti contoh di layar.
Di atas: JUDUL, besar dan jelas.
Di tengah: GAMBAR.
Di bawahnya: DALIL dan sumbernya.
Paling bawah: nama pembuat dan logo pondok sebagai identitas.
Sketsa tidak perlu indah. Yang penting jelas letak setiap bagian. Sketsa ini akan kalian wujudkan menjadi poster digital di pertemuan 15. Simpan baik-baik.
(Periksa sketsa setiap santri dan beri masukan.)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lembar kertas kalian yang berisi empat hal: kesalahan Poster A, kelebihan Poster B, rencana poster, dan sketsa tata letak.
(Periksa, beri paraf, lalu kembalikan kepada santri untuk dipakai di pertemuan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menyebutkan 4 prinsip desain?
- penilaian 2 poster disertai alasan?
- sketsa memiliki judul, gambar, pesan?
- sketsa memakai maksimal 2 jenis huruf?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prinsip desain mana yang paling sering dilanggar?
Pertanyaan kedua: bagaimana desain yang baik bisa membantu dakwah?
(Minta 2–3 santri menjawab secara bergantian.)
Pesan adab kita hari ini: Rasulullah shallallahu 'alaihi wasallam bersabda, maknanya: sesungguhnya Allah Maha Indah dan mencintai keindahan. Hadits ini diriwayatkan oleh Imam Muslim. Maka buatlah karya yang indah, rapi, dan bermanfaat. Pesan kebaikan yang dikemas dengan indah lebih mudah diterima.
Pekan depan: kita mengenal Canva dan mulai berlatih mendesain di komputer.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ke-14, dengan judul "Mengenal Canva". Kita akan berkenalan dengan Canva, aplikasi desain gratis yang mudah digunakan.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empat prinsip desain. Siapa yang ingat singkatannya?
(Tunggu jawaban: K-P-P-K, yaitu Kontras, Perataan, Pengulangan, Kedekatan.)
Sekarang pertanyaan hari ini. Coba pikirkan sejenak:
"Siapa yang pernah membuat desain di HP atau komputer? Aplikasi apa yang dipakai?"
(Beri waktu 1 menit. Minta 2–3 santri menjawab. Hargai semua jawaban.)
Hari ini kita memakai CANVA. Canva adalah aplikasi desain di browser yang memiliki versi gratis. Dengan Canva, kita bisa membuat poster, kartu, presentasi, dan banyak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tampilan Canva di layar. Ada empat bagian penting.
Nomor 1, BILAH ATAS berwarna ungu. Di sini ada menu File, nama desain, dan tombol Share di kanan untuk mengunduh hasil desain.
Nomor 2, MENU KIRI berwarna hitam. Isinya: Design untuk template, Elements untuk bentuk dan gambar, Text untuk tulisan, dan Uploads untuk memasukkan gambar sendiri.
Nomor 3, PANEL PILIHAN. Ketika salah satu menu kiri diklik, panel ini terbuka dan menampilkan pilihannya.
Nomor 4, KANVAS, yaitu halaman putih di tengah tempat kita mendesain.
Satu hal penting: di Canva ada elemen yang gratis dan ada yang berbayar. Yang berbayar diberi tanda mahkota kecil. Kita hanya memakai yang gratis, tanpa tanda mahkota.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alat utama yang akan kita pakai.
Pertama, TEXT. Untuk menambahkan tulisan. Ada pilihan Add a heading untuk judul, Add a subheading untuk subjudul, dan Add body text untuk isi. Setelah tulisan dipilih, di atas kanvas muncul bilah untuk mengubah jenis huruf, ukuran, warna, tebal, dan perataan.
Kedua, ELEMENTS. Berisi bentuk seperti kotak dan lingkaran, garis, ikon, dan ilustrasi. Kita bisa mencarinya dengan kata kunci, misalnya masjid, buku, atau sapu.
Ketiga, UPLOADS. Untuk memasukkan foto atau gambar milik sendiri, misalnya logo pondok kita.
Keempat, POSITION. Untuk merapikan letak unsur desain, misalnya membuat judul tepat di tengah. Ini membantu kita menerapkan prinsip perataan.
Satu jalan pintas yang sangat berguna: Ctrl Z untuk membatalkan jika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berlatih di Canva. Hari ini kita membuat poster latihan berjudul Jadwal Sholat Berjamaah. Poster dakwah yang sesungguhnya kita buat pekan depan.
Buka browser dan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canva.com di kolom alamat, lalu tekan Enter. Klik Log in, lalu masuk dengan akun pesantren yang diberikan guru.
Setelah masuk, muncul halaman utama Canva dengan tulisan What will you design today, artinya apa yang akan kamu desain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kotak pencarian di bagian berwarna ungu, lalu ketik kata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Muncul beberapa pilihan. Klik Poster Portrait, yang ditandai kotak merah. Portrait artinya tegak, sedangkan Landscape artinya mendatar.
Halaman desain baru akan terbuka di tab baru, dengan kanvas putih kosong berbentuk tegak.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sekali di bagian kosong kanvas. Di bilah atas kanvas muncul sebuah kotak warna, tanda a. Klik kotak itu.
Muncul pilihan warna. Pilih warna latar sesuai rencana, misalnya hijau tua, tanda b. Kanvas langsung berubah warna.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Klik menu Text di sebelah kiri, tanda a. Di panel muncul pilihan. Klik Add a heading, tanda b.
Muncul kotak tulisan di kanvas. Klik dua kali kotak itu, hapus tulisannya, lalu ketik judul: Jadwal Sholat Berjamaah.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sekali kotak judul. Di bilah atas kanvas muncul alat untuk tulisan.
Tanda a: jenis huruf. Klik untuk memilih huruf yang mudah dibaca.
Tanda b: ukuran huruf. Perbesar agar judul terbaca dari jauh.
Tanda c: warna huruf. Pilih warna yang kontras dengan latar, misalnya putih atau kuning di atas hijau tua.
Ingat prinsip kontras: judul harus paling menonjol.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Klik menu Elements di kiri. Di kotak pencarian panel, tanda a, ketik masjid, lalu tekan Enter.
Muncul banyak gambar. Pilih satu yang tidak bertanda mahkota, lalu klik, tanda b. Gambar langsung masuk ke kanvas.
Ubah ukurannya dengan menarik titik di pojok gambar, dan geser dengan cara menekan lalu menyeret gambar.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Text, lalu Add a little bit of body text, tanda a. Ketik daftar waktu sholat: Subuh, Zhuhur, Ashar, Maghrib, dan Isya, beserta jamnya. Tekan Enter untuk pindah baris.
Atur ukurannya lebih kecil dari judul dan warnanya putih, tanda b. Gunakan prinsip pengulangan: warna dan jenis huruf yang serasi dengan judul.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Sekarang kita rapikan dengan prinsip perataan.
Klik kotak judul. Di bilah atas, klik Position, tanda a. Pada bagian Align elements, pilih Center, tanda b. Judul langsung berada tepat di tengah.
Lakukan hal yang sama untuk gambar dan teks isi.
Saat menggeser unsur, perhatikan garis ungu yang muncul. Garis itu tanda bahwa unsur sudah sejajar.
Alhamdulillah, poster latihan sudah jadi. Desain di Canva tersimpan otomatis. Jangan lupa log out setelah selesai.
(Periksa hasil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lembar kerja ini.
Satu: ganti nama desain menjadi Latihan Poster, garis bawah, nama kalian, dengan mengklik nama desain di bilah atas.
Dua: tambahkan satu bentuk, misalnya kotak membulat, dari Elements, Shapes, lalu letakkan di belakang teks isi. Untuk memindahkannya ke belakang, pilih bentuk itu, klik Position, lalu Backward.
Tiga: pastikan hanya ada dua sampai tiga warna dan satu sampai dua jenis huruf.
Empat: minta teman menilai dengan empat prinsip desain, lalu perbaiki.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desain berukuran poster?
- judul terbaca jelas?
- maksimal 2 jenis huruf?
- hanya memakai elemen gratis?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fitur Canva apa yang paling kamu sukai?
Pertanyaan kedua: apa kesulitan terbesarmu hari ini?
(Minta 2–3 santri menjawab secara bergantian.)
Pesan adab kita hari ini: pilihlah gambar dan elemen yang sopan dan sesuai syariat. Desain seorang santri mencerminkan akhlaknya. Hindari gambar yang menampakkan aurat, musik, atau hal-hal yang tidak pantas.
Pekan depan: kita membuat proyek Poster Dakwah Santri. Bawa sketsa kalian dari pertemuan 13.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ke-15, dengan judul "Poster Dakwah Santri". Hari ini kita menyelesaikan proyek Modul 5: mewujudkan sketsa menjadi poster dakwah digital.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berlatih Canva. Siapa yang ingat, menu apa yang dipakai untuk membuat unsur desain tepat di tengah?
(Tunggu jawaban: Position, lalu Center.)
Keluarkan sketsa poster yang kalian buat di pertemuan 13.
Sekarang pertanyaan hari ini. Coba pikirkan sejenak:
"Pesan kebaikan apa yang ingin kalian sampaikan kepada teman-teman?"
(Beri waktu 1 menit. Minta 2–3 santri menjawab. Hargai semua jawaban.)
Masya Allah, pesan-pesan yang indah. Hari ini pesan itu akan kalian wujudkan menjadi poster dakwah. Poster terbaik akan dicetak dan dipasang di mading pesantren. Semoga menjadi amal jariyah bagi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dakwah yang baik memiliki empat unsur.
Pertama, PESAN SINGKAT sebagai judul. Satu ajakan saja, agar mudah diingat. Contohnya: Ayo Jaga Kebersihan, atau Muliakan Orang Tuamu.
Kedua, DALIL ATAU HIKMAH. Ayat, hadits, atau nasihat ulama yang mendukung pesan, lengkap dengan sumbernya. Ini sangat penting. Dalil harus benar, tidak boleh salah tulis atau salah sumber. Karena itu, mintalah ustadz memeriksanya.
Ketiga, GAMBAR PENDUKUNG yang sesuai dengan pesan dan sopan.
Keempat, IDENTITAS: nama pembuat dan logo Pondok Pesantren Wihdatul Ummah Poso. Logo pondok menunjukkan bahwa karya ini lahir dari pesantren kita, sekaligus menjadi tanggung jawab kita untuk menjaga nama baik pondok.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poster dakwah di layar.
Nomor 1, pesan singkat sebagai judul: Ayo Sholat Berjamaah.
Nomor 2, gambar pendukung di tengah.
Nomor 3, dalil beserta sumbernya: hadits riwayat Bukhari dan Muslim tentang keutamaan sholat berjamaah 27 derajat.
Nomor 4, identitas: logo pondok dan nama pembuat.
Di sebelah kanan, lihat bagaimana keempat prinsip desain diterapkan: kontras, perataan, pengulangan, dan kedekatan.
Poster kalian tidak harus sama persis dengan contoh ini. Ikuti sketsa dan rencana kalian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Letakkan sketsa kalian di samping komputer. Buka canva.com dan buat desain Poster Portrait baru seperti pekan lalu. Lalu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desain baru Poster Portrait, seperti langkah 1 sampai 3 pekan lalu.
Beri nama desain dengan mengklik tulisan nama di tengah bilah ungu, lalu ketik Poster Dakwah, garis bawah, nama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kanvas kosong, lalu ubah warna latar sesuai rencana.
Tambahkan judul dengan Text, Add a heading. Ketik pesan dakwah kalian. Perbesar ukurannya dan beri warna yang kontras dengan latar.
Jika judul terdiri dari dua baris, kalian boleh memberi warna berbeda pada kata yang paling penting, seperti contoh.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Elements, cari gambar dengan kata kunci sesuai pesan kalian, misalnya masjid, Al-Qur'an, sapu, atau keluarga. Pilih yang tidak bertanda mahkota dan sopan.
Atur ukurannya dari titik pojok, lalu letakkan di tengah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Text, lalu Add a little bit of body text. Ketik dalil atau hikmah yang sudah kalian siapkan.
Di bawahnya, tambahkan satu kotak teks lagi untuk sumbernya, misalnya HR. Bukhari dan Muslim, atau QS. nama surat dan nomor ayat. Buat lebih kecil dan miring. Letakkan dalil dan sumbernya berdekatan, sesuai prinsip kedekatan.
(Berkeliling dan periksa tulisan dalil. Bila ragu, minta santri mengonfirmasi kepada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Sekarang kita memasang identitas pondok.
Klik menu Uploads di kiri, tanda a. Logo Pondok Pesantren Wihdatul Ummah Poso sudah diunggah oleh guru. Klik logo itu, tanda b, dan logo akan masuk ke kanvas.
Jika logo belum tersedia, klik tombol Upload files, lalu pilih file logo yang diberikan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Kecilkan logo dengan menarik titik pojoknya, lalu letakkan di bagian bawah tengah poster.
Di bawah logo, tambahkan teks kecil berisi nama kalian dan kelas, misalnya: Karya Ahmad, Kelas 1 Wustha.
Satu hal penting: logo pondok tidak boleh diubah warnanya, dipotong, atau dibuat gepeng. Logo adalah identitas resmi yang harus dihormati.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Sebelum mengunduh, minta satu teman menilai poster kalian dengan empat prinsip desain, lalu perbaiki jika perlu.
Setelah selesai, klik tombol Share di pojok kanan atas, tanda a. Muncul kotak pilihan. Klik Download,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Pada bagian File type, artinya jenis file, pastikan tertulis PNG, tanda a. PNG adalah jenis file gambar yang tajam, cocok untuk poster.
Klik tombol Download berwarna ungu, tanda b. Tunggu beberapa detik sampai file selesai diunduh.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langkah terakhir. File poster tersimpan di folder Downloads. Kita pindahkan ke folder portofolio, seperti yang kita pelajari di Modul 2.
Buka File Explorer, klik Downloads. Klik kanan file poster, pilih Cut. Lalu buka Documents, Portofolio kalian, folder Desain. Klik kanan di area kosong, pilih Paste.
Alhamdulillah, Poster Dakwah Santri kalian sudah jadi dan tersimpan di portofolio.
(Kumpulkan poster terbaik untuk dicetak dan dipasang di mading setelah diperiksa ustadz.)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kalian dinyatakan selesai jika empat syarat ini terpenuhi.
Satu, memiliki pesan singkat, dalil dengan sumber, dan gambar yang sopan.
Dua, menerapkan empat prinsip desain.
Tiga, memuat logo pondok tanpa diubah, dan nama pembuat.
Empat, tersimpan sebagai PNG di folder Desain.
(Tampilkan beberapa poster di layar. Minta pembuatnya menjelaskan pesan dakwah dan prinsip desain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pesan dakwah jelas?
- dalil benar dan ada sumbernya?
- ada nama dan logo pondok?
- pNG tersimpan di folder Desain?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pesan dakwah dalam postermu?
Pertanyaan kedua: masukan apa yang kamu terima dari teman?
(Minta 2–3 santri menjawab secara bergantian.)
Pesan adab kita hari ini: berdakwahlah dengan ilmu. Pastikan setiap dalil yang ditulis benar, dan sumbernya jelas, sebelum disebarkan. Rasulullah memperingatkan dengan keras orang yang berdusta atas nama beliau. Karena itu, hati-hati dan selalu bertanya kepada ustadz.
Pekan depan: kita masuk Modul 6, membuat presentasi dengan Google Slides. Alhamdulillah, Modul 5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1.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slideLayout" Target="../slideLayouts/slideLayout1.xml"/><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image" Target="../media/image-28-16.png"/><Relationship Id="rId17" Type="http://schemas.openxmlformats.org/officeDocument/2006/relationships/image" Target="../media/image-28-17.png"/><Relationship Id="rId18" Type="http://schemas.openxmlformats.org/officeDocument/2006/relationships/image" Target="../media/image-28-18.png"/><Relationship Id="rId19" Type="http://schemas.openxmlformats.org/officeDocument/2006/relationships/image" Target="../media/image-28-19.png"/><Relationship Id="rId20" Type="http://schemas.openxmlformats.org/officeDocument/2006/relationships/image" Target="../media/image-28-20.png"/><Relationship Id="rId21" Type="http://schemas.openxmlformats.org/officeDocument/2006/relationships/slideLayout" Target="../slideLayouts/slideLayout1.xml"/><Relationship Id="rId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slideLayout" Target="../slideLayouts/slideLayout1.xml"/><Relationship Id="rId1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slideLayout" Target="../slideLayouts/slideLayout1.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2.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slideLayout" Target="../slideLayouts/slideLayout1.xml"/><Relationship Id="rId1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slideLayout" Target="../slideLayouts/slideLayout1.xml"/><Relationship Id="rId1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11.png"/><Relationship Id="rId12" Type="http://schemas.openxmlformats.org/officeDocument/2006/relationships/image" Target="../media/image-42-12.png"/><Relationship Id="rId13" Type="http://schemas.openxmlformats.org/officeDocument/2006/relationships/image" Target="../media/image-42-13.png"/><Relationship Id="rId14" Type="http://schemas.openxmlformats.org/officeDocument/2006/relationships/image" Target="../media/image-42-14.png"/><Relationship Id="rId15" Type="http://schemas.openxmlformats.org/officeDocument/2006/relationships/image" Target="../media/image-42-15.png"/><Relationship Id="rId16" Type="http://schemas.openxmlformats.org/officeDocument/2006/relationships/image" Target="../media/image-42-16.png"/><Relationship Id="rId17" Type="http://schemas.openxmlformats.org/officeDocument/2006/relationships/image" Target="../media/image-42-17.png"/><Relationship Id="rId18" Type="http://schemas.openxmlformats.org/officeDocument/2006/relationships/image" Target="../media/image-42-18.png"/><Relationship Id="rId19" Type="http://schemas.openxmlformats.org/officeDocument/2006/relationships/slideLayout" Target="../slideLayouts/slideLayout1.xml"/><Relationship Id="rId2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image" Target="../media/image-43-11.png"/><Relationship Id="rId12" Type="http://schemas.openxmlformats.org/officeDocument/2006/relationships/image" Target="../media/image-43-12.png"/><Relationship Id="rId13" Type="http://schemas.openxmlformats.org/officeDocument/2006/relationships/slideLayout" Target="../slideLayouts/slideLayout1.xml"/><Relationship Id="rId1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2.png"/><Relationship Id="rId12" Type="http://schemas.openxmlformats.org/officeDocument/2006/relationships/image" Target="../media/image-44-1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slideLayout" Target="../slideLayouts/slideLayout1.xml"/><Relationship Id="rId1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2.png"/><Relationship Id="rId12" Type="http://schemas.openxmlformats.org/officeDocument/2006/relationships/image" Target="../media/image-45-12.png"/><Relationship Id="rId13" Type="http://schemas.openxmlformats.org/officeDocument/2006/relationships/image" Target="../media/image-45-13.png"/><Relationship Id="rId14" Type="http://schemas.openxmlformats.org/officeDocument/2006/relationships/slideLayout" Target="../slideLayouts/slideLayout1.xml"/><Relationship Id="rId1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image" Target="../media/image-46-10.png"/><Relationship Id="rId11" Type="http://schemas.openxmlformats.org/officeDocument/2006/relationships/image" Target="../media/image-46-2.png"/><Relationship Id="rId12" Type="http://schemas.openxmlformats.org/officeDocument/2006/relationships/image" Target="../media/image-46-12.png"/><Relationship Id="rId13" Type="http://schemas.openxmlformats.org/officeDocument/2006/relationships/image" Target="../media/image-46-13.png"/><Relationship Id="rId14" Type="http://schemas.openxmlformats.org/officeDocument/2006/relationships/image" Target="../media/image-46-14.png"/><Relationship Id="rId15" Type="http://schemas.openxmlformats.org/officeDocument/2006/relationships/slideLayout" Target="../slideLayouts/slideLayout1.xml"/><Relationship Id="rId1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image" Target="../media/image-47-2.png"/><Relationship Id="rId12" Type="http://schemas.openxmlformats.org/officeDocument/2006/relationships/image" Target="../media/image-47-12.png"/><Relationship Id="rId13" Type="http://schemas.openxmlformats.org/officeDocument/2006/relationships/image" Target="../media/image-47-13.png"/><Relationship Id="rId14" Type="http://schemas.openxmlformats.org/officeDocument/2006/relationships/image" Target="../media/image-47-14.png"/><Relationship Id="rId15" Type="http://schemas.openxmlformats.org/officeDocument/2006/relationships/slideLayout" Target="../slideLayouts/slideLayout1.xml"/><Relationship Id="rId1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image" Target="../media/image-48-9.png"/><Relationship Id="rId10" Type="http://schemas.openxmlformats.org/officeDocument/2006/relationships/image" Target="../media/image-48-10.png"/><Relationship Id="rId11" Type="http://schemas.openxmlformats.org/officeDocument/2006/relationships/slideLayout" Target="../slideLayouts/slideLayout1.xml"/><Relationship Id="rId1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5</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Desain Digital</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Poster Dakwah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prinsip desain, warna, dan tipografi, lalu membuat poster dakwah yang indah dan bermanfaat menggunakan Canva versi gratis.</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13</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Prinsip Desain &amp; Tipografi</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14</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Canva</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15</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Poster Dakwah Santri</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Canva Free (canva.com), browser, akun Canva milik pesantren, kertas dan pensil untuk sketsa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Prinsip Desain &amp; Tipografi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Rahasia tampilan yang enak dilihat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Desain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Coba lihat dua poster ini nanti. Menurut kalian, apa yang membuat sebuah poster enak dilihat?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4 prinsip dasar desain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Memilih warna dan huruf yang serasi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Menilai poster dan membuat sketsa rancangan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Bandingkan Dua Poster Ini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822960" y="1143000"/>
            <a:ext cx="2377440" cy="3291840"/>
          </a:xfrm>
          <a:prstGeom prst="rect">
            <a:avLst/>
          </a:prstGeom>
          <a:solidFill>
            <a:srgbClr val="FF00FF"/>
          </a:solidFill>
          <a:ln w="12700">
            <a:solidFill>
              <a:srgbClr val="FF00FF"/>
            </a:solidFill>
            <a:prstDash val="solid"/>
          </a:ln>
        </p:spPr>
      </p:sp>
      <p:sp>
        <p:nvSpPr>
          <p:cNvPr id="10" name="Text 6"/>
          <p:cNvSpPr txBox="1"/>
          <p:nvPr/>
        </p:nvSpPr>
        <p:spPr>
          <a:xfrm>
            <a:off x="868680" y="1234440"/>
            <a:ext cx="1188720" cy="274320"/>
          </a:xfrm>
          <a:prstGeom prst="rect">
            <a:avLst/>
          </a:prstGeom>
          <a:noFill/>
          <a:ln/>
        </p:spPr>
        <p:txBody>
          <a:bodyPr wrap="square" lIns="0" tIns="0" rIns="0" bIns="0" rtlCol="0" anchor="t"/>
          <a:lstStyle/>
          <a:p>
            <a:pPr indent="0" marL="0">
              <a:buNone/>
            </a:pPr>
            <a:r>
              <a:rPr lang="en-US" sz="1100" dirty="0">
                <a:solidFill>
                  <a:srgbClr val="FFFF00"/>
                </a:solidFill>
                <a:latin typeface="Courier New" pitchFamily="34" charset="0"/>
                <a:ea typeface="Courier New" pitchFamily="34" charset="-122"/>
                <a:cs typeface="Courier New" pitchFamily="34" charset="-120"/>
              </a:rPr>
              <a:t>Ayo Sholat</a:t>
            </a:r>
            <a:endParaRPr lang="en-US" sz="1100" dirty="0"/>
          </a:p>
        </p:txBody>
      </p:sp>
      <p:sp>
        <p:nvSpPr>
          <p:cNvPr id="11" name="Text 7"/>
          <p:cNvSpPr txBox="1"/>
          <p:nvPr/>
        </p:nvSpPr>
        <p:spPr>
          <a:xfrm>
            <a:off x="1892808" y="1463040"/>
            <a:ext cx="1188720" cy="274320"/>
          </a:xfrm>
          <a:prstGeom prst="rect">
            <a:avLst/>
          </a:prstGeom>
          <a:noFill/>
          <a:ln/>
        </p:spPr>
        <p:txBody>
          <a:bodyPr wrap="square" lIns="0" tIns="0" rIns="0" bIns="0" rtlCol="0" anchor="t"/>
          <a:lstStyle/>
          <a:p>
            <a:pPr indent="0" marL="0">
              <a:buNone/>
            </a:pPr>
            <a:r>
              <a:rPr lang="en-US" sz="1300" b="1" dirty="0">
                <a:solidFill>
                  <a:srgbClr val="00FF00"/>
                </a:solidFill>
                <a:latin typeface="Times New Roman" pitchFamily="34" charset="0"/>
                <a:ea typeface="Times New Roman" pitchFamily="34" charset="-122"/>
                <a:cs typeface="Times New Roman" pitchFamily="34" charset="-120"/>
              </a:rPr>
              <a:t>BERJAMAAH</a:t>
            </a:r>
            <a:endParaRPr lang="en-US" sz="1300" dirty="0"/>
          </a:p>
        </p:txBody>
      </p:sp>
      <p:sp>
        <p:nvSpPr>
          <p:cNvPr id="12" name="Text 8"/>
          <p:cNvSpPr txBox="1"/>
          <p:nvPr/>
        </p:nvSpPr>
        <p:spPr>
          <a:xfrm>
            <a:off x="914400" y="2295144"/>
            <a:ext cx="1664208" cy="987552"/>
          </a:xfrm>
          <a:prstGeom prst="rect">
            <a:avLst/>
          </a:prstGeom>
          <a:noFill/>
          <a:ln/>
        </p:spPr>
        <p:txBody>
          <a:bodyPr wrap="square" lIns="0" tIns="0" rIns="0" bIns="0" rtlCol="0" anchor="t"/>
          <a:lstStyle/>
          <a:p>
            <a:pPr indent="0" marL="0">
              <a:buNone/>
            </a:pPr>
            <a:r>
              <a:rPr lang="en-US" sz="700" i="1" dirty="0">
                <a:solidFill>
                  <a:srgbClr val="00FFFF"/>
                </a:solidFill>
                <a:latin typeface="Calibri" pitchFamily="34" charset="0"/>
                <a:ea typeface="Calibri" pitchFamily="34" charset="-122"/>
                <a:cs typeface="Calibri" pitchFamily="34" charset="-120"/>
              </a:rPr>
              <a:t>di masjid tepat waktu ya teman teman semua jangan sampai terlambat karena sholat berjamaah itu pahalanya 27 derajat</a:t>
            </a:r>
            <a:endParaRPr lang="en-US" sz="700" dirty="0"/>
          </a:p>
        </p:txBody>
      </p:sp>
      <p:sp>
        <p:nvSpPr>
          <p:cNvPr id="13" name="Shape 9"/>
          <p:cNvSpPr/>
          <p:nvPr/>
        </p:nvSpPr>
        <p:spPr>
          <a:xfrm>
            <a:off x="2249424" y="2953512"/>
            <a:ext cx="832104" cy="832104"/>
          </a:xfrm>
          <a:prstGeom prst="ellipse">
            <a:avLst/>
          </a:prstGeom>
          <a:solidFill>
            <a:srgbClr val="FFA500"/>
          </a:solidFill>
          <a:ln/>
        </p:spPr>
      </p:sp>
      <p:sp>
        <p:nvSpPr>
          <p:cNvPr id="14" name="Text 10"/>
          <p:cNvSpPr txBox="1"/>
          <p:nvPr/>
        </p:nvSpPr>
        <p:spPr>
          <a:xfrm>
            <a:off x="868680" y="4160520"/>
            <a:ext cx="950976" cy="228600"/>
          </a:xfrm>
          <a:prstGeom prst="rect">
            <a:avLst/>
          </a:prstGeom>
          <a:noFill/>
          <a:ln/>
        </p:spPr>
        <p:txBody>
          <a:bodyPr wrap="square" lIns="0" tIns="0" rIns="0" bIns="0" rtlCol="0" anchor="t"/>
          <a:lstStyle/>
          <a:p>
            <a:pPr indent="0" marL="0">
              <a:buNone/>
            </a:pPr>
            <a:r>
              <a:rPr lang="en-US" sz="700" dirty="0">
                <a:solidFill>
                  <a:srgbClr val="FFFFFF"/>
                </a:solidFill>
                <a:latin typeface="Courier New" pitchFamily="34" charset="0"/>
                <a:ea typeface="Courier New" pitchFamily="34" charset="-122"/>
                <a:cs typeface="Courier New" pitchFamily="34" charset="-120"/>
              </a:rPr>
              <a:t>Kelas 1</a:t>
            </a:r>
            <a:endParaRPr lang="en-US" sz="700" dirty="0"/>
          </a:p>
        </p:txBody>
      </p:sp>
      <p:sp>
        <p:nvSpPr>
          <p:cNvPr id="15" name="Shape 11"/>
          <p:cNvSpPr/>
          <p:nvPr/>
        </p:nvSpPr>
        <p:spPr>
          <a:xfrm>
            <a:off x="3840480" y="1143000"/>
            <a:ext cx="2377440" cy="3291840"/>
          </a:xfrm>
          <a:prstGeom prst="rect">
            <a:avLst/>
          </a:prstGeom>
          <a:solidFill>
            <a:srgbClr val="0F4C3A"/>
          </a:solidFill>
          <a:ln w="12700">
            <a:solidFill>
              <a:srgbClr val="0F4C3A"/>
            </a:solidFill>
            <a:prstDash val="solid"/>
          </a:ln>
        </p:spPr>
      </p:sp>
      <p:sp>
        <p:nvSpPr>
          <p:cNvPr id="16" name="Text 12"/>
          <p:cNvSpPr txBox="1"/>
          <p:nvPr/>
        </p:nvSpPr>
        <p:spPr>
          <a:xfrm>
            <a:off x="3840480" y="1406347"/>
            <a:ext cx="2377440" cy="292608"/>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AYO SHOLAT</a:t>
            </a:r>
            <a:endParaRPr lang="en-US" sz="1500" dirty="0"/>
          </a:p>
        </p:txBody>
      </p:sp>
      <p:sp>
        <p:nvSpPr>
          <p:cNvPr id="17" name="Text 13"/>
          <p:cNvSpPr txBox="1"/>
          <p:nvPr/>
        </p:nvSpPr>
        <p:spPr>
          <a:xfrm>
            <a:off x="3840480" y="1680667"/>
            <a:ext cx="2377440" cy="292608"/>
          </a:xfrm>
          <a:prstGeom prst="rect">
            <a:avLst/>
          </a:prstGeom>
          <a:noFill/>
          <a:ln/>
        </p:spPr>
        <p:txBody>
          <a:bodyPr wrap="square" lIns="0" tIns="0" rIns="0" bIns="0" rtlCol="0" anchor="t"/>
          <a:lstStyle/>
          <a:p>
            <a:pPr algn="ctr" indent="0" marL="0">
              <a:buNone/>
            </a:pPr>
            <a:r>
              <a:rPr lang="en-US" sz="1500" b="1" dirty="0">
                <a:solidFill>
                  <a:srgbClr val="D4A017"/>
                </a:solidFill>
                <a:latin typeface="Arial" pitchFamily="34" charset="0"/>
                <a:ea typeface="Arial" pitchFamily="34" charset="-122"/>
                <a:cs typeface="Arial" pitchFamily="34" charset="-120"/>
              </a:rPr>
              <a:t>BERJAMAAH</a:t>
            </a:r>
            <a:endParaRPr lang="en-US" sz="1500" dirty="0"/>
          </a:p>
        </p:txBody>
      </p:sp>
      <p:sp>
        <p:nvSpPr>
          <p:cNvPr id="18" name="Shape 14"/>
          <p:cNvSpPr/>
          <p:nvPr/>
        </p:nvSpPr>
        <p:spPr>
          <a:xfrm>
            <a:off x="4315968" y="2229307"/>
            <a:ext cx="1426464" cy="987552"/>
          </a:xfrm>
          <a:prstGeom prst="roundRect">
            <a:avLst>
              <a:gd name="adj" fmla="val 4630"/>
            </a:avLst>
          </a:prstGeom>
          <a:solidFill>
            <a:srgbClr val="1F7A5C"/>
          </a:solidFill>
          <a:ln w="12700">
            <a:solidFill>
              <a:srgbClr val="1F7A5C"/>
            </a:solidFill>
            <a:prstDash val="solid"/>
          </a:ln>
        </p:spPr>
      </p:sp>
      <p:pic>
        <p:nvPicPr>
          <p:cNvPr id="19" name="Image 2" descr="preencoded.png">    </p:cNvPr>
          <p:cNvPicPr>
            <a:picLocks noChangeAspect="1"/>
          </p:cNvPicPr>
          <p:nvPr/>
        </p:nvPicPr>
        <p:blipFill>
          <a:blip r:embed="rId3"/>
          <a:stretch>
            <a:fillRect/>
          </a:stretch>
        </p:blipFill>
        <p:spPr>
          <a:xfrm>
            <a:off x="4800600" y="2393899"/>
            <a:ext cx="457200" cy="457200"/>
          </a:xfrm>
          <a:prstGeom prst="rect">
            <a:avLst/>
          </a:prstGeom>
        </p:spPr>
      </p:pic>
      <p:sp>
        <p:nvSpPr>
          <p:cNvPr id="20" name="Text 15"/>
          <p:cNvSpPr txBox="1"/>
          <p:nvPr/>
        </p:nvSpPr>
        <p:spPr>
          <a:xfrm>
            <a:off x="3977640" y="3348533"/>
            <a:ext cx="2103120" cy="411480"/>
          </a:xfrm>
          <a:prstGeom prst="rect">
            <a:avLst/>
          </a:prstGeom>
          <a:noFill/>
          <a:ln/>
        </p:spPr>
        <p:txBody>
          <a:bodyPr wrap="square" lIns="0" tIns="0" rIns="0" bIns="0" rtlCol="0" anchor="t"/>
          <a:lstStyle/>
          <a:p>
            <a:pPr algn="ctr" indent="0" marL="0">
              <a:buNone/>
            </a:pPr>
            <a:r>
              <a:rPr lang="en-US" sz="800" dirty="0">
                <a:solidFill>
                  <a:srgbClr val="FFFFFF"/>
                </a:solidFill>
                <a:latin typeface="Arial" pitchFamily="34" charset="0"/>
                <a:ea typeface="Arial" pitchFamily="34" charset="-122"/>
                <a:cs typeface="Arial" pitchFamily="34" charset="-120"/>
              </a:rPr>
              <a:t>Pahalanya 27 derajat lebih utama dari sholat sendirian.</a:t>
            </a:r>
            <a:endParaRPr lang="en-US" sz="800" dirty="0"/>
          </a:p>
        </p:txBody>
      </p:sp>
      <p:sp>
        <p:nvSpPr>
          <p:cNvPr id="21" name="Text 16"/>
          <p:cNvSpPr txBox="1"/>
          <p:nvPr/>
        </p:nvSpPr>
        <p:spPr>
          <a:xfrm>
            <a:off x="3840480" y="3776472"/>
            <a:ext cx="2377440" cy="182880"/>
          </a:xfrm>
          <a:prstGeom prst="rect">
            <a:avLst/>
          </a:prstGeom>
          <a:noFill/>
          <a:ln/>
        </p:spPr>
        <p:txBody>
          <a:bodyPr wrap="square" lIns="0" tIns="0" rIns="0" bIns="0" rtlCol="0" anchor="t"/>
          <a:lstStyle/>
          <a:p>
            <a:pPr algn="ctr" indent="0" marL="0">
              <a:buNone/>
            </a:pPr>
            <a:r>
              <a:rPr lang="en-US" sz="650" i="1" dirty="0">
                <a:solidFill>
                  <a:srgbClr val="BFE3D3"/>
                </a:solidFill>
                <a:latin typeface="Arial" pitchFamily="34" charset="0"/>
                <a:ea typeface="Arial" pitchFamily="34" charset="-122"/>
                <a:cs typeface="Arial" pitchFamily="34" charset="-120"/>
              </a:rPr>
              <a:t>(HR. Bukhari dan Muslim)</a:t>
            </a:r>
            <a:endParaRPr lang="en-US" sz="650" dirty="0"/>
          </a:p>
        </p:txBody>
      </p:sp>
      <p:sp>
        <p:nvSpPr>
          <p:cNvPr id="22" name="Text 17"/>
          <p:cNvSpPr txBox="1"/>
          <p:nvPr/>
        </p:nvSpPr>
        <p:spPr>
          <a:xfrm>
            <a:off x="3840480" y="4178808"/>
            <a:ext cx="2377440" cy="182880"/>
          </a:xfrm>
          <a:prstGeom prst="rect">
            <a:avLst/>
          </a:prstGeom>
          <a:noFill/>
          <a:ln/>
        </p:spPr>
        <p:txBody>
          <a:bodyPr wrap="square" lIns="0" tIns="0" rIns="0" bIns="0" rtlCol="0" anchor="t"/>
          <a:lstStyle/>
          <a:p>
            <a:pPr algn="ctr" indent="0" marL="0">
              <a:buNone/>
            </a:pPr>
            <a:r>
              <a:rPr lang="en-US" sz="600" dirty="0">
                <a:solidFill>
                  <a:srgbClr val="BFE3D3"/>
                </a:solidFill>
                <a:latin typeface="Arial" pitchFamily="34" charset="0"/>
                <a:ea typeface="Arial" pitchFamily="34" charset="-122"/>
                <a:cs typeface="Arial" pitchFamily="34" charset="-120"/>
              </a:rPr>
              <a:t>Santri Kelas 1 · PP Wihdatul Ummah Poso</a:t>
            </a:r>
            <a:endParaRPr lang="en-US" sz="600" dirty="0"/>
          </a:p>
        </p:txBody>
      </p:sp>
      <p:sp>
        <p:nvSpPr>
          <p:cNvPr id="23" name="Text 18"/>
          <p:cNvSpPr txBox="1"/>
          <p:nvPr/>
        </p:nvSpPr>
        <p:spPr>
          <a:xfrm>
            <a:off x="822960" y="4462272"/>
            <a:ext cx="2377440" cy="228600"/>
          </a:xfrm>
          <a:prstGeom prst="rect">
            <a:avLst/>
          </a:prstGeom>
          <a:noFill/>
          <a:ln/>
        </p:spPr>
        <p:txBody>
          <a:bodyPr wrap="square" lIns="0" tIns="0" rIns="0" bIns="0" rtlCol="0" anchor="t"/>
          <a:lstStyle/>
          <a:p>
            <a:pPr algn="ctr" indent="0" marL="0">
              <a:buNone/>
            </a:pPr>
            <a:r>
              <a:rPr lang="en-US" sz="1200" b="1" dirty="0">
                <a:solidFill>
                  <a:srgbClr val="E53935"/>
                </a:solidFill>
                <a:latin typeface="Calibri" pitchFamily="34" charset="0"/>
                <a:ea typeface="Calibri" pitchFamily="34" charset="-122"/>
                <a:cs typeface="Calibri" pitchFamily="34" charset="-120"/>
              </a:rPr>
              <a:t>Poster A</a:t>
            </a:r>
            <a:endParaRPr lang="en-US" sz="1200" dirty="0"/>
          </a:p>
        </p:txBody>
      </p:sp>
      <p:sp>
        <p:nvSpPr>
          <p:cNvPr id="24" name="Text 19"/>
          <p:cNvSpPr txBox="1"/>
          <p:nvPr/>
        </p:nvSpPr>
        <p:spPr>
          <a:xfrm>
            <a:off x="3840480" y="4462272"/>
            <a:ext cx="2377440" cy="228600"/>
          </a:xfrm>
          <a:prstGeom prst="rect">
            <a:avLst/>
          </a:prstGeom>
          <a:noFill/>
          <a:ln/>
        </p:spPr>
        <p:txBody>
          <a:bodyPr wrap="square" lIns="0" tIns="0" rIns="0" bIns="0" rtlCol="0" anchor="t"/>
          <a:lstStyle/>
          <a:p>
            <a:pPr algn="ctr" indent="0" marL="0">
              <a:buNone/>
            </a:pPr>
            <a:r>
              <a:rPr lang="en-US" sz="1200" b="1" dirty="0">
                <a:solidFill>
                  <a:srgbClr val="1F7A5C"/>
                </a:solidFill>
                <a:latin typeface="Calibri" pitchFamily="34" charset="0"/>
                <a:ea typeface="Calibri" pitchFamily="34" charset="-122"/>
                <a:cs typeface="Calibri" pitchFamily="34" charset="-120"/>
              </a:rPr>
              <a:t>Poster B</a:t>
            </a:r>
            <a:endParaRPr lang="en-US" sz="1200" dirty="0"/>
          </a:p>
        </p:txBody>
      </p:sp>
      <p:sp>
        <p:nvSpPr>
          <p:cNvPr id="25" name="Shape 20"/>
          <p:cNvSpPr/>
          <p:nvPr/>
        </p:nvSpPr>
        <p:spPr>
          <a:xfrm>
            <a:off x="6629400" y="1143000"/>
            <a:ext cx="2057400" cy="3291840"/>
          </a:xfrm>
          <a:prstGeom prst="roundRect">
            <a:avLst>
              <a:gd name="adj" fmla="val 5333"/>
            </a:avLst>
          </a:prstGeom>
          <a:solidFill>
            <a:srgbClr val="E6F2EC"/>
          </a:solidFill>
          <a:ln w="12700">
            <a:solidFill>
              <a:srgbClr val="E6F2EC"/>
            </a:solidFill>
            <a:prstDash val="solid"/>
          </a:ln>
        </p:spPr>
      </p:sp>
      <p:sp>
        <p:nvSpPr>
          <p:cNvPr id="26" name="Text 21"/>
          <p:cNvSpPr txBox="1"/>
          <p:nvPr/>
        </p:nvSpPr>
        <p:spPr>
          <a:xfrm>
            <a:off x="6766560" y="1280160"/>
            <a:ext cx="1828800" cy="301752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Mana yang lebih mudah dibaca dari jauh?</a:t>
            </a:r>
            <a:endParaRPr lang="en-US" sz="1400" dirty="0"/>
          </a:p>
          <a:p>
            <a:pPr indent="0" marL="0">
              <a:buNone/>
            </a:pPr>
            <a:endParaRPr lang="en-US" sz="1400" dirty="0"/>
          </a:p>
          <a:p>
            <a:pPr indent="0" marL="0">
              <a:buNone/>
            </a:pPr>
            <a:r>
              <a:rPr lang="en-US" sz="1400" b="1" dirty="0">
                <a:solidFill>
                  <a:srgbClr val="0F4C3A"/>
                </a:solidFill>
                <a:latin typeface="Cambria" pitchFamily="34" charset="0"/>
                <a:ea typeface="Cambria" pitchFamily="34" charset="-122"/>
                <a:cs typeface="Cambria" pitchFamily="34" charset="-120"/>
              </a:rPr>
              <a:t>Mana yang pesannya lebih cepat dipahami?</a:t>
            </a:r>
            <a:endParaRPr lang="en-US" sz="1400" dirty="0"/>
          </a:p>
          <a:p>
            <a:pPr indent="0" marL="0">
              <a:buNone/>
            </a:pPr>
            <a:endParaRPr lang="en-US" sz="1400" dirty="0"/>
          </a:p>
          <a:p>
            <a:pPr indent="0" marL="0">
              <a:buNone/>
            </a:pPr>
            <a:r>
              <a:rPr lang="en-US" sz="1400" b="1" dirty="0">
                <a:solidFill>
                  <a:srgbClr val="0F4C3A"/>
                </a:solidFill>
                <a:latin typeface="Cambria" pitchFamily="34" charset="0"/>
                <a:ea typeface="Cambria" pitchFamily="34" charset="-122"/>
                <a:cs typeface="Cambria" pitchFamily="34" charset="-120"/>
              </a:rPr>
              <a:t>Mengapa?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Prinsip 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Kontras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Bedakan yang penting: judul besar dan tebal, warna teks kontras dengan latar.</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Perataan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Semua unsur disusun sejajar pada garis yang sama, tidak asal diletakkan.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Pengulangan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Warna, huruf, dan bentuk yang sama diulang agar tampak satu kesatuan.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Kedekatan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Unsur yang berhubungan didekatkan; yang tidak berhubungan diberi jarak.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Warna dan Huruf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2–3 Warna Saja</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warna utama, satu warna pendukung, satu warna penegas.</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Kontras Tinggi</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Gelap di atas terang, atau terang di atas gelap. Hindari kuning di atas putih.</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Maksimal 2 Jenis Huruf</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untuk judul, satu untuk isi. Pilih yang mudah dibaca.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Ukuran Bertingkat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Judul paling besar, subjudul sedang, isi paling kecil.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Menilai Poster dan Membuat Sketsa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Praktik dengan kertas dan pensil</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Menilai Poster A dan B</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sketsa poster dakwah</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Menilai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783080" y="1051560"/>
            <a:ext cx="2560320" cy="3611880"/>
          </a:xfrm>
          <a:prstGeom prst="rect">
            <a:avLst/>
          </a:prstGeom>
          <a:solidFill>
            <a:srgbClr val="FF00FF"/>
          </a:solidFill>
          <a:ln w="12700">
            <a:solidFill>
              <a:srgbClr val="FF00FF"/>
            </a:solidFill>
            <a:prstDash val="solid"/>
          </a:ln>
        </p:spPr>
      </p:sp>
      <p:sp>
        <p:nvSpPr>
          <p:cNvPr id="10" name="Text 6"/>
          <p:cNvSpPr txBox="1"/>
          <p:nvPr/>
        </p:nvSpPr>
        <p:spPr>
          <a:xfrm>
            <a:off x="1828800" y="1143000"/>
            <a:ext cx="1280160" cy="274320"/>
          </a:xfrm>
          <a:prstGeom prst="rect">
            <a:avLst/>
          </a:prstGeom>
          <a:noFill/>
          <a:ln/>
        </p:spPr>
        <p:txBody>
          <a:bodyPr wrap="square" lIns="0" tIns="0" rIns="0" bIns="0" rtlCol="0" anchor="t"/>
          <a:lstStyle/>
          <a:p>
            <a:pPr indent="0" marL="0">
              <a:buNone/>
            </a:pPr>
            <a:r>
              <a:rPr lang="en-US" sz="1100" dirty="0">
                <a:solidFill>
                  <a:srgbClr val="FFFF00"/>
                </a:solidFill>
                <a:latin typeface="Courier New" pitchFamily="34" charset="0"/>
                <a:ea typeface="Courier New" pitchFamily="34" charset="-122"/>
                <a:cs typeface="Courier New" pitchFamily="34" charset="-120"/>
              </a:rPr>
              <a:t>Ayo Sholat</a:t>
            </a:r>
            <a:endParaRPr lang="en-US" sz="1100" dirty="0"/>
          </a:p>
        </p:txBody>
      </p:sp>
      <p:sp>
        <p:nvSpPr>
          <p:cNvPr id="11" name="Text 7"/>
          <p:cNvSpPr txBox="1"/>
          <p:nvPr/>
        </p:nvSpPr>
        <p:spPr>
          <a:xfrm>
            <a:off x="2935224" y="1371600"/>
            <a:ext cx="1280160" cy="274320"/>
          </a:xfrm>
          <a:prstGeom prst="rect">
            <a:avLst/>
          </a:prstGeom>
          <a:noFill/>
          <a:ln/>
        </p:spPr>
        <p:txBody>
          <a:bodyPr wrap="square" lIns="0" tIns="0" rIns="0" bIns="0" rtlCol="0" anchor="t"/>
          <a:lstStyle/>
          <a:p>
            <a:pPr indent="0" marL="0">
              <a:buNone/>
            </a:pPr>
            <a:r>
              <a:rPr lang="en-US" sz="1300" b="1" dirty="0">
                <a:solidFill>
                  <a:srgbClr val="00FF00"/>
                </a:solidFill>
                <a:latin typeface="Times New Roman" pitchFamily="34" charset="0"/>
                <a:ea typeface="Times New Roman" pitchFamily="34" charset="-122"/>
                <a:cs typeface="Times New Roman" pitchFamily="34" charset="-120"/>
              </a:rPr>
              <a:t>BERJAMAAH</a:t>
            </a:r>
            <a:endParaRPr lang="en-US" sz="1300" dirty="0"/>
          </a:p>
        </p:txBody>
      </p:sp>
      <p:sp>
        <p:nvSpPr>
          <p:cNvPr id="12" name="Text 8"/>
          <p:cNvSpPr txBox="1"/>
          <p:nvPr/>
        </p:nvSpPr>
        <p:spPr>
          <a:xfrm>
            <a:off x="1874520" y="2315718"/>
            <a:ext cx="1792224" cy="1083564"/>
          </a:xfrm>
          <a:prstGeom prst="rect">
            <a:avLst/>
          </a:prstGeom>
          <a:noFill/>
          <a:ln/>
        </p:spPr>
        <p:txBody>
          <a:bodyPr wrap="square" lIns="0" tIns="0" rIns="0" bIns="0" rtlCol="0" anchor="t"/>
          <a:lstStyle/>
          <a:p>
            <a:pPr indent="0" marL="0">
              <a:buNone/>
            </a:pPr>
            <a:r>
              <a:rPr lang="en-US" sz="700" i="1" dirty="0">
                <a:solidFill>
                  <a:srgbClr val="00FFFF"/>
                </a:solidFill>
                <a:latin typeface="Calibri" pitchFamily="34" charset="0"/>
                <a:ea typeface="Calibri" pitchFamily="34" charset="-122"/>
                <a:cs typeface="Calibri" pitchFamily="34" charset="-120"/>
              </a:rPr>
              <a:t>di masjid tepat waktu ya teman teman semua jangan sampai terlambat karena sholat berjamaah itu pahalanya 27 derajat</a:t>
            </a:r>
            <a:endParaRPr lang="en-US" sz="700" dirty="0"/>
          </a:p>
        </p:txBody>
      </p:sp>
      <p:sp>
        <p:nvSpPr>
          <p:cNvPr id="13" name="Shape 9"/>
          <p:cNvSpPr/>
          <p:nvPr/>
        </p:nvSpPr>
        <p:spPr>
          <a:xfrm>
            <a:off x="3319272" y="3038094"/>
            <a:ext cx="896112" cy="896112"/>
          </a:xfrm>
          <a:prstGeom prst="ellipse">
            <a:avLst/>
          </a:prstGeom>
          <a:solidFill>
            <a:srgbClr val="FFA500"/>
          </a:solidFill>
          <a:ln/>
        </p:spPr>
      </p:sp>
      <p:sp>
        <p:nvSpPr>
          <p:cNvPr id="14" name="Text 10"/>
          <p:cNvSpPr txBox="1"/>
          <p:nvPr/>
        </p:nvSpPr>
        <p:spPr>
          <a:xfrm>
            <a:off x="1828800" y="4389120"/>
            <a:ext cx="1024128" cy="228600"/>
          </a:xfrm>
          <a:prstGeom prst="rect">
            <a:avLst/>
          </a:prstGeom>
          <a:noFill/>
          <a:ln/>
        </p:spPr>
        <p:txBody>
          <a:bodyPr wrap="square" lIns="0" tIns="0" rIns="0" bIns="0" rtlCol="0" anchor="t"/>
          <a:lstStyle/>
          <a:p>
            <a:pPr indent="0" marL="0">
              <a:buNone/>
            </a:pPr>
            <a:r>
              <a:rPr lang="en-US" sz="700" dirty="0">
                <a:solidFill>
                  <a:srgbClr val="FFFFFF"/>
                </a:solidFill>
                <a:latin typeface="Courier New" pitchFamily="34" charset="0"/>
                <a:ea typeface="Courier New" pitchFamily="34" charset="-122"/>
                <a:cs typeface="Courier New" pitchFamily="34" charset="-120"/>
              </a:rPr>
              <a:t>Kelas 1</a:t>
            </a:r>
            <a:endParaRPr lang="en-US" sz="700" dirty="0"/>
          </a:p>
        </p:txBody>
      </p:sp>
      <p:sp>
        <p:nvSpPr>
          <p:cNvPr id="15" name="Shape 11"/>
          <p:cNvSpPr/>
          <p:nvPr/>
        </p:nvSpPr>
        <p:spPr>
          <a:xfrm>
            <a:off x="1600200" y="1097280"/>
            <a:ext cx="292608" cy="292608"/>
          </a:xfrm>
          <a:prstGeom prst="ellipse">
            <a:avLst/>
          </a:prstGeom>
          <a:solidFill>
            <a:srgbClr val="E53935"/>
          </a:solidFill>
          <a:ln w="12700">
            <a:solidFill>
              <a:srgbClr val="FFFFFF"/>
            </a:solidFill>
            <a:prstDash val="solid"/>
          </a:ln>
        </p:spPr>
      </p:sp>
      <p:sp>
        <p:nvSpPr>
          <p:cNvPr id="16" name="Text 12"/>
          <p:cNvSpPr txBox="1"/>
          <p:nvPr/>
        </p:nvSpPr>
        <p:spPr>
          <a:xfrm>
            <a:off x="1600200" y="10972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Shape 13"/>
          <p:cNvSpPr/>
          <p:nvPr/>
        </p:nvSpPr>
        <p:spPr>
          <a:xfrm>
            <a:off x="4297680" y="1371600"/>
            <a:ext cx="292608" cy="292608"/>
          </a:xfrm>
          <a:prstGeom prst="ellipse">
            <a:avLst/>
          </a:prstGeom>
          <a:solidFill>
            <a:srgbClr val="E53935"/>
          </a:solidFill>
          <a:ln w="12700">
            <a:solidFill>
              <a:srgbClr val="FFFFFF"/>
            </a:solidFill>
            <a:prstDash val="solid"/>
          </a:ln>
        </p:spPr>
      </p:sp>
      <p:sp>
        <p:nvSpPr>
          <p:cNvPr id="18" name="Text 14"/>
          <p:cNvSpPr txBox="1"/>
          <p:nvPr/>
        </p:nvSpPr>
        <p:spPr>
          <a:xfrm>
            <a:off x="4297680" y="1371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Shape 15"/>
          <p:cNvSpPr/>
          <p:nvPr/>
        </p:nvSpPr>
        <p:spPr>
          <a:xfrm>
            <a:off x="1645920" y="2424074"/>
            <a:ext cx="292608" cy="292608"/>
          </a:xfrm>
          <a:prstGeom prst="ellipse">
            <a:avLst/>
          </a:prstGeom>
          <a:solidFill>
            <a:srgbClr val="E53935"/>
          </a:solidFill>
          <a:ln w="12700">
            <a:solidFill>
              <a:srgbClr val="FFFFFF"/>
            </a:solidFill>
            <a:prstDash val="solid"/>
          </a:ln>
        </p:spPr>
      </p:sp>
      <p:sp>
        <p:nvSpPr>
          <p:cNvPr id="20" name="Text 16"/>
          <p:cNvSpPr txBox="1"/>
          <p:nvPr/>
        </p:nvSpPr>
        <p:spPr>
          <a:xfrm>
            <a:off x="1645920" y="242407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Shape 17"/>
          <p:cNvSpPr/>
          <p:nvPr/>
        </p:nvSpPr>
        <p:spPr>
          <a:xfrm>
            <a:off x="4297680" y="3218688"/>
            <a:ext cx="292608" cy="292608"/>
          </a:xfrm>
          <a:prstGeom prst="ellipse">
            <a:avLst/>
          </a:prstGeom>
          <a:solidFill>
            <a:srgbClr val="E53935"/>
          </a:solidFill>
          <a:ln w="12700">
            <a:solidFill>
              <a:srgbClr val="FFFFFF"/>
            </a:solidFill>
            <a:prstDash val="solid"/>
          </a:ln>
        </p:spPr>
      </p:sp>
      <p:sp>
        <p:nvSpPr>
          <p:cNvPr id="22" name="Text 18"/>
          <p:cNvSpPr txBox="1"/>
          <p:nvPr/>
        </p:nvSpPr>
        <p:spPr>
          <a:xfrm>
            <a:off x="4297680" y="32186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4"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Temukan kesalahan Poster A</a:t>
            </a:r>
            <a:endParaRPr lang="en-US" sz="1800" dirty="0"/>
          </a:p>
        </p:txBody>
      </p:sp>
      <p:sp>
        <p:nvSpPr>
          <p:cNvPr id="25"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di kertas: prinsip desain mana saja yang dilanggar Poster A? Tunjuk bagian yang salah.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Menilai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783080" y="1051560"/>
            <a:ext cx="2560320" cy="3611880"/>
          </a:xfrm>
          <a:prstGeom prst="rect">
            <a:avLst/>
          </a:prstGeom>
          <a:solidFill>
            <a:srgbClr val="0F4C3A"/>
          </a:solidFill>
          <a:ln w="12700">
            <a:solidFill>
              <a:srgbClr val="0F4C3A"/>
            </a:solidFill>
            <a:prstDash val="solid"/>
          </a:ln>
        </p:spPr>
      </p:sp>
      <p:sp>
        <p:nvSpPr>
          <p:cNvPr id="10" name="Text 6"/>
          <p:cNvSpPr txBox="1"/>
          <p:nvPr/>
        </p:nvSpPr>
        <p:spPr>
          <a:xfrm>
            <a:off x="1783080" y="1340510"/>
            <a:ext cx="2560320" cy="292608"/>
          </a:xfrm>
          <a:prstGeom prst="rect">
            <a:avLst/>
          </a:prstGeom>
          <a:noFill/>
          <a:ln/>
        </p:spPr>
        <p:txBody>
          <a:bodyPr wrap="square" lIns="0" tIns="0" rIns="0" bIns="0" rtlCol="0" anchor="t"/>
          <a:lstStyle/>
          <a:p>
            <a:pPr algn="ctr" indent="0" marL="0">
              <a:buNone/>
            </a:pPr>
            <a:r>
              <a:rPr lang="en-US" sz="1500" b="1" dirty="0">
                <a:solidFill>
                  <a:srgbClr val="FFFFFF"/>
                </a:solidFill>
                <a:latin typeface="Arial" pitchFamily="34" charset="0"/>
                <a:ea typeface="Arial" pitchFamily="34" charset="-122"/>
                <a:cs typeface="Arial" pitchFamily="34" charset="-120"/>
              </a:rPr>
              <a:t>AYO SHOLAT</a:t>
            </a:r>
            <a:endParaRPr lang="en-US" sz="1500" dirty="0"/>
          </a:p>
        </p:txBody>
      </p:sp>
      <p:sp>
        <p:nvSpPr>
          <p:cNvPr id="11" name="Text 7"/>
          <p:cNvSpPr txBox="1"/>
          <p:nvPr/>
        </p:nvSpPr>
        <p:spPr>
          <a:xfrm>
            <a:off x="1783080" y="1614830"/>
            <a:ext cx="2560320" cy="292608"/>
          </a:xfrm>
          <a:prstGeom prst="rect">
            <a:avLst/>
          </a:prstGeom>
          <a:noFill/>
          <a:ln/>
        </p:spPr>
        <p:txBody>
          <a:bodyPr wrap="square" lIns="0" tIns="0" rIns="0" bIns="0" rtlCol="0" anchor="t"/>
          <a:lstStyle/>
          <a:p>
            <a:pPr algn="ctr" indent="0" marL="0">
              <a:buNone/>
            </a:pPr>
            <a:r>
              <a:rPr lang="en-US" sz="1500" b="1" dirty="0">
                <a:solidFill>
                  <a:srgbClr val="D4A017"/>
                </a:solidFill>
                <a:latin typeface="Arial" pitchFamily="34" charset="0"/>
                <a:ea typeface="Arial" pitchFamily="34" charset="-122"/>
                <a:cs typeface="Arial" pitchFamily="34" charset="-120"/>
              </a:rPr>
              <a:t>BERJAMAAH</a:t>
            </a:r>
            <a:endParaRPr lang="en-US" sz="1500" dirty="0"/>
          </a:p>
        </p:txBody>
      </p:sp>
      <p:sp>
        <p:nvSpPr>
          <p:cNvPr id="12" name="Shape 8"/>
          <p:cNvSpPr/>
          <p:nvPr/>
        </p:nvSpPr>
        <p:spPr>
          <a:xfrm>
            <a:off x="2295144" y="2243480"/>
            <a:ext cx="1536192" cy="1083564"/>
          </a:xfrm>
          <a:prstGeom prst="roundRect">
            <a:avLst>
              <a:gd name="adj" fmla="val 4219"/>
            </a:avLst>
          </a:prstGeom>
          <a:solidFill>
            <a:srgbClr val="1F7A5C"/>
          </a:solidFill>
          <a:ln w="12700">
            <a:solidFill>
              <a:srgbClr val="1F7A5C"/>
            </a:solidFill>
            <a:prstDash val="solid"/>
          </a:ln>
        </p:spPr>
      </p:sp>
      <p:pic>
        <p:nvPicPr>
          <p:cNvPr id="13" name="Image 2" descr="preencoded.png">    </p:cNvPr>
          <p:cNvPicPr>
            <a:picLocks noChangeAspect="1"/>
          </p:cNvPicPr>
          <p:nvPr/>
        </p:nvPicPr>
        <p:blipFill>
          <a:blip r:embed="rId3"/>
          <a:stretch>
            <a:fillRect/>
          </a:stretch>
        </p:blipFill>
        <p:spPr>
          <a:xfrm>
            <a:off x="2834640" y="2424074"/>
            <a:ext cx="457200" cy="457200"/>
          </a:xfrm>
          <a:prstGeom prst="rect">
            <a:avLst/>
          </a:prstGeom>
        </p:spPr>
      </p:pic>
      <p:sp>
        <p:nvSpPr>
          <p:cNvPr id="14" name="Text 9"/>
          <p:cNvSpPr txBox="1"/>
          <p:nvPr/>
        </p:nvSpPr>
        <p:spPr>
          <a:xfrm>
            <a:off x="1920240" y="3471520"/>
            <a:ext cx="2286000" cy="411480"/>
          </a:xfrm>
          <a:prstGeom prst="rect">
            <a:avLst/>
          </a:prstGeom>
          <a:noFill/>
          <a:ln/>
        </p:spPr>
        <p:txBody>
          <a:bodyPr wrap="square" lIns="0" tIns="0" rIns="0" bIns="0" rtlCol="0" anchor="t"/>
          <a:lstStyle/>
          <a:p>
            <a:pPr algn="ctr" indent="0" marL="0">
              <a:buNone/>
            </a:pPr>
            <a:r>
              <a:rPr lang="en-US" sz="800" dirty="0">
                <a:solidFill>
                  <a:srgbClr val="FFFFFF"/>
                </a:solidFill>
                <a:latin typeface="Arial" pitchFamily="34" charset="0"/>
                <a:ea typeface="Arial" pitchFamily="34" charset="-122"/>
                <a:cs typeface="Arial" pitchFamily="34" charset="-120"/>
              </a:rPr>
              <a:t>Pahalanya 27 derajat lebih utama dari sholat sendirian.</a:t>
            </a:r>
            <a:endParaRPr lang="en-US" sz="800" dirty="0"/>
          </a:p>
        </p:txBody>
      </p:sp>
      <p:sp>
        <p:nvSpPr>
          <p:cNvPr id="15" name="Text 10"/>
          <p:cNvSpPr txBox="1"/>
          <p:nvPr/>
        </p:nvSpPr>
        <p:spPr>
          <a:xfrm>
            <a:off x="1783080" y="3941064"/>
            <a:ext cx="2560320" cy="182880"/>
          </a:xfrm>
          <a:prstGeom prst="rect">
            <a:avLst/>
          </a:prstGeom>
          <a:noFill/>
          <a:ln/>
        </p:spPr>
        <p:txBody>
          <a:bodyPr wrap="square" lIns="0" tIns="0" rIns="0" bIns="0" rtlCol="0" anchor="t"/>
          <a:lstStyle/>
          <a:p>
            <a:pPr algn="ctr" indent="0" marL="0">
              <a:buNone/>
            </a:pPr>
            <a:r>
              <a:rPr lang="en-US" sz="650" i="1" dirty="0">
                <a:solidFill>
                  <a:srgbClr val="BFE3D3"/>
                </a:solidFill>
                <a:latin typeface="Arial" pitchFamily="34" charset="0"/>
                <a:ea typeface="Arial" pitchFamily="34" charset="-122"/>
                <a:cs typeface="Arial" pitchFamily="34" charset="-120"/>
              </a:rPr>
              <a:t>(HR. Bukhari dan Muslim)</a:t>
            </a:r>
            <a:endParaRPr lang="en-US" sz="650" dirty="0"/>
          </a:p>
        </p:txBody>
      </p:sp>
      <p:sp>
        <p:nvSpPr>
          <p:cNvPr id="16" name="Text 11"/>
          <p:cNvSpPr txBox="1"/>
          <p:nvPr/>
        </p:nvSpPr>
        <p:spPr>
          <a:xfrm>
            <a:off x="1783080" y="4407408"/>
            <a:ext cx="2560320" cy="182880"/>
          </a:xfrm>
          <a:prstGeom prst="rect">
            <a:avLst/>
          </a:prstGeom>
          <a:noFill/>
          <a:ln/>
        </p:spPr>
        <p:txBody>
          <a:bodyPr wrap="square" lIns="0" tIns="0" rIns="0" bIns="0" rtlCol="0" anchor="t"/>
          <a:lstStyle/>
          <a:p>
            <a:pPr algn="ctr" indent="0" marL="0">
              <a:buNone/>
            </a:pPr>
            <a:r>
              <a:rPr lang="en-US" sz="600" dirty="0">
                <a:solidFill>
                  <a:srgbClr val="BFE3D3"/>
                </a:solidFill>
                <a:latin typeface="Arial" pitchFamily="34" charset="0"/>
                <a:ea typeface="Arial" pitchFamily="34" charset="-122"/>
                <a:cs typeface="Arial" pitchFamily="34" charset="-120"/>
              </a:rPr>
              <a:t>Santri Kelas 1 · PP Wihdatul Ummah Poso</a:t>
            </a:r>
            <a:endParaRPr lang="en-US" sz="600" dirty="0"/>
          </a:p>
        </p:txBody>
      </p:sp>
      <p:sp>
        <p:nvSpPr>
          <p:cNvPr id="17" name="Shape 12"/>
          <p:cNvSpPr/>
          <p:nvPr/>
        </p:nvSpPr>
        <p:spPr>
          <a:xfrm>
            <a:off x="4389120" y="1280160"/>
            <a:ext cx="292608" cy="292608"/>
          </a:xfrm>
          <a:prstGeom prst="ellipse">
            <a:avLst/>
          </a:prstGeom>
          <a:solidFill>
            <a:srgbClr val="1F7A5C"/>
          </a:solidFill>
          <a:ln w="12700">
            <a:solidFill>
              <a:srgbClr val="FFFFFF"/>
            </a:solidFill>
            <a:prstDash val="solid"/>
          </a:ln>
        </p:spPr>
      </p:sp>
      <p:sp>
        <p:nvSpPr>
          <p:cNvPr id="18" name="Text 13"/>
          <p:cNvSpPr txBox="1"/>
          <p:nvPr/>
        </p:nvSpPr>
        <p:spPr>
          <a:xfrm>
            <a:off x="4389120" y="128016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4"/>
          <p:cNvSpPr/>
          <p:nvPr/>
        </p:nvSpPr>
        <p:spPr>
          <a:xfrm>
            <a:off x="1463040" y="2676906"/>
            <a:ext cx="292608" cy="292608"/>
          </a:xfrm>
          <a:prstGeom prst="ellipse">
            <a:avLst/>
          </a:prstGeom>
          <a:solidFill>
            <a:srgbClr val="1F7A5C"/>
          </a:solidFill>
          <a:ln w="12700">
            <a:solidFill>
              <a:srgbClr val="FFFFFF"/>
            </a:solidFill>
            <a:prstDash val="solid"/>
          </a:ln>
        </p:spPr>
      </p:sp>
      <p:sp>
        <p:nvSpPr>
          <p:cNvPr id="20" name="Text 15"/>
          <p:cNvSpPr txBox="1"/>
          <p:nvPr/>
        </p:nvSpPr>
        <p:spPr>
          <a:xfrm>
            <a:off x="1463040" y="267690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Shape 16"/>
          <p:cNvSpPr/>
          <p:nvPr/>
        </p:nvSpPr>
        <p:spPr>
          <a:xfrm>
            <a:off x="4389120" y="2676906"/>
            <a:ext cx="292608" cy="292608"/>
          </a:xfrm>
          <a:prstGeom prst="ellipse">
            <a:avLst/>
          </a:prstGeom>
          <a:solidFill>
            <a:srgbClr val="1F7A5C"/>
          </a:solidFill>
          <a:ln w="12700">
            <a:solidFill>
              <a:srgbClr val="FFFFFF"/>
            </a:solidFill>
            <a:prstDash val="solid"/>
          </a:ln>
        </p:spPr>
      </p:sp>
      <p:sp>
        <p:nvSpPr>
          <p:cNvPr id="22" name="Text 17"/>
          <p:cNvSpPr txBox="1"/>
          <p:nvPr/>
        </p:nvSpPr>
        <p:spPr>
          <a:xfrm>
            <a:off x="4389120" y="267690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Shape 18"/>
          <p:cNvSpPr/>
          <p:nvPr/>
        </p:nvSpPr>
        <p:spPr>
          <a:xfrm>
            <a:off x="4389120" y="3652114"/>
            <a:ext cx="292608" cy="292608"/>
          </a:xfrm>
          <a:prstGeom prst="ellipse">
            <a:avLst/>
          </a:prstGeom>
          <a:solidFill>
            <a:srgbClr val="1F7A5C"/>
          </a:solidFill>
          <a:ln w="12700">
            <a:solidFill>
              <a:srgbClr val="FFFFFF"/>
            </a:solidFill>
            <a:prstDash val="solid"/>
          </a:ln>
        </p:spPr>
      </p:sp>
      <p:sp>
        <p:nvSpPr>
          <p:cNvPr id="24" name="Text 19"/>
          <p:cNvSpPr txBox="1"/>
          <p:nvPr/>
        </p:nvSpPr>
        <p:spPr>
          <a:xfrm>
            <a:off x="4389120" y="365211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6" name="Text 2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Temukan kelebihan Poster B</a:t>
            </a:r>
            <a:endParaRPr lang="en-US" sz="1800" dirty="0"/>
          </a:p>
        </p:txBody>
      </p:sp>
      <p:sp>
        <p:nvSpPr>
          <p:cNvPr id="27" name="Text 2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4 kelebihan Poster B berdasarkan prinsip Kontras, Perataan, Pengulangan, dan Kedekatan.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77240" y="1051560"/>
            <a:ext cx="4572000" cy="3611880"/>
          </a:xfrm>
          <a:prstGeom prst="rect">
            <a:avLst/>
          </a:prstGeom>
          <a:solidFill>
            <a:srgbClr val="FFFFFF"/>
          </a:solidFill>
          <a:ln w="12700">
            <a:solidFill>
              <a:srgbClr val="BBBBBB"/>
            </a:solidFill>
            <a:prstDash val="solid"/>
          </a:ln>
        </p:spPr>
      </p:sp>
      <p:sp>
        <p:nvSpPr>
          <p:cNvPr id="10" name="Text 6"/>
          <p:cNvSpPr txBox="1"/>
          <p:nvPr/>
        </p:nvSpPr>
        <p:spPr>
          <a:xfrm>
            <a:off x="1005840" y="1188720"/>
            <a:ext cx="365760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Rencana Poster Dakwah</a:t>
            </a:r>
            <a:endParaRPr lang="en-US" sz="1500" dirty="0"/>
          </a:p>
        </p:txBody>
      </p:sp>
      <p:sp>
        <p:nvSpPr>
          <p:cNvPr id="11" name="Text 7"/>
          <p:cNvSpPr txBox="1"/>
          <p:nvPr/>
        </p:nvSpPr>
        <p:spPr>
          <a:xfrm>
            <a:off x="1005840" y="1691640"/>
            <a:ext cx="1280160" cy="36576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Pesan utama:</a:t>
            </a:r>
            <a:endParaRPr lang="en-US" sz="1200" dirty="0"/>
          </a:p>
        </p:txBody>
      </p:sp>
      <p:sp>
        <p:nvSpPr>
          <p:cNvPr id="12" name="Shape 8"/>
          <p:cNvSpPr/>
          <p:nvPr/>
        </p:nvSpPr>
        <p:spPr>
          <a:xfrm>
            <a:off x="2331720" y="2011680"/>
            <a:ext cx="2651760" cy="0"/>
          </a:xfrm>
          <a:prstGeom prst="line">
            <a:avLst/>
          </a:prstGeom>
          <a:noFill/>
          <a:ln w="9525">
            <a:solidFill>
              <a:srgbClr val="999999"/>
            </a:solidFill>
            <a:prstDash val="dash"/>
          </a:ln>
        </p:spPr>
      </p:sp>
      <p:sp>
        <p:nvSpPr>
          <p:cNvPr id="13" name="Text 9"/>
          <p:cNvSpPr txBox="1"/>
          <p:nvPr/>
        </p:nvSpPr>
        <p:spPr>
          <a:xfrm>
            <a:off x="2377440" y="1691640"/>
            <a:ext cx="2651760" cy="365760"/>
          </a:xfrm>
          <a:prstGeom prst="rect">
            <a:avLst/>
          </a:prstGeom>
          <a:noFill/>
          <a:ln/>
        </p:spPr>
        <p:txBody>
          <a:bodyPr wrap="square" lIns="0" tIns="0" rIns="0" bIns="0" rtlCol="0" anchor="ctr"/>
          <a:lstStyle/>
          <a:p>
            <a:pPr indent="0" marL="0">
              <a:buNone/>
            </a:pPr>
            <a:r>
              <a:rPr lang="en-US" sz="1200" i="1" dirty="0">
                <a:solidFill>
                  <a:srgbClr val="1155CC"/>
                </a:solidFill>
                <a:latin typeface="Arial" pitchFamily="34" charset="0"/>
                <a:ea typeface="Arial" pitchFamily="34" charset="-122"/>
                <a:cs typeface="Arial" pitchFamily="34" charset="-120"/>
              </a:rPr>
              <a:t>Ayo jaga kebersihan!</a:t>
            </a:r>
            <a:endParaRPr lang="en-US" sz="1200" dirty="0"/>
          </a:p>
        </p:txBody>
      </p:sp>
      <p:sp>
        <p:nvSpPr>
          <p:cNvPr id="14" name="Text 10"/>
          <p:cNvSpPr txBox="1"/>
          <p:nvPr/>
        </p:nvSpPr>
        <p:spPr>
          <a:xfrm>
            <a:off x="1005840" y="2240280"/>
            <a:ext cx="1280160" cy="36576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Dalil:</a:t>
            </a:r>
            <a:endParaRPr lang="en-US" sz="1200" dirty="0"/>
          </a:p>
        </p:txBody>
      </p:sp>
      <p:sp>
        <p:nvSpPr>
          <p:cNvPr id="15" name="Shape 11"/>
          <p:cNvSpPr/>
          <p:nvPr/>
        </p:nvSpPr>
        <p:spPr>
          <a:xfrm>
            <a:off x="2331720" y="2560320"/>
            <a:ext cx="2651760" cy="0"/>
          </a:xfrm>
          <a:prstGeom prst="line">
            <a:avLst/>
          </a:prstGeom>
          <a:noFill/>
          <a:ln w="9525">
            <a:solidFill>
              <a:srgbClr val="999999"/>
            </a:solidFill>
            <a:prstDash val="dash"/>
          </a:ln>
        </p:spPr>
      </p:sp>
      <p:sp>
        <p:nvSpPr>
          <p:cNvPr id="16" name="Text 12"/>
          <p:cNvSpPr txBox="1"/>
          <p:nvPr/>
        </p:nvSpPr>
        <p:spPr>
          <a:xfrm>
            <a:off x="2377440" y="2240280"/>
            <a:ext cx="2651760" cy="365760"/>
          </a:xfrm>
          <a:prstGeom prst="rect">
            <a:avLst/>
          </a:prstGeom>
          <a:noFill/>
          <a:ln/>
        </p:spPr>
        <p:txBody>
          <a:bodyPr wrap="square" lIns="0" tIns="0" rIns="0" bIns="0" rtlCol="0" anchor="ctr"/>
          <a:lstStyle/>
          <a:p>
            <a:pPr indent="0" marL="0">
              <a:buNone/>
            </a:pPr>
            <a:r>
              <a:rPr lang="en-US" sz="1200" i="1" dirty="0">
                <a:solidFill>
                  <a:srgbClr val="1155CC"/>
                </a:solidFill>
                <a:latin typeface="Arial" pitchFamily="34" charset="0"/>
                <a:ea typeface="Arial" pitchFamily="34" charset="-122"/>
                <a:cs typeface="Arial" pitchFamily="34" charset="-120"/>
              </a:rPr>
              <a:t>Kebersihan sebagian dari iman</a:t>
            </a:r>
            <a:endParaRPr lang="en-US" sz="1200" dirty="0"/>
          </a:p>
        </p:txBody>
      </p:sp>
      <p:sp>
        <p:nvSpPr>
          <p:cNvPr id="17" name="Text 13"/>
          <p:cNvSpPr txBox="1"/>
          <p:nvPr/>
        </p:nvSpPr>
        <p:spPr>
          <a:xfrm>
            <a:off x="1005840" y="2788920"/>
            <a:ext cx="1280160" cy="36576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Sumber dalil:</a:t>
            </a:r>
            <a:endParaRPr lang="en-US" sz="1200" dirty="0"/>
          </a:p>
        </p:txBody>
      </p:sp>
      <p:sp>
        <p:nvSpPr>
          <p:cNvPr id="18" name="Shape 14"/>
          <p:cNvSpPr/>
          <p:nvPr/>
        </p:nvSpPr>
        <p:spPr>
          <a:xfrm>
            <a:off x="2331720" y="3108960"/>
            <a:ext cx="2651760" cy="0"/>
          </a:xfrm>
          <a:prstGeom prst="line">
            <a:avLst/>
          </a:prstGeom>
          <a:noFill/>
          <a:ln w="9525">
            <a:solidFill>
              <a:srgbClr val="999999"/>
            </a:solidFill>
            <a:prstDash val="dash"/>
          </a:ln>
        </p:spPr>
      </p:sp>
      <p:sp>
        <p:nvSpPr>
          <p:cNvPr id="19" name="Text 15"/>
          <p:cNvSpPr txBox="1"/>
          <p:nvPr/>
        </p:nvSpPr>
        <p:spPr>
          <a:xfrm>
            <a:off x="2377440" y="2788920"/>
            <a:ext cx="2651760" cy="365760"/>
          </a:xfrm>
          <a:prstGeom prst="rect">
            <a:avLst/>
          </a:prstGeom>
          <a:noFill/>
          <a:ln/>
        </p:spPr>
        <p:txBody>
          <a:bodyPr wrap="square" lIns="0" tIns="0" rIns="0" bIns="0" rtlCol="0" anchor="ctr"/>
          <a:lstStyle/>
          <a:p>
            <a:pPr indent="0" marL="0">
              <a:buNone/>
            </a:pPr>
            <a:r>
              <a:rPr lang="en-US" sz="1200" i="1" dirty="0">
                <a:solidFill>
                  <a:srgbClr val="1155CC"/>
                </a:solidFill>
                <a:latin typeface="Arial" pitchFamily="34" charset="0"/>
                <a:ea typeface="Arial" pitchFamily="34" charset="-122"/>
                <a:cs typeface="Arial" pitchFamily="34" charset="-120"/>
              </a:rPr>
              <a:t>(diperiksa ustadz)</a:t>
            </a:r>
            <a:endParaRPr lang="en-US" sz="1200" dirty="0"/>
          </a:p>
        </p:txBody>
      </p:sp>
      <p:sp>
        <p:nvSpPr>
          <p:cNvPr id="20" name="Text 16"/>
          <p:cNvSpPr txBox="1"/>
          <p:nvPr/>
        </p:nvSpPr>
        <p:spPr>
          <a:xfrm>
            <a:off x="1005840" y="3337560"/>
            <a:ext cx="1280160" cy="36576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Warna:</a:t>
            </a:r>
            <a:endParaRPr lang="en-US" sz="1200" dirty="0"/>
          </a:p>
        </p:txBody>
      </p:sp>
      <p:sp>
        <p:nvSpPr>
          <p:cNvPr id="21" name="Shape 17"/>
          <p:cNvSpPr/>
          <p:nvPr/>
        </p:nvSpPr>
        <p:spPr>
          <a:xfrm>
            <a:off x="2331720" y="3657600"/>
            <a:ext cx="2651760" cy="0"/>
          </a:xfrm>
          <a:prstGeom prst="line">
            <a:avLst/>
          </a:prstGeom>
          <a:noFill/>
          <a:ln w="9525">
            <a:solidFill>
              <a:srgbClr val="999999"/>
            </a:solidFill>
            <a:prstDash val="dash"/>
          </a:ln>
        </p:spPr>
      </p:sp>
      <p:sp>
        <p:nvSpPr>
          <p:cNvPr id="22" name="Text 18"/>
          <p:cNvSpPr txBox="1"/>
          <p:nvPr/>
        </p:nvSpPr>
        <p:spPr>
          <a:xfrm>
            <a:off x="2377440" y="3337560"/>
            <a:ext cx="2651760" cy="365760"/>
          </a:xfrm>
          <a:prstGeom prst="rect">
            <a:avLst/>
          </a:prstGeom>
          <a:noFill/>
          <a:ln/>
        </p:spPr>
        <p:txBody>
          <a:bodyPr wrap="square" lIns="0" tIns="0" rIns="0" bIns="0" rtlCol="0" anchor="ctr"/>
          <a:lstStyle/>
          <a:p>
            <a:pPr indent="0" marL="0">
              <a:buNone/>
            </a:pPr>
            <a:r>
              <a:rPr lang="en-US" sz="1200" i="1" dirty="0">
                <a:solidFill>
                  <a:srgbClr val="1155CC"/>
                </a:solidFill>
                <a:latin typeface="Arial" pitchFamily="34" charset="0"/>
                <a:ea typeface="Arial" pitchFamily="34" charset="-122"/>
                <a:cs typeface="Arial" pitchFamily="34" charset="-120"/>
              </a:rPr>
              <a:t>hijau tua, putih, kuning</a:t>
            </a:r>
            <a:endParaRPr lang="en-US" sz="1200" dirty="0"/>
          </a:p>
        </p:txBody>
      </p:sp>
      <p:sp>
        <p:nvSpPr>
          <p:cNvPr id="23" name="Text 19"/>
          <p:cNvSpPr txBox="1"/>
          <p:nvPr/>
        </p:nvSpPr>
        <p:spPr>
          <a:xfrm>
            <a:off x="1005840" y="3886200"/>
            <a:ext cx="1280160" cy="365760"/>
          </a:xfrm>
          <a:prstGeom prst="rect">
            <a:avLst/>
          </a:prstGeom>
          <a:noFill/>
          <a:ln/>
        </p:spPr>
        <p:txBody>
          <a:bodyPr wrap="square" lIns="0" tIns="0" rIns="0" bIns="0" rtlCol="0" anchor="ctr"/>
          <a:lstStyle/>
          <a:p>
            <a:pPr indent="0" marL="0">
              <a:buNone/>
            </a:pPr>
            <a:r>
              <a:rPr lang="en-US" sz="1200" b="1" dirty="0">
                <a:solidFill>
                  <a:srgbClr val="1E2A26"/>
                </a:solidFill>
                <a:latin typeface="Calibri" pitchFamily="34" charset="0"/>
                <a:ea typeface="Calibri" pitchFamily="34" charset="-122"/>
                <a:cs typeface="Calibri" pitchFamily="34" charset="-120"/>
              </a:rPr>
              <a:t>Gambar:</a:t>
            </a:r>
            <a:endParaRPr lang="en-US" sz="1200" dirty="0"/>
          </a:p>
        </p:txBody>
      </p:sp>
      <p:sp>
        <p:nvSpPr>
          <p:cNvPr id="24" name="Shape 20"/>
          <p:cNvSpPr/>
          <p:nvPr/>
        </p:nvSpPr>
        <p:spPr>
          <a:xfrm>
            <a:off x="2331720" y="4206240"/>
            <a:ext cx="2651760" cy="0"/>
          </a:xfrm>
          <a:prstGeom prst="line">
            <a:avLst/>
          </a:prstGeom>
          <a:noFill/>
          <a:ln w="9525">
            <a:solidFill>
              <a:srgbClr val="999999"/>
            </a:solidFill>
            <a:prstDash val="dash"/>
          </a:ln>
        </p:spPr>
      </p:sp>
      <p:sp>
        <p:nvSpPr>
          <p:cNvPr id="25" name="Text 21"/>
          <p:cNvSpPr txBox="1"/>
          <p:nvPr/>
        </p:nvSpPr>
        <p:spPr>
          <a:xfrm>
            <a:off x="2377440" y="3886200"/>
            <a:ext cx="2651760" cy="365760"/>
          </a:xfrm>
          <a:prstGeom prst="rect">
            <a:avLst/>
          </a:prstGeom>
          <a:noFill/>
          <a:ln/>
        </p:spPr>
        <p:txBody>
          <a:bodyPr wrap="square" lIns="0" tIns="0" rIns="0" bIns="0" rtlCol="0" anchor="ctr"/>
          <a:lstStyle/>
          <a:p>
            <a:pPr indent="0" marL="0">
              <a:buNone/>
            </a:pPr>
            <a:r>
              <a:rPr lang="en-US" sz="1200" i="1" dirty="0">
                <a:solidFill>
                  <a:srgbClr val="1155CC"/>
                </a:solidFill>
                <a:latin typeface="Arial" pitchFamily="34" charset="0"/>
                <a:ea typeface="Arial" pitchFamily="34" charset="-122"/>
                <a:cs typeface="Arial" pitchFamily="34" charset="-120"/>
              </a:rPr>
              <a:t>sapu dan tempat sampah</a:t>
            </a:r>
            <a:endParaRPr lang="en-US" sz="12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pesan dakwah</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Tentukan satu ajakan kebaikan yang singkat. Cari dalil pendukungnya dan tanyakan kepada ustadz.</a:t>
            </a:r>
            <a:endParaRPr lang="en-US" sz="1300" dirty="0"/>
          </a:p>
        </p:txBody>
      </p:sp>
      <p:sp>
        <p:nvSpPr>
          <p:cNvPr id="29"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0"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31"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Contoh: menjaga sholat, berbakti kepada orang tua, menjaga kebersihan, membaca Al-Qur'an.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Sketsa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4/4</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874520" y="1051560"/>
            <a:ext cx="2377440" cy="3611880"/>
          </a:xfrm>
          <a:prstGeom prst="rect">
            <a:avLst/>
          </a:prstGeom>
          <a:solidFill>
            <a:srgbClr val="FFFFFF"/>
          </a:solidFill>
          <a:ln w="19050">
            <a:solidFill>
              <a:srgbClr val="333333"/>
            </a:solidFill>
            <a:prstDash val="solid"/>
          </a:ln>
        </p:spPr>
      </p:sp>
      <p:sp>
        <p:nvSpPr>
          <p:cNvPr id="10" name="Shape 6"/>
          <p:cNvSpPr/>
          <p:nvPr/>
        </p:nvSpPr>
        <p:spPr>
          <a:xfrm>
            <a:off x="2103120" y="1234440"/>
            <a:ext cx="1920240" cy="548640"/>
          </a:xfrm>
          <a:prstGeom prst="rect">
            <a:avLst/>
          </a:prstGeom>
          <a:solidFill>
            <a:srgbClr val="FFFFFF">
              <a:alpha val="0"/>
            </a:srgbClr>
          </a:solidFill>
          <a:ln w="15240">
            <a:solidFill>
              <a:srgbClr val="E53935"/>
            </a:solidFill>
            <a:prstDash val="dash"/>
          </a:ln>
        </p:spPr>
      </p:sp>
      <p:sp>
        <p:nvSpPr>
          <p:cNvPr id="11" name="Text 7"/>
          <p:cNvSpPr txBox="1"/>
          <p:nvPr/>
        </p:nvSpPr>
        <p:spPr>
          <a:xfrm>
            <a:off x="2103120" y="1234440"/>
            <a:ext cx="1920240" cy="548640"/>
          </a:xfrm>
          <a:prstGeom prst="rect">
            <a:avLst/>
          </a:prstGeom>
          <a:noFill/>
          <a:ln/>
        </p:spPr>
        <p:txBody>
          <a:bodyPr wrap="square" lIns="0" tIns="0" rIns="0" bIns="0" rtlCol="0" anchor="ctr"/>
          <a:lstStyle/>
          <a:p>
            <a:pPr algn="ctr" indent="0" marL="0">
              <a:buNone/>
            </a:pPr>
            <a:r>
              <a:rPr lang="en-US" sz="1100" b="1" dirty="0">
                <a:solidFill>
                  <a:srgbClr val="E53935"/>
                </a:solidFill>
                <a:latin typeface="Calibri" pitchFamily="34" charset="0"/>
                <a:ea typeface="Calibri" pitchFamily="34" charset="-122"/>
                <a:cs typeface="Calibri" pitchFamily="34" charset="-120"/>
              </a:rPr>
              <a:t>JUDUL</a:t>
            </a:r>
            <a:endParaRPr lang="en-US" sz="1100" dirty="0"/>
          </a:p>
        </p:txBody>
      </p:sp>
      <p:sp>
        <p:nvSpPr>
          <p:cNvPr id="12" name="Shape 8"/>
          <p:cNvSpPr/>
          <p:nvPr/>
        </p:nvSpPr>
        <p:spPr>
          <a:xfrm>
            <a:off x="2103120" y="1920240"/>
            <a:ext cx="1920240" cy="1188720"/>
          </a:xfrm>
          <a:prstGeom prst="rect">
            <a:avLst/>
          </a:prstGeom>
          <a:solidFill>
            <a:srgbClr val="FFFFFF">
              <a:alpha val="0"/>
            </a:srgbClr>
          </a:solidFill>
          <a:ln w="15240">
            <a:solidFill>
              <a:srgbClr val="0078D4"/>
            </a:solidFill>
            <a:prstDash val="dash"/>
          </a:ln>
        </p:spPr>
      </p:sp>
      <p:sp>
        <p:nvSpPr>
          <p:cNvPr id="13" name="Text 9"/>
          <p:cNvSpPr txBox="1"/>
          <p:nvPr/>
        </p:nvSpPr>
        <p:spPr>
          <a:xfrm>
            <a:off x="2103120" y="1920240"/>
            <a:ext cx="1920240" cy="1188720"/>
          </a:xfrm>
          <a:prstGeom prst="rect">
            <a:avLst/>
          </a:prstGeom>
          <a:noFill/>
          <a:ln/>
        </p:spPr>
        <p:txBody>
          <a:bodyPr wrap="square" lIns="0" tIns="0" rIns="0" bIns="0" rtlCol="0" anchor="ctr"/>
          <a:lstStyle/>
          <a:p>
            <a:pPr algn="ctr" indent="0" marL="0">
              <a:buNone/>
            </a:pPr>
            <a:r>
              <a:rPr lang="en-US" sz="1100" b="1" dirty="0">
                <a:solidFill>
                  <a:srgbClr val="0078D4"/>
                </a:solidFill>
                <a:latin typeface="Calibri" pitchFamily="34" charset="0"/>
                <a:ea typeface="Calibri" pitchFamily="34" charset="-122"/>
                <a:cs typeface="Calibri" pitchFamily="34" charset="-120"/>
              </a:rPr>
              <a:t>GAMBAR</a:t>
            </a:r>
            <a:endParaRPr lang="en-US" sz="1100" dirty="0"/>
          </a:p>
        </p:txBody>
      </p:sp>
      <p:sp>
        <p:nvSpPr>
          <p:cNvPr id="14" name="Shape 10"/>
          <p:cNvSpPr/>
          <p:nvPr/>
        </p:nvSpPr>
        <p:spPr>
          <a:xfrm>
            <a:off x="2103120" y="3246120"/>
            <a:ext cx="1920240" cy="640080"/>
          </a:xfrm>
          <a:prstGeom prst="rect">
            <a:avLst/>
          </a:prstGeom>
          <a:solidFill>
            <a:srgbClr val="FFFFFF">
              <a:alpha val="0"/>
            </a:srgbClr>
          </a:solidFill>
          <a:ln w="15240">
            <a:solidFill>
              <a:srgbClr val="1F7A5C"/>
            </a:solidFill>
            <a:prstDash val="dash"/>
          </a:ln>
        </p:spPr>
      </p:sp>
      <p:sp>
        <p:nvSpPr>
          <p:cNvPr id="15" name="Text 11"/>
          <p:cNvSpPr txBox="1"/>
          <p:nvPr/>
        </p:nvSpPr>
        <p:spPr>
          <a:xfrm>
            <a:off x="2103120" y="3246120"/>
            <a:ext cx="1920240" cy="640080"/>
          </a:xfrm>
          <a:prstGeom prst="rect">
            <a:avLst/>
          </a:prstGeom>
          <a:noFill/>
          <a:ln/>
        </p:spPr>
        <p:txBody>
          <a:bodyPr wrap="square" lIns="0" tIns="0" rIns="0" bIns="0" rtlCol="0" anchor="ctr"/>
          <a:lstStyle/>
          <a:p>
            <a:pPr algn="ctr" indent="0" marL="0">
              <a:buNone/>
            </a:pPr>
            <a:r>
              <a:rPr lang="en-US" sz="1100" b="1" dirty="0">
                <a:solidFill>
                  <a:srgbClr val="1F7A5C"/>
                </a:solidFill>
                <a:latin typeface="Calibri" pitchFamily="34" charset="0"/>
                <a:ea typeface="Calibri" pitchFamily="34" charset="-122"/>
                <a:cs typeface="Calibri" pitchFamily="34" charset="-120"/>
              </a:rPr>
              <a:t>dalil + sumber</a:t>
            </a:r>
            <a:endParaRPr lang="en-US" sz="1100" dirty="0"/>
          </a:p>
        </p:txBody>
      </p:sp>
      <p:sp>
        <p:nvSpPr>
          <p:cNvPr id="16" name="Shape 12"/>
          <p:cNvSpPr/>
          <p:nvPr/>
        </p:nvSpPr>
        <p:spPr>
          <a:xfrm>
            <a:off x="2103120" y="4023360"/>
            <a:ext cx="1920240" cy="411480"/>
          </a:xfrm>
          <a:prstGeom prst="rect">
            <a:avLst/>
          </a:prstGeom>
          <a:solidFill>
            <a:srgbClr val="FFFFFF">
              <a:alpha val="0"/>
            </a:srgbClr>
          </a:solidFill>
          <a:ln w="15240">
            <a:solidFill>
              <a:srgbClr val="D4A017"/>
            </a:solidFill>
            <a:prstDash val="dash"/>
          </a:ln>
        </p:spPr>
      </p:sp>
      <p:sp>
        <p:nvSpPr>
          <p:cNvPr id="17" name="Text 13"/>
          <p:cNvSpPr txBox="1"/>
          <p:nvPr/>
        </p:nvSpPr>
        <p:spPr>
          <a:xfrm>
            <a:off x="2103120" y="4023360"/>
            <a:ext cx="1920240" cy="411480"/>
          </a:xfrm>
          <a:prstGeom prst="rect">
            <a:avLst/>
          </a:prstGeom>
          <a:noFill/>
          <a:ln/>
        </p:spPr>
        <p:txBody>
          <a:bodyPr wrap="square" lIns="0" tIns="0" rIns="0" bIns="0" rtlCol="0" anchor="ctr"/>
          <a:lstStyle/>
          <a:p>
            <a:pPr algn="ctr" indent="0" marL="0">
              <a:buNone/>
            </a:pPr>
            <a:r>
              <a:rPr lang="en-US" sz="1100" b="1" dirty="0">
                <a:solidFill>
                  <a:srgbClr val="D4A017"/>
                </a:solidFill>
                <a:latin typeface="Calibri" pitchFamily="34" charset="0"/>
                <a:ea typeface="Calibri" pitchFamily="34" charset="-122"/>
                <a:cs typeface="Calibri" pitchFamily="34" charset="-120"/>
              </a:rPr>
              <a:t>nama · logo pondok</a:t>
            </a:r>
            <a:endParaRPr lang="en-US" sz="1100" dirty="0"/>
          </a:p>
        </p:txBody>
      </p:sp>
      <p:sp>
        <p:nvSpPr>
          <p:cNvPr id="18" name="Text 1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9" name="Text 1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Gambar sketsa tata letak</a:t>
            </a:r>
            <a:endParaRPr lang="en-US" sz="1800" dirty="0"/>
          </a:p>
        </p:txBody>
      </p:sp>
      <p:sp>
        <p:nvSpPr>
          <p:cNvPr id="20" name="Text 1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Gambar kotak poster tegak. Tentukan letak judul, gambar, dalil, dan identitas. Pakai kotak dan garis saja.</a:t>
            </a:r>
            <a:endParaRPr lang="en-US" sz="1300" dirty="0"/>
          </a:p>
        </p:txBody>
      </p:sp>
      <p:sp>
        <p:nvSpPr>
          <p:cNvPr id="21" name="Shape 1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2" name="Image 2" descr="preencoded.png">    </p:cNvPr>
          <p:cNvPicPr>
            <a:picLocks noChangeAspect="1"/>
          </p:cNvPicPr>
          <p:nvPr/>
        </p:nvPicPr>
        <p:blipFill>
          <a:blip r:embed="rId3"/>
          <a:stretch>
            <a:fillRect/>
          </a:stretch>
        </p:blipFill>
        <p:spPr>
          <a:xfrm>
            <a:off x="6108192" y="3721608"/>
            <a:ext cx="201168" cy="201168"/>
          </a:xfrm>
          <a:prstGeom prst="rect">
            <a:avLst/>
          </a:prstGeom>
        </p:spPr>
      </p:pic>
      <p:sp>
        <p:nvSpPr>
          <p:cNvPr id="23" name="Text 1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Sketsa tidak perlu bagus, yang penting jelas letak setiap bagian.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 lembar kertas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kesalahan Poster A beserta prinsip yang dilanggar.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kelebihan Poster B beserta prinsipnya.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Rencana poster: pesan, dalil, warna, dan gambar.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Sketsa tata letak poster dakwah milikmu.</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menyebutkan 4 prinsip desain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Penilaian 2 poster disertai alasan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Sketsa memiliki judul, gambar, pesan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Sketsa memakai maksimal 2 jenis huruf</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Prinsip desain mana yang paling sering dilanggar?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desain yang baik bisa membantu dakwah?</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Allah Maha Indah dan mencintai keindahan. Buatlah karya yang indah dan bermanfaat.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Mengenal Canva dan mulai berlatih mendesain.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Canva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Teks, warna, elemen, dan tata letak</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Desain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Siapa yang pernah membuat desain di HP atau komputer? Aplikasi apa yang dipakai?</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desain baru di Canva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teks, warna latar, dan elemen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Merapikan tata letak dengan fitur Position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Bagian-bagian Canva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582290" y="1183106"/>
            <a:ext cx="4687580" cy="2773695"/>
          </a:xfrm>
          <a:prstGeom prst="rect">
            <a:avLst/>
          </a:prstGeom>
          <a:solidFill>
            <a:srgbClr val="FFFFFF"/>
          </a:solidFill>
          <a:ln w="9525">
            <a:solidFill>
              <a:srgbClr val="999999"/>
            </a:solidFill>
            <a:prstDash val="solid"/>
          </a:ln>
        </p:spPr>
      </p:sp>
      <p:sp>
        <p:nvSpPr>
          <p:cNvPr id="17" name="Shape 13"/>
          <p:cNvSpPr/>
          <p:nvPr/>
        </p:nvSpPr>
        <p:spPr>
          <a:xfrm>
            <a:off x="582290" y="1183106"/>
            <a:ext cx="4687580" cy="219456"/>
          </a:xfrm>
          <a:prstGeom prst="rect">
            <a:avLst/>
          </a:prstGeom>
          <a:solidFill>
            <a:srgbClr val="DEE1E6"/>
          </a:solidFill>
          <a:ln w="12700">
            <a:solidFill>
              <a:srgbClr val="DEE1E6"/>
            </a:solidFill>
            <a:prstDash val="solid"/>
          </a:ln>
        </p:spPr>
      </p:sp>
      <p:sp>
        <p:nvSpPr>
          <p:cNvPr id="18" name="Text 14"/>
          <p:cNvSpPr txBox="1"/>
          <p:nvPr/>
        </p:nvSpPr>
        <p:spPr>
          <a:xfrm>
            <a:off x="673730" y="1183106"/>
            <a:ext cx="37731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44691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2123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995550" y="118310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2290" y="1402562"/>
            <a:ext cx="4687580"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3730" y="1475714"/>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74898" y="1475714"/>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76066" y="1475714"/>
            <a:ext cx="128016" cy="128016"/>
          </a:xfrm>
          <a:prstGeom prst="rect">
            <a:avLst/>
          </a:prstGeom>
        </p:spPr>
      </p:pic>
      <p:sp>
        <p:nvSpPr>
          <p:cNvPr id="26" name="Shape 19"/>
          <p:cNvSpPr/>
          <p:nvPr/>
        </p:nvSpPr>
        <p:spPr>
          <a:xfrm>
            <a:off x="1313810" y="1439138"/>
            <a:ext cx="3773180"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3538" y="1439138"/>
            <a:ext cx="3590300"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2290" y="1695170"/>
            <a:ext cx="4687580" cy="274320"/>
          </a:xfrm>
          <a:prstGeom prst="rect">
            <a:avLst/>
          </a:prstGeom>
          <a:solidFill>
            <a:srgbClr val="7D2AE8"/>
          </a:solidFill>
          <a:ln w="12700">
            <a:solidFill>
              <a:srgbClr val="7D2AE8"/>
            </a:solidFill>
            <a:prstDash val="solid"/>
          </a:ln>
        </p:spPr>
      </p:sp>
      <p:sp>
        <p:nvSpPr>
          <p:cNvPr id="29" name="Text 22"/>
          <p:cNvSpPr txBox="1"/>
          <p:nvPr/>
        </p:nvSpPr>
        <p:spPr>
          <a:xfrm>
            <a:off x="673730" y="1695170"/>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286000" y="1695170"/>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584070" y="1731746"/>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584070" y="1731746"/>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2290" y="1969490"/>
            <a:ext cx="457200" cy="1987311"/>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37738" y="2070074"/>
            <a:ext cx="146304" cy="146304"/>
          </a:xfrm>
          <a:prstGeom prst="rect">
            <a:avLst/>
          </a:prstGeom>
        </p:spPr>
      </p:pic>
      <p:sp>
        <p:nvSpPr>
          <p:cNvPr id="35" name="Text 27"/>
          <p:cNvSpPr txBox="1"/>
          <p:nvPr/>
        </p:nvSpPr>
        <p:spPr>
          <a:xfrm>
            <a:off x="600578" y="2234666"/>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sp>
        <p:nvSpPr>
          <p:cNvPr id="36" name="Shape 28"/>
          <p:cNvSpPr/>
          <p:nvPr/>
        </p:nvSpPr>
        <p:spPr>
          <a:xfrm>
            <a:off x="600578" y="2426690"/>
            <a:ext cx="420624" cy="347472"/>
          </a:xfrm>
          <a:prstGeom prst="roundRect">
            <a:avLst>
              <a:gd name="adj" fmla="val 10526"/>
            </a:avLst>
          </a:prstGeom>
          <a:solidFill>
            <a:srgbClr val="3A3B3E"/>
          </a:solidFill>
          <a:ln w="12700">
            <a:solidFill>
              <a:srgbClr val="3A3B3E"/>
            </a:solidFill>
            <a:prstDash val="solid"/>
          </a:ln>
        </p:spPr>
      </p:sp>
      <p:pic>
        <p:nvPicPr>
          <p:cNvPr id="37" name="Image 6" descr="preencoded.png">    </p:cNvPr>
          <p:cNvPicPr>
            <a:picLocks noChangeAspect="1"/>
          </p:cNvPicPr>
          <p:nvPr/>
        </p:nvPicPr>
        <p:blipFill>
          <a:blip r:embed="rId7"/>
          <a:stretch>
            <a:fillRect/>
          </a:stretch>
        </p:blipFill>
        <p:spPr>
          <a:xfrm>
            <a:off x="737738" y="2454122"/>
            <a:ext cx="146304" cy="146304"/>
          </a:xfrm>
          <a:prstGeom prst="rect">
            <a:avLst/>
          </a:prstGeom>
        </p:spPr>
      </p:pic>
      <p:sp>
        <p:nvSpPr>
          <p:cNvPr id="38" name="Text 29"/>
          <p:cNvSpPr txBox="1"/>
          <p:nvPr/>
        </p:nvSpPr>
        <p:spPr>
          <a:xfrm>
            <a:off x="600578" y="2618714"/>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9" name="Image 7" descr="preencoded.png">    </p:cNvPr>
          <p:cNvPicPr>
            <a:picLocks noChangeAspect="1"/>
          </p:cNvPicPr>
          <p:nvPr/>
        </p:nvPicPr>
        <p:blipFill>
          <a:blip r:embed="rId8"/>
          <a:stretch>
            <a:fillRect/>
          </a:stretch>
        </p:blipFill>
        <p:spPr>
          <a:xfrm>
            <a:off x="737738" y="2838170"/>
            <a:ext cx="146304" cy="146304"/>
          </a:xfrm>
          <a:prstGeom prst="rect">
            <a:avLst/>
          </a:prstGeom>
        </p:spPr>
      </p:pic>
      <p:sp>
        <p:nvSpPr>
          <p:cNvPr id="40" name="Text 30"/>
          <p:cNvSpPr txBox="1"/>
          <p:nvPr/>
        </p:nvSpPr>
        <p:spPr>
          <a:xfrm>
            <a:off x="600578" y="3002762"/>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1" name="Image 8" descr="preencoded.png">    </p:cNvPr>
          <p:cNvPicPr>
            <a:picLocks noChangeAspect="1"/>
          </p:cNvPicPr>
          <p:nvPr/>
        </p:nvPicPr>
        <p:blipFill>
          <a:blip r:embed="rId9"/>
          <a:stretch>
            <a:fillRect/>
          </a:stretch>
        </p:blipFill>
        <p:spPr>
          <a:xfrm>
            <a:off x="737738" y="3222218"/>
            <a:ext cx="146304" cy="146304"/>
          </a:xfrm>
          <a:prstGeom prst="rect">
            <a:avLst/>
          </a:prstGeom>
        </p:spPr>
      </p:pic>
      <p:sp>
        <p:nvSpPr>
          <p:cNvPr id="42" name="Text 31"/>
          <p:cNvSpPr txBox="1"/>
          <p:nvPr/>
        </p:nvSpPr>
        <p:spPr>
          <a:xfrm>
            <a:off x="600578" y="3386810"/>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37738" y="3606266"/>
            <a:ext cx="146304" cy="146304"/>
          </a:xfrm>
          <a:prstGeom prst="rect">
            <a:avLst/>
          </a:prstGeom>
        </p:spPr>
      </p:pic>
      <p:sp>
        <p:nvSpPr>
          <p:cNvPr id="44" name="Text 32"/>
          <p:cNvSpPr txBox="1"/>
          <p:nvPr/>
        </p:nvSpPr>
        <p:spPr>
          <a:xfrm>
            <a:off x="600578" y="3770858"/>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39490" y="1969490"/>
            <a:ext cx="1325880" cy="1987311"/>
          </a:xfrm>
          <a:prstGeom prst="rect">
            <a:avLst/>
          </a:prstGeom>
          <a:solidFill>
            <a:srgbClr val="FFFFFF"/>
          </a:solidFill>
          <a:ln w="6350">
            <a:solidFill>
              <a:srgbClr val="DDDDDD"/>
            </a:solidFill>
            <a:prstDash val="solid"/>
          </a:ln>
        </p:spPr>
      </p:sp>
      <p:sp>
        <p:nvSpPr>
          <p:cNvPr id="46" name="Shape 34"/>
          <p:cNvSpPr/>
          <p:nvPr/>
        </p:nvSpPr>
        <p:spPr>
          <a:xfrm>
            <a:off x="1112642" y="2060930"/>
            <a:ext cx="1179576" cy="219456"/>
          </a:xfrm>
          <a:prstGeom prst="roundRect">
            <a:avLst>
              <a:gd name="adj" fmla="val 20833"/>
            </a:avLst>
          </a:prstGeom>
          <a:solidFill>
            <a:srgbClr val="F1F1F4"/>
          </a:solidFill>
          <a:ln w="12700">
            <a:solidFill>
              <a:srgbClr val="F1F1F4"/>
            </a:solidFill>
            <a:prstDash val="solid"/>
          </a:ln>
        </p:spPr>
      </p:sp>
      <p:pic>
        <p:nvPicPr>
          <p:cNvPr id="47" name="Image 10" descr="preencoded.png">    </p:cNvPr>
          <p:cNvPicPr>
            <a:picLocks noChangeAspect="1"/>
          </p:cNvPicPr>
          <p:nvPr/>
        </p:nvPicPr>
        <p:blipFill>
          <a:blip r:embed="rId11"/>
          <a:stretch>
            <a:fillRect/>
          </a:stretch>
        </p:blipFill>
        <p:spPr>
          <a:xfrm>
            <a:off x="1167506" y="2115794"/>
            <a:ext cx="109728" cy="109728"/>
          </a:xfrm>
          <a:prstGeom prst="rect">
            <a:avLst/>
          </a:prstGeom>
        </p:spPr>
      </p:pic>
      <p:sp>
        <p:nvSpPr>
          <p:cNvPr id="48" name="Text 35"/>
          <p:cNvSpPr txBox="1"/>
          <p:nvPr/>
        </p:nvSpPr>
        <p:spPr>
          <a:xfrm>
            <a:off x="1341242" y="2060930"/>
            <a:ext cx="905256" cy="219456"/>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Search</a:t>
            </a:r>
            <a:endParaRPr lang="en-US" sz="750" dirty="0"/>
          </a:p>
        </p:txBody>
      </p:sp>
      <p:sp>
        <p:nvSpPr>
          <p:cNvPr id="49" name="Shape 36"/>
          <p:cNvSpPr/>
          <p:nvPr/>
        </p:nvSpPr>
        <p:spPr>
          <a:xfrm>
            <a:off x="1222370" y="2435834"/>
            <a:ext cx="347472" cy="347472"/>
          </a:xfrm>
          <a:prstGeom prst="ellipse">
            <a:avLst/>
          </a:prstGeom>
          <a:solidFill>
            <a:srgbClr val="13A3B5"/>
          </a:solidFill>
          <a:ln/>
        </p:spPr>
      </p:sp>
      <p:sp>
        <p:nvSpPr>
          <p:cNvPr id="50" name="Shape 37"/>
          <p:cNvSpPr/>
          <p:nvPr/>
        </p:nvSpPr>
        <p:spPr>
          <a:xfrm>
            <a:off x="1816730" y="2435834"/>
            <a:ext cx="347472" cy="347472"/>
          </a:xfrm>
          <a:prstGeom prst="rect">
            <a:avLst/>
          </a:prstGeom>
          <a:solidFill>
            <a:srgbClr val="FF8A00"/>
          </a:solidFill>
          <a:ln/>
        </p:spPr>
      </p:sp>
      <p:sp>
        <p:nvSpPr>
          <p:cNvPr id="51" name="Shape 38"/>
          <p:cNvSpPr/>
          <p:nvPr/>
        </p:nvSpPr>
        <p:spPr>
          <a:xfrm>
            <a:off x="1222370" y="2984474"/>
            <a:ext cx="347472" cy="347472"/>
          </a:xfrm>
          <a:prstGeom prst="triangle">
            <a:avLst/>
          </a:prstGeom>
          <a:solidFill>
            <a:srgbClr val="1EB37D"/>
          </a:solidFill>
          <a:ln/>
        </p:spPr>
      </p:sp>
      <p:sp>
        <p:nvSpPr>
          <p:cNvPr id="52" name="Shape 39"/>
          <p:cNvSpPr/>
          <p:nvPr/>
        </p:nvSpPr>
        <p:spPr>
          <a:xfrm>
            <a:off x="1816730" y="2984474"/>
            <a:ext cx="347472" cy="347472"/>
          </a:xfrm>
          <a:prstGeom prst="roundRect">
            <a:avLst/>
          </a:prstGeom>
          <a:solidFill>
            <a:srgbClr val="8B3DFF"/>
          </a:solidFill>
          <a:ln/>
        </p:spPr>
      </p:sp>
      <p:sp>
        <p:nvSpPr>
          <p:cNvPr id="53" name="Shape 40"/>
          <p:cNvSpPr/>
          <p:nvPr/>
        </p:nvSpPr>
        <p:spPr>
          <a:xfrm>
            <a:off x="1222370" y="3533114"/>
            <a:ext cx="347472" cy="347472"/>
          </a:xfrm>
          <a:prstGeom prst="ellipse">
            <a:avLst/>
          </a:prstGeom>
          <a:solidFill>
            <a:srgbClr val="D4A017"/>
          </a:solidFill>
          <a:ln/>
        </p:spPr>
      </p:sp>
      <p:sp>
        <p:nvSpPr>
          <p:cNvPr id="54" name="Shape 41"/>
          <p:cNvSpPr/>
          <p:nvPr/>
        </p:nvSpPr>
        <p:spPr>
          <a:xfrm>
            <a:off x="1816730" y="3533114"/>
            <a:ext cx="347472" cy="347472"/>
          </a:xfrm>
          <a:prstGeom prst="rect">
            <a:avLst/>
          </a:prstGeom>
          <a:solidFill>
            <a:srgbClr val="FF3B4B"/>
          </a:solidFill>
          <a:ln/>
        </p:spPr>
      </p:sp>
      <p:sp>
        <p:nvSpPr>
          <p:cNvPr id="55" name="Shape 42"/>
          <p:cNvSpPr/>
          <p:nvPr/>
        </p:nvSpPr>
        <p:spPr>
          <a:xfrm>
            <a:off x="2365370" y="1969490"/>
            <a:ext cx="2904500" cy="1987311"/>
          </a:xfrm>
          <a:prstGeom prst="rect">
            <a:avLst/>
          </a:prstGeom>
          <a:solidFill>
            <a:srgbClr val="EBECF0"/>
          </a:solidFill>
          <a:ln w="12700">
            <a:solidFill>
              <a:srgbClr val="EBECF0"/>
            </a:solidFill>
            <a:prstDash val="solid"/>
          </a:ln>
        </p:spPr>
      </p:sp>
      <p:sp>
        <p:nvSpPr>
          <p:cNvPr id="56" name="Shape 43"/>
          <p:cNvSpPr/>
          <p:nvPr/>
        </p:nvSpPr>
        <p:spPr>
          <a:xfrm>
            <a:off x="3276726" y="2316962"/>
            <a:ext cx="1081789" cy="1484391"/>
          </a:xfrm>
          <a:prstGeom prst="rect">
            <a:avLst/>
          </a:prstGeom>
          <a:solidFill>
            <a:srgbClr val="FFFFFF"/>
          </a:solidFill>
          <a:ln w="12700">
            <a:solidFill>
              <a:srgbClr val="FFFFFF"/>
            </a:solidFill>
            <a:prstDash val="solid"/>
          </a:ln>
        </p:spPr>
      </p:sp>
      <p:sp>
        <p:nvSpPr>
          <p:cNvPr id="57" name="Shape 44"/>
          <p:cNvSpPr/>
          <p:nvPr/>
        </p:nvSpPr>
        <p:spPr>
          <a:xfrm>
            <a:off x="3276726" y="2316962"/>
            <a:ext cx="1081789" cy="1484391"/>
          </a:xfrm>
          <a:prstGeom prst="rect">
            <a:avLst/>
          </a:prstGeom>
          <a:solidFill>
            <a:srgbClr val="0F4C3A"/>
          </a:solidFill>
          <a:ln w="12700">
            <a:solidFill>
              <a:srgbClr val="0F4C3A"/>
            </a:solidFill>
            <a:prstDash val="solid"/>
          </a:ln>
        </p:spPr>
      </p:sp>
      <p:sp>
        <p:nvSpPr>
          <p:cNvPr id="58" name="Text 45"/>
          <p:cNvSpPr txBox="1"/>
          <p:nvPr/>
        </p:nvSpPr>
        <p:spPr>
          <a:xfrm>
            <a:off x="3330815" y="2406025"/>
            <a:ext cx="973610" cy="118751"/>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59" name="Text 46"/>
          <p:cNvSpPr txBox="1"/>
          <p:nvPr/>
        </p:nvSpPr>
        <p:spPr>
          <a:xfrm>
            <a:off x="3330815" y="2524776"/>
            <a:ext cx="973610" cy="118751"/>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60" name="Shape 47"/>
          <p:cNvSpPr/>
          <p:nvPr/>
        </p:nvSpPr>
        <p:spPr>
          <a:xfrm>
            <a:off x="3438994" y="2732591"/>
            <a:ext cx="757252" cy="475005"/>
          </a:xfrm>
          <a:prstGeom prst="rect">
            <a:avLst/>
          </a:prstGeom>
          <a:solidFill>
            <a:srgbClr val="A7CBEE"/>
          </a:solidFill>
          <a:ln w="12700">
            <a:solidFill>
              <a:srgbClr val="A7CBEE"/>
            </a:solidFill>
            <a:prstDash val="solid"/>
          </a:ln>
        </p:spPr>
      </p:sp>
      <p:sp>
        <p:nvSpPr>
          <p:cNvPr id="61" name="Shape 48"/>
          <p:cNvSpPr/>
          <p:nvPr/>
        </p:nvSpPr>
        <p:spPr>
          <a:xfrm>
            <a:off x="3931208" y="2789592"/>
            <a:ext cx="136305" cy="136305"/>
          </a:xfrm>
          <a:prstGeom prst="ellipse">
            <a:avLst/>
          </a:prstGeom>
          <a:solidFill>
            <a:srgbClr val="FBBC05"/>
          </a:solidFill>
          <a:ln/>
        </p:spPr>
      </p:sp>
      <p:sp>
        <p:nvSpPr>
          <p:cNvPr id="62" name="Shape 49"/>
          <p:cNvSpPr/>
          <p:nvPr/>
        </p:nvSpPr>
        <p:spPr>
          <a:xfrm>
            <a:off x="3499574" y="2922593"/>
            <a:ext cx="454351" cy="285003"/>
          </a:xfrm>
          <a:prstGeom prst="triangle">
            <a:avLst/>
          </a:prstGeom>
          <a:solidFill>
            <a:srgbClr val="34A853"/>
          </a:solidFill>
          <a:ln/>
        </p:spPr>
      </p:sp>
      <p:sp>
        <p:nvSpPr>
          <p:cNvPr id="63" name="Text 50"/>
          <p:cNvSpPr txBox="1"/>
          <p:nvPr/>
        </p:nvSpPr>
        <p:spPr>
          <a:xfrm>
            <a:off x="3363269" y="3252128"/>
            <a:ext cx="908702" cy="148439"/>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64" name="Text 51"/>
          <p:cNvSpPr txBox="1"/>
          <p:nvPr/>
        </p:nvSpPr>
        <p:spPr>
          <a:xfrm>
            <a:off x="3384905" y="3400567"/>
            <a:ext cx="865431" cy="74220"/>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sp>
        <p:nvSpPr>
          <p:cNvPr id="65" name="Shape 52"/>
          <p:cNvSpPr/>
          <p:nvPr/>
        </p:nvSpPr>
        <p:spPr>
          <a:xfrm>
            <a:off x="573146" y="1686026"/>
            <a:ext cx="4705868" cy="292608"/>
          </a:xfrm>
          <a:prstGeom prst="roundRect">
            <a:avLst>
              <a:gd name="adj" fmla="val 15625"/>
            </a:avLst>
          </a:prstGeom>
          <a:solidFill>
            <a:srgbClr val="FFFFFF">
              <a:alpha val="0"/>
            </a:srgbClr>
          </a:solidFill>
          <a:ln w="31750">
            <a:solidFill>
              <a:srgbClr val="E53935"/>
            </a:solidFill>
            <a:prstDash val="solid"/>
          </a:ln>
        </p:spPr>
      </p:sp>
      <p:sp>
        <p:nvSpPr>
          <p:cNvPr id="66" name="Shape 53"/>
          <p:cNvSpPr/>
          <p:nvPr/>
        </p:nvSpPr>
        <p:spPr>
          <a:xfrm>
            <a:off x="5141854" y="1548866"/>
            <a:ext cx="274320" cy="274320"/>
          </a:xfrm>
          <a:prstGeom prst="ellipse">
            <a:avLst/>
          </a:prstGeom>
          <a:solidFill>
            <a:srgbClr val="E53935"/>
          </a:solidFill>
          <a:ln w="12700">
            <a:solidFill>
              <a:srgbClr val="FFFFFF"/>
            </a:solidFill>
            <a:prstDash val="solid"/>
          </a:ln>
        </p:spPr>
      </p:sp>
      <p:sp>
        <p:nvSpPr>
          <p:cNvPr id="67" name="Text 54"/>
          <p:cNvSpPr txBox="1"/>
          <p:nvPr/>
        </p:nvSpPr>
        <p:spPr>
          <a:xfrm>
            <a:off x="5141854" y="15488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8" name="Shape 55"/>
          <p:cNvSpPr/>
          <p:nvPr/>
        </p:nvSpPr>
        <p:spPr>
          <a:xfrm>
            <a:off x="573146" y="1960346"/>
            <a:ext cx="475488" cy="1938528"/>
          </a:xfrm>
          <a:prstGeom prst="roundRect">
            <a:avLst>
              <a:gd name="adj" fmla="val 9615"/>
            </a:avLst>
          </a:prstGeom>
          <a:solidFill>
            <a:srgbClr val="FFFFFF">
              <a:alpha val="0"/>
            </a:srgbClr>
          </a:solidFill>
          <a:ln w="31750">
            <a:solidFill>
              <a:srgbClr val="E53935"/>
            </a:solidFill>
            <a:prstDash val="solid"/>
          </a:ln>
        </p:spPr>
      </p:sp>
      <p:sp>
        <p:nvSpPr>
          <p:cNvPr id="69" name="Shape 56"/>
          <p:cNvSpPr/>
          <p:nvPr/>
        </p:nvSpPr>
        <p:spPr>
          <a:xfrm>
            <a:off x="911474" y="1823186"/>
            <a:ext cx="274320" cy="274320"/>
          </a:xfrm>
          <a:prstGeom prst="ellipse">
            <a:avLst/>
          </a:prstGeom>
          <a:solidFill>
            <a:srgbClr val="E53935"/>
          </a:solidFill>
          <a:ln w="12700">
            <a:solidFill>
              <a:srgbClr val="FFFFFF"/>
            </a:solidFill>
            <a:prstDash val="solid"/>
          </a:ln>
        </p:spPr>
      </p:sp>
      <p:sp>
        <p:nvSpPr>
          <p:cNvPr id="70" name="Text 57"/>
          <p:cNvSpPr txBox="1"/>
          <p:nvPr/>
        </p:nvSpPr>
        <p:spPr>
          <a:xfrm>
            <a:off x="911474" y="18231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71" name="Shape 58"/>
          <p:cNvSpPr/>
          <p:nvPr/>
        </p:nvSpPr>
        <p:spPr>
          <a:xfrm>
            <a:off x="1030346" y="1960346"/>
            <a:ext cx="1344168" cy="1938528"/>
          </a:xfrm>
          <a:prstGeom prst="roundRect">
            <a:avLst>
              <a:gd name="adj" fmla="val 3401"/>
            </a:avLst>
          </a:prstGeom>
          <a:solidFill>
            <a:srgbClr val="FFFFFF">
              <a:alpha val="0"/>
            </a:srgbClr>
          </a:solidFill>
          <a:ln w="31750">
            <a:solidFill>
              <a:srgbClr val="E53935"/>
            </a:solidFill>
            <a:prstDash val="solid"/>
          </a:ln>
        </p:spPr>
      </p:sp>
      <p:sp>
        <p:nvSpPr>
          <p:cNvPr id="72" name="Shape 59"/>
          <p:cNvSpPr/>
          <p:nvPr/>
        </p:nvSpPr>
        <p:spPr>
          <a:xfrm>
            <a:off x="2237354" y="1823186"/>
            <a:ext cx="274320" cy="274320"/>
          </a:xfrm>
          <a:prstGeom prst="ellipse">
            <a:avLst/>
          </a:prstGeom>
          <a:solidFill>
            <a:srgbClr val="E53935"/>
          </a:solidFill>
          <a:ln w="12700">
            <a:solidFill>
              <a:srgbClr val="FFFFFF"/>
            </a:solidFill>
            <a:prstDash val="solid"/>
          </a:ln>
        </p:spPr>
      </p:sp>
      <p:sp>
        <p:nvSpPr>
          <p:cNvPr id="73" name="Text 60"/>
          <p:cNvSpPr txBox="1"/>
          <p:nvPr/>
        </p:nvSpPr>
        <p:spPr>
          <a:xfrm>
            <a:off x="2237354" y="18231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74" name="Shape 61"/>
          <p:cNvSpPr/>
          <p:nvPr/>
        </p:nvSpPr>
        <p:spPr>
          <a:xfrm>
            <a:off x="3258438" y="2298674"/>
            <a:ext cx="1118365" cy="1520967"/>
          </a:xfrm>
          <a:prstGeom prst="roundRect">
            <a:avLst>
              <a:gd name="adj" fmla="val 4088"/>
            </a:avLst>
          </a:prstGeom>
          <a:solidFill>
            <a:srgbClr val="FFFFFF">
              <a:alpha val="0"/>
            </a:srgbClr>
          </a:solidFill>
          <a:ln w="31750">
            <a:solidFill>
              <a:srgbClr val="E53935"/>
            </a:solidFill>
            <a:prstDash val="solid"/>
          </a:ln>
        </p:spPr>
      </p:sp>
      <p:sp>
        <p:nvSpPr>
          <p:cNvPr id="75" name="Shape 62"/>
          <p:cNvSpPr/>
          <p:nvPr/>
        </p:nvSpPr>
        <p:spPr>
          <a:xfrm>
            <a:off x="4239642" y="2161514"/>
            <a:ext cx="274320" cy="274320"/>
          </a:xfrm>
          <a:prstGeom prst="ellipse">
            <a:avLst/>
          </a:prstGeom>
          <a:solidFill>
            <a:srgbClr val="E53935"/>
          </a:solidFill>
          <a:ln w="12700">
            <a:solidFill>
              <a:srgbClr val="FFFFFF"/>
            </a:solidFill>
            <a:prstDash val="solid"/>
          </a:ln>
        </p:spPr>
      </p:sp>
      <p:sp>
        <p:nvSpPr>
          <p:cNvPr id="76" name="Text 63"/>
          <p:cNvSpPr txBox="1"/>
          <p:nvPr/>
        </p:nvSpPr>
        <p:spPr>
          <a:xfrm>
            <a:off x="4239642" y="216151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77" name="Shape 64"/>
          <p:cNvSpPr/>
          <p:nvPr/>
        </p:nvSpPr>
        <p:spPr>
          <a:xfrm>
            <a:off x="5715000" y="1234440"/>
            <a:ext cx="329184" cy="329184"/>
          </a:xfrm>
          <a:prstGeom prst="ellipse">
            <a:avLst/>
          </a:prstGeom>
          <a:solidFill>
            <a:srgbClr val="E53935"/>
          </a:solidFill>
          <a:ln/>
        </p:spPr>
      </p:sp>
      <p:sp>
        <p:nvSpPr>
          <p:cNvPr id="78" name="Text 65"/>
          <p:cNvSpPr txBox="1"/>
          <p:nvPr/>
        </p:nvSpPr>
        <p:spPr>
          <a:xfrm>
            <a:off x="5715000" y="1234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9" name="Text 66"/>
          <p:cNvSpPr txBox="1"/>
          <p:nvPr/>
        </p:nvSpPr>
        <p:spPr>
          <a:xfrm>
            <a:off x="6172200" y="116128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Bilah atas: File, judul, Share</a:t>
            </a:r>
            <a:endParaRPr lang="en-US" sz="1350" dirty="0"/>
          </a:p>
        </p:txBody>
      </p:sp>
      <p:sp>
        <p:nvSpPr>
          <p:cNvPr id="80" name="Shape 67"/>
          <p:cNvSpPr/>
          <p:nvPr/>
        </p:nvSpPr>
        <p:spPr>
          <a:xfrm>
            <a:off x="5715000" y="1801368"/>
            <a:ext cx="329184" cy="329184"/>
          </a:xfrm>
          <a:prstGeom prst="ellipse">
            <a:avLst/>
          </a:prstGeom>
          <a:solidFill>
            <a:srgbClr val="E53935"/>
          </a:solidFill>
          <a:ln/>
        </p:spPr>
      </p:sp>
      <p:sp>
        <p:nvSpPr>
          <p:cNvPr id="81" name="Text 68"/>
          <p:cNvSpPr txBox="1"/>
          <p:nvPr/>
        </p:nvSpPr>
        <p:spPr>
          <a:xfrm>
            <a:off x="571500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2" name="Text 69"/>
          <p:cNvSpPr txBox="1"/>
          <p:nvPr/>
        </p:nvSpPr>
        <p:spPr>
          <a:xfrm>
            <a:off x="6172200" y="172821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Menu kiri: Design, Elements, Text, Uploads</a:t>
            </a:r>
            <a:endParaRPr lang="en-US" sz="1350" dirty="0"/>
          </a:p>
        </p:txBody>
      </p:sp>
      <p:sp>
        <p:nvSpPr>
          <p:cNvPr id="83" name="Shape 70"/>
          <p:cNvSpPr/>
          <p:nvPr/>
        </p:nvSpPr>
        <p:spPr>
          <a:xfrm>
            <a:off x="5715000" y="2368296"/>
            <a:ext cx="329184" cy="329184"/>
          </a:xfrm>
          <a:prstGeom prst="ellipse">
            <a:avLst/>
          </a:prstGeom>
          <a:solidFill>
            <a:srgbClr val="E53935"/>
          </a:solidFill>
          <a:ln/>
        </p:spPr>
      </p:sp>
      <p:sp>
        <p:nvSpPr>
          <p:cNvPr id="84" name="Text 71"/>
          <p:cNvSpPr txBox="1"/>
          <p:nvPr/>
        </p:nvSpPr>
        <p:spPr>
          <a:xfrm>
            <a:off x="5715000"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Text 72"/>
          <p:cNvSpPr txBox="1"/>
          <p:nvPr/>
        </p:nvSpPr>
        <p:spPr>
          <a:xfrm>
            <a:off x="6172200" y="229514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Panel pilihan</a:t>
            </a:r>
            <a:endParaRPr lang="en-US" sz="1350" dirty="0"/>
          </a:p>
        </p:txBody>
      </p:sp>
      <p:sp>
        <p:nvSpPr>
          <p:cNvPr id="86" name="Shape 73"/>
          <p:cNvSpPr/>
          <p:nvPr/>
        </p:nvSpPr>
        <p:spPr>
          <a:xfrm>
            <a:off x="5715000" y="2935224"/>
            <a:ext cx="329184" cy="329184"/>
          </a:xfrm>
          <a:prstGeom prst="ellipse">
            <a:avLst/>
          </a:prstGeom>
          <a:solidFill>
            <a:srgbClr val="E53935"/>
          </a:solidFill>
          <a:ln/>
        </p:spPr>
      </p:sp>
      <p:sp>
        <p:nvSpPr>
          <p:cNvPr id="87" name="Text 74"/>
          <p:cNvSpPr txBox="1"/>
          <p:nvPr/>
        </p:nvSpPr>
        <p:spPr>
          <a:xfrm>
            <a:off x="5715000" y="2935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8" name="Text 75"/>
          <p:cNvSpPr txBox="1"/>
          <p:nvPr/>
        </p:nvSpPr>
        <p:spPr>
          <a:xfrm>
            <a:off x="6172200" y="2862072"/>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Kanvas: tempat mendesain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Alat Utama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Text</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Menambah judul, subjudul, dan isi. Ubah huruf, ukuran, dan warna di bilah atas kanvas.</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Elements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Bentuk, garis, ikon, dan ilustrasi. Cari dengan kata kunci, misalnya masjid.</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Uploads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Memasukkan foto atau logo milik sendiri ke dalam desain.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Position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Merapikan letak: rata tengah, sejajar, dan mengatur urutan depan-belakang.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Berlatih Mendesain di Canva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desain poster baru</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Latar, judul, dan format huruf</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7–9</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Elemen dan merapikan posisi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Desain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1005840"/>
          </a:xfrm>
          <a:prstGeom prst="rect">
            <a:avLst/>
          </a:prstGeom>
          <a:solidFill>
            <a:srgbClr val="7D2AE8"/>
          </a:solidFill>
          <a:ln w="12700">
            <a:solidFill>
              <a:srgbClr val="7D2AE8"/>
            </a:solidFill>
            <a:prstDash val="solid"/>
          </a:ln>
        </p:spPr>
      </p:sp>
      <p:sp>
        <p:nvSpPr>
          <p:cNvPr id="29" name="Text 22"/>
          <p:cNvSpPr txBox="1"/>
          <p:nvPr/>
        </p:nvSpPr>
        <p:spPr>
          <a:xfrm>
            <a:off x="587776" y="1805693"/>
            <a:ext cx="4950927"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What will you design today?</a:t>
            </a:r>
            <a:endParaRPr lang="en-US" sz="1200" dirty="0"/>
          </a:p>
        </p:txBody>
      </p:sp>
      <p:sp>
        <p:nvSpPr>
          <p:cNvPr id="30" name="Shape 23"/>
          <p:cNvSpPr/>
          <p:nvPr/>
        </p:nvSpPr>
        <p:spPr>
          <a:xfrm>
            <a:off x="1691640" y="2198885"/>
            <a:ext cx="2743200" cy="274320"/>
          </a:xfrm>
          <a:prstGeom prst="roundRect">
            <a:avLst>
              <a:gd name="adj" fmla="val 50000"/>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801368" y="2272037"/>
            <a:ext cx="128016" cy="128016"/>
          </a:xfrm>
          <a:prstGeom prst="rect">
            <a:avLst/>
          </a:prstGeom>
        </p:spPr>
      </p:pic>
      <p:sp>
        <p:nvSpPr>
          <p:cNvPr id="32" name="Text 24"/>
          <p:cNvSpPr txBox="1"/>
          <p:nvPr/>
        </p:nvSpPr>
        <p:spPr>
          <a:xfrm>
            <a:off x="2011680" y="2198885"/>
            <a:ext cx="2377440" cy="274320"/>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Search your content and Canva's</a:t>
            </a:r>
            <a:endParaRPr lang="en-US" sz="850" dirty="0"/>
          </a:p>
        </p:txBody>
      </p:sp>
      <p:sp>
        <p:nvSpPr>
          <p:cNvPr id="33" name="Shape 25"/>
          <p:cNvSpPr/>
          <p:nvPr/>
        </p:nvSpPr>
        <p:spPr>
          <a:xfrm>
            <a:off x="1044976" y="2838965"/>
            <a:ext cx="384048" cy="384048"/>
          </a:xfrm>
          <a:prstGeom prst="ellipse">
            <a:avLst/>
          </a:prstGeom>
          <a:solidFill>
            <a:srgbClr val="13A3B5"/>
          </a:solidFill>
          <a:ln/>
        </p:spPr>
      </p:sp>
      <p:sp>
        <p:nvSpPr>
          <p:cNvPr id="34" name="Text 26"/>
          <p:cNvSpPr txBox="1"/>
          <p:nvPr/>
        </p:nvSpPr>
        <p:spPr>
          <a:xfrm>
            <a:off x="862096"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Docs</a:t>
            </a:r>
            <a:endParaRPr lang="en-US" sz="600" dirty="0"/>
          </a:p>
        </p:txBody>
      </p:sp>
      <p:sp>
        <p:nvSpPr>
          <p:cNvPr id="35" name="Shape 27"/>
          <p:cNvSpPr/>
          <p:nvPr/>
        </p:nvSpPr>
        <p:spPr>
          <a:xfrm>
            <a:off x="1758208" y="2838965"/>
            <a:ext cx="384048" cy="384048"/>
          </a:xfrm>
          <a:prstGeom prst="ellipse">
            <a:avLst/>
          </a:prstGeom>
          <a:solidFill>
            <a:srgbClr val="1EB37D"/>
          </a:solidFill>
          <a:ln/>
        </p:spPr>
      </p:sp>
      <p:sp>
        <p:nvSpPr>
          <p:cNvPr id="36" name="Text 28"/>
          <p:cNvSpPr txBox="1"/>
          <p:nvPr/>
        </p:nvSpPr>
        <p:spPr>
          <a:xfrm>
            <a:off x="1575328"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Whiteboards</a:t>
            </a:r>
            <a:endParaRPr lang="en-US" sz="600" dirty="0"/>
          </a:p>
        </p:txBody>
      </p:sp>
      <p:sp>
        <p:nvSpPr>
          <p:cNvPr id="37" name="Shape 29"/>
          <p:cNvSpPr/>
          <p:nvPr/>
        </p:nvSpPr>
        <p:spPr>
          <a:xfrm>
            <a:off x="2471440" y="2838965"/>
            <a:ext cx="384048" cy="384048"/>
          </a:xfrm>
          <a:prstGeom prst="ellipse">
            <a:avLst/>
          </a:prstGeom>
          <a:solidFill>
            <a:srgbClr val="FF8A00"/>
          </a:solidFill>
          <a:ln/>
        </p:spPr>
      </p:sp>
      <p:sp>
        <p:nvSpPr>
          <p:cNvPr id="38" name="Text 30"/>
          <p:cNvSpPr txBox="1"/>
          <p:nvPr/>
        </p:nvSpPr>
        <p:spPr>
          <a:xfrm>
            <a:off x="2288560"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Presentations</a:t>
            </a:r>
            <a:endParaRPr lang="en-US" sz="600" dirty="0"/>
          </a:p>
        </p:txBody>
      </p:sp>
      <p:sp>
        <p:nvSpPr>
          <p:cNvPr id="39" name="Shape 31"/>
          <p:cNvSpPr/>
          <p:nvPr/>
        </p:nvSpPr>
        <p:spPr>
          <a:xfrm>
            <a:off x="3184672" y="2838965"/>
            <a:ext cx="384048" cy="384048"/>
          </a:xfrm>
          <a:prstGeom prst="ellipse">
            <a:avLst/>
          </a:prstGeom>
          <a:solidFill>
            <a:srgbClr val="FF3B4B"/>
          </a:solidFill>
          <a:ln/>
        </p:spPr>
      </p:sp>
      <p:sp>
        <p:nvSpPr>
          <p:cNvPr id="40" name="Text 32"/>
          <p:cNvSpPr txBox="1"/>
          <p:nvPr/>
        </p:nvSpPr>
        <p:spPr>
          <a:xfrm>
            <a:off x="3001792"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Social media</a:t>
            </a:r>
            <a:endParaRPr lang="en-US" sz="600" dirty="0"/>
          </a:p>
        </p:txBody>
      </p:sp>
      <p:sp>
        <p:nvSpPr>
          <p:cNvPr id="41" name="Shape 33"/>
          <p:cNvSpPr/>
          <p:nvPr/>
        </p:nvSpPr>
        <p:spPr>
          <a:xfrm>
            <a:off x="3897904" y="2838965"/>
            <a:ext cx="384048" cy="384048"/>
          </a:xfrm>
          <a:prstGeom prst="ellipse">
            <a:avLst/>
          </a:prstGeom>
          <a:solidFill>
            <a:srgbClr val="8B3DFF"/>
          </a:solidFill>
          <a:ln/>
        </p:spPr>
      </p:sp>
      <p:sp>
        <p:nvSpPr>
          <p:cNvPr id="42" name="Text 34"/>
          <p:cNvSpPr txBox="1"/>
          <p:nvPr/>
        </p:nvSpPr>
        <p:spPr>
          <a:xfrm>
            <a:off x="3715024"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Videos</a:t>
            </a:r>
            <a:endParaRPr lang="en-US" sz="600" dirty="0"/>
          </a:p>
        </p:txBody>
      </p:sp>
      <p:sp>
        <p:nvSpPr>
          <p:cNvPr id="43" name="Shape 35"/>
          <p:cNvSpPr/>
          <p:nvPr/>
        </p:nvSpPr>
        <p:spPr>
          <a:xfrm>
            <a:off x="4611136" y="2838965"/>
            <a:ext cx="384048" cy="384048"/>
          </a:xfrm>
          <a:prstGeom prst="ellipse">
            <a:avLst/>
          </a:prstGeom>
          <a:solidFill>
            <a:srgbClr val="3D7BFF"/>
          </a:solidFill>
          <a:ln/>
        </p:spPr>
      </p:sp>
      <p:sp>
        <p:nvSpPr>
          <p:cNvPr id="44" name="Text 36"/>
          <p:cNvSpPr txBox="1"/>
          <p:nvPr/>
        </p:nvSpPr>
        <p:spPr>
          <a:xfrm>
            <a:off x="4428256" y="3250445"/>
            <a:ext cx="749808" cy="182880"/>
          </a:xfrm>
          <a:prstGeom prst="rect">
            <a:avLst/>
          </a:prstGeom>
          <a:noFill/>
          <a:ln/>
        </p:spPr>
        <p:txBody>
          <a:bodyPr wrap="square" lIns="0" tIns="0" rIns="0" bIns="0" rtlCol="0" anchor="t"/>
          <a:lstStyle/>
          <a:p>
            <a:pPr algn="ctr" indent="0" marL="0">
              <a:buNone/>
            </a:pPr>
            <a:r>
              <a:rPr lang="en-US" sz="600" dirty="0">
                <a:solidFill>
                  <a:srgbClr val="1E2A26"/>
                </a:solidFill>
                <a:latin typeface="Calibri" pitchFamily="34" charset="0"/>
                <a:ea typeface="Calibri" pitchFamily="34" charset="-122"/>
                <a:cs typeface="Calibri" pitchFamily="34" charset="-120"/>
              </a:rPr>
              <a:t>Print</a:t>
            </a:r>
            <a:endParaRPr lang="en-US" sz="600" dirty="0"/>
          </a:p>
        </p:txBody>
      </p:sp>
      <p:sp>
        <p:nvSpPr>
          <p:cNvPr id="45" name="Shape 37"/>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46" name="Shape 38"/>
          <p:cNvSpPr/>
          <p:nvPr/>
        </p:nvSpPr>
        <p:spPr>
          <a:xfrm>
            <a:off x="5236952" y="1284485"/>
            <a:ext cx="274320" cy="274320"/>
          </a:xfrm>
          <a:prstGeom prst="ellipse">
            <a:avLst/>
          </a:prstGeom>
          <a:solidFill>
            <a:srgbClr val="E53935"/>
          </a:solidFill>
          <a:ln w="12700">
            <a:solidFill>
              <a:srgbClr val="FFFFFF"/>
            </a:solidFill>
            <a:prstDash val="solid"/>
          </a:ln>
        </p:spPr>
      </p:sp>
      <p:sp>
        <p:nvSpPr>
          <p:cNvPr id="47" name="Text 39"/>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8" name="Image 6" descr="preencoded.png">    </p:cNvPr>
          <p:cNvPicPr>
            <a:picLocks noChangeAspect="1"/>
          </p:cNvPicPr>
          <p:nvPr/>
        </p:nvPicPr>
        <p:blipFill>
          <a:blip r:embed="rId7"/>
          <a:stretch>
            <a:fillRect/>
          </a:stretch>
        </p:blipFill>
        <p:spPr>
          <a:xfrm>
            <a:off x="3539386" y="1550576"/>
            <a:ext cx="237744" cy="237744"/>
          </a:xfrm>
          <a:prstGeom prst="rect">
            <a:avLst/>
          </a:prstGeom>
        </p:spPr>
      </p:pic>
      <p:sp>
        <p:nvSpPr>
          <p:cNvPr id="49" name="Text 4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0" name="Text 4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canva.com dan masuk</a:t>
            </a:r>
            <a:endParaRPr lang="en-US" sz="1800" dirty="0"/>
          </a:p>
        </p:txBody>
      </p:sp>
      <p:sp>
        <p:nvSpPr>
          <p:cNvPr id="51" name="Text 4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canva.com di kolom alamat. Klik Log in, lalu masuk dengan akun pesantren dari guru.</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Desain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1005840"/>
          </a:xfrm>
          <a:prstGeom prst="rect">
            <a:avLst/>
          </a:prstGeom>
          <a:solidFill>
            <a:srgbClr val="7D2AE8"/>
          </a:solidFill>
          <a:ln w="12700">
            <a:solidFill>
              <a:srgbClr val="7D2AE8"/>
            </a:solidFill>
            <a:prstDash val="solid"/>
          </a:ln>
        </p:spPr>
      </p:sp>
      <p:sp>
        <p:nvSpPr>
          <p:cNvPr id="29" name="Text 22"/>
          <p:cNvSpPr txBox="1"/>
          <p:nvPr/>
        </p:nvSpPr>
        <p:spPr>
          <a:xfrm>
            <a:off x="587776" y="1805693"/>
            <a:ext cx="4950927"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What will you design today?</a:t>
            </a:r>
            <a:endParaRPr lang="en-US" sz="1200" dirty="0"/>
          </a:p>
        </p:txBody>
      </p:sp>
      <p:sp>
        <p:nvSpPr>
          <p:cNvPr id="30" name="Shape 23"/>
          <p:cNvSpPr/>
          <p:nvPr/>
        </p:nvSpPr>
        <p:spPr>
          <a:xfrm>
            <a:off x="1691640" y="2198885"/>
            <a:ext cx="2743200" cy="274320"/>
          </a:xfrm>
          <a:prstGeom prst="roundRect">
            <a:avLst>
              <a:gd name="adj" fmla="val 50000"/>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801368" y="2272037"/>
            <a:ext cx="128016" cy="128016"/>
          </a:xfrm>
          <a:prstGeom prst="rect">
            <a:avLst/>
          </a:prstGeom>
        </p:spPr>
      </p:pic>
      <p:sp>
        <p:nvSpPr>
          <p:cNvPr id="32" name="Text 24"/>
          <p:cNvSpPr txBox="1"/>
          <p:nvPr/>
        </p:nvSpPr>
        <p:spPr>
          <a:xfrm>
            <a:off x="2011680" y="2198885"/>
            <a:ext cx="237744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poster</a:t>
            </a:r>
            <a:endParaRPr lang="en-US" sz="850" dirty="0"/>
          </a:p>
        </p:txBody>
      </p:sp>
      <p:sp>
        <p:nvSpPr>
          <p:cNvPr id="33" name="Shape 25"/>
          <p:cNvSpPr/>
          <p:nvPr/>
        </p:nvSpPr>
        <p:spPr>
          <a:xfrm>
            <a:off x="1691640" y="2509781"/>
            <a:ext cx="2743200" cy="658368"/>
          </a:xfrm>
          <a:prstGeom prst="rect">
            <a:avLst/>
          </a:prstGeom>
          <a:solidFill>
            <a:srgbClr val="FFFFFF"/>
          </a:solidFill>
          <a:ln w="9525">
            <a:solidFill>
              <a:srgbClr val="AAAAAA"/>
            </a:solidFill>
            <a:prstDash val="solid"/>
          </a:ln>
        </p:spPr>
      </p:sp>
      <p:sp>
        <p:nvSpPr>
          <p:cNvPr id="34" name="Text 26"/>
          <p:cNvSpPr txBox="1"/>
          <p:nvPr/>
        </p:nvSpPr>
        <p:spPr>
          <a:xfrm>
            <a:off x="1801368" y="2537213"/>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(Portrait - 42 × 59.4 cm)</a:t>
            </a:r>
            <a:endParaRPr lang="en-US" sz="800" dirty="0"/>
          </a:p>
        </p:txBody>
      </p:sp>
      <p:sp>
        <p:nvSpPr>
          <p:cNvPr id="35" name="Text 27"/>
          <p:cNvSpPr txBox="1"/>
          <p:nvPr/>
        </p:nvSpPr>
        <p:spPr>
          <a:xfrm>
            <a:off x="1801368" y="2738381"/>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(Landscape)</a:t>
            </a:r>
            <a:endParaRPr lang="en-US" sz="800" dirty="0"/>
          </a:p>
        </p:txBody>
      </p:sp>
      <p:sp>
        <p:nvSpPr>
          <p:cNvPr id="36" name="Text 28"/>
          <p:cNvSpPr txBox="1"/>
          <p:nvPr/>
        </p:nvSpPr>
        <p:spPr>
          <a:xfrm>
            <a:off x="1801368" y="2939549"/>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templates</a:t>
            </a:r>
            <a:endParaRPr lang="en-US" sz="800" dirty="0"/>
          </a:p>
        </p:txBody>
      </p:sp>
      <p:sp>
        <p:nvSpPr>
          <p:cNvPr id="37" name="Shape 29"/>
          <p:cNvSpPr/>
          <p:nvPr/>
        </p:nvSpPr>
        <p:spPr>
          <a:xfrm>
            <a:off x="1664208" y="2171453"/>
            <a:ext cx="2798064" cy="329184"/>
          </a:xfrm>
          <a:prstGeom prst="roundRect">
            <a:avLst>
              <a:gd name="adj" fmla="val 13889"/>
            </a:avLst>
          </a:prstGeom>
          <a:solidFill>
            <a:srgbClr val="FFFFFF">
              <a:alpha val="0"/>
            </a:srgbClr>
          </a:solidFill>
          <a:ln w="31750">
            <a:solidFill>
              <a:srgbClr val="E53935"/>
            </a:solidFill>
            <a:prstDash val="solid"/>
          </a:ln>
        </p:spPr>
      </p:sp>
      <p:sp>
        <p:nvSpPr>
          <p:cNvPr id="38" name="Shape 30"/>
          <p:cNvSpPr/>
          <p:nvPr/>
        </p:nvSpPr>
        <p:spPr>
          <a:xfrm>
            <a:off x="4325112" y="2034293"/>
            <a:ext cx="274320" cy="274320"/>
          </a:xfrm>
          <a:prstGeom prst="ellipse">
            <a:avLst/>
          </a:prstGeom>
          <a:solidFill>
            <a:srgbClr val="E53935"/>
          </a:solidFill>
          <a:ln w="12700">
            <a:solidFill>
              <a:srgbClr val="FFFFFF"/>
            </a:solidFill>
            <a:prstDash val="solid"/>
          </a:ln>
        </p:spPr>
      </p:sp>
      <p:sp>
        <p:nvSpPr>
          <p:cNvPr id="39" name="Text 31"/>
          <p:cNvSpPr txBox="1"/>
          <p:nvPr/>
        </p:nvSpPr>
        <p:spPr>
          <a:xfrm>
            <a:off x="4325112" y="20342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0" name="Image 6" descr="preencoded.png">    </p:cNvPr>
          <p:cNvPicPr>
            <a:picLocks noChangeAspect="1"/>
          </p:cNvPicPr>
          <p:nvPr/>
        </p:nvPicPr>
        <p:blipFill>
          <a:blip r:embed="rId7"/>
          <a:stretch>
            <a:fillRect/>
          </a:stretch>
        </p:blipFill>
        <p:spPr>
          <a:xfrm>
            <a:off x="3200400" y="2349761"/>
            <a:ext cx="237744" cy="237744"/>
          </a:xfrm>
          <a:prstGeom prst="rect">
            <a:avLst/>
          </a:prstGeom>
        </p:spPr>
      </p:pic>
      <p:sp>
        <p:nvSpPr>
          <p:cNvPr id="41"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2"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poster</a:t>
            </a:r>
            <a:endParaRPr lang="en-US" sz="1800" dirty="0"/>
          </a:p>
        </p:txBody>
      </p:sp>
      <p:sp>
        <p:nvSpPr>
          <p:cNvPr id="43"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pencarian di bagian ungu, ketik poster.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Desain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1005840"/>
          </a:xfrm>
          <a:prstGeom prst="rect">
            <a:avLst/>
          </a:prstGeom>
          <a:solidFill>
            <a:srgbClr val="7D2AE8"/>
          </a:solidFill>
          <a:ln w="12700">
            <a:solidFill>
              <a:srgbClr val="7D2AE8"/>
            </a:solidFill>
            <a:prstDash val="solid"/>
          </a:ln>
        </p:spPr>
      </p:sp>
      <p:sp>
        <p:nvSpPr>
          <p:cNvPr id="29" name="Text 22"/>
          <p:cNvSpPr txBox="1"/>
          <p:nvPr/>
        </p:nvSpPr>
        <p:spPr>
          <a:xfrm>
            <a:off x="587776" y="1805693"/>
            <a:ext cx="4950927"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What will you design today?</a:t>
            </a:r>
            <a:endParaRPr lang="en-US" sz="1200" dirty="0"/>
          </a:p>
        </p:txBody>
      </p:sp>
      <p:sp>
        <p:nvSpPr>
          <p:cNvPr id="30" name="Shape 23"/>
          <p:cNvSpPr/>
          <p:nvPr/>
        </p:nvSpPr>
        <p:spPr>
          <a:xfrm>
            <a:off x="1691640" y="2198885"/>
            <a:ext cx="2743200" cy="274320"/>
          </a:xfrm>
          <a:prstGeom prst="roundRect">
            <a:avLst>
              <a:gd name="adj" fmla="val 50000"/>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801368" y="2272037"/>
            <a:ext cx="128016" cy="128016"/>
          </a:xfrm>
          <a:prstGeom prst="rect">
            <a:avLst/>
          </a:prstGeom>
        </p:spPr>
      </p:pic>
      <p:sp>
        <p:nvSpPr>
          <p:cNvPr id="32" name="Text 24"/>
          <p:cNvSpPr txBox="1"/>
          <p:nvPr/>
        </p:nvSpPr>
        <p:spPr>
          <a:xfrm>
            <a:off x="2011680" y="2198885"/>
            <a:ext cx="237744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poster</a:t>
            </a:r>
            <a:endParaRPr lang="en-US" sz="850" dirty="0"/>
          </a:p>
        </p:txBody>
      </p:sp>
      <p:sp>
        <p:nvSpPr>
          <p:cNvPr id="33" name="Shape 25"/>
          <p:cNvSpPr/>
          <p:nvPr/>
        </p:nvSpPr>
        <p:spPr>
          <a:xfrm>
            <a:off x="1691640" y="2509781"/>
            <a:ext cx="2743200" cy="658368"/>
          </a:xfrm>
          <a:prstGeom prst="rect">
            <a:avLst/>
          </a:prstGeom>
          <a:solidFill>
            <a:srgbClr val="FFFFFF"/>
          </a:solidFill>
          <a:ln w="9525">
            <a:solidFill>
              <a:srgbClr val="AAAAAA"/>
            </a:solidFill>
            <a:prstDash val="solid"/>
          </a:ln>
        </p:spPr>
      </p:sp>
      <p:sp>
        <p:nvSpPr>
          <p:cNvPr id="34" name="Text 26"/>
          <p:cNvSpPr txBox="1"/>
          <p:nvPr/>
        </p:nvSpPr>
        <p:spPr>
          <a:xfrm>
            <a:off x="1801368" y="2537213"/>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(Portrait - 42 × 59.4 cm)</a:t>
            </a:r>
            <a:endParaRPr lang="en-US" sz="800" dirty="0"/>
          </a:p>
        </p:txBody>
      </p:sp>
      <p:sp>
        <p:nvSpPr>
          <p:cNvPr id="35" name="Text 27"/>
          <p:cNvSpPr txBox="1"/>
          <p:nvPr/>
        </p:nvSpPr>
        <p:spPr>
          <a:xfrm>
            <a:off x="1801368" y="2738381"/>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(Landscape)</a:t>
            </a:r>
            <a:endParaRPr lang="en-US" sz="800" dirty="0"/>
          </a:p>
        </p:txBody>
      </p:sp>
      <p:sp>
        <p:nvSpPr>
          <p:cNvPr id="36" name="Text 28"/>
          <p:cNvSpPr txBox="1"/>
          <p:nvPr/>
        </p:nvSpPr>
        <p:spPr>
          <a:xfrm>
            <a:off x="1801368" y="2939549"/>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templates</a:t>
            </a:r>
            <a:endParaRPr lang="en-US" sz="800" dirty="0"/>
          </a:p>
        </p:txBody>
      </p:sp>
      <p:sp>
        <p:nvSpPr>
          <p:cNvPr id="37" name="Shape 29"/>
          <p:cNvSpPr/>
          <p:nvPr/>
        </p:nvSpPr>
        <p:spPr>
          <a:xfrm>
            <a:off x="1709928" y="2518925"/>
            <a:ext cx="2706624" cy="228600"/>
          </a:xfrm>
          <a:prstGeom prst="roundRect">
            <a:avLst>
              <a:gd name="adj" fmla="val 20000"/>
            </a:avLst>
          </a:prstGeom>
          <a:solidFill>
            <a:srgbClr val="FFFFFF">
              <a:alpha val="0"/>
            </a:srgbClr>
          </a:solidFill>
          <a:ln w="31750">
            <a:solidFill>
              <a:srgbClr val="E53935"/>
            </a:solidFill>
            <a:prstDash val="solid"/>
          </a:ln>
        </p:spPr>
      </p:sp>
      <p:sp>
        <p:nvSpPr>
          <p:cNvPr id="38" name="Shape 30"/>
          <p:cNvSpPr/>
          <p:nvPr/>
        </p:nvSpPr>
        <p:spPr>
          <a:xfrm>
            <a:off x="4279392" y="2381765"/>
            <a:ext cx="274320" cy="274320"/>
          </a:xfrm>
          <a:prstGeom prst="ellipse">
            <a:avLst/>
          </a:prstGeom>
          <a:solidFill>
            <a:srgbClr val="E53935"/>
          </a:solidFill>
          <a:ln w="12700">
            <a:solidFill>
              <a:srgbClr val="FFFFFF"/>
            </a:solidFill>
            <a:prstDash val="solid"/>
          </a:ln>
        </p:spPr>
      </p:sp>
      <p:sp>
        <p:nvSpPr>
          <p:cNvPr id="39" name="Text 31"/>
          <p:cNvSpPr txBox="1"/>
          <p:nvPr/>
        </p:nvSpPr>
        <p:spPr>
          <a:xfrm>
            <a:off x="4279392"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0" name="Image 6" descr="preencoded.png">    </p:cNvPr>
          <p:cNvPicPr>
            <a:picLocks noChangeAspect="1"/>
          </p:cNvPicPr>
          <p:nvPr/>
        </p:nvPicPr>
        <p:blipFill>
          <a:blip r:embed="rId7"/>
          <a:stretch>
            <a:fillRect/>
          </a:stretch>
        </p:blipFill>
        <p:spPr>
          <a:xfrm>
            <a:off x="3196742" y="2642826"/>
            <a:ext cx="237744" cy="237744"/>
          </a:xfrm>
          <a:prstGeom prst="rect">
            <a:avLst/>
          </a:prstGeom>
        </p:spPr>
      </p:pic>
      <p:sp>
        <p:nvSpPr>
          <p:cNvPr id="41"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2"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Poster (Portrait)</a:t>
            </a:r>
            <a:endParaRPr lang="en-US" sz="1800" dirty="0"/>
          </a:p>
        </p:txBody>
      </p:sp>
      <p:sp>
        <p:nvSpPr>
          <p:cNvPr id="43"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Poster (Portrait). Halaman desain kosong berbentuk tegak akan terbuka.</a:t>
            </a:r>
            <a:endParaRPr lang="en-US" sz="1300" dirty="0"/>
          </a:p>
        </p:txBody>
      </p:sp>
      <p:sp>
        <p:nvSpPr>
          <p:cNvPr id="44" name="Shape 3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5"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6" name="Text 3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Portrait = tegak, Landscape = mendatar.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Latar &amp;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228600" cy="182880"/>
          </a:xfrm>
          <a:prstGeom prst="rect">
            <a:avLst/>
          </a:prstGeom>
          <a:noFill/>
          <a:ln/>
        </p:spPr>
        <p:txBody>
          <a:bodyPr wrap="square" lIns="0" tIns="0" rIns="0" bIns="0" rtlCol="0" anchor="ctr"/>
          <a:lstStyle/>
          <a:p>
            <a:pPr algn="ctr" indent="0" marL="0">
              <a:buNone/>
            </a:pPr>
            <a:r>
              <a:rPr lang="en-US" sz="750" dirty="0">
                <a:solidFill>
                  <a:srgbClr val="13A3B5"/>
                </a:solidFill>
                <a:latin typeface="Calibri" pitchFamily="34" charset="0"/>
                <a:ea typeface="Calibri" pitchFamily="34" charset="-122"/>
                <a:cs typeface="Calibri" pitchFamily="34" charset="-120"/>
              </a:rPr>
              <a:t>■</a:t>
            </a:r>
            <a:endParaRPr lang="en-US" sz="750" dirty="0"/>
          </a:p>
        </p:txBody>
      </p:sp>
      <p:sp>
        <p:nvSpPr>
          <p:cNvPr id="47" name="Text 35"/>
          <p:cNvSpPr txBox="1"/>
          <p:nvPr/>
        </p:nvSpPr>
        <p:spPr>
          <a:xfrm>
            <a:off x="144731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Animate</a:t>
            </a:r>
            <a:endParaRPr lang="en-US" sz="750" dirty="0"/>
          </a:p>
        </p:txBody>
      </p:sp>
      <p:sp>
        <p:nvSpPr>
          <p:cNvPr id="48" name="Text 36"/>
          <p:cNvSpPr txBox="1"/>
          <p:nvPr/>
        </p:nvSpPr>
        <p:spPr>
          <a:xfrm>
            <a:off x="1986808"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49" name="Shape 37"/>
          <p:cNvSpPr/>
          <p:nvPr/>
        </p:nvSpPr>
        <p:spPr>
          <a:xfrm>
            <a:off x="2737588" y="2317757"/>
            <a:ext cx="1108504" cy="1522179"/>
          </a:xfrm>
          <a:prstGeom prst="rect">
            <a:avLst/>
          </a:prstGeom>
          <a:solidFill>
            <a:srgbClr val="FFFFFF"/>
          </a:solidFill>
          <a:ln w="12700">
            <a:solidFill>
              <a:srgbClr val="FFFFFF"/>
            </a:solidFill>
            <a:prstDash val="solid"/>
          </a:ln>
        </p:spPr>
      </p:sp>
      <p:sp>
        <p:nvSpPr>
          <p:cNvPr id="50" name="Shape 38"/>
          <p:cNvSpPr/>
          <p:nvPr/>
        </p:nvSpPr>
        <p:spPr>
          <a:xfrm>
            <a:off x="2737588" y="2317757"/>
            <a:ext cx="1108504" cy="1522179"/>
          </a:xfrm>
          <a:prstGeom prst="rect">
            <a:avLst/>
          </a:prstGeom>
          <a:solidFill>
            <a:srgbClr val="0F4C3A"/>
          </a:solidFill>
          <a:ln w="12700">
            <a:solidFill>
              <a:srgbClr val="0F4C3A"/>
            </a:solidFill>
            <a:prstDash val="solid"/>
          </a:ln>
        </p:spPr>
      </p:sp>
      <p:sp>
        <p:nvSpPr>
          <p:cNvPr id="51" name="Shape 39"/>
          <p:cNvSpPr/>
          <p:nvPr/>
        </p:nvSpPr>
        <p:spPr>
          <a:xfrm>
            <a:off x="2719300" y="2299469"/>
            <a:ext cx="1145080" cy="1558755"/>
          </a:xfrm>
          <a:prstGeom prst="rect">
            <a:avLst/>
          </a:prstGeom>
          <a:solidFill>
            <a:srgbClr val="FFFFFF">
              <a:alpha val="0"/>
            </a:srgbClr>
          </a:solidFill>
          <a:ln w="15240">
            <a:solidFill>
              <a:srgbClr val="8B3DFF"/>
            </a:solidFill>
            <a:prstDash val="solid"/>
          </a:ln>
        </p:spPr>
      </p:sp>
      <p:sp>
        <p:nvSpPr>
          <p:cNvPr id="52" name="Shape 40"/>
          <p:cNvSpPr/>
          <p:nvPr/>
        </p:nvSpPr>
        <p:spPr>
          <a:xfrm>
            <a:off x="1182136" y="2281181"/>
            <a:ext cx="1371600" cy="777240"/>
          </a:xfrm>
          <a:prstGeom prst="roundRect">
            <a:avLst>
              <a:gd name="adj" fmla="val 5882"/>
            </a:avLst>
          </a:prstGeom>
          <a:solidFill>
            <a:srgbClr val="FFFFFF"/>
          </a:solidFill>
          <a:ln w="9525">
            <a:solidFill>
              <a:srgbClr val="BBBBBB"/>
            </a:solidFill>
            <a:prstDash val="solid"/>
          </a:ln>
        </p:spPr>
      </p:sp>
      <p:sp>
        <p:nvSpPr>
          <p:cNvPr id="53" name="Text 41"/>
          <p:cNvSpPr txBox="1"/>
          <p:nvPr/>
        </p:nvSpPr>
        <p:spPr>
          <a:xfrm>
            <a:off x="1255288" y="2317757"/>
            <a:ext cx="1188720" cy="164592"/>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Default colors</a:t>
            </a:r>
            <a:endParaRPr lang="en-US" sz="700" dirty="0"/>
          </a:p>
        </p:txBody>
      </p:sp>
      <p:sp>
        <p:nvSpPr>
          <p:cNvPr id="54" name="Shape 42"/>
          <p:cNvSpPr/>
          <p:nvPr/>
        </p:nvSpPr>
        <p:spPr>
          <a:xfrm>
            <a:off x="1255288" y="2518925"/>
            <a:ext cx="173736" cy="173736"/>
          </a:xfrm>
          <a:prstGeom prst="roundRect">
            <a:avLst>
              <a:gd name="adj" fmla="val 21053"/>
            </a:avLst>
          </a:prstGeom>
          <a:solidFill>
            <a:srgbClr val="FFFFFF"/>
          </a:solidFill>
          <a:ln w="6350">
            <a:solidFill>
              <a:srgbClr val="BBBBBB"/>
            </a:solidFill>
            <a:prstDash val="solid"/>
          </a:ln>
        </p:spPr>
      </p:sp>
      <p:sp>
        <p:nvSpPr>
          <p:cNvPr id="55" name="Shape 43"/>
          <p:cNvSpPr/>
          <p:nvPr/>
        </p:nvSpPr>
        <p:spPr>
          <a:xfrm>
            <a:off x="1465600" y="2518925"/>
            <a:ext cx="173736" cy="173736"/>
          </a:xfrm>
          <a:prstGeom prst="roundRect">
            <a:avLst>
              <a:gd name="adj" fmla="val 21053"/>
            </a:avLst>
          </a:prstGeom>
          <a:solidFill>
            <a:srgbClr val="000000"/>
          </a:solidFill>
          <a:ln w="6350">
            <a:solidFill>
              <a:srgbClr val="BBBBBB"/>
            </a:solidFill>
            <a:prstDash val="solid"/>
          </a:ln>
        </p:spPr>
      </p:sp>
      <p:sp>
        <p:nvSpPr>
          <p:cNvPr id="56" name="Shape 44"/>
          <p:cNvSpPr/>
          <p:nvPr/>
        </p:nvSpPr>
        <p:spPr>
          <a:xfrm>
            <a:off x="1675912" y="2518925"/>
            <a:ext cx="173736" cy="173736"/>
          </a:xfrm>
          <a:prstGeom prst="roundRect">
            <a:avLst>
              <a:gd name="adj" fmla="val 21053"/>
            </a:avLst>
          </a:prstGeom>
          <a:solidFill>
            <a:srgbClr val="0F4C3A"/>
          </a:solidFill>
          <a:ln w="6350">
            <a:solidFill>
              <a:srgbClr val="BBBBBB"/>
            </a:solidFill>
            <a:prstDash val="solid"/>
          </a:ln>
        </p:spPr>
      </p:sp>
      <p:sp>
        <p:nvSpPr>
          <p:cNvPr id="57" name="Shape 45"/>
          <p:cNvSpPr/>
          <p:nvPr/>
        </p:nvSpPr>
        <p:spPr>
          <a:xfrm>
            <a:off x="1886224" y="2518925"/>
            <a:ext cx="173736" cy="173736"/>
          </a:xfrm>
          <a:prstGeom prst="roundRect">
            <a:avLst>
              <a:gd name="adj" fmla="val 21053"/>
            </a:avLst>
          </a:prstGeom>
          <a:solidFill>
            <a:srgbClr val="1F7A5C"/>
          </a:solidFill>
          <a:ln w="6350">
            <a:solidFill>
              <a:srgbClr val="BBBBBB"/>
            </a:solidFill>
            <a:prstDash val="solid"/>
          </a:ln>
        </p:spPr>
      </p:sp>
      <p:sp>
        <p:nvSpPr>
          <p:cNvPr id="58" name="Shape 46"/>
          <p:cNvSpPr/>
          <p:nvPr/>
        </p:nvSpPr>
        <p:spPr>
          <a:xfrm>
            <a:off x="2096536" y="2518925"/>
            <a:ext cx="173736" cy="173736"/>
          </a:xfrm>
          <a:prstGeom prst="roundRect">
            <a:avLst>
              <a:gd name="adj" fmla="val 21053"/>
            </a:avLst>
          </a:prstGeom>
          <a:solidFill>
            <a:srgbClr val="13A3B5"/>
          </a:solidFill>
          <a:ln w="6350">
            <a:solidFill>
              <a:srgbClr val="BBBBBB"/>
            </a:solidFill>
            <a:prstDash val="solid"/>
          </a:ln>
        </p:spPr>
      </p:sp>
      <p:sp>
        <p:nvSpPr>
          <p:cNvPr id="59" name="Shape 47"/>
          <p:cNvSpPr/>
          <p:nvPr/>
        </p:nvSpPr>
        <p:spPr>
          <a:xfrm>
            <a:off x="2306848" y="2518925"/>
            <a:ext cx="173736" cy="173736"/>
          </a:xfrm>
          <a:prstGeom prst="roundRect">
            <a:avLst>
              <a:gd name="adj" fmla="val 21053"/>
            </a:avLst>
          </a:prstGeom>
          <a:solidFill>
            <a:srgbClr val="D4A017"/>
          </a:solidFill>
          <a:ln w="6350">
            <a:solidFill>
              <a:srgbClr val="BBBBBB"/>
            </a:solidFill>
            <a:prstDash val="solid"/>
          </a:ln>
        </p:spPr>
      </p:sp>
      <p:sp>
        <p:nvSpPr>
          <p:cNvPr id="60" name="Shape 48"/>
          <p:cNvSpPr/>
          <p:nvPr/>
        </p:nvSpPr>
        <p:spPr>
          <a:xfrm>
            <a:off x="1255288" y="2747525"/>
            <a:ext cx="173736" cy="173736"/>
          </a:xfrm>
          <a:prstGeom prst="roundRect">
            <a:avLst>
              <a:gd name="adj" fmla="val 21053"/>
            </a:avLst>
          </a:prstGeom>
          <a:solidFill>
            <a:srgbClr val="C62828"/>
          </a:solidFill>
          <a:ln w="6350">
            <a:solidFill>
              <a:srgbClr val="BBBBBB"/>
            </a:solidFill>
            <a:prstDash val="solid"/>
          </a:ln>
        </p:spPr>
      </p:sp>
      <p:sp>
        <p:nvSpPr>
          <p:cNvPr id="61" name="Shape 49"/>
          <p:cNvSpPr/>
          <p:nvPr/>
        </p:nvSpPr>
        <p:spPr>
          <a:xfrm>
            <a:off x="1465600" y="2747525"/>
            <a:ext cx="173736" cy="173736"/>
          </a:xfrm>
          <a:prstGeom prst="roundRect">
            <a:avLst>
              <a:gd name="adj" fmla="val 21053"/>
            </a:avLst>
          </a:prstGeom>
          <a:solidFill>
            <a:srgbClr val="8B3DFF"/>
          </a:solidFill>
          <a:ln w="6350">
            <a:solidFill>
              <a:srgbClr val="BBBBBB"/>
            </a:solidFill>
            <a:prstDash val="solid"/>
          </a:ln>
        </p:spPr>
      </p:sp>
      <p:sp>
        <p:nvSpPr>
          <p:cNvPr id="62" name="Shape 50"/>
          <p:cNvSpPr/>
          <p:nvPr/>
        </p:nvSpPr>
        <p:spPr>
          <a:xfrm>
            <a:off x="1675912" y="2747525"/>
            <a:ext cx="173736" cy="173736"/>
          </a:xfrm>
          <a:prstGeom prst="roundRect">
            <a:avLst>
              <a:gd name="adj" fmla="val 21053"/>
            </a:avLst>
          </a:prstGeom>
          <a:solidFill>
            <a:srgbClr val="FF8A00"/>
          </a:solidFill>
          <a:ln w="6350">
            <a:solidFill>
              <a:srgbClr val="BBBBBB"/>
            </a:solidFill>
            <a:prstDash val="solid"/>
          </a:ln>
        </p:spPr>
      </p:sp>
      <p:sp>
        <p:nvSpPr>
          <p:cNvPr id="63" name="Shape 51"/>
          <p:cNvSpPr/>
          <p:nvPr/>
        </p:nvSpPr>
        <p:spPr>
          <a:xfrm>
            <a:off x="1886224" y="2747525"/>
            <a:ext cx="173736" cy="173736"/>
          </a:xfrm>
          <a:prstGeom prst="roundRect">
            <a:avLst>
              <a:gd name="adj" fmla="val 21053"/>
            </a:avLst>
          </a:prstGeom>
          <a:solidFill>
            <a:srgbClr val="F5F5F5"/>
          </a:solidFill>
          <a:ln w="6350">
            <a:solidFill>
              <a:srgbClr val="BBBBBB"/>
            </a:solidFill>
            <a:prstDash val="solid"/>
          </a:ln>
        </p:spPr>
      </p:sp>
      <p:sp>
        <p:nvSpPr>
          <p:cNvPr id="64" name="Shape 52"/>
          <p:cNvSpPr/>
          <p:nvPr/>
        </p:nvSpPr>
        <p:spPr>
          <a:xfrm>
            <a:off x="2096536" y="2747525"/>
            <a:ext cx="173736" cy="173736"/>
          </a:xfrm>
          <a:prstGeom prst="roundRect">
            <a:avLst>
              <a:gd name="adj" fmla="val 21053"/>
            </a:avLst>
          </a:prstGeom>
          <a:solidFill>
            <a:srgbClr val="E6F2EC"/>
          </a:solidFill>
          <a:ln w="6350">
            <a:solidFill>
              <a:srgbClr val="BBBBBB"/>
            </a:solidFill>
            <a:prstDash val="solid"/>
          </a:ln>
        </p:spPr>
      </p:sp>
      <p:sp>
        <p:nvSpPr>
          <p:cNvPr id="65" name="Shape 53"/>
          <p:cNvSpPr/>
          <p:nvPr/>
        </p:nvSpPr>
        <p:spPr>
          <a:xfrm>
            <a:off x="2306848" y="2747525"/>
            <a:ext cx="173736" cy="173736"/>
          </a:xfrm>
          <a:prstGeom prst="roundRect">
            <a:avLst>
              <a:gd name="adj" fmla="val 21053"/>
            </a:avLst>
          </a:prstGeom>
          <a:solidFill>
            <a:srgbClr val="FBF1D3"/>
          </a:solidFill>
          <a:ln w="6350">
            <a:solidFill>
              <a:srgbClr val="BBBBBB"/>
            </a:solidFill>
            <a:prstDash val="solid"/>
          </a:ln>
        </p:spPr>
      </p:sp>
      <p:sp>
        <p:nvSpPr>
          <p:cNvPr id="66" name="Shape 54"/>
          <p:cNvSpPr/>
          <p:nvPr/>
        </p:nvSpPr>
        <p:spPr>
          <a:xfrm>
            <a:off x="1163848" y="2025149"/>
            <a:ext cx="265176" cy="219456"/>
          </a:xfrm>
          <a:prstGeom prst="roundRect">
            <a:avLst>
              <a:gd name="adj" fmla="val 20833"/>
            </a:avLst>
          </a:prstGeom>
          <a:solidFill>
            <a:srgbClr val="FFFFFF">
              <a:alpha val="0"/>
            </a:srgbClr>
          </a:solidFill>
          <a:ln w="31750">
            <a:solidFill>
              <a:srgbClr val="E53935"/>
            </a:solidFill>
            <a:prstDash val="solid"/>
          </a:ln>
        </p:spPr>
      </p:sp>
      <p:sp>
        <p:nvSpPr>
          <p:cNvPr id="67" name="Shape 55"/>
          <p:cNvSpPr/>
          <p:nvPr/>
        </p:nvSpPr>
        <p:spPr>
          <a:xfrm>
            <a:off x="1291864" y="1887989"/>
            <a:ext cx="274320" cy="274320"/>
          </a:xfrm>
          <a:prstGeom prst="ellipse">
            <a:avLst/>
          </a:prstGeom>
          <a:solidFill>
            <a:srgbClr val="E53935"/>
          </a:solidFill>
          <a:ln w="12700">
            <a:solidFill>
              <a:srgbClr val="FFFFFF"/>
            </a:solidFill>
            <a:prstDash val="solid"/>
          </a:ln>
        </p:spPr>
      </p:sp>
      <p:sp>
        <p:nvSpPr>
          <p:cNvPr id="68" name="Text 56"/>
          <p:cNvSpPr txBox="1"/>
          <p:nvPr/>
        </p:nvSpPr>
        <p:spPr>
          <a:xfrm>
            <a:off x="1291864"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9" name="Image 10" descr="preencoded.png">    </p:cNvPr>
          <p:cNvPicPr>
            <a:picLocks noChangeAspect="1"/>
          </p:cNvPicPr>
          <p:nvPr/>
        </p:nvPicPr>
        <p:blipFill>
          <a:blip r:embed="rId11"/>
          <a:stretch>
            <a:fillRect/>
          </a:stretch>
        </p:blipFill>
        <p:spPr>
          <a:xfrm>
            <a:off x="1307866" y="2144021"/>
            <a:ext cx="237744" cy="237744"/>
          </a:xfrm>
          <a:prstGeom prst="rect">
            <a:avLst/>
          </a:prstGeom>
        </p:spPr>
      </p:pic>
      <p:sp>
        <p:nvSpPr>
          <p:cNvPr id="70" name="Shape 57"/>
          <p:cNvSpPr/>
          <p:nvPr/>
        </p:nvSpPr>
        <p:spPr>
          <a:xfrm>
            <a:off x="1648480" y="2491493"/>
            <a:ext cx="228600" cy="228600"/>
          </a:xfrm>
          <a:prstGeom prst="roundRect">
            <a:avLst>
              <a:gd name="adj" fmla="val 20000"/>
            </a:avLst>
          </a:prstGeom>
          <a:solidFill>
            <a:srgbClr val="FFFFFF">
              <a:alpha val="0"/>
            </a:srgbClr>
          </a:solidFill>
          <a:ln w="31750">
            <a:solidFill>
              <a:srgbClr val="E53935"/>
            </a:solidFill>
            <a:prstDash val="solid"/>
          </a:ln>
        </p:spPr>
      </p:sp>
      <p:sp>
        <p:nvSpPr>
          <p:cNvPr id="71" name="Shape 58"/>
          <p:cNvSpPr/>
          <p:nvPr/>
        </p:nvSpPr>
        <p:spPr>
          <a:xfrm>
            <a:off x="1739920" y="2354333"/>
            <a:ext cx="274320" cy="274320"/>
          </a:xfrm>
          <a:prstGeom prst="ellipse">
            <a:avLst/>
          </a:prstGeom>
          <a:solidFill>
            <a:srgbClr val="E53935"/>
          </a:solidFill>
          <a:ln w="12700">
            <a:solidFill>
              <a:srgbClr val="FFFFFF"/>
            </a:solidFill>
            <a:prstDash val="solid"/>
          </a:ln>
        </p:spPr>
      </p:sp>
      <p:sp>
        <p:nvSpPr>
          <p:cNvPr id="72" name="Text 59"/>
          <p:cNvSpPr txBox="1"/>
          <p:nvPr/>
        </p:nvSpPr>
        <p:spPr>
          <a:xfrm>
            <a:off x="1739920" y="23543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3" name="Image 11" descr="preencoded.png">    </p:cNvPr>
          <p:cNvPicPr>
            <a:picLocks noChangeAspect="1"/>
          </p:cNvPicPr>
          <p:nvPr/>
        </p:nvPicPr>
        <p:blipFill>
          <a:blip r:embed="rId12"/>
          <a:stretch>
            <a:fillRect/>
          </a:stretch>
        </p:blipFill>
        <p:spPr>
          <a:xfrm>
            <a:off x="1771467" y="2614480"/>
            <a:ext cx="237744" cy="237744"/>
          </a:xfrm>
          <a:prstGeom prst="rect">
            <a:avLst/>
          </a:prstGeom>
        </p:spPr>
      </p:pic>
      <p:sp>
        <p:nvSpPr>
          <p:cNvPr id="74" name="Text 6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5" name="Text 6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Ubah warna latar</a:t>
            </a:r>
            <a:endParaRPr lang="en-US" sz="1800" dirty="0"/>
          </a:p>
        </p:txBody>
      </p:sp>
      <p:sp>
        <p:nvSpPr>
          <p:cNvPr id="76" name="Text 6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bagian kosong kanvas. Klik kotak warna di bilah atas, lalu pilih warna latar.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Latar &amp;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sp>
        <p:nvSpPr>
          <p:cNvPr id="38" name="Shape 29"/>
          <p:cNvSpPr/>
          <p:nvPr/>
        </p:nvSpPr>
        <p:spPr>
          <a:xfrm>
            <a:off x="606064" y="2811533"/>
            <a:ext cx="420624" cy="347472"/>
          </a:xfrm>
          <a:prstGeom prst="roundRect">
            <a:avLst>
              <a:gd name="adj" fmla="val 10526"/>
            </a:avLst>
          </a:prstGeom>
          <a:solidFill>
            <a:srgbClr val="3A3B3E"/>
          </a:solidFill>
          <a:ln w="12700">
            <a:solidFill>
              <a:srgbClr val="3A3B3E"/>
            </a:solidFill>
            <a:prstDash val="solid"/>
          </a:ln>
        </p:spPr>
      </p:sp>
      <p:pic>
        <p:nvPicPr>
          <p:cNvPr id="39"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40" name="Text 30"/>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107445"/>
            <a:ext cx="1179576" cy="292608"/>
          </a:xfrm>
          <a:prstGeom prst="roundRect">
            <a:avLst>
              <a:gd name="adj" fmla="val 15625"/>
            </a:avLst>
          </a:prstGeom>
          <a:solidFill>
            <a:srgbClr val="F1F1F4"/>
          </a:solidFill>
          <a:ln w="12700">
            <a:solidFill>
              <a:srgbClr val="F1F1F4"/>
            </a:solidFill>
            <a:prstDash val="solid"/>
          </a:ln>
        </p:spPr>
      </p:sp>
      <p:sp>
        <p:nvSpPr>
          <p:cNvPr id="47" name="Text 35"/>
          <p:cNvSpPr txBox="1"/>
          <p:nvPr/>
        </p:nvSpPr>
        <p:spPr>
          <a:xfrm>
            <a:off x="1191280" y="2107445"/>
            <a:ext cx="1088136" cy="292608"/>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Add a heading</a:t>
            </a:r>
            <a:endParaRPr lang="en-US" sz="1100" dirty="0"/>
          </a:p>
        </p:txBody>
      </p:sp>
      <p:sp>
        <p:nvSpPr>
          <p:cNvPr id="48" name="Shape 36"/>
          <p:cNvSpPr/>
          <p:nvPr/>
        </p:nvSpPr>
        <p:spPr>
          <a:xfrm>
            <a:off x="1118128" y="2473205"/>
            <a:ext cx="1179576" cy="292608"/>
          </a:xfrm>
          <a:prstGeom prst="roundRect">
            <a:avLst>
              <a:gd name="adj" fmla="val 15625"/>
            </a:avLst>
          </a:prstGeom>
          <a:solidFill>
            <a:srgbClr val="F1F1F4"/>
          </a:solidFill>
          <a:ln w="12700">
            <a:solidFill>
              <a:srgbClr val="F1F1F4"/>
            </a:solidFill>
            <a:prstDash val="solid"/>
          </a:ln>
        </p:spPr>
      </p:sp>
      <p:sp>
        <p:nvSpPr>
          <p:cNvPr id="49" name="Text 37"/>
          <p:cNvSpPr txBox="1"/>
          <p:nvPr/>
        </p:nvSpPr>
        <p:spPr>
          <a:xfrm>
            <a:off x="1191280" y="2473205"/>
            <a:ext cx="1088136" cy="292608"/>
          </a:xfrm>
          <a:prstGeom prst="rect">
            <a:avLst/>
          </a:prstGeom>
          <a:noFill/>
          <a:ln/>
        </p:spPr>
        <p:txBody>
          <a:bodyPr wrap="square" lIns="0" tIns="0" rIns="0" bIns="0" rtlCol="0" anchor="ctr"/>
          <a:lstStyle/>
          <a:p>
            <a:pPr indent="0" marL="0">
              <a:buNone/>
            </a:pPr>
            <a:r>
              <a:rPr lang="en-US" sz="850" b="1" dirty="0">
                <a:solidFill>
                  <a:srgbClr val="1E2A26"/>
                </a:solidFill>
                <a:latin typeface="Calibri" pitchFamily="34" charset="0"/>
                <a:ea typeface="Calibri" pitchFamily="34" charset="-122"/>
                <a:cs typeface="Calibri" pitchFamily="34" charset="-120"/>
              </a:rPr>
              <a:t>Add a subheading</a:t>
            </a:r>
            <a:endParaRPr lang="en-US" sz="850" dirty="0"/>
          </a:p>
        </p:txBody>
      </p:sp>
      <p:sp>
        <p:nvSpPr>
          <p:cNvPr id="50" name="Shape 38"/>
          <p:cNvSpPr/>
          <p:nvPr/>
        </p:nvSpPr>
        <p:spPr>
          <a:xfrm>
            <a:off x="1118128" y="2838965"/>
            <a:ext cx="1179576" cy="292608"/>
          </a:xfrm>
          <a:prstGeom prst="roundRect">
            <a:avLst>
              <a:gd name="adj" fmla="val 15625"/>
            </a:avLst>
          </a:prstGeom>
          <a:solidFill>
            <a:srgbClr val="F1F1F4"/>
          </a:solidFill>
          <a:ln w="12700">
            <a:solidFill>
              <a:srgbClr val="F1F1F4"/>
            </a:solidFill>
            <a:prstDash val="solid"/>
          </a:ln>
        </p:spPr>
      </p:sp>
      <p:sp>
        <p:nvSpPr>
          <p:cNvPr id="51" name="Text 39"/>
          <p:cNvSpPr txBox="1"/>
          <p:nvPr/>
        </p:nvSpPr>
        <p:spPr>
          <a:xfrm>
            <a:off x="1191280" y="2838965"/>
            <a:ext cx="1088136" cy="29260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Add a little bit of body text</a:t>
            </a:r>
            <a:endParaRPr lang="en-US" sz="650" dirty="0"/>
          </a:p>
        </p:txBody>
      </p:sp>
      <p:sp>
        <p:nvSpPr>
          <p:cNvPr id="52" name="Shape 40"/>
          <p:cNvSpPr/>
          <p:nvPr/>
        </p:nvSpPr>
        <p:spPr>
          <a:xfrm>
            <a:off x="2370856" y="1970285"/>
            <a:ext cx="3167847" cy="2025099"/>
          </a:xfrm>
          <a:prstGeom prst="rect">
            <a:avLst/>
          </a:prstGeom>
          <a:solidFill>
            <a:srgbClr val="EBECF0"/>
          </a:solidFill>
          <a:ln w="12700">
            <a:solidFill>
              <a:srgbClr val="EBECF0"/>
            </a:solidFill>
            <a:prstDash val="solid"/>
          </a:ln>
        </p:spPr>
      </p:sp>
      <p:sp>
        <p:nvSpPr>
          <p:cNvPr id="53" name="Shape 41"/>
          <p:cNvSpPr/>
          <p:nvPr/>
        </p:nvSpPr>
        <p:spPr>
          <a:xfrm>
            <a:off x="340052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340052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3455953" y="2439531"/>
            <a:ext cx="997654" cy="182661"/>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Jadwal Sholat Berjamaah</a:t>
            </a:r>
            <a:endParaRPr lang="en-US" sz="1100" dirty="0"/>
          </a:p>
        </p:txBody>
      </p:sp>
      <p:sp>
        <p:nvSpPr>
          <p:cNvPr id="56" name="Shape 44"/>
          <p:cNvSpPr/>
          <p:nvPr/>
        </p:nvSpPr>
        <p:spPr>
          <a:xfrm>
            <a:off x="3437665" y="2421243"/>
            <a:ext cx="1034230" cy="219237"/>
          </a:xfrm>
          <a:prstGeom prst="rect">
            <a:avLst/>
          </a:prstGeom>
          <a:solidFill>
            <a:srgbClr val="FFFFFF">
              <a:alpha val="0"/>
            </a:srgbClr>
          </a:solidFill>
          <a:ln w="15240">
            <a:solidFill>
              <a:srgbClr val="8B3DFF"/>
            </a:solidFill>
            <a:prstDash val="solid"/>
          </a:ln>
        </p:spPr>
      </p:sp>
      <p:sp>
        <p:nvSpPr>
          <p:cNvPr id="57" name="Shape 45"/>
          <p:cNvSpPr/>
          <p:nvPr/>
        </p:nvSpPr>
        <p:spPr>
          <a:xfrm>
            <a:off x="587776" y="2793245"/>
            <a:ext cx="457200" cy="384048"/>
          </a:xfrm>
          <a:prstGeom prst="roundRect">
            <a:avLst>
              <a:gd name="adj" fmla="val 11905"/>
            </a:avLst>
          </a:prstGeom>
          <a:solidFill>
            <a:srgbClr val="FFFFFF">
              <a:alpha val="0"/>
            </a:srgbClr>
          </a:solidFill>
          <a:ln w="31750">
            <a:solidFill>
              <a:srgbClr val="E53935"/>
            </a:solidFill>
            <a:prstDash val="solid"/>
          </a:ln>
        </p:spPr>
      </p:sp>
      <p:sp>
        <p:nvSpPr>
          <p:cNvPr id="58" name="Shape 46"/>
          <p:cNvSpPr/>
          <p:nvPr/>
        </p:nvSpPr>
        <p:spPr>
          <a:xfrm>
            <a:off x="907816" y="2656085"/>
            <a:ext cx="274320" cy="274320"/>
          </a:xfrm>
          <a:prstGeom prst="ellipse">
            <a:avLst/>
          </a:prstGeom>
          <a:solidFill>
            <a:srgbClr val="E53935"/>
          </a:solidFill>
          <a:ln w="12700">
            <a:solidFill>
              <a:srgbClr val="FFFFFF"/>
            </a:solidFill>
            <a:prstDash val="solid"/>
          </a:ln>
        </p:spPr>
      </p:sp>
      <p:sp>
        <p:nvSpPr>
          <p:cNvPr id="59" name="Text 47"/>
          <p:cNvSpPr txBox="1"/>
          <p:nvPr/>
        </p:nvSpPr>
        <p:spPr>
          <a:xfrm>
            <a:off x="907816" y="26560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0" name="Image 10" descr="preencoded.png">    </p:cNvPr>
          <p:cNvPicPr>
            <a:picLocks noChangeAspect="1"/>
          </p:cNvPicPr>
          <p:nvPr/>
        </p:nvPicPr>
        <p:blipFill>
          <a:blip r:embed="rId11"/>
          <a:stretch>
            <a:fillRect/>
          </a:stretch>
        </p:blipFill>
        <p:spPr>
          <a:xfrm>
            <a:off x="837408" y="3002643"/>
            <a:ext cx="237744" cy="237744"/>
          </a:xfrm>
          <a:prstGeom prst="rect">
            <a:avLst/>
          </a:prstGeom>
        </p:spPr>
      </p:pic>
      <p:sp>
        <p:nvSpPr>
          <p:cNvPr id="61" name="Shape 48"/>
          <p:cNvSpPr/>
          <p:nvPr/>
        </p:nvSpPr>
        <p:spPr>
          <a:xfrm>
            <a:off x="1099840" y="2089157"/>
            <a:ext cx="1216152" cy="329184"/>
          </a:xfrm>
          <a:prstGeom prst="roundRect">
            <a:avLst>
              <a:gd name="adj" fmla="val 13889"/>
            </a:avLst>
          </a:prstGeom>
          <a:solidFill>
            <a:srgbClr val="FFFFFF">
              <a:alpha val="0"/>
            </a:srgbClr>
          </a:solidFill>
          <a:ln w="31750">
            <a:solidFill>
              <a:srgbClr val="E53935"/>
            </a:solidFill>
            <a:prstDash val="solid"/>
          </a:ln>
        </p:spPr>
      </p:sp>
      <p:sp>
        <p:nvSpPr>
          <p:cNvPr id="62" name="Shape 49"/>
          <p:cNvSpPr/>
          <p:nvPr/>
        </p:nvSpPr>
        <p:spPr>
          <a:xfrm>
            <a:off x="2178832" y="1951997"/>
            <a:ext cx="274320" cy="274320"/>
          </a:xfrm>
          <a:prstGeom prst="ellipse">
            <a:avLst/>
          </a:prstGeom>
          <a:solidFill>
            <a:srgbClr val="E53935"/>
          </a:solidFill>
          <a:ln w="12700">
            <a:solidFill>
              <a:srgbClr val="FFFFFF"/>
            </a:solidFill>
            <a:prstDash val="solid"/>
          </a:ln>
        </p:spPr>
      </p:sp>
      <p:sp>
        <p:nvSpPr>
          <p:cNvPr id="63" name="Text 50"/>
          <p:cNvSpPr txBox="1"/>
          <p:nvPr/>
        </p:nvSpPr>
        <p:spPr>
          <a:xfrm>
            <a:off x="2178832" y="19519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4" name="Image 11" descr="preencoded.png">    </p:cNvPr>
          <p:cNvPicPr>
            <a:picLocks noChangeAspect="1"/>
          </p:cNvPicPr>
          <p:nvPr/>
        </p:nvPicPr>
        <p:blipFill>
          <a:blip r:embed="rId12"/>
          <a:stretch>
            <a:fillRect/>
          </a:stretch>
        </p:blipFill>
        <p:spPr>
          <a:xfrm>
            <a:off x="1766895" y="2268380"/>
            <a:ext cx="237744" cy="237744"/>
          </a:xfrm>
          <a:prstGeom prst="rect">
            <a:avLst/>
          </a:prstGeom>
        </p:spPr>
      </p:pic>
      <p:sp>
        <p:nvSpPr>
          <p:cNvPr id="65"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6"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Text › Add a heading</a:t>
            </a:r>
            <a:endParaRPr lang="en-US" sz="1800" dirty="0"/>
          </a:p>
        </p:txBody>
      </p:sp>
      <p:sp>
        <p:nvSpPr>
          <p:cNvPr id="67"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Text di menu kiri, lalu klik Add a heading. Ketik judul: Jadwal Sholat Berjamaah.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Latar &amp; Judul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2793013" y="2439531"/>
            <a:ext cx="997654" cy="213105"/>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Jadwal Sholat Berjamaah</a:t>
            </a:r>
            <a:endParaRPr lang="en-US" sz="1300" dirty="0"/>
          </a:p>
        </p:txBody>
      </p:sp>
      <p:sp>
        <p:nvSpPr>
          <p:cNvPr id="56" name="Shape 44"/>
          <p:cNvSpPr/>
          <p:nvPr/>
        </p:nvSpPr>
        <p:spPr>
          <a:xfrm>
            <a:off x="2774725" y="2421243"/>
            <a:ext cx="1034230" cy="249681"/>
          </a:xfrm>
          <a:prstGeom prst="rect">
            <a:avLst/>
          </a:prstGeom>
          <a:solidFill>
            <a:srgbClr val="FFFFFF">
              <a:alpha val="0"/>
            </a:srgbClr>
          </a:solidFill>
          <a:ln w="15240">
            <a:solidFill>
              <a:srgbClr val="8B3DFF"/>
            </a:solidFill>
            <a:prstDash val="solid"/>
          </a:ln>
        </p:spPr>
      </p:sp>
      <p:sp>
        <p:nvSpPr>
          <p:cNvPr id="57" name="Shape 45"/>
          <p:cNvSpPr/>
          <p:nvPr/>
        </p:nvSpPr>
        <p:spPr>
          <a:xfrm>
            <a:off x="1163848" y="2025149"/>
            <a:ext cx="539496" cy="219456"/>
          </a:xfrm>
          <a:prstGeom prst="roundRect">
            <a:avLst>
              <a:gd name="adj" fmla="val 20833"/>
            </a:avLst>
          </a:prstGeom>
          <a:solidFill>
            <a:srgbClr val="FFFFFF">
              <a:alpha val="0"/>
            </a:srgbClr>
          </a:solidFill>
          <a:ln w="31750">
            <a:solidFill>
              <a:srgbClr val="E53935"/>
            </a:solidFill>
            <a:prstDash val="solid"/>
          </a:ln>
        </p:spPr>
      </p:sp>
      <p:sp>
        <p:nvSpPr>
          <p:cNvPr id="58" name="Shape 46"/>
          <p:cNvSpPr/>
          <p:nvPr/>
        </p:nvSpPr>
        <p:spPr>
          <a:xfrm>
            <a:off x="1566184" y="1887989"/>
            <a:ext cx="274320" cy="274320"/>
          </a:xfrm>
          <a:prstGeom prst="ellipse">
            <a:avLst/>
          </a:prstGeom>
          <a:solidFill>
            <a:srgbClr val="E53935"/>
          </a:solidFill>
          <a:ln w="12700">
            <a:solidFill>
              <a:srgbClr val="FFFFFF"/>
            </a:solidFill>
            <a:prstDash val="solid"/>
          </a:ln>
        </p:spPr>
      </p:sp>
      <p:sp>
        <p:nvSpPr>
          <p:cNvPr id="59" name="Text 47"/>
          <p:cNvSpPr txBox="1"/>
          <p:nvPr/>
        </p:nvSpPr>
        <p:spPr>
          <a:xfrm>
            <a:off x="1566184"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0" name="Image 10" descr="preencoded.png">    </p:cNvPr>
          <p:cNvPicPr>
            <a:picLocks noChangeAspect="1"/>
          </p:cNvPicPr>
          <p:nvPr/>
        </p:nvPicPr>
        <p:blipFill>
          <a:blip r:embed="rId11"/>
          <a:stretch>
            <a:fillRect/>
          </a:stretch>
        </p:blipFill>
        <p:spPr>
          <a:xfrm>
            <a:off x="1458742" y="2144021"/>
            <a:ext cx="237744" cy="237744"/>
          </a:xfrm>
          <a:prstGeom prst="rect">
            <a:avLst/>
          </a:prstGeom>
        </p:spPr>
      </p:pic>
      <p:sp>
        <p:nvSpPr>
          <p:cNvPr id="61" name="Shape 48"/>
          <p:cNvSpPr/>
          <p:nvPr/>
        </p:nvSpPr>
        <p:spPr>
          <a:xfrm>
            <a:off x="1703344" y="2025149"/>
            <a:ext cx="310896" cy="219456"/>
          </a:xfrm>
          <a:prstGeom prst="roundRect">
            <a:avLst>
              <a:gd name="adj" fmla="val 20833"/>
            </a:avLst>
          </a:prstGeom>
          <a:solidFill>
            <a:srgbClr val="FFFFFF">
              <a:alpha val="0"/>
            </a:srgbClr>
          </a:solidFill>
          <a:ln w="31750">
            <a:solidFill>
              <a:srgbClr val="E53935"/>
            </a:solidFill>
            <a:prstDash val="solid"/>
          </a:ln>
        </p:spPr>
      </p:sp>
      <p:sp>
        <p:nvSpPr>
          <p:cNvPr id="62" name="Shape 49"/>
          <p:cNvSpPr/>
          <p:nvPr/>
        </p:nvSpPr>
        <p:spPr>
          <a:xfrm>
            <a:off x="1877080" y="1887989"/>
            <a:ext cx="274320" cy="274320"/>
          </a:xfrm>
          <a:prstGeom prst="ellipse">
            <a:avLst/>
          </a:prstGeom>
          <a:solidFill>
            <a:srgbClr val="E53935"/>
          </a:solidFill>
          <a:ln w="12700">
            <a:solidFill>
              <a:srgbClr val="FFFFFF"/>
            </a:solidFill>
            <a:prstDash val="solid"/>
          </a:ln>
        </p:spPr>
      </p:sp>
      <p:sp>
        <p:nvSpPr>
          <p:cNvPr id="63" name="Text 50"/>
          <p:cNvSpPr txBox="1"/>
          <p:nvPr/>
        </p:nvSpPr>
        <p:spPr>
          <a:xfrm>
            <a:off x="1877080"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4" name="Image 11" descr="preencoded.png">    </p:cNvPr>
          <p:cNvPicPr>
            <a:picLocks noChangeAspect="1"/>
          </p:cNvPicPr>
          <p:nvPr/>
        </p:nvPicPr>
        <p:blipFill>
          <a:blip r:embed="rId12"/>
          <a:stretch>
            <a:fillRect/>
          </a:stretch>
        </p:blipFill>
        <p:spPr>
          <a:xfrm>
            <a:off x="1872508" y="2144021"/>
            <a:ext cx="237744" cy="237744"/>
          </a:xfrm>
          <a:prstGeom prst="rect">
            <a:avLst/>
          </a:prstGeom>
        </p:spPr>
      </p:pic>
      <p:sp>
        <p:nvSpPr>
          <p:cNvPr id="65" name="Shape 51"/>
          <p:cNvSpPr/>
          <p:nvPr/>
        </p:nvSpPr>
        <p:spPr>
          <a:xfrm>
            <a:off x="2014240" y="2025149"/>
            <a:ext cx="219456" cy="219456"/>
          </a:xfrm>
          <a:prstGeom prst="roundRect">
            <a:avLst>
              <a:gd name="adj" fmla="val 20833"/>
            </a:avLst>
          </a:prstGeom>
          <a:solidFill>
            <a:srgbClr val="FFFFFF">
              <a:alpha val="0"/>
            </a:srgbClr>
          </a:solidFill>
          <a:ln w="31750">
            <a:solidFill>
              <a:srgbClr val="E53935"/>
            </a:solidFill>
            <a:prstDash val="solid"/>
          </a:ln>
        </p:spPr>
      </p:sp>
      <p:sp>
        <p:nvSpPr>
          <p:cNvPr id="66" name="Shape 52"/>
          <p:cNvSpPr/>
          <p:nvPr/>
        </p:nvSpPr>
        <p:spPr>
          <a:xfrm>
            <a:off x="2096536" y="1887989"/>
            <a:ext cx="274320" cy="274320"/>
          </a:xfrm>
          <a:prstGeom prst="ellipse">
            <a:avLst/>
          </a:prstGeom>
          <a:solidFill>
            <a:srgbClr val="E53935"/>
          </a:solidFill>
          <a:ln w="12700">
            <a:solidFill>
              <a:srgbClr val="FFFFFF"/>
            </a:solidFill>
            <a:prstDash val="solid"/>
          </a:ln>
        </p:spPr>
      </p:sp>
      <p:sp>
        <p:nvSpPr>
          <p:cNvPr id="67" name="Text 53"/>
          <p:cNvSpPr txBox="1"/>
          <p:nvPr/>
        </p:nvSpPr>
        <p:spPr>
          <a:xfrm>
            <a:off x="2096536"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68" name="Image 12" descr="preencoded.png">    </p:cNvPr>
          <p:cNvPicPr>
            <a:picLocks noChangeAspect="1"/>
          </p:cNvPicPr>
          <p:nvPr/>
        </p:nvPicPr>
        <p:blipFill>
          <a:blip r:embed="rId13"/>
          <a:stretch>
            <a:fillRect/>
          </a:stretch>
        </p:blipFill>
        <p:spPr>
          <a:xfrm>
            <a:off x="2133112" y="2144021"/>
            <a:ext cx="237744" cy="237744"/>
          </a:xfrm>
          <a:prstGeom prst="rect">
            <a:avLst/>
          </a:prstGeom>
        </p:spPr>
      </p:pic>
      <p:sp>
        <p:nvSpPr>
          <p:cNvPr id="69"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0"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huruf, ukuran, dan warna</a:t>
            </a:r>
            <a:endParaRPr lang="en-US" sz="1800" dirty="0"/>
          </a:p>
        </p:txBody>
      </p:sp>
      <p:sp>
        <p:nvSpPr>
          <p:cNvPr id="71"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kotak judul. Di bilah atas, ubah jenis huruf, perbesar ukuran, dan pilih warna yang kontras.</a:t>
            </a:r>
            <a:endParaRPr lang="en-US" sz="1300" dirty="0"/>
          </a:p>
        </p:txBody>
      </p:sp>
      <p:sp>
        <p:nvSpPr>
          <p:cNvPr id="72" name="Shape 5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3"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74" name="Text 5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Ingat: maksimal 2 jenis huruf dalam satu desain.</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Elemen &amp; 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sp>
        <p:nvSpPr>
          <p:cNvPr id="36" name="Shape 28"/>
          <p:cNvSpPr/>
          <p:nvPr/>
        </p:nvSpPr>
        <p:spPr>
          <a:xfrm>
            <a:off x="606064" y="2427485"/>
            <a:ext cx="420624" cy="347472"/>
          </a:xfrm>
          <a:prstGeom prst="roundRect">
            <a:avLst>
              <a:gd name="adj" fmla="val 10526"/>
            </a:avLst>
          </a:prstGeom>
          <a:solidFill>
            <a:srgbClr val="3A3B3E"/>
          </a:solidFill>
          <a:ln w="12700">
            <a:solidFill>
              <a:srgbClr val="3A3B3E"/>
            </a:solidFill>
            <a:prstDash val="solid"/>
          </a:ln>
        </p:spPr>
      </p:sp>
      <p:pic>
        <p:nvPicPr>
          <p:cNvPr id="37"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8" name="Text 29"/>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9"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40" name="Text 30"/>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061725"/>
            <a:ext cx="1179576" cy="219456"/>
          </a:xfrm>
          <a:prstGeom prst="roundRect">
            <a:avLst>
              <a:gd name="adj" fmla="val 20833"/>
            </a:avLst>
          </a:prstGeom>
          <a:solidFill>
            <a:srgbClr val="F1F1F4"/>
          </a:solidFill>
          <a:ln w="12700">
            <a:solidFill>
              <a:srgbClr val="F1F1F4"/>
            </a:solidFill>
            <a:prstDash val="solid"/>
          </a:ln>
        </p:spPr>
      </p:sp>
      <p:pic>
        <p:nvPicPr>
          <p:cNvPr id="47" name="Image 10" descr="preencoded.png">    </p:cNvPr>
          <p:cNvPicPr>
            <a:picLocks noChangeAspect="1"/>
          </p:cNvPicPr>
          <p:nvPr/>
        </p:nvPicPr>
        <p:blipFill>
          <a:blip r:embed="rId11"/>
          <a:stretch>
            <a:fillRect/>
          </a:stretch>
        </p:blipFill>
        <p:spPr>
          <a:xfrm>
            <a:off x="1172992" y="2116589"/>
            <a:ext cx="109728" cy="109728"/>
          </a:xfrm>
          <a:prstGeom prst="rect">
            <a:avLst/>
          </a:prstGeom>
        </p:spPr>
      </p:pic>
      <p:sp>
        <p:nvSpPr>
          <p:cNvPr id="48" name="Text 35"/>
          <p:cNvSpPr txBox="1"/>
          <p:nvPr/>
        </p:nvSpPr>
        <p:spPr>
          <a:xfrm>
            <a:off x="1346728" y="2061725"/>
            <a:ext cx="9052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masjid</a:t>
            </a:r>
            <a:endParaRPr lang="en-US" sz="750" dirty="0"/>
          </a:p>
        </p:txBody>
      </p:sp>
      <p:sp>
        <p:nvSpPr>
          <p:cNvPr id="49" name="Shape 36"/>
          <p:cNvSpPr/>
          <p:nvPr/>
        </p:nvSpPr>
        <p:spPr>
          <a:xfrm>
            <a:off x="1136416" y="2381765"/>
            <a:ext cx="530352" cy="475488"/>
          </a:xfrm>
          <a:prstGeom prst="rect">
            <a:avLst/>
          </a:prstGeom>
          <a:solidFill>
            <a:srgbClr val="E6F2EC"/>
          </a:solidFill>
          <a:ln w="12700">
            <a:solidFill>
              <a:srgbClr val="E6F2EC"/>
            </a:solidFill>
            <a:prstDash val="solid"/>
          </a:ln>
        </p:spPr>
      </p:sp>
      <p:pic>
        <p:nvPicPr>
          <p:cNvPr id="50" name="Image 11" descr="preencoded.png">    </p:cNvPr>
          <p:cNvPicPr>
            <a:picLocks noChangeAspect="1"/>
          </p:cNvPicPr>
          <p:nvPr/>
        </p:nvPicPr>
        <p:blipFill>
          <a:blip r:embed="rId12"/>
          <a:stretch>
            <a:fillRect/>
          </a:stretch>
        </p:blipFill>
        <p:spPr>
          <a:xfrm>
            <a:off x="1273576" y="2473205"/>
            <a:ext cx="256032" cy="256032"/>
          </a:xfrm>
          <a:prstGeom prst="rect">
            <a:avLst/>
          </a:prstGeom>
        </p:spPr>
      </p:pic>
      <p:sp>
        <p:nvSpPr>
          <p:cNvPr id="51" name="Shape 37"/>
          <p:cNvSpPr/>
          <p:nvPr/>
        </p:nvSpPr>
        <p:spPr>
          <a:xfrm>
            <a:off x="1730776" y="2381765"/>
            <a:ext cx="530352" cy="475488"/>
          </a:xfrm>
          <a:prstGeom prst="rect">
            <a:avLst/>
          </a:prstGeom>
          <a:solidFill>
            <a:srgbClr val="E6F2EC"/>
          </a:solidFill>
          <a:ln w="12700">
            <a:solidFill>
              <a:srgbClr val="E6F2EC"/>
            </a:solidFill>
            <a:prstDash val="solid"/>
          </a:ln>
        </p:spPr>
      </p:sp>
      <p:pic>
        <p:nvPicPr>
          <p:cNvPr id="52" name="Image 12" descr="preencoded.png">    </p:cNvPr>
          <p:cNvPicPr>
            <a:picLocks noChangeAspect="1"/>
          </p:cNvPicPr>
          <p:nvPr/>
        </p:nvPicPr>
        <p:blipFill>
          <a:blip r:embed="rId13"/>
          <a:stretch>
            <a:fillRect/>
          </a:stretch>
        </p:blipFill>
        <p:spPr>
          <a:xfrm>
            <a:off x="1867936" y="2473205"/>
            <a:ext cx="256032" cy="256032"/>
          </a:xfrm>
          <a:prstGeom prst="rect">
            <a:avLst/>
          </a:prstGeom>
        </p:spPr>
      </p:pic>
      <p:sp>
        <p:nvSpPr>
          <p:cNvPr id="53" name="Shape 38"/>
          <p:cNvSpPr/>
          <p:nvPr/>
        </p:nvSpPr>
        <p:spPr>
          <a:xfrm>
            <a:off x="1136416" y="2930405"/>
            <a:ext cx="530352" cy="475488"/>
          </a:xfrm>
          <a:prstGeom prst="rect">
            <a:avLst/>
          </a:prstGeom>
          <a:solidFill>
            <a:srgbClr val="E6F2EC"/>
          </a:solidFill>
          <a:ln w="12700">
            <a:solidFill>
              <a:srgbClr val="E6F2EC"/>
            </a:solidFill>
            <a:prstDash val="solid"/>
          </a:ln>
        </p:spPr>
      </p:sp>
      <p:pic>
        <p:nvPicPr>
          <p:cNvPr id="54" name="Image 13" descr="preencoded.png">    </p:cNvPr>
          <p:cNvPicPr>
            <a:picLocks noChangeAspect="1"/>
          </p:cNvPicPr>
          <p:nvPr/>
        </p:nvPicPr>
        <p:blipFill>
          <a:blip r:embed="rId14"/>
          <a:stretch>
            <a:fillRect/>
          </a:stretch>
        </p:blipFill>
        <p:spPr>
          <a:xfrm>
            <a:off x="1273576" y="3021845"/>
            <a:ext cx="256032" cy="256032"/>
          </a:xfrm>
          <a:prstGeom prst="rect">
            <a:avLst/>
          </a:prstGeom>
        </p:spPr>
      </p:pic>
      <p:sp>
        <p:nvSpPr>
          <p:cNvPr id="55" name="Shape 39"/>
          <p:cNvSpPr/>
          <p:nvPr/>
        </p:nvSpPr>
        <p:spPr>
          <a:xfrm>
            <a:off x="1730776" y="2930405"/>
            <a:ext cx="530352" cy="475488"/>
          </a:xfrm>
          <a:prstGeom prst="rect">
            <a:avLst/>
          </a:prstGeom>
          <a:solidFill>
            <a:srgbClr val="E6F2EC"/>
          </a:solidFill>
          <a:ln w="12700">
            <a:solidFill>
              <a:srgbClr val="E6F2EC"/>
            </a:solidFill>
            <a:prstDash val="solid"/>
          </a:ln>
        </p:spPr>
      </p:sp>
      <p:pic>
        <p:nvPicPr>
          <p:cNvPr id="56" name="Image 14" descr="preencoded.png">    </p:cNvPr>
          <p:cNvPicPr>
            <a:picLocks noChangeAspect="1"/>
          </p:cNvPicPr>
          <p:nvPr/>
        </p:nvPicPr>
        <p:blipFill>
          <a:blip r:embed="rId15"/>
          <a:stretch>
            <a:fillRect/>
          </a:stretch>
        </p:blipFill>
        <p:spPr>
          <a:xfrm>
            <a:off x="1867936" y="3021845"/>
            <a:ext cx="256032" cy="256032"/>
          </a:xfrm>
          <a:prstGeom prst="rect">
            <a:avLst/>
          </a:prstGeom>
        </p:spPr>
      </p:pic>
      <p:sp>
        <p:nvSpPr>
          <p:cNvPr id="57" name="Shape 40"/>
          <p:cNvSpPr/>
          <p:nvPr/>
        </p:nvSpPr>
        <p:spPr>
          <a:xfrm>
            <a:off x="1136416" y="3479045"/>
            <a:ext cx="530352" cy="475488"/>
          </a:xfrm>
          <a:prstGeom prst="rect">
            <a:avLst/>
          </a:prstGeom>
          <a:solidFill>
            <a:srgbClr val="E6F2EC"/>
          </a:solidFill>
          <a:ln w="12700">
            <a:solidFill>
              <a:srgbClr val="E6F2EC"/>
            </a:solidFill>
            <a:prstDash val="solid"/>
          </a:ln>
        </p:spPr>
      </p:sp>
      <p:pic>
        <p:nvPicPr>
          <p:cNvPr id="58" name="Image 15" descr="preencoded.png">    </p:cNvPr>
          <p:cNvPicPr>
            <a:picLocks noChangeAspect="1"/>
          </p:cNvPicPr>
          <p:nvPr/>
        </p:nvPicPr>
        <p:blipFill>
          <a:blip r:embed="rId16"/>
          <a:stretch>
            <a:fillRect/>
          </a:stretch>
        </p:blipFill>
        <p:spPr>
          <a:xfrm>
            <a:off x="1273576" y="3570485"/>
            <a:ext cx="256032" cy="256032"/>
          </a:xfrm>
          <a:prstGeom prst="rect">
            <a:avLst/>
          </a:prstGeom>
        </p:spPr>
      </p:pic>
      <p:sp>
        <p:nvSpPr>
          <p:cNvPr id="59" name="Shape 41"/>
          <p:cNvSpPr/>
          <p:nvPr/>
        </p:nvSpPr>
        <p:spPr>
          <a:xfrm>
            <a:off x="1730776" y="3479045"/>
            <a:ext cx="530352" cy="475488"/>
          </a:xfrm>
          <a:prstGeom prst="rect">
            <a:avLst/>
          </a:prstGeom>
          <a:solidFill>
            <a:srgbClr val="E6F2EC"/>
          </a:solidFill>
          <a:ln w="12700">
            <a:solidFill>
              <a:srgbClr val="E6F2EC"/>
            </a:solidFill>
            <a:prstDash val="solid"/>
          </a:ln>
        </p:spPr>
      </p:sp>
      <p:pic>
        <p:nvPicPr>
          <p:cNvPr id="60" name="Image 16" descr="preencoded.png">    </p:cNvPr>
          <p:cNvPicPr>
            <a:picLocks noChangeAspect="1"/>
          </p:cNvPicPr>
          <p:nvPr/>
        </p:nvPicPr>
        <p:blipFill>
          <a:blip r:embed="rId17"/>
          <a:stretch>
            <a:fillRect/>
          </a:stretch>
        </p:blipFill>
        <p:spPr>
          <a:xfrm>
            <a:off x="1867936" y="3570485"/>
            <a:ext cx="256032" cy="256032"/>
          </a:xfrm>
          <a:prstGeom prst="rect">
            <a:avLst/>
          </a:prstGeom>
        </p:spPr>
      </p:pic>
      <p:sp>
        <p:nvSpPr>
          <p:cNvPr id="61" name="Shape 42"/>
          <p:cNvSpPr/>
          <p:nvPr/>
        </p:nvSpPr>
        <p:spPr>
          <a:xfrm>
            <a:off x="2370856" y="1970285"/>
            <a:ext cx="3167847" cy="2025099"/>
          </a:xfrm>
          <a:prstGeom prst="rect">
            <a:avLst/>
          </a:prstGeom>
          <a:solidFill>
            <a:srgbClr val="EBECF0"/>
          </a:solidFill>
          <a:ln w="12700">
            <a:solidFill>
              <a:srgbClr val="EBECF0"/>
            </a:solidFill>
            <a:prstDash val="solid"/>
          </a:ln>
        </p:spPr>
      </p:sp>
      <p:sp>
        <p:nvSpPr>
          <p:cNvPr id="62" name="Shape 43"/>
          <p:cNvSpPr/>
          <p:nvPr/>
        </p:nvSpPr>
        <p:spPr>
          <a:xfrm>
            <a:off x="3400528" y="2317757"/>
            <a:ext cx="1108504" cy="1522179"/>
          </a:xfrm>
          <a:prstGeom prst="rect">
            <a:avLst/>
          </a:prstGeom>
          <a:solidFill>
            <a:srgbClr val="FFFFFF"/>
          </a:solidFill>
          <a:ln w="12700">
            <a:solidFill>
              <a:srgbClr val="FFFFFF"/>
            </a:solidFill>
            <a:prstDash val="solid"/>
          </a:ln>
        </p:spPr>
      </p:sp>
      <p:sp>
        <p:nvSpPr>
          <p:cNvPr id="63" name="Shape 44"/>
          <p:cNvSpPr/>
          <p:nvPr/>
        </p:nvSpPr>
        <p:spPr>
          <a:xfrm>
            <a:off x="3400528" y="2317757"/>
            <a:ext cx="1108504" cy="1522179"/>
          </a:xfrm>
          <a:prstGeom prst="rect">
            <a:avLst/>
          </a:prstGeom>
          <a:solidFill>
            <a:srgbClr val="0F4C3A"/>
          </a:solidFill>
          <a:ln w="12700">
            <a:solidFill>
              <a:srgbClr val="0F4C3A"/>
            </a:solidFill>
            <a:prstDash val="solid"/>
          </a:ln>
        </p:spPr>
      </p:sp>
      <p:sp>
        <p:nvSpPr>
          <p:cNvPr id="64" name="Text 45"/>
          <p:cNvSpPr txBox="1"/>
          <p:nvPr/>
        </p:nvSpPr>
        <p:spPr>
          <a:xfrm>
            <a:off x="3455953" y="2439531"/>
            <a:ext cx="997654" cy="213105"/>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Jadwal Sholat Berjamaah</a:t>
            </a:r>
            <a:endParaRPr lang="en-US" sz="1300" dirty="0"/>
          </a:p>
        </p:txBody>
      </p:sp>
      <p:pic>
        <p:nvPicPr>
          <p:cNvPr id="65" name="Image 17" descr="preencoded.png">    </p:cNvPr>
          <p:cNvPicPr>
            <a:picLocks noChangeAspect="1"/>
          </p:cNvPicPr>
          <p:nvPr/>
        </p:nvPicPr>
        <p:blipFill>
          <a:blip r:embed="rId18"/>
          <a:stretch>
            <a:fillRect/>
          </a:stretch>
        </p:blipFill>
        <p:spPr>
          <a:xfrm>
            <a:off x="3733079" y="2804854"/>
            <a:ext cx="443402" cy="426210"/>
          </a:xfrm>
          <a:prstGeom prst="rect">
            <a:avLst/>
          </a:prstGeom>
        </p:spPr>
      </p:pic>
      <p:sp>
        <p:nvSpPr>
          <p:cNvPr id="66" name="Shape 46"/>
          <p:cNvSpPr/>
          <p:nvPr/>
        </p:nvSpPr>
        <p:spPr>
          <a:xfrm>
            <a:off x="3714791" y="2786566"/>
            <a:ext cx="479978" cy="462786"/>
          </a:xfrm>
          <a:prstGeom prst="rect">
            <a:avLst/>
          </a:prstGeom>
          <a:solidFill>
            <a:srgbClr val="FFFFFF">
              <a:alpha val="0"/>
            </a:srgbClr>
          </a:solidFill>
          <a:ln w="15240">
            <a:solidFill>
              <a:srgbClr val="8B3DFF"/>
            </a:solidFill>
            <a:prstDash val="solid"/>
          </a:ln>
        </p:spPr>
      </p:sp>
      <p:sp>
        <p:nvSpPr>
          <p:cNvPr id="67" name="Shape 47"/>
          <p:cNvSpPr/>
          <p:nvPr/>
        </p:nvSpPr>
        <p:spPr>
          <a:xfrm>
            <a:off x="1099840" y="2043437"/>
            <a:ext cx="1216152" cy="256032"/>
          </a:xfrm>
          <a:prstGeom prst="roundRect">
            <a:avLst>
              <a:gd name="adj" fmla="val 17857"/>
            </a:avLst>
          </a:prstGeom>
          <a:solidFill>
            <a:srgbClr val="FFFFFF">
              <a:alpha val="0"/>
            </a:srgbClr>
          </a:solidFill>
          <a:ln w="31750">
            <a:solidFill>
              <a:srgbClr val="E53935"/>
            </a:solidFill>
            <a:prstDash val="solid"/>
          </a:ln>
        </p:spPr>
      </p:sp>
      <p:sp>
        <p:nvSpPr>
          <p:cNvPr id="68" name="Shape 48"/>
          <p:cNvSpPr/>
          <p:nvPr/>
        </p:nvSpPr>
        <p:spPr>
          <a:xfrm>
            <a:off x="2178832" y="1906277"/>
            <a:ext cx="274320" cy="274320"/>
          </a:xfrm>
          <a:prstGeom prst="ellipse">
            <a:avLst/>
          </a:prstGeom>
          <a:solidFill>
            <a:srgbClr val="E53935"/>
          </a:solidFill>
          <a:ln w="12700">
            <a:solidFill>
              <a:srgbClr val="FFFFFF"/>
            </a:solidFill>
            <a:prstDash val="solid"/>
          </a:ln>
        </p:spPr>
      </p:sp>
      <p:sp>
        <p:nvSpPr>
          <p:cNvPr id="69" name="Text 49"/>
          <p:cNvSpPr txBox="1"/>
          <p:nvPr/>
        </p:nvSpPr>
        <p:spPr>
          <a:xfrm>
            <a:off x="2178832" y="19062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18" descr="preencoded.png">    </p:cNvPr>
          <p:cNvPicPr>
            <a:picLocks noChangeAspect="1"/>
          </p:cNvPicPr>
          <p:nvPr/>
        </p:nvPicPr>
        <p:blipFill>
          <a:blip r:embed="rId19"/>
          <a:stretch>
            <a:fillRect/>
          </a:stretch>
        </p:blipFill>
        <p:spPr>
          <a:xfrm>
            <a:off x="1766895" y="2182426"/>
            <a:ext cx="237744" cy="237744"/>
          </a:xfrm>
          <a:prstGeom prst="rect">
            <a:avLst/>
          </a:prstGeom>
        </p:spPr>
      </p:pic>
      <p:sp>
        <p:nvSpPr>
          <p:cNvPr id="71" name="Shape 50"/>
          <p:cNvSpPr/>
          <p:nvPr/>
        </p:nvSpPr>
        <p:spPr>
          <a:xfrm>
            <a:off x="1118128" y="2363477"/>
            <a:ext cx="566928" cy="512064"/>
          </a:xfrm>
          <a:prstGeom prst="roundRect">
            <a:avLst>
              <a:gd name="adj" fmla="val 8929"/>
            </a:avLst>
          </a:prstGeom>
          <a:solidFill>
            <a:srgbClr val="FFFFFF">
              <a:alpha val="0"/>
            </a:srgbClr>
          </a:solidFill>
          <a:ln w="31750">
            <a:solidFill>
              <a:srgbClr val="E53935"/>
            </a:solidFill>
            <a:prstDash val="solid"/>
          </a:ln>
        </p:spPr>
      </p:sp>
      <p:sp>
        <p:nvSpPr>
          <p:cNvPr id="72" name="Shape 51"/>
          <p:cNvSpPr/>
          <p:nvPr/>
        </p:nvSpPr>
        <p:spPr>
          <a:xfrm>
            <a:off x="1547896" y="2226317"/>
            <a:ext cx="274320" cy="274320"/>
          </a:xfrm>
          <a:prstGeom prst="ellipse">
            <a:avLst/>
          </a:prstGeom>
          <a:solidFill>
            <a:srgbClr val="E53935"/>
          </a:solidFill>
          <a:ln w="12700">
            <a:solidFill>
              <a:srgbClr val="FFFFFF"/>
            </a:solidFill>
            <a:prstDash val="solid"/>
          </a:ln>
        </p:spPr>
      </p:sp>
      <p:sp>
        <p:nvSpPr>
          <p:cNvPr id="73" name="Text 52"/>
          <p:cNvSpPr txBox="1"/>
          <p:nvPr/>
        </p:nvSpPr>
        <p:spPr>
          <a:xfrm>
            <a:off x="1547896" y="22263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19" descr="preencoded.png">    </p:cNvPr>
          <p:cNvPicPr>
            <a:picLocks noChangeAspect="1"/>
          </p:cNvPicPr>
          <p:nvPr/>
        </p:nvPicPr>
        <p:blipFill>
          <a:blip r:embed="rId20"/>
          <a:stretch>
            <a:fillRect/>
          </a:stretch>
        </p:blipFill>
        <p:spPr>
          <a:xfrm>
            <a:off x="1428110" y="2643284"/>
            <a:ext cx="237744" cy="237744"/>
          </a:xfrm>
          <a:prstGeom prst="rect">
            <a:avLst/>
          </a:prstGeom>
        </p:spPr>
      </p:pic>
      <p:sp>
        <p:nvSpPr>
          <p:cNvPr id="75"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6"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Elements › cari masjid</a:t>
            </a:r>
            <a:endParaRPr lang="en-US" sz="1800" dirty="0"/>
          </a:p>
        </p:txBody>
      </p:sp>
      <p:sp>
        <p:nvSpPr>
          <p:cNvPr id="77"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Elements, ketik masjid di kotak pencarian. Klik satu gambar yang tidak bermahkota.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Elemen &amp; 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sp>
        <p:nvSpPr>
          <p:cNvPr id="38" name="Shape 29"/>
          <p:cNvSpPr/>
          <p:nvPr/>
        </p:nvSpPr>
        <p:spPr>
          <a:xfrm>
            <a:off x="606064" y="2811533"/>
            <a:ext cx="420624" cy="347472"/>
          </a:xfrm>
          <a:prstGeom prst="roundRect">
            <a:avLst>
              <a:gd name="adj" fmla="val 10526"/>
            </a:avLst>
          </a:prstGeom>
          <a:solidFill>
            <a:srgbClr val="3A3B3E"/>
          </a:solidFill>
          <a:ln w="12700">
            <a:solidFill>
              <a:srgbClr val="3A3B3E"/>
            </a:solidFill>
            <a:prstDash val="solid"/>
          </a:ln>
        </p:spPr>
      </p:sp>
      <p:pic>
        <p:nvPicPr>
          <p:cNvPr id="39"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40" name="Text 30"/>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107445"/>
            <a:ext cx="1179576" cy="292608"/>
          </a:xfrm>
          <a:prstGeom prst="roundRect">
            <a:avLst>
              <a:gd name="adj" fmla="val 15625"/>
            </a:avLst>
          </a:prstGeom>
          <a:solidFill>
            <a:srgbClr val="F1F1F4"/>
          </a:solidFill>
          <a:ln w="12700">
            <a:solidFill>
              <a:srgbClr val="F1F1F4"/>
            </a:solidFill>
            <a:prstDash val="solid"/>
          </a:ln>
        </p:spPr>
      </p:sp>
      <p:sp>
        <p:nvSpPr>
          <p:cNvPr id="47" name="Text 35"/>
          <p:cNvSpPr txBox="1"/>
          <p:nvPr/>
        </p:nvSpPr>
        <p:spPr>
          <a:xfrm>
            <a:off x="1191280" y="2107445"/>
            <a:ext cx="1088136" cy="292608"/>
          </a:xfrm>
          <a:prstGeom prst="rect">
            <a:avLst/>
          </a:prstGeom>
          <a:noFill/>
          <a:ln/>
        </p:spPr>
        <p:txBody>
          <a:bodyPr wrap="square" lIns="0" tIns="0" rIns="0" bIns="0" rtlCol="0" anchor="ctr"/>
          <a:lstStyle/>
          <a:p>
            <a:pPr indent="0" marL="0">
              <a:buNone/>
            </a:pPr>
            <a:r>
              <a:rPr lang="en-US" sz="1100" b="1" dirty="0">
                <a:solidFill>
                  <a:srgbClr val="1E2A26"/>
                </a:solidFill>
                <a:latin typeface="Calibri" pitchFamily="34" charset="0"/>
                <a:ea typeface="Calibri" pitchFamily="34" charset="-122"/>
                <a:cs typeface="Calibri" pitchFamily="34" charset="-120"/>
              </a:rPr>
              <a:t>Add a heading</a:t>
            </a:r>
            <a:endParaRPr lang="en-US" sz="1100" dirty="0"/>
          </a:p>
        </p:txBody>
      </p:sp>
      <p:sp>
        <p:nvSpPr>
          <p:cNvPr id="48" name="Shape 36"/>
          <p:cNvSpPr/>
          <p:nvPr/>
        </p:nvSpPr>
        <p:spPr>
          <a:xfrm>
            <a:off x="1118128" y="2473205"/>
            <a:ext cx="1179576" cy="292608"/>
          </a:xfrm>
          <a:prstGeom prst="roundRect">
            <a:avLst>
              <a:gd name="adj" fmla="val 15625"/>
            </a:avLst>
          </a:prstGeom>
          <a:solidFill>
            <a:srgbClr val="F1F1F4"/>
          </a:solidFill>
          <a:ln w="12700">
            <a:solidFill>
              <a:srgbClr val="F1F1F4"/>
            </a:solidFill>
            <a:prstDash val="solid"/>
          </a:ln>
        </p:spPr>
      </p:sp>
      <p:sp>
        <p:nvSpPr>
          <p:cNvPr id="49" name="Text 37"/>
          <p:cNvSpPr txBox="1"/>
          <p:nvPr/>
        </p:nvSpPr>
        <p:spPr>
          <a:xfrm>
            <a:off x="1191280" y="2473205"/>
            <a:ext cx="1088136" cy="292608"/>
          </a:xfrm>
          <a:prstGeom prst="rect">
            <a:avLst/>
          </a:prstGeom>
          <a:noFill/>
          <a:ln/>
        </p:spPr>
        <p:txBody>
          <a:bodyPr wrap="square" lIns="0" tIns="0" rIns="0" bIns="0" rtlCol="0" anchor="ctr"/>
          <a:lstStyle/>
          <a:p>
            <a:pPr indent="0" marL="0">
              <a:buNone/>
            </a:pPr>
            <a:r>
              <a:rPr lang="en-US" sz="850" b="1" dirty="0">
                <a:solidFill>
                  <a:srgbClr val="1E2A26"/>
                </a:solidFill>
                <a:latin typeface="Calibri" pitchFamily="34" charset="0"/>
                <a:ea typeface="Calibri" pitchFamily="34" charset="-122"/>
                <a:cs typeface="Calibri" pitchFamily="34" charset="-120"/>
              </a:rPr>
              <a:t>Add a subheading</a:t>
            </a:r>
            <a:endParaRPr lang="en-US" sz="850" dirty="0"/>
          </a:p>
        </p:txBody>
      </p:sp>
      <p:sp>
        <p:nvSpPr>
          <p:cNvPr id="50" name="Shape 38"/>
          <p:cNvSpPr/>
          <p:nvPr/>
        </p:nvSpPr>
        <p:spPr>
          <a:xfrm>
            <a:off x="1118128" y="2838965"/>
            <a:ext cx="1179576" cy="292608"/>
          </a:xfrm>
          <a:prstGeom prst="roundRect">
            <a:avLst>
              <a:gd name="adj" fmla="val 15625"/>
            </a:avLst>
          </a:prstGeom>
          <a:solidFill>
            <a:srgbClr val="F1F1F4"/>
          </a:solidFill>
          <a:ln w="12700">
            <a:solidFill>
              <a:srgbClr val="F1F1F4"/>
            </a:solidFill>
            <a:prstDash val="solid"/>
          </a:ln>
        </p:spPr>
      </p:sp>
      <p:sp>
        <p:nvSpPr>
          <p:cNvPr id="51" name="Text 39"/>
          <p:cNvSpPr txBox="1"/>
          <p:nvPr/>
        </p:nvSpPr>
        <p:spPr>
          <a:xfrm>
            <a:off x="1191280" y="2838965"/>
            <a:ext cx="1088136" cy="292608"/>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Add a little bit of body text</a:t>
            </a:r>
            <a:endParaRPr lang="en-US" sz="650" dirty="0"/>
          </a:p>
        </p:txBody>
      </p:sp>
      <p:sp>
        <p:nvSpPr>
          <p:cNvPr id="52" name="Shape 40"/>
          <p:cNvSpPr/>
          <p:nvPr/>
        </p:nvSpPr>
        <p:spPr>
          <a:xfrm>
            <a:off x="2370856" y="1970285"/>
            <a:ext cx="3167847" cy="2025099"/>
          </a:xfrm>
          <a:prstGeom prst="rect">
            <a:avLst/>
          </a:prstGeom>
          <a:solidFill>
            <a:srgbClr val="EBECF0"/>
          </a:solidFill>
          <a:ln w="12700">
            <a:solidFill>
              <a:srgbClr val="EBECF0"/>
            </a:solidFill>
            <a:prstDash val="solid"/>
          </a:ln>
        </p:spPr>
      </p:sp>
      <p:sp>
        <p:nvSpPr>
          <p:cNvPr id="53" name="Shape 41"/>
          <p:cNvSpPr/>
          <p:nvPr/>
        </p:nvSpPr>
        <p:spPr>
          <a:xfrm>
            <a:off x="340052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340052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3455953" y="2439531"/>
            <a:ext cx="997654" cy="213105"/>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Jadwal Sholat Berjamaah</a:t>
            </a:r>
            <a:endParaRPr lang="en-US" sz="1300" dirty="0"/>
          </a:p>
        </p:txBody>
      </p:sp>
      <p:pic>
        <p:nvPicPr>
          <p:cNvPr id="56" name="Image 10" descr="preencoded.png">    </p:cNvPr>
          <p:cNvPicPr>
            <a:picLocks noChangeAspect="1"/>
          </p:cNvPicPr>
          <p:nvPr/>
        </p:nvPicPr>
        <p:blipFill>
          <a:blip r:embed="rId11"/>
          <a:stretch>
            <a:fillRect/>
          </a:stretch>
        </p:blipFill>
        <p:spPr>
          <a:xfrm>
            <a:off x="3733079" y="2728745"/>
            <a:ext cx="443402" cy="380545"/>
          </a:xfrm>
          <a:prstGeom prst="rect">
            <a:avLst/>
          </a:prstGeom>
        </p:spPr>
      </p:pic>
      <p:sp>
        <p:nvSpPr>
          <p:cNvPr id="57" name="Text 44"/>
          <p:cNvSpPr txBox="1"/>
          <p:nvPr/>
        </p:nvSpPr>
        <p:spPr>
          <a:xfrm>
            <a:off x="3566803" y="3170177"/>
            <a:ext cx="775953" cy="532763"/>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Subuh 04.30</a:t>
            </a:r>
            <a:endParaRPr lang="en-US" sz="800" dirty="0"/>
          </a:p>
          <a:p>
            <a:pPr algn="ctr" indent="0" marL="0">
              <a:buNone/>
            </a:pPr>
            <a:r>
              <a:rPr lang="en-US" sz="800" dirty="0">
                <a:solidFill>
                  <a:srgbClr val="FFFFFF"/>
                </a:solidFill>
                <a:latin typeface="Arial" pitchFamily="34" charset="0"/>
                <a:ea typeface="Arial" pitchFamily="34" charset="-122"/>
                <a:cs typeface="Arial" pitchFamily="34" charset="-120"/>
              </a:rPr>
              <a:t>Zhuhur 12.10</a:t>
            </a:r>
            <a:endParaRPr lang="en-US" sz="800" dirty="0"/>
          </a:p>
          <a:p>
            <a:pPr algn="ctr" indent="0" marL="0">
              <a:buNone/>
            </a:pPr>
            <a:r>
              <a:rPr lang="en-US" sz="800" dirty="0">
                <a:solidFill>
                  <a:srgbClr val="FFFFFF"/>
                </a:solidFill>
                <a:latin typeface="Arial" pitchFamily="34" charset="0"/>
                <a:ea typeface="Arial" pitchFamily="34" charset="-122"/>
                <a:cs typeface="Arial" pitchFamily="34" charset="-120"/>
              </a:rPr>
              <a:t>Ashar 15.20</a:t>
            </a:r>
            <a:endParaRPr lang="en-US" sz="800" dirty="0"/>
          </a:p>
          <a:p>
            <a:pPr algn="ctr" indent="0" marL="0">
              <a:buNone/>
            </a:pPr>
            <a:r>
              <a:rPr lang="en-US" sz="800" dirty="0">
                <a:solidFill>
                  <a:srgbClr val="FFFFFF"/>
                </a:solidFill>
                <a:latin typeface="Arial" pitchFamily="34" charset="0"/>
                <a:ea typeface="Arial" pitchFamily="34" charset="-122"/>
                <a:cs typeface="Arial" pitchFamily="34" charset="-120"/>
              </a:rPr>
              <a:t>Maghrib 18.05</a:t>
            </a:r>
            <a:endParaRPr lang="en-US" sz="800" dirty="0"/>
          </a:p>
          <a:p>
            <a:pPr algn="ctr" indent="0" marL="0">
              <a:buNone/>
            </a:pPr>
            <a:r>
              <a:rPr lang="en-US" sz="800" dirty="0">
                <a:solidFill>
                  <a:srgbClr val="FFFFFF"/>
                </a:solidFill>
                <a:latin typeface="Arial" pitchFamily="34" charset="0"/>
                <a:ea typeface="Arial" pitchFamily="34" charset="-122"/>
                <a:cs typeface="Arial" pitchFamily="34" charset="-120"/>
              </a:rPr>
              <a:t>Isya 19.15</a:t>
            </a:r>
            <a:endParaRPr lang="en-US" sz="800" dirty="0"/>
          </a:p>
        </p:txBody>
      </p:sp>
      <p:sp>
        <p:nvSpPr>
          <p:cNvPr id="58" name="Shape 45"/>
          <p:cNvSpPr/>
          <p:nvPr/>
        </p:nvSpPr>
        <p:spPr>
          <a:xfrm>
            <a:off x="3548515" y="3151889"/>
            <a:ext cx="812529" cy="569339"/>
          </a:xfrm>
          <a:prstGeom prst="rect">
            <a:avLst/>
          </a:prstGeom>
          <a:solidFill>
            <a:srgbClr val="FFFFFF">
              <a:alpha val="0"/>
            </a:srgbClr>
          </a:solidFill>
          <a:ln w="15240">
            <a:solidFill>
              <a:srgbClr val="8B3DFF"/>
            </a:solidFill>
            <a:prstDash val="solid"/>
          </a:ln>
        </p:spPr>
      </p:sp>
      <p:sp>
        <p:nvSpPr>
          <p:cNvPr id="59" name="Shape 46"/>
          <p:cNvSpPr/>
          <p:nvPr/>
        </p:nvSpPr>
        <p:spPr>
          <a:xfrm>
            <a:off x="1099840" y="2820677"/>
            <a:ext cx="1216152" cy="329184"/>
          </a:xfrm>
          <a:prstGeom prst="roundRect">
            <a:avLst>
              <a:gd name="adj" fmla="val 13889"/>
            </a:avLst>
          </a:prstGeom>
          <a:solidFill>
            <a:srgbClr val="FFFFFF">
              <a:alpha val="0"/>
            </a:srgbClr>
          </a:solidFill>
          <a:ln w="31750">
            <a:solidFill>
              <a:srgbClr val="E53935"/>
            </a:solidFill>
            <a:prstDash val="solid"/>
          </a:ln>
        </p:spPr>
      </p:sp>
      <p:sp>
        <p:nvSpPr>
          <p:cNvPr id="60" name="Shape 47"/>
          <p:cNvSpPr/>
          <p:nvPr/>
        </p:nvSpPr>
        <p:spPr>
          <a:xfrm>
            <a:off x="2178832" y="2683517"/>
            <a:ext cx="274320" cy="274320"/>
          </a:xfrm>
          <a:prstGeom prst="ellipse">
            <a:avLst/>
          </a:prstGeom>
          <a:solidFill>
            <a:srgbClr val="E53935"/>
          </a:solidFill>
          <a:ln w="12700">
            <a:solidFill>
              <a:srgbClr val="FFFFFF"/>
            </a:solidFill>
            <a:prstDash val="solid"/>
          </a:ln>
        </p:spPr>
      </p:sp>
      <p:sp>
        <p:nvSpPr>
          <p:cNvPr id="61" name="Text 48"/>
          <p:cNvSpPr txBox="1"/>
          <p:nvPr/>
        </p:nvSpPr>
        <p:spPr>
          <a:xfrm>
            <a:off x="2178832"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2" name="Image 11" descr="preencoded.png">    </p:cNvPr>
          <p:cNvPicPr>
            <a:picLocks noChangeAspect="1"/>
          </p:cNvPicPr>
          <p:nvPr/>
        </p:nvPicPr>
        <p:blipFill>
          <a:blip r:embed="rId12"/>
          <a:stretch>
            <a:fillRect/>
          </a:stretch>
        </p:blipFill>
        <p:spPr>
          <a:xfrm>
            <a:off x="1766895" y="2999900"/>
            <a:ext cx="237744" cy="237744"/>
          </a:xfrm>
          <a:prstGeom prst="rect">
            <a:avLst/>
          </a:prstGeom>
        </p:spPr>
      </p:pic>
      <p:sp>
        <p:nvSpPr>
          <p:cNvPr id="63" name="Shape 49"/>
          <p:cNvSpPr/>
          <p:nvPr/>
        </p:nvSpPr>
        <p:spPr>
          <a:xfrm>
            <a:off x="3548515" y="3151889"/>
            <a:ext cx="812529" cy="569339"/>
          </a:xfrm>
          <a:prstGeom prst="roundRect">
            <a:avLst>
              <a:gd name="adj" fmla="val 8030"/>
            </a:avLst>
          </a:prstGeom>
          <a:solidFill>
            <a:srgbClr val="FFFFFF">
              <a:alpha val="0"/>
            </a:srgbClr>
          </a:solidFill>
          <a:ln w="31750">
            <a:solidFill>
              <a:srgbClr val="E53935"/>
            </a:solidFill>
            <a:prstDash val="solid"/>
          </a:ln>
        </p:spPr>
      </p:sp>
      <p:sp>
        <p:nvSpPr>
          <p:cNvPr id="64" name="Shape 50"/>
          <p:cNvSpPr/>
          <p:nvPr/>
        </p:nvSpPr>
        <p:spPr>
          <a:xfrm>
            <a:off x="4223885" y="3014729"/>
            <a:ext cx="274320" cy="274320"/>
          </a:xfrm>
          <a:prstGeom prst="ellipse">
            <a:avLst/>
          </a:prstGeom>
          <a:solidFill>
            <a:srgbClr val="E53935"/>
          </a:solidFill>
          <a:ln w="12700">
            <a:solidFill>
              <a:srgbClr val="FFFFFF"/>
            </a:solidFill>
            <a:prstDash val="solid"/>
          </a:ln>
        </p:spPr>
      </p:sp>
      <p:sp>
        <p:nvSpPr>
          <p:cNvPr id="65" name="Text 51"/>
          <p:cNvSpPr txBox="1"/>
          <p:nvPr/>
        </p:nvSpPr>
        <p:spPr>
          <a:xfrm>
            <a:off x="4223885" y="30147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6" name="Image 12" descr="preencoded.png">    </p:cNvPr>
          <p:cNvPicPr>
            <a:picLocks noChangeAspect="1"/>
          </p:cNvPicPr>
          <p:nvPr/>
        </p:nvPicPr>
        <p:blipFill>
          <a:blip r:embed="rId13"/>
          <a:stretch>
            <a:fillRect/>
          </a:stretch>
        </p:blipFill>
        <p:spPr>
          <a:xfrm>
            <a:off x="3993578" y="3463197"/>
            <a:ext cx="237744" cy="237744"/>
          </a:xfrm>
          <a:prstGeom prst="rect">
            <a:avLst/>
          </a:prstGeom>
        </p:spPr>
      </p:pic>
      <p:sp>
        <p:nvSpPr>
          <p:cNvPr id="67"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68"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teks isi</a:t>
            </a:r>
            <a:endParaRPr lang="en-US" sz="1800" dirty="0"/>
          </a:p>
        </p:txBody>
      </p:sp>
      <p:sp>
        <p:nvSpPr>
          <p:cNvPr id="69"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Text › Add a little bit of body text. Ketik waktu sholat. Pakai jenis huruf yang sama dengan judul atau satu huruf lain.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Elemen &amp; 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 Dakwah</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2793013" y="2439531"/>
            <a:ext cx="997654" cy="213105"/>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Jadwal Sholat Berjamaah</a:t>
            </a:r>
            <a:endParaRPr lang="en-US" sz="1300" dirty="0"/>
          </a:p>
        </p:txBody>
      </p:sp>
      <p:sp>
        <p:nvSpPr>
          <p:cNvPr id="56" name="Shape 44"/>
          <p:cNvSpPr/>
          <p:nvPr/>
        </p:nvSpPr>
        <p:spPr>
          <a:xfrm>
            <a:off x="2774725" y="2421243"/>
            <a:ext cx="1034230" cy="249681"/>
          </a:xfrm>
          <a:prstGeom prst="rect">
            <a:avLst/>
          </a:prstGeom>
          <a:solidFill>
            <a:srgbClr val="FFFFFF">
              <a:alpha val="0"/>
            </a:srgbClr>
          </a:solidFill>
          <a:ln w="15240">
            <a:solidFill>
              <a:srgbClr val="8B3DFF"/>
            </a:solidFill>
            <a:prstDash val="solid"/>
          </a:ln>
        </p:spPr>
      </p:sp>
      <p:pic>
        <p:nvPicPr>
          <p:cNvPr id="57" name="Image 10" descr="preencoded.png">    </p:cNvPr>
          <p:cNvPicPr>
            <a:picLocks noChangeAspect="1"/>
          </p:cNvPicPr>
          <p:nvPr/>
        </p:nvPicPr>
        <p:blipFill>
          <a:blip r:embed="rId11"/>
          <a:stretch>
            <a:fillRect/>
          </a:stretch>
        </p:blipFill>
        <p:spPr>
          <a:xfrm>
            <a:off x="3070139" y="2728745"/>
            <a:ext cx="443402" cy="380545"/>
          </a:xfrm>
          <a:prstGeom prst="rect">
            <a:avLst/>
          </a:prstGeom>
        </p:spPr>
      </p:pic>
      <p:sp>
        <p:nvSpPr>
          <p:cNvPr id="58" name="Shape 45"/>
          <p:cNvSpPr/>
          <p:nvPr/>
        </p:nvSpPr>
        <p:spPr>
          <a:xfrm>
            <a:off x="2361712" y="2281181"/>
            <a:ext cx="1188720" cy="1664208"/>
          </a:xfrm>
          <a:prstGeom prst="rect">
            <a:avLst/>
          </a:prstGeom>
          <a:solidFill>
            <a:srgbClr val="FFFFFF"/>
          </a:solidFill>
          <a:ln w="9525">
            <a:solidFill>
              <a:srgbClr val="AAAAAA"/>
            </a:solidFill>
            <a:prstDash val="solid"/>
          </a:ln>
        </p:spPr>
      </p:sp>
      <p:sp>
        <p:nvSpPr>
          <p:cNvPr id="59" name="Text 46"/>
          <p:cNvSpPr txBox="1"/>
          <p:nvPr/>
        </p:nvSpPr>
        <p:spPr>
          <a:xfrm>
            <a:off x="2471440" y="2308613"/>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Arrange</a:t>
            </a:r>
            <a:endParaRPr lang="en-US" sz="800" dirty="0"/>
          </a:p>
        </p:txBody>
      </p:sp>
      <p:sp>
        <p:nvSpPr>
          <p:cNvPr id="60" name="Text 47"/>
          <p:cNvSpPr txBox="1"/>
          <p:nvPr/>
        </p:nvSpPr>
        <p:spPr>
          <a:xfrm>
            <a:off x="2471440" y="250978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Forward</a:t>
            </a:r>
            <a:endParaRPr lang="en-US" sz="800" dirty="0"/>
          </a:p>
        </p:txBody>
      </p:sp>
      <p:sp>
        <p:nvSpPr>
          <p:cNvPr id="61" name="Text 48"/>
          <p:cNvSpPr txBox="1"/>
          <p:nvPr/>
        </p:nvSpPr>
        <p:spPr>
          <a:xfrm>
            <a:off x="2471440" y="271094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Backward</a:t>
            </a:r>
            <a:endParaRPr lang="en-US" sz="800" dirty="0"/>
          </a:p>
        </p:txBody>
      </p:sp>
      <p:sp>
        <p:nvSpPr>
          <p:cNvPr id="62" name="Shape 49"/>
          <p:cNvSpPr/>
          <p:nvPr/>
        </p:nvSpPr>
        <p:spPr>
          <a:xfrm>
            <a:off x="2398288" y="3003557"/>
            <a:ext cx="1115568" cy="0"/>
          </a:xfrm>
          <a:prstGeom prst="line">
            <a:avLst/>
          </a:prstGeom>
          <a:noFill/>
          <a:ln w="6350">
            <a:solidFill>
              <a:srgbClr val="DDDDDD"/>
            </a:solidFill>
            <a:prstDash val="solid"/>
          </a:ln>
        </p:spPr>
      </p:sp>
      <p:sp>
        <p:nvSpPr>
          <p:cNvPr id="63" name="Text 50"/>
          <p:cNvSpPr txBox="1"/>
          <p:nvPr/>
        </p:nvSpPr>
        <p:spPr>
          <a:xfrm>
            <a:off x="2471440" y="3113285"/>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Align elements</a:t>
            </a:r>
            <a:endParaRPr lang="en-US" sz="800" dirty="0"/>
          </a:p>
        </p:txBody>
      </p:sp>
      <p:sp>
        <p:nvSpPr>
          <p:cNvPr id="64" name="Text 51"/>
          <p:cNvSpPr txBox="1"/>
          <p:nvPr/>
        </p:nvSpPr>
        <p:spPr>
          <a:xfrm>
            <a:off x="2471440" y="3314453"/>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Top        Left</a:t>
            </a:r>
            <a:endParaRPr lang="en-US" sz="800" dirty="0"/>
          </a:p>
        </p:txBody>
      </p:sp>
      <p:sp>
        <p:nvSpPr>
          <p:cNvPr id="65" name="Text 52"/>
          <p:cNvSpPr txBox="1"/>
          <p:nvPr/>
        </p:nvSpPr>
        <p:spPr>
          <a:xfrm>
            <a:off x="2471440" y="3515621"/>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Middle   Center</a:t>
            </a:r>
            <a:endParaRPr lang="en-US" sz="800" dirty="0"/>
          </a:p>
        </p:txBody>
      </p:sp>
      <p:sp>
        <p:nvSpPr>
          <p:cNvPr id="66" name="Text 53"/>
          <p:cNvSpPr txBox="1"/>
          <p:nvPr/>
        </p:nvSpPr>
        <p:spPr>
          <a:xfrm>
            <a:off x="2471440" y="3716789"/>
            <a:ext cx="10241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Bottom  Right</a:t>
            </a:r>
            <a:endParaRPr lang="en-US" sz="800" dirty="0"/>
          </a:p>
        </p:txBody>
      </p:sp>
      <p:sp>
        <p:nvSpPr>
          <p:cNvPr id="67" name="Shape 54"/>
          <p:cNvSpPr/>
          <p:nvPr/>
        </p:nvSpPr>
        <p:spPr>
          <a:xfrm>
            <a:off x="2892064" y="2025149"/>
            <a:ext cx="539496" cy="219456"/>
          </a:xfrm>
          <a:prstGeom prst="roundRect">
            <a:avLst>
              <a:gd name="adj" fmla="val 20833"/>
            </a:avLst>
          </a:prstGeom>
          <a:solidFill>
            <a:srgbClr val="FFFFFF">
              <a:alpha val="0"/>
            </a:srgbClr>
          </a:solidFill>
          <a:ln w="31750">
            <a:solidFill>
              <a:srgbClr val="E53935"/>
            </a:solidFill>
            <a:prstDash val="solid"/>
          </a:ln>
        </p:spPr>
      </p:sp>
      <p:sp>
        <p:nvSpPr>
          <p:cNvPr id="68" name="Shape 55"/>
          <p:cNvSpPr/>
          <p:nvPr/>
        </p:nvSpPr>
        <p:spPr>
          <a:xfrm>
            <a:off x="3294400" y="1887989"/>
            <a:ext cx="274320" cy="274320"/>
          </a:xfrm>
          <a:prstGeom prst="ellipse">
            <a:avLst/>
          </a:prstGeom>
          <a:solidFill>
            <a:srgbClr val="E53935"/>
          </a:solidFill>
          <a:ln w="12700">
            <a:solidFill>
              <a:srgbClr val="FFFFFF"/>
            </a:solidFill>
            <a:prstDash val="solid"/>
          </a:ln>
        </p:spPr>
      </p:sp>
      <p:sp>
        <p:nvSpPr>
          <p:cNvPr id="69" name="Text 56"/>
          <p:cNvSpPr txBox="1"/>
          <p:nvPr/>
        </p:nvSpPr>
        <p:spPr>
          <a:xfrm>
            <a:off x="3294400"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11" descr="preencoded.png">    </p:cNvPr>
          <p:cNvPicPr>
            <a:picLocks noChangeAspect="1"/>
          </p:cNvPicPr>
          <p:nvPr/>
        </p:nvPicPr>
        <p:blipFill>
          <a:blip r:embed="rId12"/>
          <a:stretch>
            <a:fillRect/>
          </a:stretch>
        </p:blipFill>
        <p:spPr>
          <a:xfrm>
            <a:off x="3186958" y="2144021"/>
            <a:ext cx="237744" cy="237744"/>
          </a:xfrm>
          <a:prstGeom prst="rect">
            <a:avLst/>
          </a:prstGeom>
        </p:spPr>
      </p:pic>
      <p:sp>
        <p:nvSpPr>
          <p:cNvPr id="71" name="Shape 57"/>
          <p:cNvSpPr/>
          <p:nvPr/>
        </p:nvSpPr>
        <p:spPr>
          <a:xfrm>
            <a:off x="2380000" y="3497333"/>
            <a:ext cx="1152144" cy="228600"/>
          </a:xfrm>
          <a:prstGeom prst="roundRect">
            <a:avLst>
              <a:gd name="adj" fmla="val 20000"/>
            </a:avLst>
          </a:prstGeom>
          <a:solidFill>
            <a:srgbClr val="FFFFFF">
              <a:alpha val="0"/>
            </a:srgbClr>
          </a:solidFill>
          <a:ln w="31750">
            <a:solidFill>
              <a:srgbClr val="E53935"/>
            </a:solidFill>
            <a:prstDash val="solid"/>
          </a:ln>
        </p:spPr>
      </p:sp>
      <p:sp>
        <p:nvSpPr>
          <p:cNvPr id="72" name="Shape 58"/>
          <p:cNvSpPr/>
          <p:nvPr/>
        </p:nvSpPr>
        <p:spPr>
          <a:xfrm>
            <a:off x="3394984" y="3360173"/>
            <a:ext cx="274320" cy="274320"/>
          </a:xfrm>
          <a:prstGeom prst="ellipse">
            <a:avLst/>
          </a:prstGeom>
          <a:solidFill>
            <a:srgbClr val="E53935"/>
          </a:solidFill>
          <a:ln w="12700">
            <a:solidFill>
              <a:srgbClr val="FFFFFF"/>
            </a:solidFill>
            <a:prstDash val="solid"/>
          </a:ln>
        </p:spPr>
      </p:sp>
      <p:sp>
        <p:nvSpPr>
          <p:cNvPr id="73" name="Text 59"/>
          <p:cNvSpPr txBox="1"/>
          <p:nvPr/>
        </p:nvSpPr>
        <p:spPr>
          <a:xfrm>
            <a:off x="3394984" y="33601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12" descr="preencoded.png">    </p:cNvPr>
          <p:cNvPicPr>
            <a:picLocks noChangeAspect="1"/>
          </p:cNvPicPr>
          <p:nvPr/>
        </p:nvPicPr>
        <p:blipFill>
          <a:blip r:embed="rId13"/>
          <a:stretch>
            <a:fillRect/>
          </a:stretch>
        </p:blipFill>
        <p:spPr>
          <a:xfrm>
            <a:off x="3011851" y="3621234"/>
            <a:ext cx="237744" cy="237744"/>
          </a:xfrm>
          <a:prstGeom prst="rect">
            <a:avLst/>
          </a:prstGeom>
        </p:spPr>
      </p:pic>
      <p:sp>
        <p:nvSpPr>
          <p:cNvPr id="75" name="Text 6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76" name="Text 6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Position › rata tengah</a:t>
            </a:r>
            <a:endParaRPr lang="en-US" sz="1800" dirty="0"/>
          </a:p>
        </p:txBody>
      </p:sp>
      <p:sp>
        <p:nvSpPr>
          <p:cNvPr id="77" name="Text 6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satu unsur, klik Position di bilah atas, lalu pilih Center. Ulangi untuk setiap unsur.</a:t>
            </a:r>
            <a:endParaRPr lang="en-US" sz="1300" dirty="0"/>
          </a:p>
        </p:txBody>
      </p:sp>
      <p:sp>
        <p:nvSpPr>
          <p:cNvPr id="78" name="Shape 6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9"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80" name="Text 6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Garis bantu ungu muncul saat unsur tepat di tengah.</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Perbaiki poster latihanmu,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Ganti nama desain menjadi Latihan_Poster_NamaKamu (klik nama di bilah atas).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satu bentuk (Elements › Shapes) di belakang teks isi.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Pastikan hanya ada 2–3 warna dan 1–2 jenis huruf.</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Minta teman menilai dengan 4 prinsip desain, lalu perbaiki.</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Desain berukuran poster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Judul terbaca jelas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Maksimal 2 jenis huruf</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Hanya memakai elemen gratis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Fitur Canva apa yang paling kamu sukai?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kesulitan terbesarmu hari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Pilih gambar dan elemen yang sopan dan sesuai syariat untuk setiap desain.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membuat Poster Dakwah Santri.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Poster Dakwah Santri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menyampaikan kebaikan lewat desain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Desain Digital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Pesan kebaikan apa yang ingin kalian sampaikan kepada teman-teman?</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Mewujudkan sketsa menjadi poster digital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Menerapkan 4 prinsip desain dan identitas pondok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Mengunduh poster dan menyimpannya di portofolio</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Isi Poster Dakwah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Pesan Singkat</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Satu ajakan kebaikan yang mudah diingat, sebagai judul.</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Dalil atau Hikmah</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Ayat, hadits, atau nasihat ulama, lengkap dengan sumbernya yang benar.</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 Pendukung</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Ilustrasi yang sesuai pesan dan sopan.</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Identitas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pembuat dan logo Pondok Pesantren Wihdatul Ummah Poso.</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Poster Dakwah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31520" y="1097280"/>
            <a:ext cx="2514600" cy="3520440"/>
          </a:xfrm>
          <a:prstGeom prst="rect">
            <a:avLst/>
          </a:prstGeom>
          <a:solidFill>
            <a:srgbClr val="0F4C3A"/>
          </a:solidFill>
          <a:ln w="12700">
            <a:solidFill>
              <a:srgbClr val="0F4C3A"/>
            </a:solidFill>
            <a:prstDash val="solid"/>
          </a:ln>
        </p:spPr>
      </p:sp>
      <p:sp>
        <p:nvSpPr>
          <p:cNvPr id="10" name="Text 6"/>
          <p:cNvSpPr txBox="1"/>
          <p:nvPr/>
        </p:nvSpPr>
        <p:spPr>
          <a:xfrm>
            <a:off x="731520" y="1280160"/>
            <a:ext cx="2514600" cy="320040"/>
          </a:xfrm>
          <a:prstGeom prst="rect">
            <a:avLst/>
          </a:prstGeom>
          <a:noFill/>
          <a:ln/>
        </p:spPr>
        <p:txBody>
          <a:bodyPr wrap="square" lIns="0" tIns="0" rIns="0" bIns="0" rtlCol="0" anchor="t"/>
          <a:lstStyle/>
          <a:p>
            <a:pPr algn="ctr" indent="0" marL="0">
              <a:buNone/>
            </a:pPr>
            <a:r>
              <a:rPr lang="en-US" sz="1700" b="1" dirty="0">
                <a:solidFill>
                  <a:srgbClr val="FFFFFF"/>
                </a:solidFill>
                <a:latin typeface="Arial" pitchFamily="34" charset="0"/>
                <a:ea typeface="Arial" pitchFamily="34" charset="-122"/>
                <a:cs typeface="Arial" pitchFamily="34" charset="-120"/>
              </a:rPr>
              <a:t>AYO SHOLAT</a:t>
            </a:r>
            <a:endParaRPr lang="en-US" sz="1700" dirty="0"/>
          </a:p>
        </p:txBody>
      </p:sp>
      <p:sp>
        <p:nvSpPr>
          <p:cNvPr id="11" name="Text 7"/>
          <p:cNvSpPr txBox="1"/>
          <p:nvPr/>
        </p:nvSpPr>
        <p:spPr>
          <a:xfrm>
            <a:off x="731520" y="1572768"/>
            <a:ext cx="2514600" cy="320040"/>
          </a:xfrm>
          <a:prstGeom prst="rect">
            <a:avLst/>
          </a:prstGeom>
          <a:noFill/>
          <a:ln/>
        </p:spPr>
        <p:txBody>
          <a:bodyPr wrap="square" lIns="0" tIns="0" rIns="0" bIns="0" rtlCol="0" anchor="t"/>
          <a:lstStyle/>
          <a:p>
            <a:pPr algn="ctr" indent="0" marL="0">
              <a:buNone/>
            </a:pPr>
            <a:r>
              <a:rPr lang="en-US" sz="1700" b="1" dirty="0">
                <a:solidFill>
                  <a:srgbClr val="D4A017"/>
                </a:solidFill>
                <a:latin typeface="Arial" pitchFamily="34" charset="0"/>
                <a:ea typeface="Arial" pitchFamily="34" charset="-122"/>
                <a:cs typeface="Arial" pitchFamily="34" charset="-120"/>
              </a:rPr>
              <a:t>BERJAMAAH</a:t>
            </a:r>
            <a:endParaRPr lang="en-US" sz="1700" dirty="0"/>
          </a:p>
        </p:txBody>
      </p:sp>
      <p:sp>
        <p:nvSpPr>
          <p:cNvPr id="12" name="Shape 8"/>
          <p:cNvSpPr/>
          <p:nvPr/>
        </p:nvSpPr>
        <p:spPr>
          <a:xfrm>
            <a:off x="1143000" y="2011680"/>
            <a:ext cx="1691640" cy="914400"/>
          </a:xfrm>
          <a:prstGeom prst="roundRect">
            <a:avLst>
              <a:gd name="adj" fmla="val 6000"/>
            </a:avLst>
          </a:prstGeom>
          <a:solidFill>
            <a:srgbClr val="1F7A5C"/>
          </a:solidFill>
          <a:ln w="12700">
            <a:solidFill>
              <a:srgbClr val="1F7A5C"/>
            </a:solidFill>
            <a:prstDash val="solid"/>
          </a:ln>
        </p:spPr>
      </p:sp>
      <p:pic>
        <p:nvPicPr>
          <p:cNvPr id="13" name="Image 2" descr="preencoded.png">    </p:cNvPr>
          <p:cNvPicPr>
            <a:picLocks noChangeAspect="1"/>
          </p:cNvPicPr>
          <p:nvPr/>
        </p:nvPicPr>
        <p:blipFill>
          <a:blip r:embed="rId3"/>
          <a:stretch>
            <a:fillRect/>
          </a:stretch>
        </p:blipFill>
        <p:spPr>
          <a:xfrm>
            <a:off x="1714500" y="2194560"/>
            <a:ext cx="548640" cy="548640"/>
          </a:xfrm>
          <a:prstGeom prst="rect">
            <a:avLst/>
          </a:prstGeom>
        </p:spPr>
      </p:pic>
      <p:sp>
        <p:nvSpPr>
          <p:cNvPr id="14" name="Text 9"/>
          <p:cNvSpPr txBox="1"/>
          <p:nvPr/>
        </p:nvSpPr>
        <p:spPr>
          <a:xfrm>
            <a:off x="914400" y="3035808"/>
            <a:ext cx="2148840" cy="502920"/>
          </a:xfrm>
          <a:prstGeom prst="rect">
            <a:avLst/>
          </a:prstGeom>
          <a:noFill/>
          <a:ln/>
        </p:spPr>
        <p:txBody>
          <a:bodyPr wrap="square" lIns="0" tIns="0" rIns="0" bIns="0" rtlCol="0" anchor="t"/>
          <a:lstStyle/>
          <a:p>
            <a:pPr algn="ctr" indent="0" marL="0">
              <a:buNone/>
            </a:pPr>
            <a:r>
              <a:rPr lang="en-US" sz="950" dirty="0">
                <a:solidFill>
                  <a:srgbClr val="FFFFFF"/>
                </a:solidFill>
                <a:latin typeface="Arial" pitchFamily="34" charset="0"/>
                <a:ea typeface="Arial" pitchFamily="34" charset="-122"/>
                <a:cs typeface="Arial" pitchFamily="34" charset="-120"/>
              </a:rPr>
              <a:t>Sholat berjamaah lebih utama 27 derajat daripada sholat sendirian.</a:t>
            </a:r>
            <a:endParaRPr lang="en-US" sz="950" dirty="0"/>
          </a:p>
        </p:txBody>
      </p:sp>
      <p:sp>
        <p:nvSpPr>
          <p:cNvPr id="15" name="Text 10"/>
          <p:cNvSpPr txBox="1"/>
          <p:nvPr/>
        </p:nvSpPr>
        <p:spPr>
          <a:xfrm>
            <a:off x="731520" y="3547872"/>
            <a:ext cx="2514600" cy="201168"/>
          </a:xfrm>
          <a:prstGeom prst="rect">
            <a:avLst/>
          </a:prstGeom>
          <a:noFill/>
          <a:ln/>
        </p:spPr>
        <p:txBody>
          <a:bodyPr wrap="square" lIns="0" tIns="0" rIns="0" bIns="0" rtlCol="0" anchor="t"/>
          <a:lstStyle/>
          <a:p>
            <a:pPr algn="ctr" indent="0" marL="0">
              <a:buNone/>
            </a:pPr>
            <a:r>
              <a:rPr lang="en-US" sz="800" i="1" dirty="0">
                <a:solidFill>
                  <a:srgbClr val="BFE3D3"/>
                </a:solidFill>
                <a:latin typeface="Arial" pitchFamily="34" charset="0"/>
                <a:ea typeface="Arial" pitchFamily="34" charset="-122"/>
                <a:cs typeface="Arial" pitchFamily="34" charset="-120"/>
              </a:rPr>
              <a:t>(HR. Bukhari dan Muslim)</a:t>
            </a:r>
            <a:endParaRPr lang="en-US" sz="800" dirty="0"/>
          </a:p>
        </p:txBody>
      </p:sp>
      <p:pic>
        <p:nvPicPr>
          <p:cNvPr id="16" name="Image 3" descr="/home/claude/logo.png">    </p:cNvPr>
          <p:cNvPicPr>
            <a:picLocks noChangeAspect="1"/>
          </p:cNvPicPr>
          <p:nvPr/>
        </p:nvPicPr>
        <p:blipFill>
          <a:blip r:embed="rId4"/>
          <a:stretch>
            <a:fillRect/>
          </a:stretch>
        </p:blipFill>
        <p:spPr>
          <a:xfrm>
            <a:off x="1714500" y="3840480"/>
            <a:ext cx="548640" cy="548640"/>
          </a:xfrm>
          <a:prstGeom prst="rect">
            <a:avLst/>
          </a:prstGeom>
        </p:spPr>
      </p:pic>
      <p:sp>
        <p:nvSpPr>
          <p:cNvPr id="17" name="Text 11"/>
          <p:cNvSpPr txBox="1"/>
          <p:nvPr/>
        </p:nvSpPr>
        <p:spPr>
          <a:xfrm>
            <a:off x="731520" y="4389120"/>
            <a:ext cx="2514600" cy="182880"/>
          </a:xfrm>
          <a:prstGeom prst="rect">
            <a:avLst/>
          </a:prstGeom>
          <a:noFill/>
          <a:ln/>
        </p:spPr>
        <p:txBody>
          <a:bodyPr wrap="square" lIns="0" tIns="0" rIns="0" bIns="0" rtlCol="0" anchor="t"/>
          <a:lstStyle/>
          <a:p>
            <a:pPr algn="ctr" indent="0" marL="0">
              <a:buNone/>
            </a:pPr>
            <a:r>
              <a:rPr lang="en-US" sz="700" dirty="0">
                <a:solidFill>
                  <a:srgbClr val="BFE3D3"/>
                </a:solidFill>
                <a:latin typeface="Arial" pitchFamily="34" charset="0"/>
                <a:ea typeface="Arial" pitchFamily="34" charset="-122"/>
                <a:cs typeface="Arial" pitchFamily="34" charset="-120"/>
              </a:rPr>
              <a:t>Karya: Ahmad · Kelas 1 Wustha</a:t>
            </a:r>
            <a:endParaRPr lang="en-US" sz="700" dirty="0"/>
          </a:p>
        </p:txBody>
      </p:sp>
      <p:sp>
        <p:nvSpPr>
          <p:cNvPr id="18" name="Shape 12"/>
          <p:cNvSpPr/>
          <p:nvPr/>
        </p:nvSpPr>
        <p:spPr>
          <a:xfrm>
            <a:off x="3566160" y="1298448"/>
            <a:ext cx="329184" cy="329184"/>
          </a:xfrm>
          <a:prstGeom prst="ellipse">
            <a:avLst/>
          </a:prstGeom>
          <a:solidFill>
            <a:srgbClr val="E53935"/>
          </a:solidFill>
          <a:ln/>
        </p:spPr>
      </p:sp>
      <p:sp>
        <p:nvSpPr>
          <p:cNvPr id="19" name="Text 13"/>
          <p:cNvSpPr txBox="1"/>
          <p:nvPr/>
        </p:nvSpPr>
        <p:spPr>
          <a:xfrm>
            <a:off x="3566160" y="12984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4"/>
          <p:cNvSpPr txBox="1"/>
          <p:nvPr/>
        </p:nvSpPr>
        <p:spPr>
          <a:xfrm>
            <a:off x="4023360" y="1234440"/>
            <a:ext cx="228600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Pesan singkat (judul)</a:t>
            </a:r>
            <a:endParaRPr lang="en-US" sz="1400" dirty="0"/>
          </a:p>
        </p:txBody>
      </p:sp>
      <p:sp>
        <p:nvSpPr>
          <p:cNvPr id="21" name="Shape 15"/>
          <p:cNvSpPr/>
          <p:nvPr/>
        </p:nvSpPr>
        <p:spPr>
          <a:xfrm>
            <a:off x="3566160" y="2304288"/>
            <a:ext cx="329184" cy="329184"/>
          </a:xfrm>
          <a:prstGeom prst="ellipse">
            <a:avLst/>
          </a:prstGeom>
          <a:solidFill>
            <a:srgbClr val="E53935"/>
          </a:solidFill>
          <a:ln/>
        </p:spPr>
      </p:sp>
      <p:sp>
        <p:nvSpPr>
          <p:cNvPr id="22" name="Text 16"/>
          <p:cNvSpPr txBox="1"/>
          <p:nvPr/>
        </p:nvSpPr>
        <p:spPr>
          <a:xfrm>
            <a:off x="3566160" y="23042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17"/>
          <p:cNvSpPr txBox="1"/>
          <p:nvPr/>
        </p:nvSpPr>
        <p:spPr>
          <a:xfrm>
            <a:off x="4023360" y="2240280"/>
            <a:ext cx="228600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Gambar pendukung</a:t>
            </a:r>
            <a:endParaRPr lang="en-US" sz="1400" dirty="0"/>
          </a:p>
        </p:txBody>
      </p:sp>
      <p:sp>
        <p:nvSpPr>
          <p:cNvPr id="24" name="Shape 18"/>
          <p:cNvSpPr/>
          <p:nvPr/>
        </p:nvSpPr>
        <p:spPr>
          <a:xfrm>
            <a:off x="3566160" y="3081528"/>
            <a:ext cx="329184" cy="329184"/>
          </a:xfrm>
          <a:prstGeom prst="ellipse">
            <a:avLst/>
          </a:prstGeom>
          <a:solidFill>
            <a:srgbClr val="E53935"/>
          </a:solidFill>
          <a:ln/>
        </p:spPr>
      </p:sp>
      <p:sp>
        <p:nvSpPr>
          <p:cNvPr id="25" name="Text 19"/>
          <p:cNvSpPr txBox="1"/>
          <p:nvPr/>
        </p:nvSpPr>
        <p:spPr>
          <a:xfrm>
            <a:off x="3566160" y="30815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0"/>
          <p:cNvSpPr txBox="1"/>
          <p:nvPr/>
        </p:nvSpPr>
        <p:spPr>
          <a:xfrm>
            <a:off x="4023360" y="3017520"/>
            <a:ext cx="228600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Dalil + sumber</a:t>
            </a:r>
            <a:endParaRPr lang="en-US" sz="1400" dirty="0"/>
          </a:p>
        </p:txBody>
      </p:sp>
      <p:sp>
        <p:nvSpPr>
          <p:cNvPr id="27" name="Shape 21"/>
          <p:cNvSpPr/>
          <p:nvPr/>
        </p:nvSpPr>
        <p:spPr>
          <a:xfrm>
            <a:off x="3566160" y="4041648"/>
            <a:ext cx="329184" cy="329184"/>
          </a:xfrm>
          <a:prstGeom prst="ellipse">
            <a:avLst/>
          </a:prstGeom>
          <a:solidFill>
            <a:srgbClr val="E53935"/>
          </a:solidFill>
          <a:ln/>
        </p:spPr>
      </p:sp>
      <p:sp>
        <p:nvSpPr>
          <p:cNvPr id="28" name="Text 22"/>
          <p:cNvSpPr txBox="1"/>
          <p:nvPr/>
        </p:nvSpPr>
        <p:spPr>
          <a:xfrm>
            <a:off x="3566160"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3"/>
          <p:cNvSpPr txBox="1"/>
          <p:nvPr/>
        </p:nvSpPr>
        <p:spPr>
          <a:xfrm>
            <a:off x="4023360" y="3977640"/>
            <a:ext cx="2286000" cy="45720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Identitas: logo &amp; nama</a:t>
            </a:r>
            <a:endParaRPr lang="en-US" sz="1400" dirty="0"/>
          </a:p>
        </p:txBody>
      </p:sp>
      <p:sp>
        <p:nvSpPr>
          <p:cNvPr id="30" name="Shape 24"/>
          <p:cNvSpPr/>
          <p:nvPr/>
        </p:nvSpPr>
        <p:spPr>
          <a:xfrm>
            <a:off x="6400800" y="1097280"/>
            <a:ext cx="2286000" cy="3520440"/>
          </a:xfrm>
          <a:prstGeom prst="roundRect">
            <a:avLst>
              <a:gd name="adj" fmla="val 4800"/>
            </a:avLst>
          </a:prstGeom>
          <a:solidFill>
            <a:srgbClr val="FBF1D3"/>
          </a:solidFill>
          <a:ln w="12700">
            <a:solidFill>
              <a:srgbClr val="FBF1D3"/>
            </a:solidFill>
            <a:prstDash val="solid"/>
          </a:ln>
        </p:spPr>
      </p:sp>
      <p:sp>
        <p:nvSpPr>
          <p:cNvPr id="31" name="Text 25"/>
          <p:cNvSpPr txBox="1"/>
          <p:nvPr/>
        </p:nvSpPr>
        <p:spPr>
          <a:xfrm>
            <a:off x="6537960" y="1207008"/>
            <a:ext cx="2011680" cy="320040"/>
          </a:xfrm>
          <a:prstGeom prst="rect">
            <a:avLst/>
          </a:prstGeom>
          <a:noFill/>
          <a:ln/>
        </p:spPr>
        <p:txBody>
          <a:bodyPr wrap="square" lIns="0" tIns="0" rIns="0" bIns="0" rtlCol="0" anchor="t"/>
          <a:lstStyle/>
          <a:p>
            <a:pPr indent="0" marL="0">
              <a:buNone/>
            </a:pPr>
            <a:r>
              <a:rPr lang="en-US" sz="1300" b="1" dirty="0">
                <a:solidFill>
                  <a:srgbClr val="0F4C3A"/>
                </a:solidFill>
                <a:latin typeface="Cambria" pitchFamily="34" charset="0"/>
                <a:ea typeface="Cambria" pitchFamily="34" charset="-122"/>
                <a:cs typeface="Cambria" pitchFamily="34" charset="-120"/>
              </a:rPr>
              <a:t>Prinsip yang dipakai</a:t>
            </a:r>
            <a:endParaRPr lang="en-US" sz="1300" dirty="0"/>
          </a:p>
        </p:txBody>
      </p:sp>
      <p:sp>
        <p:nvSpPr>
          <p:cNvPr id="32" name="Text 26"/>
          <p:cNvSpPr txBox="1"/>
          <p:nvPr/>
        </p:nvSpPr>
        <p:spPr>
          <a:xfrm>
            <a:off x="6537960" y="1645920"/>
            <a:ext cx="2057400" cy="64008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Kontras: putih &amp; kuning di atas hijau tua</a:t>
            </a:r>
            <a:endParaRPr lang="en-US" sz="1150" dirty="0"/>
          </a:p>
        </p:txBody>
      </p:sp>
      <p:sp>
        <p:nvSpPr>
          <p:cNvPr id="33" name="Text 27"/>
          <p:cNvSpPr txBox="1"/>
          <p:nvPr/>
        </p:nvSpPr>
        <p:spPr>
          <a:xfrm>
            <a:off x="6537960" y="2359152"/>
            <a:ext cx="2057400" cy="64008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Perataan: semua rata tengah</a:t>
            </a:r>
            <a:endParaRPr lang="en-US" sz="1150" dirty="0"/>
          </a:p>
        </p:txBody>
      </p:sp>
      <p:sp>
        <p:nvSpPr>
          <p:cNvPr id="34" name="Text 28"/>
          <p:cNvSpPr txBox="1"/>
          <p:nvPr/>
        </p:nvSpPr>
        <p:spPr>
          <a:xfrm>
            <a:off x="6537960" y="3072384"/>
            <a:ext cx="2057400" cy="64008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Pengulangan: 3 warna, 1 jenis huruf</a:t>
            </a:r>
            <a:endParaRPr lang="en-US" sz="1150" dirty="0"/>
          </a:p>
        </p:txBody>
      </p:sp>
      <p:sp>
        <p:nvSpPr>
          <p:cNvPr id="35" name="Text 29"/>
          <p:cNvSpPr txBox="1"/>
          <p:nvPr/>
        </p:nvSpPr>
        <p:spPr>
          <a:xfrm>
            <a:off x="6537960" y="3785616"/>
            <a:ext cx="2057400" cy="640080"/>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Kedekatan: dalil dekat sumbernya</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Poster Dakwah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5 · wujudkan sketsamu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1–4</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isi poster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Memasang logo pondok</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7–9</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Mengunduh dan menyimpan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404872" y="1677677"/>
            <a:ext cx="1316736" cy="310896"/>
          </a:xfrm>
          <a:prstGeom prst="roundRect">
            <a:avLst>
              <a:gd name="adj" fmla="val 14706"/>
            </a:avLst>
          </a:prstGeom>
          <a:solidFill>
            <a:srgbClr val="FFFFFF">
              <a:alpha val="0"/>
            </a:srgbClr>
          </a:solidFill>
          <a:ln w="31750">
            <a:solidFill>
              <a:srgbClr val="E53935"/>
            </a:solidFill>
            <a:prstDash val="solid"/>
          </a:ln>
        </p:spPr>
      </p:sp>
      <p:sp>
        <p:nvSpPr>
          <p:cNvPr id="48" name="Shape 36"/>
          <p:cNvSpPr/>
          <p:nvPr/>
        </p:nvSpPr>
        <p:spPr>
          <a:xfrm>
            <a:off x="3584448" y="1540517"/>
            <a:ext cx="274320" cy="274320"/>
          </a:xfrm>
          <a:prstGeom prst="ellipse">
            <a:avLst/>
          </a:prstGeom>
          <a:solidFill>
            <a:srgbClr val="E53935"/>
          </a:solidFill>
          <a:ln w="12700">
            <a:solidFill>
              <a:srgbClr val="FFFFFF"/>
            </a:solidFill>
            <a:prstDash val="solid"/>
          </a:ln>
        </p:spPr>
      </p:sp>
      <p:sp>
        <p:nvSpPr>
          <p:cNvPr id="49" name="Text 37"/>
          <p:cNvSpPr txBox="1"/>
          <p:nvPr/>
        </p:nvSpPr>
        <p:spPr>
          <a:xfrm>
            <a:off x="3584448"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0" name="Image 10" descr="preencoded.png">    </p:cNvPr>
          <p:cNvPicPr>
            <a:picLocks noChangeAspect="1"/>
          </p:cNvPicPr>
          <p:nvPr/>
        </p:nvPicPr>
        <p:blipFill>
          <a:blip r:embed="rId11"/>
          <a:stretch>
            <a:fillRect/>
          </a:stretch>
        </p:blipFill>
        <p:spPr>
          <a:xfrm>
            <a:off x="3127248" y="1846841"/>
            <a:ext cx="237744" cy="237744"/>
          </a:xfrm>
          <a:prstGeom prst="rect">
            <a:avLst/>
          </a:prstGeom>
        </p:spPr>
      </p:pic>
      <p:sp>
        <p:nvSpPr>
          <p:cNvPr id="51"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2"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poster baru dan beri nama</a:t>
            </a:r>
            <a:endParaRPr lang="en-US" sz="1800" dirty="0"/>
          </a:p>
        </p:txBody>
      </p:sp>
      <p:sp>
        <p:nvSpPr>
          <p:cNvPr id="53"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desain Poster (Portrait). Klik nama desain di bilah atas, ketik Poster_Dakwah_NamaKamu.</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279301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56" name="Shape 44"/>
          <p:cNvSpPr/>
          <p:nvPr/>
        </p:nvSpPr>
        <p:spPr>
          <a:xfrm>
            <a:off x="2774725" y="2390800"/>
            <a:ext cx="1034230" cy="158350"/>
          </a:xfrm>
          <a:prstGeom prst="rect">
            <a:avLst/>
          </a:prstGeom>
          <a:solidFill>
            <a:srgbClr val="FFFFFF">
              <a:alpha val="0"/>
            </a:srgbClr>
          </a:solidFill>
          <a:ln w="15240">
            <a:solidFill>
              <a:srgbClr val="8B3DFF"/>
            </a:solidFill>
            <a:prstDash val="solid"/>
          </a:ln>
        </p:spPr>
      </p:sp>
      <p:sp>
        <p:nvSpPr>
          <p:cNvPr id="57" name="Text 45"/>
          <p:cNvSpPr txBox="1"/>
          <p:nvPr/>
        </p:nvSpPr>
        <p:spPr>
          <a:xfrm>
            <a:off x="279301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58" name="Shape 46"/>
          <p:cNvSpPr/>
          <p:nvPr/>
        </p:nvSpPr>
        <p:spPr>
          <a:xfrm>
            <a:off x="2765581" y="2381656"/>
            <a:ext cx="1052518" cy="298413"/>
          </a:xfrm>
          <a:prstGeom prst="roundRect">
            <a:avLst>
              <a:gd name="adj" fmla="val 15321"/>
            </a:avLst>
          </a:prstGeom>
          <a:solidFill>
            <a:srgbClr val="FFFFFF">
              <a:alpha val="0"/>
            </a:srgbClr>
          </a:solidFill>
          <a:ln w="31750">
            <a:solidFill>
              <a:srgbClr val="E53935"/>
            </a:solidFill>
            <a:prstDash val="solid"/>
          </a:ln>
        </p:spPr>
      </p:sp>
      <p:sp>
        <p:nvSpPr>
          <p:cNvPr id="59" name="Shape 47"/>
          <p:cNvSpPr/>
          <p:nvPr/>
        </p:nvSpPr>
        <p:spPr>
          <a:xfrm>
            <a:off x="3680939" y="2244496"/>
            <a:ext cx="274320" cy="274320"/>
          </a:xfrm>
          <a:prstGeom prst="ellipse">
            <a:avLst/>
          </a:prstGeom>
          <a:solidFill>
            <a:srgbClr val="E53935"/>
          </a:solidFill>
          <a:ln w="12700">
            <a:solidFill>
              <a:srgbClr val="FFFFFF"/>
            </a:solidFill>
            <a:prstDash val="solid"/>
          </a:ln>
        </p:spPr>
      </p:sp>
      <p:sp>
        <p:nvSpPr>
          <p:cNvPr id="60" name="Text 48"/>
          <p:cNvSpPr txBox="1"/>
          <p:nvPr/>
        </p:nvSpPr>
        <p:spPr>
          <a:xfrm>
            <a:off x="3680939" y="22444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61" name="Image 10" descr="preencoded.png">    </p:cNvPr>
          <p:cNvPicPr>
            <a:picLocks noChangeAspect="1"/>
          </p:cNvPicPr>
          <p:nvPr/>
        </p:nvPicPr>
        <p:blipFill>
          <a:blip r:embed="rId11"/>
          <a:stretch>
            <a:fillRect/>
          </a:stretch>
        </p:blipFill>
        <p:spPr>
          <a:xfrm>
            <a:off x="3341723" y="2543040"/>
            <a:ext cx="237744" cy="237744"/>
          </a:xfrm>
          <a:prstGeom prst="rect">
            <a:avLst/>
          </a:prstGeom>
        </p:spPr>
      </p:pic>
      <p:sp>
        <p:nvSpPr>
          <p:cNvPr id="62"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3"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latar dan judul</a:t>
            </a:r>
            <a:endParaRPr lang="en-US" sz="1800" dirty="0"/>
          </a:p>
        </p:txBody>
      </p:sp>
      <p:sp>
        <p:nvSpPr>
          <p:cNvPr id="64"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Ubah warna latar sesuai rencana. Tambahkan judul (Text › Add a heading), perbesar, dan beri warna kontras.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sp>
        <p:nvSpPr>
          <p:cNvPr id="36" name="Shape 28"/>
          <p:cNvSpPr/>
          <p:nvPr/>
        </p:nvSpPr>
        <p:spPr>
          <a:xfrm>
            <a:off x="606064" y="2427485"/>
            <a:ext cx="420624" cy="347472"/>
          </a:xfrm>
          <a:prstGeom prst="roundRect">
            <a:avLst>
              <a:gd name="adj" fmla="val 10526"/>
            </a:avLst>
          </a:prstGeom>
          <a:solidFill>
            <a:srgbClr val="3A3B3E"/>
          </a:solidFill>
          <a:ln w="12700">
            <a:solidFill>
              <a:srgbClr val="3A3B3E"/>
            </a:solidFill>
            <a:prstDash val="solid"/>
          </a:ln>
        </p:spPr>
      </p:sp>
      <p:pic>
        <p:nvPicPr>
          <p:cNvPr id="37"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8" name="Text 29"/>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9"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40" name="Text 30"/>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18128" y="2061725"/>
            <a:ext cx="1179576" cy="219456"/>
          </a:xfrm>
          <a:prstGeom prst="roundRect">
            <a:avLst>
              <a:gd name="adj" fmla="val 20833"/>
            </a:avLst>
          </a:prstGeom>
          <a:solidFill>
            <a:srgbClr val="F1F1F4"/>
          </a:solidFill>
          <a:ln w="12700">
            <a:solidFill>
              <a:srgbClr val="F1F1F4"/>
            </a:solidFill>
            <a:prstDash val="solid"/>
          </a:ln>
        </p:spPr>
      </p:sp>
      <p:pic>
        <p:nvPicPr>
          <p:cNvPr id="47" name="Image 10" descr="preencoded.png">    </p:cNvPr>
          <p:cNvPicPr>
            <a:picLocks noChangeAspect="1"/>
          </p:cNvPicPr>
          <p:nvPr/>
        </p:nvPicPr>
        <p:blipFill>
          <a:blip r:embed="rId11"/>
          <a:stretch>
            <a:fillRect/>
          </a:stretch>
        </p:blipFill>
        <p:spPr>
          <a:xfrm>
            <a:off x="1172992" y="2116589"/>
            <a:ext cx="109728" cy="109728"/>
          </a:xfrm>
          <a:prstGeom prst="rect">
            <a:avLst/>
          </a:prstGeom>
        </p:spPr>
      </p:pic>
      <p:sp>
        <p:nvSpPr>
          <p:cNvPr id="48" name="Text 35"/>
          <p:cNvSpPr txBox="1"/>
          <p:nvPr/>
        </p:nvSpPr>
        <p:spPr>
          <a:xfrm>
            <a:off x="1346728" y="2061725"/>
            <a:ext cx="905256" cy="219456"/>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masjid</a:t>
            </a:r>
            <a:endParaRPr lang="en-US" sz="750" dirty="0"/>
          </a:p>
        </p:txBody>
      </p:sp>
      <p:sp>
        <p:nvSpPr>
          <p:cNvPr id="49" name="Shape 36"/>
          <p:cNvSpPr/>
          <p:nvPr/>
        </p:nvSpPr>
        <p:spPr>
          <a:xfrm>
            <a:off x="1136416" y="2381765"/>
            <a:ext cx="530352" cy="475488"/>
          </a:xfrm>
          <a:prstGeom prst="rect">
            <a:avLst/>
          </a:prstGeom>
          <a:solidFill>
            <a:srgbClr val="E6F2EC"/>
          </a:solidFill>
          <a:ln w="12700">
            <a:solidFill>
              <a:srgbClr val="E6F2EC"/>
            </a:solidFill>
            <a:prstDash val="solid"/>
          </a:ln>
        </p:spPr>
      </p:sp>
      <p:pic>
        <p:nvPicPr>
          <p:cNvPr id="50" name="Image 11" descr="preencoded.png">    </p:cNvPr>
          <p:cNvPicPr>
            <a:picLocks noChangeAspect="1"/>
          </p:cNvPicPr>
          <p:nvPr/>
        </p:nvPicPr>
        <p:blipFill>
          <a:blip r:embed="rId12"/>
          <a:stretch>
            <a:fillRect/>
          </a:stretch>
        </p:blipFill>
        <p:spPr>
          <a:xfrm>
            <a:off x="1273576" y="2473205"/>
            <a:ext cx="256032" cy="256032"/>
          </a:xfrm>
          <a:prstGeom prst="rect">
            <a:avLst/>
          </a:prstGeom>
        </p:spPr>
      </p:pic>
      <p:sp>
        <p:nvSpPr>
          <p:cNvPr id="51" name="Shape 37"/>
          <p:cNvSpPr/>
          <p:nvPr/>
        </p:nvSpPr>
        <p:spPr>
          <a:xfrm>
            <a:off x="1730776" y="2381765"/>
            <a:ext cx="530352" cy="475488"/>
          </a:xfrm>
          <a:prstGeom prst="rect">
            <a:avLst/>
          </a:prstGeom>
          <a:solidFill>
            <a:srgbClr val="E6F2EC"/>
          </a:solidFill>
          <a:ln w="12700">
            <a:solidFill>
              <a:srgbClr val="E6F2EC"/>
            </a:solidFill>
            <a:prstDash val="solid"/>
          </a:ln>
        </p:spPr>
      </p:sp>
      <p:pic>
        <p:nvPicPr>
          <p:cNvPr id="52" name="Image 12" descr="preencoded.png">    </p:cNvPr>
          <p:cNvPicPr>
            <a:picLocks noChangeAspect="1"/>
          </p:cNvPicPr>
          <p:nvPr/>
        </p:nvPicPr>
        <p:blipFill>
          <a:blip r:embed="rId13"/>
          <a:stretch>
            <a:fillRect/>
          </a:stretch>
        </p:blipFill>
        <p:spPr>
          <a:xfrm>
            <a:off x="1867936" y="2473205"/>
            <a:ext cx="256032" cy="256032"/>
          </a:xfrm>
          <a:prstGeom prst="rect">
            <a:avLst/>
          </a:prstGeom>
        </p:spPr>
      </p:pic>
      <p:sp>
        <p:nvSpPr>
          <p:cNvPr id="53" name="Shape 38"/>
          <p:cNvSpPr/>
          <p:nvPr/>
        </p:nvSpPr>
        <p:spPr>
          <a:xfrm>
            <a:off x="1136416" y="2930405"/>
            <a:ext cx="530352" cy="475488"/>
          </a:xfrm>
          <a:prstGeom prst="rect">
            <a:avLst/>
          </a:prstGeom>
          <a:solidFill>
            <a:srgbClr val="E6F2EC"/>
          </a:solidFill>
          <a:ln w="12700">
            <a:solidFill>
              <a:srgbClr val="E6F2EC"/>
            </a:solidFill>
            <a:prstDash val="solid"/>
          </a:ln>
        </p:spPr>
      </p:sp>
      <p:pic>
        <p:nvPicPr>
          <p:cNvPr id="54" name="Image 13" descr="preencoded.png">    </p:cNvPr>
          <p:cNvPicPr>
            <a:picLocks noChangeAspect="1"/>
          </p:cNvPicPr>
          <p:nvPr/>
        </p:nvPicPr>
        <p:blipFill>
          <a:blip r:embed="rId14"/>
          <a:stretch>
            <a:fillRect/>
          </a:stretch>
        </p:blipFill>
        <p:spPr>
          <a:xfrm>
            <a:off x="1273576" y="3021845"/>
            <a:ext cx="256032" cy="256032"/>
          </a:xfrm>
          <a:prstGeom prst="rect">
            <a:avLst/>
          </a:prstGeom>
        </p:spPr>
      </p:pic>
      <p:sp>
        <p:nvSpPr>
          <p:cNvPr id="55" name="Shape 39"/>
          <p:cNvSpPr/>
          <p:nvPr/>
        </p:nvSpPr>
        <p:spPr>
          <a:xfrm>
            <a:off x="1730776" y="2930405"/>
            <a:ext cx="530352" cy="475488"/>
          </a:xfrm>
          <a:prstGeom prst="rect">
            <a:avLst/>
          </a:prstGeom>
          <a:solidFill>
            <a:srgbClr val="E6F2EC"/>
          </a:solidFill>
          <a:ln w="12700">
            <a:solidFill>
              <a:srgbClr val="E6F2EC"/>
            </a:solidFill>
            <a:prstDash val="solid"/>
          </a:ln>
        </p:spPr>
      </p:sp>
      <p:pic>
        <p:nvPicPr>
          <p:cNvPr id="56" name="Image 14" descr="preencoded.png">    </p:cNvPr>
          <p:cNvPicPr>
            <a:picLocks noChangeAspect="1"/>
          </p:cNvPicPr>
          <p:nvPr/>
        </p:nvPicPr>
        <p:blipFill>
          <a:blip r:embed="rId15"/>
          <a:stretch>
            <a:fillRect/>
          </a:stretch>
        </p:blipFill>
        <p:spPr>
          <a:xfrm>
            <a:off x="1867936" y="3021845"/>
            <a:ext cx="256032" cy="256032"/>
          </a:xfrm>
          <a:prstGeom prst="rect">
            <a:avLst/>
          </a:prstGeom>
        </p:spPr>
      </p:pic>
      <p:sp>
        <p:nvSpPr>
          <p:cNvPr id="57" name="Shape 40"/>
          <p:cNvSpPr/>
          <p:nvPr/>
        </p:nvSpPr>
        <p:spPr>
          <a:xfrm>
            <a:off x="1136416" y="3479045"/>
            <a:ext cx="530352" cy="475488"/>
          </a:xfrm>
          <a:prstGeom prst="rect">
            <a:avLst/>
          </a:prstGeom>
          <a:solidFill>
            <a:srgbClr val="E6F2EC"/>
          </a:solidFill>
          <a:ln w="12700">
            <a:solidFill>
              <a:srgbClr val="E6F2EC"/>
            </a:solidFill>
            <a:prstDash val="solid"/>
          </a:ln>
        </p:spPr>
      </p:sp>
      <p:pic>
        <p:nvPicPr>
          <p:cNvPr id="58" name="Image 15" descr="preencoded.png">    </p:cNvPr>
          <p:cNvPicPr>
            <a:picLocks noChangeAspect="1"/>
          </p:cNvPicPr>
          <p:nvPr/>
        </p:nvPicPr>
        <p:blipFill>
          <a:blip r:embed="rId16"/>
          <a:stretch>
            <a:fillRect/>
          </a:stretch>
        </p:blipFill>
        <p:spPr>
          <a:xfrm>
            <a:off x="1273576" y="3570485"/>
            <a:ext cx="256032" cy="256032"/>
          </a:xfrm>
          <a:prstGeom prst="rect">
            <a:avLst/>
          </a:prstGeom>
        </p:spPr>
      </p:pic>
      <p:sp>
        <p:nvSpPr>
          <p:cNvPr id="59" name="Shape 41"/>
          <p:cNvSpPr/>
          <p:nvPr/>
        </p:nvSpPr>
        <p:spPr>
          <a:xfrm>
            <a:off x="1730776" y="3479045"/>
            <a:ext cx="530352" cy="475488"/>
          </a:xfrm>
          <a:prstGeom prst="rect">
            <a:avLst/>
          </a:prstGeom>
          <a:solidFill>
            <a:srgbClr val="E6F2EC"/>
          </a:solidFill>
          <a:ln w="12700">
            <a:solidFill>
              <a:srgbClr val="E6F2EC"/>
            </a:solidFill>
            <a:prstDash val="solid"/>
          </a:ln>
        </p:spPr>
      </p:sp>
      <p:pic>
        <p:nvPicPr>
          <p:cNvPr id="60" name="Image 16" descr="preencoded.png">    </p:cNvPr>
          <p:cNvPicPr>
            <a:picLocks noChangeAspect="1"/>
          </p:cNvPicPr>
          <p:nvPr/>
        </p:nvPicPr>
        <p:blipFill>
          <a:blip r:embed="rId17"/>
          <a:stretch>
            <a:fillRect/>
          </a:stretch>
        </p:blipFill>
        <p:spPr>
          <a:xfrm>
            <a:off x="1867936" y="3570485"/>
            <a:ext cx="256032" cy="256032"/>
          </a:xfrm>
          <a:prstGeom prst="rect">
            <a:avLst/>
          </a:prstGeom>
        </p:spPr>
      </p:pic>
      <p:sp>
        <p:nvSpPr>
          <p:cNvPr id="61" name="Shape 42"/>
          <p:cNvSpPr/>
          <p:nvPr/>
        </p:nvSpPr>
        <p:spPr>
          <a:xfrm>
            <a:off x="2370856" y="1970285"/>
            <a:ext cx="3167847" cy="2025099"/>
          </a:xfrm>
          <a:prstGeom prst="rect">
            <a:avLst/>
          </a:prstGeom>
          <a:solidFill>
            <a:srgbClr val="EBECF0"/>
          </a:solidFill>
          <a:ln w="12700">
            <a:solidFill>
              <a:srgbClr val="EBECF0"/>
            </a:solidFill>
            <a:prstDash val="solid"/>
          </a:ln>
        </p:spPr>
      </p:sp>
      <p:sp>
        <p:nvSpPr>
          <p:cNvPr id="62" name="Shape 43"/>
          <p:cNvSpPr/>
          <p:nvPr/>
        </p:nvSpPr>
        <p:spPr>
          <a:xfrm>
            <a:off x="3400528" y="2317757"/>
            <a:ext cx="1108504" cy="1522179"/>
          </a:xfrm>
          <a:prstGeom prst="rect">
            <a:avLst/>
          </a:prstGeom>
          <a:solidFill>
            <a:srgbClr val="FFFFFF"/>
          </a:solidFill>
          <a:ln w="12700">
            <a:solidFill>
              <a:srgbClr val="FFFFFF"/>
            </a:solidFill>
            <a:prstDash val="solid"/>
          </a:ln>
        </p:spPr>
      </p:sp>
      <p:sp>
        <p:nvSpPr>
          <p:cNvPr id="63" name="Shape 44"/>
          <p:cNvSpPr/>
          <p:nvPr/>
        </p:nvSpPr>
        <p:spPr>
          <a:xfrm>
            <a:off x="3400528" y="2317757"/>
            <a:ext cx="1108504" cy="1522179"/>
          </a:xfrm>
          <a:prstGeom prst="rect">
            <a:avLst/>
          </a:prstGeom>
          <a:solidFill>
            <a:srgbClr val="0F4C3A"/>
          </a:solidFill>
          <a:ln w="12700">
            <a:solidFill>
              <a:srgbClr val="0F4C3A"/>
            </a:solidFill>
            <a:prstDash val="solid"/>
          </a:ln>
        </p:spPr>
      </p:sp>
      <p:sp>
        <p:nvSpPr>
          <p:cNvPr id="64" name="Text 45"/>
          <p:cNvSpPr txBox="1"/>
          <p:nvPr/>
        </p:nvSpPr>
        <p:spPr>
          <a:xfrm>
            <a:off x="345595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65" name="Text 46"/>
          <p:cNvSpPr txBox="1"/>
          <p:nvPr/>
        </p:nvSpPr>
        <p:spPr>
          <a:xfrm>
            <a:off x="345595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66" name="Shape 47"/>
          <p:cNvSpPr/>
          <p:nvPr/>
        </p:nvSpPr>
        <p:spPr>
          <a:xfrm>
            <a:off x="3566803" y="2743967"/>
            <a:ext cx="775953" cy="487097"/>
          </a:xfrm>
          <a:prstGeom prst="rect">
            <a:avLst/>
          </a:prstGeom>
          <a:solidFill>
            <a:srgbClr val="A7CBEE"/>
          </a:solidFill>
          <a:ln w="12700">
            <a:solidFill>
              <a:srgbClr val="A7CBEE"/>
            </a:solidFill>
            <a:prstDash val="solid"/>
          </a:ln>
        </p:spPr>
      </p:sp>
      <p:sp>
        <p:nvSpPr>
          <p:cNvPr id="67" name="Shape 48"/>
          <p:cNvSpPr/>
          <p:nvPr/>
        </p:nvSpPr>
        <p:spPr>
          <a:xfrm>
            <a:off x="4071173" y="2802419"/>
            <a:ext cx="139672" cy="139672"/>
          </a:xfrm>
          <a:prstGeom prst="ellipse">
            <a:avLst/>
          </a:prstGeom>
          <a:solidFill>
            <a:srgbClr val="FBBC05"/>
          </a:solidFill>
          <a:ln/>
        </p:spPr>
      </p:sp>
      <p:sp>
        <p:nvSpPr>
          <p:cNvPr id="68" name="Shape 49"/>
          <p:cNvSpPr/>
          <p:nvPr/>
        </p:nvSpPr>
        <p:spPr>
          <a:xfrm>
            <a:off x="3628880" y="2938806"/>
            <a:ext cx="465572" cy="292258"/>
          </a:xfrm>
          <a:prstGeom prst="triangle">
            <a:avLst/>
          </a:prstGeom>
          <a:solidFill>
            <a:srgbClr val="34A853"/>
          </a:solidFill>
          <a:ln/>
        </p:spPr>
      </p:sp>
      <p:sp>
        <p:nvSpPr>
          <p:cNvPr id="69" name="Shape 50"/>
          <p:cNvSpPr/>
          <p:nvPr/>
        </p:nvSpPr>
        <p:spPr>
          <a:xfrm>
            <a:off x="3548515" y="2725679"/>
            <a:ext cx="812529" cy="523673"/>
          </a:xfrm>
          <a:prstGeom prst="rect">
            <a:avLst/>
          </a:prstGeom>
          <a:solidFill>
            <a:srgbClr val="FFFFFF">
              <a:alpha val="0"/>
            </a:srgbClr>
          </a:solidFill>
          <a:ln w="15240">
            <a:solidFill>
              <a:srgbClr val="8B3DFF"/>
            </a:solidFill>
            <a:prstDash val="solid"/>
          </a:ln>
        </p:spPr>
      </p:sp>
      <p:sp>
        <p:nvSpPr>
          <p:cNvPr id="70" name="Shape 51"/>
          <p:cNvSpPr/>
          <p:nvPr/>
        </p:nvSpPr>
        <p:spPr>
          <a:xfrm>
            <a:off x="3539371" y="2716535"/>
            <a:ext cx="830817" cy="541961"/>
          </a:xfrm>
          <a:prstGeom prst="roundRect">
            <a:avLst>
              <a:gd name="adj" fmla="val 8436"/>
            </a:avLst>
          </a:prstGeom>
          <a:solidFill>
            <a:srgbClr val="FFFFFF">
              <a:alpha val="0"/>
            </a:srgbClr>
          </a:solidFill>
          <a:ln w="31750">
            <a:solidFill>
              <a:srgbClr val="E53935"/>
            </a:solidFill>
            <a:prstDash val="solid"/>
          </a:ln>
        </p:spPr>
      </p:sp>
      <p:sp>
        <p:nvSpPr>
          <p:cNvPr id="71" name="Shape 52"/>
          <p:cNvSpPr/>
          <p:nvPr/>
        </p:nvSpPr>
        <p:spPr>
          <a:xfrm>
            <a:off x="4233029" y="2579375"/>
            <a:ext cx="274320" cy="274320"/>
          </a:xfrm>
          <a:prstGeom prst="ellipse">
            <a:avLst/>
          </a:prstGeom>
          <a:solidFill>
            <a:srgbClr val="E53935"/>
          </a:solidFill>
          <a:ln w="12700">
            <a:solidFill>
              <a:srgbClr val="FFFFFF"/>
            </a:solidFill>
            <a:prstDash val="solid"/>
          </a:ln>
        </p:spPr>
      </p:sp>
      <p:sp>
        <p:nvSpPr>
          <p:cNvPr id="72" name="Text 53"/>
          <p:cNvSpPr txBox="1"/>
          <p:nvPr/>
        </p:nvSpPr>
        <p:spPr>
          <a:xfrm>
            <a:off x="4233029" y="257937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3" name="Image 17" descr="preencoded.png">    </p:cNvPr>
          <p:cNvPicPr>
            <a:picLocks noChangeAspect="1"/>
          </p:cNvPicPr>
          <p:nvPr/>
        </p:nvPicPr>
        <p:blipFill>
          <a:blip r:embed="rId18"/>
          <a:stretch>
            <a:fillRect/>
          </a:stretch>
        </p:blipFill>
        <p:spPr>
          <a:xfrm>
            <a:off x="3993578" y="3011871"/>
            <a:ext cx="237744" cy="237744"/>
          </a:xfrm>
          <a:prstGeom prst="rect">
            <a:avLst/>
          </a:prstGeom>
        </p:spPr>
      </p:pic>
      <p:sp>
        <p:nvSpPr>
          <p:cNvPr id="74"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5"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Tambahkan gambar pendukung</a:t>
            </a:r>
            <a:endParaRPr lang="en-US" sz="1800" dirty="0"/>
          </a:p>
        </p:txBody>
      </p:sp>
      <p:sp>
        <p:nvSpPr>
          <p:cNvPr id="76"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Elements › cari gambar sesuai pesan (tanpa mahkota). Atur ukuran dan letakkan di tengah.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Isi Poster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1136416" y="2025149"/>
            <a:ext cx="4310847" cy="219456"/>
          </a:xfrm>
          <a:prstGeom prst="roundRect">
            <a:avLst>
              <a:gd name="adj" fmla="val 16667"/>
            </a:avLst>
          </a:prstGeom>
          <a:solidFill>
            <a:srgbClr val="FFFFFF"/>
          </a:solidFill>
          <a:ln w="12700">
            <a:solidFill>
              <a:srgbClr val="FFFFFF"/>
            </a:solidFill>
            <a:prstDash val="solid"/>
          </a:ln>
        </p:spPr>
      </p:sp>
      <p:sp>
        <p:nvSpPr>
          <p:cNvPr id="46" name="Text 34"/>
          <p:cNvSpPr txBox="1"/>
          <p:nvPr/>
        </p:nvSpPr>
        <p:spPr>
          <a:xfrm>
            <a:off x="1182136"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Lato ▾</a:t>
            </a:r>
            <a:endParaRPr lang="en-US" sz="750" dirty="0"/>
          </a:p>
        </p:txBody>
      </p:sp>
      <p:sp>
        <p:nvSpPr>
          <p:cNvPr id="47" name="Text 35"/>
          <p:cNvSpPr txBox="1"/>
          <p:nvPr/>
        </p:nvSpPr>
        <p:spPr>
          <a:xfrm>
            <a:off x="1721632" y="2043437"/>
            <a:ext cx="2743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28</a:t>
            </a:r>
            <a:endParaRPr lang="en-US" sz="750" dirty="0"/>
          </a:p>
        </p:txBody>
      </p:sp>
      <p:sp>
        <p:nvSpPr>
          <p:cNvPr id="48" name="Text 36"/>
          <p:cNvSpPr txBox="1"/>
          <p:nvPr/>
        </p:nvSpPr>
        <p:spPr>
          <a:xfrm>
            <a:off x="2032528" y="2043437"/>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49" name="Text 37"/>
          <p:cNvSpPr txBox="1"/>
          <p:nvPr/>
        </p:nvSpPr>
        <p:spPr>
          <a:xfrm>
            <a:off x="2251984" y="2043437"/>
            <a:ext cx="182880" cy="182880"/>
          </a:xfrm>
          <a:prstGeom prst="rect">
            <a:avLst/>
          </a:prstGeom>
          <a:noFill/>
          <a:ln/>
        </p:spPr>
        <p:txBody>
          <a:bodyPr wrap="square" lIns="0" tIns="0" rIns="0" bIns="0" rtlCol="0" anchor="ctr"/>
          <a:lstStyle/>
          <a:p>
            <a:pPr algn="ctr" indent="0" marL="0">
              <a:buNone/>
            </a:pPr>
            <a:r>
              <a:rPr lang="en-US" sz="750" b="1" dirty="0">
                <a:solidFill>
                  <a:srgbClr val="222222"/>
                </a:solidFill>
                <a:latin typeface="Calibri" pitchFamily="34" charset="0"/>
                <a:ea typeface="Calibri" pitchFamily="34" charset="-122"/>
                <a:cs typeface="Calibri" pitchFamily="34" charset="-120"/>
              </a:rPr>
              <a:t>B</a:t>
            </a:r>
            <a:endParaRPr lang="en-US" sz="750" dirty="0"/>
          </a:p>
        </p:txBody>
      </p:sp>
      <p:sp>
        <p:nvSpPr>
          <p:cNvPr id="50" name="Text 38"/>
          <p:cNvSpPr txBox="1"/>
          <p:nvPr/>
        </p:nvSpPr>
        <p:spPr>
          <a:xfrm>
            <a:off x="2471440"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I</a:t>
            </a:r>
            <a:endParaRPr lang="en-US" sz="750" dirty="0"/>
          </a:p>
        </p:txBody>
      </p:sp>
      <p:sp>
        <p:nvSpPr>
          <p:cNvPr id="51" name="Text 39"/>
          <p:cNvSpPr txBox="1"/>
          <p:nvPr/>
        </p:nvSpPr>
        <p:spPr>
          <a:xfrm>
            <a:off x="2690896" y="2043437"/>
            <a:ext cx="18288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a:t>
            </a:r>
            <a:endParaRPr lang="en-US" sz="750" dirty="0"/>
          </a:p>
        </p:txBody>
      </p:sp>
      <p:sp>
        <p:nvSpPr>
          <p:cNvPr id="52" name="Text 40"/>
          <p:cNvSpPr txBox="1"/>
          <p:nvPr/>
        </p:nvSpPr>
        <p:spPr>
          <a:xfrm>
            <a:off x="2910352" y="2043437"/>
            <a:ext cx="502920" cy="182880"/>
          </a:xfrm>
          <a:prstGeom prst="rect">
            <a:avLst/>
          </a:prstGeom>
          <a:noFill/>
          <a:ln/>
        </p:spPr>
        <p:txBody>
          <a:bodyPr wrap="square" lIns="0" tIns="0" rIns="0" bIns="0"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Position</a:t>
            </a:r>
            <a:endParaRPr lang="en-US" sz="750" dirty="0"/>
          </a:p>
        </p:txBody>
      </p:sp>
      <p:sp>
        <p:nvSpPr>
          <p:cNvPr id="53" name="Shape 41"/>
          <p:cNvSpPr/>
          <p:nvPr/>
        </p:nvSpPr>
        <p:spPr>
          <a:xfrm>
            <a:off x="2737588" y="2317757"/>
            <a:ext cx="1108504" cy="1522179"/>
          </a:xfrm>
          <a:prstGeom prst="rect">
            <a:avLst/>
          </a:prstGeom>
          <a:solidFill>
            <a:srgbClr val="FFFFFF"/>
          </a:solidFill>
          <a:ln w="12700">
            <a:solidFill>
              <a:srgbClr val="FFFFFF"/>
            </a:solidFill>
            <a:prstDash val="solid"/>
          </a:ln>
        </p:spPr>
      </p:sp>
      <p:sp>
        <p:nvSpPr>
          <p:cNvPr id="54" name="Shape 42"/>
          <p:cNvSpPr/>
          <p:nvPr/>
        </p:nvSpPr>
        <p:spPr>
          <a:xfrm>
            <a:off x="2737588" y="2317757"/>
            <a:ext cx="1108504" cy="1522179"/>
          </a:xfrm>
          <a:prstGeom prst="rect">
            <a:avLst/>
          </a:prstGeom>
          <a:solidFill>
            <a:srgbClr val="0F4C3A"/>
          </a:solidFill>
          <a:ln w="12700">
            <a:solidFill>
              <a:srgbClr val="0F4C3A"/>
            </a:solidFill>
            <a:prstDash val="solid"/>
          </a:ln>
        </p:spPr>
      </p:sp>
      <p:sp>
        <p:nvSpPr>
          <p:cNvPr id="55" name="Text 43"/>
          <p:cNvSpPr txBox="1"/>
          <p:nvPr/>
        </p:nvSpPr>
        <p:spPr>
          <a:xfrm>
            <a:off x="279301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56" name="Text 44"/>
          <p:cNvSpPr txBox="1"/>
          <p:nvPr/>
        </p:nvSpPr>
        <p:spPr>
          <a:xfrm>
            <a:off x="279301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57" name="Shape 45"/>
          <p:cNvSpPr/>
          <p:nvPr/>
        </p:nvSpPr>
        <p:spPr>
          <a:xfrm>
            <a:off x="2903863" y="2743967"/>
            <a:ext cx="775953" cy="487097"/>
          </a:xfrm>
          <a:prstGeom prst="rect">
            <a:avLst/>
          </a:prstGeom>
          <a:solidFill>
            <a:srgbClr val="A7CBEE"/>
          </a:solidFill>
          <a:ln w="12700">
            <a:solidFill>
              <a:srgbClr val="A7CBEE"/>
            </a:solidFill>
            <a:prstDash val="solid"/>
          </a:ln>
        </p:spPr>
      </p:sp>
      <p:sp>
        <p:nvSpPr>
          <p:cNvPr id="58" name="Shape 46"/>
          <p:cNvSpPr/>
          <p:nvPr/>
        </p:nvSpPr>
        <p:spPr>
          <a:xfrm>
            <a:off x="3408233" y="2802419"/>
            <a:ext cx="139672" cy="139672"/>
          </a:xfrm>
          <a:prstGeom prst="ellipse">
            <a:avLst/>
          </a:prstGeom>
          <a:solidFill>
            <a:srgbClr val="FBBC05"/>
          </a:solidFill>
          <a:ln/>
        </p:spPr>
      </p:sp>
      <p:sp>
        <p:nvSpPr>
          <p:cNvPr id="59" name="Shape 47"/>
          <p:cNvSpPr/>
          <p:nvPr/>
        </p:nvSpPr>
        <p:spPr>
          <a:xfrm>
            <a:off x="2965940" y="2938806"/>
            <a:ext cx="465572" cy="292258"/>
          </a:xfrm>
          <a:prstGeom prst="triangle">
            <a:avLst/>
          </a:prstGeom>
          <a:solidFill>
            <a:srgbClr val="34A853"/>
          </a:solidFill>
          <a:ln/>
        </p:spPr>
      </p:sp>
      <p:sp>
        <p:nvSpPr>
          <p:cNvPr id="60" name="Text 48"/>
          <p:cNvSpPr txBox="1"/>
          <p:nvPr/>
        </p:nvSpPr>
        <p:spPr>
          <a:xfrm>
            <a:off x="2826268" y="3276730"/>
            <a:ext cx="931144" cy="15221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61" name="Shape 49"/>
          <p:cNvSpPr/>
          <p:nvPr/>
        </p:nvSpPr>
        <p:spPr>
          <a:xfrm>
            <a:off x="2807980" y="3258442"/>
            <a:ext cx="967720" cy="188794"/>
          </a:xfrm>
          <a:prstGeom prst="rect">
            <a:avLst/>
          </a:prstGeom>
          <a:solidFill>
            <a:srgbClr val="FFFFFF">
              <a:alpha val="0"/>
            </a:srgbClr>
          </a:solidFill>
          <a:ln w="15240">
            <a:solidFill>
              <a:srgbClr val="8B3DFF"/>
            </a:solidFill>
            <a:prstDash val="solid"/>
          </a:ln>
        </p:spPr>
      </p:sp>
      <p:sp>
        <p:nvSpPr>
          <p:cNvPr id="62" name="Text 50"/>
          <p:cNvSpPr txBox="1"/>
          <p:nvPr/>
        </p:nvSpPr>
        <p:spPr>
          <a:xfrm>
            <a:off x="2848438" y="3428948"/>
            <a:ext cx="886804" cy="76109"/>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sp>
        <p:nvSpPr>
          <p:cNvPr id="63" name="Shape 51"/>
          <p:cNvSpPr/>
          <p:nvPr/>
        </p:nvSpPr>
        <p:spPr>
          <a:xfrm>
            <a:off x="2798836" y="3249298"/>
            <a:ext cx="986008" cy="283191"/>
          </a:xfrm>
          <a:prstGeom prst="roundRect">
            <a:avLst>
              <a:gd name="adj" fmla="val 16145"/>
            </a:avLst>
          </a:prstGeom>
          <a:solidFill>
            <a:srgbClr val="FFFFFF">
              <a:alpha val="0"/>
            </a:srgbClr>
          </a:solidFill>
          <a:ln w="31750">
            <a:solidFill>
              <a:srgbClr val="E53935"/>
            </a:solidFill>
            <a:prstDash val="solid"/>
          </a:ln>
        </p:spPr>
      </p:sp>
      <p:sp>
        <p:nvSpPr>
          <p:cNvPr id="64" name="Shape 52"/>
          <p:cNvSpPr/>
          <p:nvPr/>
        </p:nvSpPr>
        <p:spPr>
          <a:xfrm>
            <a:off x="3647684" y="3112138"/>
            <a:ext cx="274320" cy="274320"/>
          </a:xfrm>
          <a:prstGeom prst="ellipse">
            <a:avLst/>
          </a:prstGeom>
          <a:solidFill>
            <a:srgbClr val="E53935"/>
          </a:solidFill>
          <a:ln w="12700">
            <a:solidFill>
              <a:srgbClr val="FFFFFF"/>
            </a:solidFill>
            <a:prstDash val="solid"/>
          </a:ln>
        </p:spPr>
      </p:sp>
      <p:sp>
        <p:nvSpPr>
          <p:cNvPr id="65" name="Text 53"/>
          <p:cNvSpPr txBox="1"/>
          <p:nvPr/>
        </p:nvSpPr>
        <p:spPr>
          <a:xfrm>
            <a:off x="3647684" y="311213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66" name="Image 10" descr="preencoded.png">    </p:cNvPr>
          <p:cNvPicPr>
            <a:picLocks noChangeAspect="1"/>
          </p:cNvPicPr>
          <p:nvPr/>
        </p:nvPicPr>
        <p:blipFill>
          <a:blip r:embed="rId11"/>
          <a:stretch>
            <a:fillRect/>
          </a:stretch>
        </p:blipFill>
        <p:spPr>
          <a:xfrm>
            <a:off x="3338397" y="3402310"/>
            <a:ext cx="237744" cy="237744"/>
          </a:xfrm>
          <a:prstGeom prst="rect">
            <a:avLst/>
          </a:prstGeom>
        </p:spPr>
      </p:pic>
      <p:sp>
        <p:nvSpPr>
          <p:cNvPr id="67" name="Text 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8" name="Text 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dalil dan sumbernya</a:t>
            </a:r>
            <a:endParaRPr lang="en-US" sz="1800" dirty="0"/>
          </a:p>
        </p:txBody>
      </p:sp>
      <p:sp>
        <p:nvSpPr>
          <p:cNvPr id="69" name="Text 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Text › Add a little bit of body text. Ketik dalil, lalu di bawahnya sumbernya dengan huruf lebih kecil dan miring.</a:t>
            </a:r>
            <a:endParaRPr lang="en-US" sz="1300" dirty="0"/>
          </a:p>
        </p:txBody>
      </p:sp>
      <p:sp>
        <p:nvSpPr>
          <p:cNvPr id="70" name="Shape 5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1"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72" name="Text 5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Minta ustadz memeriksa tulisan dalil sebelum diunduh.</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Logo Pondok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sp>
        <p:nvSpPr>
          <p:cNvPr id="40" name="Shape 30"/>
          <p:cNvSpPr/>
          <p:nvPr/>
        </p:nvSpPr>
        <p:spPr>
          <a:xfrm>
            <a:off x="606064" y="3195581"/>
            <a:ext cx="420624" cy="347472"/>
          </a:xfrm>
          <a:prstGeom prst="roundRect">
            <a:avLst>
              <a:gd name="adj" fmla="val 10526"/>
            </a:avLst>
          </a:prstGeom>
          <a:solidFill>
            <a:srgbClr val="3A3B3E"/>
          </a:solidFill>
          <a:ln w="12700">
            <a:solidFill>
              <a:srgbClr val="3A3B3E"/>
            </a:solidFill>
            <a:prstDash val="solid"/>
          </a:ln>
        </p:spPr>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36416" y="2080013"/>
            <a:ext cx="1143000" cy="256032"/>
          </a:xfrm>
          <a:prstGeom prst="roundRect">
            <a:avLst>
              <a:gd name="adj" fmla="val 17857"/>
            </a:avLst>
          </a:prstGeom>
          <a:solidFill>
            <a:srgbClr val="7D2AE8"/>
          </a:solidFill>
          <a:ln w="12700">
            <a:solidFill>
              <a:srgbClr val="7D2AE8"/>
            </a:solidFill>
            <a:prstDash val="solid"/>
          </a:ln>
        </p:spPr>
      </p:sp>
      <p:sp>
        <p:nvSpPr>
          <p:cNvPr id="47" name="Text 35"/>
          <p:cNvSpPr txBox="1"/>
          <p:nvPr/>
        </p:nvSpPr>
        <p:spPr>
          <a:xfrm>
            <a:off x="1136416" y="2080013"/>
            <a:ext cx="11430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Upload files</a:t>
            </a:r>
            <a:endParaRPr lang="en-US" sz="800" dirty="0"/>
          </a:p>
        </p:txBody>
      </p:sp>
      <p:pic>
        <p:nvPicPr>
          <p:cNvPr id="48" name="Image 10" descr="/home/claude/logo.png">    </p:cNvPr>
          <p:cNvPicPr>
            <a:picLocks noChangeAspect="1"/>
          </p:cNvPicPr>
          <p:nvPr/>
        </p:nvPicPr>
        <p:blipFill>
          <a:blip r:embed="rId11"/>
          <a:stretch>
            <a:fillRect/>
          </a:stretch>
        </p:blipFill>
        <p:spPr>
          <a:xfrm>
            <a:off x="1136416" y="2473205"/>
            <a:ext cx="548640" cy="548640"/>
          </a:xfrm>
          <a:prstGeom prst="rect">
            <a:avLst/>
          </a:prstGeom>
        </p:spPr>
      </p:pic>
      <p:sp>
        <p:nvSpPr>
          <p:cNvPr id="49" name="Shape 36"/>
          <p:cNvSpPr/>
          <p:nvPr/>
        </p:nvSpPr>
        <p:spPr>
          <a:xfrm>
            <a:off x="2370856" y="1970285"/>
            <a:ext cx="3167847" cy="2025099"/>
          </a:xfrm>
          <a:prstGeom prst="rect">
            <a:avLst/>
          </a:prstGeom>
          <a:solidFill>
            <a:srgbClr val="EBECF0"/>
          </a:solidFill>
          <a:ln w="12700">
            <a:solidFill>
              <a:srgbClr val="EBECF0"/>
            </a:solidFill>
            <a:prstDash val="solid"/>
          </a:ln>
        </p:spPr>
      </p:sp>
      <p:sp>
        <p:nvSpPr>
          <p:cNvPr id="50" name="Shape 37"/>
          <p:cNvSpPr/>
          <p:nvPr/>
        </p:nvSpPr>
        <p:spPr>
          <a:xfrm>
            <a:off x="3400528" y="2317757"/>
            <a:ext cx="1108504" cy="1522179"/>
          </a:xfrm>
          <a:prstGeom prst="rect">
            <a:avLst/>
          </a:prstGeom>
          <a:solidFill>
            <a:srgbClr val="FFFFFF"/>
          </a:solidFill>
          <a:ln w="12700">
            <a:solidFill>
              <a:srgbClr val="FFFFFF"/>
            </a:solidFill>
            <a:prstDash val="solid"/>
          </a:ln>
        </p:spPr>
      </p:sp>
      <p:sp>
        <p:nvSpPr>
          <p:cNvPr id="51" name="Shape 38"/>
          <p:cNvSpPr/>
          <p:nvPr/>
        </p:nvSpPr>
        <p:spPr>
          <a:xfrm>
            <a:off x="3400528" y="2317757"/>
            <a:ext cx="1108504" cy="1522179"/>
          </a:xfrm>
          <a:prstGeom prst="rect">
            <a:avLst/>
          </a:prstGeom>
          <a:solidFill>
            <a:srgbClr val="0F4C3A"/>
          </a:solidFill>
          <a:ln w="12700">
            <a:solidFill>
              <a:srgbClr val="0F4C3A"/>
            </a:solidFill>
            <a:prstDash val="solid"/>
          </a:ln>
        </p:spPr>
      </p:sp>
      <p:sp>
        <p:nvSpPr>
          <p:cNvPr id="52" name="Text 39"/>
          <p:cNvSpPr txBox="1"/>
          <p:nvPr/>
        </p:nvSpPr>
        <p:spPr>
          <a:xfrm>
            <a:off x="345595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53" name="Text 40"/>
          <p:cNvSpPr txBox="1"/>
          <p:nvPr/>
        </p:nvSpPr>
        <p:spPr>
          <a:xfrm>
            <a:off x="345595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54" name="Shape 41"/>
          <p:cNvSpPr/>
          <p:nvPr/>
        </p:nvSpPr>
        <p:spPr>
          <a:xfrm>
            <a:off x="3566803" y="2743967"/>
            <a:ext cx="775953" cy="487097"/>
          </a:xfrm>
          <a:prstGeom prst="rect">
            <a:avLst/>
          </a:prstGeom>
          <a:solidFill>
            <a:srgbClr val="A7CBEE"/>
          </a:solidFill>
          <a:ln w="12700">
            <a:solidFill>
              <a:srgbClr val="A7CBEE"/>
            </a:solidFill>
            <a:prstDash val="solid"/>
          </a:ln>
        </p:spPr>
      </p:sp>
      <p:sp>
        <p:nvSpPr>
          <p:cNvPr id="55" name="Shape 42"/>
          <p:cNvSpPr/>
          <p:nvPr/>
        </p:nvSpPr>
        <p:spPr>
          <a:xfrm>
            <a:off x="4071173" y="2802419"/>
            <a:ext cx="139672" cy="139672"/>
          </a:xfrm>
          <a:prstGeom prst="ellipse">
            <a:avLst/>
          </a:prstGeom>
          <a:solidFill>
            <a:srgbClr val="FBBC05"/>
          </a:solidFill>
          <a:ln/>
        </p:spPr>
      </p:sp>
      <p:sp>
        <p:nvSpPr>
          <p:cNvPr id="56" name="Shape 43"/>
          <p:cNvSpPr/>
          <p:nvPr/>
        </p:nvSpPr>
        <p:spPr>
          <a:xfrm>
            <a:off x="3628880" y="2938806"/>
            <a:ext cx="465572" cy="292258"/>
          </a:xfrm>
          <a:prstGeom prst="triangle">
            <a:avLst/>
          </a:prstGeom>
          <a:solidFill>
            <a:srgbClr val="34A853"/>
          </a:solidFill>
          <a:ln/>
        </p:spPr>
      </p:sp>
      <p:sp>
        <p:nvSpPr>
          <p:cNvPr id="57" name="Text 44"/>
          <p:cNvSpPr txBox="1"/>
          <p:nvPr/>
        </p:nvSpPr>
        <p:spPr>
          <a:xfrm>
            <a:off x="3489208" y="3276730"/>
            <a:ext cx="931144" cy="15221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58" name="Text 45"/>
          <p:cNvSpPr txBox="1"/>
          <p:nvPr/>
        </p:nvSpPr>
        <p:spPr>
          <a:xfrm>
            <a:off x="3511378" y="3428948"/>
            <a:ext cx="886804" cy="76109"/>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sp>
        <p:nvSpPr>
          <p:cNvPr id="59" name="Shape 46"/>
          <p:cNvSpPr/>
          <p:nvPr/>
        </p:nvSpPr>
        <p:spPr>
          <a:xfrm>
            <a:off x="587776" y="3177293"/>
            <a:ext cx="457200" cy="384048"/>
          </a:xfrm>
          <a:prstGeom prst="roundRect">
            <a:avLst>
              <a:gd name="adj" fmla="val 11905"/>
            </a:avLst>
          </a:prstGeom>
          <a:solidFill>
            <a:srgbClr val="FFFFFF">
              <a:alpha val="0"/>
            </a:srgbClr>
          </a:solidFill>
          <a:ln w="31750">
            <a:solidFill>
              <a:srgbClr val="E53935"/>
            </a:solidFill>
            <a:prstDash val="solid"/>
          </a:ln>
        </p:spPr>
      </p:sp>
      <p:sp>
        <p:nvSpPr>
          <p:cNvPr id="60" name="Shape 47"/>
          <p:cNvSpPr/>
          <p:nvPr/>
        </p:nvSpPr>
        <p:spPr>
          <a:xfrm>
            <a:off x="907816" y="3040133"/>
            <a:ext cx="274320" cy="274320"/>
          </a:xfrm>
          <a:prstGeom prst="ellipse">
            <a:avLst/>
          </a:prstGeom>
          <a:solidFill>
            <a:srgbClr val="E53935"/>
          </a:solidFill>
          <a:ln w="12700">
            <a:solidFill>
              <a:srgbClr val="FFFFFF"/>
            </a:solidFill>
            <a:prstDash val="solid"/>
          </a:ln>
        </p:spPr>
      </p:sp>
      <p:sp>
        <p:nvSpPr>
          <p:cNvPr id="61" name="Text 48"/>
          <p:cNvSpPr txBox="1"/>
          <p:nvPr/>
        </p:nvSpPr>
        <p:spPr>
          <a:xfrm>
            <a:off x="907816" y="30401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2" name="Image 11" descr="preencoded.png">    </p:cNvPr>
          <p:cNvPicPr>
            <a:picLocks noChangeAspect="1"/>
          </p:cNvPicPr>
          <p:nvPr/>
        </p:nvPicPr>
        <p:blipFill>
          <a:blip r:embed="rId12"/>
          <a:stretch>
            <a:fillRect/>
          </a:stretch>
        </p:blipFill>
        <p:spPr>
          <a:xfrm>
            <a:off x="837408" y="3386691"/>
            <a:ext cx="237744" cy="237744"/>
          </a:xfrm>
          <a:prstGeom prst="rect">
            <a:avLst/>
          </a:prstGeom>
        </p:spPr>
      </p:pic>
      <p:sp>
        <p:nvSpPr>
          <p:cNvPr id="63" name="Shape 49"/>
          <p:cNvSpPr/>
          <p:nvPr/>
        </p:nvSpPr>
        <p:spPr>
          <a:xfrm>
            <a:off x="1108984" y="2445773"/>
            <a:ext cx="603504" cy="603504"/>
          </a:xfrm>
          <a:prstGeom prst="roundRect">
            <a:avLst>
              <a:gd name="adj" fmla="val 7576"/>
            </a:avLst>
          </a:prstGeom>
          <a:solidFill>
            <a:srgbClr val="FFFFFF">
              <a:alpha val="0"/>
            </a:srgbClr>
          </a:solidFill>
          <a:ln w="31750">
            <a:solidFill>
              <a:srgbClr val="E53935"/>
            </a:solidFill>
            <a:prstDash val="solid"/>
          </a:ln>
        </p:spPr>
      </p:sp>
      <p:sp>
        <p:nvSpPr>
          <p:cNvPr id="64" name="Shape 50"/>
          <p:cNvSpPr/>
          <p:nvPr/>
        </p:nvSpPr>
        <p:spPr>
          <a:xfrm>
            <a:off x="1575328" y="2308613"/>
            <a:ext cx="274320" cy="274320"/>
          </a:xfrm>
          <a:prstGeom prst="ellipse">
            <a:avLst/>
          </a:prstGeom>
          <a:solidFill>
            <a:srgbClr val="E53935"/>
          </a:solidFill>
          <a:ln w="12700">
            <a:solidFill>
              <a:srgbClr val="FFFFFF"/>
            </a:solidFill>
            <a:prstDash val="solid"/>
          </a:ln>
        </p:spPr>
      </p:sp>
      <p:sp>
        <p:nvSpPr>
          <p:cNvPr id="65" name="Text 51"/>
          <p:cNvSpPr txBox="1"/>
          <p:nvPr/>
        </p:nvSpPr>
        <p:spPr>
          <a:xfrm>
            <a:off x="1575328" y="23086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6" name="Image 12" descr="preencoded.png">    </p:cNvPr>
          <p:cNvPicPr>
            <a:picLocks noChangeAspect="1"/>
          </p:cNvPicPr>
          <p:nvPr/>
        </p:nvPicPr>
        <p:blipFill>
          <a:blip r:embed="rId13"/>
          <a:stretch>
            <a:fillRect/>
          </a:stretch>
        </p:blipFill>
        <p:spPr>
          <a:xfrm>
            <a:off x="1438168" y="2774957"/>
            <a:ext cx="237744" cy="237744"/>
          </a:xfrm>
          <a:prstGeom prst="rect">
            <a:avLst/>
          </a:prstGeom>
        </p:spPr>
      </p:pic>
      <p:sp>
        <p:nvSpPr>
          <p:cNvPr id="67"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8"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Uploads › klik logo pondok</a:t>
            </a:r>
            <a:endParaRPr lang="en-US" sz="1800" dirty="0"/>
          </a:p>
        </p:txBody>
      </p:sp>
      <p:sp>
        <p:nvSpPr>
          <p:cNvPr id="69"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Uploads di menu kiri. Logo pondok sudah diunggah guru. Klik logo itu.</a:t>
            </a:r>
            <a:endParaRPr lang="en-US" sz="1300" dirty="0"/>
          </a:p>
        </p:txBody>
      </p:sp>
      <p:sp>
        <p:nvSpPr>
          <p:cNvPr id="70" name="Shape 5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1"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72" name="Text 5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logo belum ada, klik Upload files dan pilih file logo dari guru.</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Logo Pondok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0F4C3A"/>
          </a:solidFill>
          <a:ln w="12700">
            <a:solidFill>
              <a:srgbClr val="0F4C3A"/>
            </a:solidFill>
            <a:prstDash val="solid"/>
          </a:ln>
        </p:spPr>
      </p:sp>
      <p:sp>
        <p:nvSpPr>
          <p:cNvPr id="47" name="Text 35"/>
          <p:cNvSpPr txBox="1"/>
          <p:nvPr/>
        </p:nvSpPr>
        <p:spPr>
          <a:xfrm>
            <a:off x="279301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48" name="Text 36"/>
          <p:cNvSpPr txBox="1"/>
          <p:nvPr/>
        </p:nvSpPr>
        <p:spPr>
          <a:xfrm>
            <a:off x="279301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49" name="Shape 37"/>
          <p:cNvSpPr/>
          <p:nvPr/>
        </p:nvSpPr>
        <p:spPr>
          <a:xfrm>
            <a:off x="2903863" y="2743967"/>
            <a:ext cx="775953" cy="487097"/>
          </a:xfrm>
          <a:prstGeom prst="rect">
            <a:avLst/>
          </a:prstGeom>
          <a:solidFill>
            <a:srgbClr val="A7CBEE"/>
          </a:solidFill>
          <a:ln w="12700">
            <a:solidFill>
              <a:srgbClr val="A7CBEE"/>
            </a:solidFill>
            <a:prstDash val="solid"/>
          </a:ln>
        </p:spPr>
      </p:sp>
      <p:sp>
        <p:nvSpPr>
          <p:cNvPr id="50" name="Shape 38"/>
          <p:cNvSpPr/>
          <p:nvPr/>
        </p:nvSpPr>
        <p:spPr>
          <a:xfrm>
            <a:off x="3408233" y="2802419"/>
            <a:ext cx="139672" cy="139672"/>
          </a:xfrm>
          <a:prstGeom prst="ellipse">
            <a:avLst/>
          </a:prstGeom>
          <a:solidFill>
            <a:srgbClr val="FBBC05"/>
          </a:solidFill>
          <a:ln/>
        </p:spPr>
      </p:sp>
      <p:sp>
        <p:nvSpPr>
          <p:cNvPr id="51" name="Shape 39"/>
          <p:cNvSpPr/>
          <p:nvPr/>
        </p:nvSpPr>
        <p:spPr>
          <a:xfrm>
            <a:off x="2965940" y="2938806"/>
            <a:ext cx="465572" cy="292258"/>
          </a:xfrm>
          <a:prstGeom prst="triangle">
            <a:avLst/>
          </a:prstGeom>
          <a:solidFill>
            <a:srgbClr val="34A853"/>
          </a:solidFill>
          <a:ln/>
        </p:spPr>
      </p:sp>
      <p:sp>
        <p:nvSpPr>
          <p:cNvPr id="52" name="Text 40"/>
          <p:cNvSpPr txBox="1"/>
          <p:nvPr/>
        </p:nvSpPr>
        <p:spPr>
          <a:xfrm>
            <a:off x="2826268" y="3276730"/>
            <a:ext cx="931144" cy="15221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53" name="Text 41"/>
          <p:cNvSpPr txBox="1"/>
          <p:nvPr/>
        </p:nvSpPr>
        <p:spPr>
          <a:xfrm>
            <a:off x="2848438" y="3428948"/>
            <a:ext cx="886804" cy="76109"/>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pic>
        <p:nvPicPr>
          <p:cNvPr id="54" name="Image 10" descr="/home/claude/logo.png">    </p:cNvPr>
          <p:cNvPicPr>
            <a:picLocks noChangeAspect="1"/>
          </p:cNvPicPr>
          <p:nvPr/>
        </p:nvPicPr>
        <p:blipFill>
          <a:blip r:embed="rId11"/>
          <a:stretch>
            <a:fillRect/>
          </a:stretch>
        </p:blipFill>
        <p:spPr>
          <a:xfrm>
            <a:off x="3203160" y="3565944"/>
            <a:ext cx="177361" cy="175051"/>
          </a:xfrm>
          <a:prstGeom prst="rect">
            <a:avLst/>
          </a:prstGeom>
        </p:spPr>
      </p:pic>
      <p:sp>
        <p:nvSpPr>
          <p:cNvPr id="55" name="Shape 42"/>
          <p:cNvSpPr/>
          <p:nvPr/>
        </p:nvSpPr>
        <p:spPr>
          <a:xfrm>
            <a:off x="3184872" y="3547656"/>
            <a:ext cx="213937" cy="211627"/>
          </a:xfrm>
          <a:prstGeom prst="rect">
            <a:avLst/>
          </a:prstGeom>
          <a:solidFill>
            <a:srgbClr val="FFFFFF">
              <a:alpha val="0"/>
            </a:srgbClr>
          </a:solidFill>
          <a:ln w="15240">
            <a:solidFill>
              <a:srgbClr val="8B3DFF"/>
            </a:solidFill>
            <a:prstDash val="solid"/>
          </a:ln>
        </p:spPr>
      </p:sp>
      <p:sp>
        <p:nvSpPr>
          <p:cNvPr id="56" name="Text 43"/>
          <p:cNvSpPr txBox="1"/>
          <p:nvPr/>
        </p:nvSpPr>
        <p:spPr>
          <a:xfrm>
            <a:off x="2793013" y="3748605"/>
            <a:ext cx="997654" cy="60887"/>
          </a:xfrm>
          <a:prstGeom prst="rect">
            <a:avLst/>
          </a:prstGeom>
          <a:noFill/>
          <a:ln/>
        </p:spPr>
        <p:txBody>
          <a:bodyPr wrap="square" lIns="0" tIns="0" rIns="0" bIns="0" rtlCol="0" anchor="ctr"/>
          <a:lstStyle/>
          <a:p>
            <a:pPr algn="ctr" indent="0" marL="0">
              <a:buNone/>
            </a:pPr>
            <a:r>
              <a:rPr lang="en-US" sz="450" dirty="0">
                <a:solidFill>
                  <a:srgbClr val="BFE3D3"/>
                </a:solidFill>
                <a:latin typeface="Arial" pitchFamily="34" charset="0"/>
                <a:ea typeface="Arial" pitchFamily="34" charset="-122"/>
                <a:cs typeface="Arial" pitchFamily="34" charset="-120"/>
              </a:rPr>
              <a:t>Santri Kelas 1 · PP Wihdatul Ummah Poso</a:t>
            </a:r>
            <a:endParaRPr lang="en-US" sz="450" dirty="0"/>
          </a:p>
        </p:txBody>
      </p:sp>
      <p:sp>
        <p:nvSpPr>
          <p:cNvPr id="57" name="Shape 44"/>
          <p:cNvSpPr/>
          <p:nvPr/>
        </p:nvSpPr>
        <p:spPr>
          <a:xfrm>
            <a:off x="2992848" y="3538512"/>
            <a:ext cx="597985" cy="298413"/>
          </a:xfrm>
          <a:prstGeom prst="roundRect">
            <a:avLst>
              <a:gd name="adj" fmla="val 15321"/>
            </a:avLst>
          </a:prstGeom>
          <a:solidFill>
            <a:srgbClr val="FFFFFF">
              <a:alpha val="0"/>
            </a:srgbClr>
          </a:solidFill>
          <a:ln w="31750">
            <a:solidFill>
              <a:srgbClr val="E53935"/>
            </a:solidFill>
            <a:prstDash val="solid"/>
          </a:ln>
        </p:spPr>
      </p:sp>
      <p:sp>
        <p:nvSpPr>
          <p:cNvPr id="58" name="Shape 45"/>
          <p:cNvSpPr/>
          <p:nvPr/>
        </p:nvSpPr>
        <p:spPr>
          <a:xfrm>
            <a:off x="3453672" y="3401352"/>
            <a:ext cx="274320" cy="274320"/>
          </a:xfrm>
          <a:prstGeom prst="ellipse">
            <a:avLst/>
          </a:prstGeom>
          <a:solidFill>
            <a:srgbClr val="E53935"/>
          </a:solidFill>
          <a:ln w="12700">
            <a:solidFill>
              <a:srgbClr val="FFFFFF"/>
            </a:solidFill>
            <a:prstDash val="solid"/>
          </a:ln>
        </p:spPr>
      </p:sp>
      <p:sp>
        <p:nvSpPr>
          <p:cNvPr id="59" name="Text 46"/>
          <p:cNvSpPr txBox="1"/>
          <p:nvPr/>
        </p:nvSpPr>
        <p:spPr>
          <a:xfrm>
            <a:off x="3453672" y="34013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60" name="Image 11" descr="preencoded.png">    </p:cNvPr>
          <p:cNvPicPr>
            <a:picLocks noChangeAspect="1"/>
          </p:cNvPicPr>
          <p:nvPr/>
        </p:nvPicPr>
        <p:blipFill>
          <a:blip r:embed="rId12"/>
          <a:stretch>
            <a:fillRect/>
          </a:stretch>
        </p:blipFill>
        <p:spPr>
          <a:xfrm>
            <a:off x="3318996" y="3699895"/>
            <a:ext cx="237744" cy="237744"/>
          </a:xfrm>
          <a:prstGeom prst="rect">
            <a:avLst/>
          </a:prstGeom>
        </p:spPr>
      </p:pic>
      <p:sp>
        <p:nvSpPr>
          <p:cNvPr id="61"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2"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Letakkan logo dan nama di bawah</a:t>
            </a:r>
            <a:endParaRPr lang="en-US" sz="1800" dirty="0"/>
          </a:p>
        </p:txBody>
      </p:sp>
      <p:sp>
        <p:nvSpPr>
          <p:cNvPr id="63"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Kecilkan logo, letakkan di bagian bawah tengah. Tambahkan teks kecil: Karya: NamaKamu · Kelas 1 Wustha.</a:t>
            </a:r>
            <a:endParaRPr lang="en-US" sz="1300" dirty="0"/>
          </a:p>
        </p:txBody>
      </p:sp>
      <p:sp>
        <p:nvSpPr>
          <p:cNvPr id="64" name="Shape 5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5"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66" name="Text 5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mengubah warna atau bentuk logo pondok.</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Unduh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0F4C3A"/>
          </a:solidFill>
          <a:ln w="12700">
            <a:solidFill>
              <a:srgbClr val="0F4C3A"/>
            </a:solidFill>
            <a:prstDash val="solid"/>
          </a:ln>
        </p:spPr>
      </p:sp>
      <p:sp>
        <p:nvSpPr>
          <p:cNvPr id="47" name="Text 35"/>
          <p:cNvSpPr txBox="1"/>
          <p:nvPr/>
        </p:nvSpPr>
        <p:spPr>
          <a:xfrm>
            <a:off x="279301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48" name="Text 36"/>
          <p:cNvSpPr txBox="1"/>
          <p:nvPr/>
        </p:nvSpPr>
        <p:spPr>
          <a:xfrm>
            <a:off x="279301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49" name="Shape 37"/>
          <p:cNvSpPr/>
          <p:nvPr/>
        </p:nvSpPr>
        <p:spPr>
          <a:xfrm>
            <a:off x="2903863" y="2743967"/>
            <a:ext cx="775953" cy="487097"/>
          </a:xfrm>
          <a:prstGeom prst="rect">
            <a:avLst/>
          </a:prstGeom>
          <a:solidFill>
            <a:srgbClr val="A7CBEE"/>
          </a:solidFill>
          <a:ln w="12700">
            <a:solidFill>
              <a:srgbClr val="A7CBEE"/>
            </a:solidFill>
            <a:prstDash val="solid"/>
          </a:ln>
        </p:spPr>
      </p:sp>
      <p:sp>
        <p:nvSpPr>
          <p:cNvPr id="50" name="Shape 38"/>
          <p:cNvSpPr/>
          <p:nvPr/>
        </p:nvSpPr>
        <p:spPr>
          <a:xfrm>
            <a:off x="3408233" y="2802419"/>
            <a:ext cx="139672" cy="139672"/>
          </a:xfrm>
          <a:prstGeom prst="ellipse">
            <a:avLst/>
          </a:prstGeom>
          <a:solidFill>
            <a:srgbClr val="FBBC05"/>
          </a:solidFill>
          <a:ln/>
        </p:spPr>
      </p:sp>
      <p:sp>
        <p:nvSpPr>
          <p:cNvPr id="51" name="Shape 39"/>
          <p:cNvSpPr/>
          <p:nvPr/>
        </p:nvSpPr>
        <p:spPr>
          <a:xfrm>
            <a:off x="2965940" y="2938806"/>
            <a:ext cx="465572" cy="292258"/>
          </a:xfrm>
          <a:prstGeom prst="triangle">
            <a:avLst/>
          </a:prstGeom>
          <a:solidFill>
            <a:srgbClr val="34A853"/>
          </a:solidFill>
          <a:ln/>
        </p:spPr>
      </p:sp>
      <p:sp>
        <p:nvSpPr>
          <p:cNvPr id="52" name="Text 40"/>
          <p:cNvSpPr txBox="1"/>
          <p:nvPr/>
        </p:nvSpPr>
        <p:spPr>
          <a:xfrm>
            <a:off x="2826268" y="3276730"/>
            <a:ext cx="931144" cy="15221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53" name="Text 41"/>
          <p:cNvSpPr txBox="1"/>
          <p:nvPr/>
        </p:nvSpPr>
        <p:spPr>
          <a:xfrm>
            <a:off x="2848438" y="3428948"/>
            <a:ext cx="886804" cy="76109"/>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pic>
        <p:nvPicPr>
          <p:cNvPr id="54" name="Image 10" descr="/home/claude/logo.png">    </p:cNvPr>
          <p:cNvPicPr>
            <a:picLocks noChangeAspect="1"/>
          </p:cNvPicPr>
          <p:nvPr/>
        </p:nvPicPr>
        <p:blipFill>
          <a:blip r:embed="rId11"/>
          <a:stretch>
            <a:fillRect/>
          </a:stretch>
        </p:blipFill>
        <p:spPr>
          <a:xfrm>
            <a:off x="3203160" y="3565944"/>
            <a:ext cx="177361" cy="175051"/>
          </a:xfrm>
          <a:prstGeom prst="rect">
            <a:avLst/>
          </a:prstGeom>
        </p:spPr>
      </p:pic>
      <p:sp>
        <p:nvSpPr>
          <p:cNvPr id="55" name="Text 42"/>
          <p:cNvSpPr txBox="1"/>
          <p:nvPr/>
        </p:nvSpPr>
        <p:spPr>
          <a:xfrm>
            <a:off x="2793013" y="3748605"/>
            <a:ext cx="997654" cy="60887"/>
          </a:xfrm>
          <a:prstGeom prst="rect">
            <a:avLst/>
          </a:prstGeom>
          <a:noFill/>
          <a:ln/>
        </p:spPr>
        <p:txBody>
          <a:bodyPr wrap="square" lIns="0" tIns="0" rIns="0" bIns="0" rtlCol="0" anchor="ctr"/>
          <a:lstStyle/>
          <a:p>
            <a:pPr algn="ctr" indent="0" marL="0">
              <a:buNone/>
            </a:pPr>
            <a:r>
              <a:rPr lang="en-US" sz="450" dirty="0">
                <a:solidFill>
                  <a:srgbClr val="BFE3D3"/>
                </a:solidFill>
                <a:latin typeface="Arial" pitchFamily="34" charset="0"/>
                <a:ea typeface="Arial" pitchFamily="34" charset="-122"/>
                <a:cs typeface="Arial" pitchFamily="34" charset="-120"/>
              </a:rPr>
              <a:t>Santri Kelas 1 · PP Wihdatul Ummah Poso</a:t>
            </a:r>
            <a:endParaRPr lang="en-US" sz="450" dirty="0"/>
          </a:p>
        </p:txBody>
      </p:sp>
      <p:sp>
        <p:nvSpPr>
          <p:cNvPr id="56" name="Shape 43"/>
          <p:cNvSpPr/>
          <p:nvPr/>
        </p:nvSpPr>
        <p:spPr>
          <a:xfrm>
            <a:off x="3252704" y="1988573"/>
            <a:ext cx="2194560" cy="1143000"/>
          </a:xfrm>
          <a:prstGeom prst="roundRect">
            <a:avLst>
              <a:gd name="adj" fmla="val 4800"/>
            </a:avLst>
          </a:prstGeom>
          <a:solidFill>
            <a:srgbClr val="FFFFFF"/>
          </a:solidFill>
          <a:ln w="9525">
            <a:solidFill>
              <a:srgbClr val="BBBBBB"/>
            </a:solidFill>
            <a:prstDash val="solid"/>
          </a:ln>
        </p:spPr>
      </p:sp>
      <p:sp>
        <p:nvSpPr>
          <p:cNvPr id="57" name="Text 44"/>
          <p:cNvSpPr txBox="1"/>
          <p:nvPr/>
        </p:nvSpPr>
        <p:spPr>
          <a:xfrm>
            <a:off x="3362432" y="2043437"/>
            <a:ext cx="18288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Share this design</a:t>
            </a:r>
            <a:endParaRPr lang="en-US" sz="850" dirty="0"/>
          </a:p>
        </p:txBody>
      </p:sp>
      <p:sp>
        <p:nvSpPr>
          <p:cNvPr id="58" name="Shape 45"/>
          <p:cNvSpPr/>
          <p:nvPr/>
        </p:nvSpPr>
        <p:spPr>
          <a:xfrm>
            <a:off x="3362432" y="2308613"/>
            <a:ext cx="548640" cy="502920"/>
          </a:xfrm>
          <a:prstGeom prst="roundRect">
            <a:avLst>
              <a:gd name="adj" fmla="val 9091"/>
            </a:avLst>
          </a:prstGeom>
          <a:solidFill>
            <a:srgbClr val="F1F1F4"/>
          </a:solidFill>
          <a:ln w="12700">
            <a:solidFill>
              <a:srgbClr val="F1F1F4"/>
            </a:solidFill>
            <a:prstDash val="solid"/>
          </a:ln>
        </p:spPr>
      </p:sp>
      <p:pic>
        <p:nvPicPr>
          <p:cNvPr id="59" name="Image 11" descr="preencoded.png">    </p:cNvPr>
          <p:cNvPicPr>
            <a:picLocks noChangeAspect="1"/>
          </p:cNvPicPr>
          <p:nvPr/>
        </p:nvPicPr>
        <p:blipFill>
          <a:blip r:embed="rId12"/>
          <a:stretch>
            <a:fillRect/>
          </a:stretch>
        </p:blipFill>
        <p:spPr>
          <a:xfrm>
            <a:off x="3527024" y="2354333"/>
            <a:ext cx="219456" cy="219456"/>
          </a:xfrm>
          <a:prstGeom prst="rect">
            <a:avLst/>
          </a:prstGeom>
        </p:spPr>
      </p:pic>
      <p:sp>
        <p:nvSpPr>
          <p:cNvPr id="60" name="Text 46"/>
          <p:cNvSpPr txBox="1"/>
          <p:nvPr/>
        </p:nvSpPr>
        <p:spPr>
          <a:xfrm>
            <a:off x="3316712" y="2610365"/>
            <a:ext cx="64008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Download</a:t>
            </a:r>
            <a:endParaRPr lang="en-US" sz="650" dirty="0"/>
          </a:p>
        </p:txBody>
      </p:sp>
      <p:sp>
        <p:nvSpPr>
          <p:cNvPr id="61" name="Shape 47"/>
          <p:cNvSpPr/>
          <p:nvPr/>
        </p:nvSpPr>
        <p:spPr>
          <a:xfrm>
            <a:off x="4002512" y="2308613"/>
            <a:ext cx="411480" cy="502920"/>
          </a:xfrm>
          <a:prstGeom prst="roundRect">
            <a:avLst>
              <a:gd name="adj" fmla="val 11111"/>
            </a:avLst>
          </a:prstGeom>
          <a:solidFill>
            <a:srgbClr val="F1F1F4"/>
          </a:solidFill>
          <a:ln w="12700">
            <a:solidFill>
              <a:srgbClr val="F1F1F4"/>
            </a:solidFill>
            <a:prstDash val="solid"/>
          </a:ln>
        </p:spPr>
      </p:sp>
      <p:sp>
        <p:nvSpPr>
          <p:cNvPr id="62" name="Text 48"/>
          <p:cNvSpPr txBox="1"/>
          <p:nvPr/>
        </p:nvSpPr>
        <p:spPr>
          <a:xfrm>
            <a:off x="4002512" y="2610365"/>
            <a:ext cx="41148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Present</a:t>
            </a:r>
            <a:endParaRPr lang="en-US" sz="650" dirty="0"/>
          </a:p>
        </p:txBody>
      </p:sp>
      <p:sp>
        <p:nvSpPr>
          <p:cNvPr id="63" name="Shape 49"/>
          <p:cNvSpPr/>
          <p:nvPr/>
        </p:nvSpPr>
        <p:spPr>
          <a:xfrm>
            <a:off x="4459712" y="2308613"/>
            <a:ext cx="411480" cy="502920"/>
          </a:xfrm>
          <a:prstGeom prst="roundRect">
            <a:avLst>
              <a:gd name="adj" fmla="val 11111"/>
            </a:avLst>
          </a:prstGeom>
          <a:solidFill>
            <a:srgbClr val="F1F1F4"/>
          </a:solidFill>
          <a:ln w="12700">
            <a:solidFill>
              <a:srgbClr val="F1F1F4"/>
            </a:solidFill>
            <a:prstDash val="solid"/>
          </a:ln>
        </p:spPr>
      </p:sp>
      <p:sp>
        <p:nvSpPr>
          <p:cNvPr id="64" name="Text 50"/>
          <p:cNvSpPr txBox="1"/>
          <p:nvPr/>
        </p:nvSpPr>
        <p:spPr>
          <a:xfrm>
            <a:off x="4459712" y="2610365"/>
            <a:ext cx="41148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Print</a:t>
            </a:r>
            <a:endParaRPr lang="en-US" sz="650" dirty="0"/>
          </a:p>
        </p:txBody>
      </p:sp>
      <p:sp>
        <p:nvSpPr>
          <p:cNvPr id="65" name="Shape 51"/>
          <p:cNvSpPr/>
          <p:nvPr/>
        </p:nvSpPr>
        <p:spPr>
          <a:xfrm>
            <a:off x="4916912" y="2308613"/>
            <a:ext cx="411480" cy="502920"/>
          </a:xfrm>
          <a:prstGeom prst="roundRect">
            <a:avLst>
              <a:gd name="adj" fmla="val 11111"/>
            </a:avLst>
          </a:prstGeom>
          <a:solidFill>
            <a:srgbClr val="F1F1F4"/>
          </a:solidFill>
          <a:ln w="12700">
            <a:solidFill>
              <a:srgbClr val="F1F1F4"/>
            </a:solidFill>
            <a:prstDash val="solid"/>
          </a:ln>
        </p:spPr>
      </p:sp>
      <p:sp>
        <p:nvSpPr>
          <p:cNvPr id="66" name="Text 52"/>
          <p:cNvSpPr txBox="1"/>
          <p:nvPr/>
        </p:nvSpPr>
        <p:spPr>
          <a:xfrm>
            <a:off x="4916912" y="2610365"/>
            <a:ext cx="41148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More</a:t>
            </a:r>
            <a:endParaRPr lang="en-US" sz="650" dirty="0"/>
          </a:p>
        </p:txBody>
      </p:sp>
      <p:sp>
        <p:nvSpPr>
          <p:cNvPr id="67" name="Shape 53"/>
          <p:cNvSpPr/>
          <p:nvPr/>
        </p:nvSpPr>
        <p:spPr>
          <a:xfrm>
            <a:off x="4834616" y="1714253"/>
            <a:ext cx="630936" cy="237744"/>
          </a:xfrm>
          <a:prstGeom prst="roundRect">
            <a:avLst>
              <a:gd name="adj" fmla="val 19231"/>
            </a:avLst>
          </a:prstGeom>
          <a:solidFill>
            <a:srgbClr val="FFFFFF">
              <a:alpha val="0"/>
            </a:srgbClr>
          </a:solidFill>
          <a:ln w="31750">
            <a:solidFill>
              <a:srgbClr val="E53935"/>
            </a:solidFill>
            <a:prstDash val="solid"/>
          </a:ln>
        </p:spPr>
      </p:sp>
      <p:sp>
        <p:nvSpPr>
          <p:cNvPr id="68" name="Shape 54"/>
          <p:cNvSpPr/>
          <p:nvPr/>
        </p:nvSpPr>
        <p:spPr>
          <a:xfrm>
            <a:off x="5328392" y="1577093"/>
            <a:ext cx="274320" cy="274320"/>
          </a:xfrm>
          <a:prstGeom prst="ellipse">
            <a:avLst/>
          </a:prstGeom>
          <a:solidFill>
            <a:srgbClr val="E53935"/>
          </a:solidFill>
          <a:ln w="12700">
            <a:solidFill>
              <a:srgbClr val="FFFFFF"/>
            </a:solidFill>
            <a:prstDash val="solid"/>
          </a:ln>
        </p:spPr>
      </p:sp>
      <p:sp>
        <p:nvSpPr>
          <p:cNvPr id="69" name="Text 55"/>
          <p:cNvSpPr txBox="1"/>
          <p:nvPr/>
        </p:nvSpPr>
        <p:spPr>
          <a:xfrm>
            <a:off x="5328392" y="1577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12" descr="preencoded.png">    </p:cNvPr>
          <p:cNvPicPr>
            <a:picLocks noChangeAspect="1"/>
          </p:cNvPicPr>
          <p:nvPr/>
        </p:nvPicPr>
        <p:blipFill>
          <a:blip r:embed="rId13"/>
          <a:stretch>
            <a:fillRect/>
          </a:stretch>
        </p:blipFill>
        <p:spPr>
          <a:xfrm>
            <a:off x="5179802" y="1843184"/>
            <a:ext cx="237744" cy="237744"/>
          </a:xfrm>
          <a:prstGeom prst="rect">
            <a:avLst/>
          </a:prstGeom>
        </p:spPr>
      </p:pic>
      <p:sp>
        <p:nvSpPr>
          <p:cNvPr id="71" name="Shape 56"/>
          <p:cNvSpPr/>
          <p:nvPr/>
        </p:nvSpPr>
        <p:spPr>
          <a:xfrm>
            <a:off x="3335000" y="2281181"/>
            <a:ext cx="603504" cy="557784"/>
          </a:xfrm>
          <a:prstGeom prst="roundRect">
            <a:avLst>
              <a:gd name="adj" fmla="val 8197"/>
            </a:avLst>
          </a:prstGeom>
          <a:solidFill>
            <a:srgbClr val="FFFFFF">
              <a:alpha val="0"/>
            </a:srgbClr>
          </a:solidFill>
          <a:ln w="31750">
            <a:solidFill>
              <a:srgbClr val="E53935"/>
            </a:solidFill>
            <a:prstDash val="solid"/>
          </a:ln>
        </p:spPr>
      </p:sp>
      <p:sp>
        <p:nvSpPr>
          <p:cNvPr id="72" name="Shape 57"/>
          <p:cNvSpPr/>
          <p:nvPr/>
        </p:nvSpPr>
        <p:spPr>
          <a:xfrm>
            <a:off x="3801344" y="2144021"/>
            <a:ext cx="274320" cy="274320"/>
          </a:xfrm>
          <a:prstGeom prst="ellipse">
            <a:avLst/>
          </a:prstGeom>
          <a:solidFill>
            <a:srgbClr val="E53935"/>
          </a:solidFill>
          <a:ln w="12700">
            <a:solidFill>
              <a:srgbClr val="FFFFFF"/>
            </a:solidFill>
            <a:prstDash val="solid"/>
          </a:ln>
        </p:spPr>
      </p:sp>
      <p:sp>
        <p:nvSpPr>
          <p:cNvPr id="73" name="Text 58"/>
          <p:cNvSpPr txBox="1"/>
          <p:nvPr/>
        </p:nvSpPr>
        <p:spPr>
          <a:xfrm>
            <a:off x="3801344" y="2144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13" descr="preencoded.png">    </p:cNvPr>
          <p:cNvPicPr>
            <a:picLocks noChangeAspect="1"/>
          </p:cNvPicPr>
          <p:nvPr/>
        </p:nvPicPr>
        <p:blipFill>
          <a:blip r:embed="rId14"/>
          <a:stretch>
            <a:fillRect/>
          </a:stretch>
        </p:blipFill>
        <p:spPr>
          <a:xfrm>
            <a:off x="3664184" y="2585219"/>
            <a:ext cx="237744" cy="237744"/>
          </a:xfrm>
          <a:prstGeom prst="rect">
            <a:avLst/>
          </a:prstGeom>
        </p:spPr>
      </p:pic>
      <p:sp>
        <p:nvSpPr>
          <p:cNvPr id="75" name="Text 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6" name="Text 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Share › Download</a:t>
            </a:r>
            <a:endParaRPr lang="en-US" sz="1800" dirty="0"/>
          </a:p>
        </p:txBody>
      </p:sp>
      <p:sp>
        <p:nvSpPr>
          <p:cNvPr id="77" name="Text 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Setelah poster selesai dan diperiksa, klik tombol Share di kanan atas, lalu klik Download.</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Unduh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Poster_Dakwah_Ahmad</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0F4C3A"/>
          </a:solidFill>
          <a:ln w="12700">
            <a:solidFill>
              <a:srgbClr val="0F4C3A"/>
            </a:solidFill>
            <a:prstDash val="solid"/>
          </a:ln>
        </p:spPr>
      </p:sp>
      <p:sp>
        <p:nvSpPr>
          <p:cNvPr id="47" name="Text 35"/>
          <p:cNvSpPr txBox="1"/>
          <p:nvPr/>
        </p:nvSpPr>
        <p:spPr>
          <a:xfrm>
            <a:off x="2793013" y="2409088"/>
            <a:ext cx="997654" cy="12177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AYO SHOLAT</a:t>
            </a:r>
            <a:endParaRPr lang="en-US" sz="1200" dirty="0"/>
          </a:p>
        </p:txBody>
      </p:sp>
      <p:sp>
        <p:nvSpPr>
          <p:cNvPr id="48" name="Text 36"/>
          <p:cNvSpPr txBox="1"/>
          <p:nvPr/>
        </p:nvSpPr>
        <p:spPr>
          <a:xfrm>
            <a:off x="2793013" y="2530862"/>
            <a:ext cx="997654" cy="121774"/>
          </a:xfrm>
          <a:prstGeom prst="rect">
            <a:avLst/>
          </a:prstGeom>
          <a:noFill/>
          <a:ln/>
        </p:spPr>
        <p:txBody>
          <a:bodyPr wrap="square" lIns="0" tIns="0" rIns="0" bIns="0" rtlCol="0" anchor="ctr"/>
          <a:lstStyle/>
          <a:p>
            <a:pPr algn="ctr" indent="0" marL="0">
              <a:buNone/>
            </a:pPr>
            <a:r>
              <a:rPr lang="en-US" sz="1200" b="1" dirty="0">
                <a:solidFill>
                  <a:srgbClr val="D4A017"/>
                </a:solidFill>
                <a:latin typeface="Arial" pitchFamily="34" charset="0"/>
                <a:ea typeface="Arial" pitchFamily="34" charset="-122"/>
                <a:cs typeface="Arial" pitchFamily="34" charset="-120"/>
              </a:rPr>
              <a:t>BERJAMAAH</a:t>
            </a:r>
            <a:endParaRPr lang="en-US" sz="1200" dirty="0"/>
          </a:p>
        </p:txBody>
      </p:sp>
      <p:sp>
        <p:nvSpPr>
          <p:cNvPr id="49" name="Shape 37"/>
          <p:cNvSpPr/>
          <p:nvPr/>
        </p:nvSpPr>
        <p:spPr>
          <a:xfrm>
            <a:off x="2903863" y="2743967"/>
            <a:ext cx="775953" cy="487097"/>
          </a:xfrm>
          <a:prstGeom prst="rect">
            <a:avLst/>
          </a:prstGeom>
          <a:solidFill>
            <a:srgbClr val="A7CBEE"/>
          </a:solidFill>
          <a:ln w="12700">
            <a:solidFill>
              <a:srgbClr val="A7CBEE"/>
            </a:solidFill>
            <a:prstDash val="solid"/>
          </a:ln>
        </p:spPr>
      </p:sp>
      <p:sp>
        <p:nvSpPr>
          <p:cNvPr id="50" name="Shape 38"/>
          <p:cNvSpPr/>
          <p:nvPr/>
        </p:nvSpPr>
        <p:spPr>
          <a:xfrm>
            <a:off x="3408233" y="2802419"/>
            <a:ext cx="139672" cy="139672"/>
          </a:xfrm>
          <a:prstGeom prst="ellipse">
            <a:avLst/>
          </a:prstGeom>
          <a:solidFill>
            <a:srgbClr val="FBBC05"/>
          </a:solidFill>
          <a:ln/>
        </p:spPr>
      </p:sp>
      <p:sp>
        <p:nvSpPr>
          <p:cNvPr id="51" name="Shape 39"/>
          <p:cNvSpPr/>
          <p:nvPr/>
        </p:nvSpPr>
        <p:spPr>
          <a:xfrm>
            <a:off x="2965940" y="2938806"/>
            <a:ext cx="465572" cy="292258"/>
          </a:xfrm>
          <a:prstGeom prst="triangle">
            <a:avLst/>
          </a:prstGeom>
          <a:solidFill>
            <a:srgbClr val="34A853"/>
          </a:solidFill>
          <a:ln/>
        </p:spPr>
      </p:sp>
      <p:sp>
        <p:nvSpPr>
          <p:cNvPr id="52" name="Text 40"/>
          <p:cNvSpPr txBox="1"/>
          <p:nvPr/>
        </p:nvSpPr>
        <p:spPr>
          <a:xfrm>
            <a:off x="2826268" y="3276730"/>
            <a:ext cx="931144" cy="15221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Pahalanya 27 derajat lebih utama dari sholat sendirian.</a:t>
            </a:r>
            <a:endParaRPr lang="en-US" sz="650" dirty="0"/>
          </a:p>
        </p:txBody>
      </p:sp>
      <p:sp>
        <p:nvSpPr>
          <p:cNvPr id="53" name="Text 41"/>
          <p:cNvSpPr txBox="1"/>
          <p:nvPr/>
        </p:nvSpPr>
        <p:spPr>
          <a:xfrm>
            <a:off x="2848438" y="3428948"/>
            <a:ext cx="886804" cy="76109"/>
          </a:xfrm>
          <a:prstGeom prst="rect">
            <a:avLst/>
          </a:prstGeom>
          <a:noFill/>
          <a:ln/>
        </p:spPr>
        <p:txBody>
          <a:bodyPr wrap="square" lIns="0" tIns="0" rIns="0" bIns="0" rtlCol="0" anchor="ctr"/>
          <a:lstStyle/>
          <a:p>
            <a:pPr algn="ctr" indent="0" marL="0">
              <a:buNone/>
            </a:pPr>
            <a:r>
              <a:rPr lang="en-US" sz="500" i="1" dirty="0">
                <a:solidFill>
                  <a:srgbClr val="BFE3D3"/>
                </a:solidFill>
                <a:latin typeface="Arial" pitchFamily="34" charset="0"/>
                <a:ea typeface="Arial" pitchFamily="34" charset="-122"/>
                <a:cs typeface="Arial" pitchFamily="34" charset="-120"/>
              </a:rPr>
              <a:t>(HR. Bukhari dan Muslim)</a:t>
            </a:r>
            <a:endParaRPr lang="en-US" sz="500" dirty="0"/>
          </a:p>
        </p:txBody>
      </p:sp>
      <p:pic>
        <p:nvPicPr>
          <p:cNvPr id="54" name="Image 10" descr="/home/claude/logo.png">    </p:cNvPr>
          <p:cNvPicPr>
            <a:picLocks noChangeAspect="1"/>
          </p:cNvPicPr>
          <p:nvPr/>
        </p:nvPicPr>
        <p:blipFill>
          <a:blip r:embed="rId11"/>
          <a:stretch>
            <a:fillRect/>
          </a:stretch>
        </p:blipFill>
        <p:spPr>
          <a:xfrm>
            <a:off x="3203160" y="3565944"/>
            <a:ext cx="177361" cy="175051"/>
          </a:xfrm>
          <a:prstGeom prst="rect">
            <a:avLst/>
          </a:prstGeom>
        </p:spPr>
      </p:pic>
      <p:sp>
        <p:nvSpPr>
          <p:cNvPr id="55" name="Text 42"/>
          <p:cNvSpPr txBox="1"/>
          <p:nvPr/>
        </p:nvSpPr>
        <p:spPr>
          <a:xfrm>
            <a:off x="2793013" y="3748605"/>
            <a:ext cx="997654" cy="60887"/>
          </a:xfrm>
          <a:prstGeom prst="rect">
            <a:avLst/>
          </a:prstGeom>
          <a:noFill/>
          <a:ln/>
        </p:spPr>
        <p:txBody>
          <a:bodyPr wrap="square" lIns="0" tIns="0" rIns="0" bIns="0" rtlCol="0" anchor="ctr"/>
          <a:lstStyle/>
          <a:p>
            <a:pPr algn="ctr" indent="0" marL="0">
              <a:buNone/>
            </a:pPr>
            <a:r>
              <a:rPr lang="en-US" sz="450" dirty="0">
                <a:solidFill>
                  <a:srgbClr val="BFE3D3"/>
                </a:solidFill>
                <a:latin typeface="Arial" pitchFamily="34" charset="0"/>
                <a:ea typeface="Arial" pitchFamily="34" charset="-122"/>
                <a:cs typeface="Arial" pitchFamily="34" charset="-120"/>
              </a:rPr>
              <a:t>Santri Kelas 1 · PP Wihdatul Ummah Poso</a:t>
            </a:r>
            <a:endParaRPr lang="en-US" sz="450" dirty="0"/>
          </a:p>
        </p:txBody>
      </p:sp>
      <p:sp>
        <p:nvSpPr>
          <p:cNvPr id="56" name="Shape 43"/>
          <p:cNvSpPr/>
          <p:nvPr/>
        </p:nvSpPr>
        <p:spPr>
          <a:xfrm>
            <a:off x="3252704" y="1988573"/>
            <a:ext cx="2194560" cy="1463040"/>
          </a:xfrm>
          <a:prstGeom prst="roundRect">
            <a:avLst>
              <a:gd name="adj" fmla="val 3750"/>
            </a:avLst>
          </a:prstGeom>
          <a:solidFill>
            <a:srgbClr val="FFFFFF"/>
          </a:solidFill>
          <a:ln w="9525">
            <a:solidFill>
              <a:srgbClr val="BBBBBB"/>
            </a:solidFill>
            <a:prstDash val="solid"/>
          </a:ln>
        </p:spPr>
      </p:sp>
      <p:sp>
        <p:nvSpPr>
          <p:cNvPr id="57" name="Text 44"/>
          <p:cNvSpPr txBox="1"/>
          <p:nvPr/>
        </p:nvSpPr>
        <p:spPr>
          <a:xfrm>
            <a:off x="3362432" y="2043437"/>
            <a:ext cx="18288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  Download</a:t>
            </a:r>
            <a:endParaRPr lang="en-US" sz="850" dirty="0"/>
          </a:p>
        </p:txBody>
      </p:sp>
      <p:sp>
        <p:nvSpPr>
          <p:cNvPr id="58" name="Text 45"/>
          <p:cNvSpPr txBox="1"/>
          <p:nvPr/>
        </p:nvSpPr>
        <p:spPr>
          <a:xfrm>
            <a:off x="3362432" y="2308613"/>
            <a:ext cx="914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type</a:t>
            </a:r>
            <a:endParaRPr lang="en-US" sz="700" dirty="0"/>
          </a:p>
        </p:txBody>
      </p:sp>
      <p:sp>
        <p:nvSpPr>
          <p:cNvPr id="59" name="Shape 46"/>
          <p:cNvSpPr/>
          <p:nvPr/>
        </p:nvSpPr>
        <p:spPr>
          <a:xfrm>
            <a:off x="3362432" y="2491493"/>
            <a:ext cx="1975104" cy="237744"/>
          </a:xfrm>
          <a:prstGeom prst="roundRect">
            <a:avLst>
              <a:gd name="adj" fmla="val 15385"/>
            </a:avLst>
          </a:prstGeom>
          <a:solidFill>
            <a:srgbClr val="FFFFFF"/>
          </a:solidFill>
          <a:ln w="9525">
            <a:solidFill>
              <a:srgbClr val="AAAAAA"/>
            </a:solidFill>
            <a:prstDash val="solid"/>
          </a:ln>
        </p:spPr>
      </p:sp>
      <p:sp>
        <p:nvSpPr>
          <p:cNvPr id="60" name="Text 47"/>
          <p:cNvSpPr txBox="1"/>
          <p:nvPr/>
        </p:nvSpPr>
        <p:spPr>
          <a:xfrm>
            <a:off x="3435584" y="2491493"/>
            <a:ext cx="1975104" cy="23774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PNG   (Suggested)            ▾</a:t>
            </a:r>
            <a:endParaRPr lang="en-US" sz="750" dirty="0"/>
          </a:p>
        </p:txBody>
      </p:sp>
      <p:sp>
        <p:nvSpPr>
          <p:cNvPr id="61" name="Shape 48"/>
          <p:cNvSpPr/>
          <p:nvPr/>
        </p:nvSpPr>
        <p:spPr>
          <a:xfrm>
            <a:off x="3362432" y="3085853"/>
            <a:ext cx="1975104" cy="256032"/>
          </a:xfrm>
          <a:prstGeom prst="roundRect">
            <a:avLst>
              <a:gd name="adj" fmla="val 17857"/>
            </a:avLst>
          </a:prstGeom>
          <a:solidFill>
            <a:srgbClr val="7D2AE8"/>
          </a:solidFill>
          <a:ln w="12700">
            <a:solidFill>
              <a:srgbClr val="7D2AE8"/>
            </a:solidFill>
            <a:prstDash val="solid"/>
          </a:ln>
        </p:spPr>
      </p:sp>
      <p:sp>
        <p:nvSpPr>
          <p:cNvPr id="62" name="Text 49"/>
          <p:cNvSpPr txBox="1"/>
          <p:nvPr/>
        </p:nvSpPr>
        <p:spPr>
          <a:xfrm>
            <a:off x="3362432" y="3085853"/>
            <a:ext cx="197510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Download</a:t>
            </a:r>
            <a:endParaRPr lang="en-US" sz="800" dirty="0"/>
          </a:p>
        </p:txBody>
      </p:sp>
      <p:sp>
        <p:nvSpPr>
          <p:cNvPr id="63" name="Shape 50"/>
          <p:cNvSpPr/>
          <p:nvPr/>
        </p:nvSpPr>
        <p:spPr>
          <a:xfrm>
            <a:off x="3344144" y="2473205"/>
            <a:ext cx="2011680" cy="274320"/>
          </a:xfrm>
          <a:prstGeom prst="roundRect">
            <a:avLst>
              <a:gd name="adj" fmla="val 16667"/>
            </a:avLst>
          </a:prstGeom>
          <a:solidFill>
            <a:srgbClr val="FFFFFF">
              <a:alpha val="0"/>
            </a:srgbClr>
          </a:solidFill>
          <a:ln w="31750">
            <a:solidFill>
              <a:srgbClr val="E53935"/>
            </a:solidFill>
            <a:prstDash val="solid"/>
          </a:ln>
        </p:spPr>
      </p:sp>
      <p:sp>
        <p:nvSpPr>
          <p:cNvPr id="64" name="Shape 51"/>
          <p:cNvSpPr/>
          <p:nvPr/>
        </p:nvSpPr>
        <p:spPr>
          <a:xfrm>
            <a:off x="5218664" y="2336045"/>
            <a:ext cx="274320" cy="274320"/>
          </a:xfrm>
          <a:prstGeom prst="ellipse">
            <a:avLst/>
          </a:prstGeom>
          <a:solidFill>
            <a:srgbClr val="E53935"/>
          </a:solidFill>
          <a:ln w="12700">
            <a:solidFill>
              <a:srgbClr val="FFFFFF"/>
            </a:solidFill>
            <a:prstDash val="solid"/>
          </a:ln>
        </p:spPr>
      </p:sp>
      <p:sp>
        <p:nvSpPr>
          <p:cNvPr id="65" name="Text 52"/>
          <p:cNvSpPr txBox="1"/>
          <p:nvPr/>
        </p:nvSpPr>
        <p:spPr>
          <a:xfrm>
            <a:off x="5218664" y="23360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6" name="Image 11" descr="preencoded.png">    </p:cNvPr>
          <p:cNvPicPr>
            <a:picLocks noChangeAspect="1"/>
          </p:cNvPicPr>
          <p:nvPr/>
        </p:nvPicPr>
        <p:blipFill>
          <a:blip r:embed="rId12"/>
          <a:stretch>
            <a:fillRect/>
          </a:stretch>
        </p:blipFill>
        <p:spPr>
          <a:xfrm>
            <a:off x="4448739" y="2622252"/>
            <a:ext cx="237744" cy="237744"/>
          </a:xfrm>
          <a:prstGeom prst="rect">
            <a:avLst/>
          </a:prstGeom>
        </p:spPr>
      </p:pic>
      <p:sp>
        <p:nvSpPr>
          <p:cNvPr id="67" name="Shape 53"/>
          <p:cNvSpPr/>
          <p:nvPr/>
        </p:nvSpPr>
        <p:spPr>
          <a:xfrm>
            <a:off x="3344144" y="3067565"/>
            <a:ext cx="2011680" cy="292608"/>
          </a:xfrm>
          <a:prstGeom prst="roundRect">
            <a:avLst>
              <a:gd name="adj" fmla="val 15625"/>
            </a:avLst>
          </a:prstGeom>
          <a:solidFill>
            <a:srgbClr val="FFFFFF">
              <a:alpha val="0"/>
            </a:srgbClr>
          </a:solidFill>
          <a:ln w="31750">
            <a:solidFill>
              <a:srgbClr val="E53935"/>
            </a:solidFill>
            <a:prstDash val="solid"/>
          </a:ln>
        </p:spPr>
      </p:sp>
      <p:sp>
        <p:nvSpPr>
          <p:cNvPr id="68" name="Shape 54"/>
          <p:cNvSpPr/>
          <p:nvPr/>
        </p:nvSpPr>
        <p:spPr>
          <a:xfrm>
            <a:off x="5218664" y="2930405"/>
            <a:ext cx="274320" cy="274320"/>
          </a:xfrm>
          <a:prstGeom prst="ellipse">
            <a:avLst/>
          </a:prstGeom>
          <a:solidFill>
            <a:srgbClr val="E53935"/>
          </a:solidFill>
          <a:ln w="12700">
            <a:solidFill>
              <a:srgbClr val="FFFFFF"/>
            </a:solidFill>
            <a:prstDash val="solid"/>
          </a:ln>
        </p:spPr>
      </p:sp>
      <p:sp>
        <p:nvSpPr>
          <p:cNvPr id="69" name="Text 55"/>
          <p:cNvSpPr txBox="1"/>
          <p:nvPr/>
        </p:nvSpPr>
        <p:spPr>
          <a:xfrm>
            <a:off x="5218664" y="29304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0" name="Image 12" descr="preencoded.png">    </p:cNvPr>
          <p:cNvPicPr>
            <a:picLocks noChangeAspect="1"/>
          </p:cNvPicPr>
          <p:nvPr/>
        </p:nvPicPr>
        <p:blipFill>
          <a:blip r:embed="rId13"/>
          <a:stretch>
            <a:fillRect/>
          </a:stretch>
        </p:blipFill>
        <p:spPr>
          <a:xfrm>
            <a:off x="4448739" y="3226671"/>
            <a:ext cx="237744" cy="237744"/>
          </a:xfrm>
          <a:prstGeom prst="rect">
            <a:avLst/>
          </a:prstGeom>
        </p:spPr>
      </p:pic>
      <p:sp>
        <p:nvSpPr>
          <p:cNvPr id="71" name="Text 5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72" name="Text 5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PNG, klik Download</a:t>
            </a:r>
            <a:endParaRPr lang="en-US" sz="1800" dirty="0"/>
          </a:p>
        </p:txBody>
      </p:sp>
      <p:sp>
        <p:nvSpPr>
          <p:cNvPr id="73" name="Text 5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File type, pastikan PNG. Klik tombol Download berwarna ungu.</a:t>
            </a:r>
            <a:endParaRPr lang="en-US" sz="1300" dirty="0"/>
          </a:p>
        </p:txBody>
      </p:sp>
      <p:sp>
        <p:nvSpPr>
          <p:cNvPr id="74" name="Shape 5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5"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76" name="Text 6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PNG cocok untuk poster karena gambarnya tajam.</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Simpan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  ›  Desain</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Latihan3</a:t>
            </a:r>
            <a:endParaRPr lang="en-US" sz="700" dirty="0"/>
          </a:p>
        </p:txBody>
      </p:sp>
      <p:sp>
        <p:nvSpPr>
          <p:cNvPr id="38" name="Shape 28"/>
          <p:cNvSpPr/>
          <p:nvPr/>
        </p:nvSpPr>
        <p:spPr>
          <a:xfrm>
            <a:off x="2760025" y="1839613"/>
            <a:ext cx="786384" cy="603504"/>
          </a:xfrm>
          <a:prstGeom prst="roundRect">
            <a:avLst>
              <a:gd name="adj" fmla="val 6061"/>
            </a:avLst>
          </a:prstGeom>
          <a:solidFill>
            <a:srgbClr val="CCE4F7"/>
          </a:solidFill>
          <a:ln w="12700">
            <a:solidFill>
              <a:srgbClr val="CCE4F7"/>
            </a:solidFill>
            <a:prstDash val="solid"/>
          </a:ln>
        </p:spPr>
      </p:sp>
      <p:pic>
        <p:nvPicPr>
          <p:cNvPr id="39"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40" name="Text 29"/>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Poster_Dakwah_Ahmad</a:t>
            </a:r>
            <a:endParaRPr lang="en-US" sz="700" dirty="0"/>
          </a:p>
        </p:txBody>
      </p:sp>
      <p:sp>
        <p:nvSpPr>
          <p:cNvPr id="41" name="Shape 30"/>
          <p:cNvSpPr/>
          <p:nvPr/>
        </p:nvSpPr>
        <p:spPr>
          <a:xfrm>
            <a:off x="272344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2" name="Shape 31"/>
          <p:cNvSpPr/>
          <p:nvPr/>
        </p:nvSpPr>
        <p:spPr>
          <a:xfrm>
            <a:off x="3445825" y="1665877"/>
            <a:ext cx="274320" cy="274320"/>
          </a:xfrm>
          <a:prstGeom prst="ellipse">
            <a:avLst/>
          </a:prstGeom>
          <a:solidFill>
            <a:srgbClr val="E53935"/>
          </a:solidFill>
          <a:ln w="12700">
            <a:solidFill>
              <a:srgbClr val="FFFFFF"/>
            </a:solidFill>
            <a:prstDash val="solid"/>
          </a:ln>
        </p:spPr>
      </p:sp>
      <p:sp>
        <p:nvSpPr>
          <p:cNvPr id="43" name="Text 32"/>
          <p:cNvSpPr txBox="1"/>
          <p:nvPr/>
        </p:nvSpPr>
        <p:spPr>
          <a:xfrm>
            <a:off x="344582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pic>
        <p:nvPicPr>
          <p:cNvPr id="44" name="Image 9" descr="preencoded.png">    </p:cNvPr>
          <p:cNvPicPr>
            <a:picLocks noChangeAspect="1"/>
          </p:cNvPicPr>
          <p:nvPr/>
        </p:nvPicPr>
        <p:blipFill>
          <a:blip r:embed="rId10"/>
          <a:stretch>
            <a:fillRect/>
          </a:stretch>
        </p:blipFill>
        <p:spPr>
          <a:xfrm>
            <a:off x="3192536" y="2171540"/>
            <a:ext cx="237744" cy="237744"/>
          </a:xfrm>
          <a:prstGeom prst="rect">
            <a:avLst/>
          </a:prstGeom>
        </p:spPr>
      </p:pic>
      <p:sp>
        <p:nvSpPr>
          <p:cNvPr id="45"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46"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Pindahkan ke folder Desain</a:t>
            </a:r>
            <a:endParaRPr lang="en-US" sz="1800" dirty="0"/>
          </a:p>
        </p:txBody>
      </p:sp>
      <p:sp>
        <p:nvSpPr>
          <p:cNvPr id="47"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File Explorer › Downloads. Klik kanan file poster › Cut. Buka Portofolio › Desain › klik kanan › Paste.</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Poster Dakwah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Poster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Memiliki pesan singkat, dalil dengan sumber, dan gambar yang sopan.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Menerapkan 4 prinsip desain: kontras, perataan, pengulangan, kedekatan.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Memuat logo pondok (tidak diubah) dan nama pembuat.</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sebagai PNG di folder Portofolio › Desain.</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5: Desain Digital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Pesan dakwah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Dalil benar dan ada sumbernya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nama dan logo pondok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PNG tersimpan di folder Desain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pesan dakwah dalam postermu?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Masukan apa yang kamu terima dari teman?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Berdakwah dengan ilmu: pastikan dalil yang ditulis benar sebelum disebarkan.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6: membuat presentasi dengan Google Slides.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5 - Desain Digital</dc:title>
  <dc:subject>PptxGenJS Presentation</dc:subject>
  <dc:creator>PptxGenJS</dc:creator>
  <cp:lastModifiedBy>PptxGenJS</cp:lastModifiedBy>
  <cp:revision>1</cp:revision>
  <dcterms:created xsi:type="dcterms:W3CDTF">2026-10-01T00:29:45Z</dcterms:created>
  <dcterms:modified xsi:type="dcterms:W3CDTF">2026-10-01T00:29:45Z</dcterms:modified>
</cp:coreProperties>
</file>