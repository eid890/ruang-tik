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8: Video Digital — Proyek: Video Adab Santri
Terdiri dari 3 pertemuan (Pertemuan 22–24),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Pastikan aplikasi Clipchamp tersedia di komputer (sudah bawaan Windows 11; cari di menu Start). Jika tidak ada, gunakan editor video di Canva dengan akun pesantren.
- Siapkan beberapa HP untuk syuting, dalam keadaan baterai penuh dan memori cukup.
- Tentukan lokasi syuting yang diizinkan dan tidak mengganggu kegiatan ibadah atau belajar.
- Sampaikan aturan: tidak merekam orang tanpa izin, dan tidak mengunggah video ke media sosial tanpa persetujuan pimpinan pondok.
- Siapkan cara memindahkan video dari HP ke komputer (Google Drive akun kelas atau kabel data).
CATATAN
Tampilan Clipchamp berbahasa Inggris. Terjemahan: Import media = Masukkan media, Timeline = Lini waktu, Split = Potong, Text = Teks, Transitions = Transisi, Export = Ekspor.
Jika memakai Canva, langkah-langkahnya mirip: unggah video, susun di timeline bawah, tambahkan teks, lalu Share › Download › MP4.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ke-22, dengan judul "Dasar Video &amp; Storyboard". Kita akan belajar bahasa kamera dan merencanakan video sebelum merekam.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menyelesaikan Nasihat 1 Menit. Siapa yang ingat, apa fungsi fade in dan fade out?
(Tunggu jawaban: agar suara masuk dan keluar secara halus.)
Hari ini kita masuk Modul 8: video digital.
Sekarang pertanyaan hari ini. Coba pikirkan sejenak:
"Apa bedanya video yang direncanakan dengan video yang asal rekam?"
(Beri waktu 1 menit. Minta 2–3 santri menjawab. Hargai semua jawaban.)
Video yang direncanakan lebih jelas pesannya, lebih rapi, dan lebih cepat dibuat, karena semua orang tahu apa yang harus dilakukan. Rencana video itu disebut STORYBOARD. Para pembuat film profesional pun selalu memulai dengan storyboard.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Kamera memiliki bahasa sendiri. Bahasa pertama yang harus kita kenal adalah jenis shot, yaitu seberapa luas gambar yang diambil.
Pertama, WIDE SHOT, artinya pengambilan gambar luas. Seluruh tempat dan suasana terlihat. Wide shot cocok untuk adegan pembuka, misalnya menunjukkan masjid dan halaman pesantren.
Kedua, MEDIUM SHOT, artinya pengambilan gambar sedang, dari pinggang ke atas. Cocok untuk orang yang sedang berbicara atau melakukan sesuatu.
Ketiga, CLOSE UP, artinya pengambilan gambar dekat. Menunjukkan wajah, ekspresi, atau detail, misalnya tangan yang sedang berwudhu atau kaki kanan yang melangkah masuk masjid.
Video yang baik memadukan ketiganya. Jika semua adegan memakai jenis shot yang sama, penonton akan bosan.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hal lain yang sangat menentukan kualitas video adalah cahaya dan posisi kamera.
Yang BENAR:
Pertama, cahaya datang dari depan objek. Artinya, orang yang direkam menghadap ke arah jendela atau cahaya, sedangkan juru kamera membelakangi cahaya.
Kedua, HP dipegang mendatar atau landscape, agar video memenuhi layar proyektor dan TV.
Ketiga, kamera setinggi mata dan dipegang stabil dengan dua tangan.
Yang SALAH:
Pertama, orang yang direkam membelakangi jendela atau matahari. Hasilnya wajah menjadi gelap seperti bayangan.
Kedua, HP dipegang tegak untuk video yang akan ditayangkan di layar lebar. Hasilnya ada bagian hitam di kiri dan kanan.
Ketiga, kamera goyang dan berpindah-pindah. Penonton menjadi pusing.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contoh storyboard untuk video bertema Adab Masuk Masjid. Storyboard berupa kotak-kotak berurutan seperti komik.
Adegan 1, wide shot, 5 detik: santri berjalan menuju masjid.
Adegan 2, close up, 4 detik: kaki kanan melangkah masuk masjid.
Adegan 3, medium shot, 6 detik: santri membaca doa masuk masjid.
Adegan 4, medium shot, 6 detik: santri sholat tahiyatul masjid.
Lihat kotak hijau di bawah. Setiap kotak storyboard berisi: nomor adegan, gambar sketsa sederhana, jenis shot, durasi, keterangan kegiatan, dan teks atau narasi jika ada.
Gambar sketsa tidak perlu bagus. Orang lidi pun boleh. Yang penting semua anggota tim memahami rencananya.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 kelas menjadi kelompok 4–5 santri.)
Hari ini kita mencoba kamera HP sebentar, lalu setiap kelompok membuat storyboard untuk Video Adab Santri.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aplikasi Kamera di HP, lalu geser pilihan ke mode Video. Pegang HP dalam posisi mendatar dengan dua tangan, setinggi mata orang yang direkam.
Perhatikan garis-garis bantu di layar. Garis itu membantu kita meletakkan objek dengan rapi.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Bergantian, rekam satu teman dengan tiga jenis shot: wide shot dari jauh, medium shot dari pinggang ke atas, dan close up wajah atau tangan. Masing-masing sekitar lima detik.
Tekan tombol merah untuk mulai merekam. Akan muncul tanda waktu berwarna merah di atas. Tekan lagi untuk berhenti.
Coba juga satu rekaman ketika teman membelakangi jendela. Lalu putar semua hasilnya dan bandingkan.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Diskusikan bersama kelompok, lalu pilih satu tema adab. Pilihannya: adab masuk dan keluar masjid, adab makan dan minum, adab kepada guru, adab di asrama, atau adab menuntut ilmu.
Usahakan setiap kelompok memilih tema yang berbeda.
(Catat tema setiap kelompok di papan tulis.)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Di selembar kertas, gambar empat sampai enam kotak berurutan. Di bawah setiap kotak, sediakan beberapa garis untuk keterangan.
Isi setiap kotak dengan: sketsa sederhana, jenis shot, durasi dalam detik, dan keterangan kegiatan. Orang lidi pun boleh.
Usahakan ada perpaduan wide shot, medium shot, dan close up. Total durasi seluruh adegan antara satu sampai dua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Bagi peran dalam tim.
Sutradara: mengatur jalannya syuting dan memastikan semua sesuai storyboard.
Kameramen: merekam dengan HP.
Pemeran: memperagakan adab dalam video.
Pencatat: mencatat adegan mana yang sudah direkam dan mana yang belum.
Tulis nama dan peran setiap anggota di balik kertas storyboard. Kumpulkan storyboard kepada guru untuk diperiksa.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Storyboard kelompok dinyatakan siap jika empat syarat ini terpenuhi.
Satu, ada empat sampai enam adegan berurutan dengan sketsa.
Dua, setiap adegan mencantumkan jenis shot dan durasi.
Tiga, total durasi satu sampai dua menit dengan pesan adab yang jelas.
Empat, peran setiap anggota sudah dituliskan.
(Periksa storyboard. Pastikan isi adab sesuai tuntunan, bila perlu konsultasikan dengan ustadz.)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setiap adegan punya gambar dan keterangan?
- jenis shot sudah ditentukan?
- pesan adab jelas?
- peran tim sudah dibagi?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storyboard menghemat waktu?
Pertanyaan kedua: adab apa yang kelompokmu angkat dan mengapa?
(Minta 2–3 santri menjawab secara bergantian.)
Pesan adab kita hari ini: pastikan setiap orang yang direkam sudah memberi izin. Wajah dan suara seseorang adalah bagian dari kehormatannya. Kita tidak boleh merekam dan menyebarkannya tanpa persetujuan.
Pekan depan: kita syuting Video Adab Santri sesuai storyboard. Bawa storyboard kalian.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ke-23, dengan judul "Syuting Video". Hari ini setiap kelompok merekam adegan-adegan sesuai storyboard.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storyboard. Siapa yang ingat tiga jenis shot?
(Tunggu jawaban: wide shot, medium shot, close up.)
Sekarang pertanyaan hari ini. Coba pikirkan sejenak:
"Apa saja yang harus disiapkan sebelum mulai merekam?"
(Beri waktu 1 menit. Minta 2–3 santri menjawab. Hargai semua jawaban.)
Storyboard, lokasi, pemeran yang siap, baterai HP yang penuh, dan memori yang cukup. Persiapan yang baik membuat syuting lancar dan cepat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tips agar syuting berhasil.
Pertama, KAMERA STABIL. Pegang HP dengan dua tangan, tempelkan siku ke badan agar tidak goyang. Lebih baik lagi jika HP disandarkan pada meja, tumpukan buku, atau benda yang kokoh.
Kedua, JEDA DUA DETIK. Mulailah merekam dua detik sebelum adegan dimulai, dan berhenti dua detik setelah adegan selesai. Ini memudahkan saat mengedit.
Ketiga, AMBIL DUA SAMPAI TIGA KALI. Rekam setiap adegan beberapa kali. Nanti kita pilih yang terbaik.
Keempat, SUARA JELAS. Jika ada dialog atau doa yang dibaca, rekam di tempat tenang dan dekatkan HP kepada orang yang berbicara.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pembuat film memakai papan bertuliskan nomor adegan, yang ditunjukkan ke kamera sebelum merekam. Kita bisa meniru dengan cara sederhana.
Sebelum merekam, pencatat atau sutradara mengucapkan dengan jelas, misalnya: Adegan 2, ambilan 1. Atau tulis di kertas dan tunjukkan ke kamera selama satu detik.
Manfaatnya: saat mengedit nanti, kita langsung tahu klip mana adegan berapa, tanpa harus memutar semua video satu per satu.
Pencatat mencentang di storyboard setiap adegan yang sudah selesai, dan memberi tanda bintang pada ambilan terbaik.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Setiap kelompok pergi ke lokasi syuting yang sudah diizinkan guru. Bawa storyboard. Ingat, jaga ketenangan dan jangan mengganggu kegiatan orang lain.
(Guru berkeliling dari satu kelompok ke kelompok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lokasi syuting, atur posisi. Pemeran menghadap ke arah cahaya, misalnya jendela atau halaman yang terang. Kameramen membelakangi cahaya.
Lihat gambar: jika pemeran membelakangi cahaya, wajahnya menjadi gelap. Coba rekam tiga detik untuk memeriksa, lalu perbaiki posisi jika perlu.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Kameramen menekan tombol rekam. Pencatat mengucapkan nomor adegan dan ambilan, misalnya Adegan 1, ambilan 1. Tunggu dua detik, lalu sutradara memberi aba-aba: mulai.
Pemeran memperagakan adegan sesuai storyboard. Setelah selesai, tunggu dua detik, lalu kameramen menekan tombol untuk berhenti.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Lanjutkan ke adegan berikutnya sesuai storyboard. Perhatikan jenis shot setiap adegan: wide, medium, atau close up. Untuk close up, dekatkan HP, jangan memakai zoom karena gambar menjadi buram.
Rekam setiap adegan dua sampai tiga kali. Pencatat mencentang adegan yang sudah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Sebelum meninggalkan lokasi, buka galeri HP dan putar setiap klip.
Periksa: apakah semua adegan sudah ada? Apakah gambarnya stabil dan cukup terang? Apakah suaranya terdengar? Jika ada yang kurang, rekam ulang sekarang, karena lebih mudah daripada kembali lagi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Pindahkan semua klip ke komputer seperti saat memindahkan rekaman suara.
Di HP, buka Google Drive akun kelas dan unggah semua klip. Karena file video berukuran besar, gunakan WiFi pesantren. Di komputer, unduh klip-klip itu, lalu simpan di folder Portofolio, Video, di dalam folder bernama kelompok kalian.
Beri nama klip sesuai adegan, misalnya Adegan1_a dan Adegan1_b, agar mudah dicari saat mengedit.
(Bantu kelompok memindahkan file. Ingatkan untuk Sign out dari akun di HP dan komputer.)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Pastikan kelompok kalian siap mengedit pekan depan.
Satu, semua adegan di storyboard sudah dicentang.
Dua, setiap adegan minimal dua ambilan, dan yang terbaik diberi bintang.
Tiga, semua klip sudah ada di komputer dengan nama yang jelas.
Empat, HP dikembalikan dalam keadaan baik dan akun sudah Sign out.
(Periksa folder video setiap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semua adegan sudah direkam?
- gambar stabil dan cukup terang?
- suara terdengar jelas?
- file sudah dipindahkan ke folder Video?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kendala saat syuting?
Pertanyaan kedua: bagaimana kerja sama timmu hari ini?
(Minta 2–3 santri menjawab secara bergantian.)
Pesan adab kita hari ini: syuting tidak boleh mengganggu kegiatan ibadah dan belajar orang lain. Tidak merugikan orang lain adalah bagian dari kesempurnaan iman. Jagalah ketenangan di mana pun kita berada.
Pekan depan: kita mengedit video menjadi karya utuh.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ke-24, dengan judul "Editing Video". Hari ini kita menyelesaikan proyek Modul 8: mengedit klip-klip menjadi Video Adab Santri.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syuting. Siapa yang ingat, mengapa kita memberi jeda dua detik di awal dan akhir setiap rekaman?
(Tunggu jawaban: agar mudah diedit dan tidak terpotong.)
Sekarang pertanyaan hari ini. Coba pikirkan sejenak:
"Menurut kalian, mana yang lebih lama: merekam atau mengedit?"
(Beri waktu 1 menit. Minta 2–3 santri menjawab. Hargai semua jawaban.)
Biasanya mengedit lebih lama. Di tahap inilah potongan-potongan rekaman disusun menjadi cerita yang utuh. Hari ini kita memakai CLIPCHAMP, aplikasi edit video gratis yang sudah ada di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tampilan Clipchamp di layar. Ada empat bagian penting.
Nomor 1, panel MEDIA di kiri. Di sini klip-klip yang kita masukkan ditampilkan.
Nomor 2, PRATINJAU di tengah atas. Di sini kita melihat hasil video saat diputar.
Nomor 3, TIMELINE di bagian bawah, artinya lini waktu. Klip disusun di sini dari kiri ke kanan sesuai urutan cerita. Bagian kiri adalah awal video, bagian kanan adalah akhir.
Nomor 4, tombol EXPORT berwarna ungu di kanan atas, untuk menyimpan hasil akhir menjadi file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Mengedit video memiliki empat langkah dasar.
Pertama, SUSUN. Seret klip dari panel Media ke timeline, sesuai urutan di storyboard. Gunakan ambilan terbaik yang diberi tanda bintang.
Kedua, POTONG. Buang bagian awal dan akhir klip yang tidak diperlukan, misalnya saat pencatat menyebut nomor adegan. Caranya dengan menarik ujung klip, atau memakai tombol Split untuk memotong.
Ketiga, TEKS. Tambahkan judul di awal video, keterangan adab di adegan tertentu, dan nama anggota tim di akhir.
Keempat, EKSPOR. Simpan hasil akhir sebagai file MP4 dengan resolusi 720p atau 1080p.
Satu catatan tentang suara latar: pilihlah yang sesuai dengan nilai pesantren, misalnya suara alam atau nasyid tanpa alat musik, atau cukup suara asli dari rekaman.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Setiap kelompok bekerja di satu komputer. Bergantianlah memegang mouse, sedangkan anggota lain membantu memeriksa urutan sesuai storyboard.
Buka Clipchamp: klik Start, ketik clipchamp, lalu tekan Enter.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Setelah Clipchamp terbuka, klik Create a new video, artinya buat video baru.
Halaman edit akan terbuka. Klik tombol ungu Import media di panel kiri, yang ditandai kotak merah.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Muncul jendela Open. Buka folder Documents, Portofolio, Video, lalu folder kelompok kalian.
Tekan Ctrl dan A bersamaan untuk memilih semua klip, tanda a. Atau pilih hanya ambilan terbaik dengan menahan Ctrl sambil mengklik satu per satu. Lalu klik Open, tanda b.
Tunggu beberapa saat. Klip-klip akan muncul di panel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Klip-klip sudah ada di panel Media, tanda a.
Tekan klip Adegan 1, tahan, lalu seret ke timeline di bagian bawah, tanda b. Lalu seret Adegan 2 dan letakkan di sebelah kanan Adegan 1. Lakukan sampai semua adegan tersusun sesuai storyboard.
Tekan tombol Play atau Spasi untuk memutar dan memeriksa urutannya.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Kita buang bagian yang tidak perlu, misalnya saat pencatat menyebut nomor adegan di awal klip.
Klik klip yang akan dipotong. Geser garis putih tegak di timeline ke titik yang ingin dipotong, tanda a. Klik tombol Split, tanda b, atau tekan huruf S. Klip terbelah menjadi dua.
Klik potongan yang tidak diperlukan, lalu tekan Delete.
Cara lain yang lebih mudah: arahkan kursor ke ujung kiri atau kanan klip, lalu tarik ke arah dalam.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Kita tambahkan judul.
Klik menu Text di sebelah kiri, tanda a. Muncul beberapa gaya teks. Pilih satu gaya yang sederhana dan mudah dibaca, tanda b, lalu seret ke timeline, di atas klip pertama. Teks akan muncul sebagai potongan berwarna kuning di atas klip.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Klik potongan teks di timeline, tanda a. Di pratinjau dan panel kanan, ketik judul video, misalnya Adab Masuk Masjid, tanda b.
Tambahkan juga teks keterangan pada adegan penting jika perlu, misalnya: masuk dengan kaki kanan.
Di bagian akhir video, tambahkan teks berisi nama kelompok, nama anggota, dan Pondok Pesantren Wihdatul Ummah Poso.
Gunakan teks yang singkat dan cukup besar agar mudah dibaca.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Sebelum mengekspor, putar video dari awal sampai akhir sekali lagi. Periksa urutan, teks, dan suara.
Jika sudah baik, klik tombol Export di kanan atas, tanda a. Pilih resolusi 1080p, tanda b. Jika komputer terasa lambat, pilih 720p.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langkah terakhir. Tunggu proses ekspor sampai 100 persen. Prosesnya bisa memakan waktu beberapa menit, tergantung panjang video dan kecepatan komputer. Jangan menutup Clipchamp selama proses berlangsung.
Setelah selesai, klik Save to your computer. Simpan dengan nama Video Adab, garis bawah, Kelompok, dan nomor kelompok, di folder Portofolio, Video.
Alhamdulillah, Video Adab Santri kalian sudah jadi!
(Putar video setiap kelompok di layar proyektor. Video terbaik dapat diputar di acara pesantren dengan izin pimpinan.)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kelompok dinyatakan selesai jika empat syarat ini terpenuhi.
Satu, durasi satu sampai dua menit, dan urutan sesuai storyboard.
Dua, ada judul di awal, serta nama tim dan nama pondok di akhir.
Tiga, gambar stabil, terang, dan pesan adab mudah dipahami.
Empat, tersimpan sebagai file MP4 di folder Video.
(Putar semua video. Setelah setiap video, minta kelas memberi satu pujian dan satu saran.)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urutan sesuai storyboard?
- ada judul dan nama tim?
- pesan adab mudah dipahami?
- video berhasil diekspor?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bagian mana dari videomu yang paling kamu banggakan?
Pertanyaan kedua: apa yang ingin kamu perbaiki jika mengulang?
(Minta 2–3 santri menjawab secara bergantian.)
Pesan adab kita hari ini: video dakwah harus jujur dan santun. Jangan menampilkan aib orang lain, jangan mengejek, dan jangan menampilkan sesuatu yang tidak pantas. Video yang baik akan terus mengalirkan kebaikan selama ditonton orang.
Pekan depan: kita masuk Modul 9, mengenal Kecerdasan Buatan atau AI. Alhamdulillah, Modul 8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image" Target="../media/image-27-12.png"/><Relationship Id="rId13" Type="http://schemas.openxmlformats.org/officeDocument/2006/relationships/image" Target="../media/image-27-13.png"/><Relationship Id="rId14" Type="http://schemas.openxmlformats.org/officeDocument/2006/relationships/image" Target="../media/image-27-14.png"/><Relationship Id="rId15" Type="http://schemas.openxmlformats.org/officeDocument/2006/relationships/slideLayout" Target="../slideLayouts/slideLayout1.xml"/><Relationship Id="rId1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slideLayout" Target="../slideLayouts/slideLayout1.xml"/><Relationship Id="rId10"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slideLayout" Target="../slideLayouts/slideLayout1.xml"/><Relationship Id="rId10"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slideLayout" Target="../slideLayouts/slideLayout1.xml"/><Relationship Id="rId11"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slideLayout" Target="../slideLayouts/slideLayout1.xml"/><Relationship Id="rId1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slideLayout" Target="../slideLayouts/slideLayout1.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slideLayout" Target="../slideLayouts/slideLayout1.xml"/><Relationship Id="rId11"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1 WUSTHA  ·  SEMESTER 2  ·  MODUL 8</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Video Digital</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Video Adab Santri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merencanakan dengan storyboard, merekam, dan mengedit video pendek bertema adab santri menggunakan HP dan aplikasi edit video gratis.</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22</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Dasar Video &amp; Storyboard</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23</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Syuting Video</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24</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Editing Video</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HP untuk merekam, Clipchamp (bawaan Windows 11) atau editor video Canva, Google Drive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22</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Dasar Video &amp; Storyboard</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Merencanakan sebelum merekam</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8: Video Digital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Apa bedanya video yang direncanakan dengan video yang asal rekam?</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22</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Mengenal jenis shot: wide, medium, dan close up</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Memahami pentingnya cahaya dan posisi kamera</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storyboard video adab 4–6 adegan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Tiga Jenis Shot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143000"/>
            <a:ext cx="2697480" cy="1554480"/>
          </a:xfrm>
          <a:prstGeom prst="roundRect">
            <a:avLst>
              <a:gd name="adj" fmla="val 3529"/>
            </a:avLst>
          </a:prstGeom>
          <a:solidFill>
            <a:srgbClr val="222222"/>
          </a:solidFill>
          <a:ln w="12700">
            <a:solidFill>
              <a:srgbClr val="222222"/>
            </a:solidFill>
            <a:prstDash val="solid"/>
          </a:ln>
        </p:spPr>
      </p:sp>
      <p:sp>
        <p:nvSpPr>
          <p:cNvPr id="10" name="Shape 6"/>
          <p:cNvSpPr/>
          <p:nvPr/>
        </p:nvSpPr>
        <p:spPr>
          <a:xfrm>
            <a:off x="457200" y="1188720"/>
            <a:ext cx="2606040" cy="1463040"/>
          </a:xfrm>
          <a:prstGeom prst="rect">
            <a:avLst/>
          </a:prstGeom>
          <a:solidFill>
            <a:srgbClr val="A9C7D6"/>
          </a:solidFill>
          <a:ln w="12700">
            <a:solidFill>
              <a:srgbClr val="A9C7D6"/>
            </a:solidFill>
            <a:prstDash val="solid"/>
          </a:ln>
        </p:spPr>
      </p:sp>
      <p:sp>
        <p:nvSpPr>
          <p:cNvPr id="11" name="Shape 7"/>
          <p:cNvSpPr/>
          <p:nvPr/>
        </p:nvSpPr>
        <p:spPr>
          <a:xfrm>
            <a:off x="457200" y="2139696"/>
            <a:ext cx="2606040" cy="512064"/>
          </a:xfrm>
          <a:prstGeom prst="rect">
            <a:avLst/>
          </a:prstGeom>
          <a:solidFill>
            <a:srgbClr val="C9B79C"/>
          </a:solidFill>
          <a:ln w="12700">
            <a:solidFill>
              <a:srgbClr val="C9B79C"/>
            </a:solidFill>
            <a:prstDash val="solid"/>
          </a:ln>
        </p:spPr>
      </p:sp>
      <p:sp>
        <p:nvSpPr>
          <p:cNvPr id="12" name="Shape 8"/>
          <p:cNvSpPr/>
          <p:nvPr/>
        </p:nvSpPr>
        <p:spPr>
          <a:xfrm>
            <a:off x="1890522" y="1481328"/>
            <a:ext cx="912114" cy="658368"/>
          </a:xfrm>
          <a:prstGeom prst="rect">
            <a:avLst/>
          </a:prstGeom>
          <a:solidFill>
            <a:srgbClr val="E6F2EC"/>
          </a:solidFill>
          <a:ln w="12700">
            <a:solidFill>
              <a:srgbClr val="E6F2EC"/>
            </a:solidFill>
            <a:prstDash val="solid"/>
          </a:ln>
        </p:spPr>
      </p:sp>
      <p:sp>
        <p:nvSpPr>
          <p:cNvPr id="13" name="Shape 9"/>
          <p:cNvSpPr/>
          <p:nvPr/>
        </p:nvSpPr>
        <p:spPr>
          <a:xfrm>
            <a:off x="1838401" y="1261872"/>
            <a:ext cx="1016356" cy="248717"/>
          </a:xfrm>
          <a:prstGeom prst="triangle">
            <a:avLst/>
          </a:prstGeom>
          <a:solidFill>
            <a:srgbClr val="1F7A5C"/>
          </a:solidFill>
          <a:ln/>
        </p:spPr>
      </p:sp>
      <p:sp>
        <p:nvSpPr>
          <p:cNvPr id="14" name="Shape 10"/>
          <p:cNvSpPr/>
          <p:nvPr/>
        </p:nvSpPr>
        <p:spPr>
          <a:xfrm>
            <a:off x="1148486" y="1744675"/>
            <a:ext cx="181051" cy="181051"/>
          </a:xfrm>
          <a:prstGeom prst="ellipse">
            <a:avLst/>
          </a:prstGeom>
          <a:solidFill>
            <a:srgbClr val="E8C39E"/>
          </a:solidFill>
          <a:ln/>
        </p:spPr>
      </p:sp>
      <p:sp>
        <p:nvSpPr>
          <p:cNvPr id="15" name="Shape 11"/>
          <p:cNvSpPr/>
          <p:nvPr/>
        </p:nvSpPr>
        <p:spPr>
          <a:xfrm>
            <a:off x="1098194" y="1935785"/>
            <a:ext cx="281635" cy="377190"/>
          </a:xfrm>
          <a:prstGeom prst="roundRect">
            <a:avLst>
              <a:gd name="adj" fmla="val 21429"/>
            </a:avLst>
          </a:prstGeom>
          <a:solidFill>
            <a:srgbClr val="1F7A5C"/>
          </a:solidFill>
          <a:ln w="12700">
            <a:solidFill>
              <a:srgbClr val="1F7A5C"/>
            </a:solidFill>
            <a:prstDash val="solid"/>
          </a:ln>
        </p:spPr>
      </p:sp>
      <p:sp>
        <p:nvSpPr>
          <p:cNvPr id="16" name="Shape 12"/>
          <p:cNvSpPr/>
          <p:nvPr/>
        </p:nvSpPr>
        <p:spPr>
          <a:xfrm>
            <a:off x="1138428" y="1714500"/>
            <a:ext cx="201168" cy="100584"/>
          </a:xfrm>
          <a:prstGeom prst="ellipse">
            <a:avLst/>
          </a:prstGeom>
          <a:solidFill>
            <a:srgbClr val="FFFFFF"/>
          </a:solidFill>
          <a:ln/>
        </p:spPr>
      </p:sp>
      <p:sp>
        <p:nvSpPr>
          <p:cNvPr id="17" name="Text 13"/>
          <p:cNvSpPr txBox="1"/>
          <p:nvPr/>
        </p:nvSpPr>
        <p:spPr>
          <a:xfrm>
            <a:off x="457200" y="2834640"/>
            <a:ext cx="260604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Wide Shot</a:t>
            </a:r>
            <a:endParaRPr lang="en-US" sz="1700" dirty="0"/>
          </a:p>
        </p:txBody>
      </p:sp>
      <p:sp>
        <p:nvSpPr>
          <p:cNvPr id="18" name="Text 14"/>
          <p:cNvSpPr txBox="1"/>
          <p:nvPr/>
        </p:nvSpPr>
        <p:spPr>
          <a:xfrm>
            <a:off x="548640" y="3200400"/>
            <a:ext cx="2423160" cy="73152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Gambar luas: menunjukkan tempat dan suasana</a:t>
            </a:r>
            <a:endParaRPr lang="en-US" sz="1300" dirty="0"/>
          </a:p>
        </p:txBody>
      </p:sp>
      <p:sp>
        <p:nvSpPr>
          <p:cNvPr id="19" name="Shape 15"/>
          <p:cNvSpPr/>
          <p:nvPr/>
        </p:nvSpPr>
        <p:spPr>
          <a:xfrm>
            <a:off x="3200400" y="1143000"/>
            <a:ext cx="2697480" cy="1554480"/>
          </a:xfrm>
          <a:prstGeom prst="roundRect">
            <a:avLst>
              <a:gd name="adj" fmla="val 3529"/>
            </a:avLst>
          </a:prstGeom>
          <a:solidFill>
            <a:srgbClr val="222222"/>
          </a:solidFill>
          <a:ln w="12700">
            <a:solidFill>
              <a:srgbClr val="222222"/>
            </a:solidFill>
            <a:prstDash val="solid"/>
          </a:ln>
        </p:spPr>
      </p:sp>
      <p:sp>
        <p:nvSpPr>
          <p:cNvPr id="20" name="Shape 16"/>
          <p:cNvSpPr/>
          <p:nvPr/>
        </p:nvSpPr>
        <p:spPr>
          <a:xfrm>
            <a:off x="3246120" y="1188720"/>
            <a:ext cx="2606040" cy="1463040"/>
          </a:xfrm>
          <a:prstGeom prst="rect">
            <a:avLst/>
          </a:prstGeom>
          <a:solidFill>
            <a:srgbClr val="A9C7D6"/>
          </a:solidFill>
          <a:ln w="12700">
            <a:solidFill>
              <a:srgbClr val="A9C7D6"/>
            </a:solidFill>
            <a:prstDash val="solid"/>
          </a:ln>
        </p:spPr>
      </p:sp>
      <p:sp>
        <p:nvSpPr>
          <p:cNvPr id="21" name="Shape 17"/>
          <p:cNvSpPr/>
          <p:nvPr/>
        </p:nvSpPr>
        <p:spPr>
          <a:xfrm>
            <a:off x="3246120" y="2139696"/>
            <a:ext cx="2606040" cy="512064"/>
          </a:xfrm>
          <a:prstGeom prst="rect">
            <a:avLst/>
          </a:prstGeom>
          <a:solidFill>
            <a:srgbClr val="C9B79C"/>
          </a:solidFill>
          <a:ln w="12700">
            <a:solidFill>
              <a:srgbClr val="C9B79C"/>
            </a:solidFill>
            <a:prstDash val="solid"/>
          </a:ln>
        </p:spPr>
      </p:sp>
      <p:sp>
        <p:nvSpPr>
          <p:cNvPr id="22" name="Shape 18"/>
          <p:cNvSpPr/>
          <p:nvPr/>
        </p:nvSpPr>
        <p:spPr>
          <a:xfrm>
            <a:off x="4344055" y="1364285"/>
            <a:ext cx="410169" cy="410169"/>
          </a:xfrm>
          <a:prstGeom prst="ellipse">
            <a:avLst/>
          </a:prstGeom>
          <a:solidFill>
            <a:srgbClr val="E8C39E"/>
          </a:solidFill>
          <a:ln/>
        </p:spPr>
      </p:sp>
      <p:sp>
        <p:nvSpPr>
          <p:cNvPr id="23" name="Shape 19"/>
          <p:cNvSpPr/>
          <p:nvPr/>
        </p:nvSpPr>
        <p:spPr>
          <a:xfrm>
            <a:off x="4230120" y="1797241"/>
            <a:ext cx="638041" cy="854519"/>
          </a:xfrm>
          <a:prstGeom prst="roundRect">
            <a:avLst>
              <a:gd name="adj" fmla="val 21429"/>
            </a:avLst>
          </a:prstGeom>
          <a:solidFill>
            <a:srgbClr val="1F7A5C"/>
          </a:solidFill>
          <a:ln w="12700">
            <a:solidFill>
              <a:srgbClr val="1F7A5C"/>
            </a:solidFill>
            <a:prstDash val="solid"/>
          </a:ln>
        </p:spPr>
      </p:sp>
      <p:sp>
        <p:nvSpPr>
          <p:cNvPr id="24" name="Shape 20"/>
          <p:cNvSpPr/>
          <p:nvPr/>
        </p:nvSpPr>
        <p:spPr>
          <a:xfrm>
            <a:off x="4321268" y="1295923"/>
            <a:ext cx="455743" cy="227872"/>
          </a:xfrm>
          <a:prstGeom prst="ellipse">
            <a:avLst/>
          </a:prstGeom>
          <a:solidFill>
            <a:srgbClr val="FFFFFF"/>
          </a:solidFill>
          <a:ln/>
        </p:spPr>
      </p:sp>
      <p:sp>
        <p:nvSpPr>
          <p:cNvPr id="25" name="Text 21"/>
          <p:cNvSpPr txBox="1"/>
          <p:nvPr/>
        </p:nvSpPr>
        <p:spPr>
          <a:xfrm>
            <a:off x="3246120" y="2834640"/>
            <a:ext cx="260604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Medium Shot</a:t>
            </a:r>
            <a:endParaRPr lang="en-US" sz="1700" dirty="0"/>
          </a:p>
        </p:txBody>
      </p:sp>
      <p:sp>
        <p:nvSpPr>
          <p:cNvPr id="26" name="Text 22"/>
          <p:cNvSpPr txBox="1"/>
          <p:nvPr/>
        </p:nvSpPr>
        <p:spPr>
          <a:xfrm>
            <a:off x="3337560" y="3200400"/>
            <a:ext cx="2423160" cy="73152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Pinggang ke atas: cocok untuk orang berbicara</a:t>
            </a:r>
            <a:endParaRPr lang="en-US" sz="1300" dirty="0"/>
          </a:p>
        </p:txBody>
      </p:sp>
      <p:sp>
        <p:nvSpPr>
          <p:cNvPr id="27" name="Shape 23"/>
          <p:cNvSpPr/>
          <p:nvPr/>
        </p:nvSpPr>
        <p:spPr>
          <a:xfrm>
            <a:off x="5989320" y="1143000"/>
            <a:ext cx="2697480" cy="1554480"/>
          </a:xfrm>
          <a:prstGeom prst="roundRect">
            <a:avLst>
              <a:gd name="adj" fmla="val 3529"/>
            </a:avLst>
          </a:prstGeom>
          <a:solidFill>
            <a:srgbClr val="222222"/>
          </a:solidFill>
          <a:ln w="12700">
            <a:solidFill>
              <a:srgbClr val="222222"/>
            </a:solidFill>
            <a:prstDash val="solid"/>
          </a:ln>
        </p:spPr>
      </p:sp>
      <p:sp>
        <p:nvSpPr>
          <p:cNvPr id="28" name="Shape 24"/>
          <p:cNvSpPr/>
          <p:nvPr/>
        </p:nvSpPr>
        <p:spPr>
          <a:xfrm>
            <a:off x="6035040" y="1188720"/>
            <a:ext cx="2606040" cy="1463040"/>
          </a:xfrm>
          <a:prstGeom prst="rect">
            <a:avLst/>
          </a:prstGeom>
          <a:solidFill>
            <a:srgbClr val="A9C7D6"/>
          </a:solidFill>
          <a:ln w="12700">
            <a:solidFill>
              <a:srgbClr val="A9C7D6"/>
            </a:solidFill>
            <a:prstDash val="solid"/>
          </a:ln>
        </p:spPr>
      </p:sp>
      <p:sp>
        <p:nvSpPr>
          <p:cNvPr id="29" name="Shape 25"/>
          <p:cNvSpPr/>
          <p:nvPr/>
        </p:nvSpPr>
        <p:spPr>
          <a:xfrm>
            <a:off x="6035040" y="2139696"/>
            <a:ext cx="2606040" cy="512064"/>
          </a:xfrm>
          <a:prstGeom prst="rect">
            <a:avLst/>
          </a:prstGeom>
          <a:solidFill>
            <a:srgbClr val="C9B79C"/>
          </a:solidFill>
          <a:ln w="12700">
            <a:solidFill>
              <a:srgbClr val="C9B79C"/>
            </a:solidFill>
            <a:prstDash val="solid"/>
          </a:ln>
        </p:spPr>
      </p:sp>
      <p:sp>
        <p:nvSpPr>
          <p:cNvPr id="30" name="Shape 26"/>
          <p:cNvSpPr/>
          <p:nvPr/>
        </p:nvSpPr>
        <p:spPr>
          <a:xfrm>
            <a:off x="6816852" y="1261872"/>
            <a:ext cx="1042416" cy="1463040"/>
          </a:xfrm>
          <a:prstGeom prst="ellipse">
            <a:avLst/>
          </a:prstGeom>
          <a:solidFill>
            <a:srgbClr val="E8C39E"/>
          </a:solidFill>
          <a:ln/>
        </p:spPr>
      </p:sp>
      <p:sp>
        <p:nvSpPr>
          <p:cNvPr id="31" name="Shape 27"/>
          <p:cNvSpPr/>
          <p:nvPr/>
        </p:nvSpPr>
        <p:spPr>
          <a:xfrm>
            <a:off x="6764731" y="1188720"/>
            <a:ext cx="1146658" cy="438912"/>
          </a:xfrm>
          <a:prstGeom prst="ellipse">
            <a:avLst/>
          </a:prstGeom>
          <a:solidFill>
            <a:srgbClr val="FFFFFF"/>
          </a:solidFill>
          <a:ln/>
        </p:spPr>
      </p:sp>
      <p:sp>
        <p:nvSpPr>
          <p:cNvPr id="32" name="Text 28"/>
          <p:cNvSpPr txBox="1"/>
          <p:nvPr/>
        </p:nvSpPr>
        <p:spPr>
          <a:xfrm>
            <a:off x="6035040" y="2834640"/>
            <a:ext cx="260604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Close Up</a:t>
            </a:r>
            <a:endParaRPr lang="en-US" sz="1700" dirty="0"/>
          </a:p>
        </p:txBody>
      </p:sp>
      <p:sp>
        <p:nvSpPr>
          <p:cNvPr id="33" name="Text 29"/>
          <p:cNvSpPr txBox="1"/>
          <p:nvPr/>
        </p:nvSpPr>
        <p:spPr>
          <a:xfrm>
            <a:off x="6126480" y="3200400"/>
            <a:ext cx="2423160" cy="73152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Gambar dekat: menunjukkan wajah atau detail</a:t>
            </a:r>
            <a:endParaRPr lang="en-US" sz="1300" dirty="0"/>
          </a:p>
        </p:txBody>
      </p:sp>
      <p:sp>
        <p:nvSpPr>
          <p:cNvPr id="34" name="Shape 30"/>
          <p:cNvSpPr/>
          <p:nvPr/>
        </p:nvSpPr>
        <p:spPr>
          <a:xfrm>
            <a:off x="457200" y="4023360"/>
            <a:ext cx="8229600" cy="548640"/>
          </a:xfrm>
          <a:prstGeom prst="roundRect">
            <a:avLst>
              <a:gd name="adj" fmla="val 16667"/>
            </a:avLst>
          </a:prstGeom>
          <a:solidFill>
            <a:srgbClr val="FBF1D3"/>
          </a:solidFill>
          <a:ln w="12700">
            <a:solidFill>
              <a:srgbClr val="FBF1D3"/>
            </a:solidFill>
            <a:prstDash val="solid"/>
          </a:ln>
        </p:spPr>
      </p:sp>
      <p:sp>
        <p:nvSpPr>
          <p:cNvPr id="35" name="Text 31"/>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Video yang baik memadukan ketiganya agar tidak membosankan.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Cahaya dan Posisi Kamera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Benar</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Cahaya datang dari depan objek</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HP mendatar (landscape)</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Kamera setinggi mata, dipegang stabil</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Salah</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Objek membelakangi jendela/matahari</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HP tegak untuk video kelas</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Kamera goyang dan berpindah-pindah</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Contoh Storyboard: Adab Masuk Masjid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20624" y="1152144"/>
            <a:ext cx="1993392" cy="1216152"/>
          </a:xfrm>
          <a:prstGeom prst="roundRect">
            <a:avLst>
              <a:gd name="adj" fmla="val 3008"/>
            </a:avLst>
          </a:prstGeom>
          <a:solidFill>
            <a:srgbClr val="333333"/>
          </a:solidFill>
          <a:ln w="12700">
            <a:solidFill>
              <a:srgbClr val="333333"/>
            </a:solidFill>
            <a:prstDash val="solid"/>
          </a:ln>
        </p:spPr>
      </p:sp>
      <p:sp>
        <p:nvSpPr>
          <p:cNvPr id="10" name="Shape 6"/>
          <p:cNvSpPr/>
          <p:nvPr/>
        </p:nvSpPr>
        <p:spPr>
          <a:xfrm>
            <a:off x="457200" y="1188720"/>
            <a:ext cx="1920240" cy="1143000"/>
          </a:xfrm>
          <a:prstGeom prst="rect">
            <a:avLst/>
          </a:prstGeom>
          <a:solidFill>
            <a:srgbClr val="A9C7D6"/>
          </a:solidFill>
          <a:ln w="12700">
            <a:solidFill>
              <a:srgbClr val="A9C7D6"/>
            </a:solidFill>
            <a:prstDash val="solid"/>
          </a:ln>
        </p:spPr>
      </p:sp>
      <p:sp>
        <p:nvSpPr>
          <p:cNvPr id="11" name="Shape 7"/>
          <p:cNvSpPr/>
          <p:nvPr/>
        </p:nvSpPr>
        <p:spPr>
          <a:xfrm>
            <a:off x="457200" y="1931670"/>
            <a:ext cx="1920240" cy="400050"/>
          </a:xfrm>
          <a:prstGeom prst="rect">
            <a:avLst/>
          </a:prstGeom>
          <a:solidFill>
            <a:srgbClr val="C9B79C"/>
          </a:solidFill>
          <a:ln w="12700">
            <a:solidFill>
              <a:srgbClr val="C9B79C"/>
            </a:solidFill>
            <a:prstDash val="solid"/>
          </a:ln>
        </p:spPr>
      </p:sp>
      <p:sp>
        <p:nvSpPr>
          <p:cNvPr id="12" name="Shape 8"/>
          <p:cNvSpPr/>
          <p:nvPr/>
        </p:nvSpPr>
        <p:spPr>
          <a:xfrm>
            <a:off x="1513332" y="1417320"/>
            <a:ext cx="672084" cy="514350"/>
          </a:xfrm>
          <a:prstGeom prst="rect">
            <a:avLst/>
          </a:prstGeom>
          <a:solidFill>
            <a:srgbClr val="E6F2EC"/>
          </a:solidFill>
          <a:ln w="12700">
            <a:solidFill>
              <a:srgbClr val="E6F2EC"/>
            </a:solidFill>
            <a:prstDash val="solid"/>
          </a:ln>
        </p:spPr>
      </p:sp>
      <p:sp>
        <p:nvSpPr>
          <p:cNvPr id="13" name="Shape 9"/>
          <p:cNvSpPr/>
          <p:nvPr/>
        </p:nvSpPr>
        <p:spPr>
          <a:xfrm>
            <a:off x="1474927" y="1245870"/>
            <a:ext cx="748894" cy="194310"/>
          </a:xfrm>
          <a:prstGeom prst="triangle">
            <a:avLst/>
          </a:prstGeom>
          <a:solidFill>
            <a:srgbClr val="1F7A5C"/>
          </a:solidFill>
          <a:ln/>
        </p:spPr>
      </p:sp>
      <p:sp>
        <p:nvSpPr>
          <p:cNvPr id="14" name="Shape 10"/>
          <p:cNvSpPr/>
          <p:nvPr/>
        </p:nvSpPr>
        <p:spPr>
          <a:xfrm>
            <a:off x="942746" y="1623060"/>
            <a:ext cx="181051" cy="181051"/>
          </a:xfrm>
          <a:prstGeom prst="ellipse">
            <a:avLst/>
          </a:prstGeom>
          <a:solidFill>
            <a:srgbClr val="E8C39E"/>
          </a:solidFill>
          <a:ln/>
        </p:spPr>
      </p:sp>
      <p:sp>
        <p:nvSpPr>
          <p:cNvPr id="15" name="Shape 11"/>
          <p:cNvSpPr/>
          <p:nvPr/>
        </p:nvSpPr>
        <p:spPr>
          <a:xfrm>
            <a:off x="892454" y="1814170"/>
            <a:ext cx="281635" cy="377190"/>
          </a:xfrm>
          <a:prstGeom prst="roundRect">
            <a:avLst>
              <a:gd name="adj" fmla="val 21429"/>
            </a:avLst>
          </a:prstGeom>
          <a:solidFill>
            <a:srgbClr val="1F7A5C"/>
          </a:solidFill>
          <a:ln w="12700">
            <a:solidFill>
              <a:srgbClr val="1F7A5C"/>
            </a:solidFill>
            <a:prstDash val="solid"/>
          </a:ln>
        </p:spPr>
      </p:sp>
      <p:sp>
        <p:nvSpPr>
          <p:cNvPr id="16" name="Shape 12"/>
          <p:cNvSpPr/>
          <p:nvPr/>
        </p:nvSpPr>
        <p:spPr>
          <a:xfrm>
            <a:off x="932688" y="1592885"/>
            <a:ext cx="201168" cy="100584"/>
          </a:xfrm>
          <a:prstGeom prst="ellipse">
            <a:avLst/>
          </a:prstGeom>
          <a:solidFill>
            <a:srgbClr val="FFFFFF"/>
          </a:solidFill>
          <a:ln/>
        </p:spPr>
      </p:sp>
      <p:sp>
        <p:nvSpPr>
          <p:cNvPr id="17" name="Text 13"/>
          <p:cNvSpPr txBox="1"/>
          <p:nvPr/>
        </p:nvSpPr>
        <p:spPr>
          <a:xfrm>
            <a:off x="457200" y="2423160"/>
            <a:ext cx="1920240" cy="274320"/>
          </a:xfrm>
          <a:prstGeom prst="rect">
            <a:avLst/>
          </a:prstGeom>
          <a:noFill/>
          <a:ln/>
        </p:spPr>
        <p:txBody>
          <a:bodyPr wrap="square" lIns="0" tIns="0" rIns="0" bIns="0" rtlCol="0" anchor="t"/>
          <a:lstStyle/>
          <a:p>
            <a:pPr indent="0" marL="0">
              <a:buNone/>
            </a:pPr>
            <a:r>
              <a:rPr lang="en-US" sz="1200" b="1" dirty="0">
                <a:solidFill>
                  <a:srgbClr val="E53935"/>
                </a:solidFill>
                <a:latin typeface="Calibri" pitchFamily="34" charset="0"/>
                <a:ea typeface="Calibri" pitchFamily="34" charset="-122"/>
                <a:cs typeface="Calibri" pitchFamily="34" charset="-120"/>
              </a:rPr>
              <a:t>1. Wide · 5 dtk</a:t>
            </a:r>
            <a:endParaRPr lang="en-US" sz="1200" dirty="0"/>
          </a:p>
        </p:txBody>
      </p:sp>
      <p:sp>
        <p:nvSpPr>
          <p:cNvPr id="18" name="Text 14"/>
          <p:cNvSpPr txBox="1"/>
          <p:nvPr/>
        </p:nvSpPr>
        <p:spPr>
          <a:xfrm>
            <a:off x="457200" y="2697480"/>
            <a:ext cx="1920240" cy="54864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Santri berjalan menuju masjid</a:t>
            </a:r>
            <a:endParaRPr lang="en-US" sz="1250" dirty="0"/>
          </a:p>
        </p:txBody>
      </p:sp>
      <p:sp>
        <p:nvSpPr>
          <p:cNvPr id="19" name="Shape 15"/>
          <p:cNvSpPr/>
          <p:nvPr/>
        </p:nvSpPr>
        <p:spPr>
          <a:xfrm>
            <a:off x="2523744" y="1152144"/>
            <a:ext cx="1993392" cy="1216152"/>
          </a:xfrm>
          <a:prstGeom prst="roundRect">
            <a:avLst>
              <a:gd name="adj" fmla="val 3008"/>
            </a:avLst>
          </a:prstGeom>
          <a:solidFill>
            <a:srgbClr val="333333"/>
          </a:solidFill>
          <a:ln w="12700">
            <a:solidFill>
              <a:srgbClr val="333333"/>
            </a:solidFill>
            <a:prstDash val="solid"/>
          </a:ln>
        </p:spPr>
      </p:sp>
      <p:sp>
        <p:nvSpPr>
          <p:cNvPr id="20" name="Shape 16"/>
          <p:cNvSpPr/>
          <p:nvPr/>
        </p:nvSpPr>
        <p:spPr>
          <a:xfrm>
            <a:off x="2560320" y="1188720"/>
            <a:ext cx="1920240" cy="1143000"/>
          </a:xfrm>
          <a:prstGeom prst="rect">
            <a:avLst/>
          </a:prstGeom>
          <a:solidFill>
            <a:srgbClr val="A9C7D6"/>
          </a:solidFill>
          <a:ln w="12700">
            <a:solidFill>
              <a:srgbClr val="A9C7D6"/>
            </a:solidFill>
            <a:prstDash val="solid"/>
          </a:ln>
        </p:spPr>
      </p:sp>
      <p:sp>
        <p:nvSpPr>
          <p:cNvPr id="21" name="Shape 17"/>
          <p:cNvSpPr/>
          <p:nvPr/>
        </p:nvSpPr>
        <p:spPr>
          <a:xfrm>
            <a:off x="2560320" y="1931670"/>
            <a:ext cx="1920240" cy="400050"/>
          </a:xfrm>
          <a:prstGeom prst="rect">
            <a:avLst/>
          </a:prstGeom>
          <a:solidFill>
            <a:srgbClr val="C9B79C"/>
          </a:solidFill>
          <a:ln w="12700">
            <a:solidFill>
              <a:srgbClr val="C9B79C"/>
            </a:solidFill>
            <a:prstDash val="solid"/>
          </a:ln>
        </p:spPr>
      </p:sp>
      <p:sp>
        <p:nvSpPr>
          <p:cNvPr id="22" name="Shape 18"/>
          <p:cNvSpPr/>
          <p:nvPr/>
        </p:nvSpPr>
        <p:spPr>
          <a:xfrm>
            <a:off x="3136392" y="1245870"/>
            <a:ext cx="768096" cy="1143000"/>
          </a:xfrm>
          <a:prstGeom prst="ellipse">
            <a:avLst/>
          </a:prstGeom>
          <a:solidFill>
            <a:srgbClr val="E8C39E"/>
          </a:solidFill>
          <a:ln/>
        </p:spPr>
      </p:sp>
      <p:sp>
        <p:nvSpPr>
          <p:cNvPr id="23" name="Shape 19"/>
          <p:cNvSpPr/>
          <p:nvPr/>
        </p:nvSpPr>
        <p:spPr>
          <a:xfrm>
            <a:off x="3097987" y="1188720"/>
            <a:ext cx="844906" cy="342900"/>
          </a:xfrm>
          <a:prstGeom prst="ellipse">
            <a:avLst/>
          </a:prstGeom>
          <a:solidFill>
            <a:srgbClr val="FFFFFF"/>
          </a:solidFill>
          <a:ln/>
        </p:spPr>
      </p:sp>
      <p:sp>
        <p:nvSpPr>
          <p:cNvPr id="24" name="Text 20"/>
          <p:cNvSpPr txBox="1"/>
          <p:nvPr/>
        </p:nvSpPr>
        <p:spPr>
          <a:xfrm>
            <a:off x="2560320" y="2423160"/>
            <a:ext cx="1920240" cy="274320"/>
          </a:xfrm>
          <a:prstGeom prst="rect">
            <a:avLst/>
          </a:prstGeom>
          <a:noFill/>
          <a:ln/>
        </p:spPr>
        <p:txBody>
          <a:bodyPr wrap="square" lIns="0" tIns="0" rIns="0" bIns="0" rtlCol="0" anchor="t"/>
          <a:lstStyle/>
          <a:p>
            <a:pPr indent="0" marL="0">
              <a:buNone/>
            </a:pPr>
            <a:r>
              <a:rPr lang="en-US" sz="1200" b="1" dirty="0">
                <a:solidFill>
                  <a:srgbClr val="E53935"/>
                </a:solidFill>
                <a:latin typeface="Calibri" pitchFamily="34" charset="0"/>
                <a:ea typeface="Calibri" pitchFamily="34" charset="-122"/>
                <a:cs typeface="Calibri" pitchFamily="34" charset="-120"/>
              </a:rPr>
              <a:t>2. Close up · 4 dtk</a:t>
            </a:r>
            <a:endParaRPr lang="en-US" sz="1200" dirty="0"/>
          </a:p>
        </p:txBody>
      </p:sp>
      <p:sp>
        <p:nvSpPr>
          <p:cNvPr id="25" name="Text 21"/>
          <p:cNvSpPr txBox="1"/>
          <p:nvPr/>
        </p:nvSpPr>
        <p:spPr>
          <a:xfrm>
            <a:off x="2560320" y="2697480"/>
            <a:ext cx="1920240" cy="54864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Kaki kanan melangkah masuk</a:t>
            </a:r>
            <a:endParaRPr lang="en-US" sz="1250" dirty="0"/>
          </a:p>
        </p:txBody>
      </p:sp>
      <p:sp>
        <p:nvSpPr>
          <p:cNvPr id="26" name="Shape 22"/>
          <p:cNvSpPr/>
          <p:nvPr/>
        </p:nvSpPr>
        <p:spPr>
          <a:xfrm>
            <a:off x="4626864" y="1152144"/>
            <a:ext cx="1993392" cy="1216152"/>
          </a:xfrm>
          <a:prstGeom prst="roundRect">
            <a:avLst>
              <a:gd name="adj" fmla="val 3008"/>
            </a:avLst>
          </a:prstGeom>
          <a:solidFill>
            <a:srgbClr val="333333"/>
          </a:solidFill>
          <a:ln w="12700">
            <a:solidFill>
              <a:srgbClr val="333333"/>
            </a:solidFill>
            <a:prstDash val="solid"/>
          </a:ln>
        </p:spPr>
      </p:sp>
      <p:sp>
        <p:nvSpPr>
          <p:cNvPr id="27" name="Shape 23"/>
          <p:cNvSpPr/>
          <p:nvPr/>
        </p:nvSpPr>
        <p:spPr>
          <a:xfrm>
            <a:off x="4663440" y="1188720"/>
            <a:ext cx="1920240" cy="1143000"/>
          </a:xfrm>
          <a:prstGeom prst="rect">
            <a:avLst/>
          </a:prstGeom>
          <a:solidFill>
            <a:srgbClr val="A9C7D6"/>
          </a:solidFill>
          <a:ln w="12700">
            <a:solidFill>
              <a:srgbClr val="A9C7D6"/>
            </a:solidFill>
            <a:prstDash val="solid"/>
          </a:ln>
        </p:spPr>
      </p:sp>
      <p:sp>
        <p:nvSpPr>
          <p:cNvPr id="28" name="Shape 24"/>
          <p:cNvSpPr/>
          <p:nvPr/>
        </p:nvSpPr>
        <p:spPr>
          <a:xfrm>
            <a:off x="4663440" y="1931670"/>
            <a:ext cx="1920240" cy="400050"/>
          </a:xfrm>
          <a:prstGeom prst="rect">
            <a:avLst/>
          </a:prstGeom>
          <a:solidFill>
            <a:srgbClr val="C9B79C"/>
          </a:solidFill>
          <a:ln w="12700">
            <a:solidFill>
              <a:srgbClr val="C9B79C"/>
            </a:solidFill>
            <a:prstDash val="solid"/>
          </a:ln>
        </p:spPr>
      </p:sp>
      <p:sp>
        <p:nvSpPr>
          <p:cNvPr id="29" name="Shape 25"/>
          <p:cNvSpPr/>
          <p:nvPr/>
        </p:nvSpPr>
        <p:spPr>
          <a:xfrm>
            <a:off x="5463338" y="1325880"/>
            <a:ext cx="320445" cy="320445"/>
          </a:xfrm>
          <a:prstGeom prst="ellipse">
            <a:avLst/>
          </a:prstGeom>
          <a:solidFill>
            <a:srgbClr val="E8C39E"/>
          </a:solidFill>
          <a:ln/>
        </p:spPr>
      </p:sp>
      <p:sp>
        <p:nvSpPr>
          <p:cNvPr id="30" name="Shape 26"/>
          <p:cNvSpPr/>
          <p:nvPr/>
        </p:nvSpPr>
        <p:spPr>
          <a:xfrm>
            <a:off x="5374325" y="1664127"/>
            <a:ext cx="498469" cy="667593"/>
          </a:xfrm>
          <a:prstGeom prst="roundRect">
            <a:avLst>
              <a:gd name="adj" fmla="val 21429"/>
            </a:avLst>
          </a:prstGeom>
          <a:solidFill>
            <a:srgbClr val="1F7A5C"/>
          </a:solidFill>
          <a:ln w="12700">
            <a:solidFill>
              <a:srgbClr val="1F7A5C"/>
            </a:solidFill>
            <a:prstDash val="solid"/>
          </a:ln>
        </p:spPr>
      </p:sp>
      <p:sp>
        <p:nvSpPr>
          <p:cNvPr id="31" name="Shape 27"/>
          <p:cNvSpPr/>
          <p:nvPr/>
        </p:nvSpPr>
        <p:spPr>
          <a:xfrm>
            <a:off x="5445535" y="1272473"/>
            <a:ext cx="356050" cy="178025"/>
          </a:xfrm>
          <a:prstGeom prst="ellipse">
            <a:avLst/>
          </a:prstGeom>
          <a:solidFill>
            <a:srgbClr val="FFFFFF"/>
          </a:solidFill>
          <a:ln/>
        </p:spPr>
      </p:sp>
      <p:sp>
        <p:nvSpPr>
          <p:cNvPr id="32" name="Text 28"/>
          <p:cNvSpPr txBox="1"/>
          <p:nvPr/>
        </p:nvSpPr>
        <p:spPr>
          <a:xfrm>
            <a:off x="4663440" y="2423160"/>
            <a:ext cx="1920240" cy="274320"/>
          </a:xfrm>
          <a:prstGeom prst="rect">
            <a:avLst/>
          </a:prstGeom>
          <a:noFill/>
          <a:ln/>
        </p:spPr>
        <p:txBody>
          <a:bodyPr wrap="square" lIns="0" tIns="0" rIns="0" bIns="0" rtlCol="0" anchor="t"/>
          <a:lstStyle/>
          <a:p>
            <a:pPr indent="0" marL="0">
              <a:buNone/>
            </a:pPr>
            <a:r>
              <a:rPr lang="en-US" sz="1200" b="1" dirty="0">
                <a:solidFill>
                  <a:srgbClr val="E53935"/>
                </a:solidFill>
                <a:latin typeface="Calibri" pitchFamily="34" charset="0"/>
                <a:ea typeface="Calibri" pitchFamily="34" charset="-122"/>
                <a:cs typeface="Calibri" pitchFamily="34" charset="-120"/>
              </a:rPr>
              <a:t>3. Medium · 6 dtk</a:t>
            </a:r>
            <a:endParaRPr lang="en-US" sz="1200" dirty="0"/>
          </a:p>
        </p:txBody>
      </p:sp>
      <p:sp>
        <p:nvSpPr>
          <p:cNvPr id="33" name="Text 29"/>
          <p:cNvSpPr txBox="1"/>
          <p:nvPr/>
        </p:nvSpPr>
        <p:spPr>
          <a:xfrm>
            <a:off x="4663440" y="2697480"/>
            <a:ext cx="1920240" cy="54864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Membaca doa masuk masjid</a:t>
            </a:r>
            <a:endParaRPr lang="en-US" sz="1250" dirty="0"/>
          </a:p>
        </p:txBody>
      </p:sp>
      <p:sp>
        <p:nvSpPr>
          <p:cNvPr id="34" name="Shape 30"/>
          <p:cNvSpPr/>
          <p:nvPr/>
        </p:nvSpPr>
        <p:spPr>
          <a:xfrm>
            <a:off x="6729984" y="1152144"/>
            <a:ext cx="1993392" cy="1216152"/>
          </a:xfrm>
          <a:prstGeom prst="roundRect">
            <a:avLst>
              <a:gd name="adj" fmla="val 3008"/>
            </a:avLst>
          </a:prstGeom>
          <a:solidFill>
            <a:srgbClr val="333333"/>
          </a:solidFill>
          <a:ln w="12700">
            <a:solidFill>
              <a:srgbClr val="333333"/>
            </a:solidFill>
            <a:prstDash val="solid"/>
          </a:ln>
        </p:spPr>
      </p:sp>
      <p:sp>
        <p:nvSpPr>
          <p:cNvPr id="35" name="Shape 31"/>
          <p:cNvSpPr/>
          <p:nvPr/>
        </p:nvSpPr>
        <p:spPr>
          <a:xfrm>
            <a:off x="6766560" y="1188720"/>
            <a:ext cx="1920240" cy="1143000"/>
          </a:xfrm>
          <a:prstGeom prst="rect">
            <a:avLst/>
          </a:prstGeom>
          <a:solidFill>
            <a:srgbClr val="A9C7D6"/>
          </a:solidFill>
          <a:ln w="12700">
            <a:solidFill>
              <a:srgbClr val="A9C7D6"/>
            </a:solidFill>
            <a:prstDash val="solid"/>
          </a:ln>
        </p:spPr>
      </p:sp>
      <p:sp>
        <p:nvSpPr>
          <p:cNvPr id="36" name="Shape 32"/>
          <p:cNvSpPr/>
          <p:nvPr/>
        </p:nvSpPr>
        <p:spPr>
          <a:xfrm>
            <a:off x="6766560" y="1931670"/>
            <a:ext cx="1920240" cy="400050"/>
          </a:xfrm>
          <a:prstGeom prst="rect">
            <a:avLst/>
          </a:prstGeom>
          <a:solidFill>
            <a:srgbClr val="C9B79C"/>
          </a:solidFill>
          <a:ln w="12700">
            <a:solidFill>
              <a:srgbClr val="C9B79C"/>
            </a:solidFill>
            <a:prstDash val="solid"/>
          </a:ln>
        </p:spPr>
      </p:sp>
      <p:sp>
        <p:nvSpPr>
          <p:cNvPr id="37" name="Shape 33"/>
          <p:cNvSpPr/>
          <p:nvPr/>
        </p:nvSpPr>
        <p:spPr>
          <a:xfrm>
            <a:off x="7566458" y="1325880"/>
            <a:ext cx="320445" cy="320445"/>
          </a:xfrm>
          <a:prstGeom prst="ellipse">
            <a:avLst/>
          </a:prstGeom>
          <a:solidFill>
            <a:srgbClr val="E8C39E"/>
          </a:solidFill>
          <a:ln/>
        </p:spPr>
      </p:sp>
      <p:sp>
        <p:nvSpPr>
          <p:cNvPr id="38" name="Shape 34"/>
          <p:cNvSpPr/>
          <p:nvPr/>
        </p:nvSpPr>
        <p:spPr>
          <a:xfrm>
            <a:off x="7477445" y="1664127"/>
            <a:ext cx="498469" cy="667593"/>
          </a:xfrm>
          <a:prstGeom prst="roundRect">
            <a:avLst>
              <a:gd name="adj" fmla="val 21429"/>
            </a:avLst>
          </a:prstGeom>
          <a:solidFill>
            <a:srgbClr val="1F7A5C"/>
          </a:solidFill>
          <a:ln w="12700">
            <a:solidFill>
              <a:srgbClr val="1F7A5C"/>
            </a:solidFill>
            <a:prstDash val="solid"/>
          </a:ln>
        </p:spPr>
      </p:sp>
      <p:sp>
        <p:nvSpPr>
          <p:cNvPr id="39" name="Shape 35"/>
          <p:cNvSpPr/>
          <p:nvPr/>
        </p:nvSpPr>
        <p:spPr>
          <a:xfrm>
            <a:off x="7548655" y="1272473"/>
            <a:ext cx="356050" cy="178025"/>
          </a:xfrm>
          <a:prstGeom prst="ellipse">
            <a:avLst/>
          </a:prstGeom>
          <a:solidFill>
            <a:srgbClr val="FFFFFF"/>
          </a:solidFill>
          <a:ln/>
        </p:spPr>
      </p:sp>
      <p:sp>
        <p:nvSpPr>
          <p:cNvPr id="40" name="Text 36"/>
          <p:cNvSpPr txBox="1"/>
          <p:nvPr/>
        </p:nvSpPr>
        <p:spPr>
          <a:xfrm>
            <a:off x="6766560" y="2423160"/>
            <a:ext cx="1920240" cy="274320"/>
          </a:xfrm>
          <a:prstGeom prst="rect">
            <a:avLst/>
          </a:prstGeom>
          <a:noFill/>
          <a:ln/>
        </p:spPr>
        <p:txBody>
          <a:bodyPr wrap="square" lIns="0" tIns="0" rIns="0" bIns="0" rtlCol="0" anchor="t"/>
          <a:lstStyle/>
          <a:p>
            <a:pPr indent="0" marL="0">
              <a:buNone/>
            </a:pPr>
            <a:r>
              <a:rPr lang="en-US" sz="1200" b="1" dirty="0">
                <a:solidFill>
                  <a:srgbClr val="E53935"/>
                </a:solidFill>
                <a:latin typeface="Calibri" pitchFamily="34" charset="0"/>
                <a:ea typeface="Calibri" pitchFamily="34" charset="-122"/>
                <a:cs typeface="Calibri" pitchFamily="34" charset="-120"/>
              </a:rPr>
              <a:t>4. Medium · 6 dtk</a:t>
            </a:r>
            <a:endParaRPr lang="en-US" sz="1200" dirty="0"/>
          </a:p>
        </p:txBody>
      </p:sp>
      <p:sp>
        <p:nvSpPr>
          <p:cNvPr id="41" name="Text 37"/>
          <p:cNvSpPr txBox="1"/>
          <p:nvPr/>
        </p:nvSpPr>
        <p:spPr>
          <a:xfrm>
            <a:off x="6766560" y="2697480"/>
            <a:ext cx="1920240" cy="54864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Sholat tahiyatul masjid</a:t>
            </a:r>
            <a:endParaRPr lang="en-US" sz="1250" dirty="0"/>
          </a:p>
        </p:txBody>
      </p:sp>
      <p:sp>
        <p:nvSpPr>
          <p:cNvPr id="42" name="Shape 38"/>
          <p:cNvSpPr/>
          <p:nvPr/>
        </p:nvSpPr>
        <p:spPr>
          <a:xfrm>
            <a:off x="457200" y="3429000"/>
            <a:ext cx="8229600" cy="1143000"/>
          </a:xfrm>
          <a:prstGeom prst="roundRect">
            <a:avLst>
              <a:gd name="adj" fmla="val 8000"/>
            </a:avLst>
          </a:prstGeom>
          <a:solidFill>
            <a:srgbClr val="E6F2EC"/>
          </a:solidFill>
          <a:ln w="12700">
            <a:solidFill>
              <a:srgbClr val="E6F2EC"/>
            </a:solidFill>
            <a:prstDash val="solid"/>
          </a:ln>
        </p:spPr>
      </p:sp>
      <p:sp>
        <p:nvSpPr>
          <p:cNvPr id="43" name="Text 39"/>
          <p:cNvSpPr txBox="1"/>
          <p:nvPr/>
        </p:nvSpPr>
        <p:spPr>
          <a:xfrm>
            <a:off x="685800" y="3474720"/>
            <a:ext cx="7772400" cy="105156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Isi setiap kotak storyboard: </a:t>
            </a:r>
            <a:pPr indent="0" marL="0">
              <a:buNone/>
            </a:pPr>
            <a:r>
              <a:rPr lang="en-US" sz="1400" dirty="0">
                <a:solidFill>
                  <a:srgbClr val="1E2A26"/>
                </a:solidFill>
                <a:latin typeface="Calibri" pitchFamily="34" charset="0"/>
                <a:ea typeface="Calibri" pitchFamily="34" charset="-122"/>
                <a:cs typeface="Calibri" pitchFamily="34" charset="-120"/>
              </a:rPr>
              <a:t>nomor adegan · gambar sketsa · jenis shot · durasi · keterangan kegiatan · teks atau narasi (jika ada).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Merancang Video Adab Santri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Mencoba tiga jenis shot dengan HP</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storyboard kelompok</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Mencoba Kamera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76656" y="1894820"/>
            <a:ext cx="4773168" cy="2291121"/>
          </a:xfrm>
          <a:prstGeom prst="roundRect">
            <a:avLst>
              <a:gd name="adj" fmla="val 7184"/>
            </a:avLst>
          </a:prstGeom>
          <a:solidFill>
            <a:srgbClr val="1A1A1A"/>
          </a:solidFill>
          <a:ln w="12700">
            <a:solidFill>
              <a:srgbClr val="1A1A1A"/>
            </a:solidFill>
            <a:prstDash val="solid"/>
          </a:ln>
        </p:spPr>
      </p:sp>
      <p:sp>
        <p:nvSpPr>
          <p:cNvPr id="10" name="Shape 6"/>
          <p:cNvSpPr/>
          <p:nvPr/>
        </p:nvSpPr>
        <p:spPr>
          <a:xfrm>
            <a:off x="768096" y="1986260"/>
            <a:ext cx="4590288" cy="2108241"/>
          </a:xfrm>
          <a:prstGeom prst="roundRect">
            <a:avLst>
              <a:gd name="adj" fmla="val 5205"/>
            </a:avLst>
          </a:prstGeom>
          <a:solidFill>
            <a:srgbClr val="6B8E9E"/>
          </a:solidFill>
          <a:ln w="12700">
            <a:solidFill>
              <a:srgbClr val="6B8E9E"/>
            </a:solidFill>
            <a:prstDash val="solid"/>
          </a:ln>
        </p:spPr>
      </p:sp>
      <p:sp>
        <p:nvSpPr>
          <p:cNvPr id="11" name="Shape 7"/>
          <p:cNvSpPr/>
          <p:nvPr/>
        </p:nvSpPr>
        <p:spPr>
          <a:xfrm>
            <a:off x="768096" y="1986260"/>
            <a:ext cx="4590288" cy="2108241"/>
          </a:xfrm>
          <a:prstGeom prst="rect">
            <a:avLst/>
          </a:prstGeom>
          <a:solidFill>
            <a:srgbClr val="A9C7D6"/>
          </a:solidFill>
          <a:ln w="12700">
            <a:solidFill>
              <a:srgbClr val="A9C7D6"/>
            </a:solidFill>
            <a:prstDash val="solid"/>
          </a:ln>
        </p:spPr>
      </p:sp>
      <p:sp>
        <p:nvSpPr>
          <p:cNvPr id="12" name="Shape 8"/>
          <p:cNvSpPr/>
          <p:nvPr/>
        </p:nvSpPr>
        <p:spPr>
          <a:xfrm>
            <a:off x="768096" y="3356616"/>
            <a:ext cx="4590288" cy="737884"/>
          </a:xfrm>
          <a:prstGeom prst="rect">
            <a:avLst/>
          </a:prstGeom>
          <a:solidFill>
            <a:srgbClr val="C9B79C"/>
          </a:solidFill>
          <a:ln w="12700">
            <a:solidFill>
              <a:srgbClr val="C9B79C"/>
            </a:solidFill>
            <a:prstDash val="solid"/>
          </a:ln>
        </p:spPr>
      </p:sp>
      <p:sp>
        <p:nvSpPr>
          <p:cNvPr id="13" name="Shape 9"/>
          <p:cNvSpPr/>
          <p:nvPr/>
        </p:nvSpPr>
        <p:spPr>
          <a:xfrm>
            <a:off x="2767713" y="2239249"/>
            <a:ext cx="591054" cy="591054"/>
          </a:xfrm>
          <a:prstGeom prst="ellipse">
            <a:avLst/>
          </a:prstGeom>
          <a:solidFill>
            <a:srgbClr val="E8C39E"/>
          </a:solidFill>
          <a:ln/>
        </p:spPr>
      </p:sp>
      <p:sp>
        <p:nvSpPr>
          <p:cNvPr id="14" name="Shape 10"/>
          <p:cNvSpPr/>
          <p:nvPr/>
        </p:nvSpPr>
        <p:spPr>
          <a:xfrm>
            <a:off x="2603532" y="2863139"/>
            <a:ext cx="919417" cy="1231362"/>
          </a:xfrm>
          <a:prstGeom prst="roundRect">
            <a:avLst>
              <a:gd name="adj" fmla="val 21429"/>
            </a:avLst>
          </a:prstGeom>
          <a:solidFill>
            <a:srgbClr val="1F7A5C"/>
          </a:solidFill>
          <a:ln w="12700">
            <a:solidFill>
              <a:srgbClr val="1F7A5C"/>
            </a:solidFill>
            <a:prstDash val="solid"/>
          </a:ln>
        </p:spPr>
      </p:sp>
      <p:sp>
        <p:nvSpPr>
          <p:cNvPr id="15" name="Shape 11"/>
          <p:cNvSpPr/>
          <p:nvPr/>
        </p:nvSpPr>
        <p:spPr>
          <a:xfrm>
            <a:off x="2734877" y="2140740"/>
            <a:ext cx="656726" cy="328363"/>
          </a:xfrm>
          <a:prstGeom prst="ellipse">
            <a:avLst/>
          </a:prstGeom>
          <a:solidFill>
            <a:srgbClr val="FFFFFF"/>
          </a:solidFill>
          <a:ln/>
        </p:spPr>
      </p:sp>
      <p:sp>
        <p:nvSpPr>
          <p:cNvPr id="16" name="Shape 12"/>
          <p:cNvSpPr/>
          <p:nvPr/>
        </p:nvSpPr>
        <p:spPr>
          <a:xfrm>
            <a:off x="2298192" y="1986260"/>
            <a:ext cx="0" cy="2108241"/>
          </a:xfrm>
          <a:prstGeom prst="line">
            <a:avLst/>
          </a:prstGeom>
          <a:noFill/>
          <a:ln w="6350">
            <a:solidFill>
              <a:srgbClr val="FFFFFF">
                <a:alpha val="60000"/>
              </a:srgbClr>
            </a:solidFill>
            <a:prstDash val="solid"/>
          </a:ln>
        </p:spPr>
      </p:sp>
      <p:sp>
        <p:nvSpPr>
          <p:cNvPr id="17" name="Shape 13"/>
          <p:cNvSpPr/>
          <p:nvPr/>
        </p:nvSpPr>
        <p:spPr>
          <a:xfrm>
            <a:off x="768096" y="2689007"/>
            <a:ext cx="4590288" cy="0"/>
          </a:xfrm>
          <a:prstGeom prst="line">
            <a:avLst/>
          </a:prstGeom>
          <a:noFill/>
          <a:ln w="6350">
            <a:solidFill>
              <a:srgbClr val="FFFFFF">
                <a:alpha val="60000"/>
              </a:srgbClr>
            </a:solidFill>
            <a:prstDash val="solid"/>
          </a:ln>
        </p:spPr>
      </p:sp>
      <p:sp>
        <p:nvSpPr>
          <p:cNvPr id="18" name="Shape 14"/>
          <p:cNvSpPr/>
          <p:nvPr/>
        </p:nvSpPr>
        <p:spPr>
          <a:xfrm>
            <a:off x="3828288" y="1986260"/>
            <a:ext cx="0" cy="2108241"/>
          </a:xfrm>
          <a:prstGeom prst="line">
            <a:avLst/>
          </a:prstGeom>
          <a:noFill/>
          <a:ln w="6350">
            <a:solidFill>
              <a:srgbClr val="FFFFFF">
                <a:alpha val="60000"/>
              </a:srgbClr>
            </a:solidFill>
            <a:prstDash val="solid"/>
          </a:ln>
        </p:spPr>
      </p:sp>
      <p:sp>
        <p:nvSpPr>
          <p:cNvPr id="19" name="Shape 15"/>
          <p:cNvSpPr/>
          <p:nvPr/>
        </p:nvSpPr>
        <p:spPr>
          <a:xfrm>
            <a:off x="768096" y="3391753"/>
            <a:ext cx="4590288" cy="0"/>
          </a:xfrm>
          <a:prstGeom prst="line">
            <a:avLst/>
          </a:prstGeom>
          <a:noFill/>
          <a:ln w="6350">
            <a:solidFill>
              <a:srgbClr val="FFFFFF">
                <a:alpha val="60000"/>
              </a:srgbClr>
            </a:solidFill>
            <a:prstDash val="solid"/>
          </a:ln>
        </p:spPr>
      </p:sp>
      <p:sp>
        <p:nvSpPr>
          <p:cNvPr id="20" name="Shape 16"/>
          <p:cNvSpPr/>
          <p:nvPr/>
        </p:nvSpPr>
        <p:spPr>
          <a:xfrm>
            <a:off x="4809744" y="2811780"/>
            <a:ext cx="457200" cy="457200"/>
          </a:xfrm>
          <a:prstGeom prst="ellipse">
            <a:avLst/>
          </a:prstGeom>
          <a:solidFill>
            <a:srgbClr val="FFFFFF"/>
          </a:solidFill>
          <a:ln/>
        </p:spPr>
      </p:sp>
      <p:sp>
        <p:nvSpPr>
          <p:cNvPr id="21" name="Shape 17"/>
          <p:cNvSpPr/>
          <p:nvPr/>
        </p:nvSpPr>
        <p:spPr>
          <a:xfrm>
            <a:off x="4882896" y="2884932"/>
            <a:ext cx="310896" cy="310896"/>
          </a:xfrm>
          <a:prstGeom prst="ellipse">
            <a:avLst/>
          </a:prstGeom>
          <a:solidFill>
            <a:srgbClr val="C62828"/>
          </a:solidFill>
          <a:ln/>
        </p:spPr>
      </p:sp>
      <p:sp>
        <p:nvSpPr>
          <p:cNvPr id="22" name="Shape 18"/>
          <p:cNvSpPr/>
          <p:nvPr/>
        </p:nvSpPr>
        <p:spPr>
          <a:xfrm>
            <a:off x="740664" y="1958828"/>
            <a:ext cx="4645152" cy="2163105"/>
          </a:xfrm>
          <a:prstGeom prst="roundRect">
            <a:avLst>
              <a:gd name="adj" fmla="val 2114"/>
            </a:avLst>
          </a:prstGeom>
          <a:solidFill>
            <a:srgbClr val="FFFFFF">
              <a:alpha val="0"/>
            </a:srgbClr>
          </a:solidFill>
          <a:ln w="31750">
            <a:solidFill>
              <a:srgbClr val="E53935"/>
            </a:solidFill>
            <a:prstDash val="solid"/>
          </a:ln>
        </p:spPr>
      </p:sp>
      <p:sp>
        <p:nvSpPr>
          <p:cNvPr id="23" name="Shape 19"/>
          <p:cNvSpPr/>
          <p:nvPr/>
        </p:nvSpPr>
        <p:spPr>
          <a:xfrm>
            <a:off x="5248656" y="1821668"/>
            <a:ext cx="274320" cy="274320"/>
          </a:xfrm>
          <a:prstGeom prst="ellipse">
            <a:avLst/>
          </a:prstGeom>
          <a:solidFill>
            <a:srgbClr val="E53935"/>
          </a:solidFill>
          <a:ln w="12700">
            <a:solidFill>
              <a:srgbClr val="FFFFFF"/>
            </a:solidFill>
            <a:prstDash val="solid"/>
          </a:ln>
        </p:spPr>
      </p:sp>
      <p:sp>
        <p:nvSpPr>
          <p:cNvPr id="24" name="Text 20"/>
          <p:cNvSpPr txBox="1"/>
          <p:nvPr/>
        </p:nvSpPr>
        <p:spPr>
          <a:xfrm>
            <a:off x="5248656" y="18216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5" name="Text 2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6" name="Text 2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kamera, pilih Video, pegang mendatar</a:t>
            </a:r>
            <a:endParaRPr lang="en-US" sz="1800" dirty="0"/>
          </a:p>
        </p:txBody>
      </p:sp>
      <p:sp>
        <p:nvSpPr>
          <p:cNvPr id="27" name="Text 2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aplikasi Kamera, geser ke mode Video. Pegang HP mendatar dengan dua tangan, setinggi mata.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Mencoba Kamera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76656" y="1894820"/>
            <a:ext cx="4773168" cy="2291121"/>
          </a:xfrm>
          <a:prstGeom prst="roundRect">
            <a:avLst>
              <a:gd name="adj" fmla="val 7184"/>
            </a:avLst>
          </a:prstGeom>
          <a:solidFill>
            <a:srgbClr val="1A1A1A"/>
          </a:solidFill>
          <a:ln w="12700">
            <a:solidFill>
              <a:srgbClr val="1A1A1A"/>
            </a:solidFill>
            <a:prstDash val="solid"/>
          </a:ln>
        </p:spPr>
      </p:sp>
      <p:sp>
        <p:nvSpPr>
          <p:cNvPr id="10" name="Shape 6"/>
          <p:cNvSpPr/>
          <p:nvPr/>
        </p:nvSpPr>
        <p:spPr>
          <a:xfrm>
            <a:off x="768096" y="1986260"/>
            <a:ext cx="4590288" cy="2108241"/>
          </a:xfrm>
          <a:prstGeom prst="roundRect">
            <a:avLst>
              <a:gd name="adj" fmla="val 5205"/>
            </a:avLst>
          </a:prstGeom>
          <a:solidFill>
            <a:srgbClr val="6B8E9E"/>
          </a:solidFill>
          <a:ln w="12700">
            <a:solidFill>
              <a:srgbClr val="6B8E9E"/>
            </a:solidFill>
            <a:prstDash val="solid"/>
          </a:ln>
        </p:spPr>
      </p:sp>
      <p:sp>
        <p:nvSpPr>
          <p:cNvPr id="11" name="Shape 7"/>
          <p:cNvSpPr/>
          <p:nvPr/>
        </p:nvSpPr>
        <p:spPr>
          <a:xfrm>
            <a:off x="768096" y="1986260"/>
            <a:ext cx="4590288" cy="2108241"/>
          </a:xfrm>
          <a:prstGeom prst="rect">
            <a:avLst/>
          </a:prstGeom>
          <a:solidFill>
            <a:srgbClr val="A9C7D6"/>
          </a:solidFill>
          <a:ln w="12700">
            <a:solidFill>
              <a:srgbClr val="A9C7D6"/>
            </a:solidFill>
            <a:prstDash val="solid"/>
          </a:ln>
        </p:spPr>
      </p:sp>
      <p:sp>
        <p:nvSpPr>
          <p:cNvPr id="12" name="Shape 8"/>
          <p:cNvSpPr/>
          <p:nvPr/>
        </p:nvSpPr>
        <p:spPr>
          <a:xfrm>
            <a:off x="768096" y="3356616"/>
            <a:ext cx="4590288" cy="737884"/>
          </a:xfrm>
          <a:prstGeom prst="rect">
            <a:avLst/>
          </a:prstGeom>
          <a:solidFill>
            <a:srgbClr val="C9B79C"/>
          </a:solidFill>
          <a:ln w="12700">
            <a:solidFill>
              <a:srgbClr val="C9B79C"/>
            </a:solidFill>
            <a:prstDash val="solid"/>
          </a:ln>
        </p:spPr>
      </p:sp>
      <p:sp>
        <p:nvSpPr>
          <p:cNvPr id="13" name="Shape 9"/>
          <p:cNvSpPr/>
          <p:nvPr/>
        </p:nvSpPr>
        <p:spPr>
          <a:xfrm>
            <a:off x="3292754" y="2407908"/>
            <a:ext cx="1606601" cy="948708"/>
          </a:xfrm>
          <a:prstGeom prst="rect">
            <a:avLst/>
          </a:prstGeom>
          <a:solidFill>
            <a:srgbClr val="E6F2EC"/>
          </a:solidFill>
          <a:ln w="12700">
            <a:solidFill>
              <a:srgbClr val="E6F2EC"/>
            </a:solidFill>
            <a:prstDash val="solid"/>
          </a:ln>
        </p:spPr>
      </p:sp>
      <p:sp>
        <p:nvSpPr>
          <p:cNvPr id="14" name="Shape 10"/>
          <p:cNvSpPr/>
          <p:nvPr/>
        </p:nvSpPr>
        <p:spPr>
          <a:xfrm>
            <a:off x="3200949" y="2091672"/>
            <a:ext cx="1790212" cy="358401"/>
          </a:xfrm>
          <a:prstGeom prst="triangle">
            <a:avLst/>
          </a:prstGeom>
          <a:solidFill>
            <a:srgbClr val="1F7A5C"/>
          </a:solidFill>
          <a:ln/>
        </p:spPr>
      </p:sp>
      <p:sp>
        <p:nvSpPr>
          <p:cNvPr id="15" name="Shape 11"/>
          <p:cNvSpPr/>
          <p:nvPr/>
        </p:nvSpPr>
        <p:spPr>
          <a:xfrm>
            <a:off x="2054657" y="2787391"/>
            <a:ext cx="181051" cy="181051"/>
          </a:xfrm>
          <a:prstGeom prst="ellipse">
            <a:avLst/>
          </a:prstGeom>
          <a:solidFill>
            <a:srgbClr val="E8C39E"/>
          </a:solidFill>
          <a:ln/>
        </p:spPr>
      </p:sp>
      <p:sp>
        <p:nvSpPr>
          <p:cNvPr id="16" name="Shape 12"/>
          <p:cNvSpPr/>
          <p:nvPr/>
        </p:nvSpPr>
        <p:spPr>
          <a:xfrm>
            <a:off x="2004365" y="2978501"/>
            <a:ext cx="281635" cy="377190"/>
          </a:xfrm>
          <a:prstGeom prst="roundRect">
            <a:avLst>
              <a:gd name="adj" fmla="val 21429"/>
            </a:avLst>
          </a:prstGeom>
          <a:solidFill>
            <a:srgbClr val="1F7A5C"/>
          </a:solidFill>
          <a:ln w="12700">
            <a:solidFill>
              <a:srgbClr val="1F7A5C"/>
            </a:solidFill>
            <a:prstDash val="solid"/>
          </a:ln>
        </p:spPr>
      </p:sp>
      <p:sp>
        <p:nvSpPr>
          <p:cNvPr id="17" name="Shape 13"/>
          <p:cNvSpPr/>
          <p:nvPr/>
        </p:nvSpPr>
        <p:spPr>
          <a:xfrm>
            <a:off x="2044598" y="2757216"/>
            <a:ext cx="201168" cy="100584"/>
          </a:xfrm>
          <a:prstGeom prst="ellipse">
            <a:avLst/>
          </a:prstGeom>
          <a:solidFill>
            <a:srgbClr val="FFFFFF"/>
          </a:solidFill>
          <a:ln/>
        </p:spPr>
      </p:sp>
      <p:sp>
        <p:nvSpPr>
          <p:cNvPr id="18" name="Shape 14"/>
          <p:cNvSpPr/>
          <p:nvPr/>
        </p:nvSpPr>
        <p:spPr>
          <a:xfrm>
            <a:off x="2298192" y="1986260"/>
            <a:ext cx="0" cy="2108241"/>
          </a:xfrm>
          <a:prstGeom prst="line">
            <a:avLst/>
          </a:prstGeom>
          <a:noFill/>
          <a:ln w="6350">
            <a:solidFill>
              <a:srgbClr val="FFFFFF">
                <a:alpha val="60000"/>
              </a:srgbClr>
            </a:solidFill>
            <a:prstDash val="solid"/>
          </a:ln>
        </p:spPr>
      </p:sp>
      <p:sp>
        <p:nvSpPr>
          <p:cNvPr id="19" name="Shape 15"/>
          <p:cNvSpPr/>
          <p:nvPr/>
        </p:nvSpPr>
        <p:spPr>
          <a:xfrm>
            <a:off x="768096" y="2689007"/>
            <a:ext cx="4590288" cy="0"/>
          </a:xfrm>
          <a:prstGeom prst="line">
            <a:avLst/>
          </a:prstGeom>
          <a:noFill/>
          <a:ln w="6350">
            <a:solidFill>
              <a:srgbClr val="FFFFFF">
                <a:alpha val="60000"/>
              </a:srgbClr>
            </a:solidFill>
            <a:prstDash val="solid"/>
          </a:ln>
        </p:spPr>
      </p:sp>
      <p:sp>
        <p:nvSpPr>
          <p:cNvPr id="20" name="Shape 16"/>
          <p:cNvSpPr/>
          <p:nvPr/>
        </p:nvSpPr>
        <p:spPr>
          <a:xfrm>
            <a:off x="3828288" y="1986260"/>
            <a:ext cx="0" cy="2108241"/>
          </a:xfrm>
          <a:prstGeom prst="line">
            <a:avLst/>
          </a:prstGeom>
          <a:noFill/>
          <a:ln w="6350">
            <a:solidFill>
              <a:srgbClr val="FFFFFF">
                <a:alpha val="60000"/>
              </a:srgbClr>
            </a:solidFill>
            <a:prstDash val="solid"/>
          </a:ln>
        </p:spPr>
      </p:sp>
      <p:sp>
        <p:nvSpPr>
          <p:cNvPr id="21" name="Shape 17"/>
          <p:cNvSpPr/>
          <p:nvPr/>
        </p:nvSpPr>
        <p:spPr>
          <a:xfrm>
            <a:off x="768096" y="3391753"/>
            <a:ext cx="4590288" cy="0"/>
          </a:xfrm>
          <a:prstGeom prst="line">
            <a:avLst/>
          </a:prstGeom>
          <a:noFill/>
          <a:ln w="6350">
            <a:solidFill>
              <a:srgbClr val="FFFFFF">
                <a:alpha val="60000"/>
              </a:srgbClr>
            </a:solidFill>
            <a:prstDash val="solid"/>
          </a:ln>
        </p:spPr>
      </p:sp>
      <p:sp>
        <p:nvSpPr>
          <p:cNvPr id="22" name="Shape 18"/>
          <p:cNvSpPr/>
          <p:nvPr/>
        </p:nvSpPr>
        <p:spPr>
          <a:xfrm>
            <a:off x="4809744" y="2811780"/>
            <a:ext cx="457200" cy="457200"/>
          </a:xfrm>
          <a:prstGeom prst="ellipse">
            <a:avLst/>
          </a:prstGeom>
          <a:solidFill>
            <a:srgbClr val="FFFFFF"/>
          </a:solidFill>
          <a:ln/>
        </p:spPr>
      </p:sp>
      <p:sp>
        <p:nvSpPr>
          <p:cNvPr id="23" name="Shape 19"/>
          <p:cNvSpPr/>
          <p:nvPr/>
        </p:nvSpPr>
        <p:spPr>
          <a:xfrm>
            <a:off x="4882896" y="2884932"/>
            <a:ext cx="310896" cy="310896"/>
          </a:xfrm>
          <a:prstGeom prst="ellipse">
            <a:avLst/>
          </a:prstGeom>
          <a:solidFill>
            <a:srgbClr val="C62828"/>
          </a:solidFill>
          <a:ln/>
        </p:spPr>
      </p:sp>
      <p:sp>
        <p:nvSpPr>
          <p:cNvPr id="24" name="Shape 20"/>
          <p:cNvSpPr/>
          <p:nvPr/>
        </p:nvSpPr>
        <p:spPr>
          <a:xfrm>
            <a:off x="2697480" y="2059412"/>
            <a:ext cx="731520" cy="201168"/>
          </a:xfrm>
          <a:prstGeom prst="roundRect">
            <a:avLst>
              <a:gd name="adj" fmla="val 45455"/>
            </a:avLst>
          </a:prstGeom>
          <a:solidFill>
            <a:srgbClr val="C62828"/>
          </a:solidFill>
          <a:ln w="12700">
            <a:solidFill>
              <a:srgbClr val="C62828"/>
            </a:solidFill>
            <a:prstDash val="solid"/>
          </a:ln>
        </p:spPr>
      </p:sp>
      <p:sp>
        <p:nvSpPr>
          <p:cNvPr id="25" name="Text 21"/>
          <p:cNvSpPr txBox="1"/>
          <p:nvPr/>
        </p:nvSpPr>
        <p:spPr>
          <a:xfrm>
            <a:off x="2697480" y="2059412"/>
            <a:ext cx="7315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00:07</a:t>
            </a:r>
            <a:endParaRPr lang="en-US" sz="800" dirty="0"/>
          </a:p>
        </p:txBody>
      </p:sp>
      <p:sp>
        <p:nvSpPr>
          <p:cNvPr id="26" name="Shape 22"/>
          <p:cNvSpPr/>
          <p:nvPr/>
        </p:nvSpPr>
        <p:spPr>
          <a:xfrm>
            <a:off x="4773168" y="2775204"/>
            <a:ext cx="530352" cy="530352"/>
          </a:xfrm>
          <a:prstGeom prst="roundRect">
            <a:avLst>
              <a:gd name="adj" fmla="val 8621"/>
            </a:avLst>
          </a:prstGeom>
          <a:solidFill>
            <a:srgbClr val="FFFFFF">
              <a:alpha val="0"/>
            </a:srgbClr>
          </a:solidFill>
          <a:ln w="31750">
            <a:solidFill>
              <a:srgbClr val="E53935"/>
            </a:solidFill>
            <a:prstDash val="solid"/>
          </a:ln>
        </p:spPr>
      </p:sp>
      <p:sp>
        <p:nvSpPr>
          <p:cNvPr id="27" name="Shape 23"/>
          <p:cNvSpPr/>
          <p:nvPr/>
        </p:nvSpPr>
        <p:spPr>
          <a:xfrm>
            <a:off x="5166360" y="2638044"/>
            <a:ext cx="274320" cy="274320"/>
          </a:xfrm>
          <a:prstGeom prst="ellipse">
            <a:avLst/>
          </a:prstGeom>
          <a:solidFill>
            <a:srgbClr val="E53935"/>
          </a:solidFill>
          <a:ln w="12700">
            <a:solidFill>
              <a:srgbClr val="FFFFFF"/>
            </a:solidFill>
            <a:prstDash val="solid"/>
          </a:ln>
        </p:spPr>
      </p:sp>
      <p:sp>
        <p:nvSpPr>
          <p:cNvPr id="28" name="Text 24"/>
          <p:cNvSpPr txBox="1"/>
          <p:nvPr/>
        </p:nvSpPr>
        <p:spPr>
          <a:xfrm>
            <a:off x="5166360" y="26380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29" name="Image 2" descr="preencoded.png">    </p:cNvPr>
          <p:cNvPicPr>
            <a:picLocks noChangeAspect="1"/>
          </p:cNvPicPr>
          <p:nvPr/>
        </p:nvPicPr>
        <p:blipFill>
          <a:blip r:embed="rId3"/>
          <a:stretch>
            <a:fillRect/>
          </a:stretch>
        </p:blipFill>
        <p:spPr>
          <a:xfrm>
            <a:off x="5061204" y="3063240"/>
            <a:ext cx="237744" cy="237744"/>
          </a:xfrm>
          <a:prstGeom prst="rect">
            <a:avLst/>
          </a:prstGeom>
        </p:spPr>
      </p:pic>
      <p:sp>
        <p:nvSpPr>
          <p:cNvPr id="30" name="Text 2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31" name="Text 2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Rekam 3 shot: wide, medium, close up</a:t>
            </a:r>
            <a:endParaRPr lang="en-US" sz="1800" dirty="0"/>
          </a:p>
        </p:txBody>
      </p:sp>
      <p:sp>
        <p:nvSpPr>
          <p:cNvPr id="32" name="Text 2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Rekam teman yang sama dengan tiga jenis shot, masing-masing 5 detik. Tekan tombol merah untuk mulai dan berhenti.</a:t>
            </a:r>
            <a:endParaRPr lang="en-US" sz="1300" dirty="0"/>
          </a:p>
        </p:txBody>
      </p:sp>
      <p:sp>
        <p:nvSpPr>
          <p:cNvPr id="33" name="Shape 2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34" name="Image 3" descr="preencoded.png">    </p:cNvPr>
          <p:cNvPicPr>
            <a:picLocks noChangeAspect="1"/>
          </p:cNvPicPr>
          <p:nvPr/>
        </p:nvPicPr>
        <p:blipFill>
          <a:blip r:embed="rId4"/>
          <a:stretch>
            <a:fillRect/>
          </a:stretch>
        </p:blipFill>
        <p:spPr>
          <a:xfrm>
            <a:off x="6108192" y="3721608"/>
            <a:ext cx="201168" cy="201168"/>
          </a:xfrm>
          <a:prstGeom prst="rect">
            <a:avLst/>
          </a:prstGeom>
        </p:spPr>
      </p:pic>
      <p:sp>
        <p:nvSpPr>
          <p:cNvPr id="35" name="Text 2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Bandingkan juga: menghadap cahaya dan membelakangi cahaya.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Storyboard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88720"/>
            <a:ext cx="36576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Pilihan Tema Adab</a:t>
            </a:r>
            <a:endParaRPr lang="en-US" sz="1600" dirty="0"/>
          </a:p>
        </p:txBody>
      </p:sp>
      <p:sp>
        <p:nvSpPr>
          <p:cNvPr id="11" name="Shape 7"/>
          <p:cNvSpPr/>
          <p:nvPr/>
        </p:nvSpPr>
        <p:spPr>
          <a:xfrm>
            <a:off x="960120" y="1792224"/>
            <a:ext cx="274320" cy="274320"/>
          </a:xfrm>
          <a:prstGeom prst="roundRect">
            <a:avLst>
              <a:gd name="adj" fmla="val 16667"/>
            </a:avLst>
          </a:prstGeom>
          <a:solidFill>
            <a:srgbClr val="1F7A5C"/>
          </a:solidFill>
          <a:ln w="19050">
            <a:solidFill>
              <a:srgbClr val="1F7A5C"/>
            </a:solidFill>
            <a:prstDash val="solid"/>
          </a:ln>
        </p:spPr>
      </p:sp>
      <p:sp>
        <p:nvSpPr>
          <p:cNvPr id="12" name="Text 8"/>
          <p:cNvSpPr txBox="1"/>
          <p:nvPr/>
        </p:nvSpPr>
        <p:spPr>
          <a:xfrm>
            <a:off x="960120" y="17922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9"/>
          <p:cNvSpPr txBox="1"/>
          <p:nvPr/>
        </p:nvSpPr>
        <p:spPr>
          <a:xfrm>
            <a:off x="1417320" y="1737360"/>
            <a:ext cx="365760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Adab masuk dan keluar masjid</a:t>
            </a:r>
            <a:endParaRPr lang="en-US" sz="1400" dirty="0"/>
          </a:p>
        </p:txBody>
      </p:sp>
      <p:sp>
        <p:nvSpPr>
          <p:cNvPr id="14" name="Shape 10"/>
          <p:cNvSpPr/>
          <p:nvPr/>
        </p:nvSpPr>
        <p:spPr>
          <a:xfrm>
            <a:off x="960120" y="2340864"/>
            <a:ext cx="274320" cy="274320"/>
          </a:xfrm>
          <a:prstGeom prst="roundRect">
            <a:avLst>
              <a:gd name="adj" fmla="val 16667"/>
            </a:avLst>
          </a:prstGeom>
          <a:solidFill>
            <a:srgbClr val="FFFFFF"/>
          </a:solidFill>
          <a:ln w="19050">
            <a:solidFill>
              <a:srgbClr val="1F7A5C"/>
            </a:solidFill>
            <a:prstDash val="solid"/>
          </a:ln>
        </p:spPr>
      </p:sp>
      <p:sp>
        <p:nvSpPr>
          <p:cNvPr id="15" name="Text 11"/>
          <p:cNvSpPr txBox="1"/>
          <p:nvPr/>
        </p:nvSpPr>
        <p:spPr>
          <a:xfrm>
            <a:off x="1417320" y="2286000"/>
            <a:ext cx="365760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Adab makan dan minum</a:t>
            </a:r>
            <a:endParaRPr lang="en-US" sz="1400" dirty="0"/>
          </a:p>
        </p:txBody>
      </p:sp>
      <p:sp>
        <p:nvSpPr>
          <p:cNvPr id="16" name="Shape 12"/>
          <p:cNvSpPr/>
          <p:nvPr/>
        </p:nvSpPr>
        <p:spPr>
          <a:xfrm>
            <a:off x="960120" y="2889504"/>
            <a:ext cx="274320" cy="274320"/>
          </a:xfrm>
          <a:prstGeom prst="roundRect">
            <a:avLst>
              <a:gd name="adj" fmla="val 16667"/>
            </a:avLst>
          </a:prstGeom>
          <a:solidFill>
            <a:srgbClr val="FFFFFF"/>
          </a:solidFill>
          <a:ln w="19050">
            <a:solidFill>
              <a:srgbClr val="1F7A5C"/>
            </a:solidFill>
            <a:prstDash val="solid"/>
          </a:ln>
        </p:spPr>
      </p:sp>
      <p:sp>
        <p:nvSpPr>
          <p:cNvPr id="17" name="Text 13"/>
          <p:cNvSpPr txBox="1"/>
          <p:nvPr/>
        </p:nvSpPr>
        <p:spPr>
          <a:xfrm>
            <a:off x="1417320" y="2834640"/>
            <a:ext cx="365760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Adab kepada guru</a:t>
            </a:r>
            <a:endParaRPr lang="en-US" sz="1400" dirty="0"/>
          </a:p>
        </p:txBody>
      </p:sp>
      <p:sp>
        <p:nvSpPr>
          <p:cNvPr id="18" name="Shape 14"/>
          <p:cNvSpPr/>
          <p:nvPr/>
        </p:nvSpPr>
        <p:spPr>
          <a:xfrm>
            <a:off x="960120" y="3438144"/>
            <a:ext cx="274320" cy="274320"/>
          </a:xfrm>
          <a:prstGeom prst="roundRect">
            <a:avLst>
              <a:gd name="adj" fmla="val 16667"/>
            </a:avLst>
          </a:prstGeom>
          <a:solidFill>
            <a:srgbClr val="FFFFFF"/>
          </a:solidFill>
          <a:ln w="19050">
            <a:solidFill>
              <a:srgbClr val="1F7A5C"/>
            </a:solidFill>
            <a:prstDash val="solid"/>
          </a:ln>
        </p:spPr>
      </p:sp>
      <p:sp>
        <p:nvSpPr>
          <p:cNvPr id="19" name="Text 15"/>
          <p:cNvSpPr txBox="1"/>
          <p:nvPr/>
        </p:nvSpPr>
        <p:spPr>
          <a:xfrm>
            <a:off x="1417320" y="3383280"/>
            <a:ext cx="365760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Adab di asrama</a:t>
            </a:r>
            <a:endParaRPr lang="en-US" sz="1400" dirty="0"/>
          </a:p>
        </p:txBody>
      </p:sp>
      <p:sp>
        <p:nvSpPr>
          <p:cNvPr id="20" name="Shape 16"/>
          <p:cNvSpPr/>
          <p:nvPr/>
        </p:nvSpPr>
        <p:spPr>
          <a:xfrm>
            <a:off x="960120" y="3986784"/>
            <a:ext cx="274320" cy="274320"/>
          </a:xfrm>
          <a:prstGeom prst="roundRect">
            <a:avLst>
              <a:gd name="adj" fmla="val 16667"/>
            </a:avLst>
          </a:prstGeom>
          <a:solidFill>
            <a:srgbClr val="FFFFFF"/>
          </a:solidFill>
          <a:ln w="19050">
            <a:solidFill>
              <a:srgbClr val="1F7A5C"/>
            </a:solidFill>
            <a:prstDash val="solid"/>
          </a:ln>
        </p:spPr>
      </p:sp>
      <p:sp>
        <p:nvSpPr>
          <p:cNvPr id="21" name="Text 17"/>
          <p:cNvSpPr txBox="1"/>
          <p:nvPr/>
        </p:nvSpPr>
        <p:spPr>
          <a:xfrm>
            <a:off x="1417320" y="3931920"/>
            <a:ext cx="365760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Adab menuntut ilmu</a:t>
            </a:r>
            <a:endParaRPr lang="en-US" sz="1400" dirty="0"/>
          </a:p>
        </p:txBody>
      </p:sp>
      <p:sp>
        <p:nvSpPr>
          <p:cNvPr id="22" name="Text 1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23" name="Text 1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tema adab kelompok</a:t>
            </a:r>
            <a:endParaRPr lang="en-US" sz="1800" dirty="0"/>
          </a:p>
        </p:txBody>
      </p:sp>
      <p:sp>
        <p:nvSpPr>
          <p:cNvPr id="24" name="Text 2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Diskusikan dan pilih satu tema: adab masuk masjid, adab makan, adab kepada guru, adab di asrama, atau adab menuntut ilmu.</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Storyboard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502920" y="1051560"/>
            <a:ext cx="5120640" cy="3611880"/>
          </a:xfrm>
          <a:prstGeom prst="rect">
            <a:avLst/>
          </a:prstGeom>
          <a:solidFill>
            <a:srgbClr val="FFFFFF"/>
          </a:solidFill>
          <a:ln w="12700">
            <a:solidFill>
              <a:srgbClr val="BBBBBB"/>
            </a:solidFill>
            <a:prstDash val="solid"/>
          </a:ln>
        </p:spPr>
      </p:sp>
      <p:sp>
        <p:nvSpPr>
          <p:cNvPr id="10" name="Shape 6"/>
          <p:cNvSpPr/>
          <p:nvPr/>
        </p:nvSpPr>
        <p:spPr>
          <a:xfrm>
            <a:off x="685800" y="1234440"/>
            <a:ext cx="1463040" cy="914400"/>
          </a:xfrm>
          <a:prstGeom prst="rect">
            <a:avLst/>
          </a:prstGeom>
          <a:solidFill>
            <a:srgbClr val="FFFFFF"/>
          </a:solidFill>
          <a:ln w="12700">
            <a:solidFill>
              <a:srgbClr val="333333"/>
            </a:solidFill>
            <a:prstDash val="solid"/>
          </a:ln>
        </p:spPr>
      </p:sp>
      <p:sp>
        <p:nvSpPr>
          <p:cNvPr id="11" name="Text 7"/>
          <p:cNvSpPr txBox="1"/>
          <p:nvPr/>
        </p:nvSpPr>
        <p:spPr>
          <a:xfrm>
            <a:off x="731520" y="1252728"/>
            <a:ext cx="274320" cy="228600"/>
          </a:xfrm>
          <a:prstGeom prst="rect">
            <a:avLst/>
          </a:prstGeom>
          <a:noFill/>
          <a:ln/>
        </p:spPr>
        <p:txBody>
          <a:bodyPr wrap="square" lIns="0" tIns="0" rIns="0" bIns="0" rtlCol="0" anchor="t"/>
          <a:lstStyle/>
          <a:p>
            <a:pPr indent="0" marL="0">
              <a:buNone/>
            </a:pPr>
            <a:r>
              <a:rPr lang="en-US" sz="1100" b="1" dirty="0">
                <a:solidFill>
                  <a:srgbClr val="E53935"/>
                </a:solidFill>
                <a:latin typeface="Calibri" pitchFamily="34" charset="0"/>
                <a:ea typeface="Calibri" pitchFamily="34" charset="-122"/>
                <a:cs typeface="Calibri" pitchFamily="34" charset="-120"/>
              </a:rPr>
              <a:t>1</a:t>
            </a:r>
            <a:endParaRPr lang="en-US" sz="1100" dirty="0"/>
          </a:p>
        </p:txBody>
      </p:sp>
      <p:sp>
        <p:nvSpPr>
          <p:cNvPr id="12" name="Shape 8"/>
          <p:cNvSpPr/>
          <p:nvPr/>
        </p:nvSpPr>
        <p:spPr>
          <a:xfrm>
            <a:off x="1280160" y="1417320"/>
            <a:ext cx="228600" cy="228600"/>
          </a:xfrm>
          <a:prstGeom prst="ellipse">
            <a:avLst/>
          </a:prstGeom>
          <a:solidFill>
            <a:srgbClr val="FFFFFF"/>
          </a:solidFill>
          <a:ln w="12700">
            <a:solidFill>
              <a:srgbClr val="555555"/>
            </a:solidFill>
            <a:prstDash val="solid"/>
          </a:ln>
        </p:spPr>
      </p:sp>
      <p:sp>
        <p:nvSpPr>
          <p:cNvPr id="13" name="Shape 9"/>
          <p:cNvSpPr/>
          <p:nvPr/>
        </p:nvSpPr>
        <p:spPr>
          <a:xfrm>
            <a:off x="1394460" y="1645920"/>
            <a:ext cx="0" cy="320040"/>
          </a:xfrm>
          <a:prstGeom prst="line">
            <a:avLst/>
          </a:prstGeom>
          <a:noFill/>
          <a:ln w="12700">
            <a:solidFill>
              <a:srgbClr val="555555"/>
            </a:solidFill>
            <a:prstDash val="solid"/>
          </a:ln>
        </p:spPr>
      </p:sp>
      <p:sp>
        <p:nvSpPr>
          <p:cNvPr id="14" name="Shape 10"/>
          <p:cNvSpPr/>
          <p:nvPr/>
        </p:nvSpPr>
        <p:spPr>
          <a:xfrm>
            <a:off x="685800" y="2286000"/>
            <a:ext cx="1463040" cy="0"/>
          </a:xfrm>
          <a:prstGeom prst="line">
            <a:avLst/>
          </a:prstGeom>
          <a:noFill/>
          <a:ln w="6350">
            <a:solidFill>
              <a:srgbClr val="AAAAAA"/>
            </a:solidFill>
            <a:prstDash val="dash"/>
          </a:ln>
        </p:spPr>
      </p:sp>
      <p:sp>
        <p:nvSpPr>
          <p:cNvPr id="15" name="Shape 11"/>
          <p:cNvSpPr/>
          <p:nvPr/>
        </p:nvSpPr>
        <p:spPr>
          <a:xfrm>
            <a:off x="685800" y="2450592"/>
            <a:ext cx="1463040" cy="0"/>
          </a:xfrm>
          <a:prstGeom prst="line">
            <a:avLst/>
          </a:prstGeom>
          <a:noFill/>
          <a:ln w="6350">
            <a:solidFill>
              <a:srgbClr val="AAAAAA"/>
            </a:solidFill>
            <a:prstDash val="dash"/>
          </a:ln>
        </p:spPr>
      </p:sp>
      <p:sp>
        <p:nvSpPr>
          <p:cNvPr id="16" name="Shape 12"/>
          <p:cNvSpPr/>
          <p:nvPr/>
        </p:nvSpPr>
        <p:spPr>
          <a:xfrm>
            <a:off x="685800" y="2615184"/>
            <a:ext cx="1463040" cy="0"/>
          </a:xfrm>
          <a:prstGeom prst="line">
            <a:avLst/>
          </a:prstGeom>
          <a:noFill/>
          <a:ln w="6350">
            <a:solidFill>
              <a:srgbClr val="AAAAAA"/>
            </a:solidFill>
            <a:prstDash val="dash"/>
          </a:ln>
        </p:spPr>
      </p:sp>
      <p:sp>
        <p:nvSpPr>
          <p:cNvPr id="17" name="Shape 13"/>
          <p:cNvSpPr/>
          <p:nvPr/>
        </p:nvSpPr>
        <p:spPr>
          <a:xfrm>
            <a:off x="2331720" y="1234440"/>
            <a:ext cx="1463040" cy="914400"/>
          </a:xfrm>
          <a:prstGeom prst="rect">
            <a:avLst/>
          </a:prstGeom>
          <a:solidFill>
            <a:srgbClr val="FFFFFF"/>
          </a:solidFill>
          <a:ln w="12700">
            <a:solidFill>
              <a:srgbClr val="333333"/>
            </a:solidFill>
            <a:prstDash val="solid"/>
          </a:ln>
        </p:spPr>
      </p:sp>
      <p:sp>
        <p:nvSpPr>
          <p:cNvPr id="18" name="Text 14"/>
          <p:cNvSpPr txBox="1"/>
          <p:nvPr/>
        </p:nvSpPr>
        <p:spPr>
          <a:xfrm>
            <a:off x="2377440" y="1252728"/>
            <a:ext cx="274320" cy="228600"/>
          </a:xfrm>
          <a:prstGeom prst="rect">
            <a:avLst/>
          </a:prstGeom>
          <a:noFill/>
          <a:ln/>
        </p:spPr>
        <p:txBody>
          <a:bodyPr wrap="square" lIns="0" tIns="0" rIns="0" bIns="0" rtlCol="0" anchor="t"/>
          <a:lstStyle/>
          <a:p>
            <a:pPr indent="0" marL="0">
              <a:buNone/>
            </a:pPr>
            <a:r>
              <a:rPr lang="en-US" sz="1100" b="1" dirty="0">
                <a:solidFill>
                  <a:srgbClr val="E53935"/>
                </a:solidFill>
                <a:latin typeface="Calibri" pitchFamily="34" charset="0"/>
                <a:ea typeface="Calibri" pitchFamily="34" charset="-122"/>
                <a:cs typeface="Calibri" pitchFamily="34" charset="-120"/>
              </a:rPr>
              <a:t>2</a:t>
            </a:r>
            <a:endParaRPr lang="en-US" sz="1100" dirty="0"/>
          </a:p>
        </p:txBody>
      </p:sp>
      <p:sp>
        <p:nvSpPr>
          <p:cNvPr id="19" name="Shape 15"/>
          <p:cNvSpPr/>
          <p:nvPr/>
        </p:nvSpPr>
        <p:spPr>
          <a:xfrm>
            <a:off x="2926080" y="1417320"/>
            <a:ext cx="228600" cy="228600"/>
          </a:xfrm>
          <a:prstGeom prst="ellipse">
            <a:avLst/>
          </a:prstGeom>
          <a:solidFill>
            <a:srgbClr val="FFFFFF"/>
          </a:solidFill>
          <a:ln w="12700">
            <a:solidFill>
              <a:srgbClr val="555555"/>
            </a:solidFill>
            <a:prstDash val="solid"/>
          </a:ln>
        </p:spPr>
      </p:sp>
      <p:sp>
        <p:nvSpPr>
          <p:cNvPr id="20" name="Shape 16"/>
          <p:cNvSpPr/>
          <p:nvPr/>
        </p:nvSpPr>
        <p:spPr>
          <a:xfrm>
            <a:off x="3040380" y="1645920"/>
            <a:ext cx="0" cy="320040"/>
          </a:xfrm>
          <a:prstGeom prst="line">
            <a:avLst/>
          </a:prstGeom>
          <a:noFill/>
          <a:ln w="12700">
            <a:solidFill>
              <a:srgbClr val="555555"/>
            </a:solidFill>
            <a:prstDash val="solid"/>
          </a:ln>
        </p:spPr>
      </p:sp>
      <p:sp>
        <p:nvSpPr>
          <p:cNvPr id="21" name="Shape 17"/>
          <p:cNvSpPr/>
          <p:nvPr/>
        </p:nvSpPr>
        <p:spPr>
          <a:xfrm>
            <a:off x="2331720" y="2286000"/>
            <a:ext cx="1463040" cy="0"/>
          </a:xfrm>
          <a:prstGeom prst="line">
            <a:avLst/>
          </a:prstGeom>
          <a:noFill/>
          <a:ln w="6350">
            <a:solidFill>
              <a:srgbClr val="AAAAAA"/>
            </a:solidFill>
            <a:prstDash val="dash"/>
          </a:ln>
        </p:spPr>
      </p:sp>
      <p:sp>
        <p:nvSpPr>
          <p:cNvPr id="22" name="Shape 18"/>
          <p:cNvSpPr/>
          <p:nvPr/>
        </p:nvSpPr>
        <p:spPr>
          <a:xfrm>
            <a:off x="2331720" y="2450592"/>
            <a:ext cx="1463040" cy="0"/>
          </a:xfrm>
          <a:prstGeom prst="line">
            <a:avLst/>
          </a:prstGeom>
          <a:noFill/>
          <a:ln w="6350">
            <a:solidFill>
              <a:srgbClr val="AAAAAA"/>
            </a:solidFill>
            <a:prstDash val="dash"/>
          </a:ln>
        </p:spPr>
      </p:sp>
      <p:sp>
        <p:nvSpPr>
          <p:cNvPr id="23" name="Shape 19"/>
          <p:cNvSpPr/>
          <p:nvPr/>
        </p:nvSpPr>
        <p:spPr>
          <a:xfrm>
            <a:off x="2331720" y="2615184"/>
            <a:ext cx="1463040" cy="0"/>
          </a:xfrm>
          <a:prstGeom prst="line">
            <a:avLst/>
          </a:prstGeom>
          <a:noFill/>
          <a:ln w="6350">
            <a:solidFill>
              <a:srgbClr val="AAAAAA"/>
            </a:solidFill>
            <a:prstDash val="dash"/>
          </a:ln>
        </p:spPr>
      </p:sp>
      <p:sp>
        <p:nvSpPr>
          <p:cNvPr id="24" name="Shape 20"/>
          <p:cNvSpPr/>
          <p:nvPr/>
        </p:nvSpPr>
        <p:spPr>
          <a:xfrm>
            <a:off x="3977640" y="1234440"/>
            <a:ext cx="1463040" cy="914400"/>
          </a:xfrm>
          <a:prstGeom prst="rect">
            <a:avLst/>
          </a:prstGeom>
          <a:solidFill>
            <a:srgbClr val="FFFFFF"/>
          </a:solidFill>
          <a:ln w="12700">
            <a:solidFill>
              <a:srgbClr val="333333"/>
            </a:solidFill>
            <a:prstDash val="solid"/>
          </a:ln>
        </p:spPr>
      </p:sp>
      <p:sp>
        <p:nvSpPr>
          <p:cNvPr id="25" name="Text 21"/>
          <p:cNvSpPr txBox="1"/>
          <p:nvPr/>
        </p:nvSpPr>
        <p:spPr>
          <a:xfrm>
            <a:off x="4023360" y="1252728"/>
            <a:ext cx="274320" cy="228600"/>
          </a:xfrm>
          <a:prstGeom prst="rect">
            <a:avLst/>
          </a:prstGeom>
          <a:noFill/>
          <a:ln/>
        </p:spPr>
        <p:txBody>
          <a:bodyPr wrap="square" lIns="0" tIns="0" rIns="0" bIns="0" rtlCol="0" anchor="t"/>
          <a:lstStyle/>
          <a:p>
            <a:pPr indent="0" marL="0">
              <a:buNone/>
            </a:pPr>
            <a:r>
              <a:rPr lang="en-US" sz="1100" b="1" dirty="0">
                <a:solidFill>
                  <a:srgbClr val="E53935"/>
                </a:solidFill>
                <a:latin typeface="Calibri" pitchFamily="34" charset="0"/>
                <a:ea typeface="Calibri" pitchFamily="34" charset="-122"/>
                <a:cs typeface="Calibri" pitchFamily="34" charset="-120"/>
              </a:rPr>
              <a:t>3</a:t>
            </a:r>
            <a:endParaRPr lang="en-US" sz="1100" dirty="0"/>
          </a:p>
        </p:txBody>
      </p:sp>
      <p:sp>
        <p:nvSpPr>
          <p:cNvPr id="26" name="Shape 22"/>
          <p:cNvSpPr/>
          <p:nvPr/>
        </p:nvSpPr>
        <p:spPr>
          <a:xfrm>
            <a:off x="4572000" y="1417320"/>
            <a:ext cx="228600" cy="228600"/>
          </a:xfrm>
          <a:prstGeom prst="ellipse">
            <a:avLst/>
          </a:prstGeom>
          <a:solidFill>
            <a:srgbClr val="FFFFFF"/>
          </a:solidFill>
          <a:ln w="12700">
            <a:solidFill>
              <a:srgbClr val="555555"/>
            </a:solidFill>
            <a:prstDash val="solid"/>
          </a:ln>
        </p:spPr>
      </p:sp>
      <p:sp>
        <p:nvSpPr>
          <p:cNvPr id="27" name="Shape 23"/>
          <p:cNvSpPr/>
          <p:nvPr/>
        </p:nvSpPr>
        <p:spPr>
          <a:xfrm>
            <a:off x="4686300" y="1645920"/>
            <a:ext cx="0" cy="320040"/>
          </a:xfrm>
          <a:prstGeom prst="line">
            <a:avLst/>
          </a:prstGeom>
          <a:noFill/>
          <a:ln w="12700">
            <a:solidFill>
              <a:srgbClr val="555555"/>
            </a:solidFill>
            <a:prstDash val="solid"/>
          </a:ln>
        </p:spPr>
      </p:sp>
      <p:sp>
        <p:nvSpPr>
          <p:cNvPr id="28" name="Shape 24"/>
          <p:cNvSpPr/>
          <p:nvPr/>
        </p:nvSpPr>
        <p:spPr>
          <a:xfrm>
            <a:off x="3977640" y="2286000"/>
            <a:ext cx="1463040" cy="0"/>
          </a:xfrm>
          <a:prstGeom prst="line">
            <a:avLst/>
          </a:prstGeom>
          <a:noFill/>
          <a:ln w="6350">
            <a:solidFill>
              <a:srgbClr val="AAAAAA"/>
            </a:solidFill>
            <a:prstDash val="dash"/>
          </a:ln>
        </p:spPr>
      </p:sp>
      <p:sp>
        <p:nvSpPr>
          <p:cNvPr id="29" name="Shape 25"/>
          <p:cNvSpPr/>
          <p:nvPr/>
        </p:nvSpPr>
        <p:spPr>
          <a:xfrm>
            <a:off x="3977640" y="2450592"/>
            <a:ext cx="1463040" cy="0"/>
          </a:xfrm>
          <a:prstGeom prst="line">
            <a:avLst/>
          </a:prstGeom>
          <a:noFill/>
          <a:ln w="6350">
            <a:solidFill>
              <a:srgbClr val="AAAAAA"/>
            </a:solidFill>
            <a:prstDash val="dash"/>
          </a:ln>
        </p:spPr>
      </p:sp>
      <p:sp>
        <p:nvSpPr>
          <p:cNvPr id="30" name="Shape 26"/>
          <p:cNvSpPr/>
          <p:nvPr/>
        </p:nvSpPr>
        <p:spPr>
          <a:xfrm>
            <a:off x="3977640" y="2615184"/>
            <a:ext cx="1463040" cy="0"/>
          </a:xfrm>
          <a:prstGeom prst="line">
            <a:avLst/>
          </a:prstGeom>
          <a:noFill/>
          <a:ln w="6350">
            <a:solidFill>
              <a:srgbClr val="AAAAAA"/>
            </a:solidFill>
            <a:prstDash val="dash"/>
          </a:ln>
        </p:spPr>
      </p:sp>
      <p:sp>
        <p:nvSpPr>
          <p:cNvPr id="31" name="Shape 27"/>
          <p:cNvSpPr/>
          <p:nvPr/>
        </p:nvSpPr>
        <p:spPr>
          <a:xfrm>
            <a:off x="685800" y="2926080"/>
            <a:ext cx="1463040" cy="914400"/>
          </a:xfrm>
          <a:prstGeom prst="rect">
            <a:avLst/>
          </a:prstGeom>
          <a:solidFill>
            <a:srgbClr val="FFFFFF"/>
          </a:solidFill>
          <a:ln w="12700">
            <a:solidFill>
              <a:srgbClr val="333333"/>
            </a:solidFill>
            <a:prstDash val="solid"/>
          </a:ln>
        </p:spPr>
      </p:sp>
      <p:sp>
        <p:nvSpPr>
          <p:cNvPr id="32" name="Text 28"/>
          <p:cNvSpPr txBox="1"/>
          <p:nvPr/>
        </p:nvSpPr>
        <p:spPr>
          <a:xfrm>
            <a:off x="731520" y="2944368"/>
            <a:ext cx="274320" cy="228600"/>
          </a:xfrm>
          <a:prstGeom prst="rect">
            <a:avLst/>
          </a:prstGeom>
          <a:noFill/>
          <a:ln/>
        </p:spPr>
        <p:txBody>
          <a:bodyPr wrap="square" lIns="0" tIns="0" rIns="0" bIns="0" rtlCol="0" anchor="t"/>
          <a:lstStyle/>
          <a:p>
            <a:pPr indent="0" marL="0">
              <a:buNone/>
            </a:pPr>
            <a:r>
              <a:rPr lang="en-US" sz="1100" b="1" dirty="0">
                <a:solidFill>
                  <a:srgbClr val="E53935"/>
                </a:solidFill>
                <a:latin typeface="Calibri" pitchFamily="34" charset="0"/>
                <a:ea typeface="Calibri" pitchFamily="34" charset="-122"/>
                <a:cs typeface="Calibri" pitchFamily="34" charset="-120"/>
              </a:rPr>
              <a:t>4</a:t>
            </a:r>
            <a:endParaRPr lang="en-US" sz="1100" dirty="0"/>
          </a:p>
        </p:txBody>
      </p:sp>
      <p:sp>
        <p:nvSpPr>
          <p:cNvPr id="33" name="Shape 29"/>
          <p:cNvSpPr/>
          <p:nvPr/>
        </p:nvSpPr>
        <p:spPr>
          <a:xfrm>
            <a:off x="1280160" y="3108960"/>
            <a:ext cx="228600" cy="228600"/>
          </a:xfrm>
          <a:prstGeom prst="ellipse">
            <a:avLst/>
          </a:prstGeom>
          <a:solidFill>
            <a:srgbClr val="FFFFFF"/>
          </a:solidFill>
          <a:ln w="12700">
            <a:solidFill>
              <a:srgbClr val="555555"/>
            </a:solidFill>
            <a:prstDash val="solid"/>
          </a:ln>
        </p:spPr>
      </p:sp>
      <p:sp>
        <p:nvSpPr>
          <p:cNvPr id="34" name="Shape 30"/>
          <p:cNvSpPr/>
          <p:nvPr/>
        </p:nvSpPr>
        <p:spPr>
          <a:xfrm>
            <a:off x="1394460" y="3337560"/>
            <a:ext cx="0" cy="320040"/>
          </a:xfrm>
          <a:prstGeom prst="line">
            <a:avLst/>
          </a:prstGeom>
          <a:noFill/>
          <a:ln w="12700">
            <a:solidFill>
              <a:srgbClr val="555555"/>
            </a:solidFill>
            <a:prstDash val="solid"/>
          </a:ln>
        </p:spPr>
      </p:sp>
      <p:sp>
        <p:nvSpPr>
          <p:cNvPr id="35" name="Shape 31"/>
          <p:cNvSpPr/>
          <p:nvPr/>
        </p:nvSpPr>
        <p:spPr>
          <a:xfrm>
            <a:off x="685800" y="3977640"/>
            <a:ext cx="1463040" cy="0"/>
          </a:xfrm>
          <a:prstGeom prst="line">
            <a:avLst/>
          </a:prstGeom>
          <a:noFill/>
          <a:ln w="6350">
            <a:solidFill>
              <a:srgbClr val="AAAAAA"/>
            </a:solidFill>
            <a:prstDash val="dash"/>
          </a:ln>
        </p:spPr>
      </p:sp>
      <p:sp>
        <p:nvSpPr>
          <p:cNvPr id="36" name="Shape 32"/>
          <p:cNvSpPr/>
          <p:nvPr/>
        </p:nvSpPr>
        <p:spPr>
          <a:xfrm>
            <a:off x="685800" y="4142232"/>
            <a:ext cx="1463040" cy="0"/>
          </a:xfrm>
          <a:prstGeom prst="line">
            <a:avLst/>
          </a:prstGeom>
          <a:noFill/>
          <a:ln w="6350">
            <a:solidFill>
              <a:srgbClr val="AAAAAA"/>
            </a:solidFill>
            <a:prstDash val="dash"/>
          </a:ln>
        </p:spPr>
      </p:sp>
      <p:sp>
        <p:nvSpPr>
          <p:cNvPr id="37" name="Shape 33"/>
          <p:cNvSpPr/>
          <p:nvPr/>
        </p:nvSpPr>
        <p:spPr>
          <a:xfrm>
            <a:off x="685800" y="4306824"/>
            <a:ext cx="1463040" cy="0"/>
          </a:xfrm>
          <a:prstGeom prst="line">
            <a:avLst/>
          </a:prstGeom>
          <a:noFill/>
          <a:ln w="6350">
            <a:solidFill>
              <a:srgbClr val="AAAAAA"/>
            </a:solidFill>
            <a:prstDash val="dash"/>
          </a:ln>
        </p:spPr>
      </p:sp>
      <p:sp>
        <p:nvSpPr>
          <p:cNvPr id="38" name="Shape 34"/>
          <p:cNvSpPr/>
          <p:nvPr/>
        </p:nvSpPr>
        <p:spPr>
          <a:xfrm>
            <a:off x="2331720" y="2926080"/>
            <a:ext cx="1463040" cy="914400"/>
          </a:xfrm>
          <a:prstGeom prst="rect">
            <a:avLst/>
          </a:prstGeom>
          <a:solidFill>
            <a:srgbClr val="FFFFFF"/>
          </a:solidFill>
          <a:ln w="12700">
            <a:solidFill>
              <a:srgbClr val="333333"/>
            </a:solidFill>
            <a:prstDash val="solid"/>
          </a:ln>
        </p:spPr>
      </p:sp>
      <p:sp>
        <p:nvSpPr>
          <p:cNvPr id="39" name="Text 35"/>
          <p:cNvSpPr txBox="1"/>
          <p:nvPr/>
        </p:nvSpPr>
        <p:spPr>
          <a:xfrm>
            <a:off x="2377440" y="2944368"/>
            <a:ext cx="274320" cy="228600"/>
          </a:xfrm>
          <a:prstGeom prst="rect">
            <a:avLst/>
          </a:prstGeom>
          <a:noFill/>
          <a:ln/>
        </p:spPr>
        <p:txBody>
          <a:bodyPr wrap="square" lIns="0" tIns="0" rIns="0" bIns="0" rtlCol="0" anchor="t"/>
          <a:lstStyle/>
          <a:p>
            <a:pPr indent="0" marL="0">
              <a:buNone/>
            </a:pPr>
            <a:r>
              <a:rPr lang="en-US" sz="1100" b="1" dirty="0">
                <a:solidFill>
                  <a:srgbClr val="E53935"/>
                </a:solidFill>
                <a:latin typeface="Calibri" pitchFamily="34" charset="0"/>
                <a:ea typeface="Calibri" pitchFamily="34" charset="-122"/>
                <a:cs typeface="Calibri" pitchFamily="34" charset="-120"/>
              </a:rPr>
              <a:t>5</a:t>
            </a:r>
            <a:endParaRPr lang="en-US" sz="1100" dirty="0"/>
          </a:p>
        </p:txBody>
      </p:sp>
      <p:sp>
        <p:nvSpPr>
          <p:cNvPr id="40" name="Shape 36"/>
          <p:cNvSpPr/>
          <p:nvPr/>
        </p:nvSpPr>
        <p:spPr>
          <a:xfrm>
            <a:off x="2331720" y="3977640"/>
            <a:ext cx="1463040" cy="0"/>
          </a:xfrm>
          <a:prstGeom prst="line">
            <a:avLst/>
          </a:prstGeom>
          <a:noFill/>
          <a:ln w="6350">
            <a:solidFill>
              <a:srgbClr val="AAAAAA"/>
            </a:solidFill>
            <a:prstDash val="dash"/>
          </a:ln>
        </p:spPr>
      </p:sp>
      <p:sp>
        <p:nvSpPr>
          <p:cNvPr id="41" name="Shape 37"/>
          <p:cNvSpPr/>
          <p:nvPr/>
        </p:nvSpPr>
        <p:spPr>
          <a:xfrm>
            <a:off x="2331720" y="4142232"/>
            <a:ext cx="1463040" cy="0"/>
          </a:xfrm>
          <a:prstGeom prst="line">
            <a:avLst/>
          </a:prstGeom>
          <a:noFill/>
          <a:ln w="6350">
            <a:solidFill>
              <a:srgbClr val="AAAAAA"/>
            </a:solidFill>
            <a:prstDash val="dash"/>
          </a:ln>
        </p:spPr>
      </p:sp>
      <p:sp>
        <p:nvSpPr>
          <p:cNvPr id="42" name="Shape 38"/>
          <p:cNvSpPr/>
          <p:nvPr/>
        </p:nvSpPr>
        <p:spPr>
          <a:xfrm>
            <a:off x="2331720" y="4306824"/>
            <a:ext cx="1463040" cy="0"/>
          </a:xfrm>
          <a:prstGeom prst="line">
            <a:avLst/>
          </a:prstGeom>
          <a:noFill/>
          <a:ln w="6350">
            <a:solidFill>
              <a:srgbClr val="AAAAAA"/>
            </a:solidFill>
            <a:prstDash val="dash"/>
          </a:ln>
        </p:spPr>
      </p:sp>
      <p:sp>
        <p:nvSpPr>
          <p:cNvPr id="43" name="Shape 39"/>
          <p:cNvSpPr/>
          <p:nvPr/>
        </p:nvSpPr>
        <p:spPr>
          <a:xfrm>
            <a:off x="3977640" y="2926080"/>
            <a:ext cx="1463040" cy="914400"/>
          </a:xfrm>
          <a:prstGeom prst="rect">
            <a:avLst/>
          </a:prstGeom>
          <a:solidFill>
            <a:srgbClr val="FFFFFF"/>
          </a:solidFill>
          <a:ln w="12700">
            <a:solidFill>
              <a:srgbClr val="333333"/>
            </a:solidFill>
            <a:prstDash val="solid"/>
          </a:ln>
        </p:spPr>
      </p:sp>
      <p:sp>
        <p:nvSpPr>
          <p:cNvPr id="44" name="Text 40"/>
          <p:cNvSpPr txBox="1"/>
          <p:nvPr/>
        </p:nvSpPr>
        <p:spPr>
          <a:xfrm>
            <a:off x="4023360" y="2944368"/>
            <a:ext cx="274320" cy="228600"/>
          </a:xfrm>
          <a:prstGeom prst="rect">
            <a:avLst/>
          </a:prstGeom>
          <a:noFill/>
          <a:ln/>
        </p:spPr>
        <p:txBody>
          <a:bodyPr wrap="square" lIns="0" tIns="0" rIns="0" bIns="0" rtlCol="0" anchor="t"/>
          <a:lstStyle/>
          <a:p>
            <a:pPr indent="0" marL="0">
              <a:buNone/>
            </a:pPr>
            <a:r>
              <a:rPr lang="en-US" sz="1100" b="1" dirty="0">
                <a:solidFill>
                  <a:srgbClr val="E53935"/>
                </a:solidFill>
                <a:latin typeface="Calibri" pitchFamily="34" charset="0"/>
                <a:ea typeface="Calibri" pitchFamily="34" charset="-122"/>
                <a:cs typeface="Calibri" pitchFamily="34" charset="-120"/>
              </a:rPr>
              <a:t>6</a:t>
            </a:r>
            <a:endParaRPr lang="en-US" sz="1100" dirty="0"/>
          </a:p>
        </p:txBody>
      </p:sp>
      <p:sp>
        <p:nvSpPr>
          <p:cNvPr id="45" name="Shape 41"/>
          <p:cNvSpPr/>
          <p:nvPr/>
        </p:nvSpPr>
        <p:spPr>
          <a:xfrm>
            <a:off x="3977640" y="3977640"/>
            <a:ext cx="1463040" cy="0"/>
          </a:xfrm>
          <a:prstGeom prst="line">
            <a:avLst/>
          </a:prstGeom>
          <a:noFill/>
          <a:ln w="6350">
            <a:solidFill>
              <a:srgbClr val="AAAAAA"/>
            </a:solidFill>
            <a:prstDash val="dash"/>
          </a:ln>
        </p:spPr>
      </p:sp>
      <p:sp>
        <p:nvSpPr>
          <p:cNvPr id="46" name="Shape 42"/>
          <p:cNvSpPr/>
          <p:nvPr/>
        </p:nvSpPr>
        <p:spPr>
          <a:xfrm>
            <a:off x="3977640" y="4142232"/>
            <a:ext cx="1463040" cy="0"/>
          </a:xfrm>
          <a:prstGeom prst="line">
            <a:avLst/>
          </a:prstGeom>
          <a:noFill/>
          <a:ln w="6350">
            <a:solidFill>
              <a:srgbClr val="AAAAAA"/>
            </a:solidFill>
            <a:prstDash val="dash"/>
          </a:ln>
        </p:spPr>
      </p:sp>
      <p:sp>
        <p:nvSpPr>
          <p:cNvPr id="47" name="Shape 43"/>
          <p:cNvSpPr/>
          <p:nvPr/>
        </p:nvSpPr>
        <p:spPr>
          <a:xfrm>
            <a:off x="3977640" y="4306824"/>
            <a:ext cx="1463040" cy="0"/>
          </a:xfrm>
          <a:prstGeom prst="line">
            <a:avLst/>
          </a:prstGeom>
          <a:noFill/>
          <a:ln w="6350">
            <a:solidFill>
              <a:srgbClr val="AAAAAA"/>
            </a:solidFill>
            <a:prstDash val="dash"/>
          </a:ln>
        </p:spPr>
      </p:sp>
      <p:sp>
        <p:nvSpPr>
          <p:cNvPr id="48" name="Text 4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9" name="Text 4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Gambar 4–6 kotak adegan di kertas</a:t>
            </a:r>
            <a:endParaRPr lang="en-US" sz="1800" dirty="0"/>
          </a:p>
        </p:txBody>
      </p:sp>
      <p:sp>
        <p:nvSpPr>
          <p:cNvPr id="50" name="Text 4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tabel kotak di kertas. Isi setiap kotak: sketsa, jenis shot, durasi, dan keterangan. Total durasi 1–2 menit.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Storyboard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502920" y="1143000"/>
            <a:ext cx="2468880" cy="1554480"/>
          </a:xfrm>
          <a:prstGeom prst="roundRect">
            <a:avLst>
              <a:gd name="adj" fmla="val 5882"/>
            </a:avLst>
          </a:prstGeom>
          <a:solidFill>
            <a:srgbClr val="E6F2EC"/>
          </a:solidFill>
          <a:ln w="12700">
            <a:solidFill>
              <a:srgbClr val="E6F2EC"/>
            </a:solidFill>
            <a:prstDash val="solid"/>
          </a:ln>
        </p:spPr>
      </p:sp>
      <p:sp>
        <p:nvSpPr>
          <p:cNvPr id="10" name="Shape 6"/>
          <p:cNvSpPr/>
          <p:nvPr/>
        </p:nvSpPr>
        <p:spPr>
          <a:xfrm>
            <a:off x="685800" y="132588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822960" y="1463040"/>
            <a:ext cx="274320" cy="274320"/>
          </a:xfrm>
          <a:prstGeom prst="rect">
            <a:avLst/>
          </a:prstGeom>
        </p:spPr>
      </p:pic>
      <p:sp>
        <p:nvSpPr>
          <p:cNvPr id="12" name="Text 7"/>
          <p:cNvSpPr txBox="1"/>
          <p:nvPr/>
        </p:nvSpPr>
        <p:spPr>
          <a:xfrm>
            <a:off x="1371600" y="1325880"/>
            <a:ext cx="1554480" cy="548640"/>
          </a:xfrm>
          <a:prstGeom prst="rect">
            <a:avLst/>
          </a:prstGeom>
          <a:noFill/>
          <a:ln/>
        </p:spPr>
        <p:txBody>
          <a:bodyPr wrap="square" lIns="0" tIns="0" rIns="0" bIns="0" rtlCol="0" anchor="ctr"/>
          <a:lstStyle/>
          <a:p>
            <a:pPr indent="0" marL="0">
              <a:buNone/>
            </a:pPr>
            <a:r>
              <a:rPr lang="en-US" sz="1500" b="1" dirty="0">
                <a:solidFill>
                  <a:srgbClr val="0F4C3A"/>
                </a:solidFill>
                <a:latin typeface="Cambria" pitchFamily="34" charset="0"/>
                <a:ea typeface="Cambria" pitchFamily="34" charset="-122"/>
                <a:cs typeface="Cambria" pitchFamily="34" charset="-120"/>
              </a:rPr>
              <a:t>Sutradara</a:t>
            </a:r>
            <a:endParaRPr lang="en-US" sz="1500" dirty="0"/>
          </a:p>
        </p:txBody>
      </p:sp>
      <p:sp>
        <p:nvSpPr>
          <p:cNvPr id="13" name="Text 8"/>
          <p:cNvSpPr txBox="1"/>
          <p:nvPr/>
        </p:nvSpPr>
        <p:spPr>
          <a:xfrm>
            <a:off x="685800" y="2011680"/>
            <a:ext cx="2103120" cy="5943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Mengatur jalannya syuting</a:t>
            </a:r>
            <a:endParaRPr lang="en-US" sz="1250" dirty="0"/>
          </a:p>
        </p:txBody>
      </p:sp>
      <p:sp>
        <p:nvSpPr>
          <p:cNvPr id="14" name="Shape 9"/>
          <p:cNvSpPr/>
          <p:nvPr/>
        </p:nvSpPr>
        <p:spPr>
          <a:xfrm>
            <a:off x="3154680" y="1143000"/>
            <a:ext cx="2468880" cy="1554480"/>
          </a:xfrm>
          <a:prstGeom prst="roundRect">
            <a:avLst>
              <a:gd name="adj" fmla="val 5882"/>
            </a:avLst>
          </a:prstGeom>
          <a:solidFill>
            <a:srgbClr val="E6F2EC"/>
          </a:solidFill>
          <a:ln w="12700">
            <a:solidFill>
              <a:srgbClr val="E6F2EC"/>
            </a:solidFill>
            <a:prstDash val="solid"/>
          </a:ln>
        </p:spPr>
      </p:sp>
      <p:sp>
        <p:nvSpPr>
          <p:cNvPr id="15" name="Shape 10"/>
          <p:cNvSpPr/>
          <p:nvPr/>
        </p:nvSpPr>
        <p:spPr>
          <a:xfrm>
            <a:off x="3337560" y="132588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474720" y="1463040"/>
            <a:ext cx="274320" cy="274320"/>
          </a:xfrm>
          <a:prstGeom prst="rect">
            <a:avLst/>
          </a:prstGeom>
        </p:spPr>
      </p:pic>
      <p:sp>
        <p:nvSpPr>
          <p:cNvPr id="17" name="Text 11"/>
          <p:cNvSpPr txBox="1"/>
          <p:nvPr/>
        </p:nvSpPr>
        <p:spPr>
          <a:xfrm>
            <a:off x="4023360" y="1325880"/>
            <a:ext cx="1554480" cy="548640"/>
          </a:xfrm>
          <a:prstGeom prst="rect">
            <a:avLst/>
          </a:prstGeom>
          <a:noFill/>
          <a:ln/>
        </p:spPr>
        <p:txBody>
          <a:bodyPr wrap="square" lIns="0" tIns="0" rIns="0" bIns="0" rtlCol="0" anchor="ctr"/>
          <a:lstStyle/>
          <a:p>
            <a:pPr indent="0" marL="0">
              <a:buNone/>
            </a:pPr>
            <a:r>
              <a:rPr lang="en-US" sz="1500" b="1" dirty="0">
                <a:solidFill>
                  <a:srgbClr val="0F4C3A"/>
                </a:solidFill>
                <a:latin typeface="Cambria" pitchFamily="34" charset="0"/>
                <a:ea typeface="Cambria" pitchFamily="34" charset="-122"/>
                <a:cs typeface="Cambria" pitchFamily="34" charset="-120"/>
              </a:rPr>
              <a:t>Kameramen</a:t>
            </a:r>
            <a:endParaRPr lang="en-US" sz="1500" dirty="0"/>
          </a:p>
        </p:txBody>
      </p:sp>
      <p:sp>
        <p:nvSpPr>
          <p:cNvPr id="18" name="Text 12"/>
          <p:cNvSpPr txBox="1"/>
          <p:nvPr/>
        </p:nvSpPr>
        <p:spPr>
          <a:xfrm>
            <a:off x="3337560" y="2011680"/>
            <a:ext cx="2103120" cy="5943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Merekam sesuai storyboard</a:t>
            </a:r>
            <a:endParaRPr lang="en-US" sz="1250" dirty="0"/>
          </a:p>
        </p:txBody>
      </p:sp>
      <p:sp>
        <p:nvSpPr>
          <p:cNvPr id="19" name="Shape 13"/>
          <p:cNvSpPr/>
          <p:nvPr/>
        </p:nvSpPr>
        <p:spPr>
          <a:xfrm>
            <a:off x="502920" y="2880360"/>
            <a:ext cx="2468880" cy="1554480"/>
          </a:xfrm>
          <a:prstGeom prst="roundRect">
            <a:avLst>
              <a:gd name="adj" fmla="val 5882"/>
            </a:avLst>
          </a:prstGeom>
          <a:solidFill>
            <a:srgbClr val="E6F2EC"/>
          </a:solidFill>
          <a:ln w="12700">
            <a:solidFill>
              <a:srgbClr val="E6F2EC"/>
            </a:solidFill>
            <a:prstDash val="solid"/>
          </a:ln>
        </p:spPr>
      </p:sp>
      <p:sp>
        <p:nvSpPr>
          <p:cNvPr id="20" name="Shape 14"/>
          <p:cNvSpPr/>
          <p:nvPr/>
        </p:nvSpPr>
        <p:spPr>
          <a:xfrm>
            <a:off x="685800" y="306324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822960" y="3200400"/>
            <a:ext cx="274320" cy="274320"/>
          </a:xfrm>
          <a:prstGeom prst="rect">
            <a:avLst/>
          </a:prstGeom>
        </p:spPr>
      </p:pic>
      <p:sp>
        <p:nvSpPr>
          <p:cNvPr id="22" name="Text 15"/>
          <p:cNvSpPr txBox="1"/>
          <p:nvPr/>
        </p:nvSpPr>
        <p:spPr>
          <a:xfrm>
            <a:off x="1371600" y="3063240"/>
            <a:ext cx="1554480" cy="548640"/>
          </a:xfrm>
          <a:prstGeom prst="rect">
            <a:avLst/>
          </a:prstGeom>
          <a:noFill/>
          <a:ln/>
        </p:spPr>
        <p:txBody>
          <a:bodyPr wrap="square" lIns="0" tIns="0" rIns="0" bIns="0" rtlCol="0" anchor="ctr"/>
          <a:lstStyle/>
          <a:p>
            <a:pPr indent="0" marL="0">
              <a:buNone/>
            </a:pPr>
            <a:r>
              <a:rPr lang="en-US" sz="1500" b="1" dirty="0">
                <a:solidFill>
                  <a:srgbClr val="0F4C3A"/>
                </a:solidFill>
                <a:latin typeface="Cambria" pitchFamily="34" charset="0"/>
                <a:ea typeface="Cambria" pitchFamily="34" charset="-122"/>
                <a:cs typeface="Cambria" pitchFamily="34" charset="-120"/>
              </a:rPr>
              <a:t>Pemeran</a:t>
            </a:r>
            <a:endParaRPr lang="en-US" sz="1500" dirty="0"/>
          </a:p>
        </p:txBody>
      </p:sp>
      <p:sp>
        <p:nvSpPr>
          <p:cNvPr id="23" name="Text 16"/>
          <p:cNvSpPr txBox="1"/>
          <p:nvPr/>
        </p:nvSpPr>
        <p:spPr>
          <a:xfrm>
            <a:off x="685800" y="3749040"/>
            <a:ext cx="2103120" cy="5943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Memperagakan adab</a:t>
            </a:r>
            <a:endParaRPr lang="en-US" sz="1250" dirty="0"/>
          </a:p>
        </p:txBody>
      </p:sp>
      <p:sp>
        <p:nvSpPr>
          <p:cNvPr id="24" name="Shape 17"/>
          <p:cNvSpPr/>
          <p:nvPr/>
        </p:nvSpPr>
        <p:spPr>
          <a:xfrm>
            <a:off x="3154680" y="2880360"/>
            <a:ext cx="2468880" cy="1554480"/>
          </a:xfrm>
          <a:prstGeom prst="roundRect">
            <a:avLst>
              <a:gd name="adj" fmla="val 5882"/>
            </a:avLst>
          </a:prstGeom>
          <a:solidFill>
            <a:srgbClr val="E6F2EC"/>
          </a:solidFill>
          <a:ln w="12700">
            <a:solidFill>
              <a:srgbClr val="E6F2EC"/>
            </a:solidFill>
            <a:prstDash val="solid"/>
          </a:ln>
        </p:spPr>
      </p:sp>
      <p:sp>
        <p:nvSpPr>
          <p:cNvPr id="25" name="Shape 18"/>
          <p:cNvSpPr/>
          <p:nvPr/>
        </p:nvSpPr>
        <p:spPr>
          <a:xfrm>
            <a:off x="3337560" y="306324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3474720" y="3200400"/>
            <a:ext cx="274320" cy="274320"/>
          </a:xfrm>
          <a:prstGeom prst="rect">
            <a:avLst/>
          </a:prstGeom>
        </p:spPr>
      </p:pic>
      <p:sp>
        <p:nvSpPr>
          <p:cNvPr id="27" name="Text 19"/>
          <p:cNvSpPr txBox="1"/>
          <p:nvPr/>
        </p:nvSpPr>
        <p:spPr>
          <a:xfrm>
            <a:off x="4023360" y="3063240"/>
            <a:ext cx="1554480" cy="548640"/>
          </a:xfrm>
          <a:prstGeom prst="rect">
            <a:avLst/>
          </a:prstGeom>
          <a:noFill/>
          <a:ln/>
        </p:spPr>
        <p:txBody>
          <a:bodyPr wrap="square" lIns="0" tIns="0" rIns="0" bIns="0" rtlCol="0" anchor="ctr"/>
          <a:lstStyle/>
          <a:p>
            <a:pPr indent="0" marL="0">
              <a:buNone/>
            </a:pPr>
            <a:r>
              <a:rPr lang="en-US" sz="1500" b="1" dirty="0">
                <a:solidFill>
                  <a:srgbClr val="0F4C3A"/>
                </a:solidFill>
                <a:latin typeface="Cambria" pitchFamily="34" charset="0"/>
                <a:ea typeface="Cambria" pitchFamily="34" charset="-122"/>
                <a:cs typeface="Cambria" pitchFamily="34" charset="-120"/>
              </a:rPr>
              <a:t>Pencatat</a:t>
            </a:r>
            <a:endParaRPr lang="en-US" sz="1500" dirty="0"/>
          </a:p>
        </p:txBody>
      </p:sp>
      <p:sp>
        <p:nvSpPr>
          <p:cNvPr id="28" name="Text 20"/>
          <p:cNvSpPr txBox="1"/>
          <p:nvPr/>
        </p:nvSpPr>
        <p:spPr>
          <a:xfrm>
            <a:off x="3337560" y="3749040"/>
            <a:ext cx="2103120" cy="5943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Mencatat adegan yang sudah direkam</a:t>
            </a:r>
            <a:endParaRPr lang="en-US" sz="1250" dirty="0"/>
          </a:p>
        </p:txBody>
      </p:sp>
      <p:sp>
        <p:nvSpPr>
          <p:cNvPr id="29" name="Text 2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30" name="Text 2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Bagi peran tim</a:t>
            </a:r>
            <a:endParaRPr lang="en-US" sz="1800" dirty="0"/>
          </a:p>
        </p:txBody>
      </p:sp>
      <p:sp>
        <p:nvSpPr>
          <p:cNvPr id="31" name="Text 2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Sutradara, kameramen, pemeran, dan pencatat adegan. Tulis nama dan peran di balik storyboard.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22</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Storyboard kelompok dinyatakan siap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Ada 4–6 adegan berurutan dengan sketsa sederhana.</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adegan mencantumkan jenis shot dan durasi.</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Total durasi 1–2 menit, dengan pesan adab yang jelas.</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Peran setiap anggota sudah dituliskan.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adegan punya gambar dan keterangan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Jenis shot sudah ditentukan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Pesan adab jelas</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Peran tim sudah dibagi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storyboard menghemat waktu?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Adab apa yang kelompokmu angkat dan mengapa?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Pastikan setiap orang yang direkam sudah memberi izin.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Syuting Video Adab Santri sesuai storyboard.</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23</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Syuting Video</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Merekam adegan sesuai rencana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8: Video Digital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Apa saja yang harus disiapkan sebelum mulai merekam?</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23</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Merekam semua adegan sesuai storyboard</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Menjaga kamera stabil dan cahaya yang baik</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Mengelola dan memindahkan file video</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Tips Syuting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Kamera Stabil</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Pegang dengan dua tangan, siku menempel badan, atau sandarkan HP pada benda kokoh.</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Jeda 2 Detik</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Mulai rekam 2 detik sebelum adegan, berhenti 2 detik sesudahnya.</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Ambil 2–3 Kali</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Rekam setiap adegan beberapa kali agar ada pilihan terbaik.</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Suara Jelas</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Rekam di tempat tenang dan dekatkan HP kepada yang berbicara.</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Papan Adegan Sederhana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914400" y="1188720"/>
            <a:ext cx="3291840" cy="2194560"/>
          </a:xfrm>
          <a:prstGeom prst="roundRect">
            <a:avLst>
              <a:gd name="adj" fmla="val 3333"/>
            </a:avLst>
          </a:prstGeom>
          <a:solidFill>
            <a:srgbClr val="222222"/>
          </a:solidFill>
          <a:ln w="12700">
            <a:solidFill>
              <a:srgbClr val="222222"/>
            </a:solidFill>
            <a:prstDash val="solid"/>
          </a:ln>
        </p:spPr>
      </p:sp>
      <p:sp>
        <p:nvSpPr>
          <p:cNvPr id="10" name="Shape 6"/>
          <p:cNvSpPr/>
          <p:nvPr/>
        </p:nvSpPr>
        <p:spPr>
          <a:xfrm>
            <a:off x="914400" y="1188720"/>
            <a:ext cx="274320" cy="320040"/>
          </a:xfrm>
          <a:prstGeom prst="rect">
            <a:avLst/>
          </a:prstGeom>
          <a:solidFill>
            <a:srgbClr val="FFFFFF"/>
          </a:solidFill>
          <a:ln w="12700">
            <a:solidFill>
              <a:srgbClr val="FFFFFF"/>
            </a:solidFill>
            <a:prstDash val="solid"/>
          </a:ln>
        </p:spPr>
      </p:sp>
      <p:sp>
        <p:nvSpPr>
          <p:cNvPr id="11" name="Shape 7"/>
          <p:cNvSpPr/>
          <p:nvPr/>
        </p:nvSpPr>
        <p:spPr>
          <a:xfrm>
            <a:off x="1463040" y="1188720"/>
            <a:ext cx="274320" cy="320040"/>
          </a:xfrm>
          <a:prstGeom prst="rect">
            <a:avLst/>
          </a:prstGeom>
          <a:solidFill>
            <a:srgbClr val="FFFFFF"/>
          </a:solidFill>
          <a:ln w="12700">
            <a:solidFill>
              <a:srgbClr val="FFFFFF"/>
            </a:solidFill>
            <a:prstDash val="solid"/>
          </a:ln>
        </p:spPr>
      </p:sp>
      <p:sp>
        <p:nvSpPr>
          <p:cNvPr id="12" name="Shape 8"/>
          <p:cNvSpPr/>
          <p:nvPr/>
        </p:nvSpPr>
        <p:spPr>
          <a:xfrm>
            <a:off x="2011680" y="1188720"/>
            <a:ext cx="274320" cy="320040"/>
          </a:xfrm>
          <a:prstGeom prst="rect">
            <a:avLst/>
          </a:prstGeom>
          <a:solidFill>
            <a:srgbClr val="FFFFFF"/>
          </a:solidFill>
          <a:ln w="12700">
            <a:solidFill>
              <a:srgbClr val="FFFFFF"/>
            </a:solidFill>
            <a:prstDash val="solid"/>
          </a:ln>
        </p:spPr>
      </p:sp>
      <p:sp>
        <p:nvSpPr>
          <p:cNvPr id="13" name="Shape 9"/>
          <p:cNvSpPr/>
          <p:nvPr/>
        </p:nvSpPr>
        <p:spPr>
          <a:xfrm>
            <a:off x="2560320" y="1188720"/>
            <a:ext cx="274320" cy="320040"/>
          </a:xfrm>
          <a:prstGeom prst="rect">
            <a:avLst/>
          </a:prstGeom>
          <a:solidFill>
            <a:srgbClr val="FFFFFF"/>
          </a:solidFill>
          <a:ln w="12700">
            <a:solidFill>
              <a:srgbClr val="FFFFFF"/>
            </a:solidFill>
            <a:prstDash val="solid"/>
          </a:ln>
        </p:spPr>
      </p:sp>
      <p:sp>
        <p:nvSpPr>
          <p:cNvPr id="14" name="Shape 10"/>
          <p:cNvSpPr/>
          <p:nvPr/>
        </p:nvSpPr>
        <p:spPr>
          <a:xfrm>
            <a:off x="3108960" y="1188720"/>
            <a:ext cx="274320" cy="320040"/>
          </a:xfrm>
          <a:prstGeom prst="rect">
            <a:avLst/>
          </a:prstGeom>
          <a:solidFill>
            <a:srgbClr val="FFFFFF"/>
          </a:solidFill>
          <a:ln w="12700">
            <a:solidFill>
              <a:srgbClr val="FFFFFF"/>
            </a:solidFill>
            <a:prstDash val="solid"/>
          </a:ln>
        </p:spPr>
      </p:sp>
      <p:sp>
        <p:nvSpPr>
          <p:cNvPr id="15" name="Shape 11"/>
          <p:cNvSpPr/>
          <p:nvPr/>
        </p:nvSpPr>
        <p:spPr>
          <a:xfrm>
            <a:off x="3657600" y="1188720"/>
            <a:ext cx="274320" cy="320040"/>
          </a:xfrm>
          <a:prstGeom prst="rect">
            <a:avLst/>
          </a:prstGeom>
          <a:solidFill>
            <a:srgbClr val="FFFFFF"/>
          </a:solidFill>
          <a:ln w="12700">
            <a:solidFill>
              <a:srgbClr val="FFFFFF"/>
            </a:solidFill>
            <a:prstDash val="solid"/>
          </a:ln>
        </p:spPr>
      </p:sp>
      <p:sp>
        <p:nvSpPr>
          <p:cNvPr id="16" name="Text 12"/>
          <p:cNvSpPr txBox="1"/>
          <p:nvPr/>
        </p:nvSpPr>
        <p:spPr>
          <a:xfrm>
            <a:off x="1097280" y="1691640"/>
            <a:ext cx="2926080" cy="10972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ADEGAN  2</a:t>
            </a:r>
            <a:endParaRPr lang="en-US" sz="2200" dirty="0"/>
          </a:p>
          <a:p>
            <a:pPr indent="0" marL="0">
              <a:buNone/>
            </a:pPr>
            <a:r>
              <a:rPr lang="en-US" sz="2200" b="1" dirty="0">
                <a:solidFill>
                  <a:srgbClr val="FFFFFF"/>
                </a:solidFill>
                <a:latin typeface="Arial" pitchFamily="34" charset="0"/>
                <a:ea typeface="Arial" pitchFamily="34" charset="-122"/>
                <a:cs typeface="Arial" pitchFamily="34" charset="-120"/>
              </a:rPr>
              <a:t>AMBILAN  1</a:t>
            </a:r>
            <a:endParaRPr lang="en-US" sz="2200" dirty="0"/>
          </a:p>
        </p:txBody>
      </p:sp>
      <p:sp>
        <p:nvSpPr>
          <p:cNvPr id="17" name="Text 13"/>
          <p:cNvSpPr txBox="1"/>
          <p:nvPr/>
        </p:nvSpPr>
        <p:spPr>
          <a:xfrm>
            <a:off x="1097280" y="2880360"/>
            <a:ext cx="2926080" cy="320040"/>
          </a:xfrm>
          <a:prstGeom prst="rect">
            <a:avLst/>
          </a:prstGeom>
          <a:noFill/>
          <a:ln/>
        </p:spPr>
        <p:txBody>
          <a:bodyPr wrap="square" lIns="0" tIns="0" rIns="0" bIns="0" rtlCol="0" anchor="t"/>
          <a:lstStyle/>
          <a:p>
            <a:pPr indent="0" marL="0">
              <a:buNone/>
            </a:pPr>
            <a:r>
              <a:rPr lang="en-US" sz="1200" dirty="0">
                <a:solidFill>
                  <a:srgbClr val="DDDDDD"/>
                </a:solidFill>
                <a:latin typeface="Calibri" pitchFamily="34" charset="0"/>
                <a:ea typeface="Calibri" pitchFamily="34" charset="-122"/>
                <a:cs typeface="Calibri" pitchFamily="34" charset="-120"/>
              </a:rPr>
              <a:t>Adab Masuk Masjid · Kel. 1</a:t>
            </a:r>
            <a:endParaRPr lang="en-US" sz="1200" dirty="0"/>
          </a:p>
        </p:txBody>
      </p:sp>
      <p:sp>
        <p:nvSpPr>
          <p:cNvPr id="18" name="Text 14"/>
          <p:cNvSpPr txBox="1"/>
          <p:nvPr/>
        </p:nvSpPr>
        <p:spPr>
          <a:xfrm>
            <a:off x="4663440" y="1280160"/>
            <a:ext cx="4023360" cy="822960"/>
          </a:xfrm>
          <a:prstGeom prst="rect">
            <a:avLst/>
          </a:prstGeom>
          <a:noFill/>
          <a:ln/>
        </p:spPr>
        <p:txBody>
          <a:bodyPr wrap="square" lIns="0" tIns="0" rIns="0" bIns="0" rtlCol="0" anchor="t"/>
          <a:lstStyle/>
          <a:p>
            <a:pPr indent="0" marL="0">
              <a:buNone/>
            </a:pPr>
            <a:r>
              <a:rPr lang="en-US" sz="1700" b="1" dirty="0">
                <a:solidFill>
                  <a:srgbClr val="0F4C3A"/>
                </a:solidFill>
                <a:latin typeface="Cambria" pitchFamily="34" charset="0"/>
                <a:ea typeface="Cambria" pitchFamily="34" charset="-122"/>
                <a:cs typeface="Cambria" pitchFamily="34" charset="-120"/>
              </a:rPr>
              <a:t>Sebelum merekam, ucapkan atau tunjukkan nomor adegan dan ambilan.</a:t>
            </a:r>
            <a:endParaRPr lang="en-US" sz="1700" dirty="0"/>
          </a:p>
        </p:txBody>
      </p:sp>
      <p:sp>
        <p:nvSpPr>
          <p:cNvPr id="19" name="Shape 15"/>
          <p:cNvSpPr/>
          <p:nvPr/>
        </p:nvSpPr>
        <p:spPr>
          <a:xfrm>
            <a:off x="4663440" y="2395728"/>
            <a:ext cx="164592" cy="164592"/>
          </a:xfrm>
          <a:prstGeom prst="ellipse">
            <a:avLst/>
          </a:prstGeom>
          <a:solidFill>
            <a:srgbClr val="D4A017"/>
          </a:solidFill>
          <a:ln/>
        </p:spPr>
      </p:sp>
      <p:sp>
        <p:nvSpPr>
          <p:cNvPr id="20" name="Text 16"/>
          <p:cNvSpPr txBox="1"/>
          <p:nvPr/>
        </p:nvSpPr>
        <p:spPr>
          <a:xfrm>
            <a:off x="4983480" y="2286000"/>
            <a:ext cx="3657600" cy="502920"/>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Memudahkan mencari klip saat mengedit</a:t>
            </a:r>
            <a:endParaRPr lang="en-US" sz="1400" dirty="0"/>
          </a:p>
        </p:txBody>
      </p:sp>
      <p:sp>
        <p:nvSpPr>
          <p:cNvPr id="21" name="Shape 17"/>
          <p:cNvSpPr/>
          <p:nvPr/>
        </p:nvSpPr>
        <p:spPr>
          <a:xfrm>
            <a:off x="4663440" y="2990088"/>
            <a:ext cx="164592" cy="164592"/>
          </a:xfrm>
          <a:prstGeom prst="ellipse">
            <a:avLst/>
          </a:prstGeom>
          <a:solidFill>
            <a:srgbClr val="D4A017"/>
          </a:solidFill>
          <a:ln/>
        </p:spPr>
      </p:sp>
      <p:sp>
        <p:nvSpPr>
          <p:cNvPr id="22" name="Text 18"/>
          <p:cNvSpPr txBox="1"/>
          <p:nvPr/>
        </p:nvSpPr>
        <p:spPr>
          <a:xfrm>
            <a:off x="4983480" y="2880360"/>
            <a:ext cx="3657600" cy="502920"/>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Pencatat mencentang adegan yang selesai</a:t>
            </a:r>
            <a:endParaRPr lang="en-US" sz="1400" dirty="0"/>
          </a:p>
        </p:txBody>
      </p:sp>
      <p:sp>
        <p:nvSpPr>
          <p:cNvPr id="23" name="Shape 19"/>
          <p:cNvSpPr/>
          <p:nvPr/>
        </p:nvSpPr>
        <p:spPr>
          <a:xfrm>
            <a:off x="4663440" y="3584448"/>
            <a:ext cx="164592" cy="164592"/>
          </a:xfrm>
          <a:prstGeom prst="ellipse">
            <a:avLst/>
          </a:prstGeom>
          <a:solidFill>
            <a:srgbClr val="D4A017"/>
          </a:solidFill>
          <a:ln/>
        </p:spPr>
      </p:sp>
      <p:sp>
        <p:nvSpPr>
          <p:cNvPr id="24" name="Text 20"/>
          <p:cNvSpPr txBox="1"/>
          <p:nvPr/>
        </p:nvSpPr>
        <p:spPr>
          <a:xfrm>
            <a:off x="4983480" y="3474720"/>
            <a:ext cx="3657600" cy="502920"/>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Ambilan terbaik diberi tanda bintang</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Syuting Video Adab Santri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storyboard · ikuti gambar langkah demi langkah</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Merekam semua adegan</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Memeriksa dan memindahkan file</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Merekam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76656" y="1894820"/>
            <a:ext cx="4773168" cy="2291121"/>
          </a:xfrm>
          <a:prstGeom prst="roundRect">
            <a:avLst>
              <a:gd name="adj" fmla="val 7184"/>
            </a:avLst>
          </a:prstGeom>
          <a:solidFill>
            <a:srgbClr val="1A1A1A"/>
          </a:solidFill>
          <a:ln w="12700">
            <a:solidFill>
              <a:srgbClr val="1A1A1A"/>
            </a:solidFill>
            <a:prstDash val="solid"/>
          </a:ln>
        </p:spPr>
      </p:sp>
      <p:sp>
        <p:nvSpPr>
          <p:cNvPr id="10" name="Shape 6"/>
          <p:cNvSpPr/>
          <p:nvPr/>
        </p:nvSpPr>
        <p:spPr>
          <a:xfrm>
            <a:off x="768096" y="1986260"/>
            <a:ext cx="4590288" cy="2108241"/>
          </a:xfrm>
          <a:prstGeom prst="roundRect">
            <a:avLst>
              <a:gd name="adj" fmla="val 5205"/>
            </a:avLst>
          </a:prstGeom>
          <a:solidFill>
            <a:srgbClr val="6B8E9E"/>
          </a:solidFill>
          <a:ln w="12700">
            <a:solidFill>
              <a:srgbClr val="6B8E9E"/>
            </a:solidFill>
            <a:prstDash val="solid"/>
          </a:ln>
        </p:spPr>
      </p:sp>
      <p:sp>
        <p:nvSpPr>
          <p:cNvPr id="11" name="Shape 7"/>
          <p:cNvSpPr/>
          <p:nvPr/>
        </p:nvSpPr>
        <p:spPr>
          <a:xfrm>
            <a:off x="768096" y="1986260"/>
            <a:ext cx="4590288" cy="2108241"/>
          </a:xfrm>
          <a:prstGeom prst="rect">
            <a:avLst/>
          </a:prstGeom>
          <a:solidFill>
            <a:srgbClr val="A9C7D6"/>
          </a:solidFill>
          <a:ln w="12700">
            <a:solidFill>
              <a:srgbClr val="A9C7D6"/>
            </a:solidFill>
            <a:prstDash val="solid"/>
          </a:ln>
        </p:spPr>
      </p:sp>
      <p:sp>
        <p:nvSpPr>
          <p:cNvPr id="12" name="Shape 8"/>
          <p:cNvSpPr/>
          <p:nvPr/>
        </p:nvSpPr>
        <p:spPr>
          <a:xfrm>
            <a:off x="768096" y="3356616"/>
            <a:ext cx="4590288" cy="737884"/>
          </a:xfrm>
          <a:prstGeom prst="rect">
            <a:avLst/>
          </a:prstGeom>
          <a:solidFill>
            <a:srgbClr val="C9B79C"/>
          </a:solidFill>
          <a:ln w="12700">
            <a:solidFill>
              <a:srgbClr val="C9B79C"/>
            </a:solidFill>
            <a:prstDash val="solid"/>
          </a:ln>
        </p:spPr>
      </p:sp>
      <p:sp>
        <p:nvSpPr>
          <p:cNvPr id="13" name="Shape 9"/>
          <p:cNvSpPr/>
          <p:nvPr/>
        </p:nvSpPr>
        <p:spPr>
          <a:xfrm>
            <a:off x="768096" y="1986260"/>
            <a:ext cx="4590288" cy="2108241"/>
          </a:xfrm>
          <a:prstGeom prst="rect">
            <a:avLst/>
          </a:prstGeom>
          <a:solidFill>
            <a:srgbClr val="F4E7C5"/>
          </a:solidFill>
          <a:ln w="12700">
            <a:solidFill>
              <a:srgbClr val="F4E7C5"/>
            </a:solidFill>
            <a:prstDash val="solid"/>
          </a:ln>
        </p:spPr>
      </p:sp>
      <p:sp>
        <p:nvSpPr>
          <p:cNvPr id="14" name="Shape 10"/>
          <p:cNvSpPr/>
          <p:nvPr/>
        </p:nvSpPr>
        <p:spPr>
          <a:xfrm>
            <a:off x="2777788" y="2302496"/>
            <a:ext cx="570904" cy="570904"/>
          </a:xfrm>
          <a:prstGeom prst="ellipse">
            <a:avLst/>
          </a:prstGeom>
          <a:solidFill>
            <a:srgbClr val="E8C39E"/>
          </a:solidFill>
          <a:ln/>
        </p:spPr>
      </p:sp>
      <p:sp>
        <p:nvSpPr>
          <p:cNvPr id="15" name="Shape 11"/>
          <p:cNvSpPr/>
          <p:nvPr/>
        </p:nvSpPr>
        <p:spPr>
          <a:xfrm>
            <a:off x="2619203" y="2905117"/>
            <a:ext cx="888073" cy="1189384"/>
          </a:xfrm>
          <a:prstGeom prst="roundRect">
            <a:avLst>
              <a:gd name="adj" fmla="val 21429"/>
            </a:avLst>
          </a:prstGeom>
          <a:solidFill>
            <a:srgbClr val="333333"/>
          </a:solidFill>
          <a:ln w="12700">
            <a:solidFill>
              <a:srgbClr val="333333"/>
            </a:solidFill>
            <a:prstDash val="solid"/>
          </a:ln>
        </p:spPr>
      </p:sp>
      <p:sp>
        <p:nvSpPr>
          <p:cNvPr id="16" name="Shape 12"/>
          <p:cNvSpPr/>
          <p:nvPr/>
        </p:nvSpPr>
        <p:spPr>
          <a:xfrm>
            <a:off x="2746071" y="2207345"/>
            <a:ext cx="634338" cy="317169"/>
          </a:xfrm>
          <a:prstGeom prst="ellipse">
            <a:avLst/>
          </a:prstGeom>
          <a:solidFill>
            <a:srgbClr val="FFFFFF"/>
          </a:solidFill>
          <a:ln/>
        </p:spPr>
      </p:sp>
      <p:sp>
        <p:nvSpPr>
          <p:cNvPr id="17" name="Shape 13"/>
          <p:cNvSpPr/>
          <p:nvPr/>
        </p:nvSpPr>
        <p:spPr>
          <a:xfrm>
            <a:off x="768096" y="1986260"/>
            <a:ext cx="4590288" cy="2108241"/>
          </a:xfrm>
          <a:prstGeom prst="rect">
            <a:avLst/>
          </a:prstGeom>
          <a:solidFill>
            <a:srgbClr val="000000">
              <a:alpha val="55000"/>
            </a:srgbClr>
          </a:solidFill>
          <a:ln w="12700">
            <a:solidFill>
              <a:srgbClr val="000000"/>
            </a:solidFill>
            <a:prstDash val="solid"/>
          </a:ln>
        </p:spPr>
      </p:sp>
      <p:sp>
        <p:nvSpPr>
          <p:cNvPr id="18" name="Shape 14"/>
          <p:cNvSpPr/>
          <p:nvPr/>
        </p:nvSpPr>
        <p:spPr>
          <a:xfrm>
            <a:off x="2298192" y="1986260"/>
            <a:ext cx="0" cy="2108241"/>
          </a:xfrm>
          <a:prstGeom prst="line">
            <a:avLst/>
          </a:prstGeom>
          <a:noFill/>
          <a:ln w="6350">
            <a:solidFill>
              <a:srgbClr val="FFFFFF">
                <a:alpha val="60000"/>
              </a:srgbClr>
            </a:solidFill>
            <a:prstDash val="solid"/>
          </a:ln>
        </p:spPr>
      </p:sp>
      <p:sp>
        <p:nvSpPr>
          <p:cNvPr id="19" name="Shape 15"/>
          <p:cNvSpPr/>
          <p:nvPr/>
        </p:nvSpPr>
        <p:spPr>
          <a:xfrm>
            <a:off x="768096" y="2689007"/>
            <a:ext cx="4590288" cy="0"/>
          </a:xfrm>
          <a:prstGeom prst="line">
            <a:avLst/>
          </a:prstGeom>
          <a:noFill/>
          <a:ln w="6350">
            <a:solidFill>
              <a:srgbClr val="FFFFFF">
                <a:alpha val="60000"/>
              </a:srgbClr>
            </a:solidFill>
            <a:prstDash val="solid"/>
          </a:ln>
        </p:spPr>
      </p:sp>
      <p:sp>
        <p:nvSpPr>
          <p:cNvPr id="20" name="Shape 16"/>
          <p:cNvSpPr/>
          <p:nvPr/>
        </p:nvSpPr>
        <p:spPr>
          <a:xfrm>
            <a:off x="3828288" y="1986260"/>
            <a:ext cx="0" cy="2108241"/>
          </a:xfrm>
          <a:prstGeom prst="line">
            <a:avLst/>
          </a:prstGeom>
          <a:noFill/>
          <a:ln w="6350">
            <a:solidFill>
              <a:srgbClr val="FFFFFF">
                <a:alpha val="60000"/>
              </a:srgbClr>
            </a:solidFill>
            <a:prstDash val="solid"/>
          </a:ln>
        </p:spPr>
      </p:sp>
      <p:sp>
        <p:nvSpPr>
          <p:cNvPr id="21" name="Shape 17"/>
          <p:cNvSpPr/>
          <p:nvPr/>
        </p:nvSpPr>
        <p:spPr>
          <a:xfrm>
            <a:off x="768096" y="3391753"/>
            <a:ext cx="4590288" cy="0"/>
          </a:xfrm>
          <a:prstGeom prst="line">
            <a:avLst/>
          </a:prstGeom>
          <a:noFill/>
          <a:ln w="6350">
            <a:solidFill>
              <a:srgbClr val="FFFFFF">
                <a:alpha val="60000"/>
              </a:srgbClr>
            </a:solidFill>
            <a:prstDash val="solid"/>
          </a:ln>
        </p:spPr>
      </p:sp>
      <p:sp>
        <p:nvSpPr>
          <p:cNvPr id="22" name="Shape 18"/>
          <p:cNvSpPr/>
          <p:nvPr/>
        </p:nvSpPr>
        <p:spPr>
          <a:xfrm>
            <a:off x="4809744" y="2811780"/>
            <a:ext cx="457200" cy="457200"/>
          </a:xfrm>
          <a:prstGeom prst="ellipse">
            <a:avLst/>
          </a:prstGeom>
          <a:solidFill>
            <a:srgbClr val="FFFFFF"/>
          </a:solidFill>
          <a:ln/>
        </p:spPr>
      </p:sp>
      <p:sp>
        <p:nvSpPr>
          <p:cNvPr id="23" name="Shape 19"/>
          <p:cNvSpPr/>
          <p:nvPr/>
        </p:nvSpPr>
        <p:spPr>
          <a:xfrm>
            <a:off x="4882896" y="2884932"/>
            <a:ext cx="310896" cy="310896"/>
          </a:xfrm>
          <a:prstGeom prst="ellipse">
            <a:avLst/>
          </a:prstGeom>
          <a:solidFill>
            <a:srgbClr val="C62828"/>
          </a:solidFill>
          <a:ln/>
        </p:spPr>
      </p:sp>
      <p:sp>
        <p:nvSpPr>
          <p:cNvPr id="24" name="Shape 20"/>
          <p:cNvSpPr/>
          <p:nvPr/>
        </p:nvSpPr>
        <p:spPr>
          <a:xfrm>
            <a:off x="740664" y="1958828"/>
            <a:ext cx="4645152" cy="2163105"/>
          </a:xfrm>
          <a:prstGeom prst="roundRect">
            <a:avLst>
              <a:gd name="adj" fmla="val 2114"/>
            </a:avLst>
          </a:prstGeom>
          <a:solidFill>
            <a:srgbClr val="FFFFFF">
              <a:alpha val="0"/>
            </a:srgbClr>
          </a:solidFill>
          <a:ln w="31750">
            <a:solidFill>
              <a:srgbClr val="E53935"/>
            </a:solidFill>
            <a:prstDash val="solid"/>
          </a:ln>
        </p:spPr>
      </p:sp>
      <p:sp>
        <p:nvSpPr>
          <p:cNvPr id="25" name="Shape 21"/>
          <p:cNvSpPr/>
          <p:nvPr/>
        </p:nvSpPr>
        <p:spPr>
          <a:xfrm>
            <a:off x="5248656" y="1821668"/>
            <a:ext cx="274320" cy="274320"/>
          </a:xfrm>
          <a:prstGeom prst="ellipse">
            <a:avLst/>
          </a:prstGeom>
          <a:solidFill>
            <a:srgbClr val="E53935"/>
          </a:solidFill>
          <a:ln w="12700">
            <a:solidFill>
              <a:srgbClr val="FFFFFF"/>
            </a:solidFill>
            <a:prstDash val="solid"/>
          </a:ln>
        </p:spPr>
      </p:sp>
      <p:sp>
        <p:nvSpPr>
          <p:cNvPr id="26" name="Text 22"/>
          <p:cNvSpPr txBox="1"/>
          <p:nvPr/>
        </p:nvSpPr>
        <p:spPr>
          <a:xfrm>
            <a:off x="5248656" y="18216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7" name="Text 23"/>
          <p:cNvSpPr txBox="1"/>
          <p:nvPr/>
        </p:nvSpPr>
        <p:spPr>
          <a:xfrm>
            <a:off x="950976" y="3728740"/>
            <a:ext cx="2743200" cy="27432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 Membelakangi cahaya: wajah gelap</a:t>
            </a:r>
            <a:endParaRPr lang="en-US" sz="1000" dirty="0"/>
          </a:p>
        </p:txBody>
      </p:sp>
      <p:sp>
        <p:nvSpPr>
          <p:cNvPr id="28" name="Text 2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9" name="Text 2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Siapkan lokasi dan cek cahaya</a:t>
            </a:r>
            <a:endParaRPr lang="en-US" sz="1800" dirty="0"/>
          </a:p>
        </p:txBody>
      </p:sp>
      <p:sp>
        <p:nvSpPr>
          <p:cNvPr id="30" name="Text 2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Atur pemeran menghadap cahaya. Kameramen membelakangi cahaya. Coba rekam 3 detik, periksa terangnya.</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Merekam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76656" y="1894820"/>
            <a:ext cx="4773168" cy="2291121"/>
          </a:xfrm>
          <a:prstGeom prst="roundRect">
            <a:avLst>
              <a:gd name="adj" fmla="val 7184"/>
            </a:avLst>
          </a:prstGeom>
          <a:solidFill>
            <a:srgbClr val="1A1A1A"/>
          </a:solidFill>
          <a:ln w="12700">
            <a:solidFill>
              <a:srgbClr val="1A1A1A"/>
            </a:solidFill>
            <a:prstDash val="solid"/>
          </a:ln>
        </p:spPr>
      </p:sp>
      <p:sp>
        <p:nvSpPr>
          <p:cNvPr id="10" name="Shape 6"/>
          <p:cNvSpPr/>
          <p:nvPr/>
        </p:nvSpPr>
        <p:spPr>
          <a:xfrm>
            <a:off x="768096" y="1986260"/>
            <a:ext cx="4590288" cy="2108241"/>
          </a:xfrm>
          <a:prstGeom prst="roundRect">
            <a:avLst>
              <a:gd name="adj" fmla="val 5205"/>
            </a:avLst>
          </a:prstGeom>
          <a:solidFill>
            <a:srgbClr val="6B8E9E"/>
          </a:solidFill>
          <a:ln w="12700">
            <a:solidFill>
              <a:srgbClr val="6B8E9E"/>
            </a:solidFill>
            <a:prstDash val="solid"/>
          </a:ln>
        </p:spPr>
      </p:sp>
      <p:sp>
        <p:nvSpPr>
          <p:cNvPr id="11" name="Shape 7"/>
          <p:cNvSpPr/>
          <p:nvPr/>
        </p:nvSpPr>
        <p:spPr>
          <a:xfrm>
            <a:off x="768096" y="1986260"/>
            <a:ext cx="4590288" cy="2108241"/>
          </a:xfrm>
          <a:prstGeom prst="rect">
            <a:avLst/>
          </a:prstGeom>
          <a:solidFill>
            <a:srgbClr val="A9C7D6"/>
          </a:solidFill>
          <a:ln w="12700">
            <a:solidFill>
              <a:srgbClr val="A9C7D6"/>
            </a:solidFill>
            <a:prstDash val="solid"/>
          </a:ln>
        </p:spPr>
      </p:sp>
      <p:sp>
        <p:nvSpPr>
          <p:cNvPr id="12" name="Shape 8"/>
          <p:cNvSpPr/>
          <p:nvPr/>
        </p:nvSpPr>
        <p:spPr>
          <a:xfrm>
            <a:off x="768096" y="3356616"/>
            <a:ext cx="4590288" cy="737884"/>
          </a:xfrm>
          <a:prstGeom prst="rect">
            <a:avLst/>
          </a:prstGeom>
          <a:solidFill>
            <a:srgbClr val="C9B79C"/>
          </a:solidFill>
          <a:ln w="12700">
            <a:solidFill>
              <a:srgbClr val="C9B79C"/>
            </a:solidFill>
            <a:prstDash val="solid"/>
          </a:ln>
        </p:spPr>
      </p:sp>
      <p:sp>
        <p:nvSpPr>
          <p:cNvPr id="13" name="Shape 9"/>
          <p:cNvSpPr/>
          <p:nvPr/>
        </p:nvSpPr>
        <p:spPr>
          <a:xfrm>
            <a:off x="3292754" y="2407908"/>
            <a:ext cx="1606601" cy="948708"/>
          </a:xfrm>
          <a:prstGeom prst="rect">
            <a:avLst/>
          </a:prstGeom>
          <a:solidFill>
            <a:srgbClr val="E6F2EC"/>
          </a:solidFill>
          <a:ln w="12700">
            <a:solidFill>
              <a:srgbClr val="E6F2EC"/>
            </a:solidFill>
            <a:prstDash val="solid"/>
          </a:ln>
        </p:spPr>
      </p:sp>
      <p:sp>
        <p:nvSpPr>
          <p:cNvPr id="14" name="Shape 10"/>
          <p:cNvSpPr/>
          <p:nvPr/>
        </p:nvSpPr>
        <p:spPr>
          <a:xfrm>
            <a:off x="3200949" y="2091672"/>
            <a:ext cx="1790212" cy="358401"/>
          </a:xfrm>
          <a:prstGeom prst="triangle">
            <a:avLst/>
          </a:prstGeom>
          <a:solidFill>
            <a:srgbClr val="1F7A5C"/>
          </a:solidFill>
          <a:ln/>
        </p:spPr>
      </p:sp>
      <p:sp>
        <p:nvSpPr>
          <p:cNvPr id="15" name="Shape 11"/>
          <p:cNvSpPr/>
          <p:nvPr/>
        </p:nvSpPr>
        <p:spPr>
          <a:xfrm>
            <a:off x="2054657" y="2787391"/>
            <a:ext cx="181051" cy="181051"/>
          </a:xfrm>
          <a:prstGeom prst="ellipse">
            <a:avLst/>
          </a:prstGeom>
          <a:solidFill>
            <a:srgbClr val="E8C39E"/>
          </a:solidFill>
          <a:ln/>
        </p:spPr>
      </p:sp>
      <p:sp>
        <p:nvSpPr>
          <p:cNvPr id="16" name="Shape 12"/>
          <p:cNvSpPr/>
          <p:nvPr/>
        </p:nvSpPr>
        <p:spPr>
          <a:xfrm>
            <a:off x="2004365" y="2978501"/>
            <a:ext cx="281635" cy="377190"/>
          </a:xfrm>
          <a:prstGeom prst="roundRect">
            <a:avLst>
              <a:gd name="adj" fmla="val 21429"/>
            </a:avLst>
          </a:prstGeom>
          <a:solidFill>
            <a:srgbClr val="1F7A5C"/>
          </a:solidFill>
          <a:ln w="12700">
            <a:solidFill>
              <a:srgbClr val="1F7A5C"/>
            </a:solidFill>
            <a:prstDash val="solid"/>
          </a:ln>
        </p:spPr>
      </p:sp>
      <p:sp>
        <p:nvSpPr>
          <p:cNvPr id="17" name="Shape 13"/>
          <p:cNvSpPr/>
          <p:nvPr/>
        </p:nvSpPr>
        <p:spPr>
          <a:xfrm>
            <a:off x="2044598" y="2757216"/>
            <a:ext cx="201168" cy="100584"/>
          </a:xfrm>
          <a:prstGeom prst="ellipse">
            <a:avLst/>
          </a:prstGeom>
          <a:solidFill>
            <a:srgbClr val="FFFFFF"/>
          </a:solidFill>
          <a:ln/>
        </p:spPr>
      </p:sp>
      <p:sp>
        <p:nvSpPr>
          <p:cNvPr id="18" name="Shape 14"/>
          <p:cNvSpPr/>
          <p:nvPr/>
        </p:nvSpPr>
        <p:spPr>
          <a:xfrm>
            <a:off x="2298192" y="1986260"/>
            <a:ext cx="0" cy="2108241"/>
          </a:xfrm>
          <a:prstGeom prst="line">
            <a:avLst/>
          </a:prstGeom>
          <a:noFill/>
          <a:ln w="6350">
            <a:solidFill>
              <a:srgbClr val="FFFFFF">
                <a:alpha val="60000"/>
              </a:srgbClr>
            </a:solidFill>
            <a:prstDash val="solid"/>
          </a:ln>
        </p:spPr>
      </p:sp>
      <p:sp>
        <p:nvSpPr>
          <p:cNvPr id="19" name="Shape 15"/>
          <p:cNvSpPr/>
          <p:nvPr/>
        </p:nvSpPr>
        <p:spPr>
          <a:xfrm>
            <a:off x="768096" y="2689007"/>
            <a:ext cx="4590288" cy="0"/>
          </a:xfrm>
          <a:prstGeom prst="line">
            <a:avLst/>
          </a:prstGeom>
          <a:noFill/>
          <a:ln w="6350">
            <a:solidFill>
              <a:srgbClr val="FFFFFF">
                <a:alpha val="60000"/>
              </a:srgbClr>
            </a:solidFill>
            <a:prstDash val="solid"/>
          </a:ln>
        </p:spPr>
      </p:sp>
      <p:sp>
        <p:nvSpPr>
          <p:cNvPr id="20" name="Shape 16"/>
          <p:cNvSpPr/>
          <p:nvPr/>
        </p:nvSpPr>
        <p:spPr>
          <a:xfrm>
            <a:off x="3828288" y="1986260"/>
            <a:ext cx="0" cy="2108241"/>
          </a:xfrm>
          <a:prstGeom prst="line">
            <a:avLst/>
          </a:prstGeom>
          <a:noFill/>
          <a:ln w="6350">
            <a:solidFill>
              <a:srgbClr val="FFFFFF">
                <a:alpha val="60000"/>
              </a:srgbClr>
            </a:solidFill>
            <a:prstDash val="solid"/>
          </a:ln>
        </p:spPr>
      </p:sp>
      <p:sp>
        <p:nvSpPr>
          <p:cNvPr id="21" name="Shape 17"/>
          <p:cNvSpPr/>
          <p:nvPr/>
        </p:nvSpPr>
        <p:spPr>
          <a:xfrm>
            <a:off x="768096" y="3391753"/>
            <a:ext cx="4590288" cy="0"/>
          </a:xfrm>
          <a:prstGeom prst="line">
            <a:avLst/>
          </a:prstGeom>
          <a:noFill/>
          <a:ln w="6350">
            <a:solidFill>
              <a:srgbClr val="FFFFFF">
                <a:alpha val="60000"/>
              </a:srgbClr>
            </a:solidFill>
            <a:prstDash val="solid"/>
          </a:ln>
        </p:spPr>
      </p:sp>
      <p:sp>
        <p:nvSpPr>
          <p:cNvPr id="22" name="Shape 18"/>
          <p:cNvSpPr/>
          <p:nvPr/>
        </p:nvSpPr>
        <p:spPr>
          <a:xfrm>
            <a:off x="4809744" y="2811780"/>
            <a:ext cx="457200" cy="457200"/>
          </a:xfrm>
          <a:prstGeom prst="ellipse">
            <a:avLst/>
          </a:prstGeom>
          <a:solidFill>
            <a:srgbClr val="FFFFFF"/>
          </a:solidFill>
          <a:ln/>
        </p:spPr>
      </p:sp>
      <p:sp>
        <p:nvSpPr>
          <p:cNvPr id="23" name="Shape 19"/>
          <p:cNvSpPr/>
          <p:nvPr/>
        </p:nvSpPr>
        <p:spPr>
          <a:xfrm>
            <a:off x="4882896" y="2884932"/>
            <a:ext cx="310896" cy="310896"/>
          </a:xfrm>
          <a:prstGeom prst="ellipse">
            <a:avLst/>
          </a:prstGeom>
          <a:solidFill>
            <a:srgbClr val="C62828"/>
          </a:solidFill>
          <a:ln/>
        </p:spPr>
      </p:sp>
      <p:sp>
        <p:nvSpPr>
          <p:cNvPr id="24" name="Shape 20"/>
          <p:cNvSpPr/>
          <p:nvPr/>
        </p:nvSpPr>
        <p:spPr>
          <a:xfrm>
            <a:off x="2697480" y="2059412"/>
            <a:ext cx="731520" cy="201168"/>
          </a:xfrm>
          <a:prstGeom prst="roundRect">
            <a:avLst>
              <a:gd name="adj" fmla="val 45455"/>
            </a:avLst>
          </a:prstGeom>
          <a:solidFill>
            <a:srgbClr val="C62828"/>
          </a:solidFill>
          <a:ln w="12700">
            <a:solidFill>
              <a:srgbClr val="C62828"/>
            </a:solidFill>
            <a:prstDash val="solid"/>
          </a:ln>
        </p:spPr>
      </p:sp>
      <p:sp>
        <p:nvSpPr>
          <p:cNvPr id="25" name="Text 21"/>
          <p:cNvSpPr txBox="1"/>
          <p:nvPr/>
        </p:nvSpPr>
        <p:spPr>
          <a:xfrm>
            <a:off x="2697480" y="2059412"/>
            <a:ext cx="7315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00:07</a:t>
            </a:r>
            <a:endParaRPr lang="en-US" sz="800" dirty="0"/>
          </a:p>
        </p:txBody>
      </p:sp>
      <p:sp>
        <p:nvSpPr>
          <p:cNvPr id="26" name="Shape 22"/>
          <p:cNvSpPr/>
          <p:nvPr/>
        </p:nvSpPr>
        <p:spPr>
          <a:xfrm>
            <a:off x="4773168" y="2775204"/>
            <a:ext cx="530352" cy="530352"/>
          </a:xfrm>
          <a:prstGeom prst="roundRect">
            <a:avLst>
              <a:gd name="adj" fmla="val 8621"/>
            </a:avLst>
          </a:prstGeom>
          <a:solidFill>
            <a:srgbClr val="FFFFFF">
              <a:alpha val="0"/>
            </a:srgbClr>
          </a:solidFill>
          <a:ln w="31750">
            <a:solidFill>
              <a:srgbClr val="E53935"/>
            </a:solidFill>
            <a:prstDash val="solid"/>
          </a:ln>
        </p:spPr>
      </p:sp>
      <p:sp>
        <p:nvSpPr>
          <p:cNvPr id="27" name="Shape 23"/>
          <p:cNvSpPr/>
          <p:nvPr/>
        </p:nvSpPr>
        <p:spPr>
          <a:xfrm>
            <a:off x="5166360" y="2638044"/>
            <a:ext cx="274320" cy="274320"/>
          </a:xfrm>
          <a:prstGeom prst="ellipse">
            <a:avLst/>
          </a:prstGeom>
          <a:solidFill>
            <a:srgbClr val="E53935"/>
          </a:solidFill>
          <a:ln w="12700">
            <a:solidFill>
              <a:srgbClr val="FFFFFF"/>
            </a:solidFill>
            <a:prstDash val="solid"/>
          </a:ln>
        </p:spPr>
      </p:sp>
      <p:sp>
        <p:nvSpPr>
          <p:cNvPr id="28" name="Text 24"/>
          <p:cNvSpPr txBox="1"/>
          <p:nvPr/>
        </p:nvSpPr>
        <p:spPr>
          <a:xfrm>
            <a:off x="5166360" y="26380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29" name="Image 2" descr="preencoded.png">    </p:cNvPr>
          <p:cNvPicPr>
            <a:picLocks noChangeAspect="1"/>
          </p:cNvPicPr>
          <p:nvPr/>
        </p:nvPicPr>
        <p:blipFill>
          <a:blip r:embed="rId3"/>
          <a:stretch>
            <a:fillRect/>
          </a:stretch>
        </p:blipFill>
        <p:spPr>
          <a:xfrm>
            <a:off x="5061204" y="3063240"/>
            <a:ext cx="237744" cy="237744"/>
          </a:xfrm>
          <a:prstGeom prst="rect">
            <a:avLst/>
          </a:prstGeom>
        </p:spPr>
      </p:pic>
      <p:sp>
        <p:nvSpPr>
          <p:cNvPr id="30" name="Text 2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31" name="Text 2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Sebutkan nomor adegan, lalu rekam</a:t>
            </a:r>
            <a:endParaRPr lang="en-US" sz="1800" dirty="0"/>
          </a:p>
        </p:txBody>
      </p:sp>
      <p:sp>
        <p:nvSpPr>
          <p:cNvPr id="32" name="Text 2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Tekan rekam, ucapkan "Adegan 1, ambilan 1", tunggu 2 detik, lalu sutradara memberi aba-aba mulai.</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Merekam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76656" y="1894820"/>
            <a:ext cx="4773168" cy="2291121"/>
          </a:xfrm>
          <a:prstGeom prst="roundRect">
            <a:avLst>
              <a:gd name="adj" fmla="val 7184"/>
            </a:avLst>
          </a:prstGeom>
          <a:solidFill>
            <a:srgbClr val="1A1A1A"/>
          </a:solidFill>
          <a:ln w="12700">
            <a:solidFill>
              <a:srgbClr val="1A1A1A"/>
            </a:solidFill>
            <a:prstDash val="solid"/>
          </a:ln>
        </p:spPr>
      </p:sp>
      <p:sp>
        <p:nvSpPr>
          <p:cNvPr id="10" name="Shape 6"/>
          <p:cNvSpPr/>
          <p:nvPr/>
        </p:nvSpPr>
        <p:spPr>
          <a:xfrm>
            <a:off x="768096" y="1986260"/>
            <a:ext cx="4590288" cy="2108241"/>
          </a:xfrm>
          <a:prstGeom prst="roundRect">
            <a:avLst>
              <a:gd name="adj" fmla="val 5205"/>
            </a:avLst>
          </a:prstGeom>
          <a:solidFill>
            <a:srgbClr val="6B8E9E"/>
          </a:solidFill>
          <a:ln w="12700">
            <a:solidFill>
              <a:srgbClr val="6B8E9E"/>
            </a:solidFill>
            <a:prstDash val="solid"/>
          </a:ln>
        </p:spPr>
      </p:sp>
      <p:sp>
        <p:nvSpPr>
          <p:cNvPr id="11" name="Shape 7"/>
          <p:cNvSpPr/>
          <p:nvPr/>
        </p:nvSpPr>
        <p:spPr>
          <a:xfrm>
            <a:off x="768096" y="1986260"/>
            <a:ext cx="4590288" cy="2108241"/>
          </a:xfrm>
          <a:prstGeom prst="rect">
            <a:avLst/>
          </a:prstGeom>
          <a:solidFill>
            <a:srgbClr val="A9C7D6"/>
          </a:solidFill>
          <a:ln w="12700">
            <a:solidFill>
              <a:srgbClr val="A9C7D6"/>
            </a:solidFill>
            <a:prstDash val="solid"/>
          </a:ln>
        </p:spPr>
      </p:sp>
      <p:sp>
        <p:nvSpPr>
          <p:cNvPr id="12" name="Shape 8"/>
          <p:cNvSpPr/>
          <p:nvPr/>
        </p:nvSpPr>
        <p:spPr>
          <a:xfrm>
            <a:off x="768096" y="3356616"/>
            <a:ext cx="4590288" cy="737884"/>
          </a:xfrm>
          <a:prstGeom prst="rect">
            <a:avLst/>
          </a:prstGeom>
          <a:solidFill>
            <a:srgbClr val="C9B79C"/>
          </a:solidFill>
          <a:ln w="12700">
            <a:solidFill>
              <a:srgbClr val="C9B79C"/>
            </a:solidFill>
            <a:prstDash val="solid"/>
          </a:ln>
        </p:spPr>
      </p:sp>
      <p:sp>
        <p:nvSpPr>
          <p:cNvPr id="13" name="Shape 9"/>
          <p:cNvSpPr/>
          <p:nvPr/>
        </p:nvSpPr>
        <p:spPr>
          <a:xfrm>
            <a:off x="2145182" y="2091672"/>
            <a:ext cx="1836115" cy="2108241"/>
          </a:xfrm>
          <a:prstGeom prst="ellipse">
            <a:avLst/>
          </a:prstGeom>
          <a:solidFill>
            <a:srgbClr val="E8C39E"/>
          </a:solidFill>
          <a:ln/>
        </p:spPr>
      </p:sp>
      <p:sp>
        <p:nvSpPr>
          <p:cNvPr id="14" name="Shape 10"/>
          <p:cNvSpPr/>
          <p:nvPr/>
        </p:nvSpPr>
        <p:spPr>
          <a:xfrm>
            <a:off x="2053377" y="1986260"/>
            <a:ext cx="2019727" cy="632472"/>
          </a:xfrm>
          <a:prstGeom prst="ellipse">
            <a:avLst/>
          </a:prstGeom>
          <a:solidFill>
            <a:srgbClr val="FFFFFF"/>
          </a:solidFill>
          <a:ln/>
        </p:spPr>
      </p:sp>
      <p:sp>
        <p:nvSpPr>
          <p:cNvPr id="15" name="Shape 11"/>
          <p:cNvSpPr/>
          <p:nvPr/>
        </p:nvSpPr>
        <p:spPr>
          <a:xfrm>
            <a:off x="2298192" y="1986260"/>
            <a:ext cx="0" cy="2108241"/>
          </a:xfrm>
          <a:prstGeom prst="line">
            <a:avLst/>
          </a:prstGeom>
          <a:noFill/>
          <a:ln w="6350">
            <a:solidFill>
              <a:srgbClr val="FFFFFF">
                <a:alpha val="60000"/>
              </a:srgbClr>
            </a:solidFill>
            <a:prstDash val="solid"/>
          </a:ln>
        </p:spPr>
      </p:sp>
      <p:sp>
        <p:nvSpPr>
          <p:cNvPr id="16" name="Shape 12"/>
          <p:cNvSpPr/>
          <p:nvPr/>
        </p:nvSpPr>
        <p:spPr>
          <a:xfrm>
            <a:off x="768096" y="2689007"/>
            <a:ext cx="4590288" cy="0"/>
          </a:xfrm>
          <a:prstGeom prst="line">
            <a:avLst/>
          </a:prstGeom>
          <a:noFill/>
          <a:ln w="6350">
            <a:solidFill>
              <a:srgbClr val="FFFFFF">
                <a:alpha val="60000"/>
              </a:srgbClr>
            </a:solidFill>
            <a:prstDash val="solid"/>
          </a:ln>
        </p:spPr>
      </p:sp>
      <p:sp>
        <p:nvSpPr>
          <p:cNvPr id="17" name="Shape 13"/>
          <p:cNvSpPr/>
          <p:nvPr/>
        </p:nvSpPr>
        <p:spPr>
          <a:xfrm>
            <a:off x="3828288" y="1986260"/>
            <a:ext cx="0" cy="2108241"/>
          </a:xfrm>
          <a:prstGeom prst="line">
            <a:avLst/>
          </a:prstGeom>
          <a:noFill/>
          <a:ln w="6350">
            <a:solidFill>
              <a:srgbClr val="FFFFFF">
                <a:alpha val="60000"/>
              </a:srgbClr>
            </a:solidFill>
            <a:prstDash val="solid"/>
          </a:ln>
        </p:spPr>
      </p:sp>
      <p:sp>
        <p:nvSpPr>
          <p:cNvPr id="18" name="Shape 14"/>
          <p:cNvSpPr/>
          <p:nvPr/>
        </p:nvSpPr>
        <p:spPr>
          <a:xfrm>
            <a:off x="768096" y="3391753"/>
            <a:ext cx="4590288" cy="0"/>
          </a:xfrm>
          <a:prstGeom prst="line">
            <a:avLst/>
          </a:prstGeom>
          <a:noFill/>
          <a:ln w="6350">
            <a:solidFill>
              <a:srgbClr val="FFFFFF">
                <a:alpha val="60000"/>
              </a:srgbClr>
            </a:solidFill>
            <a:prstDash val="solid"/>
          </a:ln>
        </p:spPr>
      </p:sp>
      <p:sp>
        <p:nvSpPr>
          <p:cNvPr id="19" name="Shape 15"/>
          <p:cNvSpPr/>
          <p:nvPr/>
        </p:nvSpPr>
        <p:spPr>
          <a:xfrm>
            <a:off x="4809744" y="2811780"/>
            <a:ext cx="457200" cy="457200"/>
          </a:xfrm>
          <a:prstGeom prst="ellipse">
            <a:avLst/>
          </a:prstGeom>
          <a:solidFill>
            <a:srgbClr val="FFFFFF"/>
          </a:solidFill>
          <a:ln/>
        </p:spPr>
      </p:sp>
      <p:sp>
        <p:nvSpPr>
          <p:cNvPr id="20" name="Shape 16"/>
          <p:cNvSpPr/>
          <p:nvPr/>
        </p:nvSpPr>
        <p:spPr>
          <a:xfrm>
            <a:off x="4882896" y="2884932"/>
            <a:ext cx="310896" cy="310896"/>
          </a:xfrm>
          <a:prstGeom prst="ellipse">
            <a:avLst/>
          </a:prstGeom>
          <a:solidFill>
            <a:srgbClr val="C62828"/>
          </a:solidFill>
          <a:ln/>
        </p:spPr>
      </p:sp>
      <p:sp>
        <p:nvSpPr>
          <p:cNvPr id="21" name="Shape 17"/>
          <p:cNvSpPr/>
          <p:nvPr/>
        </p:nvSpPr>
        <p:spPr>
          <a:xfrm>
            <a:off x="2697480" y="2059412"/>
            <a:ext cx="731520" cy="201168"/>
          </a:xfrm>
          <a:prstGeom prst="roundRect">
            <a:avLst>
              <a:gd name="adj" fmla="val 45455"/>
            </a:avLst>
          </a:prstGeom>
          <a:solidFill>
            <a:srgbClr val="C62828"/>
          </a:solidFill>
          <a:ln w="12700">
            <a:solidFill>
              <a:srgbClr val="C62828"/>
            </a:solidFill>
            <a:prstDash val="solid"/>
          </a:ln>
        </p:spPr>
      </p:sp>
      <p:sp>
        <p:nvSpPr>
          <p:cNvPr id="22" name="Text 18"/>
          <p:cNvSpPr txBox="1"/>
          <p:nvPr/>
        </p:nvSpPr>
        <p:spPr>
          <a:xfrm>
            <a:off x="2697480" y="2059412"/>
            <a:ext cx="7315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00:07</a:t>
            </a:r>
            <a:endParaRPr lang="en-US" sz="800" dirty="0"/>
          </a:p>
        </p:txBody>
      </p:sp>
      <p:sp>
        <p:nvSpPr>
          <p:cNvPr id="23" name="Shape 19"/>
          <p:cNvSpPr/>
          <p:nvPr/>
        </p:nvSpPr>
        <p:spPr>
          <a:xfrm>
            <a:off x="740664" y="1958828"/>
            <a:ext cx="4645152" cy="2163105"/>
          </a:xfrm>
          <a:prstGeom prst="roundRect">
            <a:avLst>
              <a:gd name="adj" fmla="val 2114"/>
            </a:avLst>
          </a:prstGeom>
          <a:solidFill>
            <a:srgbClr val="FFFFFF">
              <a:alpha val="0"/>
            </a:srgbClr>
          </a:solidFill>
          <a:ln w="31750">
            <a:solidFill>
              <a:srgbClr val="E53935"/>
            </a:solidFill>
            <a:prstDash val="solid"/>
          </a:ln>
        </p:spPr>
      </p:sp>
      <p:sp>
        <p:nvSpPr>
          <p:cNvPr id="24" name="Shape 20"/>
          <p:cNvSpPr/>
          <p:nvPr/>
        </p:nvSpPr>
        <p:spPr>
          <a:xfrm>
            <a:off x="5248656" y="1821668"/>
            <a:ext cx="274320" cy="274320"/>
          </a:xfrm>
          <a:prstGeom prst="ellipse">
            <a:avLst/>
          </a:prstGeom>
          <a:solidFill>
            <a:srgbClr val="E53935"/>
          </a:solidFill>
          <a:ln w="12700">
            <a:solidFill>
              <a:srgbClr val="FFFFFF"/>
            </a:solidFill>
            <a:prstDash val="solid"/>
          </a:ln>
        </p:spPr>
      </p:sp>
      <p:sp>
        <p:nvSpPr>
          <p:cNvPr id="25" name="Text 21"/>
          <p:cNvSpPr txBox="1"/>
          <p:nvPr/>
        </p:nvSpPr>
        <p:spPr>
          <a:xfrm>
            <a:off x="5248656" y="18216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27"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Ulangi untuk semua adegan</a:t>
            </a:r>
            <a:endParaRPr lang="en-US" sz="1800" dirty="0"/>
          </a:p>
        </p:txBody>
      </p:sp>
      <p:sp>
        <p:nvSpPr>
          <p:cNvPr id="28"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Rekam setiap adegan 2–3 kali. Pencatat mencentang adegan yang sudah selesai di storyboard.</a:t>
            </a:r>
            <a:endParaRPr lang="en-US" sz="1300" dirty="0"/>
          </a:p>
        </p:txBody>
      </p:sp>
      <p:sp>
        <p:nvSpPr>
          <p:cNvPr id="29" name="Shape 2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30" name="Image 2" descr="preencoded.png">    </p:cNvPr>
          <p:cNvPicPr>
            <a:picLocks noChangeAspect="1"/>
          </p:cNvPicPr>
          <p:nvPr/>
        </p:nvPicPr>
        <p:blipFill>
          <a:blip r:embed="rId3"/>
          <a:stretch>
            <a:fillRect/>
          </a:stretch>
        </p:blipFill>
        <p:spPr>
          <a:xfrm>
            <a:off x="6108192" y="3721608"/>
            <a:ext cx="201168" cy="201168"/>
          </a:xfrm>
          <a:prstGeom prst="rect">
            <a:avLst/>
          </a:prstGeom>
        </p:spPr>
      </p:pic>
      <p:sp>
        <p:nvSpPr>
          <p:cNvPr id="31" name="Text 2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Ikuti jenis shot di storyboard: wide, medium, atau close up.</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Memeriksa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Text 7"/>
          <p:cNvSpPr txBox="1"/>
          <p:nvPr/>
        </p:nvSpPr>
        <p:spPr>
          <a:xfrm>
            <a:off x="2251710" y="1234440"/>
            <a:ext cx="1623060" cy="228600"/>
          </a:xfrm>
          <a:prstGeom prst="rect">
            <a:avLst/>
          </a:prstGeom>
          <a:noFill/>
          <a:ln/>
        </p:spPr>
        <p:txBody>
          <a:bodyPr wrap="square" lIns="0" tIns="0" rIns="0" bIns="0" rtlCol="0" anchor="t"/>
          <a:lstStyle/>
          <a:p>
            <a:pPr algn="ctr" indent="0" marL="0">
              <a:buNone/>
            </a:pPr>
            <a:r>
              <a:rPr lang="en-US" sz="900" b="1" dirty="0">
                <a:solidFill>
                  <a:srgbClr val="1E2A26"/>
                </a:solidFill>
                <a:latin typeface="Calibri" pitchFamily="34" charset="0"/>
                <a:ea typeface="Calibri" pitchFamily="34" charset="-122"/>
                <a:cs typeface="Calibri" pitchFamily="34" charset="-120"/>
              </a:rPr>
              <a:t>Galeri · Video</a:t>
            </a:r>
            <a:endParaRPr lang="en-US" sz="900" dirty="0"/>
          </a:p>
        </p:txBody>
      </p:sp>
      <p:sp>
        <p:nvSpPr>
          <p:cNvPr id="12" name="Shape 8"/>
          <p:cNvSpPr/>
          <p:nvPr/>
        </p:nvSpPr>
        <p:spPr>
          <a:xfrm>
            <a:off x="2324862" y="1554480"/>
            <a:ext cx="701802" cy="685800"/>
          </a:xfrm>
          <a:prstGeom prst="roundRect">
            <a:avLst>
              <a:gd name="adj" fmla="val 5333"/>
            </a:avLst>
          </a:prstGeom>
          <a:solidFill>
            <a:srgbClr val="6B8E9E"/>
          </a:solidFill>
          <a:ln w="12700">
            <a:solidFill>
              <a:srgbClr val="6B8E9E"/>
            </a:solidFill>
            <a:prstDash val="solid"/>
          </a:ln>
        </p:spPr>
      </p:sp>
      <p:sp>
        <p:nvSpPr>
          <p:cNvPr id="13" name="Text 9"/>
          <p:cNvSpPr txBox="1"/>
          <p:nvPr/>
        </p:nvSpPr>
        <p:spPr>
          <a:xfrm>
            <a:off x="2370582" y="2029968"/>
            <a:ext cx="701802" cy="182880"/>
          </a:xfrm>
          <a:prstGeom prst="rect">
            <a:avLst/>
          </a:prstGeom>
          <a:noFill/>
          <a:ln/>
        </p:spPr>
        <p:txBody>
          <a:bodyPr wrap="square" lIns="0" tIns="0" rIns="0" bIns="0" rtlCol="0" anchor="t"/>
          <a:lstStyle/>
          <a:p>
            <a:pPr indent="0" marL="0">
              <a:buNone/>
            </a:pPr>
            <a:r>
              <a:rPr lang="en-US" sz="700" dirty="0">
                <a:solidFill>
                  <a:srgbClr val="FFFFFF"/>
                </a:solidFill>
                <a:latin typeface="Calibri" pitchFamily="34" charset="0"/>
                <a:ea typeface="Calibri" pitchFamily="34" charset="-122"/>
                <a:cs typeface="Calibri" pitchFamily="34" charset="-120"/>
              </a:rPr>
              <a:t>▶ 0:04</a:t>
            </a:r>
            <a:endParaRPr lang="en-US" sz="700" dirty="0"/>
          </a:p>
        </p:txBody>
      </p:sp>
      <p:sp>
        <p:nvSpPr>
          <p:cNvPr id="14" name="Shape 10"/>
          <p:cNvSpPr/>
          <p:nvPr/>
        </p:nvSpPr>
        <p:spPr>
          <a:xfrm>
            <a:off x="3063240" y="1554480"/>
            <a:ext cx="701802" cy="685800"/>
          </a:xfrm>
          <a:prstGeom prst="roundRect">
            <a:avLst>
              <a:gd name="adj" fmla="val 5333"/>
            </a:avLst>
          </a:prstGeom>
          <a:solidFill>
            <a:srgbClr val="8E7B6B"/>
          </a:solidFill>
          <a:ln w="12700">
            <a:solidFill>
              <a:srgbClr val="8E7B6B"/>
            </a:solidFill>
            <a:prstDash val="solid"/>
          </a:ln>
        </p:spPr>
      </p:sp>
      <p:sp>
        <p:nvSpPr>
          <p:cNvPr id="15" name="Text 11"/>
          <p:cNvSpPr txBox="1"/>
          <p:nvPr/>
        </p:nvSpPr>
        <p:spPr>
          <a:xfrm>
            <a:off x="3108960" y="2029968"/>
            <a:ext cx="701802" cy="182880"/>
          </a:xfrm>
          <a:prstGeom prst="rect">
            <a:avLst/>
          </a:prstGeom>
          <a:noFill/>
          <a:ln/>
        </p:spPr>
        <p:txBody>
          <a:bodyPr wrap="square" lIns="0" tIns="0" rIns="0" bIns="0" rtlCol="0" anchor="t"/>
          <a:lstStyle/>
          <a:p>
            <a:pPr indent="0" marL="0">
              <a:buNone/>
            </a:pPr>
            <a:r>
              <a:rPr lang="en-US" sz="700" dirty="0">
                <a:solidFill>
                  <a:srgbClr val="FFFFFF"/>
                </a:solidFill>
                <a:latin typeface="Calibri" pitchFamily="34" charset="0"/>
                <a:ea typeface="Calibri" pitchFamily="34" charset="-122"/>
                <a:cs typeface="Calibri" pitchFamily="34" charset="-120"/>
              </a:rPr>
              <a:t>▶ 0:05</a:t>
            </a:r>
            <a:endParaRPr lang="en-US" sz="700" dirty="0"/>
          </a:p>
        </p:txBody>
      </p:sp>
      <p:sp>
        <p:nvSpPr>
          <p:cNvPr id="16" name="Shape 12"/>
          <p:cNvSpPr/>
          <p:nvPr/>
        </p:nvSpPr>
        <p:spPr>
          <a:xfrm>
            <a:off x="2324862" y="2331720"/>
            <a:ext cx="701802" cy="685800"/>
          </a:xfrm>
          <a:prstGeom prst="roundRect">
            <a:avLst>
              <a:gd name="adj" fmla="val 5333"/>
            </a:avLst>
          </a:prstGeom>
          <a:solidFill>
            <a:srgbClr val="6B9E7B"/>
          </a:solidFill>
          <a:ln w="12700">
            <a:solidFill>
              <a:srgbClr val="6B9E7B"/>
            </a:solidFill>
            <a:prstDash val="solid"/>
          </a:ln>
        </p:spPr>
      </p:sp>
      <p:sp>
        <p:nvSpPr>
          <p:cNvPr id="17" name="Text 13"/>
          <p:cNvSpPr txBox="1"/>
          <p:nvPr/>
        </p:nvSpPr>
        <p:spPr>
          <a:xfrm>
            <a:off x="2370582" y="2807208"/>
            <a:ext cx="701802" cy="182880"/>
          </a:xfrm>
          <a:prstGeom prst="rect">
            <a:avLst/>
          </a:prstGeom>
          <a:noFill/>
          <a:ln/>
        </p:spPr>
        <p:txBody>
          <a:bodyPr wrap="square" lIns="0" tIns="0" rIns="0" bIns="0" rtlCol="0" anchor="t"/>
          <a:lstStyle/>
          <a:p>
            <a:pPr indent="0" marL="0">
              <a:buNone/>
            </a:pPr>
            <a:r>
              <a:rPr lang="en-US" sz="700" dirty="0">
                <a:solidFill>
                  <a:srgbClr val="FFFFFF"/>
                </a:solidFill>
                <a:latin typeface="Calibri" pitchFamily="34" charset="0"/>
                <a:ea typeface="Calibri" pitchFamily="34" charset="-122"/>
                <a:cs typeface="Calibri" pitchFamily="34" charset="-120"/>
              </a:rPr>
              <a:t>▶ 0:06</a:t>
            </a:r>
            <a:endParaRPr lang="en-US" sz="700" dirty="0"/>
          </a:p>
        </p:txBody>
      </p:sp>
      <p:sp>
        <p:nvSpPr>
          <p:cNvPr id="18" name="Shape 14"/>
          <p:cNvSpPr/>
          <p:nvPr/>
        </p:nvSpPr>
        <p:spPr>
          <a:xfrm>
            <a:off x="3063240" y="2331720"/>
            <a:ext cx="701802" cy="685800"/>
          </a:xfrm>
          <a:prstGeom prst="roundRect">
            <a:avLst>
              <a:gd name="adj" fmla="val 5333"/>
            </a:avLst>
          </a:prstGeom>
          <a:solidFill>
            <a:srgbClr val="9E6B8E"/>
          </a:solidFill>
          <a:ln w="12700">
            <a:solidFill>
              <a:srgbClr val="9E6B8E"/>
            </a:solidFill>
            <a:prstDash val="solid"/>
          </a:ln>
        </p:spPr>
      </p:sp>
      <p:sp>
        <p:nvSpPr>
          <p:cNvPr id="19" name="Text 15"/>
          <p:cNvSpPr txBox="1"/>
          <p:nvPr/>
        </p:nvSpPr>
        <p:spPr>
          <a:xfrm>
            <a:off x="3108960" y="2807208"/>
            <a:ext cx="701802" cy="182880"/>
          </a:xfrm>
          <a:prstGeom prst="rect">
            <a:avLst/>
          </a:prstGeom>
          <a:noFill/>
          <a:ln/>
        </p:spPr>
        <p:txBody>
          <a:bodyPr wrap="square" lIns="0" tIns="0" rIns="0" bIns="0" rtlCol="0" anchor="t"/>
          <a:lstStyle/>
          <a:p>
            <a:pPr indent="0" marL="0">
              <a:buNone/>
            </a:pPr>
            <a:r>
              <a:rPr lang="en-US" sz="700" dirty="0">
                <a:solidFill>
                  <a:srgbClr val="FFFFFF"/>
                </a:solidFill>
                <a:latin typeface="Calibri" pitchFamily="34" charset="0"/>
                <a:ea typeface="Calibri" pitchFamily="34" charset="-122"/>
                <a:cs typeface="Calibri" pitchFamily="34" charset="-120"/>
              </a:rPr>
              <a:t>▶ 0:04</a:t>
            </a:r>
            <a:endParaRPr lang="en-US" sz="700" dirty="0"/>
          </a:p>
        </p:txBody>
      </p:sp>
      <p:sp>
        <p:nvSpPr>
          <p:cNvPr id="20" name="Shape 16"/>
          <p:cNvSpPr/>
          <p:nvPr/>
        </p:nvSpPr>
        <p:spPr>
          <a:xfrm>
            <a:off x="2324862" y="3108960"/>
            <a:ext cx="701802" cy="685800"/>
          </a:xfrm>
          <a:prstGeom prst="roundRect">
            <a:avLst>
              <a:gd name="adj" fmla="val 5333"/>
            </a:avLst>
          </a:prstGeom>
          <a:solidFill>
            <a:srgbClr val="7B6B9E"/>
          </a:solidFill>
          <a:ln w="12700">
            <a:solidFill>
              <a:srgbClr val="7B6B9E"/>
            </a:solidFill>
            <a:prstDash val="solid"/>
          </a:ln>
        </p:spPr>
      </p:sp>
      <p:sp>
        <p:nvSpPr>
          <p:cNvPr id="21" name="Text 17"/>
          <p:cNvSpPr txBox="1"/>
          <p:nvPr/>
        </p:nvSpPr>
        <p:spPr>
          <a:xfrm>
            <a:off x="2370582" y="3584448"/>
            <a:ext cx="701802" cy="182880"/>
          </a:xfrm>
          <a:prstGeom prst="rect">
            <a:avLst/>
          </a:prstGeom>
          <a:noFill/>
          <a:ln/>
        </p:spPr>
        <p:txBody>
          <a:bodyPr wrap="square" lIns="0" tIns="0" rIns="0" bIns="0" rtlCol="0" anchor="t"/>
          <a:lstStyle/>
          <a:p>
            <a:pPr indent="0" marL="0">
              <a:buNone/>
            </a:pPr>
            <a:r>
              <a:rPr lang="en-US" sz="700" dirty="0">
                <a:solidFill>
                  <a:srgbClr val="FFFFFF"/>
                </a:solidFill>
                <a:latin typeface="Calibri" pitchFamily="34" charset="0"/>
                <a:ea typeface="Calibri" pitchFamily="34" charset="-122"/>
                <a:cs typeface="Calibri" pitchFamily="34" charset="-120"/>
              </a:rPr>
              <a:t>▶ 0:05</a:t>
            </a:r>
            <a:endParaRPr lang="en-US" sz="700" dirty="0"/>
          </a:p>
        </p:txBody>
      </p:sp>
      <p:sp>
        <p:nvSpPr>
          <p:cNvPr id="22" name="Shape 18"/>
          <p:cNvSpPr/>
          <p:nvPr/>
        </p:nvSpPr>
        <p:spPr>
          <a:xfrm>
            <a:off x="3063240" y="3108960"/>
            <a:ext cx="701802" cy="685800"/>
          </a:xfrm>
          <a:prstGeom prst="roundRect">
            <a:avLst>
              <a:gd name="adj" fmla="val 5333"/>
            </a:avLst>
          </a:prstGeom>
          <a:solidFill>
            <a:srgbClr val="6B8E9E"/>
          </a:solidFill>
          <a:ln w="12700">
            <a:solidFill>
              <a:srgbClr val="6B8E9E"/>
            </a:solidFill>
            <a:prstDash val="solid"/>
          </a:ln>
        </p:spPr>
      </p:sp>
      <p:sp>
        <p:nvSpPr>
          <p:cNvPr id="23" name="Text 19"/>
          <p:cNvSpPr txBox="1"/>
          <p:nvPr/>
        </p:nvSpPr>
        <p:spPr>
          <a:xfrm>
            <a:off x="3108960" y="3584448"/>
            <a:ext cx="701802" cy="182880"/>
          </a:xfrm>
          <a:prstGeom prst="rect">
            <a:avLst/>
          </a:prstGeom>
          <a:noFill/>
          <a:ln/>
        </p:spPr>
        <p:txBody>
          <a:bodyPr wrap="square" lIns="0" tIns="0" rIns="0" bIns="0" rtlCol="0" anchor="t"/>
          <a:lstStyle/>
          <a:p>
            <a:pPr indent="0" marL="0">
              <a:buNone/>
            </a:pPr>
            <a:r>
              <a:rPr lang="en-US" sz="700" dirty="0">
                <a:solidFill>
                  <a:srgbClr val="FFFFFF"/>
                </a:solidFill>
                <a:latin typeface="Calibri" pitchFamily="34" charset="0"/>
                <a:ea typeface="Calibri" pitchFamily="34" charset="-122"/>
                <a:cs typeface="Calibri" pitchFamily="34" charset="-120"/>
              </a:rPr>
              <a:t>▶ 0:06</a:t>
            </a:r>
            <a:endParaRPr lang="en-US" sz="700" dirty="0"/>
          </a:p>
        </p:txBody>
      </p:sp>
      <p:sp>
        <p:nvSpPr>
          <p:cNvPr id="24" name="Shape 20"/>
          <p:cNvSpPr/>
          <p:nvPr/>
        </p:nvSpPr>
        <p:spPr>
          <a:xfrm>
            <a:off x="2279142" y="1508760"/>
            <a:ext cx="1568196" cy="2368296"/>
          </a:xfrm>
          <a:prstGeom prst="roundRect">
            <a:avLst>
              <a:gd name="adj" fmla="val 2915"/>
            </a:avLst>
          </a:prstGeom>
          <a:solidFill>
            <a:srgbClr val="FFFFFF">
              <a:alpha val="0"/>
            </a:srgbClr>
          </a:solidFill>
          <a:ln w="31750">
            <a:solidFill>
              <a:srgbClr val="E53935"/>
            </a:solidFill>
            <a:prstDash val="solid"/>
          </a:ln>
        </p:spPr>
      </p:sp>
      <p:sp>
        <p:nvSpPr>
          <p:cNvPr id="25" name="Shape 21"/>
          <p:cNvSpPr/>
          <p:nvPr/>
        </p:nvSpPr>
        <p:spPr>
          <a:xfrm>
            <a:off x="3710178" y="1371600"/>
            <a:ext cx="274320" cy="274320"/>
          </a:xfrm>
          <a:prstGeom prst="ellipse">
            <a:avLst/>
          </a:prstGeom>
          <a:solidFill>
            <a:srgbClr val="E53935"/>
          </a:solidFill>
          <a:ln w="12700">
            <a:solidFill>
              <a:srgbClr val="FFFFFF"/>
            </a:solidFill>
            <a:prstDash val="solid"/>
          </a:ln>
        </p:spPr>
      </p:sp>
      <p:sp>
        <p:nvSpPr>
          <p:cNvPr id="26" name="Text 22"/>
          <p:cNvSpPr txBox="1"/>
          <p:nvPr/>
        </p:nvSpPr>
        <p:spPr>
          <a:xfrm>
            <a:off x="3710178" y="13716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8" name="Text 2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hasil rekaman di lokasi</a:t>
            </a:r>
            <a:endParaRPr lang="en-US" sz="1800" dirty="0"/>
          </a:p>
        </p:txBody>
      </p:sp>
      <p:sp>
        <p:nvSpPr>
          <p:cNvPr id="29" name="Text 2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galeri HP. Putar setiap klip. Pastikan semua adegan ada, gambar stabil, terang, dan suara terdengar.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Memindahkan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Video  ›  Kelompok_1</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Adegan1_a</a:t>
            </a:r>
            <a:endParaRPr lang="en-US" sz="700" dirty="0"/>
          </a:p>
        </p:txBody>
      </p:sp>
      <p:pic>
        <p:nvPicPr>
          <p:cNvPr id="38"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39" name="Text 28"/>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Adegan1_b</a:t>
            </a:r>
            <a:endParaRPr lang="en-US" sz="700" dirty="0"/>
          </a:p>
        </p:txBody>
      </p:sp>
      <p:pic>
        <p:nvPicPr>
          <p:cNvPr id="40"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1" name="Text 29"/>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Adegan2_a</a:t>
            </a:r>
            <a:endParaRPr lang="en-US" sz="700" dirty="0"/>
          </a:p>
        </p:txBody>
      </p:sp>
      <p:pic>
        <p:nvPicPr>
          <p:cNvPr id="42" name="Image 10" descr="preencoded.png">    </p:cNvPr>
          <p:cNvPicPr>
            <a:picLocks noChangeAspect="1"/>
          </p:cNvPicPr>
          <p:nvPr/>
        </p:nvPicPr>
        <p:blipFill>
          <a:blip r:embed="rId11"/>
          <a:stretch>
            <a:fillRect/>
          </a:stretch>
        </p:blipFill>
        <p:spPr>
          <a:xfrm>
            <a:off x="4744273" y="1876189"/>
            <a:ext cx="292608" cy="292608"/>
          </a:xfrm>
          <a:prstGeom prst="rect">
            <a:avLst/>
          </a:prstGeom>
        </p:spPr>
      </p:pic>
      <p:sp>
        <p:nvSpPr>
          <p:cNvPr id="43" name="Text 30"/>
          <p:cNvSpPr txBox="1"/>
          <p:nvPr/>
        </p:nvSpPr>
        <p:spPr>
          <a:xfrm>
            <a:off x="447909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Adegan3_a</a:t>
            </a:r>
            <a:endParaRPr lang="en-US" sz="700" dirty="0"/>
          </a:p>
        </p:txBody>
      </p:sp>
      <p:pic>
        <p:nvPicPr>
          <p:cNvPr id="44" name="Image 11" descr="preencoded.png">    </p:cNvPr>
          <p:cNvPicPr>
            <a:picLocks noChangeAspect="1"/>
          </p:cNvPicPr>
          <p:nvPr/>
        </p:nvPicPr>
        <p:blipFill>
          <a:blip r:embed="rId12"/>
          <a:stretch>
            <a:fillRect/>
          </a:stretch>
        </p:blipFill>
        <p:spPr>
          <a:xfrm>
            <a:off x="2138233" y="2534557"/>
            <a:ext cx="292608" cy="292608"/>
          </a:xfrm>
          <a:prstGeom prst="rect">
            <a:avLst/>
          </a:prstGeom>
        </p:spPr>
      </p:pic>
      <p:sp>
        <p:nvSpPr>
          <p:cNvPr id="45" name="Text 31"/>
          <p:cNvSpPr txBox="1"/>
          <p:nvPr/>
        </p:nvSpPr>
        <p:spPr>
          <a:xfrm>
            <a:off x="1873057" y="2863741"/>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Adegan4_a</a:t>
            </a:r>
            <a:endParaRPr lang="en-US" sz="700" dirty="0"/>
          </a:p>
        </p:txBody>
      </p:sp>
      <p:sp>
        <p:nvSpPr>
          <p:cNvPr id="46" name="Shape 32"/>
          <p:cNvSpPr/>
          <p:nvPr/>
        </p:nvSpPr>
        <p:spPr>
          <a:xfrm>
            <a:off x="1873057" y="1821325"/>
            <a:ext cx="3429000" cy="1298448"/>
          </a:xfrm>
          <a:prstGeom prst="roundRect">
            <a:avLst>
              <a:gd name="adj" fmla="val 3521"/>
            </a:avLst>
          </a:prstGeom>
          <a:solidFill>
            <a:srgbClr val="FFFFFF">
              <a:alpha val="0"/>
            </a:srgbClr>
          </a:solidFill>
          <a:ln w="31750">
            <a:solidFill>
              <a:srgbClr val="E53935"/>
            </a:solidFill>
            <a:prstDash val="solid"/>
          </a:ln>
        </p:spPr>
      </p:sp>
      <p:sp>
        <p:nvSpPr>
          <p:cNvPr id="47" name="Shape 33"/>
          <p:cNvSpPr/>
          <p:nvPr/>
        </p:nvSpPr>
        <p:spPr>
          <a:xfrm>
            <a:off x="5164897" y="1684165"/>
            <a:ext cx="274320" cy="274320"/>
          </a:xfrm>
          <a:prstGeom prst="ellipse">
            <a:avLst/>
          </a:prstGeom>
          <a:solidFill>
            <a:srgbClr val="E53935"/>
          </a:solidFill>
          <a:ln w="12700">
            <a:solidFill>
              <a:srgbClr val="FFFFFF"/>
            </a:solidFill>
            <a:prstDash val="solid"/>
          </a:ln>
        </p:spPr>
      </p:sp>
      <p:sp>
        <p:nvSpPr>
          <p:cNvPr id="48" name="Text 34"/>
          <p:cNvSpPr txBox="1"/>
          <p:nvPr/>
        </p:nvSpPr>
        <p:spPr>
          <a:xfrm>
            <a:off x="5164897" y="1684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9" name="Image 12" descr="preencoded.png">    </p:cNvPr>
          <p:cNvPicPr>
            <a:picLocks noChangeAspect="1"/>
          </p:cNvPicPr>
          <p:nvPr/>
        </p:nvPicPr>
        <p:blipFill>
          <a:blip r:embed="rId13"/>
          <a:stretch>
            <a:fillRect/>
          </a:stretch>
        </p:blipFill>
        <p:spPr>
          <a:xfrm>
            <a:off x="3757178" y="2533642"/>
            <a:ext cx="237744" cy="237744"/>
          </a:xfrm>
          <a:prstGeom prst="rect">
            <a:avLst/>
          </a:prstGeom>
        </p:spPr>
      </p:pic>
      <p:sp>
        <p:nvSpPr>
          <p:cNvPr id="50"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1"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Pindahkan semua klip ke komputer</a:t>
            </a:r>
            <a:endParaRPr lang="en-US" sz="1800" dirty="0"/>
          </a:p>
        </p:txBody>
      </p:sp>
      <p:sp>
        <p:nvSpPr>
          <p:cNvPr id="52"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Unggah klip ke Google Drive akun kelas, unduh di komputer. Simpan di Portofolio › Video › folder kelompok.</a:t>
            </a:r>
            <a:endParaRPr lang="en-US" sz="1300" dirty="0"/>
          </a:p>
        </p:txBody>
      </p:sp>
      <p:sp>
        <p:nvSpPr>
          <p:cNvPr id="53" name="Shape 3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4" name="Image 13" descr="preencoded.png">    </p:cNvPr>
          <p:cNvPicPr>
            <a:picLocks noChangeAspect="1"/>
          </p:cNvPicPr>
          <p:nvPr/>
        </p:nvPicPr>
        <p:blipFill>
          <a:blip r:embed="rId14"/>
          <a:stretch>
            <a:fillRect/>
          </a:stretch>
        </p:blipFill>
        <p:spPr>
          <a:xfrm>
            <a:off x="6108192" y="3721608"/>
            <a:ext cx="201168" cy="201168"/>
          </a:xfrm>
          <a:prstGeom prst="rect">
            <a:avLst/>
          </a:prstGeom>
        </p:spPr>
      </p:pic>
      <p:sp>
        <p:nvSpPr>
          <p:cNvPr id="55" name="Text 3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File video berukuran besar. Gunakan WiFi pesantren saat mengunggah.</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23</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Pastikan kelompokmu siap mengedit pekan depan: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Semua adegan di storyboard sudah dicentang.</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adegan minimal 2 ambilan, yang terbaik diberi bintang.</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Semua klip sudah ada di komputer dengan nama yang jelas.</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HP dikembalikan dalam keadaan baik, akun sudah Sign out.</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Semua adegan sudah direkam</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Gambar stabil dan cukup terang</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Suara terdengar jelas</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File sudah dipindahkan ke folder Video</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kendala saat syuting?</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kerja sama timmu hari ini?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Syuting tidak boleh mengganggu kegiatan ibadah dan belajar orang lain.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Mengedit video menjadi karya utuh.</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24</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Editing Video</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Video Adab Santri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8: Video Digital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Menurut kalian, mana yang lebih lama: merekam atau mengedit?</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potongan video di timeline</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Memotong bagian yang tidak diperlukan dan menambahkan teks</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Mengekspor video ke MP4</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Mengenal Clipchamp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029200" cy="3102559"/>
          </a:xfrm>
          <a:prstGeom prst="roundRect">
            <a:avLst>
              <a:gd name="adj" fmla="val 1768"/>
            </a:avLst>
          </a:prstGeom>
          <a:solidFill>
            <a:srgbClr val="2B2B2B"/>
          </a:solidFill>
          <a:ln w="12700">
            <a:solidFill>
              <a:srgbClr val="2B2B2B"/>
            </a:solidFill>
            <a:prstDash val="solid"/>
          </a:ln>
        </p:spPr>
      </p:sp>
      <p:sp>
        <p:nvSpPr>
          <p:cNvPr id="10" name="Shape 6"/>
          <p:cNvSpPr/>
          <p:nvPr/>
        </p:nvSpPr>
        <p:spPr>
          <a:xfrm>
            <a:off x="2624328" y="4154119"/>
            <a:ext cx="603504" cy="285293"/>
          </a:xfrm>
          <a:prstGeom prst="rect">
            <a:avLst/>
          </a:prstGeom>
          <a:solidFill>
            <a:srgbClr val="555555"/>
          </a:solidFill>
          <a:ln w="12700">
            <a:solidFill>
              <a:srgbClr val="555555"/>
            </a:solidFill>
            <a:prstDash val="solid"/>
          </a:ln>
        </p:spPr>
      </p:sp>
      <p:sp>
        <p:nvSpPr>
          <p:cNvPr id="11" name="Shape 7"/>
          <p:cNvSpPr/>
          <p:nvPr/>
        </p:nvSpPr>
        <p:spPr>
          <a:xfrm>
            <a:off x="2071116" y="4439412"/>
            <a:ext cx="1709928" cy="178308"/>
          </a:xfrm>
          <a:prstGeom prst="roundRect">
            <a:avLst>
              <a:gd name="adj" fmla="val 15385"/>
            </a:avLst>
          </a:prstGeom>
          <a:solidFill>
            <a:srgbClr val="444444"/>
          </a:solidFill>
          <a:ln w="12700">
            <a:solidFill>
              <a:srgbClr val="444444"/>
            </a:solidFill>
            <a:prstDash val="solid"/>
          </a:ln>
        </p:spPr>
      </p:sp>
      <p:sp>
        <p:nvSpPr>
          <p:cNvPr id="12" name="Shape 8"/>
          <p:cNvSpPr/>
          <p:nvPr/>
        </p:nvSpPr>
        <p:spPr>
          <a:xfrm>
            <a:off x="5166360" y="4044391"/>
            <a:ext cx="73152" cy="73152"/>
          </a:xfrm>
          <a:prstGeom prst="ellipse">
            <a:avLst/>
          </a:prstGeom>
          <a:solidFill>
            <a:srgbClr val="4FC3F7"/>
          </a:solidFill>
          <a:ln/>
        </p:spPr>
      </p:sp>
      <p:sp>
        <p:nvSpPr>
          <p:cNvPr id="13" name="Shape 9"/>
          <p:cNvSpPr/>
          <p:nvPr/>
        </p:nvSpPr>
        <p:spPr>
          <a:xfrm>
            <a:off x="484632" y="1124712"/>
            <a:ext cx="4882896" cy="2919679"/>
          </a:xfrm>
          <a:prstGeom prst="rect">
            <a:avLst/>
          </a:prstGeom>
          <a:solidFill>
            <a:srgbClr val="6FA8DC"/>
          </a:solidFill>
          <a:ln w="12700">
            <a:solidFill>
              <a:srgbClr val="6FA8DC"/>
            </a:solidFill>
            <a:prstDash val="solid"/>
          </a:ln>
        </p:spPr>
      </p:sp>
      <p:sp>
        <p:nvSpPr>
          <p:cNvPr id="14" name="Shape 10"/>
          <p:cNvSpPr/>
          <p:nvPr/>
        </p:nvSpPr>
        <p:spPr>
          <a:xfrm>
            <a:off x="1705356" y="1416680"/>
            <a:ext cx="2441448" cy="2335743"/>
          </a:xfrm>
          <a:prstGeom prst="ellipse">
            <a:avLst/>
          </a:prstGeom>
          <a:solidFill>
            <a:srgbClr val="A7CBEE">
              <a:alpha val="60000"/>
            </a:srgbClr>
          </a:solidFill>
          <a:ln/>
        </p:spPr>
      </p:sp>
      <p:sp>
        <p:nvSpPr>
          <p:cNvPr id="15" name="Shape 11"/>
          <p:cNvSpPr/>
          <p:nvPr/>
        </p:nvSpPr>
        <p:spPr>
          <a:xfrm>
            <a:off x="2340132" y="1854632"/>
            <a:ext cx="1171895" cy="1313856"/>
          </a:xfrm>
          <a:prstGeom prst="ellipse">
            <a:avLst/>
          </a:prstGeom>
          <a:solidFill>
            <a:srgbClr val="D7E8F8">
              <a:alpha val="70000"/>
            </a:srgbClr>
          </a:solidFill>
          <a:ln/>
        </p:spPr>
      </p:sp>
      <p:sp>
        <p:nvSpPr>
          <p:cNvPr id="16" name="Shape 12"/>
          <p:cNvSpPr/>
          <p:nvPr/>
        </p:nvSpPr>
        <p:spPr>
          <a:xfrm>
            <a:off x="582290" y="1183106"/>
            <a:ext cx="4687580" cy="2744498"/>
          </a:xfrm>
          <a:prstGeom prst="rect">
            <a:avLst/>
          </a:prstGeom>
          <a:solidFill>
            <a:srgbClr val="FFFFFF"/>
          </a:solidFill>
          <a:ln w="9525">
            <a:solidFill>
              <a:srgbClr val="999999"/>
            </a:solidFill>
            <a:prstDash val="solid"/>
          </a:ln>
        </p:spPr>
      </p:sp>
      <p:sp>
        <p:nvSpPr>
          <p:cNvPr id="17" name="Shape 13"/>
          <p:cNvSpPr/>
          <p:nvPr/>
        </p:nvSpPr>
        <p:spPr>
          <a:xfrm>
            <a:off x="582290" y="1183106"/>
            <a:ext cx="4687580" cy="219456"/>
          </a:xfrm>
          <a:prstGeom prst="rect">
            <a:avLst/>
          </a:prstGeom>
          <a:solidFill>
            <a:srgbClr val="2B2B33"/>
          </a:solidFill>
          <a:ln w="12700">
            <a:solidFill>
              <a:srgbClr val="2B2B33"/>
            </a:solidFill>
            <a:prstDash val="solid"/>
          </a:ln>
        </p:spPr>
      </p:sp>
      <p:sp>
        <p:nvSpPr>
          <p:cNvPr id="18" name="Text 14"/>
          <p:cNvSpPr txBox="1"/>
          <p:nvPr/>
        </p:nvSpPr>
        <p:spPr>
          <a:xfrm>
            <a:off x="673730" y="1183106"/>
            <a:ext cx="377318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Clipchamp - Video editor</a:t>
            </a:r>
            <a:endParaRPr lang="en-US" sz="750" dirty="0"/>
          </a:p>
        </p:txBody>
      </p:sp>
      <p:sp>
        <p:nvSpPr>
          <p:cNvPr id="19" name="Text 15"/>
          <p:cNvSpPr txBox="1"/>
          <p:nvPr/>
        </p:nvSpPr>
        <p:spPr>
          <a:xfrm>
            <a:off x="4446910" y="118310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21230" y="118310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4995550" y="118310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2290" y="1402562"/>
            <a:ext cx="4687580" cy="2525042"/>
          </a:xfrm>
          <a:prstGeom prst="rect">
            <a:avLst/>
          </a:prstGeom>
          <a:solidFill>
            <a:srgbClr val="1F1F26"/>
          </a:solidFill>
          <a:ln w="12700">
            <a:solidFill>
              <a:srgbClr val="1F1F26"/>
            </a:solidFill>
            <a:prstDash val="solid"/>
          </a:ln>
        </p:spPr>
      </p:sp>
      <p:sp>
        <p:nvSpPr>
          <p:cNvPr id="23" name="Text 19"/>
          <p:cNvSpPr txBox="1"/>
          <p:nvPr/>
        </p:nvSpPr>
        <p:spPr>
          <a:xfrm>
            <a:off x="673730" y="1420850"/>
            <a:ext cx="18288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Video_Adab_Kelompok1</a:t>
            </a:r>
            <a:endParaRPr lang="en-US" sz="750" dirty="0"/>
          </a:p>
        </p:txBody>
      </p:sp>
      <p:sp>
        <p:nvSpPr>
          <p:cNvPr id="24" name="Shape 20"/>
          <p:cNvSpPr/>
          <p:nvPr/>
        </p:nvSpPr>
        <p:spPr>
          <a:xfrm>
            <a:off x="4584070" y="1429994"/>
            <a:ext cx="594360" cy="201168"/>
          </a:xfrm>
          <a:prstGeom prst="roundRect">
            <a:avLst>
              <a:gd name="adj" fmla="val 22727"/>
            </a:avLst>
          </a:prstGeom>
          <a:solidFill>
            <a:srgbClr val="7B5CFA"/>
          </a:solidFill>
          <a:ln w="12700">
            <a:solidFill>
              <a:srgbClr val="7B5CFA"/>
            </a:solidFill>
            <a:prstDash val="solid"/>
          </a:ln>
        </p:spPr>
      </p:sp>
      <p:sp>
        <p:nvSpPr>
          <p:cNvPr id="25" name="Text 21"/>
          <p:cNvSpPr txBox="1"/>
          <p:nvPr/>
        </p:nvSpPr>
        <p:spPr>
          <a:xfrm>
            <a:off x="4584070" y="1429994"/>
            <a:ext cx="594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Export</a:t>
            </a:r>
            <a:endParaRPr lang="en-US" sz="750" dirty="0"/>
          </a:p>
        </p:txBody>
      </p:sp>
      <p:pic>
        <p:nvPicPr>
          <p:cNvPr id="26" name="Image 2" descr="preencoded.png">    </p:cNvPr>
          <p:cNvPicPr>
            <a:picLocks noChangeAspect="1"/>
          </p:cNvPicPr>
          <p:nvPr/>
        </p:nvPicPr>
        <p:blipFill>
          <a:blip r:embed="rId3"/>
          <a:stretch>
            <a:fillRect/>
          </a:stretch>
        </p:blipFill>
        <p:spPr>
          <a:xfrm>
            <a:off x="756026" y="1704314"/>
            <a:ext cx="146304" cy="146304"/>
          </a:xfrm>
          <a:prstGeom prst="rect">
            <a:avLst/>
          </a:prstGeom>
        </p:spPr>
      </p:pic>
      <p:sp>
        <p:nvSpPr>
          <p:cNvPr id="27" name="Text 22"/>
          <p:cNvSpPr txBox="1"/>
          <p:nvPr/>
        </p:nvSpPr>
        <p:spPr>
          <a:xfrm>
            <a:off x="591434" y="1868906"/>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Media</a:t>
            </a:r>
            <a:endParaRPr lang="en-US" sz="500" dirty="0"/>
          </a:p>
        </p:txBody>
      </p:sp>
      <p:pic>
        <p:nvPicPr>
          <p:cNvPr id="28" name="Image 3" descr="preencoded.png">    </p:cNvPr>
          <p:cNvPicPr>
            <a:picLocks noChangeAspect="1"/>
          </p:cNvPicPr>
          <p:nvPr/>
        </p:nvPicPr>
        <p:blipFill>
          <a:blip r:embed="rId4"/>
          <a:stretch>
            <a:fillRect/>
          </a:stretch>
        </p:blipFill>
        <p:spPr>
          <a:xfrm>
            <a:off x="756026" y="2088362"/>
            <a:ext cx="146304" cy="146304"/>
          </a:xfrm>
          <a:prstGeom prst="rect">
            <a:avLst/>
          </a:prstGeom>
        </p:spPr>
      </p:pic>
      <p:sp>
        <p:nvSpPr>
          <p:cNvPr id="29" name="Text 23"/>
          <p:cNvSpPr txBox="1"/>
          <p:nvPr/>
        </p:nvSpPr>
        <p:spPr>
          <a:xfrm>
            <a:off x="591434" y="2252954"/>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Text</a:t>
            </a:r>
            <a:endParaRPr lang="en-US" sz="500" dirty="0"/>
          </a:p>
        </p:txBody>
      </p:sp>
      <p:pic>
        <p:nvPicPr>
          <p:cNvPr id="30" name="Image 4" descr="preencoded.png">    </p:cNvPr>
          <p:cNvPicPr>
            <a:picLocks noChangeAspect="1"/>
          </p:cNvPicPr>
          <p:nvPr/>
        </p:nvPicPr>
        <p:blipFill>
          <a:blip r:embed="rId5"/>
          <a:stretch>
            <a:fillRect/>
          </a:stretch>
        </p:blipFill>
        <p:spPr>
          <a:xfrm>
            <a:off x="756026" y="2472410"/>
            <a:ext cx="146304" cy="146304"/>
          </a:xfrm>
          <a:prstGeom prst="rect">
            <a:avLst/>
          </a:prstGeom>
        </p:spPr>
      </p:pic>
      <p:sp>
        <p:nvSpPr>
          <p:cNvPr id="31" name="Text 24"/>
          <p:cNvSpPr txBox="1"/>
          <p:nvPr/>
        </p:nvSpPr>
        <p:spPr>
          <a:xfrm>
            <a:off x="591434" y="2637002"/>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Audio</a:t>
            </a:r>
            <a:endParaRPr lang="en-US" sz="500" dirty="0"/>
          </a:p>
        </p:txBody>
      </p:sp>
      <p:pic>
        <p:nvPicPr>
          <p:cNvPr id="32" name="Image 5" descr="preencoded.png">    </p:cNvPr>
          <p:cNvPicPr>
            <a:picLocks noChangeAspect="1"/>
          </p:cNvPicPr>
          <p:nvPr/>
        </p:nvPicPr>
        <p:blipFill>
          <a:blip r:embed="rId6"/>
          <a:stretch>
            <a:fillRect/>
          </a:stretch>
        </p:blipFill>
        <p:spPr>
          <a:xfrm>
            <a:off x="756026" y="2856458"/>
            <a:ext cx="146304" cy="146304"/>
          </a:xfrm>
          <a:prstGeom prst="rect">
            <a:avLst/>
          </a:prstGeom>
        </p:spPr>
      </p:pic>
      <p:sp>
        <p:nvSpPr>
          <p:cNvPr id="33" name="Text 25"/>
          <p:cNvSpPr txBox="1"/>
          <p:nvPr/>
        </p:nvSpPr>
        <p:spPr>
          <a:xfrm>
            <a:off x="591434" y="3021050"/>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Transitions</a:t>
            </a:r>
            <a:endParaRPr lang="en-US" sz="500" dirty="0"/>
          </a:p>
        </p:txBody>
      </p:sp>
      <p:sp>
        <p:nvSpPr>
          <p:cNvPr id="34" name="Shape 26"/>
          <p:cNvSpPr/>
          <p:nvPr/>
        </p:nvSpPr>
        <p:spPr>
          <a:xfrm>
            <a:off x="1085210" y="1676882"/>
            <a:ext cx="1234440" cy="1244882"/>
          </a:xfrm>
          <a:prstGeom prst="roundRect">
            <a:avLst>
              <a:gd name="adj" fmla="val 2963"/>
            </a:avLst>
          </a:prstGeom>
          <a:solidFill>
            <a:srgbClr val="2A2A33"/>
          </a:solidFill>
          <a:ln w="12700">
            <a:solidFill>
              <a:srgbClr val="2A2A33"/>
            </a:solidFill>
            <a:prstDash val="solid"/>
          </a:ln>
        </p:spPr>
      </p:sp>
      <p:sp>
        <p:nvSpPr>
          <p:cNvPr id="35" name="Shape 27"/>
          <p:cNvSpPr/>
          <p:nvPr/>
        </p:nvSpPr>
        <p:spPr>
          <a:xfrm>
            <a:off x="1158362" y="1750034"/>
            <a:ext cx="1088136" cy="219456"/>
          </a:xfrm>
          <a:prstGeom prst="roundRect">
            <a:avLst>
              <a:gd name="adj" fmla="val 20833"/>
            </a:avLst>
          </a:prstGeom>
          <a:solidFill>
            <a:srgbClr val="7B5CFA"/>
          </a:solidFill>
          <a:ln w="12700">
            <a:solidFill>
              <a:srgbClr val="7B5CFA"/>
            </a:solidFill>
            <a:prstDash val="solid"/>
          </a:ln>
        </p:spPr>
      </p:sp>
      <p:sp>
        <p:nvSpPr>
          <p:cNvPr id="36" name="Text 28"/>
          <p:cNvSpPr txBox="1"/>
          <p:nvPr/>
        </p:nvSpPr>
        <p:spPr>
          <a:xfrm>
            <a:off x="1158362" y="1750034"/>
            <a:ext cx="1088136"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Import media</a:t>
            </a:r>
            <a:endParaRPr lang="en-US" sz="700" dirty="0"/>
          </a:p>
        </p:txBody>
      </p:sp>
      <p:sp>
        <p:nvSpPr>
          <p:cNvPr id="37" name="Shape 29"/>
          <p:cNvSpPr/>
          <p:nvPr/>
        </p:nvSpPr>
        <p:spPr>
          <a:xfrm>
            <a:off x="1158362" y="2042642"/>
            <a:ext cx="512064" cy="347472"/>
          </a:xfrm>
          <a:prstGeom prst="roundRect">
            <a:avLst>
              <a:gd name="adj" fmla="val 7895"/>
            </a:avLst>
          </a:prstGeom>
          <a:solidFill>
            <a:srgbClr val="6B8E9E"/>
          </a:solidFill>
          <a:ln w="12700">
            <a:solidFill>
              <a:srgbClr val="6B8E9E"/>
            </a:solidFill>
            <a:prstDash val="solid"/>
          </a:ln>
        </p:spPr>
      </p:sp>
      <p:sp>
        <p:nvSpPr>
          <p:cNvPr id="38" name="Text 30"/>
          <p:cNvSpPr txBox="1"/>
          <p:nvPr/>
        </p:nvSpPr>
        <p:spPr>
          <a:xfrm>
            <a:off x="1158362" y="2271242"/>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1</a:t>
            </a:r>
            <a:endParaRPr lang="en-US" sz="500" dirty="0"/>
          </a:p>
        </p:txBody>
      </p:sp>
      <p:sp>
        <p:nvSpPr>
          <p:cNvPr id="39" name="Shape 31"/>
          <p:cNvSpPr/>
          <p:nvPr/>
        </p:nvSpPr>
        <p:spPr>
          <a:xfrm>
            <a:off x="1725290" y="2042642"/>
            <a:ext cx="512064" cy="347472"/>
          </a:xfrm>
          <a:prstGeom prst="roundRect">
            <a:avLst>
              <a:gd name="adj" fmla="val 7895"/>
            </a:avLst>
          </a:prstGeom>
          <a:solidFill>
            <a:srgbClr val="8E7B6B"/>
          </a:solidFill>
          <a:ln w="12700">
            <a:solidFill>
              <a:srgbClr val="8E7B6B"/>
            </a:solidFill>
            <a:prstDash val="solid"/>
          </a:ln>
        </p:spPr>
      </p:sp>
      <p:sp>
        <p:nvSpPr>
          <p:cNvPr id="40" name="Text 32"/>
          <p:cNvSpPr txBox="1"/>
          <p:nvPr/>
        </p:nvSpPr>
        <p:spPr>
          <a:xfrm>
            <a:off x="1725290" y="2271242"/>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2</a:t>
            </a:r>
            <a:endParaRPr lang="en-US" sz="500" dirty="0"/>
          </a:p>
        </p:txBody>
      </p:sp>
      <p:sp>
        <p:nvSpPr>
          <p:cNvPr id="41" name="Shape 33"/>
          <p:cNvSpPr/>
          <p:nvPr/>
        </p:nvSpPr>
        <p:spPr>
          <a:xfrm>
            <a:off x="1158362" y="2454122"/>
            <a:ext cx="512064" cy="347472"/>
          </a:xfrm>
          <a:prstGeom prst="roundRect">
            <a:avLst>
              <a:gd name="adj" fmla="val 7895"/>
            </a:avLst>
          </a:prstGeom>
          <a:solidFill>
            <a:srgbClr val="6B9E7B"/>
          </a:solidFill>
          <a:ln w="12700">
            <a:solidFill>
              <a:srgbClr val="6B9E7B"/>
            </a:solidFill>
            <a:prstDash val="solid"/>
          </a:ln>
        </p:spPr>
      </p:sp>
      <p:sp>
        <p:nvSpPr>
          <p:cNvPr id="42" name="Text 34"/>
          <p:cNvSpPr txBox="1"/>
          <p:nvPr/>
        </p:nvSpPr>
        <p:spPr>
          <a:xfrm>
            <a:off x="1158362" y="2682722"/>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3</a:t>
            </a:r>
            <a:endParaRPr lang="en-US" sz="500" dirty="0"/>
          </a:p>
        </p:txBody>
      </p:sp>
      <p:sp>
        <p:nvSpPr>
          <p:cNvPr id="43" name="Shape 35"/>
          <p:cNvSpPr/>
          <p:nvPr/>
        </p:nvSpPr>
        <p:spPr>
          <a:xfrm>
            <a:off x="1725290" y="2454122"/>
            <a:ext cx="512064" cy="347472"/>
          </a:xfrm>
          <a:prstGeom prst="roundRect">
            <a:avLst>
              <a:gd name="adj" fmla="val 7895"/>
            </a:avLst>
          </a:prstGeom>
          <a:solidFill>
            <a:srgbClr val="9E6B8E"/>
          </a:solidFill>
          <a:ln w="12700">
            <a:solidFill>
              <a:srgbClr val="9E6B8E"/>
            </a:solidFill>
            <a:prstDash val="solid"/>
          </a:ln>
        </p:spPr>
      </p:sp>
      <p:sp>
        <p:nvSpPr>
          <p:cNvPr id="44" name="Text 36"/>
          <p:cNvSpPr txBox="1"/>
          <p:nvPr/>
        </p:nvSpPr>
        <p:spPr>
          <a:xfrm>
            <a:off x="1725290" y="2682722"/>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4</a:t>
            </a:r>
            <a:endParaRPr lang="en-US" sz="500" dirty="0"/>
          </a:p>
        </p:txBody>
      </p:sp>
      <p:sp>
        <p:nvSpPr>
          <p:cNvPr id="45" name="Shape 37"/>
          <p:cNvSpPr/>
          <p:nvPr/>
        </p:nvSpPr>
        <p:spPr>
          <a:xfrm>
            <a:off x="2728838" y="1676882"/>
            <a:ext cx="2131844" cy="1199162"/>
          </a:xfrm>
          <a:prstGeom prst="rect">
            <a:avLst/>
          </a:prstGeom>
          <a:solidFill>
            <a:srgbClr val="6B8E9E"/>
          </a:solidFill>
          <a:ln w="12700">
            <a:solidFill>
              <a:srgbClr val="6B8E9E"/>
            </a:solidFill>
            <a:prstDash val="solid"/>
          </a:ln>
        </p:spPr>
      </p:sp>
      <p:sp>
        <p:nvSpPr>
          <p:cNvPr id="46" name="Shape 38"/>
          <p:cNvSpPr/>
          <p:nvPr/>
        </p:nvSpPr>
        <p:spPr>
          <a:xfrm>
            <a:off x="2728838" y="1676882"/>
            <a:ext cx="2131844" cy="1199162"/>
          </a:xfrm>
          <a:prstGeom prst="rect">
            <a:avLst/>
          </a:prstGeom>
          <a:solidFill>
            <a:srgbClr val="A9C7D6"/>
          </a:solidFill>
          <a:ln w="12700">
            <a:solidFill>
              <a:srgbClr val="A9C7D6"/>
            </a:solidFill>
            <a:prstDash val="solid"/>
          </a:ln>
        </p:spPr>
      </p:sp>
      <p:sp>
        <p:nvSpPr>
          <p:cNvPr id="47" name="Shape 39"/>
          <p:cNvSpPr/>
          <p:nvPr/>
        </p:nvSpPr>
        <p:spPr>
          <a:xfrm>
            <a:off x="2728838" y="2456337"/>
            <a:ext cx="2131844" cy="419707"/>
          </a:xfrm>
          <a:prstGeom prst="rect">
            <a:avLst/>
          </a:prstGeom>
          <a:solidFill>
            <a:srgbClr val="C9B79C"/>
          </a:solidFill>
          <a:ln w="12700">
            <a:solidFill>
              <a:srgbClr val="C9B79C"/>
            </a:solidFill>
            <a:prstDash val="solid"/>
          </a:ln>
        </p:spPr>
      </p:sp>
      <p:sp>
        <p:nvSpPr>
          <p:cNvPr id="48" name="Shape 40"/>
          <p:cNvSpPr/>
          <p:nvPr/>
        </p:nvSpPr>
        <p:spPr>
          <a:xfrm>
            <a:off x="3901352" y="1916714"/>
            <a:ext cx="746146" cy="539623"/>
          </a:xfrm>
          <a:prstGeom prst="rect">
            <a:avLst/>
          </a:prstGeom>
          <a:solidFill>
            <a:srgbClr val="E6F2EC"/>
          </a:solidFill>
          <a:ln w="12700">
            <a:solidFill>
              <a:srgbClr val="E6F2EC"/>
            </a:solidFill>
            <a:prstDash val="solid"/>
          </a:ln>
        </p:spPr>
      </p:sp>
      <p:sp>
        <p:nvSpPr>
          <p:cNvPr id="49" name="Shape 41"/>
          <p:cNvSpPr/>
          <p:nvPr/>
        </p:nvSpPr>
        <p:spPr>
          <a:xfrm>
            <a:off x="3858715" y="1736840"/>
            <a:ext cx="831419" cy="203858"/>
          </a:xfrm>
          <a:prstGeom prst="triangle">
            <a:avLst/>
          </a:prstGeom>
          <a:solidFill>
            <a:srgbClr val="1F7A5C"/>
          </a:solidFill>
          <a:ln/>
        </p:spPr>
      </p:sp>
      <p:sp>
        <p:nvSpPr>
          <p:cNvPr id="50" name="Shape 42"/>
          <p:cNvSpPr/>
          <p:nvPr/>
        </p:nvSpPr>
        <p:spPr>
          <a:xfrm>
            <a:off x="3277866" y="2132563"/>
            <a:ext cx="181051" cy="181051"/>
          </a:xfrm>
          <a:prstGeom prst="ellipse">
            <a:avLst/>
          </a:prstGeom>
          <a:solidFill>
            <a:srgbClr val="E8C39E"/>
          </a:solidFill>
          <a:ln/>
        </p:spPr>
      </p:sp>
      <p:sp>
        <p:nvSpPr>
          <p:cNvPr id="51" name="Shape 43"/>
          <p:cNvSpPr/>
          <p:nvPr/>
        </p:nvSpPr>
        <p:spPr>
          <a:xfrm>
            <a:off x="3227574" y="2323673"/>
            <a:ext cx="281635" cy="377190"/>
          </a:xfrm>
          <a:prstGeom prst="roundRect">
            <a:avLst>
              <a:gd name="adj" fmla="val 21429"/>
            </a:avLst>
          </a:prstGeom>
          <a:solidFill>
            <a:srgbClr val="1F7A5C"/>
          </a:solidFill>
          <a:ln w="12700">
            <a:solidFill>
              <a:srgbClr val="1F7A5C"/>
            </a:solidFill>
            <a:prstDash val="solid"/>
          </a:ln>
        </p:spPr>
      </p:sp>
      <p:sp>
        <p:nvSpPr>
          <p:cNvPr id="52" name="Shape 44"/>
          <p:cNvSpPr/>
          <p:nvPr/>
        </p:nvSpPr>
        <p:spPr>
          <a:xfrm>
            <a:off x="3267807" y="2102388"/>
            <a:ext cx="201168" cy="100584"/>
          </a:xfrm>
          <a:prstGeom prst="ellipse">
            <a:avLst/>
          </a:prstGeom>
          <a:solidFill>
            <a:srgbClr val="FFFFFF"/>
          </a:solidFill>
          <a:ln/>
        </p:spPr>
      </p:sp>
      <p:sp>
        <p:nvSpPr>
          <p:cNvPr id="53" name="Shape 45"/>
          <p:cNvSpPr/>
          <p:nvPr/>
        </p:nvSpPr>
        <p:spPr>
          <a:xfrm>
            <a:off x="582290" y="2967484"/>
            <a:ext cx="4687580" cy="960120"/>
          </a:xfrm>
          <a:prstGeom prst="rect">
            <a:avLst/>
          </a:prstGeom>
          <a:solidFill>
            <a:srgbClr val="16161C"/>
          </a:solidFill>
          <a:ln w="12700">
            <a:solidFill>
              <a:srgbClr val="16161C"/>
            </a:solidFill>
            <a:prstDash val="solid"/>
          </a:ln>
        </p:spPr>
      </p:sp>
      <p:sp>
        <p:nvSpPr>
          <p:cNvPr id="54" name="Text 46"/>
          <p:cNvSpPr txBox="1"/>
          <p:nvPr/>
        </p:nvSpPr>
        <p:spPr>
          <a:xfrm>
            <a:off x="1130930" y="2967484"/>
            <a:ext cx="4047500" cy="118872"/>
          </a:xfrm>
          <a:prstGeom prst="rect">
            <a:avLst/>
          </a:prstGeom>
          <a:noFill/>
          <a:ln/>
        </p:spPr>
        <p:txBody>
          <a:bodyPr wrap="square" lIns="0" tIns="0" rIns="0" bIns="0" rtlCol="0" anchor="t"/>
          <a:lstStyle/>
          <a:p>
            <a:pPr indent="0" marL="0">
              <a:buNone/>
            </a:pPr>
            <a:r>
              <a:rPr lang="en-US" sz="500" dirty="0">
                <a:solidFill>
                  <a:srgbClr val="999999"/>
                </a:solidFill>
                <a:latin typeface="Calibri" pitchFamily="34" charset="0"/>
                <a:ea typeface="Calibri" pitchFamily="34" charset="-122"/>
                <a:cs typeface="Calibri" pitchFamily="34" charset="-120"/>
              </a:rPr>
              <a:t>0:00        0:15        0:30        0:45        1:00</a:t>
            </a:r>
            <a:endParaRPr lang="en-US" sz="500" dirty="0"/>
          </a:p>
        </p:txBody>
      </p:sp>
      <p:sp>
        <p:nvSpPr>
          <p:cNvPr id="55" name="Shape 47"/>
          <p:cNvSpPr/>
          <p:nvPr/>
        </p:nvSpPr>
        <p:spPr>
          <a:xfrm>
            <a:off x="1130930" y="3378964"/>
            <a:ext cx="970727" cy="292608"/>
          </a:xfrm>
          <a:prstGeom prst="roundRect">
            <a:avLst>
              <a:gd name="adj" fmla="val 9375"/>
            </a:avLst>
          </a:prstGeom>
          <a:solidFill>
            <a:srgbClr val="6B8E9E"/>
          </a:solidFill>
          <a:ln w="6350">
            <a:solidFill>
              <a:srgbClr val="16161C"/>
            </a:solidFill>
            <a:prstDash val="solid"/>
          </a:ln>
        </p:spPr>
      </p:sp>
      <p:sp>
        <p:nvSpPr>
          <p:cNvPr id="56" name="Text 48"/>
          <p:cNvSpPr txBox="1"/>
          <p:nvPr/>
        </p:nvSpPr>
        <p:spPr>
          <a:xfrm>
            <a:off x="1167506" y="3378964"/>
            <a:ext cx="970727"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1</a:t>
            </a:r>
            <a:endParaRPr lang="en-US" sz="600" dirty="0"/>
          </a:p>
        </p:txBody>
      </p:sp>
      <p:sp>
        <p:nvSpPr>
          <p:cNvPr id="57" name="Shape 49"/>
          <p:cNvSpPr/>
          <p:nvPr/>
        </p:nvSpPr>
        <p:spPr>
          <a:xfrm>
            <a:off x="2119945" y="3378964"/>
            <a:ext cx="772924" cy="292608"/>
          </a:xfrm>
          <a:prstGeom prst="roundRect">
            <a:avLst>
              <a:gd name="adj" fmla="val 9375"/>
            </a:avLst>
          </a:prstGeom>
          <a:solidFill>
            <a:srgbClr val="8E7B6B"/>
          </a:solidFill>
          <a:ln w="6350">
            <a:solidFill>
              <a:srgbClr val="16161C"/>
            </a:solidFill>
            <a:prstDash val="solid"/>
          </a:ln>
        </p:spPr>
      </p:sp>
      <p:sp>
        <p:nvSpPr>
          <p:cNvPr id="58" name="Text 50"/>
          <p:cNvSpPr txBox="1"/>
          <p:nvPr/>
        </p:nvSpPr>
        <p:spPr>
          <a:xfrm>
            <a:off x="2156521" y="3378964"/>
            <a:ext cx="772924"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2</a:t>
            </a:r>
            <a:endParaRPr lang="en-US" sz="600" dirty="0"/>
          </a:p>
        </p:txBody>
      </p:sp>
      <p:sp>
        <p:nvSpPr>
          <p:cNvPr id="59" name="Shape 51"/>
          <p:cNvSpPr/>
          <p:nvPr/>
        </p:nvSpPr>
        <p:spPr>
          <a:xfrm>
            <a:off x="2911157" y="3378964"/>
            <a:ext cx="1168530" cy="292608"/>
          </a:xfrm>
          <a:prstGeom prst="roundRect">
            <a:avLst>
              <a:gd name="adj" fmla="val 9375"/>
            </a:avLst>
          </a:prstGeom>
          <a:solidFill>
            <a:srgbClr val="6B9E7B"/>
          </a:solidFill>
          <a:ln w="6350">
            <a:solidFill>
              <a:srgbClr val="16161C"/>
            </a:solidFill>
            <a:prstDash val="solid"/>
          </a:ln>
        </p:spPr>
      </p:sp>
      <p:sp>
        <p:nvSpPr>
          <p:cNvPr id="60" name="Text 52"/>
          <p:cNvSpPr txBox="1"/>
          <p:nvPr/>
        </p:nvSpPr>
        <p:spPr>
          <a:xfrm>
            <a:off x="2947733" y="3378964"/>
            <a:ext cx="1168530"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3</a:t>
            </a:r>
            <a:endParaRPr lang="en-US" sz="600" dirty="0"/>
          </a:p>
        </p:txBody>
      </p:sp>
      <p:sp>
        <p:nvSpPr>
          <p:cNvPr id="61" name="Shape 53"/>
          <p:cNvSpPr/>
          <p:nvPr/>
        </p:nvSpPr>
        <p:spPr>
          <a:xfrm>
            <a:off x="4097975" y="3378964"/>
            <a:ext cx="772924" cy="292608"/>
          </a:xfrm>
          <a:prstGeom prst="roundRect">
            <a:avLst>
              <a:gd name="adj" fmla="val 9375"/>
            </a:avLst>
          </a:prstGeom>
          <a:solidFill>
            <a:srgbClr val="9E6B8E"/>
          </a:solidFill>
          <a:ln w="6350">
            <a:solidFill>
              <a:srgbClr val="16161C"/>
            </a:solidFill>
            <a:prstDash val="solid"/>
          </a:ln>
        </p:spPr>
      </p:sp>
      <p:sp>
        <p:nvSpPr>
          <p:cNvPr id="62" name="Text 54"/>
          <p:cNvSpPr txBox="1"/>
          <p:nvPr/>
        </p:nvSpPr>
        <p:spPr>
          <a:xfrm>
            <a:off x="4134551" y="3378964"/>
            <a:ext cx="772924"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4</a:t>
            </a:r>
            <a:endParaRPr lang="en-US" sz="600" dirty="0"/>
          </a:p>
        </p:txBody>
      </p:sp>
      <p:sp>
        <p:nvSpPr>
          <p:cNvPr id="63" name="Shape 55"/>
          <p:cNvSpPr/>
          <p:nvPr/>
        </p:nvSpPr>
        <p:spPr>
          <a:xfrm>
            <a:off x="1103498" y="1695170"/>
            <a:ext cx="1252728" cy="1344168"/>
          </a:xfrm>
          <a:prstGeom prst="roundRect">
            <a:avLst>
              <a:gd name="adj" fmla="val 3650"/>
            </a:avLst>
          </a:prstGeom>
          <a:solidFill>
            <a:srgbClr val="FFFFFF">
              <a:alpha val="0"/>
            </a:srgbClr>
          </a:solidFill>
          <a:ln w="31750">
            <a:solidFill>
              <a:srgbClr val="E53935"/>
            </a:solidFill>
            <a:prstDash val="solid"/>
          </a:ln>
        </p:spPr>
      </p:sp>
      <p:sp>
        <p:nvSpPr>
          <p:cNvPr id="64" name="Shape 56"/>
          <p:cNvSpPr/>
          <p:nvPr/>
        </p:nvSpPr>
        <p:spPr>
          <a:xfrm>
            <a:off x="2219066" y="1558010"/>
            <a:ext cx="274320" cy="274320"/>
          </a:xfrm>
          <a:prstGeom prst="ellipse">
            <a:avLst/>
          </a:prstGeom>
          <a:solidFill>
            <a:srgbClr val="E53935"/>
          </a:solidFill>
          <a:ln w="12700">
            <a:solidFill>
              <a:srgbClr val="FFFFFF"/>
            </a:solidFill>
            <a:prstDash val="solid"/>
          </a:ln>
        </p:spPr>
      </p:sp>
      <p:sp>
        <p:nvSpPr>
          <p:cNvPr id="65" name="Text 57"/>
          <p:cNvSpPr txBox="1"/>
          <p:nvPr/>
        </p:nvSpPr>
        <p:spPr>
          <a:xfrm>
            <a:off x="2219066" y="155801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6" name="Shape 58"/>
          <p:cNvSpPr/>
          <p:nvPr/>
        </p:nvSpPr>
        <p:spPr>
          <a:xfrm>
            <a:off x="2710550" y="1658594"/>
            <a:ext cx="2168420" cy="1235738"/>
          </a:xfrm>
          <a:prstGeom prst="roundRect">
            <a:avLst>
              <a:gd name="adj" fmla="val 3700"/>
            </a:avLst>
          </a:prstGeom>
          <a:solidFill>
            <a:srgbClr val="FFFFFF">
              <a:alpha val="0"/>
            </a:srgbClr>
          </a:solidFill>
          <a:ln w="31750">
            <a:solidFill>
              <a:srgbClr val="E53935"/>
            </a:solidFill>
            <a:prstDash val="solid"/>
          </a:ln>
        </p:spPr>
      </p:sp>
      <p:sp>
        <p:nvSpPr>
          <p:cNvPr id="67" name="Shape 59"/>
          <p:cNvSpPr/>
          <p:nvPr/>
        </p:nvSpPr>
        <p:spPr>
          <a:xfrm>
            <a:off x="4741810" y="1521434"/>
            <a:ext cx="274320" cy="274320"/>
          </a:xfrm>
          <a:prstGeom prst="ellipse">
            <a:avLst/>
          </a:prstGeom>
          <a:solidFill>
            <a:srgbClr val="E53935"/>
          </a:solidFill>
          <a:ln w="12700">
            <a:solidFill>
              <a:srgbClr val="FFFFFF"/>
            </a:solidFill>
            <a:prstDash val="solid"/>
          </a:ln>
        </p:spPr>
      </p:sp>
      <p:sp>
        <p:nvSpPr>
          <p:cNvPr id="68" name="Text 60"/>
          <p:cNvSpPr txBox="1"/>
          <p:nvPr/>
        </p:nvSpPr>
        <p:spPr>
          <a:xfrm>
            <a:off x="4741810" y="152143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69" name="Shape 61"/>
          <p:cNvSpPr/>
          <p:nvPr/>
        </p:nvSpPr>
        <p:spPr>
          <a:xfrm>
            <a:off x="1112642" y="3223516"/>
            <a:ext cx="3992636" cy="493776"/>
          </a:xfrm>
          <a:prstGeom prst="roundRect">
            <a:avLst>
              <a:gd name="adj" fmla="val 9259"/>
            </a:avLst>
          </a:prstGeom>
          <a:solidFill>
            <a:srgbClr val="FFFFFF">
              <a:alpha val="0"/>
            </a:srgbClr>
          </a:solidFill>
          <a:ln w="31750">
            <a:solidFill>
              <a:srgbClr val="E53935"/>
            </a:solidFill>
            <a:prstDash val="solid"/>
          </a:ln>
        </p:spPr>
      </p:sp>
      <p:sp>
        <p:nvSpPr>
          <p:cNvPr id="70" name="Shape 62"/>
          <p:cNvSpPr/>
          <p:nvPr/>
        </p:nvSpPr>
        <p:spPr>
          <a:xfrm>
            <a:off x="4968118" y="3086356"/>
            <a:ext cx="274320" cy="274320"/>
          </a:xfrm>
          <a:prstGeom prst="ellipse">
            <a:avLst/>
          </a:prstGeom>
          <a:solidFill>
            <a:srgbClr val="E53935"/>
          </a:solidFill>
          <a:ln w="12700">
            <a:solidFill>
              <a:srgbClr val="FFFFFF"/>
            </a:solidFill>
            <a:prstDash val="solid"/>
          </a:ln>
        </p:spPr>
      </p:sp>
      <p:sp>
        <p:nvSpPr>
          <p:cNvPr id="71" name="Text 63"/>
          <p:cNvSpPr txBox="1"/>
          <p:nvPr/>
        </p:nvSpPr>
        <p:spPr>
          <a:xfrm>
            <a:off x="4968118" y="30863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72" name="Shape 64"/>
          <p:cNvSpPr/>
          <p:nvPr/>
        </p:nvSpPr>
        <p:spPr>
          <a:xfrm>
            <a:off x="4565782" y="1411706"/>
            <a:ext cx="630936" cy="237744"/>
          </a:xfrm>
          <a:prstGeom prst="roundRect">
            <a:avLst>
              <a:gd name="adj" fmla="val 19231"/>
            </a:avLst>
          </a:prstGeom>
          <a:solidFill>
            <a:srgbClr val="FFFFFF">
              <a:alpha val="0"/>
            </a:srgbClr>
          </a:solidFill>
          <a:ln w="31750">
            <a:solidFill>
              <a:srgbClr val="E53935"/>
            </a:solidFill>
            <a:prstDash val="solid"/>
          </a:ln>
        </p:spPr>
      </p:sp>
      <p:sp>
        <p:nvSpPr>
          <p:cNvPr id="73" name="Shape 65"/>
          <p:cNvSpPr/>
          <p:nvPr/>
        </p:nvSpPr>
        <p:spPr>
          <a:xfrm>
            <a:off x="5059558" y="1274546"/>
            <a:ext cx="274320" cy="274320"/>
          </a:xfrm>
          <a:prstGeom prst="ellipse">
            <a:avLst/>
          </a:prstGeom>
          <a:solidFill>
            <a:srgbClr val="E53935"/>
          </a:solidFill>
          <a:ln w="12700">
            <a:solidFill>
              <a:srgbClr val="FFFFFF"/>
            </a:solidFill>
            <a:prstDash val="solid"/>
          </a:ln>
        </p:spPr>
      </p:sp>
      <p:sp>
        <p:nvSpPr>
          <p:cNvPr id="74" name="Text 66"/>
          <p:cNvSpPr txBox="1"/>
          <p:nvPr/>
        </p:nvSpPr>
        <p:spPr>
          <a:xfrm>
            <a:off x="5059558" y="12745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75" name="Shape 67"/>
          <p:cNvSpPr/>
          <p:nvPr/>
        </p:nvSpPr>
        <p:spPr>
          <a:xfrm>
            <a:off x="5715000" y="1234440"/>
            <a:ext cx="329184" cy="329184"/>
          </a:xfrm>
          <a:prstGeom prst="ellipse">
            <a:avLst/>
          </a:prstGeom>
          <a:solidFill>
            <a:srgbClr val="E53935"/>
          </a:solidFill>
          <a:ln/>
        </p:spPr>
      </p:sp>
      <p:sp>
        <p:nvSpPr>
          <p:cNvPr id="76" name="Text 68"/>
          <p:cNvSpPr txBox="1"/>
          <p:nvPr/>
        </p:nvSpPr>
        <p:spPr>
          <a:xfrm>
            <a:off x="5715000" y="1234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7" name="Text 69"/>
          <p:cNvSpPr txBox="1"/>
          <p:nvPr/>
        </p:nvSpPr>
        <p:spPr>
          <a:xfrm>
            <a:off x="6172200" y="1161288"/>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Media: klip yang dimasukkan</a:t>
            </a:r>
            <a:endParaRPr lang="en-US" sz="1350" dirty="0"/>
          </a:p>
        </p:txBody>
      </p:sp>
      <p:sp>
        <p:nvSpPr>
          <p:cNvPr id="78" name="Shape 70"/>
          <p:cNvSpPr/>
          <p:nvPr/>
        </p:nvSpPr>
        <p:spPr>
          <a:xfrm>
            <a:off x="5715000" y="1801368"/>
            <a:ext cx="329184" cy="329184"/>
          </a:xfrm>
          <a:prstGeom prst="ellipse">
            <a:avLst/>
          </a:prstGeom>
          <a:solidFill>
            <a:srgbClr val="E53935"/>
          </a:solidFill>
          <a:ln/>
        </p:spPr>
      </p:sp>
      <p:sp>
        <p:nvSpPr>
          <p:cNvPr id="79" name="Text 71"/>
          <p:cNvSpPr txBox="1"/>
          <p:nvPr/>
        </p:nvSpPr>
        <p:spPr>
          <a:xfrm>
            <a:off x="5715000" y="18013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80" name="Text 72"/>
          <p:cNvSpPr txBox="1"/>
          <p:nvPr/>
        </p:nvSpPr>
        <p:spPr>
          <a:xfrm>
            <a:off x="6172200" y="1728216"/>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Pratinjau video</a:t>
            </a:r>
            <a:endParaRPr lang="en-US" sz="1350" dirty="0"/>
          </a:p>
        </p:txBody>
      </p:sp>
      <p:sp>
        <p:nvSpPr>
          <p:cNvPr id="81" name="Shape 73"/>
          <p:cNvSpPr/>
          <p:nvPr/>
        </p:nvSpPr>
        <p:spPr>
          <a:xfrm>
            <a:off x="5715000" y="2368296"/>
            <a:ext cx="329184" cy="329184"/>
          </a:xfrm>
          <a:prstGeom prst="ellipse">
            <a:avLst/>
          </a:prstGeom>
          <a:solidFill>
            <a:srgbClr val="E53935"/>
          </a:solidFill>
          <a:ln/>
        </p:spPr>
      </p:sp>
      <p:sp>
        <p:nvSpPr>
          <p:cNvPr id="82" name="Text 74"/>
          <p:cNvSpPr txBox="1"/>
          <p:nvPr/>
        </p:nvSpPr>
        <p:spPr>
          <a:xfrm>
            <a:off x="5715000" y="23682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83" name="Text 75"/>
          <p:cNvSpPr txBox="1"/>
          <p:nvPr/>
        </p:nvSpPr>
        <p:spPr>
          <a:xfrm>
            <a:off x="6172200" y="2295144"/>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Timeline: susunan klip</a:t>
            </a:r>
            <a:endParaRPr lang="en-US" sz="1350" dirty="0"/>
          </a:p>
        </p:txBody>
      </p:sp>
      <p:sp>
        <p:nvSpPr>
          <p:cNvPr id="84" name="Shape 76"/>
          <p:cNvSpPr/>
          <p:nvPr/>
        </p:nvSpPr>
        <p:spPr>
          <a:xfrm>
            <a:off x="5715000" y="2935224"/>
            <a:ext cx="329184" cy="329184"/>
          </a:xfrm>
          <a:prstGeom prst="ellipse">
            <a:avLst/>
          </a:prstGeom>
          <a:solidFill>
            <a:srgbClr val="E53935"/>
          </a:solidFill>
          <a:ln/>
        </p:spPr>
      </p:sp>
      <p:sp>
        <p:nvSpPr>
          <p:cNvPr id="85" name="Text 77"/>
          <p:cNvSpPr txBox="1"/>
          <p:nvPr/>
        </p:nvSpPr>
        <p:spPr>
          <a:xfrm>
            <a:off x="5715000" y="29352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86" name="Text 78"/>
          <p:cNvSpPr txBox="1"/>
          <p:nvPr/>
        </p:nvSpPr>
        <p:spPr>
          <a:xfrm>
            <a:off x="6172200" y="2862072"/>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Tombol Export</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Langkah Dasar Mengedit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Susun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Seret klip dari Media ke timeline, sesuai urutan storyboard.</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Potong</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Buang bagian awal dan akhir yang tidak perlu dengan Split atau menarik ujung klip.</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Teks</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Judul di awal, keterangan adab, dan nama tim di akhir.</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Ekspor</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Simpan sebagai MP4, resolusi 720p atau 1080p.</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Mengedit Video Adab Santri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proyek dan menyusun klip</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Memotong dan menambahkan teks</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7–8</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Mengekspor video</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Menyusun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781888"/>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2B2B33"/>
          </a:solidFill>
          <a:ln w="12700">
            <a:solidFill>
              <a:srgbClr val="2B2B33"/>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Clipchamp - Video editor</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562432"/>
          </a:xfrm>
          <a:prstGeom prst="rect">
            <a:avLst/>
          </a:prstGeom>
          <a:solidFill>
            <a:srgbClr val="1F1F26"/>
          </a:solidFill>
          <a:ln w="12700">
            <a:solidFill>
              <a:srgbClr val="1F1F26"/>
            </a:solidFill>
            <a:prstDash val="solid"/>
          </a:ln>
        </p:spPr>
      </p:sp>
      <p:sp>
        <p:nvSpPr>
          <p:cNvPr id="23" name="Text 19"/>
          <p:cNvSpPr txBox="1"/>
          <p:nvPr/>
        </p:nvSpPr>
        <p:spPr>
          <a:xfrm>
            <a:off x="679216" y="1421645"/>
            <a:ext cx="18288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Video_Adab_Kelompok1</a:t>
            </a:r>
            <a:endParaRPr lang="en-US" sz="750" dirty="0"/>
          </a:p>
        </p:txBody>
      </p:sp>
      <p:sp>
        <p:nvSpPr>
          <p:cNvPr id="24" name="Shape 20"/>
          <p:cNvSpPr/>
          <p:nvPr/>
        </p:nvSpPr>
        <p:spPr>
          <a:xfrm>
            <a:off x="4852904" y="1430789"/>
            <a:ext cx="594360" cy="201168"/>
          </a:xfrm>
          <a:prstGeom prst="roundRect">
            <a:avLst>
              <a:gd name="adj" fmla="val 22727"/>
            </a:avLst>
          </a:prstGeom>
          <a:solidFill>
            <a:srgbClr val="7B5CFA"/>
          </a:solidFill>
          <a:ln w="12700">
            <a:solidFill>
              <a:srgbClr val="7B5CFA"/>
            </a:solidFill>
            <a:prstDash val="solid"/>
          </a:ln>
        </p:spPr>
      </p:sp>
      <p:sp>
        <p:nvSpPr>
          <p:cNvPr id="25" name="Text 21"/>
          <p:cNvSpPr txBox="1"/>
          <p:nvPr/>
        </p:nvSpPr>
        <p:spPr>
          <a:xfrm>
            <a:off x="4852904" y="1430789"/>
            <a:ext cx="594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Export</a:t>
            </a:r>
            <a:endParaRPr lang="en-US" sz="750" dirty="0"/>
          </a:p>
        </p:txBody>
      </p:sp>
      <p:pic>
        <p:nvPicPr>
          <p:cNvPr id="26" name="Image 2" descr="preencoded.png">    </p:cNvPr>
          <p:cNvPicPr>
            <a:picLocks noChangeAspect="1"/>
          </p:cNvPicPr>
          <p:nvPr/>
        </p:nvPicPr>
        <p:blipFill>
          <a:blip r:embed="rId3"/>
          <a:stretch>
            <a:fillRect/>
          </a:stretch>
        </p:blipFill>
        <p:spPr>
          <a:xfrm>
            <a:off x="761512" y="1705109"/>
            <a:ext cx="146304" cy="146304"/>
          </a:xfrm>
          <a:prstGeom prst="rect">
            <a:avLst/>
          </a:prstGeom>
        </p:spPr>
      </p:pic>
      <p:sp>
        <p:nvSpPr>
          <p:cNvPr id="27" name="Text 22"/>
          <p:cNvSpPr txBox="1"/>
          <p:nvPr/>
        </p:nvSpPr>
        <p:spPr>
          <a:xfrm>
            <a:off x="596920" y="1869701"/>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Media</a:t>
            </a:r>
            <a:endParaRPr lang="en-US" sz="500" dirty="0"/>
          </a:p>
        </p:txBody>
      </p:sp>
      <p:pic>
        <p:nvPicPr>
          <p:cNvPr id="28" name="Image 3" descr="preencoded.png">    </p:cNvPr>
          <p:cNvPicPr>
            <a:picLocks noChangeAspect="1"/>
          </p:cNvPicPr>
          <p:nvPr/>
        </p:nvPicPr>
        <p:blipFill>
          <a:blip r:embed="rId4"/>
          <a:stretch>
            <a:fillRect/>
          </a:stretch>
        </p:blipFill>
        <p:spPr>
          <a:xfrm>
            <a:off x="761512" y="2089157"/>
            <a:ext cx="146304" cy="146304"/>
          </a:xfrm>
          <a:prstGeom prst="rect">
            <a:avLst/>
          </a:prstGeom>
        </p:spPr>
      </p:pic>
      <p:sp>
        <p:nvSpPr>
          <p:cNvPr id="29" name="Text 23"/>
          <p:cNvSpPr txBox="1"/>
          <p:nvPr/>
        </p:nvSpPr>
        <p:spPr>
          <a:xfrm>
            <a:off x="596920" y="2253749"/>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Text</a:t>
            </a:r>
            <a:endParaRPr lang="en-US" sz="500" dirty="0"/>
          </a:p>
        </p:txBody>
      </p:sp>
      <p:pic>
        <p:nvPicPr>
          <p:cNvPr id="30" name="Image 4" descr="preencoded.png">    </p:cNvPr>
          <p:cNvPicPr>
            <a:picLocks noChangeAspect="1"/>
          </p:cNvPicPr>
          <p:nvPr/>
        </p:nvPicPr>
        <p:blipFill>
          <a:blip r:embed="rId5"/>
          <a:stretch>
            <a:fillRect/>
          </a:stretch>
        </p:blipFill>
        <p:spPr>
          <a:xfrm>
            <a:off x="761512" y="2473205"/>
            <a:ext cx="146304" cy="146304"/>
          </a:xfrm>
          <a:prstGeom prst="rect">
            <a:avLst/>
          </a:prstGeom>
        </p:spPr>
      </p:pic>
      <p:sp>
        <p:nvSpPr>
          <p:cNvPr id="31" name="Text 24"/>
          <p:cNvSpPr txBox="1"/>
          <p:nvPr/>
        </p:nvSpPr>
        <p:spPr>
          <a:xfrm>
            <a:off x="596920" y="2637797"/>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Audio</a:t>
            </a:r>
            <a:endParaRPr lang="en-US" sz="500" dirty="0"/>
          </a:p>
        </p:txBody>
      </p:sp>
      <p:pic>
        <p:nvPicPr>
          <p:cNvPr id="32" name="Image 5" descr="preencoded.png">    </p:cNvPr>
          <p:cNvPicPr>
            <a:picLocks noChangeAspect="1"/>
          </p:cNvPicPr>
          <p:nvPr/>
        </p:nvPicPr>
        <p:blipFill>
          <a:blip r:embed="rId6"/>
          <a:stretch>
            <a:fillRect/>
          </a:stretch>
        </p:blipFill>
        <p:spPr>
          <a:xfrm>
            <a:off x="761512" y="2857253"/>
            <a:ext cx="146304" cy="146304"/>
          </a:xfrm>
          <a:prstGeom prst="rect">
            <a:avLst/>
          </a:prstGeom>
        </p:spPr>
      </p:pic>
      <p:sp>
        <p:nvSpPr>
          <p:cNvPr id="33" name="Text 25"/>
          <p:cNvSpPr txBox="1"/>
          <p:nvPr/>
        </p:nvSpPr>
        <p:spPr>
          <a:xfrm>
            <a:off x="596920" y="3021845"/>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Transitions</a:t>
            </a:r>
            <a:endParaRPr lang="en-US" sz="500" dirty="0"/>
          </a:p>
        </p:txBody>
      </p:sp>
      <p:sp>
        <p:nvSpPr>
          <p:cNvPr id="34" name="Shape 26"/>
          <p:cNvSpPr/>
          <p:nvPr/>
        </p:nvSpPr>
        <p:spPr>
          <a:xfrm>
            <a:off x="1090696" y="1677677"/>
            <a:ext cx="1234440" cy="1282272"/>
          </a:xfrm>
          <a:prstGeom prst="roundRect">
            <a:avLst>
              <a:gd name="adj" fmla="val 2963"/>
            </a:avLst>
          </a:prstGeom>
          <a:solidFill>
            <a:srgbClr val="2A2A33"/>
          </a:solidFill>
          <a:ln w="12700">
            <a:solidFill>
              <a:srgbClr val="2A2A33"/>
            </a:solidFill>
            <a:prstDash val="solid"/>
          </a:ln>
        </p:spPr>
      </p:sp>
      <p:sp>
        <p:nvSpPr>
          <p:cNvPr id="35" name="Shape 27"/>
          <p:cNvSpPr/>
          <p:nvPr/>
        </p:nvSpPr>
        <p:spPr>
          <a:xfrm>
            <a:off x="1163848" y="1750829"/>
            <a:ext cx="1088136" cy="219456"/>
          </a:xfrm>
          <a:prstGeom prst="roundRect">
            <a:avLst>
              <a:gd name="adj" fmla="val 20833"/>
            </a:avLst>
          </a:prstGeom>
          <a:solidFill>
            <a:srgbClr val="7B5CFA"/>
          </a:solidFill>
          <a:ln w="12700">
            <a:solidFill>
              <a:srgbClr val="7B5CFA"/>
            </a:solidFill>
            <a:prstDash val="solid"/>
          </a:ln>
        </p:spPr>
      </p:sp>
      <p:sp>
        <p:nvSpPr>
          <p:cNvPr id="36" name="Text 28"/>
          <p:cNvSpPr txBox="1"/>
          <p:nvPr/>
        </p:nvSpPr>
        <p:spPr>
          <a:xfrm>
            <a:off x="1163848" y="1750829"/>
            <a:ext cx="1088136"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Import media</a:t>
            </a:r>
            <a:endParaRPr lang="en-US" sz="700" dirty="0"/>
          </a:p>
        </p:txBody>
      </p:sp>
      <p:sp>
        <p:nvSpPr>
          <p:cNvPr id="37" name="Shape 29"/>
          <p:cNvSpPr/>
          <p:nvPr/>
        </p:nvSpPr>
        <p:spPr>
          <a:xfrm>
            <a:off x="2832762" y="1677677"/>
            <a:ext cx="2198315" cy="1236552"/>
          </a:xfrm>
          <a:prstGeom prst="rect">
            <a:avLst/>
          </a:prstGeom>
          <a:solidFill>
            <a:srgbClr val="6B8E9E"/>
          </a:solidFill>
          <a:ln w="12700">
            <a:solidFill>
              <a:srgbClr val="6B8E9E"/>
            </a:solidFill>
            <a:prstDash val="solid"/>
          </a:ln>
        </p:spPr>
      </p:sp>
      <p:sp>
        <p:nvSpPr>
          <p:cNvPr id="38" name="Shape 30"/>
          <p:cNvSpPr/>
          <p:nvPr/>
        </p:nvSpPr>
        <p:spPr>
          <a:xfrm>
            <a:off x="587776" y="3005669"/>
            <a:ext cx="4950927" cy="960120"/>
          </a:xfrm>
          <a:prstGeom prst="rect">
            <a:avLst/>
          </a:prstGeom>
          <a:solidFill>
            <a:srgbClr val="16161C"/>
          </a:solidFill>
          <a:ln w="12700">
            <a:solidFill>
              <a:srgbClr val="16161C"/>
            </a:solidFill>
            <a:prstDash val="solid"/>
          </a:ln>
        </p:spPr>
      </p:sp>
      <p:sp>
        <p:nvSpPr>
          <p:cNvPr id="39" name="Text 31"/>
          <p:cNvSpPr txBox="1"/>
          <p:nvPr/>
        </p:nvSpPr>
        <p:spPr>
          <a:xfrm>
            <a:off x="1136416" y="3005669"/>
            <a:ext cx="4310847" cy="118872"/>
          </a:xfrm>
          <a:prstGeom prst="rect">
            <a:avLst/>
          </a:prstGeom>
          <a:noFill/>
          <a:ln/>
        </p:spPr>
        <p:txBody>
          <a:bodyPr wrap="square" lIns="0" tIns="0" rIns="0" bIns="0" rtlCol="0" anchor="t"/>
          <a:lstStyle/>
          <a:p>
            <a:pPr indent="0" marL="0">
              <a:buNone/>
            </a:pPr>
            <a:r>
              <a:rPr lang="en-US" sz="500" dirty="0">
                <a:solidFill>
                  <a:srgbClr val="999999"/>
                </a:solidFill>
                <a:latin typeface="Calibri" pitchFamily="34" charset="0"/>
                <a:ea typeface="Calibri" pitchFamily="34" charset="-122"/>
                <a:cs typeface="Calibri" pitchFamily="34" charset="-120"/>
              </a:rPr>
              <a:t>0:00        0:15        0:30        0:45        1:00</a:t>
            </a:r>
            <a:endParaRPr lang="en-US" sz="500" dirty="0"/>
          </a:p>
        </p:txBody>
      </p:sp>
      <p:sp>
        <p:nvSpPr>
          <p:cNvPr id="40" name="Shape 32"/>
          <p:cNvSpPr/>
          <p:nvPr/>
        </p:nvSpPr>
        <p:spPr>
          <a:xfrm>
            <a:off x="1136416" y="1723397"/>
            <a:ext cx="1143000" cy="274320"/>
          </a:xfrm>
          <a:prstGeom prst="roundRect">
            <a:avLst>
              <a:gd name="adj" fmla="val 16667"/>
            </a:avLst>
          </a:prstGeom>
          <a:solidFill>
            <a:srgbClr val="FFFFFF">
              <a:alpha val="0"/>
            </a:srgbClr>
          </a:solidFill>
          <a:ln w="31750">
            <a:solidFill>
              <a:srgbClr val="E53935"/>
            </a:solidFill>
            <a:prstDash val="solid"/>
          </a:ln>
        </p:spPr>
      </p:sp>
      <p:sp>
        <p:nvSpPr>
          <p:cNvPr id="41" name="Shape 33"/>
          <p:cNvSpPr/>
          <p:nvPr/>
        </p:nvSpPr>
        <p:spPr>
          <a:xfrm>
            <a:off x="2142256" y="1586237"/>
            <a:ext cx="274320" cy="274320"/>
          </a:xfrm>
          <a:prstGeom prst="ellipse">
            <a:avLst/>
          </a:prstGeom>
          <a:solidFill>
            <a:srgbClr val="E53935"/>
          </a:solidFill>
          <a:ln w="12700">
            <a:solidFill>
              <a:srgbClr val="FFFFFF"/>
            </a:solidFill>
            <a:prstDash val="solid"/>
          </a:ln>
        </p:spPr>
      </p:sp>
      <p:sp>
        <p:nvSpPr>
          <p:cNvPr id="42" name="Text 34"/>
          <p:cNvSpPr txBox="1"/>
          <p:nvPr/>
        </p:nvSpPr>
        <p:spPr>
          <a:xfrm>
            <a:off x="2142256" y="15862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3" name="Image 6" descr="preencoded.png">    </p:cNvPr>
          <p:cNvPicPr>
            <a:picLocks noChangeAspect="1"/>
          </p:cNvPicPr>
          <p:nvPr/>
        </p:nvPicPr>
        <p:blipFill>
          <a:blip r:embed="rId7"/>
          <a:stretch>
            <a:fillRect/>
          </a:stretch>
        </p:blipFill>
        <p:spPr>
          <a:xfrm>
            <a:off x="1762323" y="1871530"/>
            <a:ext cx="237744" cy="237744"/>
          </a:xfrm>
          <a:prstGeom prst="rect">
            <a:avLst/>
          </a:prstGeom>
        </p:spPr>
      </p:pic>
      <p:sp>
        <p:nvSpPr>
          <p:cNvPr id="44"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5"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video baru, klik Import media</a:t>
            </a:r>
            <a:endParaRPr lang="en-US" sz="1800" dirty="0"/>
          </a:p>
        </p:txBody>
      </p:sp>
      <p:sp>
        <p:nvSpPr>
          <p:cNvPr id="46"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halaman awal Clipchamp, klik Create a new video. Lalu klik tombol Import media.</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Menyusun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1000354" y="1272685"/>
            <a:ext cx="4125773" cy="2426754"/>
          </a:xfrm>
          <a:prstGeom prst="rect">
            <a:avLst/>
          </a:prstGeom>
          <a:solidFill>
            <a:srgbClr val="FFFFFF"/>
          </a:solidFill>
          <a:ln w="9525">
            <a:solidFill>
              <a:srgbClr val="999999"/>
            </a:solidFill>
            <a:prstDash val="solid"/>
          </a:ln>
        </p:spPr>
      </p:sp>
      <p:sp>
        <p:nvSpPr>
          <p:cNvPr id="17" name="Shape 13"/>
          <p:cNvSpPr/>
          <p:nvPr/>
        </p:nvSpPr>
        <p:spPr>
          <a:xfrm>
            <a:off x="1000354" y="1272685"/>
            <a:ext cx="4125773" cy="219456"/>
          </a:xfrm>
          <a:prstGeom prst="rect">
            <a:avLst/>
          </a:prstGeom>
          <a:solidFill>
            <a:srgbClr val="F0F0F0"/>
          </a:solidFill>
          <a:ln w="12700">
            <a:solidFill>
              <a:srgbClr val="F0F0F0"/>
            </a:solidFill>
            <a:prstDash val="solid"/>
          </a:ln>
        </p:spPr>
      </p:sp>
      <p:sp>
        <p:nvSpPr>
          <p:cNvPr id="18" name="Text 14"/>
          <p:cNvSpPr txBox="1"/>
          <p:nvPr/>
        </p:nvSpPr>
        <p:spPr>
          <a:xfrm>
            <a:off x="1091794" y="1272685"/>
            <a:ext cx="321137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Open</a:t>
            </a:r>
            <a:endParaRPr lang="en-US" sz="750" dirty="0"/>
          </a:p>
        </p:txBody>
      </p:sp>
      <p:sp>
        <p:nvSpPr>
          <p:cNvPr id="19" name="Text 15"/>
          <p:cNvSpPr txBox="1"/>
          <p:nvPr/>
        </p:nvSpPr>
        <p:spPr>
          <a:xfrm>
            <a:off x="4303166"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577486"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4851806"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1091794" y="1547005"/>
            <a:ext cx="3942893" cy="182880"/>
          </a:xfrm>
          <a:prstGeom prst="rect">
            <a:avLst/>
          </a:prstGeom>
          <a:solidFill>
            <a:srgbClr val="FFFFFF"/>
          </a:solidFill>
          <a:ln w="9525">
            <a:solidFill>
              <a:srgbClr val="CCCCCC"/>
            </a:solidFill>
            <a:prstDash val="solid"/>
          </a:ln>
        </p:spPr>
      </p:sp>
      <p:sp>
        <p:nvSpPr>
          <p:cNvPr id="23" name="Text 19"/>
          <p:cNvSpPr txBox="1"/>
          <p:nvPr/>
        </p:nvSpPr>
        <p:spPr>
          <a:xfrm>
            <a:off x="1164946" y="1547005"/>
            <a:ext cx="3942893"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Video  ›  Kelompok_1</a:t>
            </a:r>
            <a:endParaRPr lang="en-US" sz="750" dirty="0"/>
          </a:p>
        </p:txBody>
      </p:sp>
      <p:pic>
        <p:nvPicPr>
          <p:cNvPr id="24" name="Image 2" descr="preencoded.png">    </p:cNvPr>
          <p:cNvPicPr>
            <a:picLocks noChangeAspect="1"/>
          </p:cNvPicPr>
          <p:nvPr/>
        </p:nvPicPr>
        <p:blipFill>
          <a:blip r:embed="rId3"/>
          <a:stretch>
            <a:fillRect/>
          </a:stretch>
        </p:blipFill>
        <p:spPr>
          <a:xfrm>
            <a:off x="1393546" y="1894477"/>
            <a:ext cx="292608" cy="292608"/>
          </a:xfrm>
          <a:prstGeom prst="rect">
            <a:avLst/>
          </a:prstGeom>
        </p:spPr>
      </p:pic>
      <p:sp>
        <p:nvSpPr>
          <p:cNvPr id="25" name="Text 20"/>
          <p:cNvSpPr txBox="1"/>
          <p:nvPr/>
        </p:nvSpPr>
        <p:spPr>
          <a:xfrm>
            <a:off x="115580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Adegan1_b.mp4</a:t>
            </a:r>
            <a:endParaRPr lang="en-US" sz="650" dirty="0"/>
          </a:p>
        </p:txBody>
      </p:sp>
      <p:pic>
        <p:nvPicPr>
          <p:cNvPr id="26" name="Image 3" descr="preencoded.png">    </p:cNvPr>
          <p:cNvPicPr>
            <a:picLocks noChangeAspect="1"/>
          </p:cNvPicPr>
          <p:nvPr/>
        </p:nvPicPr>
        <p:blipFill>
          <a:blip r:embed="rId4"/>
          <a:stretch>
            <a:fillRect/>
          </a:stretch>
        </p:blipFill>
        <p:spPr>
          <a:xfrm>
            <a:off x="2170786" y="1894477"/>
            <a:ext cx="292608" cy="292608"/>
          </a:xfrm>
          <a:prstGeom prst="rect">
            <a:avLst/>
          </a:prstGeom>
        </p:spPr>
      </p:pic>
      <p:sp>
        <p:nvSpPr>
          <p:cNvPr id="27" name="Text 21"/>
          <p:cNvSpPr txBox="1"/>
          <p:nvPr/>
        </p:nvSpPr>
        <p:spPr>
          <a:xfrm>
            <a:off x="193304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Adegan2_a.mp4</a:t>
            </a:r>
            <a:endParaRPr lang="en-US" sz="650" dirty="0"/>
          </a:p>
        </p:txBody>
      </p:sp>
      <p:pic>
        <p:nvPicPr>
          <p:cNvPr id="28" name="Image 4" descr="preencoded.png">    </p:cNvPr>
          <p:cNvPicPr>
            <a:picLocks noChangeAspect="1"/>
          </p:cNvPicPr>
          <p:nvPr/>
        </p:nvPicPr>
        <p:blipFill>
          <a:blip r:embed="rId5"/>
          <a:stretch>
            <a:fillRect/>
          </a:stretch>
        </p:blipFill>
        <p:spPr>
          <a:xfrm>
            <a:off x="2948026" y="1894477"/>
            <a:ext cx="292608" cy="292608"/>
          </a:xfrm>
          <a:prstGeom prst="rect">
            <a:avLst/>
          </a:prstGeom>
        </p:spPr>
      </p:pic>
      <p:sp>
        <p:nvSpPr>
          <p:cNvPr id="29" name="Text 22"/>
          <p:cNvSpPr txBox="1"/>
          <p:nvPr/>
        </p:nvSpPr>
        <p:spPr>
          <a:xfrm>
            <a:off x="271028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Adegan3_a.mp4</a:t>
            </a:r>
            <a:endParaRPr lang="en-US" sz="650" dirty="0"/>
          </a:p>
        </p:txBody>
      </p:sp>
      <p:pic>
        <p:nvPicPr>
          <p:cNvPr id="30" name="Image 5" descr="preencoded.png">    </p:cNvPr>
          <p:cNvPicPr>
            <a:picLocks noChangeAspect="1"/>
          </p:cNvPicPr>
          <p:nvPr/>
        </p:nvPicPr>
        <p:blipFill>
          <a:blip r:embed="rId6"/>
          <a:stretch>
            <a:fillRect/>
          </a:stretch>
        </p:blipFill>
        <p:spPr>
          <a:xfrm>
            <a:off x="3725266" y="1894477"/>
            <a:ext cx="292608" cy="292608"/>
          </a:xfrm>
          <a:prstGeom prst="rect">
            <a:avLst/>
          </a:prstGeom>
        </p:spPr>
      </p:pic>
      <p:sp>
        <p:nvSpPr>
          <p:cNvPr id="31" name="Text 23"/>
          <p:cNvSpPr txBox="1"/>
          <p:nvPr/>
        </p:nvSpPr>
        <p:spPr>
          <a:xfrm>
            <a:off x="348752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Adegan4_a.mp4</a:t>
            </a:r>
            <a:endParaRPr lang="en-US" sz="650" dirty="0"/>
          </a:p>
        </p:txBody>
      </p:sp>
      <p:sp>
        <p:nvSpPr>
          <p:cNvPr id="32" name="Text 24"/>
          <p:cNvSpPr txBox="1"/>
          <p:nvPr/>
        </p:nvSpPr>
        <p:spPr>
          <a:xfrm>
            <a:off x="1137514" y="3132510"/>
            <a:ext cx="73152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File name:</a:t>
            </a:r>
            <a:endParaRPr lang="en-US" sz="800" dirty="0"/>
          </a:p>
        </p:txBody>
      </p:sp>
      <p:sp>
        <p:nvSpPr>
          <p:cNvPr id="33" name="Shape 25"/>
          <p:cNvSpPr/>
          <p:nvPr/>
        </p:nvSpPr>
        <p:spPr>
          <a:xfrm>
            <a:off x="1869034" y="3132510"/>
            <a:ext cx="3028493" cy="201168"/>
          </a:xfrm>
          <a:prstGeom prst="rect">
            <a:avLst/>
          </a:prstGeom>
          <a:solidFill>
            <a:srgbClr val="FFFFFF"/>
          </a:solidFill>
          <a:ln w="12700">
            <a:solidFill>
              <a:srgbClr val="0078D4"/>
            </a:solidFill>
            <a:prstDash val="solid"/>
          </a:ln>
        </p:spPr>
      </p:sp>
      <p:sp>
        <p:nvSpPr>
          <p:cNvPr id="34" name="Text 26"/>
          <p:cNvSpPr txBox="1"/>
          <p:nvPr/>
        </p:nvSpPr>
        <p:spPr>
          <a:xfrm>
            <a:off x="1923898" y="3132510"/>
            <a:ext cx="3028493"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"Adegan1_b" "Adegan2_a" "Adegan3_a" ...</a:t>
            </a:r>
            <a:endParaRPr lang="en-US" sz="800" dirty="0"/>
          </a:p>
        </p:txBody>
      </p:sp>
      <p:sp>
        <p:nvSpPr>
          <p:cNvPr id="35" name="Shape 27"/>
          <p:cNvSpPr/>
          <p:nvPr/>
        </p:nvSpPr>
        <p:spPr>
          <a:xfrm>
            <a:off x="3937406" y="3406830"/>
            <a:ext cx="502920" cy="201168"/>
          </a:xfrm>
          <a:prstGeom prst="roundRect">
            <a:avLst>
              <a:gd name="adj" fmla="val 13636"/>
            </a:avLst>
          </a:prstGeom>
          <a:solidFill>
            <a:srgbClr val="0078D4"/>
          </a:solidFill>
          <a:ln w="12700">
            <a:solidFill>
              <a:srgbClr val="0078D4"/>
            </a:solidFill>
            <a:prstDash val="solid"/>
          </a:ln>
        </p:spPr>
      </p:sp>
      <p:sp>
        <p:nvSpPr>
          <p:cNvPr id="36" name="Text 28"/>
          <p:cNvSpPr txBox="1"/>
          <p:nvPr/>
        </p:nvSpPr>
        <p:spPr>
          <a:xfrm>
            <a:off x="3937406" y="3406830"/>
            <a:ext cx="50292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Open</a:t>
            </a:r>
            <a:endParaRPr lang="en-US" sz="800" dirty="0"/>
          </a:p>
        </p:txBody>
      </p:sp>
      <p:sp>
        <p:nvSpPr>
          <p:cNvPr id="37" name="Shape 29"/>
          <p:cNvSpPr/>
          <p:nvPr/>
        </p:nvSpPr>
        <p:spPr>
          <a:xfrm>
            <a:off x="4504334" y="3406830"/>
            <a:ext cx="502920" cy="201168"/>
          </a:xfrm>
          <a:prstGeom prst="roundRect">
            <a:avLst>
              <a:gd name="adj" fmla="val 13636"/>
            </a:avLst>
          </a:prstGeom>
          <a:solidFill>
            <a:srgbClr val="EEEEEE"/>
          </a:solidFill>
          <a:ln w="12700">
            <a:solidFill>
              <a:srgbClr val="EEEEEE"/>
            </a:solidFill>
            <a:prstDash val="solid"/>
          </a:ln>
        </p:spPr>
      </p:sp>
      <p:sp>
        <p:nvSpPr>
          <p:cNvPr id="38" name="Text 30"/>
          <p:cNvSpPr txBox="1"/>
          <p:nvPr/>
        </p:nvSpPr>
        <p:spPr>
          <a:xfrm>
            <a:off x="4504334" y="3406830"/>
            <a:ext cx="502920" cy="201168"/>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Cancel</a:t>
            </a:r>
            <a:endParaRPr lang="en-US" sz="800" dirty="0"/>
          </a:p>
        </p:txBody>
      </p:sp>
      <p:sp>
        <p:nvSpPr>
          <p:cNvPr id="39" name="Shape 31"/>
          <p:cNvSpPr/>
          <p:nvPr/>
        </p:nvSpPr>
        <p:spPr>
          <a:xfrm>
            <a:off x="1155802" y="1839613"/>
            <a:ext cx="3099816" cy="603504"/>
          </a:xfrm>
          <a:prstGeom prst="roundRect">
            <a:avLst>
              <a:gd name="adj" fmla="val 7576"/>
            </a:avLst>
          </a:prstGeom>
          <a:solidFill>
            <a:srgbClr val="FFFFFF">
              <a:alpha val="0"/>
            </a:srgbClr>
          </a:solidFill>
          <a:ln w="31750">
            <a:solidFill>
              <a:srgbClr val="E53935"/>
            </a:solidFill>
            <a:prstDash val="solid"/>
          </a:ln>
        </p:spPr>
      </p:sp>
      <p:sp>
        <p:nvSpPr>
          <p:cNvPr id="40" name="Shape 32"/>
          <p:cNvSpPr/>
          <p:nvPr/>
        </p:nvSpPr>
        <p:spPr>
          <a:xfrm>
            <a:off x="4118458" y="1702453"/>
            <a:ext cx="274320" cy="274320"/>
          </a:xfrm>
          <a:prstGeom prst="ellipse">
            <a:avLst/>
          </a:prstGeom>
          <a:solidFill>
            <a:srgbClr val="E53935"/>
          </a:solidFill>
          <a:ln w="12700">
            <a:solidFill>
              <a:srgbClr val="FFFFFF"/>
            </a:solidFill>
            <a:prstDash val="solid"/>
          </a:ln>
        </p:spPr>
      </p:sp>
      <p:sp>
        <p:nvSpPr>
          <p:cNvPr id="41" name="Text 33"/>
          <p:cNvSpPr txBox="1"/>
          <p:nvPr/>
        </p:nvSpPr>
        <p:spPr>
          <a:xfrm>
            <a:off x="4118458" y="17024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2" name="Image 6" descr="preencoded.png">    </p:cNvPr>
          <p:cNvPicPr>
            <a:picLocks noChangeAspect="1"/>
          </p:cNvPicPr>
          <p:nvPr/>
        </p:nvPicPr>
        <p:blipFill>
          <a:blip r:embed="rId7"/>
          <a:stretch>
            <a:fillRect/>
          </a:stretch>
        </p:blipFill>
        <p:spPr>
          <a:xfrm>
            <a:off x="2857957" y="2168797"/>
            <a:ext cx="237744" cy="237744"/>
          </a:xfrm>
          <a:prstGeom prst="rect">
            <a:avLst/>
          </a:prstGeom>
        </p:spPr>
      </p:pic>
      <p:sp>
        <p:nvSpPr>
          <p:cNvPr id="43" name="Shape 34"/>
          <p:cNvSpPr/>
          <p:nvPr/>
        </p:nvSpPr>
        <p:spPr>
          <a:xfrm>
            <a:off x="3919118" y="3388542"/>
            <a:ext cx="539496" cy="237744"/>
          </a:xfrm>
          <a:prstGeom prst="roundRect">
            <a:avLst>
              <a:gd name="adj" fmla="val 19231"/>
            </a:avLst>
          </a:prstGeom>
          <a:solidFill>
            <a:srgbClr val="FFFFFF">
              <a:alpha val="0"/>
            </a:srgbClr>
          </a:solidFill>
          <a:ln w="31750">
            <a:solidFill>
              <a:srgbClr val="E53935"/>
            </a:solidFill>
            <a:prstDash val="solid"/>
          </a:ln>
        </p:spPr>
      </p:sp>
      <p:sp>
        <p:nvSpPr>
          <p:cNvPr id="44" name="Shape 35"/>
          <p:cNvSpPr/>
          <p:nvPr/>
        </p:nvSpPr>
        <p:spPr>
          <a:xfrm>
            <a:off x="4321454" y="3251382"/>
            <a:ext cx="274320" cy="274320"/>
          </a:xfrm>
          <a:prstGeom prst="ellipse">
            <a:avLst/>
          </a:prstGeom>
          <a:solidFill>
            <a:srgbClr val="E53935"/>
          </a:solidFill>
          <a:ln w="12700">
            <a:solidFill>
              <a:srgbClr val="FFFFFF"/>
            </a:solidFill>
            <a:prstDash val="solid"/>
          </a:ln>
        </p:spPr>
      </p:sp>
      <p:sp>
        <p:nvSpPr>
          <p:cNvPr id="45" name="Text 36"/>
          <p:cNvSpPr txBox="1"/>
          <p:nvPr/>
        </p:nvSpPr>
        <p:spPr>
          <a:xfrm>
            <a:off x="4321454" y="32513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6" name="Image 7" descr="preencoded.png">    </p:cNvPr>
          <p:cNvPicPr>
            <a:picLocks noChangeAspect="1"/>
          </p:cNvPicPr>
          <p:nvPr/>
        </p:nvPicPr>
        <p:blipFill>
          <a:blip r:embed="rId8"/>
          <a:stretch>
            <a:fillRect/>
          </a:stretch>
        </p:blipFill>
        <p:spPr>
          <a:xfrm>
            <a:off x="4214012" y="3517473"/>
            <a:ext cx="237744" cy="237744"/>
          </a:xfrm>
          <a:prstGeom prst="rect">
            <a:avLst/>
          </a:prstGeom>
        </p:spPr>
      </p:pic>
      <p:sp>
        <p:nvSpPr>
          <p:cNvPr id="47" name="Text 3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8" name="Text 3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semua klip kelompok, klik Open</a:t>
            </a:r>
            <a:endParaRPr lang="en-US" sz="1800" dirty="0"/>
          </a:p>
        </p:txBody>
      </p:sp>
      <p:sp>
        <p:nvSpPr>
          <p:cNvPr id="49" name="Text 3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Portofolio › Video › Kelompok. Tekan Ctrl + A untuk memilih semua klip, lalu klik Open.</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Menyusun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781888"/>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2B2B33"/>
          </a:solidFill>
          <a:ln w="12700">
            <a:solidFill>
              <a:srgbClr val="2B2B33"/>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Clipchamp - Video editor</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562432"/>
          </a:xfrm>
          <a:prstGeom prst="rect">
            <a:avLst/>
          </a:prstGeom>
          <a:solidFill>
            <a:srgbClr val="1F1F26"/>
          </a:solidFill>
          <a:ln w="12700">
            <a:solidFill>
              <a:srgbClr val="1F1F26"/>
            </a:solidFill>
            <a:prstDash val="solid"/>
          </a:ln>
        </p:spPr>
      </p:sp>
      <p:sp>
        <p:nvSpPr>
          <p:cNvPr id="23" name="Text 19"/>
          <p:cNvSpPr txBox="1"/>
          <p:nvPr/>
        </p:nvSpPr>
        <p:spPr>
          <a:xfrm>
            <a:off x="679216" y="1421645"/>
            <a:ext cx="18288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Video_Adab_Kelompok1</a:t>
            </a:r>
            <a:endParaRPr lang="en-US" sz="750" dirty="0"/>
          </a:p>
        </p:txBody>
      </p:sp>
      <p:sp>
        <p:nvSpPr>
          <p:cNvPr id="24" name="Shape 20"/>
          <p:cNvSpPr/>
          <p:nvPr/>
        </p:nvSpPr>
        <p:spPr>
          <a:xfrm>
            <a:off x="4852904" y="1430789"/>
            <a:ext cx="594360" cy="201168"/>
          </a:xfrm>
          <a:prstGeom prst="roundRect">
            <a:avLst>
              <a:gd name="adj" fmla="val 22727"/>
            </a:avLst>
          </a:prstGeom>
          <a:solidFill>
            <a:srgbClr val="7B5CFA"/>
          </a:solidFill>
          <a:ln w="12700">
            <a:solidFill>
              <a:srgbClr val="7B5CFA"/>
            </a:solidFill>
            <a:prstDash val="solid"/>
          </a:ln>
        </p:spPr>
      </p:sp>
      <p:sp>
        <p:nvSpPr>
          <p:cNvPr id="25" name="Text 21"/>
          <p:cNvSpPr txBox="1"/>
          <p:nvPr/>
        </p:nvSpPr>
        <p:spPr>
          <a:xfrm>
            <a:off x="4852904" y="1430789"/>
            <a:ext cx="594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Export</a:t>
            </a:r>
            <a:endParaRPr lang="en-US" sz="750" dirty="0"/>
          </a:p>
        </p:txBody>
      </p:sp>
      <p:pic>
        <p:nvPicPr>
          <p:cNvPr id="26" name="Image 2" descr="preencoded.png">    </p:cNvPr>
          <p:cNvPicPr>
            <a:picLocks noChangeAspect="1"/>
          </p:cNvPicPr>
          <p:nvPr/>
        </p:nvPicPr>
        <p:blipFill>
          <a:blip r:embed="rId3"/>
          <a:stretch>
            <a:fillRect/>
          </a:stretch>
        </p:blipFill>
        <p:spPr>
          <a:xfrm>
            <a:off x="761512" y="1705109"/>
            <a:ext cx="146304" cy="146304"/>
          </a:xfrm>
          <a:prstGeom prst="rect">
            <a:avLst/>
          </a:prstGeom>
        </p:spPr>
      </p:pic>
      <p:sp>
        <p:nvSpPr>
          <p:cNvPr id="27" name="Text 22"/>
          <p:cNvSpPr txBox="1"/>
          <p:nvPr/>
        </p:nvSpPr>
        <p:spPr>
          <a:xfrm>
            <a:off x="596920" y="1869701"/>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Media</a:t>
            </a:r>
            <a:endParaRPr lang="en-US" sz="500" dirty="0"/>
          </a:p>
        </p:txBody>
      </p:sp>
      <p:pic>
        <p:nvPicPr>
          <p:cNvPr id="28" name="Image 3" descr="preencoded.png">    </p:cNvPr>
          <p:cNvPicPr>
            <a:picLocks noChangeAspect="1"/>
          </p:cNvPicPr>
          <p:nvPr/>
        </p:nvPicPr>
        <p:blipFill>
          <a:blip r:embed="rId4"/>
          <a:stretch>
            <a:fillRect/>
          </a:stretch>
        </p:blipFill>
        <p:spPr>
          <a:xfrm>
            <a:off x="761512" y="2089157"/>
            <a:ext cx="146304" cy="146304"/>
          </a:xfrm>
          <a:prstGeom prst="rect">
            <a:avLst/>
          </a:prstGeom>
        </p:spPr>
      </p:pic>
      <p:sp>
        <p:nvSpPr>
          <p:cNvPr id="29" name="Text 23"/>
          <p:cNvSpPr txBox="1"/>
          <p:nvPr/>
        </p:nvSpPr>
        <p:spPr>
          <a:xfrm>
            <a:off x="596920" y="2253749"/>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Text</a:t>
            </a:r>
            <a:endParaRPr lang="en-US" sz="500" dirty="0"/>
          </a:p>
        </p:txBody>
      </p:sp>
      <p:pic>
        <p:nvPicPr>
          <p:cNvPr id="30" name="Image 4" descr="preencoded.png">    </p:cNvPr>
          <p:cNvPicPr>
            <a:picLocks noChangeAspect="1"/>
          </p:cNvPicPr>
          <p:nvPr/>
        </p:nvPicPr>
        <p:blipFill>
          <a:blip r:embed="rId5"/>
          <a:stretch>
            <a:fillRect/>
          </a:stretch>
        </p:blipFill>
        <p:spPr>
          <a:xfrm>
            <a:off x="761512" y="2473205"/>
            <a:ext cx="146304" cy="146304"/>
          </a:xfrm>
          <a:prstGeom prst="rect">
            <a:avLst/>
          </a:prstGeom>
        </p:spPr>
      </p:pic>
      <p:sp>
        <p:nvSpPr>
          <p:cNvPr id="31" name="Text 24"/>
          <p:cNvSpPr txBox="1"/>
          <p:nvPr/>
        </p:nvSpPr>
        <p:spPr>
          <a:xfrm>
            <a:off x="596920" y="2637797"/>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Audio</a:t>
            </a:r>
            <a:endParaRPr lang="en-US" sz="500" dirty="0"/>
          </a:p>
        </p:txBody>
      </p:sp>
      <p:pic>
        <p:nvPicPr>
          <p:cNvPr id="32" name="Image 5" descr="preencoded.png">    </p:cNvPr>
          <p:cNvPicPr>
            <a:picLocks noChangeAspect="1"/>
          </p:cNvPicPr>
          <p:nvPr/>
        </p:nvPicPr>
        <p:blipFill>
          <a:blip r:embed="rId6"/>
          <a:stretch>
            <a:fillRect/>
          </a:stretch>
        </p:blipFill>
        <p:spPr>
          <a:xfrm>
            <a:off x="761512" y="2857253"/>
            <a:ext cx="146304" cy="146304"/>
          </a:xfrm>
          <a:prstGeom prst="rect">
            <a:avLst/>
          </a:prstGeom>
        </p:spPr>
      </p:pic>
      <p:sp>
        <p:nvSpPr>
          <p:cNvPr id="33" name="Text 25"/>
          <p:cNvSpPr txBox="1"/>
          <p:nvPr/>
        </p:nvSpPr>
        <p:spPr>
          <a:xfrm>
            <a:off x="596920" y="3021845"/>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Transitions</a:t>
            </a:r>
            <a:endParaRPr lang="en-US" sz="500" dirty="0"/>
          </a:p>
        </p:txBody>
      </p:sp>
      <p:sp>
        <p:nvSpPr>
          <p:cNvPr id="34" name="Shape 26"/>
          <p:cNvSpPr/>
          <p:nvPr/>
        </p:nvSpPr>
        <p:spPr>
          <a:xfrm>
            <a:off x="1090696" y="1677677"/>
            <a:ext cx="1234440" cy="1282272"/>
          </a:xfrm>
          <a:prstGeom prst="roundRect">
            <a:avLst>
              <a:gd name="adj" fmla="val 2963"/>
            </a:avLst>
          </a:prstGeom>
          <a:solidFill>
            <a:srgbClr val="2A2A33"/>
          </a:solidFill>
          <a:ln w="12700">
            <a:solidFill>
              <a:srgbClr val="2A2A33"/>
            </a:solidFill>
            <a:prstDash val="solid"/>
          </a:ln>
        </p:spPr>
      </p:sp>
      <p:sp>
        <p:nvSpPr>
          <p:cNvPr id="35" name="Shape 27"/>
          <p:cNvSpPr/>
          <p:nvPr/>
        </p:nvSpPr>
        <p:spPr>
          <a:xfrm>
            <a:off x="1163848" y="1750829"/>
            <a:ext cx="1088136" cy="219456"/>
          </a:xfrm>
          <a:prstGeom prst="roundRect">
            <a:avLst>
              <a:gd name="adj" fmla="val 20833"/>
            </a:avLst>
          </a:prstGeom>
          <a:solidFill>
            <a:srgbClr val="7B5CFA"/>
          </a:solidFill>
          <a:ln w="12700">
            <a:solidFill>
              <a:srgbClr val="7B5CFA"/>
            </a:solidFill>
            <a:prstDash val="solid"/>
          </a:ln>
        </p:spPr>
      </p:sp>
      <p:sp>
        <p:nvSpPr>
          <p:cNvPr id="36" name="Text 28"/>
          <p:cNvSpPr txBox="1"/>
          <p:nvPr/>
        </p:nvSpPr>
        <p:spPr>
          <a:xfrm>
            <a:off x="1163848" y="1750829"/>
            <a:ext cx="1088136"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Import media</a:t>
            </a:r>
            <a:endParaRPr lang="en-US" sz="700" dirty="0"/>
          </a:p>
        </p:txBody>
      </p:sp>
      <p:sp>
        <p:nvSpPr>
          <p:cNvPr id="37" name="Shape 29"/>
          <p:cNvSpPr/>
          <p:nvPr/>
        </p:nvSpPr>
        <p:spPr>
          <a:xfrm>
            <a:off x="1163848" y="2043437"/>
            <a:ext cx="512064" cy="347472"/>
          </a:xfrm>
          <a:prstGeom prst="roundRect">
            <a:avLst>
              <a:gd name="adj" fmla="val 7895"/>
            </a:avLst>
          </a:prstGeom>
          <a:solidFill>
            <a:srgbClr val="6B8E9E"/>
          </a:solidFill>
          <a:ln w="12700">
            <a:solidFill>
              <a:srgbClr val="6B8E9E"/>
            </a:solidFill>
            <a:prstDash val="solid"/>
          </a:ln>
        </p:spPr>
      </p:sp>
      <p:sp>
        <p:nvSpPr>
          <p:cNvPr id="38" name="Text 30"/>
          <p:cNvSpPr txBox="1"/>
          <p:nvPr/>
        </p:nvSpPr>
        <p:spPr>
          <a:xfrm>
            <a:off x="1163848" y="2272037"/>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1</a:t>
            </a:r>
            <a:endParaRPr lang="en-US" sz="500" dirty="0"/>
          </a:p>
        </p:txBody>
      </p:sp>
      <p:sp>
        <p:nvSpPr>
          <p:cNvPr id="39" name="Shape 31"/>
          <p:cNvSpPr/>
          <p:nvPr/>
        </p:nvSpPr>
        <p:spPr>
          <a:xfrm>
            <a:off x="1730776" y="2043437"/>
            <a:ext cx="512064" cy="347472"/>
          </a:xfrm>
          <a:prstGeom prst="roundRect">
            <a:avLst>
              <a:gd name="adj" fmla="val 7895"/>
            </a:avLst>
          </a:prstGeom>
          <a:solidFill>
            <a:srgbClr val="8E7B6B"/>
          </a:solidFill>
          <a:ln w="12700">
            <a:solidFill>
              <a:srgbClr val="8E7B6B"/>
            </a:solidFill>
            <a:prstDash val="solid"/>
          </a:ln>
        </p:spPr>
      </p:sp>
      <p:sp>
        <p:nvSpPr>
          <p:cNvPr id="40" name="Text 32"/>
          <p:cNvSpPr txBox="1"/>
          <p:nvPr/>
        </p:nvSpPr>
        <p:spPr>
          <a:xfrm>
            <a:off x="1730776" y="2272037"/>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2</a:t>
            </a:r>
            <a:endParaRPr lang="en-US" sz="500" dirty="0"/>
          </a:p>
        </p:txBody>
      </p:sp>
      <p:sp>
        <p:nvSpPr>
          <p:cNvPr id="41" name="Shape 33"/>
          <p:cNvSpPr/>
          <p:nvPr/>
        </p:nvSpPr>
        <p:spPr>
          <a:xfrm>
            <a:off x="1163848" y="2454917"/>
            <a:ext cx="512064" cy="347472"/>
          </a:xfrm>
          <a:prstGeom prst="roundRect">
            <a:avLst>
              <a:gd name="adj" fmla="val 7895"/>
            </a:avLst>
          </a:prstGeom>
          <a:solidFill>
            <a:srgbClr val="6B9E7B"/>
          </a:solidFill>
          <a:ln w="12700">
            <a:solidFill>
              <a:srgbClr val="6B9E7B"/>
            </a:solidFill>
            <a:prstDash val="solid"/>
          </a:ln>
        </p:spPr>
      </p:sp>
      <p:sp>
        <p:nvSpPr>
          <p:cNvPr id="42" name="Text 34"/>
          <p:cNvSpPr txBox="1"/>
          <p:nvPr/>
        </p:nvSpPr>
        <p:spPr>
          <a:xfrm>
            <a:off x="1163848" y="2683517"/>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3</a:t>
            </a:r>
            <a:endParaRPr lang="en-US" sz="500" dirty="0"/>
          </a:p>
        </p:txBody>
      </p:sp>
      <p:sp>
        <p:nvSpPr>
          <p:cNvPr id="43" name="Shape 35"/>
          <p:cNvSpPr/>
          <p:nvPr/>
        </p:nvSpPr>
        <p:spPr>
          <a:xfrm>
            <a:off x="1730776" y="2454917"/>
            <a:ext cx="512064" cy="347472"/>
          </a:xfrm>
          <a:prstGeom prst="roundRect">
            <a:avLst>
              <a:gd name="adj" fmla="val 7895"/>
            </a:avLst>
          </a:prstGeom>
          <a:solidFill>
            <a:srgbClr val="9E6B8E"/>
          </a:solidFill>
          <a:ln w="12700">
            <a:solidFill>
              <a:srgbClr val="9E6B8E"/>
            </a:solidFill>
            <a:prstDash val="solid"/>
          </a:ln>
        </p:spPr>
      </p:sp>
      <p:sp>
        <p:nvSpPr>
          <p:cNvPr id="44" name="Text 36"/>
          <p:cNvSpPr txBox="1"/>
          <p:nvPr/>
        </p:nvSpPr>
        <p:spPr>
          <a:xfrm>
            <a:off x="1730776" y="2683517"/>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4</a:t>
            </a:r>
            <a:endParaRPr lang="en-US" sz="500" dirty="0"/>
          </a:p>
        </p:txBody>
      </p:sp>
      <p:sp>
        <p:nvSpPr>
          <p:cNvPr id="45" name="Shape 37"/>
          <p:cNvSpPr/>
          <p:nvPr/>
        </p:nvSpPr>
        <p:spPr>
          <a:xfrm>
            <a:off x="2832762" y="1677677"/>
            <a:ext cx="2198315" cy="1236552"/>
          </a:xfrm>
          <a:prstGeom prst="rect">
            <a:avLst/>
          </a:prstGeom>
          <a:solidFill>
            <a:srgbClr val="6B8E9E"/>
          </a:solidFill>
          <a:ln w="12700">
            <a:solidFill>
              <a:srgbClr val="6B8E9E"/>
            </a:solidFill>
            <a:prstDash val="solid"/>
          </a:ln>
        </p:spPr>
      </p:sp>
      <p:sp>
        <p:nvSpPr>
          <p:cNvPr id="46" name="Shape 38"/>
          <p:cNvSpPr/>
          <p:nvPr/>
        </p:nvSpPr>
        <p:spPr>
          <a:xfrm>
            <a:off x="2832762" y="1677677"/>
            <a:ext cx="2198315" cy="1236552"/>
          </a:xfrm>
          <a:prstGeom prst="rect">
            <a:avLst/>
          </a:prstGeom>
          <a:solidFill>
            <a:srgbClr val="A9C7D6"/>
          </a:solidFill>
          <a:ln w="12700">
            <a:solidFill>
              <a:srgbClr val="A9C7D6"/>
            </a:solidFill>
            <a:prstDash val="solid"/>
          </a:ln>
        </p:spPr>
      </p:sp>
      <p:sp>
        <p:nvSpPr>
          <p:cNvPr id="47" name="Shape 39"/>
          <p:cNvSpPr/>
          <p:nvPr/>
        </p:nvSpPr>
        <p:spPr>
          <a:xfrm>
            <a:off x="2832762" y="2481436"/>
            <a:ext cx="2198315" cy="432793"/>
          </a:xfrm>
          <a:prstGeom prst="rect">
            <a:avLst/>
          </a:prstGeom>
          <a:solidFill>
            <a:srgbClr val="C9B79C"/>
          </a:solidFill>
          <a:ln w="12700">
            <a:solidFill>
              <a:srgbClr val="C9B79C"/>
            </a:solidFill>
            <a:prstDash val="solid"/>
          </a:ln>
        </p:spPr>
      </p:sp>
      <p:sp>
        <p:nvSpPr>
          <p:cNvPr id="48" name="Shape 40"/>
          <p:cNvSpPr/>
          <p:nvPr/>
        </p:nvSpPr>
        <p:spPr>
          <a:xfrm>
            <a:off x="4041836" y="1924988"/>
            <a:ext cx="769410" cy="556449"/>
          </a:xfrm>
          <a:prstGeom prst="rect">
            <a:avLst/>
          </a:prstGeom>
          <a:solidFill>
            <a:srgbClr val="E6F2EC"/>
          </a:solidFill>
          <a:ln w="12700">
            <a:solidFill>
              <a:srgbClr val="E6F2EC"/>
            </a:solidFill>
            <a:prstDash val="solid"/>
          </a:ln>
        </p:spPr>
      </p:sp>
      <p:sp>
        <p:nvSpPr>
          <p:cNvPr id="49" name="Shape 41"/>
          <p:cNvSpPr/>
          <p:nvPr/>
        </p:nvSpPr>
        <p:spPr>
          <a:xfrm>
            <a:off x="3997869" y="1739505"/>
            <a:ext cx="857343" cy="210214"/>
          </a:xfrm>
          <a:prstGeom prst="triangle">
            <a:avLst/>
          </a:prstGeom>
          <a:solidFill>
            <a:srgbClr val="1F7A5C"/>
          </a:solidFill>
          <a:ln/>
        </p:spPr>
      </p:sp>
      <p:sp>
        <p:nvSpPr>
          <p:cNvPr id="50" name="Shape 42"/>
          <p:cNvSpPr/>
          <p:nvPr/>
        </p:nvSpPr>
        <p:spPr>
          <a:xfrm>
            <a:off x="3401731" y="2147567"/>
            <a:ext cx="181051" cy="181051"/>
          </a:xfrm>
          <a:prstGeom prst="ellipse">
            <a:avLst/>
          </a:prstGeom>
          <a:solidFill>
            <a:srgbClr val="E8C39E"/>
          </a:solidFill>
          <a:ln/>
        </p:spPr>
      </p:sp>
      <p:sp>
        <p:nvSpPr>
          <p:cNvPr id="51" name="Shape 43"/>
          <p:cNvSpPr/>
          <p:nvPr/>
        </p:nvSpPr>
        <p:spPr>
          <a:xfrm>
            <a:off x="3351439" y="2338677"/>
            <a:ext cx="281635" cy="377190"/>
          </a:xfrm>
          <a:prstGeom prst="roundRect">
            <a:avLst>
              <a:gd name="adj" fmla="val 21429"/>
            </a:avLst>
          </a:prstGeom>
          <a:solidFill>
            <a:srgbClr val="1F7A5C"/>
          </a:solidFill>
          <a:ln w="12700">
            <a:solidFill>
              <a:srgbClr val="1F7A5C"/>
            </a:solidFill>
            <a:prstDash val="solid"/>
          </a:ln>
        </p:spPr>
      </p:sp>
      <p:sp>
        <p:nvSpPr>
          <p:cNvPr id="52" name="Shape 44"/>
          <p:cNvSpPr/>
          <p:nvPr/>
        </p:nvSpPr>
        <p:spPr>
          <a:xfrm>
            <a:off x="3391673" y="2117392"/>
            <a:ext cx="201168" cy="100584"/>
          </a:xfrm>
          <a:prstGeom prst="ellipse">
            <a:avLst/>
          </a:prstGeom>
          <a:solidFill>
            <a:srgbClr val="FFFFFF"/>
          </a:solidFill>
          <a:ln/>
        </p:spPr>
      </p:sp>
      <p:sp>
        <p:nvSpPr>
          <p:cNvPr id="53" name="Shape 45"/>
          <p:cNvSpPr/>
          <p:nvPr/>
        </p:nvSpPr>
        <p:spPr>
          <a:xfrm>
            <a:off x="587776" y="3005669"/>
            <a:ext cx="4950927" cy="960120"/>
          </a:xfrm>
          <a:prstGeom prst="rect">
            <a:avLst/>
          </a:prstGeom>
          <a:solidFill>
            <a:srgbClr val="16161C"/>
          </a:solidFill>
          <a:ln w="12700">
            <a:solidFill>
              <a:srgbClr val="16161C"/>
            </a:solidFill>
            <a:prstDash val="solid"/>
          </a:ln>
        </p:spPr>
      </p:sp>
      <p:sp>
        <p:nvSpPr>
          <p:cNvPr id="54" name="Text 46"/>
          <p:cNvSpPr txBox="1"/>
          <p:nvPr/>
        </p:nvSpPr>
        <p:spPr>
          <a:xfrm>
            <a:off x="1136416" y="3005669"/>
            <a:ext cx="4310847" cy="118872"/>
          </a:xfrm>
          <a:prstGeom prst="rect">
            <a:avLst/>
          </a:prstGeom>
          <a:noFill/>
          <a:ln/>
        </p:spPr>
        <p:txBody>
          <a:bodyPr wrap="square" lIns="0" tIns="0" rIns="0" bIns="0" rtlCol="0" anchor="t"/>
          <a:lstStyle/>
          <a:p>
            <a:pPr indent="0" marL="0">
              <a:buNone/>
            </a:pPr>
            <a:r>
              <a:rPr lang="en-US" sz="500" dirty="0">
                <a:solidFill>
                  <a:srgbClr val="999999"/>
                </a:solidFill>
                <a:latin typeface="Calibri" pitchFamily="34" charset="0"/>
                <a:ea typeface="Calibri" pitchFamily="34" charset="-122"/>
                <a:cs typeface="Calibri" pitchFamily="34" charset="-120"/>
              </a:rPr>
              <a:t>0:00        0:15        0:30        0:45        1:00</a:t>
            </a:r>
            <a:endParaRPr lang="en-US" sz="500" dirty="0"/>
          </a:p>
        </p:txBody>
      </p:sp>
      <p:sp>
        <p:nvSpPr>
          <p:cNvPr id="55" name="Shape 47"/>
          <p:cNvSpPr/>
          <p:nvPr/>
        </p:nvSpPr>
        <p:spPr>
          <a:xfrm>
            <a:off x="1136416" y="3417149"/>
            <a:ext cx="909982" cy="292608"/>
          </a:xfrm>
          <a:prstGeom prst="roundRect">
            <a:avLst>
              <a:gd name="adj" fmla="val 9375"/>
            </a:avLst>
          </a:prstGeom>
          <a:solidFill>
            <a:srgbClr val="6B8E9E"/>
          </a:solidFill>
          <a:ln w="6350">
            <a:solidFill>
              <a:srgbClr val="16161C"/>
            </a:solidFill>
            <a:prstDash val="solid"/>
          </a:ln>
        </p:spPr>
      </p:sp>
      <p:sp>
        <p:nvSpPr>
          <p:cNvPr id="56" name="Text 48"/>
          <p:cNvSpPr txBox="1"/>
          <p:nvPr/>
        </p:nvSpPr>
        <p:spPr>
          <a:xfrm>
            <a:off x="1172992" y="3417149"/>
            <a:ext cx="909982"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1</a:t>
            </a:r>
            <a:endParaRPr lang="en-US" sz="600" dirty="0"/>
          </a:p>
        </p:txBody>
      </p:sp>
      <p:sp>
        <p:nvSpPr>
          <p:cNvPr id="57" name="Shape 49"/>
          <p:cNvSpPr/>
          <p:nvPr/>
        </p:nvSpPr>
        <p:spPr>
          <a:xfrm>
            <a:off x="2064686" y="3417149"/>
            <a:ext cx="741205" cy="292608"/>
          </a:xfrm>
          <a:prstGeom prst="roundRect">
            <a:avLst>
              <a:gd name="adj" fmla="val 9375"/>
            </a:avLst>
          </a:prstGeom>
          <a:solidFill>
            <a:srgbClr val="8E7B6B"/>
          </a:solidFill>
          <a:ln w="6350">
            <a:solidFill>
              <a:srgbClr val="16161C"/>
            </a:solidFill>
            <a:prstDash val="solid"/>
          </a:ln>
        </p:spPr>
      </p:sp>
      <p:sp>
        <p:nvSpPr>
          <p:cNvPr id="58" name="Text 50"/>
          <p:cNvSpPr txBox="1"/>
          <p:nvPr/>
        </p:nvSpPr>
        <p:spPr>
          <a:xfrm>
            <a:off x="2101262" y="3417149"/>
            <a:ext cx="741205"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2</a:t>
            </a:r>
            <a:endParaRPr lang="en-US" sz="600" dirty="0"/>
          </a:p>
        </p:txBody>
      </p:sp>
      <p:sp>
        <p:nvSpPr>
          <p:cNvPr id="59" name="Shape 51"/>
          <p:cNvSpPr/>
          <p:nvPr/>
        </p:nvSpPr>
        <p:spPr>
          <a:xfrm>
            <a:off x="2824179" y="3417149"/>
            <a:ext cx="1036564" cy="292608"/>
          </a:xfrm>
          <a:prstGeom prst="roundRect">
            <a:avLst>
              <a:gd name="adj" fmla="val 9375"/>
            </a:avLst>
          </a:prstGeom>
          <a:solidFill>
            <a:srgbClr val="6B9E7B"/>
          </a:solidFill>
          <a:ln w="6350">
            <a:solidFill>
              <a:srgbClr val="16161C"/>
            </a:solidFill>
            <a:prstDash val="solid"/>
          </a:ln>
        </p:spPr>
      </p:sp>
      <p:sp>
        <p:nvSpPr>
          <p:cNvPr id="60" name="Text 52"/>
          <p:cNvSpPr txBox="1"/>
          <p:nvPr/>
        </p:nvSpPr>
        <p:spPr>
          <a:xfrm>
            <a:off x="2860755" y="3417149"/>
            <a:ext cx="1036564"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3</a:t>
            </a:r>
            <a:endParaRPr lang="en-US" sz="600" dirty="0"/>
          </a:p>
        </p:txBody>
      </p:sp>
      <p:sp>
        <p:nvSpPr>
          <p:cNvPr id="61" name="Shape 53"/>
          <p:cNvSpPr/>
          <p:nvPr/>
        </p:nvSpPr>
        <p:spPr>
          <a:xfrm>
            <a:off x="3879031" y="3417149"/>
            <a:ext cx="825593" cy="292608"/>
          </a:xfrm>
          <a:prstGeom prst="roundRect">
            <a:avLst>
              <a:gd name="adj" fmla="val 9375"/>
            </a:avLst>
          </a:prstGeom>
          <a:solidFill>
            <a:srgbClr val="9E6B8E"/>
          </a:solidFill>
          <a:ln w="6350">
            <a:solidFill>
              <a:srgbClr val="16161C"/>
            </a:solidFill>
            <a:prstDash val="solid"/>
          </a:ln>
        </p:spPr>
      </p:sp>
      <p:sp>
        <p:nvSpPr>
          <p:cNvPr id="62" name="Text 54"/>
          <p:cNvSpPr txBox="1"/>
          <p:nvPr/>
        </p:nvSpPr>
        <p:spPr>
          <a:xfrm>
            <a:off x="3915607" y="3417149"/>
            <a:ext cx="825593"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4</a:t>
            </a:r>
            <a:endParaRPr lang="en-US" sz="600" dirty="0"/>
          </a:p>
        </p:txBody>
      </p:sp>
      <p:sp>
        <p:nvSpPr>
          <p:cNvPr id="63" name="Shape 55"/>
          <p:cNvSpPr/>
          <p:nvPr/>
        </p:nvSpPr>
        <p:spPr>
          <a:xfrm>
            <a:off x="1136416" y="2016005"/>
            <a:ext cx="566928" cy="402336"/>
          </a:xfrm>
          <a:prstGeom prst="roundRect">
            <a:avLst>
              <a:gd name="adj" fmla="val 11364"/>
            </a:avLst>
          </a:prstGeom>
          <a:solidFill>
            <a:srgbClr val="FFFFFF">
              <a:alpha val="0"/>
            </a:srgbClr>
          </a:solidFill>
          <a:ln w="31750">
            <a:solidFill>
              <a:srgbClr val="E53935"/>
            </a:solidFill>
            <a:prstDash val="solid"/>
          </a:ln>
        </p:spPr>
      </p:sp>
      <p:sp>
        <p:nvSpPr>
          <p:cNvPr id="64" name="Shape 56"/>
          <p:cNvSpPr/>
          <p:nvPr/>
        </p:nvSpPr>
        <p:spPr>
          <a:xfrm>
            <a:off x="1566184" y="1878845"/>
            <a:ext cx="274320" cy="274320"/>
          </a:xfrm>
          <a:prstGeom prst="ellipse">
            <a:avLst/>
          </a:prstGeom>
          <a:solidFill>
            <a:srgbClr val="E53935"/>
          </a:solidFill>
          <a:ln w="12700">
            <a:solidFill>
              <a:srgbClr val="FFFFFF"/>
            </a:solidFill>
            <a:prstDash val="solid"/>
          </a:ln>
        </p:spPr>
      </p:sp>
      <p:sp>
        <p:nvSpPr>
          <p:cNvPr id="65" name="Text 57"/>
          <p:cNvSpPr txBox="1"/>
          <p:nvPr/>
        </p:nvSpPr>
        <p:spPr>
          <a:xfrm>
            <a:off x="1566184" y="18788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6" name="Image 6" descr="preencoded.png">    </p:cNvPr>
          <p:cNvPicPr>
            <a:picLocks noChangeAspect="1"/>
          </p:cNvPicPr>
          <p:nvPr/>
        </p:nvPicPr>
        <p:blipFill>
          <a:blip r:embed="rId7"/>
          <a:stretch>
            <a:fillRect/>
          </a:stretch>
        </p:blipFill>
        <p:spPr>
          <a:xfrm>
            <a:off x="1445484" y="2234547"/>
            <a:ext cx="237744" cy="237744"/>
          </a:xfrm>
          <a:prstGeom prst="rect">
            <a:avLst/>
          </a:prstGeom>
        </p:spPr>
      </p:pic>
      <p:sp>
        <p:nvSpPr>
          <p:cNvPr id="67" name="Shape 58"/>
          <p:cNvSpPr/>
          <p:nvPr/>
        </p:nvSpPr>
        <p:spPr>
          <a:xfrm>
            <a:off x="1108984" y="3389717"/>
            <a:ext cx="4274271" cy="347472"/>
          </a:xfrm>
          <a:prstGeom prst="roundRect">
            <a:avLst>
              <a:gd name="adj" fmla="val 13158"/>
            </a:avLst>
          </a:prstGeom>
          <a:solidFill>
            <a:srgbClr val="FFFFFF">
              <a:alpha val="0"/>
            </a:srgbClr>
          </a:solidFill>
          <a:ln w="31750">
            <a:solidFill>
              <a:srgbClr val="E53935"/>
            </a:solidFill>
            <a:prstDash val="solid"/>
          </a:ln>
        </p:spPr>
      </p:sp>
      <p:sp>
        <p:nvSpPr>
          <p:cNvPr id="68" name="Shape 59"/>
          <p:cNvSpPr/>
          <p:nvPr/>
        </p:nvSpPr>
        <p:spPr>
          <a:xfrm>
            <a:off x="5246096" y="3252557"/>
            <a:ext cx="274320" cy="274320"/>
          </a:xfrm>
          <a:prstGeom prst="ellipse">
            <a:avLst/>
          </a:prstGeom>
          <a:solidFill>
            <a:srgbClr val="E53935"/>
          </a:solidFill>
          <a:ln w="12700">
            <a:solidFill>
              <a:srgbClr val="FFFFFF"/>
            </a:solidFill>
            <a:prstDash val="solid"/>
          </a:ln>
        </p:spPr>
      </p:sp>
      <p:sp>
        <p:nvSpPr>
          <p:cNvPr id="69" name="Text 60"/>
          <p:cNvSpPr txBox="1"/>
          <p:nvPr/>
        </p:nvSpPr>
        <p:spPr>
          <a:xfrm>
            <a:off x="5246096" y="32525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0" name="Image 7" descr="preencoded.png">    </p:cNvPr>
          <p:cNvPicPr>
            <a:picLocks noChangeAspect="1"/>
          </p:cNvPicPr>
          <p:nvPr/>
        </p:nvPicPr>
        <p:blipFill>
          <a:blip r:embed="rId8"/>
          <a:stretch>
            <a:fillRect/>
          </a:stretch>
        </p:blipFill>
        <p:spPr>
          <a:xfrm>
            <a:off x="3457090" y="3578084"/>
            <a:ext cx="237744" cy="237744"/>
          </a:xfrm>
          <a:prstGeom prst="rect">
            <a:avLst/>
          </a:prstGeom>
        </p:spPr>
      </p:pic>
      <p:sp>
        <p:nvSpPr>
          <p:cNvPr id="71" name="Text 6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2" name="Text 6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Seret klip ke timeline sesuai urutan</a:t>
            </a:r>
            <a:endParaRPr lang="en-US" sz="1800" dirty="0"/>
          </a:p>
        </p:txBody>
      </p:sp>
      <p:sp>
        <p:nvSpPr>
          <p:cNvPr id="73" name="Text 6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Tekan dan seret klip Adegan 1 ke timeline. Lalu Adegan 2 di sebelah kanannya, dan seterusnya.</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Memotong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781888"/>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2B2B33"/>
          </a:solidFill>
          <a:ln w="12700">
            <a:solidFill>
              <a:srgbClr val="2B2B33"/>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Clipchamp - Video editor</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562432"/>
          </a:xfrm>
          <a:prstGeom prst="rect">
            <a:avLst/>
          </a:prstGeom>
          <a:solidFill>
            <a:srgbClr val="1F1F26"/>
          </a:solidFill>
          <a:ln w="12700">
            <a:solidFill>
              <a:srgbClr val="1F1F26"/>
            </a:solidFill>
            <a:prstDash val="solid"/>
          </a:ln>
        </p:spPr>
      </p:sp>
      <p:sp>
        <p:nvSpPr>
          <p:cNvPr id="23" name="Text 19"/>
          <p:cNvSpPr txBox="1"/>
          <p:nvPr/>
        </p:nvSpPr>
        <p:spPr>
          <a:xfrm>
            <a:off x="679216" y="1421645"/>
            <a:ext cx="18288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Video_Adab_Kelompok1</a:t>
            </a:r>
            <a:endParaRPr lang="en-US" sz="750" dirty="0"/>
          </a:p>
        </p:txBody>
      </p:sp>
      <p:sp>
        <p:nvSpPr>
          <p:cNvPr id="24" name="Shape 20"/>
          <p:cNvSpPr/>
          <p:nvPr/>
        </p:nvSpPr>
        <p:spPr>
          <a:xfrm>
            <a:off x="4852904" y="1430789"/>
            <a:ext cx="594360" cy="201168"/>
          </a:xfrm>
          <a:prstGeom prst="roundRect">
            <a:avLst>
              <a:gd name="adj" fmla="val 22727"/>
            </a:avLst>
          </a:prstGeom>
          <a:solidFill>
            <a:srgbClr val="7B5CFA"/>
          </a:solidFill>
          <a:ln w="12700">
            <a:solidFill>
              <a:srgbClr val="7B5CFA"/>
            </a:solidFill>
            <a:prstDash val="solid"/>
          </a:ln>
        </p:spPr>
      </p:sp>
      <p:sp>
        <p:nvSpPr>
          <p:cNvPr id="25" name="Text 21"/>
          <p:cNvSpPr txBox="1"/>
          <p:nvPr/>
        </p:nvSpPr>
        <p:spPr>
          <a:xfrm>
            <a:off x="4852904" y="1430789"/>
            <a:ext cx="594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Export</a:t>
            </a:r>
            <a:endParaRPr lang="en-US" sz="750" dirty="0"/>
          </a:p>
        </p:txBody>
      </p:sp>
      <p:pic>
        <p:nvPicPr>
          <p:cNvPr id="26" name="Image 2" descr="preencoded.png">    </p:cNvPr>
          <p:cNvPicPr>
            <a:picLocks noChangeAspect="1"/>
          </p:cNvPicPr>
          <p:nvPr/>
        </p:nvPicPr>
        <p:blipFill>
          <a:blip r:embed="rId3"/>
          <a:stretch>
            <a:fillRect/>
          </a:stretch>
        </p:blipFill>
        <p:spPr>
          <a:xfrm>
            <a:off x="761512" y="1705109"/>
            <a:ext cx="146304" cy="146304"/>
          </a:xfrm>
          <a:prstGeom prst="rect">
            <a:avLst/>
          </a:prstGeom>
        </p:spPr>
      </p:pic>
      <p:sp>
        <p:nvSpPr>
          <p:cNvPr id="27" name="Text 22"/>
          <p:cNvSpPr txBox="1"/>
          <p:nvPr/>
        </p:nvSpPr>
        <p:spPr>
          <a:xfrm>
            <a:off x="596920" y="1869701"/>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Media</a:t>
            </a:r>
            <a:endParaRPr lang="en-US" sz="500" dirty="0"/>
          </a:p>
        </p:txBody>
      </p:sp>
      <p:pic>
        <p:nvPicPr>
          <p:cNvPr id="28" name="Image 3" descr="preencoded.png">    </p:cNvPr>
          <p:cNvPicPr>
            <a:picLocks noChangeAspect="1"/>
          </p:cNvPicPr>
          <p:nvPr/>
        </p:nvPicPr>
        <p:blipFill>
          <a:blip r:embed="rId4"/>
          <a:stretch>
            <a:fillRect/>
          </a:stretch>
        </p:blipFill>
        <p:spPr>
          <a:xfrm>
            <a:off x="761512" y="2089157"/>
            <a:ext cx="146304" cy="146304"/>
          </a:xfrm>
          <a:prstGeom prst="rect">
            <a:avLst/>
          </a:prstGeom>
        </p:spPr>
      </p:pic>
      <p:sp>
        <p:nvSpPr>
          <p:cNvPr id="29" name="Text 23"/>
          <p:cNvSpPr txBox="1"/>
          <p:nvPr/>
        </p:nvSpPr>
        <p:spPr>
          <a:xfrm>
            <a:off x="596920" y="2253749"/>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Text</a:t>
            </a:r>
            <a:endParaRPr lang="en-US" sz="500" dirty="0"/>
          </a:p>
        </p:txBody>
      </p:sp>
      <p:pic>
        <p:nvPicPr>
          <p:cNvPr id="30" name="Image 4" descr="preencoded.png">    </p:cNvPr>
          <p:cNvPicPr>
            <a:picLocks noChangeAspect="1"/>
          </p:cNvPicPr>
          <p:nvPr/>
        </p:nvPicPr>
        <p:blipFill>
          <a:blip r:embed="rId5"/>
          <a:stretch>
            <a:fillRect/>
          </a:stretch>
        </p:blipFill>
        <p:spPr>
          <a:xfrm>
            <a:off x="761512" y="2473205"/>
            <a:ext cx="146304" cy="146304"/>
          </a:xfrm>
          <a:prstGeom prst="rect">
            <a:avLst/>
          </a:prstGeom>
        </p:spPr>
      </p:pic>
      <p:sp>
        <p:nvSpPr>
          <p:cNvPr id="31" name="Text 24"/>
          <p:cNvSpPr txBox="1"/>
          <p:nvPr/>
        </p:nvSpPr>
        <p:spPr>
          <a:xfrm>
            <a:off x="596920" y="2637797"/>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Audio</a:t>
            </a:r>
            <a:endParaRPr lang="en-US" sz="500" dirty="0"/>
          </a:p>
        </p:txBody>
      </p:sp>
      <p:pic>
        <p:nvPicPr>
          <p:cNvPr id="32" name="Image 5" descr="preencoded.png">    </p:cNvPr>
          <p:cNvPicPr>
            <a:picLocks noChangeAspect="1"/>
          </p:cNvPicPr>
          <p:nvPr/>
        </p:nvPicPr>
        <p:blipFill>
          <a:blip r:embed="rId6"/>
          <a:stretch>
            <a:fillRect/>
          </a:stretch>
        </p:blipFill>
        <p:spPr>
          <a:xfrm>
            <a:off x="761512" y="2857253"/>
            <a:ext cx="146304" cy="146304"/>
          </a:xfrm>
          <a:prstGeom prst="rect">
            <a:avLst/>
          </a:prstGeom>
        </p:spPr>
      </p:pic>
      <p:sp>
        <p:nvSpPr>
          <p:cNvPr id="33" name="Text 25"/>
          <p:cNvSpPr txBox="1"/>
          <p:nvPr/>
        </p:nvSpPr>
        <p:spPr>
          <a:xfrm>
            <a:off x="596920" y="3021845"/>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Transitions</a:t>
            </a:r>
            <a:endParaRPr lang="en-US" sz="500" dirty="0"/>
          </a:p>
        </p:txBody>
      </p:sp>
      <p:sp>
        <p:nvSpPr>
          <p:cNvPr id="34" name="Shape 26"/>
          <p:cNvSpPr/>
          <p:nvPr/>
        </p:nvSpPr>
        <p:spPr>
          <a:xfrm>
            <a:off x="1090696" y="1677677"/>
            <a:ext cx="1234440" cy="1282272"/>
          </a:xfrm>
          <a:prstGeom prst="roundRect">
            <a:avLst>
              <a:gd name="adj" fmla="val 2963"/>
            </a:avLst>
          </a:prstGeom>
          <a:solidFill>
            <a:srgbClr val="2A2A33"/>
          </a:solidFill>
          <a:ln w="12700">
            <a:solidFill>
              <a:srgbClr val="2A2A33"/>
            </a:solidFill>
            <a:prstDash val="solid"/>
          </a:ln>
        </p:spPr>
      </p:sp>
      <p:sp>
        <p:nvSpPr>
          <p:cNvPr id="35" name="Shape 27"/>
          <p:cNvSpPr/>
          <p:nvPr/>
        </p:nvSpPr>
        <p:spPr>
          <a:xfrm>
            <a:off x="1163848" y="1750829"/>
            <a:ext cx="1088136" cy="219456"/>
          </a:xfrm>
          <a:prstGeom prst="roundRect">
            <a:avLst>
              <a:gd name="adj" fmla="val 20833"/>
            </a:avLst>
          </a:prstGeom>
          <a:solidFill>
            <a:srgbClr val="7B5CFA"/>
          </a:solidFill>
          <a:ln w="12700">
            <a:solidFill>
              <a:srgbClr val="7B5CFA"/>
            </a:solidFill>
            <a:prstDash val="solid"/>
          </a:ln>
        </p:spPr>
      </p:sp>
      <p:sp>
        <p:nvSpPr>
          <p:cNvPr id="36" name="Text 28"/>
          <p:cNvSpPr txBox="1"/>
          <p:nvPr/>
        </p:nvSpPr>
        <p:spPr>
          <a:xfrm>
            <a:off x="1163848" y="1750829"/>
            <a:ext cx="1088136"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Import media</a:t>
            </a:r>
            <a:endParaRPr lang="en-US" sz="700" dirty="0"/>
          </a:p>
        </p:txBody>
      </p:sp>
      <p:sp>
        <p:nvSpPr>
          <p:cNvPr id="37" name="Shape 29"/>
          <p:cNvSpPr/>
          <p:nvPr/>
        </p:nvSpPr>
        <p:spPr>
          <a:xfrm>
            <a:off x="1163848" y="2043437"/>
            <a:ext cx="512064" cy="347472"/>
          </a:xfrm>
          <a:prstGeom prst="roundRect">
            <a:avLst>
              <a:gd name="adj" fmla="val 7895"/>
            </a:avLst>
          </a:prstGeom>
          <a:solidFill>
            <a:srgbClr val="6B8E9E"/>
          </a:solidFill>
          <a:ln w="12700">
            <a:solidFill>
              <a:srgbClr val="6B8E9E"/>
            </a:solidFill>
            <a:prstDash val="solid"/>
          </a:ln>
        </p:spPr>
      </p:sp>
      <p:sp>
        <p:nvSpPr>
          <p:cNvPr id="38" name="Text 30"/>
          <p:cNvSpPr txBox="1"/>
          <p:nvPr/>
        </p:nvSpPr>
        <p:spPr>
          <a:xfrm>
            <a:off x="1163848" y="2272037"/>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1</a:t>
            </a:r>
            <a:endParaRPr lang="en-US" sz="500" dirty="0"/>
          </a:p>
        </p:txBody>
      </p:sp>
      <p:sp>
        <p:nvSpPr>
          <p:cNvPr id="39" name="Shape 31"/>
          <p:cNvSpPr/>
          <p:nvPr/>
        </p:nvSpPr>
        <p:spPr>
          <a:xfrm>
            <a:off x="1730776" y="2043437"/>
            <a:ext cx="512064" cy="347472"/>
          </a:xfrm>
          <a:prstGeom prst="roundRect">
            <a:avLst>
              <a:gd name="adj" fmla="val 7895"/>
            </a:avLst>
          </a:prstGeom>
          <a:solidFill>
            <a:srgbClr val="8E7B6B"/>
          </a:solidFill>
          <a:ln w="12700">
            <a:solidFill>
              <a:srgbClr val="8E7B6B"/>
            </a:solidFill>
            <a:prstDash val="solid"/>
          </a:ln>
        </p:spPr>
      </p:sp>
      <p:sp>
        <p:nvSpPr>
          <p:cNvPr id="40" name="Text 32"/>
          <p:cNvSpPr txBox="1"/>
          <p:nvPr/>
        </p:nvSpPr>
        <p:spPr>
          <a:xfrm>
            <a:off x="1730776" y="2272037"/>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2</a:t>
            </a:r>
            <a:endParaRPr lang="en-US" sz="500" dirty="0"/>
          </a:p>
        </p:txBody>
      </p:sp>
      <p:sp>
        <p:nvSpPr>
          <p:cNvPr id="41" name="Shape 33"/>
          <p:cNvSpPr/>
          <p:nvPr/>
        </p:nvSpPr>
        <p:spPr>
          <a:xfrm>
            <a:off x="1163848" y="2454917"/>
            <a:ext cx="512064" cy="347472"/>
          </a:xfrm>
          <a:prstGeom prst="roundRect">
            <a:avLst>
              <a:gd name="adj" fmla="val 7895"/>
            </a:avLst>
          </a:prstGeom>
          <a:solidFill>
            <a:srgbClr val="6B9E7B"/>
          </a:solidFill>
          <a:ln w="12700">
            <a:solidFill>
              <a:srgbClr val="6B9E7B"/>
            </a:solidFill>
            <a:prstDash val="solid"/>
          </a:ln>
        </p:spPr>
      </p:sp>
      <p:sp>
        <p:nvSpPr>
          <p:cNvPr id="42" name="Text 34"/>
          <p:cNvSpPr txBox="1"/>
          <p:nvPr/>
        </p:nvSpPr>
        <p:spPr>
          <a:xfrm>
            <a:off x="1163848" y="2683517"/>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3</a:t>
            </a:r>
            <a:endParaRPr lang="en-US" sz="500" dirty="0"/>
          </a:p>
        </p:txBody>
      </p:sp>
      <p:sp>
        <p:nvSpPr>
          <p:cNvPr id="43" name="Shape 35"/>
          <p:cNvSpPr/>
          <p:nvPr/>
        </p:nvSpPr>
        <p:spPr>
          <a:xfrm>
            <a:off x="1730776" y="2454917"/>
            <a:ext cx="512064" cy="347472"/>
          </a:xfrm>
          <a:prstGeom prst="roundRect">
            <a:avLst>
              <a:gd name="adj" fmla="val 7895"/>
            </a:avLst>
          </a:prstGeom>
          <a:solidFill>
            <a:srgbClr val="9E6B8E"/>
          </a:solidFill>
          <a:ln w="12700">
            <a:solidFill>
              <a:srgbClr val="9E6B8E"/>
            </a:solidFill>
            <a:prstDash val="solid"/>
          </a:ln>
        </p:spPr>
      </p:sp>
      <p:sp>
        <p:nvSpPr>
          <p:cNvPr id="44" name="Text 36"/>
          <p:cNvSpPr txBox="1"/>
          <p:nvPr/>
        </p:nvSpPr>
        <p:spPr>
          <a:xfrm>
            <a:off x="1730776" y="2683517"/>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4</a:t>
            </a:r>
            <a:endParaRPr lang="en-US" sz="500" dirty="0"/>
          </a:p>
        </p:txBody>
      </p:sp>
      <p:sp>
        <p:nvSpPr>
          <p:cNvPr id="45" name="Shape 37"/>
          <p:cNvSpPr/>
          <p:nvPr/>
        </p:nvSpPr>
        <p:spPr>
          <a:xfrm>
            <a:off x="2832762" y="1677677"/>
            <a:ext cx="2198315" cy="1236552"/>
          </a:xfrm>
          <a:prstGeom prst="rect">
            <a:avLst/>
          </a:prstGeom>
          <a:solidFill>
            <a:srgbClr val="6B8E9E"/>
          </a:solidFill>
          <a:ln w="12700">
            <a:solidFill>
              <a:srgbClr val="6B8E9E"/>
            </a:solidFill>
            <a:prstDash val="solid"/>
          </a:ln>
        </p:spPr>
      </p:sp>
      <p:sp>
        <p:nvSpPr>
          <p:cNvPr id="46" name="Shape 38"/>
          <p:cNvSpPr/>
          <p:nvPr/>
        </p:nvSpPr>
        <p:spPr>
          <a:xfrm>
            <a:off x="2832762" y="1677677"/>
            <a:ext cx="2198315" cy="1236552"/>
          </a:xfrm>
          <a:prstGeom prst="rect">
            <a:avLst/>
          </a:prstGeom>
          <a:solidFill>
            <a:srgbClr val="A9C7D6"/>
          </a:solidFill>
          <a:ln w="12700">
            <a:solidFill>
              <a:srgbClr val="A9C7D6"/>
            </a:solidFill>
            <a:prstDash val="solid"/>
          </a:ln>
        </p:spPr>
      </p:sp>
      <p:sp>
        <p:nvSpPr>
          <p:cNvPr id="47" name="Shape 39"/>
          <p:cNvSpPr/>
          <p:nvPr/>
        </p:nvSpPr>
        <p:spPr>
          <a:xfrm>
            <a:off x="2832762" y="2481436"/>
            <a:ext cx="2198315" cy="432793"/>
          </a:xfrm>
          <a:prstGeom prst="rect">
            <a:avLst/>
          </a:prstGeom>
          <a:solidFill>
            <a:srgbClr val="C9B79C"/>
          </a:solidFill>
          <a:ln w="12700">
            <a:solidFill>
              <a:srgbClr val="C9B79C"/>
            </a:solidFill>
            <a:prstDash val="solid"/>
          </a:ln>
        </p:spPr>
      </p:sp>
      <p:sp>
        <p:nvSpPr>
          <p:cNvPr id="48" name="Shape 40"/>
          <p:cNvSpPr/>
          <p:nvPr/>
        </p:nvSpPr>
        <p:spPr>
          <a:xfrm>
            <a:off x="4041836" y="1924988"/>
            <a:ext cx="769410" cy="556449"/>
          </a:xfrm>
          <a:prstGeom prst="rect">
            <a:avLst/>
          </a:prstGeom>
          <a:solidFill>
            <a:srgbClr val="E6F2EC"/>
          </a:solidFill>
          <a:ln w="12700">
            <a:solidFill>
              <a:srgbClr val="E6F2EC"/>
            </a:solidFill>
            <a:prstDash val="solid"/>
          </a:ln>
        </p:spPr>
      </p:sp>
      <p:sp>
        <p:nvSpPr>
          <p:cNvPr id="49" name="Shape 41"/>
          <p:cNvSpPr/>
          <p:nvPr/>
        </p:nvSpPr>
        <p:spPr>
          <a:xfrm>
            <a:off x="3997869" y="1739505"/>
            <a:ext cx="857343" cy="210214"/>
          </a:xfrm>
          <a:prstGeom prst="triangle">
            <a:avLst/>
          </a:prstGeom>
          <a:solidFill>
            <a:srgbClr val="1F7A5C"/>
          </a:solidFill>
          <a:ln/>
        </p:spPr>
      </p:sp>
      <p:sp>
        <p:nvSpPr>
          <p:cNvPr id="50" name="Shape 42"/>
          <p:cNvSpPr/>
          <p:nvPr/>
        </p:nvSpPr>
        <p:spPr>
          <a:xfrm>
            <a:off x="3401731" y="2147567"/>
            <a:ext cx="181051" cy="181051"/>
          </a:xfrm>
          <a:prstGeom prst="ellipse">
            <a:avLst/>
          </a:prstGeom>
          <a:solidFill>
            <a:srgbClr val="E8C39E"/>
          </a:solidFill>
          <a:ln/>
        </p:spPr>
      </p:sp>
      <p:sp>
        <p:nvSpPr>
          <p:cNvPr id="51" name="Shape 43"/>
          <p:cNvSpPr/>
          <p:nvPr/>
        </p:nvSpPr>
        <p:spPr>
          <a:xfrm>
            <a:off x="3351439" y="2338677"/>
            <a:ext cx="281635" cy="377190"/>
          </a:xfrm>
          <a:prstGeom prst="roundRect">
            <a:avLst>
              <a:gd name="adj" fmla="val 21429"/>
            </a:avLst>
          </a:prstGeom>
          <a:solidFill>
            <a:srgbClr val="1F7A5C"/>
          </a:solidFill>
          <a:ln w="12700">
            <a:solidFill>
              <a:srgbClr val="1F7A5C"/>
            </a:solidFill>
            <a:prstDash val="solid"/>
          </a:ln>
        </p:spPr>
      </p:sp>
      <p:sp>
        <p:nvSpPr>
          <p:cNvPr id="52" name="Shape 44"/>
          <p:cNvSpPr/>
          <p:nvPr/>
        </p:nvSpPr>
        <p:spPr>
          <a:xfrm>
            <a:off x="3391673" y="2117392"/>
            <a:ext cx="201168" cy="100584"/>
          </a:xfrm>
          <a:prstGeom prst="ellipse">
            <a:avLst/>
          </a:prstGeom>
          <a:solidFill>
            <a:srgbClr val="FFFFFF"/>
          </a:solidFill>
          <a:ln/>
        </p:spPr>
      </p:sp>
      <p:sp>
        <p:nvSpPr>
          <p:cNvPr id="53" name="Shape 45"/>
          <p:cNvSpPr/>
          <p:nvPr/>
        </p:nvSpPr>
        <p:spPr>
          <a:xfrm>
            <a:off x="587776" y="3005669"/>
            <a:ext cx="4950927" cy="960120"/>
          </a:xfrm>
          <a:prstGeom prst="rect">
            <a:avLst/>
          </a:prstGeom>
          <a:solidFill>
            <a:srgbClr val="16161C"/>
          </a:solidFill>
          <a:ln w="12700">
            <a:solidFill>
              <a:srgbClr val="16161C"/>
            </a:solidFill>
            <a:prstDash val="solid"/>
          </a:ln>
        </p:spPr>
      </p:sp>
      <p:sp>
        <p:nvSpPr>
          <p:cNvPr id="54" name="Text 46"/>
          <p:cNvSpPr txBox="1"/>
          <p:nvPr/>
        </p:nvSpPr>
        <p:spPr>
          <a:xfrm>
            <a:off x="1136416" y="3005669"/>
            <a:ext cx="4310847" cy="118872"/>
          </a:xfrm>
          <a:prstGeom prst="rect">
            <a:avLst/>
          </a:prstGeom>
          <a:noFill/>
          <a:ln/>
        </p:spPr>
        <p:txBody>
          <a:bodyPr wrap="square" lIns="0" tIns="0" rIns="0" bIns="0" rtlCol="0" anchor="t"/>
          <a:lstStyle/>
          <a:p>
            <a:pPr indent="0" marL="0">
              <a:buNone/>
            </a:pPr>
            <a:r>
              <a:rPr lang="en-US" sz="500" dirty="0">
                <a:solidFill>
                  <a:srgbClr val="999999"/>
                </a:solidFill>
                <a:latin typeface="Calibri" pitchFamily="34" charset="0"/>
                <a:ea typeface="Calibri" pitchFamily="34" charset="-122"/>
                <a:cs typeface="Calibri" pitchFamily="34" charset="-120"/>
              </a:rPr>
              <a:t>0:00        0:15        0:30        0:45        1:00</a:t>
            </a:r>
            <a:endParaRPr lang="en-US" sz="500" dirty="0"/>
          </a:p>
        </p:txBody>
      </p:sp>
      <p:sp>
        <p:nvSpPr>
          <p:cNvPr id="55" name="Shape 47"/>
          <p:cNvSpPr/>
          <p:nvPr/>
        </p:nvSpPr>
        <p:spPr>
          <a:xfrm>
            <a:off x="1136416" y="3417149"/>
            <a:ext cx="909982" cy="292608"/>
          </a:xfrm>
          <a:prstGeom prst="roundRect">
            <a:avLst>
              <a:gd name="adj" fmla="val 9375"/>
            </a:avLst>
          </a:prstGeom>
          <a:solidFill>
            <a:srgbClr val="6B8E9E"/>
          </a:solidFill>
          <a:ln w="19050">
            <a:solidFill>
              <a:srgbClr val="FFFFFF"/>
            </a:solidFill>
            <a:prstDash val="solid"/>
          </a:ln>
        </p:spPr>
      </p:sp>
      <p:sp>
        <p:nvSpPr>
          <p:cNvPr id="56" name="Text 48"/>
          <p:cNvSpPr txBox="1"/>
          <p:nvPr/>
        </p:nvSpPr>
        <p:spPr>
          <a:xfrm>
            <a:off x="1172992" y="3417149"/>
            <a:ext cx="909982"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1</a:t>
            </a:r>
            <a:endParaRPr lang="en-US" sz="600" dirty="0"/>
          </a:p>
        </p:txBody>
      </p:sp>
      <p:sp>
        <p:nvSpPr>
          <p:cNvPr id="57" name="Shape 49"/>
          <p:cNvSpPr/>
          <p:nvPr/>
        </p:nvSpPr>
        <p:spPr>
          <a:xfrm>
            <a:off x="2064686" y="3417149"/>
            <a:ext cx="741205" cy="292608"/>
          </a:xfrm>
          <a:prstGeom prst="roundRect">
            <a:avLst>
              <a:gd name="adj" fmla="val 9375"/>
            </a:avLst>
          </a:prstGeom>
          <a:solidFill>
            <a:srgbClr val="8E7B6B"/>
          </a:solidFill>
          <a:ln w="6350">
            <a:solidFill>
              <a:srgbClr val="16161C"/>
            </a:solidFill>
            <a:prstDash val="solid"/>
          </a:ln>
        </p:spPr>
      </p:sp>
      <p:sp>
        <p:nvSpPr>
          <p:cNvPr id="58" name="Text 50"/>
          <p:cNvSpPr txBox="1"/>
          <p:nvPr/>
        </p:nvSpPr>
        <p:spPr>
          <a:xfrm>
            <a:off x="2101262" y="3417149"/>
            <a:ext cx="741205"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2</a:t>
            </a:r>
            <a:endParaRPr lang="en-US" sz="600" dirty="0"/>
          </a:p>
        </p:txBody>
      </p:sp>
      <p:sp>
        <p:nvSpPr>
          <p:cNvPr id="59" name="Shape 51"/>
          <p:cNvSpPr/>
          <p:nvPr/>
        </p:nvSpPr>
        <p:spPr>
          <a:xfrm>
            <a:off x="2824179" y="3417149"/>
            <a:ext cx="1036564" cy="292608"/>
          </a:xfrm>
          <a:prstGeom prst="roundRect">
            <a:avLst>
              <a:gd name="adj" fmla="val 9375"/>
            </a:avLst>
          </a:prstGeom>
          <a:solidFill>
            <a:srgbClr val="6B9E7B"/>
          </a:solidFill>
          <a:ln w="6350">
            <a:solidFill>
              <a:srgbClr val="16161C"/>
            </a:solidFill>
            <a:prstDash val="solid"/>
          </a:ln>
        </p:spPr>
      </p:sp>
      <p:sp>
        <p:nvSpPr>
          <p:cNvPr id="60" name="Text 52"/>
          <p:cNvSpPr txBox="1"/>
          <p:nvPr/>
        </p:nvSpPr>
        <p:spPr>
          <a:xfrm>
            <a:off x="2860755" y="3417149"/>
            <a:ext cx="1036564"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3</a:t>
            </a:r>
            <a:endParaRPr lang="en-US" sz="600" dirty="0"/>
          </a:p>
        </p:txBody>
      </p:sp>
      <p:sp>
        <p:nvSpPr>
          <p:cNvPr id="61" name="Shape 53"/>
          <p:cNvSpPr/>
          <p:nvPr/>
        </p:nvSpPr>
        <p:spPr>
          <a:xfrm>
            <a:off x="3879031" y="3417149"/>
            <a:ext cx="825593" cy="292608"/>
          </a:xfrm>
          <a:prstGeom prst="roundRect">
            <a:avLst>
              <a:gd name="adj" fmla="val 9375"/>
            </a:avLst>
          </a:prstGeom>
          <a:solidFill>
            <a:srgbClr val="9E6B8E"/>
          </a:solidFill>
          <a:ln w="6350">
            <a:solidFill>
              <a:srgbClr val="16161C"/>
            </a:solidFill>
            <a:prstDash val="solid"/>
          </a:ln>
        </p:spPr>
      </p:sp>
      <p:sp>
        <p:nvSpPr>
          <p:cNvPr id="62" name="Text 54"/>
          <p:cNvSpPr txBox="1"/>
          <p:nvPr/>
        </p:nvSpPr>
        <p:spPr>
          <a:xfrm>
            <a:off x="3915607" y="3417149"/>
            <a:ext cx="825593"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4</a:t>
            </a:r>
            <a:endParaRPr lang="en-US" sz="600" dirty="0"/>
          </a:p>
        </p:txBody>
      </p:sp>
      <p:sp>
        <p:nvSpPr>
          <p:cNvPr id="63" name="Shape 55"/>
          <p:cNvSpPr/>
          <p:nvPr/>
        </p:nvSpPr>
        <p:spPr>
          <a:xfrm>
            <a:off x="1263770" y="3115397"/>
            <a:ext cx="18288" cy="731520"/>
          </a:xfrm>
          <a:prstGeom prst="rect">
            <a:avLst/>
          </a:prstGeom>
          <a:solidFill>
            <a:srgbClr val="FFFFFF"/>
          </a:solidFill>
          <a:ln w="12700">
            <a:solidFill>
              <a:srgbClr val="FFFFFF"/>
            </a:solidFill>
            <a:prstDash val="solid"/>
          </a:ln>
        </p:spPr>
      </p:sp>
      <p:sp>
        <p:nvSpPr>
          <p:cNvPr id="64" name="Shape 56"/>
          <p:cNvSpPr/>
          <p:nvPr/>
        </p:nvSpPr>
        <p:spPr>
          <a:xfrm>
            <a:off x="660928" y="2713061"/>
            <a:ext cx="640080" cy="219456"/>
          </a:xfrm>
          <a:prstGeom prst="roundRect">
            <a:avLst>
              <a:gd name="adj" fmla="val 16667"/>
            </a:avLst>
          </a:prstGeom>
          <a:solidFill>
            <a:srgbClr val="3A3A46"/>
          </a:solidFill>
          <a:ln w="12700">
            <a:solidFill>
              <a:srgbClr val="3A3A46"/>
            </a:solidFill>
            <a:prstDash val="solid"/>
          </a:ln>
        </p:spPr>
      </p:sp>
      <p:sp>
        <p:nvSpPr>
          <p:cNvPr id="65" name="Text 57"/>
          <p:cNvSpPr txBox="1"/>
          <p:nvPr/>
        </p:nvSpPr>
        <p:spPr>
          <a:xfrm>
            <a:off x="660928" y="2713061"/>
            <a:ext cx="640080" cy="219456"/>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 Split</a:t>
            </a:r>
            <a:endParaRPr lang="en-US" sz="700" dirty="0"/>
          </a:p>
        </p:txBody>
      </p:sp>
      <p:sp>
        <p:nvSpPr>
          <p:cNvPr id="66" name="Shape 58"/>
          <p:cNvSpPr/>
          <p:nvPr/>
        </p:nvSpPr>
        <p:spPr>
          <a:xfrm>
            <a:off x="1208906" y="3097109"/>
            <a:ext cx="128016" cy="768096"/>
          </a:xfrm>
          <a:prstGeom prst="roundRect">
            <a:avLst>
              <a:gd name="adj" fmla="val 35714"/>
            </a:avLst>
          </a:prstGeom>
          <a:solidFill>
            <a:srgbClr val="FFFFFF">
              <a:alpha val="0"/>
            </a:srgbClr>
          </a:solidFill>
          <a:ln w="31750">
            <a:solidFill>
              <a:srgbClr val="E53935"/>
            </a:solidFill>
            <a:prstDash val="solid"/>
          </a:ln>
        </p:spPr>
      </p:sp>
      <p:sp>
        <p:nvSpPr>
          <p:cNvPr id="67" name="Shape 59"/>
          <p:cNvSpPr/>
          <p:nvPr/>
        </p:nvSpPr>
        <p:spPr>
          <a:xfrm>
            <a:off x="1199762" y="2959949"/>
            <a:ext cx="274320" cy="274320"/>
          </a:xfrm>
          <a:prstGeom prst="ellipse">
            <a:avLst/>
          </a:prstGeom>
          <a:solidFill>
            <a:srgbClr val="E53935"/>
          </a:solidFill>
          <a:ln w="12700">
            <a:solidFill>
              <a:srgbClr val="FFFFFF"/>
            </a:solidFill>
            <a:prstDash val="solid"/>
          </a:ln>
        </p:spPr>
      </p:sp>
      <p:sp>
        <p:nvSpPr>
          <p:cNvPr id="68" name="Text 60"/>
          <p:cNvSpPr txBox="1"/>
          <p:nvPr/>
        </p:nvSpPr>
        <p:spPr>
          <a:xfrm>
            <a:off x="1199762" y="29599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9" name="Image 6" descr="preencoded.png">    </p:cNvPr>
          <p:cNvPicPr>
            <a:picLocks noChangeAspect="1"/>
          </p:cNvPicPr>
          <p:nvPr/>
        </p:nvPicPr>
        <p:blipFill>
          <a:blip r:embed="rId7"/>
          <a:stretch>
            <a:fillRect/>
          </a:stretch>
        </p:blipFill>
        <p:spPr>
          <a:xfrm>
            <a:off x="1277486" y="3517733"/>
            <a:ext cx="237744" cy="237744"/>
          </a:xfrm>
          <a:prstGeom prst="rect">
            <a:avLst/>
          </a:prstGeom>
        </p:spPr>
      </p:pic>
      <p:sp>
        <p:nvSpPr>
          <p:cNvPr id="70" name="Shape 61"/>
          <p:cNvSpPr/>
          <p:nvPr/>
        </p:nvSpPr>
        <p:spPr>
          <a:xfrm>
            <a:off x="642640" y="2694773"/>
            <a:ext cx="676656" cy="256032"/>
          </a:xfrm>
          <a:prstGeom prst="roundRect">
            <a:avLst>
              <a:gd name="adj" fmla="val 17857"/>
            </a:avLst>
          </a:prstGeom>
          <a:solidFill>
            <a:srgbClr val="FFFFFF">
              <a:alpha val="0"/>
            </a:srgbClr>
          </a:solidFill>
          <a:ln w="31750">
            <a:solidFill>
              <a:srgbClr val="E53935"/>
            </a:solidFill>
            <a:prstDash val="solid"/>
          </a:ln>
        </p:spPr>
      </p:sp>
      <p:sp>
        <p:nvSpPr>
          <p:cNvPr id="71" name="Shape 62"/>
          <p:cNvSpPr/>
          <p:nvPr/>
        </p:nvSpPr>
        <p:spPr>
          <a:xfrm>
            <a:off x="1182136" y="2557613"/>
            <a:ext cx="274320" cy="274320"/>
          </a:xfrm>
          <a:prstGeom prst="ellipse">
            <a:avLst/>
          </a:prstGeom>
          <a:solidFill>
            <a:srgbClr val="E53935"/>
          </a:solidFill>
          <a:ln w="12700">
            <a:solidFill>
              <a:srgbClr val="FFFFFF"/>
            </a:solidFill>
            <a:prstDash val="solid"/>
          </a:ln>
        </p:spPr>
      </p:sp>
      <p:sp>
        <p:nvSpPr>
          <p:cNvPr id="72" name="Text 63"/>
          <p:cNvSpPr txBox="1"/>
          <p:nvPr/>
        </p:nvSpPr>
        <p:spPr>
          <a:xfrm>
            <a:off x="1182136" y="255761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3" name="Image 7" descr="preencoded.png">    </p:cNvPr>
          <p:cNvPicPr>
            <a:picLocks noChangeAspect="1"/>
          </p:cNvPicPr>
          <p:nvPr/>
        </p:nvPicPr>
        <p:blipFill>
          <a:blip r:embed="rId8"/>
          <a:stretch>
            <a:fillRect/>
          </a:stretch>
        </p:blipFill>
        <p:spPr>
          <a:xfrm>
            <a:off x="1012972" y="2833762"/>
            <a:ext cx="237744" cy="237744"/>
          </a:xfrm>
          <a:prstGeom prst="rect">
            <a:avLst/>
          </a:prstGeom>
        </p:spPr>
      </p:pic>
      <p:sp>
        <p:nvSpPr>
          <p:cNvPr id="74" name="Text 6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5" name="Text 6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Potong bagian yang tidak perlu dengan Split</a:t>
            </a:r>
            <a:endParaRPr lang="en-US" sz="1800" dirty="0"/>
          </a:p>
        </p:txBody>
      </p:sp>
      <p:sp>
        <p:nvSpPr>
          <p:cNvPr id="76" name="Text 6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klip, geser garis putih ke titik potong, klik Split. Pilih potongan yang tidak perlu, tekan Delete.</a:t>
            </a:r>
            <a:endParaRPr lang="en-US" sz="1300" dirty="0"/>
          </a:p>
        </p:txBody>
      </p:sp>
      <p:sp>
        <p:nvSpPr>
          <p:cNvPr id="77" name="Shape 6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8"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79" name="Text 6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Bisa juga dengan menarik ujung kiri atau kanan klip ke dalam.</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Teks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781888"/>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2B2B33"/>
          </a:solidFill>
          <a:ln w="12700">
            <a:solidFill>
              <a:srgbClr val="2B2B33"/>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Clipchamp - Video editor</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562432"/>
          </a:xfrm>
          <a:prstGeom prst="rect">
            <a:avLst/>
          </a:prstGeom>
          <a:solidFill>
            <a:srgbClr val="1F1F26"/>
          </a:solidFill>
          <a:ln w="12700">
            <a:solidFill>
              <a:srgbClr val="1F1F26"/>
            </a:solidFill>
            <a:prstDash val="solid"/>
          </a:ln>
        </p:spPr>
      </p:sp>
      <p:sp>
        <p:nvSpPr>
          <p:cNvPr id="23" name="Text 19"/>
          <p:cNvSpPr txBox="1"/>
          <p:nvPr/>
        </p:nvSpPr>
        <p:spPr>
          <a:xfrm>
            <a:off x="679216" y="1421645"/>
            <a:ext cx="18288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Video_Adab_Kelompok1</a:t>
            </a:r>
            <a:endParaRPr lang="en-US" sz="750" dirty="0"/>
          </a:p>
        </p:txBody>
      </p:sp>
      <p:sp>
        <p:nvSpPr>
          <p:cNvPr id="24" name="Shape 20"/>
          <p:cNvSpPr/>
          <p:nvPr/>
        </p:nvSpPr>
        <p:spPr>
          <a:xfrm>
            <a:off x="4852904" y="1430789"/>
            <a:ext cx="594360" cy="201168"/>
          </a:xfrm>
          <a:prstGeom prst="roundRect">
            <a:avLst>
              <a:gd name="adj" fmla="val 22727"/>
            </a:avLst>
          </a:prstGeom>
          <a:solidFill>
            <a:srgbClr val="7B5CFA"/>
          </a:solidFill>
          <a:ln w="12700">
            <a:solidFill>
              <a:srgbClr val="7B5CFA"/>
            </a:solidFill>
            <a:prstDash val="solid"/>
          </a:ln>
        </p:spPr>
      </p:sp>
      <p:sp>
        <p:nvSpPr>
          <p:cNvPr id="25" name="Text 21"/>
          <p:cNvSpPr txBox="1"/>
          <p:nvPr/>
        </p:nvSpPr>
        <p:spPr>
          <a:xfrm>
            <a:off x="4852904" y="1430789"/>
            <a:ext cx="594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Export</a:t>
            </a:r>
            <a:endParaRPr lang="en-US" sz="750" dirty="0"/>
          </a:p>
        </p:txBody>
      </p:sp>
      <p:pic>
        <p:nvPicPr>
          <p:cNvPr id="26" name="Image 2" descr="preencoded.png">    </p:cNvPr>
          <p:cNvPicPr>
            <a:picLocks noChangeAspect="1"/>
          </p:cNvPicPr>
          <p:nvPr/>
        </p:nvPicPr>
        <p:blipFill>
          <a:blip r:embed="rId3"/>
          <a:stretch>
            <a:fillRect/>
          </a:stretch>
        </p:blipFill>
        <p:spPr>
          <a:xfrm>
            <a:off x="761512" y="1705109"/>
            <a:ext cx="146304" cy="146304"/>
          </a:xfrm>
          <a:prstGeom prst="rect">
            <a:avLst/>
          </a:prstGeom>
        </p:spPr>
      </p:pic>
      <p:sp>
        <p:nvSpPr>
          <p:cNvPr id="27" name="Text 22"/>
          <p:cNvSpPr txBox="1"/>
          <p:nvPr/>
        </p:nvSpPr>
        <p:spPr>
          <a:xfrm>
            <a:off x="596920" y="1869701"/>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Media</a:t>
            </a:r>
            <a:endParaRPr lang="en-US" sz="500" dirty="0"/>
          </a:p>
        </p:txBody>
      </p:sp>
      <p:sp>
        <p:nvSpPr>
          <p:cNvPr id="28" name="Shape 23"/>
          <p:cNvSpPr/>
          <p:nvPr/>
        </p:nvSpPr>
        <p:spPr>
          <a:xfrm>
            <a:off x="615208" y="2061725"/>
            <a:ext cx="438912" cy="347472"/>
          </a:xfrm>
          <a:prstGeom prst="roundRect">
            <a:avLst>
              <a:gd name="adj" fmla="val 10526"/>
            </a:avLst>
          </a:prstGeom>
          <a:solidFill>
            <a:srgbClr val="3A3A46"/>
          </a:solidFill>
          <a:ln w="12700">
            <a:solidFill>
              <a:srgbClr val="3A3A46"/>
            </a:solidFill>
            <a:prstDash val="solid"/>
          </a:ln>
        </p:spPr>
      </p:sp>
      <p:pic>
        <p:nvPicPr>
          <p:cNvPr id="29" name="Image 3" descr="preencoded.png">    </p:cNvPr>
          <p:cNvPicPr>
            <a:picLocks noChangeAspect="1"/>
          </p:cNvPicPr>
          <p:nvPr/>
        </p:nvPicPr>
        <p:blipFill>
          <a:blip r:embed="rId4"/>
          <a:stretch>
            <a:fillRect/>
          </a:stretch>
        </p:blipFill>
        <p:spPr>
          <a:xfrm>
            <a:off x="761512" y="2089157"/>
            <a:ext cx="146304" cy="146304"/>
          </a:xfrm>
          <a:prstGeom prst="rect">
            <a:avLst/>
          </a:prstGeom>
        </p:spPr>
      </p:pic>
      <p:sp>
        <p:nvSpPr>
          <p:cNvPr id="30" name="Text 24"/>
          <p:cNvSpPr txBox="1"/>
          <p:nvPr/>
        </p:nvSpPr>
        <p:spPr>
          <a:xfrm>
            <a:off x="596920" y="2253749"/>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Text</a:t>
            </a:r>
            <a:endParaRPr lang="en-US" sz="500" dirty="0"/>
          </a:p>
        </p:txBody>
      </p:sp>
      <p:pic>
        <p:nvPicPr>
          <p:cNvPr id="31" name="Image 4" descr="preencoded.png">    </p:cNvPr>
          <p:cNvPicPr>
            <a:picLocks noChangeAspect="1"/>
          </p:cNvPicPr>
          <p:nvPr/>
        </p:nvPicPr>
        <p:blipFill>
          <a:blip r:embed="rId5"/>
          <a:stretch>
            <a:fillRect/>
          </a:stretch>
        </p:blipFill>
        <p:spPr>
          <a:xfrm>
            <a:off x="761512" y="2473205"/>
            <a:ext cx="146304" cy="146304"/>
          </a:xfrm>
          <a:prstGeom prst="rect">
            <a:avLst/>
          </a:prstGeom>
        </p:spPr>
      </p:pic>
      <p:sp>
        <p:nvSpPr>
          <p:cNvPr id="32" name="Text 25"/>
          <p:cNvSpPr txBox="1"/>
          <p:nvPr/>
        </p:nvSpPr>
        <p:spPr>
          <a:xfrm>
            <a:off x="596920" y="2637797"/>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Audio</a:t>
            </a:r>
            <a:endParaRPr lang="en-US" sz="500" dirty="0"/>
          </a:p>
        </p:txBody>
      </p:sp>
      <p:pic>
        <p:nvPicPr>
          <p:cNvPr id="33" name="Image 5" descr="preencoded.png">    </p:cNvPr>
          <p:cNvPicPr>
            <a:picLocks noChangeAspect="1"/>
          </p:cNvPicPr>
          <p:nvPr/>
        </p:nvPicPr>
        <p:blipFill>
          <a:blip r:embed="rId6"/>
          <a:stretch>
            <a:fillRect/>
          </a:stretch>
        </p:blipFill>
        <p:spPr>
          <a:xfrm>
            <a:off x="761512" y="2857253"/>
            <a:ext cx="146304" cy="146304"/>
          </a:xfrm>
          <a:prstGeom prst="rect">
            <a:avLst/>
          </a:prstGeom>
        </p:spPr>
      </p:pic>
      <p:sp>
        <p:nvSpPr>
          <p:cNvPr id="34" name="Text 26"/>
          <p:cNvSpPr txBox="1"/>
          <p:nvPr/>
        </p:nvSpPr>
        <p:spPr>
          <a:xfrm>
            <a:off x="596920" y="3021845"/>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Transitions</a:t>
            </a:r>
            <a:endParaRPr lang="en-US" sz="500" dirty="0"/>
          </a:p>
        </p:txBody>
      </p:sp>
      <p:sp>
        <p:nvSpPr>
          <p:cNvPr id="35" name="Shape 27"/>
          <p:cNvSpPr/>
          <p:nvPr/>
        </p:nvSpPr>
        <p:spPr>
          <a:xfrm>
            <a:off x="1090696" y="1677677"/>
            <a:ext cx="1234440" cy="1282272"/>
          </a:xfrm>
          <a:prstGeom prst="roundRect">
            <a:avLst>
              <a:gd name="adj" fmla="val 2963"/>
            </a:avLst>
          </a:prstGeom>
          <a:solidFill>
            <a:srgbClr val="2A2A33"/>
          </a:solidFill>
          <a:ln w="12700">
            <a:solidFill>
              <a:srgbClr val="2A2A33"/>
            </a:solidFill>
            <a:prstDash val="solid"/>
          </a:ln>
        </p:spPr>
      </p:sp>
      <p:sp>
        <p:nvSpPr>
          <p:cNvPr id="36" name="Shape 28"/>
          <p:cNvSpPr/>
          <p:nvPr/>
        </p:nvSpPr>
        <p:spPr>
          <a:xfrm>
            <a:off x="1163848" y="1769117"/>
            <a:ext cx="1088136" cy="329184"/>
          </a:xfrm>
          <a:prstGeom prst="roundRect">
            <a:avLst>
              <a:gd name="adj" fmla="val 11111"/>
            </a:avLst>
          </a:prstGeom>
          <a:solidFill>
            <a:srgbClr val="3A3A46"/>
          </a:solidFill>
          <a:ln w="12700">
            <a:solidFill>
              <a:srgbClr val="3A3A46"/>
            </a:solidFill>
            <a:prstDash val="solid"/>
          </a:ln>
        </p:spPr>
      </p:sp>
      <p:sp>
        <p:nvSpPr>
          <p:cNvPr id="37" name="Text 29"/>
          <p:cNvSpPr txBox="1"/>
          <p:nvPr/>
        </p:nvSpPr>
        <p:spPr>
          <a:xfrm>
            <a:off x="1163848" y="1769117"/>
            <a:ext cx="1088136" cy="32918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Judul polos</a:t>
            </a:r>
            <a:endParaRPr lang="en-US" sz="800" dirty="0"/>
          </a:p>
        </p:txBody>
      </p:sp>
      <p:sp>
        <p:nvSpPr>
          <p:cNvPr id="38" name="Shape 30"/>
          <p:cNvSpPr/>
          <p:nvPr/>
        </p:nvSpPr>
        <p:spPr>
          <a:xfrm>
            <a:off x="1163848" y="2153165"/>
            <a:ext cx="1088136" cy="329184"/>
          </a:xfrm>
          <a:prstGeom prst="roundRect">
            <a:avLst>
              <a:gd name="adj" fmla="val 11111"/>
            </a:avLst>
          </a:prstGeom>
          <a:solidFill>
            <a:srgbClr val="3A3A46"/>
          </a:solidFill>
          <a:ln w="12700">
            <a:solidFill>
              <a:srgbClr val="3A3A46"/>
            </a:solidFill>
            <a:prstDash val="solid"/>
          </a:ln>
        </p:spPr>
      </p:sp>
      <p:sp>
        <p:nvSpPr>
          <p:cNvPr id="39" name="Text 31"/>
          <p:cNvSpPr txBox="1"/>
          <p:nvPr/>
        </p:nvSpPr>
        <p:spPr>
          <a:xfrm>
            <a:off x="1163848" y="2153165"/>
            <a:ext cx="1088136"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Judul tebal</a:t>
            </a:r>
            <a:endParaRPr lang="en-US" sz="800" dirty="0"/>
          </a:p>
        </p:txBody>
      </p:sp>
      <p:sp>
        <p:nvSpPr>
          <p:cNvPr id="40" name="Shape 32"/>
          <p:cNvSpPr/>
          <p:nvPr/>
        </p:nvSpPr>
        <p:spPr>
          <a:xfrm>
            <a:off x="1163848" y="2537213"/>
            <a:ext cx="1088136" cy="329184"/>
          </a:xfrm>
          <a:prstGeom prst="roundRect">
            <a:avLst>
              <a:gd name="adj" fmla="val 11111"/>
            </a:avLst>
          </a:prstGeom>
          <a:solidFill>
            <a:srgbClr val="3A3A46"/>
          </a:solidFill>
          <a:ln w="12700">
            <a:solidFill>
              <a:srgbClr val="3A3A46"/>
            </a:solidFill>
            <a:prstDash val="solid"/>
          </a:ln>
        </p:spPr>
      </p:sp>
      <p:sp>
        <p:nvSpPr>
          <p:cNvPr id="41" name="Text 33"/>
          <p:cNvSpPr txBox="1"/>
          <p:nvPr/>
        </p:nvSpPr>
        <p:spPr>
          <a:xfrm>
            <a:off x="1163848" y="2537213"/>
            <a:ext cx="1088136" cy="32918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Subtitle</a:t>
            </a:r>
            <a:endParaRPr lang="en-US" sz="800" dirty="0"/>
          </a:p>
        </p:txBody>
      </p:sp>
      <p:sp>
        <p:nvSpPr>
          <p:cNvPr id="42" name="Shape 34"/>
          <p:cNvSpPr/>
          <p:nvPr/>
        </p:nvSpPr>
        <p:spPr>
          <a:xfrm>
            <a:off x="1163848" y="2921261"/>
            <a:ext cx="1088136" cy="329184"/>
          </a:xfrm>
          <a:prstGeom prst="roundRect">
            <a:avLst>
              <a:gd name="adj" fmla="val 11111"/>
            </a:avLst>
          </a:prstGeom>
          <a:solidFill>
            <a:srgbClr val="3A3A46"/>
          </a:solidFill>
          <a:ln w="12700">
            <a:solidFill>
              <a:srgbClr val="3A3A46"/>
            </a:solidFill>
            <a:prstDash val="solid"/>
          </a:ln>
        </p:spPr>
      </p:sp>
      <p:sp>
        <p:nvSpPr>
          <p:cNvPr id="43" name="Text 35"/>
          <p:cNvSpPr txBox="1"/>
          <p:nvPr/>
        </p:nvSpPr>
        <p:spPr>
          <a:xfrm>
            <a:off x="1163848" y="2921261"/>
            <a:ext cx="1088136" cy="32918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Lower third</a:t>
            </a:r>
            <a:endParaRPr lang="en-US" sz="800" dirty="0"/>
          </a:p>
        </p:txBody>
      </p:sp>
      <p:sp>
        <p:nvSpPr>
          <p:cNvPr id="44" name="Shape 36"/>
          <p:cNvSpPr/>
          <p:nvPr/>
        </p:nvSpPr>
        <p:spPr>
          <a:xfrm>
            <a:off x="2832762" y="1677677"/>
            <a:ext cx="2198315" cy="1236552"/>
          </a:xfrm>
          <a:prstGeom prst="rect">
            <a:avLst/>
          </a:prstGeom>
          <a:solidFill>
            <a:srgbClr val="6B8E9E"/>
          </a:solidFill>
          <a:ln w="12700">
            <a:solidFill>
              <a:srgbClr val="6B8E9E"/>
            </a:solidFill>
            <a:prstDash val="solid"/>
          </a:ln>
        </p:spPr>
      </p:sp>
      <p:sp>
        <p:nvSpPr>
          <p:cNvPr id="45" name="Shape 37"/>
          <p:cNvSpPr/>
          <p:nvPr/>
        </p:nvSpPr>
        <p:spPr>
          <a:xfrm>
            <a:off x="2832762" y="1677677"/>
            <a:ext cx="2198315" cy="1236552"/>
          </a:xfrm>
          <a:prstGeom prst="rect">
            <a:avLst/>
          </a:prstGeom>
          <a:solidFill>
            <a:srgbClr val="A9C7D6"/>
          </a:solidFill>
          <a:ln w="12700">
            <a:solidFill>
              <a:srgbClr val="A9C7D6"/>
            </a:solidFill>
            <a:prstDash val="solid"/>
          </a:ln>
        </p:spPr>
      </p:sp>
      <p:sp>
        <p:nvSpPr>
          <p:cNvPr id="46" name="Shape 38"/>
          <p:cNvSpPr/>
          <p:nvPr/>
        </p:nvSpPr>
        <p:spPr>
          <a:xfrm>
            <a:off x="2832762" y="2481436"/>
            <a:ext cx="2198315" cy="432793"/>
          </a:xfrm>
          <a:prstGeom prst="rect">
            <a:avLst/>
          </a:prstGeom>
          <a:solidFill>
            <a:srgbClr val="C9B79C"/>
          </a:solidFill>
          <a:ln w="12700">
            <a:solidFill>
              <a:srgbClr val="C9B79C"/>
            </a:solidFill>
            <a:prstDash val="solid"/>
          </a:ln>
        </p:spPr>
      </p:sp>
      <p:sp>
        <p:nvSpPr>
          <p:cNvPr id="47" name="Shape 39"/>
          <p:cNvSpPr/>
          <p:nvPr/>
        </p:nvSpPr>
        <p:spPr>
          <a:xfrm>
            <a:off x="4041836" y="1924988"/>
            <a:ext cx="769410" cy="556449"/>
          </a:xfrm>
          <a:prstGeom prst="rect">
            <a:avLst/>
          </a:prstGeom>
          <a:solidFill>
            <a:srgbClr val="E6F2EC"/>
          </a:solidFill>
          <a:ln w="12700">
            <a:solidFill>
              <a:srgbClr val="E6F2EC"/>
            </a:solidFill>
            <a:prstDash val="solid"/>
          </a:ln>
        </p:spPr>
      </p:sp>
      <p:sp>
        <p:nvSpPr>
          <p:cNvPr id="48" name="Shape 40"/>
          <p:cNvSpPr/>
          <p:nvPr/>
        </p:nvSpPr>
        <p:spPr>
          <a:xfrm>
            <a:off x="3997869" y="1739505"/>
            <a:ext cx="857343" cy="210214"/>
          </a:xfrm>
          <a:prstGeom prst="triangle">
            <a:avLst/>
          </a:prstGeom>
          <a:solidFill>
            <a:srgbClr val="1F7A5C"/>
          </a:solidFill>
          <a:ln/>
        </p:spPr>
      </p:sp>
      <p:sp>
        <p:nvSpPr>
          <p:cNvPr id="49" name="Shape 41"/>
          <p:cNvSpPr/>
          <p:nvPr/>
        </p:nvSpPr>
        <p:spPr>
          <a:xfrm>
            <a:off x="3401731" y="2147567"/>
            <a:ext cx="181051" cy="181051"/>
          </a:xfrm>
          <a:prstGeom prst="ellipse">
            <a:avLst/>
          </a:prstGeom>
          <a:solidFill>
            <a:srgbClr val="E8C39E"/>
          </a:solidFill>
          <a:ln/>
        </p:spPr>
      </p:sp>
      <p:sp>
        <p:nvSpPr>
          <p:cNvPr id="50" name="Shape 42"/>
          <p:cNvSpPr/>
          <p:nvPr/>
        </p:nvSpPr>
        <p:spPr>
          <a:xfrm>
            <a:off x="3351439" y="2338677"/>
            <a:ext cx="281635" cy="377190"/>
          </a:xfrm>
          <a:prstGeom prst="roundRect">
            <a:avLst>
              <a:gd name="adj" fmla="val 21429"/>
            </a:avLst>
          </a:prstGeom>
          <a:solidFill>
            <a:srgbClr val="1F7A5C"/>
          </a:solidFill>
          <a:ln w="12700">
            <a:solidFill>
              <a:srgbClr val="1F7A5C"/>
            </a:solidFill>
            <a:prstDash val="solid"/>
          </a:ln>
        </p:spPr>
      </p:sp>
      <p:sp>
        <p:nvSpPr>
          <p:cNvPr id="51" name="Shape 43"/>
          <p:cNvSpPr/>
          <p:nvPr/>
        </p:nvSpPr>
        <p:spPr>
          <a:xfrm>
            <a:off x="3391673" y="2117392"/>
            <a:ext cx="201168" cy="100584"/>
          </a:xfrm>
          <a:prstGeom prst="ellipse">
            <a:avLst/>
          </a:prstGeom>
          <a:solidFill>
            <a:srgbClr val="FFFFFF"/>
          </a:solidFill>
          <a:ln/>
        </p:spPr>
      </p:sp>
      <p:sp>
        <p:nvSpPr>
          <p:cNvPr id="52" name="Shape 44"/>
          <p:cNvSpPr/>
          <p:nvPr/>
        </p:nvSpPr>
        <p:spPr>
          <a:xfrm>
            <a:off x="587776" y="3005669"/>
            <a:ext cx="4950927" cy="960120"/>
          </a:xfrm>
          <a:prstGeom prst="rect">
            <a:avLst/>
          </a:prstGeom>
          <a:solidFill>
            <a:srgbClr val="16161C"/>
          </a:solidFill>
          <a:ln w="12700">
            <a:solidFill>
              <a:srgbClr val="16161C"/>
            </a:solidFill>
            <a:prstDash val="solid"/>
          </a:ln>
        </p:spPr>
      </p:sp>
      <p:sp>
        <p:nvSpPr>
          <p:cNvPr id="53" name="Text 45"/>
          <p:cNvSpPr txBox="1"/>
          <p:nvPr/>
        </p:nvSpPr>
        <p:spPr>
          <a:xfrm>
            <a:off x="1136416" y="3005669"/>
            <a:ext cx="4310847" cy="118872"/>
          </a:xfrm>
          <a:prstGeom prst="rect">
            <a:avLst/>
          </a:prstGeom>
          <a:noFill/>
          <a:ln/>
        </p:spPr>
        <p:txBody>
          <a:bodyPr wrap="square" lIns="0" tIns="0" rIns="0" bIns="0" rtlCol="0" anchor="t"/>
          <a:lstStyle/>
          <a:p>
            <a:pPr indent="0" marL="0">
              <a:buNone/>
            </a:pPr>
            <a:r>
              <a:rPr lang="en-US" sz="500" dirty="0">
                <a:solidFill>
                  <a:srgbClr val="999999"/>
                </a:solidFill>
                <a:latin typeface="Calibri" pitchFamily="34" charset="0"/>
                <a:ea typeface="Calibri" pitchFamily="34" charset="-122"/>
                <a:cs typeface="Calibri" pitchFamily="34" charset="-120"/>
              </a:rPr>
              <a:t>0:00        0:15        0:30        0:45        1:00</a:t>
            </a:r>
            <a:endParaRPr lang="en-US" sz="500" dirty="0"/>
          </a:p>
        </p:txBody>
      </p:sp>
      <p:sp>
        <p:nvSpPr>
          <p:cNvPr id="54" name="Shape 46"/>
          <p:cNvSpPr/>
          <p:nvPr/>
        </p:nvSpPr>
        <p:spPr>
          <a:xfrm>
            <a:off x="1136416" y="3188549"/>
            <a:ext cx="822960" cy="164592"/>
          </a:xfrm>
          <a:prstGeom prst="roundRect">
            <a:avLst>
              <a:gd name="adj" fmla="val 16667"/>
            </a:avLst>
          </a:prstGeom>
          <a:solidFill>
            <a:srgbClr val="E0A82E"/>
          </a:solidFill>
          <a:ln w="12700">
            <a:solidFill>
              <a:srgbClr val="E0A82E"/>
            </a:solidFill>
            <a:prstDash val="solid"/>
          </a:ln>
        </p:spPr>
      </p:sp>
      <p:sp>
        <p:nvSpPr>
          <p:cNvPr id="55" name="Text 47"/>
          <p:cNvSpPr txBox="1"/>
          <p:nvPr/>
        </p:nvSpPr>
        <p:spPr>
          <a:xfrm>
            <a:off x="1182136" y="3188549"/>
            <a:ext cx="822960" cy="164592"/>
          </a:xfrm>
          <a:prstGeom prst="rect">
            <a:avLst/>
          </a:prstGeom>
          <a:noFill/>
          <a:ln/>
        </p:spPr>
        <p:txBody>
          <a:bodyPr wrap="square" lIns="0" tIns="0" rIns="0" bIns="0" rtlCol="0" anchor="ctr"/>
          <a:lstStyle/>
          <a:p>
            <a:pPr indent="0" marL="0">
              <a:buNone/>
            </a:pPr>
            <a:r>
              <a:rPr lang="en-US" sz="600" dirty="0">
                <a:solidFill>
                  <a:srgbClr val="111111"/>
                </a:solidFill>
                <a:latin typeface="Calibri" pitchFamily="34" charset="0"/>
                <a:ea typeface="Calibri" pitchFamily="34" charset="-122"/>
                <a:cs typeface="Calibri" pitchFamily="34" charset="-120"/>
              </a:rPr>
              <a:t>T  Adab Masuk Masjid</a:t>
            </a:r>
            <a:endParaRPr lang="en-US" sz="600" dirty="0"/>
          </a:p>
        </p:txBody>
      </p:sp>
      <p:sp>
        <p:nvSpPr>
          <p:cNvPr id="56" name="Shape 48"/>
          <p:cNvSpPr/>
          <p:nvPr/>
        </p:nvSpPr>
        <p:spPr>
          <a:xfrm>
            <a:off x="1136416" y="3417149"/>
            <a:ext cx="909982" cy="292608"/>
          </a:xfrm>
          <a:prstGeom prst="roundRect">
            <a:avLst>
              <a:gd name="adj" fmla="val 9375"/>
            </a:avLst>
          </a:prstGeom>
          <a:solidFill>
            <a:srgbClr val="6B8E9E"/>
          </a:solidFill>
          <a:ln w="6350">
            <a:solidFill>
              <a:srgbClr val="16161C"/>
            </a:solidFill>
            <a:prstDash val="solid"/>
          </a:ln>
        </p:spPr>
      </p:sp>
      <p:sp>
        <p:nvSpPr>
          <p:cNvPr id="57" name="Text 49"/>
          <p:cNvSpPr txBox="1"/>
          <p:nvPr/>
        </p:nvSpPr>
        <p:spPr>
          <a:xfrm>
            <a:off x="1172992" y="3417149"/>
            <a:ext cx="909982"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1</a:t>
            </a:r>
            <a:endParaRPr lang="en-US" sz="600" dirty="0"/>
          </a:p>
        </p:txBody>
      </p:sp>
      <p:sp>
        <p:nvSpPr>
          <p:cNvPr id="58" name="Shape 50"/>
          <p:cNvSpPr/>
          <p:nvPr/>
        </p:nvSpPr>
        <p:spPr>
          <a:xfrm>
            <a:off x="2064686" y="3417149"/>
            <a:ext cx="741205" cy="292608"/>
          </a:xfrm>
          <a:prstGeom prst="roundRect">
            <a:avLst>
              <a:gd name="adj" fmla="val 9375"/>
            </a:avLst>
          </a:prstGeom>
          <a:solidFill>
            <a:srgbClr val="8E7B6B"/>
          </a:solidFill>
          <a:ln w="6350">
            <a:solidFill>
              <a:srgbClr val="16161C"/>
            </a:solidFill>
            <a:prstDash val="solid"/>
          </a:ln>
        </p:spPr>
      </p:sp>
      <p:sp>
        <p:nvSpPr>
          <p:cNvPr id="59" name="Text 51"/>
          <p:cNvSpPr txBox="1"/>
          <p:nvPr/>
        </p:nvSpPr>
        <p:spPr>
          <a:xfrm>
            <a:off x="2101262" y="3417149"/>
            <a:ext cx="741205"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2</a:t>
            </a:r>
            <a:endParaRPr lang="en-US" sz="600" dirty="0"/>
          </a:p>
        </p:txBody>
      </p:sp>
      <p:sp>
        <p:nvSpPr>
          <p:cNvPr id="60" name="Shape 52"/>
          <p:cNvSpPr/>
          <p:nvPr/>
        </p:nvSpPr>
        <p:spPr>
          <a:xfrm>
            <a:off x="2824179" y="3417149"/>
            <a:ext cx="1036564" cy="292608"/>
          </a:xfrm>
          <a:prstGeom prst="roundRect">
            <a:avLst>
              <a:gd name="adj" fmla="val 9375"/>
            </a:avLst>
          </a:prstGeom>
          <a:solidFill>
            <a:srgbClr val="6B9E7B"/>
          </a:solidFill>
          <a:ln w="6350">
            <a:solidFill>
              <a:srgbClr val="16161C"/>
            </a:solidFill>
            <a:prstDash val="solid"/>
          </a:ln>
        </p:spPr>
      </p:sp>
      <p:sp>
        <p:nvSpPr>
          <p:cNvPr id="61" name="Text 53"/>
          <p:cNvSpPr txBox="1"/>
          <p:nvPr/>
        </p:nvSpPr>
        <p:spPr>
          <a:xfrm>
            <a:off x="2860755" y="3417149"/>
            <a:ext cx="1036564"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3</a:t>
            </a:r>
            <a:endParaRPr lang="en-US" sz="600" dirty="0"/>
          </a:p>
        </p:txBody>
      </p:sp>
      <p:sp>
        <p:nvSpPr>
          <p:cNvPr id="62" name="Shape 54"/>
          <p:cNvSpPr/>
          <p:nvPr/>
        </p:nvSpPr>
        <p:spPr>
          <a:xfrm>
            <a:off x="3879031" y="3417149"/>
            <a:ext cx="825593" cy="292608"/>
          </a:xfrm>
          <a:prstGeom prst="roundRect">
            <a:avLst>
              <a:gd name="adj" fmla="val 9375"/>
            </a:avLst>
          </a:prstGeom>
          <a:solidFill>
            <a:srgbClr val="9E6B8E"/>
          </a:solidFill>
          <a:ln w="6350">
            <a:solidFill>
              <a:srgbClr val="16161C"/>
            </a:solidFill>
            <a:prstDash val="solid"/>
          </a:ln>
        </p:spPr>
      </p:sp>
      <p:sp>
        <p:nvSpPr>
          <p:cNvPr id="63" name="Text 55"/>
          <p:cNvSpPr txBox="1"/>
          <p:nvPr/>
        </p:nvSpPr>
        <p:spPr>
          <a:xfrm>
            <a:off x="3915607" y="3417149"/>
            <a:ext cx="825593"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4</a:t>
            </a:r>
            <a:endParaRPr lang="en-US" sz="600" dirty="0"/>
          </a:p>
        </p:txBody>
      </p:sp>
      <p:sp>
        <p:nvSpPr>
          <p:cNvPr id="64" name="Shape 56"/>
          <p:cNvSpPr/>
          <p:nvPr/>
        </p:nvSpPr>
        <p:spPr>
          <a:xfrm>
            <a:off x="596920" y="2043437"/>
            <a:ext cx="475488" cy="384048"/>
          </a:xfrm>
          <a:prstGeom prst="roundRect">
            <a:avLst>
              <a:gd name="adj" fmla="val 11905"/>
            </a:avLst>
          </a:prstGeom>
          <a:solidFill>
            <a:srgbClr val="FFFFFF">
              <a:alpha val="0"/>
            </a:srgbClr>
          </a:solidFill>
          <a:ln w="31750">
            <a:solidFill>
              <a:srgbClr val="E53935"/>
            </a:solidFill>
            <a:prstDash val="solid"/>
          </a:ln>
        </p:spPr>
      </p:sp>
      <p:sp>
        <p:nvSpPr>
          <p:cNvPr id="65" name="Shape 57"/>
          <p:cNvSpPr/>
          <p:nvPr/>
        </p:nvSpPr>
        <p:spPr>
          <a:xfrm>
            <a:off x="935248" y="1906277"/>
            <a:ext cx="274320" cy="274320"/>
          </a:xfrm>
          <a:prstGeom prst="ellipse">
            <a:avLst/>
          </a:prstGeom>
          <a:solidFill>
            <a:srgbClr val="E53935"/>
          </a:solidFill>
          <a:ln w="12700">
            <a:solidFill>
              <a:srgbClr val="FFFFFF"/>
            </a:solidFill>
            <a:prstDash val="solid"/>
          </a:ln>
        </p:spPr>
      </p:sp>
      <p:sp>
        <p:nvSpPr>
          <p:cNvPr id="66" name="Text 58"/>
          <p:cNvSpPr txBox="1"/>
          <p:nvPr/>
        </p:nvSpPr>
        <p:spPr>
          <a:xfrm>
            <a:off x="935248" y="19062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7" name="Image 6" descr="preencoded.png">    </p:cNvPr>
          <p:cNvPicPr>
            <a:picLocks noChangeAspect="1"/>
          </p:cNvPicPr>
          <p:nvPr/>
        </p:nvPicPr>
        <p:blipFill>
          <a:blip r:embed="rId7"/>
          <a:stretch>
            <a:fillRect/>
          </a:stretch>
        </p:blipFill>
        <p:spPr>
          <a:xfrm>
            <a:off x="856610" y="2252835"/>
            <a:ext cx="237744" cy="237744"/>
          </a:xfrm>
          <a:prstGeom prst="rect">
            <a:avLst/>
          </a:prstGeom>
        </p:spPr>
      </p:pic>
      <p:sp>
        <p:nvSpPr>
          <p:cNvPr id="68" name="Shape 59"/>
          <p:cNvSpPr/>
          <p:nvPr/>
        </p:nvSpPr>
        <p:spPr>
          <a:xfrm>
            <a:off x="1145560" y="2134877"/>
            <a:ext cx="1124712" cy="365760"/>
          </a:xfrm>
          <a:prstGeom prst="roundRect">
            <a:avLst>
              <a:gd name="adj" fmla="val 12500"/>
            </a:avLst>
          </a:prstGeom>
          <a:solidFill>
            <a:srgbClr val="FFFFFF">
              <a:alpha val="0"/>
            </a:srgbClr>
          </a:solidFill>
          <a:ln w="31750">
            <a:solidFill>
              <a:srgbClr val="E53935"/>
            </a:solidFill>
            <a:prstDash val="solid"/>
          </a:ln>
        </p:spPr>
      </p:sp>
      <p:sp>
        <p:nvSpPr>
          <p:cNvPr id="69" name="Shape 60"/>
          <p:cNvSpPr/>
          <p:nvPr/>
        </p:nvSpPr>
        <p:spPr>
          <a:xfrm>
            <a:off x="2133112" y="1997717"/>
            <a:ext cx="274320" cy="274320"/>
          </a:xfrm>
          <a:prstGeom prst="ellipse">
            <a:avLst/>
          </a:prstGeom>
          <a:solidFill>
            <a:srgbClr val="E53935"/>
          </a:solidFill>
          <a:ln w="12700">
            <a:solidFill>
              <a:srgbClr val="FFFFFF"/>
            </a:solidFill>
            <a:prstDash val="solid"/>
          </a:ln>
        </p:spPr>
      </p:sp>
      <p:sp>
        <p:nvSpPr>
          <p:cNvPr id="70" name="Text 61"/>
          <p:cNvSpPr txBox="1"/>
          <p:nvPr/>
        </p:nvSpPr>
        <p:spPr>
          <a:xfrm>
            <a:off x="2133112" y="19977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1" name="Image 7" descr="preencoded.png">    </p:cNvPr>
          <p:cNvPicPr>
            <a:picLocks noChangeAspect="1"/>
          </p:cNvPicPr>
          <p:nvPr/>
        </p:nvPicPr>
        <p:blipFill>
          <a:blip r:embed="rId8"/>
          <a:stretch>
            <a:fillRect/>
          </a:stretch>
        </p:blipFill>
        <p:spPr>
          <a:xfrm>
            <a:off x="1762323" y="2334216"/>
            <a:ext cx="237744" cy="237744"/>
          </a:xfrm>
          <a:prstGeom prst="rect">
            <a:avLst/>
          </a:prstGeom>
        </p:spPr>
      </p:pic>
      <p:sp>
        <p:nvSpPr>
          <p:cNvPr id="72" name="Text 6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73" name="Text 6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Text, pilih gaya judul</a:t>
            </a:r>
            <a:endParaRPr lang="en-US" sz="1800" dirty="0"/>
          </a:p>
        </p:txBody>
      </p:sp>
      <p:sp>
        <p:nvSpPr>
          <p:cNvPr id="74" name="Text 6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menu Text di kiri. Seret satu gaya teks ke timeline, di atas klip pertama.</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Teks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781888"/>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2B2B33"/>
          </a:solidFill>
          <a:ln w="12700">
            <a:solidFill>
              <a:srgbClr val="2B2B33"/>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Clipchamp - Video editor</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562432"/>
          </a:xfrm>
          <a:prstGeom prst="rect">
            <a:avLst/>
          </a:prstGeom>
          <a:solidFill>
            <a:srgbClr val="1F1F26"/>
          </a:solidFill>
          <a:ln w="12700">
            <a:solidFill>
              <a:srgbClr val="1F1F26"/>
            </a:solidFill>
            <a:prstDash val="solid"/>
          </a:ln>
        </p:spPr>
      </p:sp>
      <p:sp>
        <p:nvSpPr>
          <p:cNvPr id="23" name="Text 19"/>
          <p:cNvSpPr txBox="1"/>
          <p:nvPr/>
        </p:nvSpPr>
        <p:spPr>
          <a:xfrm>
            <a:off x="679216" y="1421645"/>
            <a:ext cx="18288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Video_Adab_Kelompok1</a:t>
            </a:r>
            <a:endParaRPr lang="en-US" sz="750" dirty="0"/>
          </a:p>
        </p:txBody>
      </p:sp>
      <p:sp>
        <p:nvSpPr>
          <p:cNvPr id="24" name="Shape 20"/>
          <p:cNvSpPr/>
          <p:nvPr/>
        </p:nvSpPr>
        <p:spPr>
          <a:xfrm>
            <a:off x="4852904" y="1430789"/>
            <a:ext cx="594360" cy="201168"/>
          </a:xfrm>
          <a:prstGeom prst="roundRect">
            <a:avLst>
              <a:gd name="adj" fmla="val 22727"/>
            </a:avLst>
          </a:prstGeom>
          <a:solidFill>
            <a:srgbClr val="7B5CFA"/>
          </a:solidFill>
          <a:ln w="12700">
            <a:solidFill>
              <a:srgbClr val="7B5CFA"/>
            </a:solidFill>
            <a:prstDash val="solid"/>
          </a:ln>
        </p:spPr>
      </p:sp>
      <p:sp>
        <p:nvSpPr>
          <p:cNvPr id="25" name="Text 21"/>
          <p:cNvSpPr txBox="1"/>
          <p:nvPr/>
        </p:nvSpPr>
        <p:spPr>
          <a:xfrm>
            <a:off x="4852904" y="1430789"/>
            <a:ext cx="594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Export</a:t>
            </a:r>
            <a:endParaRPr lang="en-US" sz="750" dirty="0"/>
          </a:p>
        </p:txBody>
      </p:sp>
      <p:pic>
        <p:nvPicPr>
          <p:cNvPr id="26" name="Image 2" descr="preencoded.png">    </p:cNvPr>
          <p:cNvPicPr>
            <a:picLocks noChangeAspect="1"/>
          </p:cNvPicPr>
          <p:nvPr/>
        </p:nvPicPr>
        <p:blipFill>
          <a:blip r:embed="rId3"/>
          <a:stretch>
            <a:fillRect/>
          </a:stretch>
        </p:blipFill>
        <p:spPr>
          <a:xfrm>
            <a:off x="761512" y="1705109"/>
            <a:ext cx="146304" cy="146304"/>
          </a:xfrm>
          <a:prstGeom prst="rect">
            <a:avLst/>
          </a:prstGeom>
        </p:spPr>
      </p:pic>
      <p:sp>
        <p:nvSpPr>
          <p:cNvPr id="27" name="Text 22"/>
          <p:cNvSpPr txBox="1"/>
          <p:nvPr/>
        </p:nvSpPr>
        <p:spPr>
          <a:xfrm>
            <a:off x="596920" y="1869701"/>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Media</a:t>
            </a:r>
            <a:endParaRPr lang="en-US" sz="500" dirty="0"/>
          </a:p>
        </p:txBody>
      </p:sp>
      <p:sp>
        <p:nvSpPr>
          <p:cNvPr id="28" name="Shape 23"/>
          <p:cNvSpPr/>
          <p:nvPr/>
        </p:nvSpPr>
        <p:spPr>
          <a:xfrm>
            <a:off x="615208" y="2061725"/>
            <a:ext cx="438912" cy="347472"/>
          </a:xfrm>
          <a:prstGeom prst="roundRect">
            <a:avLst>
              <a:gd name="adj" fmla="val 10526"/>
            </a:avLst>
          </a:prstGeom>
          <a:solidFill>
            <a:srgbClr val="3A3A46"/>
          </a:solidFill>
          <a:ln w="12700">
            <a:solidFill>
              <a:srgbClr val="3A3A46"/>
            </a:solidFill>
            <a:prstDash val="solid"/>
          </a:ln>
        </p:spPr>
      </p:sp>
      <p:pic>
        <p:nvPicPr>
          <p:cNvPr id="29" name="Image 3" descr="preencoded.png">    </p:cNvPr>
          <p:cNvPicPr>
            <a:picLocks noChangeAspect="1"/>
          </p:cNvPicPr>
          <p:nvPr/>
        </p:nvPicPr>
        <p:blipFill>
          <a:blip r:embed="rId4"/>
          <a:stretch>
            <a:fillRect/>
          </a:stretch>
        </p:blipFill>
        <p:spPr>
          <a:xfrm>
            <a:off x="761512" y="2089157"/>
            <a:ext cx="146304" cy="146304"/>
          </a:xfrm>
          <a:prstGeom prst="rect">
            <a:avLst/>
          </a:prstGeom>
        </p:spPr>
      </p:pic>
      <p:sp>
        <p:nvSpPr>
          <p:cNvPr id="30" name="Text 24"/>
          <p:cNvSpPr txBox="1"/>
          <p:nvPr/>
        </p:nvSpPr>
        <p:spPr>
          <a:xfrm>
            <a:off x="596920" y="2253749"/>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Text</a:t>
            </a:r>
            <a:endParaRPr lang="en-US" sz="500" dirty="0"/>
          </a:p>
        </p:txBody>
      </p:sp>
      <p:pic>
        <p:nvPicPr>
          <p:cNvPr id="31" name="Image 4" descr="preencoded.png">    </p:cNvPr>
          <p:cNvPicPr>
            <a:picLocks noChangeAspect="1"/>
          </p:cNvPicPr>
          <p:nvPr/>
        </p:nvPicPr>
        <p:blipFill>
          <a:blip r:embed="rId5"/>
          <a:stretch>
            <a:fillRect/>
          </a:stretch>
        </p:blipFill>
        <p:spPr>
          <a:xfrm>
            <a:off x="761512" y="2473205"/>
            <a:ext cx="146304" cy="146304"/>
          </a:xfrm>
          <a:prstGeom prst="rect">
            <a:avLst/>
          </a:prstGeom>
        </p:spPr>
      </p:pic>
      <p:sp>
        <p:nvSpPr>
          <p:cNvPr id="32" name="Text 25"/>
          <p:cNvSpPr txBox="1"/>
          <p:nvPr/>
        </p:nvSpPr>
        <p:spPr>
          <a:xfrm>
            <a:off x="596920" y="2637797"/>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Audio</a:t>
            </a:r>
            <a:endParaRPr lang="en-US" sz="500" dirty="0"/>
          </a:p>
        </p:txBody>
      </p:sp>
      <p:pic>
        <p:nvPicPr>
          <p:cNvPr id="33" name="Image 5" descr="preencoded.png">    </p:cNvPr>
          <p:cNvPicPr>
            <a:picLocks noChangeAspect="1"/>
          </p:cNvPicPr>
          <p:nvPr/>
        </p:nvPicPr>
        <p:blipFill>
          <a:blip r:embed="rId6"/>
          <a:stretch>
            <a:fillRect/>
          </a:stretch>
        </p:blipFill>
        <p:spPr>
          <a:xfrm>
            <a:off x="761512" y="2857253"/>
            <a:ext cx="146304" cy="146304"/>
          </a:xfrm>
          <a:prstGeom prst="rect">
            <a:avLst/>
          </a:prstGeom>
        </p:spPr>
      </p:pic>
      <p:sp>
        <p:nvSpPr>
          <p:cNvPr id="34" name="Text 26"/>
          <p:cNvSpPr txBox="1"/>
          <p:nvPr/>
        </p:nvSpPr>
        <p:spPr>
          <a:xfrm>
            <a:off x="596920" y="3021845"/>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Transitions</a:t>
            </a:r>
            <a:endParaRPr lang="en-US" sz="500" dirty="0"/>
          </a:p>
        </p:txBody>
      </p:sp>
      <p:sp>
        <p:nvSpPr>
          <p:cNvPr id="35" name="Shape 27"/>
          <p:cNvSpPr/>
          <p:nvPr/>
        </p:nvSpPr>
        <p:spPr>
          <a:xfrm>
            <a:off x="1090696" y="1677677"/>
            <a:ext cx="1234440" cy="1282272"/>
          </a:xfrm>
          <a:prstGeom prst="roundRect">
            <a:avLst>
              <a:gd name="adj" fmla="val 2963"/>
            </a:avLst>
          </a:prstGeom>
          <a:solidFill>
            <a:srgbClr val="2A2A33"/>
          </a:solidFill>
          <a:ln w="12700">
            <a:solidFill>
              <a:srgbClr val="2A2A33"/>
            </a:solidFill>
            <a:prstDash val="solid"/>
          </a:ln>
        </p:spPr>
      </p:sp>
      <p:sp>
        <p:nvSpPr>
          <p:cNvPr id="36" name="Shape 28"/>
          <p:cNvSpPr/>
          <p:nvPr/>
        </p:nvSpPr>
        <p:spPr>
          <a:xfrm>
            <a:off x="1163848" y="1769117"/>
            <a:ext cx="1088136" cy="329184"/>
          </a:xfrm>
          <a:prstGeom prst="roundRect">
            <a:avLst>
              <a:gd name="adj" fmla="val 11111"/>
            </a:avLst>
          </a:prstGeom>
          <a:solidFill>
            <a:srgbClr val="3A3A46"/>
          </a:solidFill>
          <a:ln w="12700">
            <a:solidFill>
              <a:srgbClr val="3A3A46"/>
            </a:solidFill>
            <a:prstDash val="solid"/>
          </a:ln>
        </p:spPr>
      </p:sp>
      <p:sp>
        <p:nvSpPr>
          <p:cNvPr id="37" name="Text 29"/>
          <p:cNvSpPr txBox="1"/>
          <p:nvPr/>
        </p:nvSpPr>
        <p:spPr>
          <a:xfrm>
            <a:off x="1163848" y="1769117"/>
            <a:ext cx="1088136" cy="32918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Judul polos</a:t>
            </a:r>
            <a:endParaRPr lang="en-US" sz="800" dirty="0"/>
          </a:p>
        </p:txBody>
      </p:sp>
      <p:sp>
        <p:nvSpPr>
          <p:cNvPr id="38" name="Shape 30"/>
          <p:cNvSpPr/>
          <p:nvPr/>
        </p:nvSpPr>
        <p:spPr>
          <a:xfrm>
            <a:off x="1163848" y="2153165"/>
            <a:ext cx="1088136" cy="329184"/>
          </a:xfrm>
          <a:prstGeom prst="roundRect">
            <a:avLst>
              <a:gd name="adj" fmla="val 11111"/>
            </a:avLst>
          </a:prstGeom>
          <a:solidFill>
            <a:srgbClr val="3A3A46"/>
          </a:solidFill>
          <a:ln w="12700">
            <a:solidFill>
              <a:srgbClr val="3A3A46"/>
            </a:solidFill>
            <a:prstDash val="solid"/>
          </a:ln>
        </p:spPr>
      </p:sp>
      <p:sp>
        <p:nvSpPr>
          <p:cNvPr id="39" name="Text 31"/>
          <p:cNvSpPr txBox="1"/>
          <p:nvPr/>
        </p:nvSpPr>
        <p:spPr>
          <a:xfrm>
            <a:off x="1163848" y="2153165"/>
            <a:ext cx="1088136"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Judul tebal</a:t>
            </a:r>
            <a:endParaRPr lang="en-US" sz="800" dirty="0"/>
          </a:p>
        </p:txBody>
      </p:sp>
      <p:sp>
        <p:nvSpPr>
          <p:cNvPr id="40" name="Shape 32"/>
          <p:cNvSpPr/>
          <p:nvPr/>
        </p:nvSpPr>
        <p:spPr>
          <a:xfrm>
            <a:off x="1163848" y="2537213"/>
            <a:ext cx="1088136" cy="329184"/>
          </a:xfrm>
          <a:prstGeom prst="roundRect">
            <a:avLst>
              <a:gd name="adj" fmla="val 11111"/>
            </a:avLst>
          </a:prstGeom>
          <a:solidFill>
            <a:srgbClr val="3A3A46"/>
          </a:solidFill>
          <a:ln w="12700">
            <a:solidFill>
              <a:srgbClr val="3A3A46"/>
            </a:solidFill>
            <a:prstDash val="solid"/>
          </a:ln>
        </p:spPr>
      </p:sp>
      <p:sp>
        <p:nvSpPr>
          <p:cNvPr id="41" name="Text 33"/>
          <p:cNvSpPr txBox="1"/>
          <p:nvPr/>
        </p:nvSpPr>
        <p:spPr>
          <a:xfrm>
            <a:off x="1163848" y="2537213"/>
            <a:ext cx="1088136" cy="32918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Subtitle</a:t>
            </a:r>
            <a:endParaRPr lang="en-US" sz="800" dirty="0"/>
          </a:p>
        </p:txBody>
      </p:sp>
      <p:sp>
        <p:nvSpPr>
          <p:cNvPr id="42" name="Shape 34"/>
          <p:cNvSpPr/>
          <p:nvPr/>
        </p:nvSpPr>
        <p:spPr>
          <a:xfrm>
            <a:off x="1163848" y="2921261"/>
            <a:ext cx="1088136" cy="329184"/>
          </a:xfrm>
          <a:prstGeom prst="roundRect">
            <a:avLst>
              <a:gd name="adj" fmla="val 11111"/>
            </a:avLst>
          </a:prstGeom>
          <a:solidFill>
            <a:srgbClr val="3A3A46"/>
          </a:solidFill>
          <a:ln w="12700">
            <a:solidFill>
              <a:srgbClr val="3A3A46"/>
            </a:solidFill>
            <a:prstDash val="solid"/>
          </a:ln>
        </p:spPr>
      </p:sp>
      <p:sp>
        <p:nvSpPr>
          <p:cNvPr id="43" name="Text 35"/>
          <p:cNvSpPr txBox="1"/>
          <p:nvPr/>
        </p:nvSpPr>
        <p:spPr>
          <a:xfrm>
            <a:off x="1163848" y="2921261"/>
            <a:ext cx="1088136" cy="32918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Lower third</a:t>
            </a:r>
            <a:endParaRPr lang="en-US" sz="800" dirty="0"/>
          </a:p>
        </p:txBody>
      </p:sp>
      <p:sp>
        <p:nvSpPr>
          <p:cNvPr id="44" name="Shape 36"/>
          <p:cNvSpPr/>
          <p:nvPr/>
        </p:nvSpPr>
        <p:spPr>
          <a:xfrm>
            <a:off x="2832762" y="1677677"/>
            <a:ext cx="2198315" cy="1236552"/>
          </a:xfrm>
          <a:prstGeom prst="rect">
            <a:avLst/>
          </a:prstGeom>
          <a:solidFill>
            <a:srgbClr val="6B8E9E"/>
          </a:solidFill>
          <a:ln w="12700">
            <a:solidFill>
              <a:srgbClr val="6B8E9E"/>
            </a:solidFill>
            <a:prstDash val="solid"/>
          </a:ln>
        </p:spPr>
      </p:sp>
      <p:sp>
        <p:nvSpPr>
          <p:cNvPr id="45" name="Shape 37"/>
          <p:cNvSpPr/>
          <p:nvPr/>
        </p:nvSpPr>
        <p:spPr>
          <a:xfrm>
            <a:off x="2832762" y="1677677"/>
            <a:ext cx="2198315" cy="1236552"/>
          </a:xfrm>
          <a:prstGeom prst="rect">
            <a:avLst/>
          </a:prstGeom>
          <a:solidFill>
            <a:srgbClr val="A9C7D6"/>
          </a:solidFill>
          <a:ln w="12700">
            <a:solidFill>
              <a:srgbClr val="A9C7D6"/>
            </a:solidFill>
            <a:prstDash val="solid"/>
          </a:ln>
        </p:spPr>
      </p:sp>
      <p:sp>
        <p:nvSpPr>
          <p:cNvPr id="46" name="Shape 38"/>
          <p:cNvSpPr/>
          <p:nvPr/>
        </p:nvSpPr>
        <p:spPr>
          <a:xfrm>
            <a:off x="2832762" y="2481436"/>
            <a:ext cx="2198315" cy="432793"/>
          </a:xfrm>
          <a:prstGeom prst="rect">
            <a:avLst/>
          </a:prstGeom>
          <a:solidFill>
            <a:srgbClr val="C9B79C"/>
          </a:solidFill>
          <a:ln w="12700">
            <a:solidFill>
              <a:srgbClr val="C9B79C"/>
            </a:solidFill>
            <a:prstDash val="solid"/>
          </a:ln>
        </p:spPr>
      </p:sp>
      <p:sp>
        <p:nvSpPr>
          <p:cNvPr id="47" name="Shape 39"/>
          <p:cNvSpPr/>
          <p:nvPr/>
        </p:nvSpPr>
        <p:spPr>
          <a:xfrm>
            <a:off x="4041836" y="1924988"/>
            <a:ext cx="769410" cy="556449"/>
          </a:xfrm>
          <a:prstGeom prst="rect">
            <a:avLst/>
          </a:prstGeom>
          <a:solidFill>
            <a:srgbClr val="E6F2EC"/>
          </a:solidFill>
          <a:ln w="12700">
            <a:solidFill>
              <a:srgbClr val="E6F2EC"/>
            </a:solidFill>
            <a:prstDash val="solid"/>
          </a:ln>
        </p:spPr>
      </p:sp>
      <p:sp>
        <p:nvSpPr>
          <p:cNvPr id="48" name="Shape 40"/>
          <p:cNvSpPr/>
          <p:nvPr/>
        </p:nvSpPr>
        <p:spPr>
          <a:xfrm>
            <a:off x="3997869" y="1739505"/>
            <a:ext cx="857343" cy="210214"/>
          </a:xfrm>
          <a:prstGeom prst="triangle">
            <a:avLst/>
          </a:prstGeom>
          <a:solidFill>
            <a:srgbClr val="1F7A5C"/>
          </a:solidFill>
          <a:ln/>
        </p:spPr>
      </p:sp>
      <p:sp>
        <p:nvSpPr>
          <p:cNvPr id="49" name="Shape 41"/>
          <p:cNvSpPr/>
          <p:nvPr/>
        </p:nvSpPr>
        <p:spPr>
          <a:xfrm>
            <a:off x="3401731" y="2147567"/>
            <a:ext cx="181051" cy="181051"/>
          </a:xfrm>
          <a:prstGeom prst="ellipse">
            <a:avLst/>
          </a:prstGeom>
          <a:solidFill>
            <a:srgbClr val="E8C39E"/>
          </a:solidFill>
          <a:ln/>
        </p:spPr>
      </p:sp>
      <p:sp>
        <p:nvSpPr>
          <p:cNvPr id="50" name="Shape 42"/>
          <p:cNvSpPr/>
          <p:nvPr/>
        </p:nvSpPr>
        <p:spPr>
          <a:xfrm>
            <a:off x="3351439" y="2338677"/>
            <a:ext cx="281635" cy="377190"/>
          </a:xfrm>
          <a:prstGeom prst="roundRect">
            <a:avLst>
              <a:gd name="adj" fmla="val 21429"/>
            </a:avLst>
          </a:prstGeom>
          <a:solidFill>
            <a:srgbClr val="1F7A5C"/>
          </a:solidFill>
          <a:ln w="12700">
            <a:solidFill>
              <a:srgbClr val="1F7A5C"/>
            </a:solidFill>
            <a:prstDash val="solid"/>
          </a:ln>
        </p:spPr>
      </p:sp>
      <p:sp>
        <p:nvSpPr>
          <p:cNvPr id="51" name="Shape 43"/>
          <p:cNvSpPr/>
          <p:nvPr/>
        </p:nvSpPr>
        <p:spPr>
          <a:xfrm>
            <a:off x="3391673" y="2117392"/>
            <a:ext cx="201168" cy="100584"/>
          </a:xfrm>
          <a:prstGeom prst="ellipse">
            <a:avLst/>
          </a:prstGeom>
          <a:solidFill>
            <a:srgbClr val="FFFFFF"/>
          </a:solidFill>
          <a:ln/>
        </p:spPr>
      </p:sp>
      <p:sp>
        <p:nvSpPr>
          <p:cNvPr id="52" name="Shape 44"/>
          <p:cNvSpPr/>
          <p:nvPr/>
        </p:nvSpPr>
        <p:spPr>
          <a:xfrm>
            <a:off x="2832762" y="2110470"/>
            <a:ext cx="2198315" cy="370966"/>
          </a:xfrm>
          <a:prstGeom prst="rect">
            <a:avLst/>
          </a:prstGeom>
          <a:solidFill>
            <a:srgbClr val="000000">
              <a:alpha val="55000"/>
            </a:srgbClr>
          </a:solidFill>
          <a:ln w="12700">
            <a:solidFill>
              <a:srgbClr val="000000"/>
            </a:solidFill>
            <a:prstDash val="solid"/>
          </a:ln>
        </p:spPr>
      </p:sp>
      <p:sp>
        <p:nvSpPr>
          <p:cNvPr id="53" name="Text 45"/>
          <p:cNvSpPr txBox="1"/>
          <p:nvPr/>
        </p:nvSpPr>
        <p:spPr>
          <a:xfrm>
            <a:off x="2832762" y="2110470"/>
            <a:ext cx="2198315" cy="37096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ADAB MASUK MASJID</a:t>
            </a:r>
            <a:endParaRPr lang="en-US" sz="1200" dirty="0"/>
          </a:p>
        </p:txBody>
      </p:sp>
      <p:sp>
        <p:nvSpPr>
          <p:cNvPr id="54" name="Shape 46"/>
          <p:cNvSpPr/>
          <p:nvPr/>
        </p:nvSpPr>
        <p:spPr>
          <a:xfrm>
            <a:off x="587776" y="3005669"/>
            <a:ext cx="4950927" cy="960120"/>
          </a:xfrm>
          <a:prstGeom prst="rect">
            <a:avLst/>
          </a:prstGeom>
          <a:solidFill>
            <a:srgbClr val="16161C"/>
          </a:solidFill>
          <a:ln w="12700">
            <a:solidFill>
              <a:srgbClr val="16161C"/>
            </a:solidFill>
            <a:prstDash val="solid"/>
          </a:ln>
        </p:spPr>
      </p:sp>
      <p:sp>
        <p:nvSpPr>
          <p:cNvPr id="55" name="Text 47"/>
          <p:cNvSpPr txBox="1"/>
          <p:nvPr/>
        </p:nvSpPr>
        <p:spPr>
          <a:xfrm>
            <a:off x="1136416" y="3005669"/>
            <a:ext cx="4310847" cy="118872"/>
          </a:xfrm>
          <a:prstGeom prst="rect">
            <a:avLst/>
          </a:prstGeom>
          <a:noFill/>
          <a:ln/>
        </p:spPr>
        <p:txBody>
          <a:bodyPr wrap="square" lIns="0" tIns="0" rIns="0" bIns="0" rtlCol="0" anchor="t"/>
          <a:lstStyle/>
          <a:p>
            <a:pPr indent="0" marL="0">
              <a:buNone/>
            </a:pPr>
            <a:r>
              <a:rPr lang="en-US" sz="500" dirty="0">
                <a:solidFill>
                  <a:srgbClr val="999999"/>
                </a:solidFill>
                <a:latin typeface="Calibri" pitchFamily="34" charset="0"/>
                <a:ea typeface="Calibri" pitchFamily="34" charset="-122"/>
                <a:cs typeface="Calibri" pitchFamily="34" charset="-120"/>
              </a:rPr>
              <a:t>0:00        0:15        0:30        0:45        1:00</a:t>
            </a:r>
            <a:endParaRPr lang="en-US" sz="500" dirty="0"/>
          </a:p>
        </p:txBody>
      </p:sp>
      <p:sp>
        <p:nvSpPr>
          <p:cNvPr id="56" name="Shape 48"/>
          <p:cNvSpPr/>
          <p:nvPr/>
        </p:nvSpPr>
        <p:spPr>
          <a:xfrm>
            <a:off x="1136416" y="3188549"/>
            <a:ext cx="822960" cy="164592"/>
          </a:xfrm>
          <a:prstGeom prst="roundRect">
            <a:avLst>
              <a:gd name="adj" fmla="val 16667"/>
            </a:avLst>
          </a:prstGeom>
          <a:solidFill>
            <a:srgbClr val="E0A82E"/>
          </a:solidFill>
          <a:ln w="12700">
            <a:solidFill>
              <a:srgbClr val="E0A82E"/>
            </a:solidFill>
            <a:prstDash val="solid"/>
          </a:ln>
        </p:spPr>
      </p:sp>
      <p:sp>
        <p:nvSpPr>
          <p:cNvPr id="57" name="Text 49"/>
          <p:cNvSpPr txBox="1"/>
          <p:nvPr/>
        </p:nvSpPr>
        <p:spPr>
          <a:xfrm>
            <a:off x="1182136" y="3188549"/>
            <a:ext cx="822960" cy="164592"/>
          </a:xfrm>
          <a:prstGeom prst="rect">
            <a:avLst/>
          </a:prstGeom>
          <a:noFill/>
          <a:ln/>
        </p:spPr>
        <p:txBody>
          <a:bodyPr wrap="square" lIns="0" tIns="0" rIns="0" bIns="0" rtlCol="0" anchor="ctr"/>
          <a:lstStyle/>
          <a:p>
            <a:pPr indent="0" marL="0">
              <a:buNone/>
            </a:pPr>
            <a:r>
              <a:rPr lang="en-US" sz="600" dirty="0">
                <a:solidFill>
                  <a:srgbClr val="111111"/>
                </a:solidFill>
                <a:latin typeface="Calibri" pitchFamily="34" charset="0"/>
                <a:ea typeface="Calibri" pitchFamily="34" charset="-122"/>
                <a:cs typeface="Calibri" pitchFamily="34" charset="-120"/>
              </a:rPr>
              <a:t>T  Adab Masuk Masjid</a:t>
            </a:r>
            <a:endParaRPr lang="en-US" sz="600" dirty="0"/>
          </a:p>
        </p:txBody>
      </p:sp>
      <p:sp>
        <p:nvSpPr>
          <p:cNvPr id="58" name="Shape 50"/>
          <p:cNvSpPr/>
          <p:nvPr/>
        </p:nvSpPr>
        <p:spPr>
          <a:xfrm>
            <a:off x="1136416" y="3417149"/>
            <a:ext cx="909982" cy="292608"/>
          </a:xfrm>
          <a:prstGeom prst="roundRect">
            <a:avLst>
              <a:gd name="adj" fmla="val 9375"/>
            </a:avLst>
          </a:prstGeom>
          <a:solidFill>
            <a:srgbClr val="6B8E9E"/>
          </a:solidFill>
          <a:ln w="6350">
            <a:solidFill>
              <a:srgbClr val="16161C"/>
            </a:solidFill>
            <a:prstDash val="solid"/>
          </a:ln>
        </p:spPr>
      </p:sp>
      <p:sp>
        <p:nvSpPr>
          <p:cNvPr id="59" name="Text 51"/>
          <p:cNvSpPr txBox="1"/>
          <p:nvPr/>
        </p:nvSpPr>
        <p:spPr>
          <a:xfrm>
            <a:off x="1172992" y="3417149"/>
            <a:ext cx="909982"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1</a:t>
            </a:r>
            <a:endParaRPr lang="en-US" sz="600" dirty="0"/>
          </a:p>
        </p:txBody>
      </p:sp>
      <p:sp>
        <p:nvSpPr>
          <p:cNvPr id="60" name="Shape 52"/>
          <p:cNvSpPr/>
          <p:nvPr/>
        </p:nvSpPr>
        <p:spPr>
          <a:xfrm>
            <a:off x="2064686" y="3417149"/>
            <a:ext cx="741205" cy="292608"/>
          </a:xfrm>
          <a:prstGeom prst="roundRect">
            <a:avLst>
              <a:gd name="adj" fmla="val 9375"/>
            </a:avLst>
          </a:prstGeom>
          <a:solidFill>
            <a:srgbClr val="8E7B6B"/>
          </a:solidFill>
          <a:ln w="6350">
            <a:solidFill>
              <a:srgbClr val="16161C"/>
            </a:solidFill>
            <a:prstDash val="solid"/>
          </a:ln>
        </p:spPr>
      </p:sp>
      <p:sp>
        <p:nvSpPr>
          <p:cNvPr id="61" name="Text 53"/>
          <p:cNvSpPr txBox="1"/>
          <p:nvPr/>
        </p:nvSpPr>
        <p:spPr>
          <a:xfrm>
            <a:off x="2101262" y="3417149"/>
            <a:ext cx="741205"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2</a:t>
            </a:r>
            <a:endParaRPr lang="en-US" sz="600" dirty="0"/>
          </a:p>
        </p:txBody>
      </p:sp>
      <p:sp>
        <p:nvSpPr>
          <p:cNvPr id="62" name="Shape 54"/>
          <p:cNvSpPr/>
          <p:nvPr/>
        </p:nvSpPr>
        <p:spPr>
          <a:xfrm>
            <a:off x="2824179" y="3417149"/>
            <a:ext cx="1036564" cy="292608"/>
          </a:xfrm>
          <a:prstGeom prst="roundRect">
            <a:avLst>
              <a:gd name="adj" fmla="val 9375"/>
            </a:avLst>
          </a:prstGeom>
          <a:solidFill>
            <a:srgbClr val="6B9E7B"/>
          </a:solidFill>
          <a:ln w="6350">
            <a:solidFill>
              <a:srgbClr val="16161C"/>
            </a:solidFill>
            <a:prstDash val="solid"/>
          </a:ln>
        </p:spPr>
      </p:sp>
      <p:sp>
        <p:nvSpPr>
          <p:cNvPr id="63" name="Text 55"/>
          <p:cNvSpPr txBox="1"/>
          <p:nvPr/>
        </p:nvSpPr>
        <p:spPr>
          <a:xfrm>
            <a:off x="2860755" y="3417149"/>
            <a:ext cx="1036564"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3</a:t>
            </a:r>
            <a:endParaRPr lang="en-US" sz="600" dirty="0"/>
          </a:p>
        </p:txBody>
      </p:sp>
      <p:sp>
        <p:nvSpPr>
          <p:cNvPr id="64" name="Shape 56"/>
          <p:cNvSpPr/>
          <p:nvPr/>
        </p:nvSpPr>
        <p:spPr>
          <a:xfrm>
            <a:off x="3879031" y="3417149"/>
            <a:ext cx="825593" cy="292608"/>
          </a:xfrm>
          <a:prstGeom prst="roundRect">
            <a:avLst>
              <a:gd name="adj" fmla="val 9375"/>
            </a:avLst>
          </a:prstGeom>
          <a:solidFill>
            <a:srgbClr val="9E6B8E"/>
          </a:solidFill>
          <a:ln w="6350">
            <a:solidFill>
              <a:srgbClr val="16161C"/>
            </a:solidFill>
            <a:prstDash val="solid"/>
          </a:ln>
        </p:spPr>
      </p:sp>
      <p:sp>
        <p:nvSpPr>
          <p:cNvPr id="65" name="Text 57"/>
          <p:cNvSpPr txBox="1"/>
          <p:nvPr/>
        </p:nvSpPr>
        <p:spPr>
          <a:xfrm>
            <a:off x="3915607" y="3417149"/>
            <a:ext cx="825593"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4</a:t>
            </a:r>
            <a:endParaRPr lang="en-US" sz="600" dirty="0"/>
          </a:p>
        </p:txBody>
      </p:sp>
      <p:sp>
        <p:nvSpPr>
          <p:cNvPr id="66" name="Shape 58"/>
          <p:cNvSpPr/>
          <p:nvPr/>
        </p:nvSpPr>
        <p:spPr>
          <a:xfrm>
            <a:off x="1118128" y="3170261"/>
            <a:ext cx="859536" cy="201168"/>
          </a:xfrm>
          <a:prstGeom prst="roundRect">
            <a:avLst>
              <a:gd name="adj" fmla="val 22727"/>
            </a:avLst>
          </a:prstGeom>
          <a:solidFill>
            <a:srgbClr val="FFFFFF">
              <a:alpha val="0"/>
            </a:srgbClr>
          </a:solidFill>
          <a:ln w="31750">
            <a:solidFill>
              <a:srgbClr val="E53935"/>
            </a:solidFill>
            <a:prstDash val="solid"/>
          </a:ln>
        </p:spPr>
      </p:sp>
      <p:sp>
        <p:nvSpPr>
          <p:cNvPr id="67" name="Shape 59"/>
          <p:cNvSpPr/>
          <p:nvPr/>
        </p:nvSpPr>
        <p:spPr>
          <a:xfrm>
            <a:off x="1840504" y="3033101"/>
            <a:ext cx="274320" cy="274320"/>
          </a:xfrm>
          <a:prstGeom prst="ellipse">
            <a:avLst/>
          </a:prstGeom>
          <a:solidFill>
            <a:srgbClr val="E53935"/>
          </a:solidFill>
          <a:ln w="12700">
            <a:solidFill>
              <a:srgbClr val="FFFFFF"/>
            </a:solidFill>
            <a:prstDash val="solid"/>
          </a:ln>
        </p:spPr>
      </p:sp>
      <p:sp>
        <p:nvSpPr>
          <p:cNvPr id="68" name="Text 60"/>
          <p:cNvSpPr txBox="1"/>
          <p:nvPr/>
        </p:nvSpPr>
        <p:spPr>
          <a:xfrm>
            <a:off x="1840504" y="30331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9" name="Image 6" descr="preencoded.png">    </p:cNvPr>
          <p:cNvPicPr>
            <a:picLocks noChangeAspect="1"/>
          </p:cNvPicPr>
          <p:nvPr/>
        </p:nvPicPr>
        <p:blipFill>
          <a:blip r:embed="rId7"/>
          <a:stretch>
            <a:fillRect/>
          </a:stretch>
        </p:blipFill>
        <p:spPr>
          <a:xfrm>
            <a:off x="1589044" y="3279075"/>
            <a:ext cx="237744" cy="237744"/>
          </a:xfrm>
          <a:prstGeom prst="rect">
            <a:avLst/>
          </a:prstGeom>
        </p:spPr>
      </p:pic>
      <p:sp>
        <p:nvSpPr>
          <p:cNvPr id="70" name="Shape 61"/>
          <p:cNvSpPr/>
          <p:nvPr/>
        </p:nvSpPr>
        <p:spPr>
          <a:xfrm>
            <a:off x="2814474" y="1659389"/>
            <a:ext cx="2234891" cy="1273128"/>
          </a:xfrm>
          <a:prstGeom prst="roundRect">
            <a:avLst>
              <a:gd name="adj" fmla="val 3591"/>
            </a:avLst>
          </a:prstGeom>
          <a:solidFill>
            <a:srgbClr val="FFFFFF">
              <a:alpha val="0"/>
            </a:srgbClr>
          </a:solidFill>
          <a:ln w="31750">
            <a:solidFill>
              <a:srgbClr val="E53935"/>
            </a:solidFill>
            <a:prstDash val="solid"/>
          </a:ln>
        </p:spPr>
      </p:sp>
      <p:sp>
        <p:nvSpPr>
          <p:cNvPr id="71" name="Shape 62"/>
          <p:cNvSpPr/>
          <p:nvPr/>
        </p:nvSpPr>
        <p:spPr>
          <a:xfrm>
            <a:off x="4912206" y="1522229"/>
            <a:ext cx="274320" cy="274320"/>
          </a:xfrm>
          <a:prstGeom prst="ellipse">
            <a:avLst/>
          </a:prstGeom>
          <a:solidFill>
            <a:srgbClr val="E53935"/>
          </a:solidFill>
          <a:ln w="12700">
            <a:solidFill>
              <a:srgbClr val="FFFFFF"/>
            </a:solidFill>
            <a:prstDash val="solid"/>
          </a:ln>
        </p:spPr>
      </p:sp>
      <p:sp>
        <p:nvSpPr>
          <p:cNvPr id="72" name="Text 63"/>
          <p:cNvSpPr txBox="1"/>
          <p:nvPr/>
        </p:nvSpPr>
        <p:spPr>
          <a:xfrm>
            <a:off x="4912206" y="15222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73" name="Text 6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74" name="Text 6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judul dan nama tim</a:t>
            </a:r>
            <a:endParaRPr lang="en-US" sz="1800" dirty="0"/>
          </a:p>
        </p:txBody>
      </p:sp>
      <p:sp>
        <p:nvSpPr>
          <p:cNvPr id="75" name="Text 6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teks di timeline, lalu ketik judul. Di akhir video, tambahkan teks berisi nama kelompok dan anggota.</a:t>
            </a:r>
            <a:endParaRPr lang="en-US" sz="1300" dirty="0"/>
          </a:p>
        </p:txBody>
      </p:sp>
      <p:sp>
        <p:nvSpPr>
          <p:cNvPr id="76" name="Shape 6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7"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78" name="Text 6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Gunakan teks singkat dan besar agar terbaca.</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Ekspor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781888"/>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2B2B33"/>
          </a:solidFill>
          <a:ln w="12700">
            <a:solidFill>
              <a:srgbClr val="2B2B33"/>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Clipchamp - Video editor</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562432"/>
          </a:xfrm>
          <a:prstGeom prst="rect">
            <a:avLst/>
          </a:prstGeom>
          <a:solidFill>
            <a:srgbClr val="1F1F26"/>
          </a:solidFill>
          <a:ln w="12700">
            <a:solidFill>
              <a:srgbClr val="1F1F26"/>
            </a:solidFill>
            <a:prstDash val="solid"/>
          </a:ln>
        </p:spPr>
      </p:sp>
      <p:sp>
        <p:nvSpPr>
          <p:cNvPr id="23" name="Text 19"/>
          <p:cNvSpPr txBox="1"/>
          <p:nvPr/>
        </p:nvSpPr>
        <p:spPr>
          <a:xfrm>
            <a:off x="679216" y="1421645"/>
            <a:ext cx="18288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Video_Adab_Kelompok1</a:t>
            </a:r>
            <a:endParaRPr lang="en-US" sz="750" dirty="0"/>
          </a:p>
        </p:txBody>
      </p:sp>
      <p:sp>
        <p:nvSpPr>
          <p:cNvPr id="24" name="Shape 20"/>
          <p:cNvSpPr/>
          <p:nvPr/>
        </p:nvSpPr>
        <p:spPr>
          <a:xfrm>
            <a:off x="4852904" y="1430789"/>
            <a:ext cx="594360" cy="201168"/>
          </a:xfrm>
          <a:prstGeom prst="roundRect">
            <a:avLst>
              <a:gd name="adj" fmla="val 22727"/>
            </a:avLst>
          </a:prstGeom>
          <a:solidFill>
            <a:srgbClr val="7B5CFA"/>
          </a:solidFill>
          <a:ln w="12700">
            <a:solidFill>
              <a:srgbClr val="7B5CFA"/>
            </a:solidFill>
            <a:prstDash val="solid"/>
          </a:ln>
        </p:spPr>
      </p:sp>
      <p:sp>
        <p:nvSpPr>
          <p:cNvPr id="25" name="Text 21"/>
          <p:cNvSpPr txBox="1"/>
          <p:nvPr/>
        </p:nvSpPr>
        <p:spPr>
          <a:xfrm>
            <a:off x="4852904" y="1430789"/>
            <a:ext cx="594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Export</a:t>
            </a:r>
            <a:endParaRPr lang="en-US" sz="750" dirty="0"/>
          </a:p>
        </p:txBody>
      </p:sp>
      <p:pic>
        <p:nvPicPr>
          <p:cNvPr id="26" name="Image 2" descr="preencoded.png">    </p:cNvPr>
          <p:cNvPicPr>
            <a:picLocks noChangeAspect="1"/>
          </p:cNvPicPr>
          <p:nvPr/>
        </p:nvPicPr>
        <p:blipFill>
          <a:blip r:embed="rId3"/>
          <a:stretch>
            <a:fillRect/>
          </a:stretch>
        </p:blipFill>
        <p:spPr>
          <a:xfrm>
            <a:off x="761512" y="1705109"/>
            <a:ext cx="146304" cy="146304"/>
          </a:xfrm>
          <a:prstGeom prst="rect">
            <a:avLst/>
          </a:prstGeom>
        </p:spPr>
      </p:pic>
      <p:sp>
        <p:nvSpPr>
          <p:cNvPr id="27" name="Text 22"/>
          <p:cNvSpPr txBox="1"/>
          <p:nvPr/>
        </p:nvSpPr>
        <p:spPr>
          <a:xfrm>
            <a:off x="596920" y="1869701"/>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Media</a:t>
            </a:r>
            <a:endParaRPr lang="en-US" sz="500" dirty="0"/>
          </a:p>
        </p:txBody>
      </p:sp>
      <p:pic>
        <p:nvPicPr>
          <p:cNvPr id="28" name="Image 3" descr="preencoded.png">    </p:cNvPr>
          <p:cNvPicPr>
            <a:picLocks noChangeAspect="1"/>
          </p:cNvPicPr>
          <p:nvPr/>
        </p:nvPicPr>
        <p:blipFill>
          <a:blip r:embed="rId4"/>
          <a:stretch>
            <a:fillRect/>
          </a:stretch>
        </p:blipFill>
        <p:spPr>
          <a:xfrm>
            <a:off x="761512" y="2089157"/>
            <a:ext cx="146304" cy="146304"/>
          </a:xfrm>
          <a:prstGeom prst="rect">
            <a:avLst/>
          </a:prstGeom>
        </p:spPr>
      </p:pic>
      <p:sp>
        <p:nvSpPr>
          <p:cNvPr id="29" name="Text 23"/>
          <p:cNvSpPr txBox="1"/>
          <p:nvPr/>
        </p:nvSpPr>
        <p:spPr>
          <a:xfrm>
            <a:off x="596920" y="2253749"/>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Text</a:t>
            </a:r>
            <a:endParaRPr lang="en-US" sz="500" dirty="0"/>
          </a:p>
        </p:txBody>
      </p:sp>
      <p:pic>
        <p:nvPicPr>
          <p:cNvPr id="30" name="Image 4" descr="preencoded.png">    </p:cNvPr>
          <p:cNvPicPr>
            <a:picLocks noChangeAspect="1"/>
          </p:cNvPicPr>
          <p:nvPr/>
        </p:nvPicPr>
        <p:blipFill>
          <a:blip r:embed="rId5"/>
          <a:stretch>
            <a:fillRect/>
          </a:stretch>
        </p:blipFill>
        <p:spPr>
          <a:xfrm>
            <a:off x="761512" y="2473205"/>
            <a:ext cx="146304" cy="146304"/>
          </a:xfrm>
          <a:prstGeom prst="rect">
            <a:avLst/>
          </a:prstGeom>
        </p:spPr>
      </p:pic>
      <p:sp>
        <p:nvSpPr>
          <p:cNvPr id="31" name="Text 24"/>
          <p:cNvSpPr txBox="1"/>
          <p:nvPr/>
        </p:nvSpPr>
        <p:spPr>
          <a:xfrm>
            <a:off x="596920" y="2637797"/>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Audio</a:t>
            </a:r>
            <a:endParaRPr lang="en-US" sz="500" dirty="0"/>
          </a:p>
        </p:txBody>
      </p:sp>
      <p:pic>
        <p:nvPicPr>
          <p:cNvPr id="32" name="Image 5" descr="preencoded.png">    </p:cNvPr>
          <p:cNvPicPr>
            <a:picLocks noChangeAspect="1"/>
          </p:cNvPicPr>
          <p:nvPr/>
        </p:nvPicPr>
        <p:blipFill>
          <a:blip r:embed="rId6"/>
          <a:stretch>
            <a:fillRect/>
          </a:stretch>
        </p:blipFill>
        <p:spPr>
          <a:xfrm>
            <a:off x="761512" y="2857253"/>
            <a:ext cx="146304" cy="146304"/>
          </a:xfrm>
          <a:prstGeom prst="rect">
            <a:avLst/>
          </a:prstGeom>
        </p:spPr>
      </p:pic>
      <p:sp>
        <p:nvSpPr>
          <p:cNvPr id="33" name="Text 25"/>
          <p:cNvSpPr txBox="1"/>
          <p:nvPr/>
        </p:nvSpPr>
        <p:spPr>
          <a:xfrm>
            <a:off x="596920" y="3021845"/>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Transitions</a:t>
            </a:r>
            <a:endParaRPr lang="en-US" sz="500" dirty="0"/>
          </a:p>
        </p:txBody>
      </p:sp>
      <p:sp>
        <p:nvSpPr>
          <p:cNvPr id="34" name="Shape 26"/>
          <p:cNvSpPr/>
          <p:nvPr/>
        </p:nvSpPr>
        <p:spPr>
          <a:xfrm>
            <a:off x="1090696" y="1677677"/>
            <a:ext cx="1234440" cy="1282272"/>
          </a:xfrm>
          <a:prstGeom prst="roundRect">
            <a:avLst>
              <a:gd name="adj" fmla="val 2963"/>
            </a:avLst>
          </a:prstGeom>
          <a:solidFill>
            <a:srgbClr val="2A2A33"/>
          </a:solidFill>
          <a:ln w="12700">
            <a:solidFill>
              <a:srgbClr val="2A2A33"/>
            </a:solidFill>
            <a:prstDash val="solid"/>
          </a:ln>
        </p:spPr>
      </p:sp>
      <p:sp>
        <p:nvSpPr>
          <p:cNvPr id="35" name="Shape 27"/>
          <p:cNvSpPr/>
          <p:nvPr/>
        </p:nvSpPr>
        <p:spPr>
          <a:xfrm>
            <a:off x="1163848" y="1750829"/>
            <a:ext cx="1088136" cy="219456"/>
          </a:xfrm>
          <a:prstGeom prst="roundRect">
            <a:avLst>
              <a:gd name="adj" fmla="val 20833"/>
            </a:avLst>
          </a:prstGeom>
          <a:solidFill>
            <a:srgbClr val="7B5CFA"/>
          </a:solidFill>
          <a:ln w="12700">
            <a:solidFill>
              <a:srgbClr val="7B5CFA"/>
            </a:solidFill>
            <a:prstDash val="solid"/>
          </a:ln>
        </p:spPr>
      </p:sp>
      <p:sp>
        <p:nvSpPr>
          <p:cNvPr id="36" name="Text 28"/>
          <p:cNvSpPr txBox="1"/>
          <p:nvPr/>
        </p:nvSpPr>
        <p:spPr>
          <a:xfrm>
            <a:off x="1163848" y="1750829"/>
            <a:ext cx="1088136"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Import media</a:t>
            </a:r>
            <a:endParaRPr lang="en-US" sz="700" dirty="0"/>
          </a:p>
        </p:txBody>
      </p:sp>
      <p:sp>
        <p:nvSpPr>
          <p:cNvPr id="37" name="Shape 29"/>
          <p:cNvSpPr/>
          <p:nvPr/>
        </p:nvSpPr>
        <p:spPr>
          <a:xfrm>
            <a:off x="1163848" y="2043437"/>
            <a:ext cx="512064" cy="347472"/>
          </a:xfrm>
          <a:prstGeom prst="roundRect">
            <a:avLst>
              <a:gd name="adj" fmla="val 7895"/>
            </a:avLst>
          </a:prstGeom>
          <a:solidFill>
            <a:srgbClr val="6B8E9E"/>
          </a:solidFill>
          <a:ln w="12700">
            <a:solidFill>
              <a:srgbClr val="6B8E9E"/>
            </a:solidFill>
            <a:prstDash val="solid"/>
          </a:ln>
        </p:spPr>
      </p:sp>
      <p:sp>
        <p:nvSpPr>
          <p:cNvPr id="38" name="Text 30"/>
          <p:cNvSpPr txBox="1"/>
          <p:nvPr/>
        </p:nvSpPr>
        <p:spPr>
          <a:xfrm>
            <a:off x="1163848" y="2272037"/>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1</a:t>
            </a:r>
            <a:endParaRPr lang="en-US" sz="500" dirty="0"/>
          </a:p>
        </p:txBody>
      </p:sp>
      <p:sp>
        <p:nvSpPr>
          <p:cNvPr id="39" name="Shape 31"/>
          <p:cNvSpPr/>
          <p:nvPr/>
        </p:nvSpPr>
        <p:spPr>
          <a:xfrm>
            <a:off x="1730776" y="2043437"/>
            <a:ext cx="512064" cy="347472"/>
          </a:xfrm>
          <a:prstGeom prst="roundRect">
            <a:avLst>
              <a:gd name="adj" fmla="val 7895"/>
            </a:avLst>
          </a:prstGeom>
          <a:solidFill>
            <a:srgbClr val="8E7B6B"/>
          </a:solidFill>
          <a:ln w="12700">
            <a:solidFill>
              <a:srgbClr val="8E7B6B"/>
            </a:solidFill>
            <a:prstDash val="solid"/>
          </a:ln>
        </p:spPr>
      </p:sp>
      <p:sp>
        <p:nvSpPr>
          <p:cNvPr id="40" name="Text 32"/>
          <p:cNvSpPr txBox="1"/>
          <p:nvPr/>
        </p:nvSpPr>
        <p:spPr>
          <a:xfrm>
            <a:off x="1730776" y="2272037"/>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2</a:t>
            </a:r>
            <a:endParaRPr lang="en-US" sz="500" dirty="0"/>
          </a:p>
        </p:txBody>
      </p:sp>
      <p:sp>
        <p:nvSpPr>
          <p:cNvPr id="41" name="Shape 33"/>
          <p:cNvSpPr/>
          <p:nvPr/>
        </p:nvSpPr>
        <p:spPr>
          <a:xfrm>
            <a:off x="1163848" y="2454917"/>
            <a:ext cx="512064" cy="347472"/>
          </a:xfrm>
          <a:prstGeom prst="roundRect">
            <a:avLst>
              <a:gd name="adj" fmla="val 7895"/>
            </a:avLst>
          </a:prstGeom>
          <a:solidFill>
            <a:srgbClr val="6B9E7B"/>
          </a:solidFill>
          <a:ln w="12700">
            <a:solidFill>
              <a:srgbClr val="6B9E7B"/>
            </a:solidFill>
            <a:prstDash val="solid"/>
          </a:ln>
        </p:spPr>
      </p:sp>
      <p:sp>
        <p:nvSpPr>
          <p:cNvPr id="42" name="Text 34"/>
          <p:cNvSpPr txBox="1"/>
          <p:nvPr/>
        </p:nvSpPr>
        <p:spPr>
          <a:xfrm>
            <a:off x="1163848" y="2683517"/>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3</a:t>
            </a:r>
            <a:endParaRPr lang="en-US" sz="500" dirty="0"/>
          </a:p>
        </p:txBody>
      </p:sp>
      <p:sp>
        <p:nvSpPr>
          <p:cNvPr id="43" name="Shape 35"/>
          <p:cNvSpPr/>
          <p:nvPr/>
        </p:nvSpPr>
        <p:spPr>
          <a:xfrm>
            <a:off x="1730776" y="2454917"/>
            <a:ext cx="512064" cy="347472"/>
          </a:xfrm>
          <a:prstGeom prst="roundRect">
            <a:avLst>
              <a:gd name="adj" fmla="val 7895"/>
            </a:avLst>
          </a:prstGeom>
          <a:solidFill>
            <a:srgbClr val="9E6B8E"/>
          </a:solidFill>
          <a:ln w="12700">
            <a:solidFill>
              <a:srgbClr val="9E6B8E"/>
            </a:solidFill>
            <a:prstDash val="solid"/>
          </a:ln>
        </p:spPr>
      </p:sp>
      <p:sp>
        <p:nvSpPr>
          <p:cNvPr id="44" name="Text 36"/>
          <p:cNvSpPr txBox="1"/>
          <p:nvPr/>
        </p:nvSpPr>
        <p:spPr>
          <a:xfrm>
            <a:off x="1730776" y="2683517"/>
            <a:ext cx="512064" cy="109728"/>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Adegan 4</a:t>
            </a:r>
            <a:endParaRPr lang="en-US" sz="500" dirty="0"/>
          </a:p>
        </p:txBody>
      </p:sp>
      <p:sp>
        <p:nvSpPr>
          <p:cNvPr id="45" name="Shape 37"/>
          <p:cNvSpPr/>
          <p:nvPr/>
        </p:nvSpPr>
        <p:spPr>
          <a:xfrm>
            <a:off x="2832762" y="1677677"/>
            <a:ext cx="2198315" cy="1236552"/>
          </a:xfrm>
          <a:prstGeom prst="rect">
            <a:avLst/>
          </a:prstGeom>
          <a:solidFill>
            <a:srgbClr val="6B8E9E"/>
          </a:solidFill>
          <a:ln w="12700">
            <a:solidFill>
              <a:srgbClr val="6B8E9E"/>
            </a:solidFill>
            <a:prstDash val="solid"/>
          </a:ln>
        </p:spPr>
      </p:sp>
      <p:sp>
        <p:nvSpPr>
          <p:cNvPr id="46" name="Shape 38"/>
          <p:cNvSpPr/>
          <p:nvPr/>
        </p:nvSpPr>
        <p:spPr>
          <a:xfrm>
            <a:off x="2832762" y="1677677"/>
            <a:ext cx="2198315" cy="1236552"/>
          </a:xfrm>
          <a:prstGeom prst="rect">
            <a:avLst/>
          </a:prstGeom>
          <a:solidFill>
            <a:srgbClr val="A9C7D6"/>
          </a:solidFill>
          <a:ln w="12700">
            <a:solidFill>
              <a:srgbClr val="A9C7D6"/>
            </a:solidFill>
            <a:prstDash val="solid"/>
          </a:ln>
        </p:spPr>
      </p:sp>
      <p:sp>
        <p:nvSpPr>
          <p:cNvPr id="47" name="Shape 39"/>
          <p:cNvSpPr/>
          <p:nvPr/>
        </p:nvSpPr>
        <p:spPr>
          <a:xfrm>
            <a:off x="2832762" y="2481436"/>
            <a:ext cx="2198315" cy="432793"/>
          </a:xfrm>
          <a:prstGeom prst="rect">
            <a:avLst/>
          </a:prstGeom>
          <a:solidFill>
            <a:srgbClr val="C9B79C"/>
          </a:solidFill>
          <a:ln w="12700">
            <a:solidFill>
              <a:srgbClr val="C9B79C"/>
            </a:solidFill>
            <a:prstDash val="solid"/>
          </a:ln>
        </p:spPr>
      </p:sp>
      <p:sp>
        <p:nvSpPr>
          <p:cNvPr id="48" name="Shape 40"/>
          <p:cNvSpPr/>
          <p:nvPr/>
        </p:nvSpPr>
        <p:spPr>
          <a:xfrm>
            <a:off x="3758584" y="1826063"/>
            <a:ext cx="346672" cy="346672"/>
          </a:xfrm>
          <a:prstGeom prst="ellipse">
            <a:avLst/>
          </a:prstGeom>
          <a:solidFill>
            <a:srgbClr val="E8C39E"/>
          </a:solidFill>
          <a:ln/>
        </p:spPr>
      </p:sp>
      <p:sp>
        <p:nvSpPr>
          <p:cNvPr id="49" name="Shape 41"/>
          <p:cNvSpPr/>
          <p:nvPr/>
        </p:nvSpPr>
        <p:spPr>
          <a:xfrm>
            <a:off x="3662286" y="2191995"/>
            <a:ext cx="539268" cy="722234"/>
          </a:xfrm>
          <a:prstGeom prst="roundRect">
            <a:avLst>
              <a:gd name="adj" fmla="val 21429"/>
            </a:avLst>
          </a:prstGeom>
          <a:solidFill>
            <a:srgbClr val="1F7A5C"/>
          </a:solidFill>
          <a:ln w="12700">
            <a:solidFill>
              <a:srgbClr val="1F7A5C"/>
            </a:solidFill>
            <a:prstDash val="solid"/>
          </a:ln>
        </p:spPr>
      </p:sp>
      <p:sp>
        <p:nvSpPr>
          <p:cNvPr id="50" name="Shape 42"/>
          <p:cNvSpPr/>
          <p:nvPr/>
        </p:nvSpPr>
        <p:spPr>
          <a:xfrm>
            <a:off x="3739324" y="1768285"/>
            <a:ext cx="385192" cy="192596"/>
          </a:xfrm>
          <a:prstGeom prst="ellipse">
            <a:avLst/>
          </a:prstGeom>
          <a:solidFill>
            <a:srgbClr val="FFFFFF"/>
          </a:solidFill>
          <a:ln/>
        </p:spPr>
      </p:sp>
      <p:sp>
        <p:nvSpPr>
          <p:cNvPr id="51" name="Shape 43"/>
          <p:cNvSpPr/>
          <p:nvPr/>
        </p:nvSpPr>
        <p:spPr>
          <a:xfrm>
            <a:off x="587776" y="3005669"/>
            <a:ext cx="4950927" cy="960120"/>
          </a:xfrm>
          <a:prstGeom prst="rect">
            <a:avLst/>
          </a:prstGeom>
          <a:solidFill>
            <a:srgbClr val="16161C"/>
          </a:solidFill>
          <a:ln w="12700">
            <a:solidFill>
              <a:srgbClr val="16161C"/>
            </a:solidFill>
            <a:prstDash val="solid"/>
          </a:ln>
        </p:spPr>
      </p:sp>
      <p:sp>
        <p:nvSpPr>
          <p:cNvPr id="52" name="Text 44"/>
          <p:cNvSpPr txBox="1"/>
          <p:nvPr/>
        </p:nvSpPr>
        <p:spPr>
          <a:xfrm>
            <a:off x="1136416" y="3005669"/>
            <a:ext cx="4310847" cy="118872"/>
          </a:xfrm>
          <a:prstGeom prst="rect">
            <a:avLst/>
          </a:prstGeom>
          <a:noFill/>
          <a:ln/>
        </p:spPr>
        <p:txBody>
          <a:bodyPr wrap="square" lIns="0" tIns="0" rIns="0" bIns="0" rtlCol="0" anchor="t"/>
          <a:lstStyle/>
          <a:p>
            <a:pPr indent="0" marL="0">
              <a:buNone/>
            </a:pPr>
            <a:r>
              <a:rPr lang="en-US" sz="500" dirty="0">
                <a:solidFill>
                  <a:srgbClr val="999999"/>
                </a:solidFill>
                <a:latin typeface="Calibri" pitchFamily="34" charset="0"/>
                <a:ea typeface="Calibri" pitchFamily="34" charset="-122"/>
                <a:cs typeface="Calibri" pitchFamily="34" charset="-120"/>
              </a:rPr>
              <a:t>0:00        0:15        0:30        0:45        1:00</a:t>
            </a:r>
            <a:endParaRPr lang="en-US" sz="500" dirty="0"/>
          </a:p>
        </p:txBody>
      </p:sp>
      <p:sp>
        <p:nvSpPr>
          <p:cNvPr id="53" name="Shape 45"/>
          <p:cNvSpPr/>
          <p:nvPr/>
        </p:nvSpPr>
        <p:spPr>
          <a:xfrm>
            <a:off x="1136416" y="3188549"/>
            <a:ext cx="822960" cy="164592"/>
          </a:xfrm>
          <a:prstGeom prst="roundRect">
            <a:avLst>
              <a:gd name="adj" fmla="val 16667"/>
            </a:avLst>
          </a:prstGeom>
          <a:solidFill>
            <a:srgbClr val="E0A82E"/>
          </a:solidFill>
          <a:ln w="12700">
            <a:solidFill>
              <a:srgbClr val="E0A82E"/>
            </a:solidFill>
            <a:prstDash val="solid"/>
          </a:ln>
        </p:spPr>
      </p:sp>
      <p:sp>
        <p:nvSpPr>
          <p:cNvPr id="54" name="Text 46"/>
          <p:cNvSpPr txBox="1"/>
          <p:nvPr/>
        </p:nvSpPr>
        <p:spPr>
          <a:xfrm>
            <a:off x="1182136" y="3188549"/>
            <a:ext cx="822960" cy="164592"/>
          </a:xfrm>
          <a:prstGeom prst="rect">
            <a:avLst/>
          </a:prstGeom>
          <a:noFill/>
          <a:ln/>
        </p:spPr>
        <p:txBody>
          <a:bodyPr wrap="square" lIns="0" tIns="0" rIns="0" bIns="0" rtlCol="0" anchor="ctr"/>
          <a:lstStyle/>
          <a:p>
            <a:pPr indent="0" marL="0">
              <a:buNone/>
            </a:pPr>
            <a:r>
              <a:rPr lang="en-US" sz="600" dirty="0">
                <a:solidFill>
                  <a:srgbClr val="111111"/>
                </a:solidFill>
                <a:latin typeface="Calibri" pitchFamily="34" charset="0"/>
                <a:ea typeface="Calibri" pitchFamily="34" charset="-122"/>
                <a:cs typeface="Calibri" pitchFamily="34" charset="-120"/>
              </a:rPr>
              <a:t>T  Adab Masuk Masjid</a:t>
            </a:r>
            <a:endParaRPr lang="en-US" sz="600" dirty="0"/>
          </a:p>
        </p:txBody>
      </p:sp>
      <p:sp>
        <p:nvSpPr>
          <p:cNvPr id="55" name="Shape 47"/>
          <p:cNvSpPr/>
          <p:nvPr/>
        </p:nvSpPr>
        <p:spPr>
          <a:xfrm>
            <a:off x="1136416" y="3417149"/>
            <a:ext cx="909982" cy="292608"/>
          </a:xfrm>
          <a:prstGeom prst="roundRect">
            <a:avLst>
              <a:gd name="adj" fmla="val 9375"/>
            </a:avLst>
          </a:prstGeom>
          <a:solidFill>
            <a:srgbClr val="6B8E9E"/>
          </a:solidFill>
          <a:ln w="6350">
            <a:solidFill>
              <a:srgbClr val="16161C"/>
            </a:solidFill>
            <a:prstDash val="solid"/>
          </a:ln>
        </p:spPr>
      </p:sp>
      <p:sp>
        <p:nvSpPr>
          <p:cNvPr id="56" name="Text 48"/>
          <p:cNvSpPr txBox="1"/>
          <p:nvPr/>
        </p:nvSpPr>
        <p:spPr>
          <a:xfrm>
            <a:off x="1172992" y="3417149"/>
            <a:ext cx="909982"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1</a:t>
            </a:r>
            <a:endParaRPr lang="en-US" sz="600" dirty="0"/>
          </a:p>
        </p:txBody>
      </p:sp>
      <p:sp>
        <p:nvSpPr>
          <p:cNvPr id="57" name="Shape 49"/>
          <p:cNvSpPr/>
          <p:nvPr/>
        </p:nvSpPr>
        <p:spPr>
          <a:xfrm>
            <a:off x="2064686" y="3417149"/>
            <a:ext cx="741205" cy="292608"/>
          </a:xfrm>
          <a:prstGeom prst="roundRect">
            <a:avLst>
              <a:gd name="adj" fmla="val 9375"/>
            </a:avLst>
          </a:prstGeom>
          <a:solidFill>
            <a:srgbClr val="8E7B6B"/>
          </a:solidFill>
          <a:ln w="6350">
            <a:solidFill>
              <a:srgbClr val="16161C"/>
            </a:solidFill>
            <a:prstDash val="solid"/>
          </a:ln>
        </p:spPr>
      </p:sp>
      <p:sp>
        <p:nvSpPr>
          <p:cNvPr id="58" name="Text 50"/>
          <p:cNvSpPr txBox="1"/>
          <p:nvPr/>
        </p:nvSpPr>
        <p:spPr>
          <a:xfrm>
            <a:off x="2101262" y="3417149"/>
            <a:ext cx="741205"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2</a:t>
            </a:r>
            <a:endParaRPr lang="en-US" sz="600" dirty="0"/>
          </a:p>
        </p:txBody>
      </p:sp>
      <p:sp>
        <p:nvSpPr>
          <p:cNvPr id="59" name="Shape 51"/>
          <p:cNvSpPr/>
          <p:nvPr/>
        </p:nvSpPr>
        <p:spPr>
          <a:xfrm>
            <a:off x="2824179" y="3417149"/>
            <a:ext cx="1036564" cy="292608"/>
          </a:xfrm>
          <a:prstGeom prst="roundRect">
            <a:avLst>
              <a:gd name="adj" fmla="val 9375"/>
            </a:avLst>
          </a:prstGeom>
          <a:solidFill>
            <a:srgbClr val="6B9E7B"/>
          </a:solidFill>
          <a:ln w="6350">
            <a:solidFill>
              <a:srgbClr val="16161C"/>
            </a:solidFill>
            <a:prstDash val="solid"/>
          </a:ln>
        </p:spPr>
      </p:sp>
      <p:sp>
        <p:nvSpPr>
          <p:cNvPr id="60" name="Text 52"/>
          <p:cNvSpPr txBox="1"/>
          <p:nvPr/>
        </p:nvSpPr>
        <p:spPr>
          <a:xfrm>
            <a:off x="2860755" y="3417149"/>
            <a:ext cx="1036564"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3</a:t>
            </a:r>
            <a:endParaRPr lang="en-US" sz="600" dirty="0"/>
          </a:p>
        </p:txBody>
      </p:sp>
      <p:sp>
        <p:nvSpPr>
          <p:cNvPr id="61" name="Shape 53"/>
          <p:cNvSpPr/>
          <p:nvPr/>
        </p:nvSpPr>
        <p:spPr>
          <a:xfrm>
            <a:off x="3879031" y="3417149"/>
            <a:ext cx="825593" cy="292608"/>
          </a:xfrm>
          <a:prstGeom prst="roundRect">
            <a:avLst>
              <a:gd name="adj" fmla="val 9375"/>
            </a:avLst>
          </a:prstGeom>
          <a:solidFill>
            <a:srgbClr val="9E6B8E"/>
          </a:solidFill>
          <a:ln w="6350">
            <a:solidFill>
              <a:srgbClr val="16161C"/>
            </a:solidFill>
            <a:prstDash val="solid"/>
          </a:ln>
        </p:spPr>
      </p:sp>
      <p:sp>
        <p:nvSpPr>
          <p:cNvPr id="62" name="Text 54"/>
          <p:cNvSpPr txBox="1"/>
          <p:nvPr/>
        </p:nvSpPr>
        <p:spPr>
          <a:xfrm>
            <a:off x="3915607" y="3417149"/>
            <a:ext cx="825593"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4</a:t>
            </a:r>
            <a:endParaRPr lang="en-US" sz="600" dirty="0"/>
          </a:p>
        </p:txBody>
      </p:sp>
      <p:sp>
        <p:nvSpPr>
          <p:cNvPr id="63" name="Shape 55"/>
          <p:cNvSpPr/>
          <p:nvPr/>
        </p:nvSpPr>
        <p:spPr>
          <a:xfrm>
            <a:off x="4349984" y="1668533"/>
            <a:ext cx="1097280" cy="1060704"/>
          </a:xfrm>
          <a:prstGeom prst="rect">
            <a:avLst/>
          </a:prstGeom>
          <a:solidFill>
            <a:srgbClr val="FFFFFF"/>
          </a:solidFill>
          <a:ln w="9525">
            <a:solidFill>
              <a:srgbClr val="AAAAAA"/>
            </a:solidFill>
            <a:prstDash val="solid"/>
          </a:ln>
        </p:spPr>
      </p:sp>
      <p:sp>
        <p:nvSpPr>
          <p:cNvPr id="64" name="Text 56"/>
          <p:cNvSpPr txBox="1"/>
          <p:nvPr/>
        </p:nvSpPr>
        <p:spPr>
          <a:xfrm>
            <a:off x="4459712" y="169596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480p</a:t>
            </a:r>
            <a:endParaRPr lang="en-US" sz="800" dirty="0"/>
          </a:p>
        </p:txBody>
      </p:sp>
      <p:sp>
        <p:nvSpPr>
          <p:cNvPr id="65" name="Text 57"/>
          <p:cNvSpPr txBox="1"/>
          <p:nvPr/>
        </p:nvSpPr>
        <p:spPr>
          <a:xfrm>
            <a:off x="4459712" y="1897133"/>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720p</a:t>
            </a:r>
            <a:endParaRPr lang="en-US" sz="800" dirty="0"/>
          </a:p>
        </p:txBody>
      </p:sp>
      <p:sp>
        <p:nvSpPr>
          <p:cNvPr id="66" name="Text 58"/>
          <p:cNvSpPr txBox="1"/>
          <p:nvPr/>
        </p:nvSpPr>
        <p:spPr>
          <a:xfrm>
            <a:off x="4459712" y="2098301"/>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1080p (disarankan)</a:t>
            </a:r>
            <a:endParaRPr lang="en-US" sz="800" dirty="0"/>
          </a:p>
        </p:txBody>
      </p:sp>
      <p:sp>
        <p:nvSpPr>
          <p:cNvPr id="67" name="Shape 59"/>
          <p:cNvSpPr/>
          <p:nvPr/>
        </p:nvSpPr>
        <p:spPr>
          <a:xfrm>
            <a:off x="4386560" y="2390909"/>
            <a:ext cx="1024128" cy="0"/>
          </a:xfrm>
          <a:prstGeom prst="line">
            <a:avLst/>
          </a:prstGeom>
          <a:noFill/>
          <a:ln w="6350">
            <a:solidFill>
              <a:srgbClr val="DDDDDD"/>
            </a:solidFill>
            <a:prstDash val="solid"/>
          </a:ln>
        </p:spPr>
      </p:sp>
      <p:sp>
        <p:nvSpPr>
          <p:cNvPr id="68" name="Text 60"/>
          <p:cNvSpPr txBox="1"/>
          <p:nvPr/>
        </p:nvSpPr>
        <p:spPr>
          <a:xfrm>
            <a:off x="4459712" y="2500637"/>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GIF</a:t>
            </a:r>
            <a:endParaRPr lang="en-US" sz="800" dirty="0"/>
          </a:p>
        </p:txBody>
      </p:sp>
      <p:sp>
        <p:nvSpPr>
          <p:cNvPr id="69" name="Shape 61"/>
          <p:cNvSpPr/>
          <p:nvPr/>
        </p:nvSpPr>
        <p:spPr>
          <a:xfrm>
            <a:off x="4834616" y="1412501"/>
            <a:ext cx="630936" cy="237744"/>
          </a:xfrm>
          <a:prstGeom prst="roundRect">
            <a:avLst>
              <a:gd name="adj" fmla="val 19231"/>
            </a:avLst>
          </a:prstGeom>
          <a:solidFill>
            <a:srgbClr val="FFFFFF">
              <a:alpha val="0"/>
            </a:srgbClr>
          </a:solidFill>
          <a:ln w="31750">
            <a:solidFill>
              <a:srgbClr val="E53935"/>
            </a:solidFill>
            <a:prstDash val="solid"/>
          </a:ln>
        </p:spPr>
      </p:sp>
      <p:sp>
        <p:nvSpPr>
          <p:cNvPr id="70" name="Shape 62"/>
          <p:cNvSpPr/>
          <p:nvPr/>
        </p:nvSpPr>
        <p:spPr>
          <a:xfrm>
            <a:off x="5328392" y="1275341"/>
            <a:ext cx="274320" cy="274320"/>
          </a:xfrm>
          <a:prstGeom prst="ellipse">
            <a:avLst/>
          </a:prstGeom>
          <a:solidFill>
            <a:srgbClr val="E53935"/>
          </a:solidFill>
          <a:ln w="12700">
            <a:solidFill>
              <a:srgbClr val="FFFFFF"/>
            </a:solidFill>
            <a:prstDash val="solid"/>
          </a:ln>
        </p:spPr>
      </p:sp>
      <p:sp>
        <p:nvSpPr>
          <p:cNvPr id="71" name="Text 63"/>
          <p:cNvSpPr txBox="1"/>
          <p:nvPr/>
        </p:nvSpPr>
        <p:spPr>
          <a:xfrm>
            <a:off x="5328392" y="12753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2" name="Image 6" descr="preencoded.png">    </p:cNvPr>
          <p:cNvPicPr>
            <a:picLocks noChangeAspect="1"/>
          </p:cNvPicPr>
          <p:nvPr/>
        </p:nvPicPr>
        <p:blipFill>
          <a:blip r:embed="rId7"/>
          <a:stretch>
            <a:fillRect/>
          </a:stretch>
        </p:blipFill>
        <p:spPr>
          <a:xfrm>
            <a:off x="5179802" y="1541432"/>
            <a:ext cx="237744" cy="237744"/>
          </a:xfrm>
          <a:prstGeom prst="rect">
            <a:avLst/>
          </a:prstGeom>
        </p:spPr>
      </p:pic>
      <p:sp>
        <p:nvSpPr>
          <p:cNvPr id="73" name="Shape 64"/>
          <p:cNvSpPr/>
          <p:nvPr/>
        </p:nvSpPr>
        <p:spPr>
          <a:xfrm>
            <a:off x="4368272" y="2080013"/>
            <a:ext cx="1060704" cy="228600"/>
          </a:xfrm>
          <a:prstGeom prst="roundRect">
            <a:avLst>
              <a:gd name="adj" fmla="val 20000"/>
            </a:avLst>
          </a:prstGeom>
          <a:solidFill>
            <a:srgbClr val="FFFFFF">
              <a:alpha val="0"/>
            </a:srgbClr>
          </a:solidFill>
          <a:ln w="31750">
            <a:solidFill>
              <a:srgbClr val="E53935"/>
            </a:solidFill>
            <a:prstDash val="solid"/>
          </a:ln>
        </p:spPr>
      </p:sp>
      <p:sp>
        <p:nvSpPr>
          <p:cNvPr id="74" name="Shape 65"/>
          <p:cNvSpPr/>
          <p:nvPr/>
        </p:nvSpPr>
        <p:spPr>
          <a:xfrm>
            <a:off x="5291816" y="1942853"/>
            <a:ext cx="274320" cy="274320"/>
          </a:xfrm>
          <a:prstGeom prst="ellipse">
            <a:avLst/>
          </a:prstGeom>
          <a:solidFill>
            <a:srgbClr val="E53935"/>
          </a:solidFill>
          <a:ln w="12700">
            <a:solidFill>
              <a:srgbClr val="FFFFFF"/>
            </a:solidFill>
            <a:prstDash val="solid"/>
          </a:ln>
        </p:spPr>
      </p:sp>
      <p:sp>
        <p:nvSpPr>
          <p:cNvPr id="75" name="Text 66"/>
          <p:cNvSpPr txBox="1"/>
          <p:nvPr/>
        </p:nvSpPr>
        <p:spPr>
          <a:xfrm>
            <a:off x="5291816" y="19428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6" name="Image 7" descr="preencoded.png">    </p:cNvPr>
          <p:cNvPicPr>
            <a:picLocks noChangeAspect="1"/>
          </p:cNvPicPr>
          <p:nvPr/>
        </p:nvPicPr>
        <p:blipFill>
          <a:blip r:embed="rId8"/>
          <a:stretch>
            <a:fillRect/>
          </a:stretch>
        </p:blipFill>
        <p:spPr>
          <a:xfrm>
            <a:off x="4949830" y="2203914"/>
            <a:ext cx="237744" cy="237744"/>
          </a:xfrm>
          <a:prstGeom prst="rect">
            <a:avLst/>
          </a:prstGeom>
        </p:spPr>
      </p:pic>
      <p:sp>
        <p:nvSpPr>
          <p:cNvPr id="77"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78"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Export, pilih 1080p</a:t>
            </a:r>
            <a:endParaRPr lang="en-US" sz="1800" dirty="0"/>
          </a:p>
        </p:txBody>
      </p:sp>
      <p:sp>
        <p:nvSpPr>
          <p:cNvPr id="79"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Putar video dari awal untuk pemeriksaan terakhir. Lalu klik Export di kanan atas dan pilih 1080p.</a:t>
            </a:r>
            <a:endParaRPr lang="en-US" sz="1300" dirty="0"/>
          </a:p>
        </p:txBody>
      </p:sp>
      <p:sp>
        <p:nvSpPr>
          <p:cNvPr id="80" name="Shape 7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1"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82" name="Text 7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komputer lambat, pilih 720p.</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Ekspor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1258214" y="1568630"/>
            <a:ext cx="3610051" cy="1775673"/>
          </a:xfrm>
          <a:prstGeom prst="rect">
            <a:avLst/>
          </a:prstGeom>
          <a:solidFill>
            <a:srgbClr val="FFFFFF"/>
          </a:solidFill>
          <a:ln w="9525">
            <a:solidFill>
              <a:srgbClr val="999999"/>
            </a:solidFill>
            <a:prstDash val="solid"/>
          </a:ln>
        </p:spPr>
      </p:sp>
      <p:sp>
        <p:nvSpPr>
          <p:cNvPr id="17" name="Shape 13"/>
          <p:cNvSpPr/>
          <p:nvPr/>
        </p:nvSpPr>
        <p:spPr>
          <a:xfrm>
            <a:off x="1258214" y="1568630"/>
            <a:ext cx="3610051" cy="219456"/>
          </a:xfrm>
          <a:prstGeom prst="rect">
            <a:avLst/>
          </a:prstGeom>
          <a:solidFill>
            <a:srgbClr val="2B2B33"/>
          </a:solidFill>
          <a:ln w="12700">
            <a:solidFill>
              <a:srgbClr val="2B2B33"/>
            </a:solidFill>
            <a:prstDash val="solid"/>
          </a:ln>
        </p:spPr>
      </p:sp>
      <p:sp>
        <p:nvSpPr>
          <p:cNvPr id="18" name="Text 14"/>
          <p:cNvSpPr txBox="1"/>
          <p:nvPr/>
        </p:nvSpPr>
        <p:spPr>
          <a:xfrm>
            <a:off x="1349654" y="1568630"/>
            <a:ext cx="2695651"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Clipchamp - Exporting</a:t>
            </a:r>
            <a:endParaRPr lang="en-US" sz="750" dirty="0"/>
          </a:p>
        </p:txBody>
      </p:sp>
      <p:sp>
        <p:nvSpPr>
          <p:cNvPr id="19" name="Text 15"/>
          <p:cNvSpPr txBox="1"/>
          <p:nvPr/>
        </p:nvSpPr>
        <p:spPr>
          <a:xfrm>
            <a:off x="4045306" y="1568630"/>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319626" y="1568630"/>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4593946" y="1568630"/>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1258214" y="1788086"/>
            <a:ext cx="3610051" cy="1556217"/>
          </a:xfrm>
          <a:prstGeom prst="rect">
            <a:avLst/>
          </a:prstGeom>
          <a:solidFill>
            <a:srgbClr val="1F1F26"/>
          </a:solidFill>
          <a:ln w="12700">
            <a:solidFill>
              <a:srgbClr val="1F1F26"/>
            </a:solidFill>
            <a:prstDash val="solid"/>
          </a:ln>
        </p:spPr>
      </p:sp>
      <p:sp>
        <p:nvSpPr>
          <p:cNvPr id="23" name="Text 19"/>
          <p:cNvSpPr txBox="1"/>
          <p:nvPr/>
        </p:nvSpPr>
        <p:spPr>
          <a:xfrm>
            <a:off x="1258214" y="1970966"/>
            <a:ext cx="3610051"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Video siap!</a:t>
            </a:r>
            <a:endParaRPr lang="en-US" sz="1300" dirty="0"/>
          </a:p>
        </p:txBody>
      </p:sp>
      <p:sp>
        <p:nvSpPr>
          <p:cNvPr id="24" name="Shape 20"/>
          <p:cNvSpPr/>
          <p:nvPr/>
        </p:nvSpPr>
        <p:spPr>
          <a:xfrm>
            <a:off x="1623974" y="2428166"/>
            <a:ext cx="2878531" cy="109728"/>
          </a:xfrm>
          <a:prstGeom prst="roundRect">
            <a:avLst>
              <a:gd name="adj" fmla="val 50000"/>
            </a:avLst>
          </a:prstGeom>
          <a:solidFill>
            <a:srgbClr val="7B5CFA"/>
          </a:solidFill>
          <a:ln w="12700">
            <a:solidFill>
              <a:srgbClr val="7B5CFA"/>
            </a:solidFill>
            <a:prstDash val="solid"/>
          </a:ln>
        </p:spPr>
      </p:sp>
      <p:sp>
        <p:nvSpPr>
          <p:cNvPr id="25" name="Text 21"/>
          <p:cNvSpPr txBox="1"/>
          <p:nvPr/>
        </p:nvSpPr>
        <p:spPr>
          <a:xfrm>
            <a:off x="1258214" y="2565326"/>
            <a:ext cx="3610051" cy="228600"/>
          </a:xfrm>
          <a:prstGeom prst="rect">
            <a:avLst/>
          </a:prstGeom>
          <a:noFill/>
          <a:ln/>
        </p:spPr>
        <p:txBody>
          <a:bodyPr wrap="square" lIns="0" tIns="0" rIns="0" bIns="0" rtlCol="0" anchor="t"/>
          <a:lstStyle/>
          <a:p>
            <a:pPr algn="ctr" indent="0" marL="0">
              <a:buNone/>
            </a:pPr>
            <a:r>
              <a:rPr lang="en-US" sz="900" dirty="0">
                <a:solidFill>
                  <a:srgbClr val="DDDDDD"/>
                </a:solidFill>
                <a:latin typeface="Calibri" pitchFamily="34" charset="0"/>
                <a:ea typeface="Calibri" pitchFamily="34" charset="-122"/>
                <a:cs typeface="Calibri" pitchFamily="34" charset="-120"/>
              </a:rPr>
              <a:t>100%</a:t>
            </a:r>
            <a:endParaRPr lang="en-US" sz="900" dirty="0"/>
          </a:p>
        </p:txBody>
      </p:sp>
      <p:sp>
        <p:nvSpPr>
          <p:cNvPr id="26" name="Shape 22"/>
          <p:cNvSpPr/>
          <p:nvPr/>
        </p:nvSpPr>
        <p:spPr>
          <a:xfrm>
            <a:off x="2240280" y="2931086"/>
            <a:ext cx="1645920" cy="292608"/>
          </a:xfrm>
          <a:prstGeom prst="roundRect">
            <a:avLst>
              <a:gd name="adj" fmla="val 15625"/>
            </a:avLst>
          </a:prstGeom>
          <a:solidFill>
            <a:srgbClr val="7B5CFA"/>
          </a:solidFill>
          <a:ln w="12700">
            <a:solidFill>
              <a:srgbClr val="7B5CFA"/>
            </a:solidFill>
            <a:prstDash val="solid"/>
          </a:ln>
        </p:spPr>
      </p:sp>
      <p:sp>
        <p:nvSpPr>
          <p:cNvPr id="27" name="Text 23"/>
          <p:cNvSpPr txBox="1"/>
          <p:nvPr/>
        </p:nvSpPr>
        <p:spPr>
          <a:xfrm>
            <a:off x="2240280" y="2931086"/>
            <a:ext cx="16459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Save to your computer</a:t>
            </a:r>
            <a:endParaRPr lang="en-US" sz="850" dirty="0"/>
          </a:p>
        </p:txBody>
      </p:sp>
      <p:sp>
        <p:nvSpPr>
          <p:cNvPr id="28" name="Shape 24"/>
          <p:cNvSpPr/>
          <p:nvPr/>
        </p:nvSpPr>
        <p:spPr>
          <a:xfrm>
            <a:off x="2212848" y="2903654"/>
            <a:ext cx="1700784" cy="347472"/>
          </a:xfrm>
          <a:prstGeom prst="roundRect">
            <a:avLst>
              <a:gd name="adj" fmla="val 13158"/>
            </a:avLst>
          </a:prstGeom>
          <a:solidFill>
            <a:srgbClr val="FFFFFF">
              <a:alpha val="0"/>
            </a:srgbClr>
          </a:solidFill>
          <a:ln w="31750">
            <a:solidFill>
              <a:srgbClr val="E53935"/>
            </a:solidFill>
            <a:prstDash val="solid"/>
          </a:ln>
        </p:spPr>
      </p:sp>
      <p:sp>
        <p:nvSpPr>
          <p:cNvPr id="29" name="Shape 25"/>
          <p:cNvSpPr/>
          <p:nvPr/>
        </p:nvSpPr>
        <p:spPr>
          <a:xfrm>
            <a:off x="3776472" y="2766494"/>
            <a:ext cx="274320" cy="274320"/>
          </a:xfrm>
          <a:prstGeom prst="ellipse">
            <a:avLst/>
          </a:prstGeom>
          <a:solidFill>
            <a:srgbClr val="E53935"/>
          </a:solidFill>
          <a:ln w="12700">
            <a:solidFill>
              <a:srgbClr val="FFFFFF"/>
            </a:solidFill>
            <a:prstDash val="solid"/>
          </a:ln>
        </p:spPr>
      </p:sp>
      <p:sp>
        <p:nvSpPr>
          <p:cNvPr id="30" name="Text 26"/>
          <p:cNvSpPr txBox="1"/>
          <p:nvPr/>
        </p:nvSpPr>
        <p:spPr>
          <a:xfrm>
            <a:off x="3776472" y="276649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pic>
        <p:nvPicPr>
          <p:cNvPr id="31" name="Image 2" descr="preencoded.png">    </p:cNvPr>
          <p:cNvPicPr>
            <a:picLocks noChangeAspect="1"/>
          </p:cNvPicPr>
          <p:nvPr/>
        </p:nvPicPr>
        <p:blipFill>
          <a:blip r:embed="rId3"/>
          <a:stretch>
            <a:fillRect/>
          </a:stretch>
        </p:blipFill>
        <p:spPr>
          <a:xfrm>
            <a:off x="3145536" y="3092021"/>
            <a:ext cx="237744" cy="237744"/>
          </a:xfrm>
          <a:prstGeom prst="rect">
            <a:avLst/>
          </a:prstGeom>
        </p:spPr>
      </p:pic>
      <p:sp>
        <p:nvSpPr>
          <p:cNvPr id="32" name="Text 2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33" name="Text 2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Tunggu proses, simpan di folder Video</a:t>
            </a:r>
            <a:endParaRPr lang="en-US" sz="1800" dirty="0"/>
          </a:p>
        </p:txBody>
      </p:sp>
      <p:sp>
        <p:nvSpPr>
          <p:cNvPr id="34" name="Text 2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Tunggu hingga 100%. Klik Save to your computer. Simpan sebagai Video_Adab_Kelompok_N di Portofolio › Video.</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Video Adab Santri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Video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Durasi 1–2 menit, urutan adegan sesuai storyboard.</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Ada judul di awal dan nama tim serta nama pondok di akhir.</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Gambar stabil, terang, dan pesan adab mudah dipahami.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Tersimpan sebagai file MP4 di folder Portofolio › Video.</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8: Video Digital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Urutan sesuai storyboard</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judul dan nama tim</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Pesan adab mudah dipahami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Video berhasil diekspor</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mana dari videomu yang paling kamu banggakan?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ingin kamu perbaiki jika mengulang?</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Video dakwah harus jujur dan santun: tidak menampilkan aib dan tidak mengejek orang lain.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9: mengenal Kecerdasan Buatan (AI).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1 Modul 8 - Video Digital</dc:title>
  <dc:subject>PptxGenJS Presentation</dc:subject>
  <dc:creator>PptxGenJS</dc:creator>
  <cp:lastModifiedBy>PptxGenJS</cp:lastModifiedBy>
  <cp:revision>1</cp:revision>
  <dcterms:created xsi:type="dcterms:W3CDTF">2026-10-01T05:27:15Z</dcterms:created>
  <dcterms:modified xsi:type="dcterms:W3CDTF">2026-10-01T05:27:15Z</dcterms:modified>
</cp:coreProperties>
</file>