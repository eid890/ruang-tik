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12: Proyek Akhir Kelas 1 — Proyek: Digital Magazine WU
Terdiri dari 3 pertemuan (Pertemuan 34–36),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Pertemuan 34: siapkan daftar rubrik dan pembagian redaksi. Minta izin terlebih dahulu kepada ustadz atau pengurus yang akan diwawancarai.
- Siapkan satu desain majalah di Canva akun pesantren (Magazine/Majalah atau dokumen A4), bagikan ke tim redaksi. Unggah logo pondok ke Uploads.
- Karya yang dimasukkan ke majalah (audio, video) diunggah ke Google Drive akun kelas dengan pengaturan "Anyone with the link" HANYA untuk karya yang boleh dibagikan, agar QR code dapat dibuka.
- Pertemuan 36: rencanakan pameran karya. Undang pimpinan pondok, ustadz, atau wali santri bila memungkinkan. Siapkan proyektor dan, bila ada, beberapa komputer untuk menampilkan portofolio.
- Majalah dipublikasikan di lingkungan pesantren hanya dengan persetujuan pimpinan.
CATATAN
Jika satu desain Canva dikerjakan banyak kelompok, minta setiap kelompok hanya mengedit halaman rubriknya sendiri.
Alternatif: setiap kelompok membuat halaman di desain Canva masing-masing dengan template yang sama, lalu guru menggabungkan halaman-halaman itu.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ke-34, dengan judul "Rapat Redaksi". Hari ini kita memulai Proyek Akhir Kelas 1: seluruh kelas menjadi tim redaksi Digital Magazine WU.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Alhamdulillah, kita sudah sampai di modul terakhir Kelas 1. Coba ingat-ingat: karya apa saja yang sudah kalian buat selama setahun ini?
(Tunggu jawaban: folder portofolio, buku digital adab, ensiklopedia, poster dakwah, presentasi, nasihat 1 menit, video adab, panduan AI, AI study assistant, cerita digital.)
Masya Allah, banyak sekali. Semua itu akan kita kumpulkan dalam satu karya besar.
Sekarang pertanyaan hari ini. Coba pikirkan sejenak:
"Apa saja isi sebuah majalah yang pernah kalian baca?"
(Beri waktu 1 menit. Minta 2–3 santri menjawab. Hargai semua jawaban.)
Majalah berisi artikel, wawancara, foto, profil tokoh, dan rubrik-rubrik lain. Hari ini kalian menjadi TIM REDAKSI, yaitu tim yang menyusun majalah. Majalah kita bernama Digital Magazine WU, majalah digital karya santri Kelas 1 Wustha.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Sebuah majalah dibagi menjadi beberapa bagian yang disebut RUBRIK. Digital Magazine WU memiliki enam rubrik.
Pertama, ARTIKEL DAN BERITA, tentang kegiatan di pesantren, ditulis dengan bahasa sendiri dan sumber yang jelas, seperti yang kita pelajari di Modul 4.
Kedua, WAWANCARA, berisi tanya jawab dengan ustadz, pengurus, atau santri berprestasi.
Ketiga, PROFIL SANTRI, kisah inspiratif santri: cita-cita, perjuangan hafalan, atau prestasinya.
Keempat, GALERI DAKWAH, berisi poster dakwah dari Modul 5 dan panduan bijak AI dari Modul 9.
Kelima, CERITA DAN HIKMAH, berisi ringkasan cerita digital dari Modul 11.
Keenam, POJOK MULTIMEDIA, berisi QR code yang jika dipindai dengan HP akan membuka Nasihat 1 Menit dan Video Adab Santri.
Jadi majalah ini adalah rangkuman perjalanan belajar kalian selama satu tahun.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Sebuah majalah dikerjakan oleh tim redaksi dengan peran masing-masing.
PEMIMPIN REDAKSI mengatur jadwal dan memeriksa keseluruhan majalah.
PENULIS menulis artikel, wawancara, dan profil.
DESAINER menata halaman di Canva dengan empat prinsip desain.
FOTOGRAFER mengambil foto kegiatan, tentu dengan izin orang yang difoto.
EDITOR MULTIMEDIA menyiapkan audio, video, dan QR code.
PENYUNTING memeriksa ejaan, kebenaran isi, dan dalil.
Setiap kelompok memegang satu rubrik, dan di dalam kelompok setiap santri memegang satu peran. Dengan begitu, semua santri terlibat dan bertanggung jawab.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Pengerjaan majalah dibagi dalam tiga pertemuan.
Pertemuan 34, hari ini: rapat redaksi. Kita menentukan rubrik, tim, dan rencana isi, lalu mulai mengumpulkan bahan.
Pertemuan 35: produksi. Kita menulis, menyunting, dan menata halaman di Canva.
Pertemuan 36: finalisasi, mengunduh majalah sebagai PDF, dan pameran karya.
Wawancara dan pengambilan foto sebaiknya dikerjakan di sela waktu antara pertemuan 34 dan 35, dengan izin dan pendampingan guru.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Sekarang kita mengadakan rapat redaksi. Seluruh kelas adalah satu tim redaksi. Saya akan memimpin rapat, lalu setiap kelompok bekerja pada rubriknya.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Kita sepakati tema edisi pertama majalah kita.
(Tulis beberapa usulan tema di papan tulis atau di layar, misalnya: Santri Berkarya, Setahun Belajar Teknologi, Teknologi untuk Dakwah, Adab di Era Digital. Minta santri mengusulkan tema lain. Lakukan pemungutan suara.)
Selanjutnya, kita pilih satu orang pemimpin redaksi yang akan membantu guru mengatur jalannya proyek.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Setiap kelompok memegang satu rubrik. Pemimpin redaksi mencatat pembagiannya di Google Docs bersama, seperti tabel di layar: rubrik, kelompok, dan penanggung jawab.
Di dalam kelompok, bagi peran: penulis, desainer, fotografer, editor multimedia, dan penyunting. Jika anggota lebih sedikit, satu orang boleh memegang dua peran.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Di Google Drive akun kelas, buat folder bernama Majalah WU. Di dalamnya, buat enam subfolder sesuai rubrik, diawali nomor agar urut: 1 Artikel Berita, 2 Wawancara, dan seterusnya.
Semua bahan majalah dari setiap kelompok dikumpulkan di folder rubriknya masing-masing.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Setiap kelompok menulis rencana isi rubriknya di Google Docs. Isinya: judul tulisan, bahan yang dibutuhkan, karya dari portofolio yang akan dipakai, dan pembagian tugas.
Buka kembali folder portofolio kalian. Karya mana yang paling layak masuk majalah?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Kelompok wawancara dan kelompok profil santri menyusun lima pertanyaan wawancara.
Gunakan pertanyaan terbuka yang diawali kata apa, mengapa, bagaimana, atau ceritakan. Pertanyaan terbuka menghasilkan jawaban yang panjang dan menarik. Hindari pertanyaan yang hanya bisa dijawab ya atau tidak.
Saat wawancara nanti: mulai dengan salam dan perkenalan, minta izin untuk merekam atau mencatat, dengarkan dengan sopan, dan tutup dengan terima kasih. Rekam wawancara dengan perekam suara HP agar tidak ada yang terlewat.
(Atur jadwal wawancara bersama ustadz atau pengurus sebelum pertemuan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pertemuan 35, setiap kelompok harus menyelesaikan empat hal.
Satu, mengisi rencana isi rubrik.
Dua, menyelesaikan wawancara dan mengambil foto, dengan izin.
Tiga, mengumpulkan karya portofolio yang dipakai ke folder rubrik.
Empat, menulis draf tulisan rubrik di Google Docs.
(Dampingi kelompok yang melakukan wawancara di luar jam pelajaran.)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setiap rubrik punya penanggung jawab?
- setiap santri punya tugas?
- folder bersama sudah dibuat?
- jadwal disepakati?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peranmu di tim redaksi?
Pertanyaan kedua: karya apa dari tahun ini yang akan kamu masukkan?
(Minta 2–3 santri menjawab secara bergantian.)
Pesan adab kita hari ini: amanah dalam tugas. Kerjakan bagianmu dengan sungguh-sungguh dan tepat waktu, agar tidak memberatkan teman. Dalam kerja tim, satu orang yang lalai bisa membuat seluruh pekerjaan terhambat.
Pekan depan: produksi isi dan tata letak majalah di Canva.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ke-35, dengan judul "Produksi Majalah". Hari ini tim redaksi menulis, menyunting, dan menata halaman-halaman majalah.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mengadakan rapat redaksi. Siapa yang ingat, ada berapa rubrik di majalah kita? Apa saja?
(Tunggu jawaban: enam rubrik.)
Apakah semua kelompok sudah menyelesaikan wawancara dan draf tulisan?
Sekarang pertanyaan hari ini. Coba pikirkan sejenak:
"Bagaimana cara agar semua halaman majalah terlihat seragam dan rapi?"
(Beri waktu 1 menit. Minta 2–3 santri menjawab. Hargai semua jawaban.)
Caranya dengan memakai satu template: warna, jenis huruf, dan posisi judul yang sama di setiap halaman. Ingat prinsip PENGULANGAN di Modul 5. Majalah profesional selalu memiliki tampilan yang seragam.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Agar majalah tampak seragam dan profesional, kita sepakati empat aturan tata letak.
Pertama, WARNA SERAGAM. Warna utama hijau tua dan emas, seperti warna identitas pondok, dengan latar putih untuk halaman isi.
Kedua, DUA JENIS HURUF saja. Satu untuk judul, satu untuk isi, dan sama di semua halaman.
Ketiga, KEPALA HALAMAN. Setiap halaman memiliki pita hijau di bagian atas berisi nama rubrik, dengan posisi yang sama.
Keempat, FOTO BESAR. Satu foto utama setiap halaman, dengan paragraf-paragraf pendek di bawahnya.
Template ini sudah disiapkan guru di Canva. Setiap kelompok tinggal mengisi halamannya.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contoh sampul dan halaman isi majalah di layar.
Di sebelah kiri, SAMPUL. Ada logo pondok di bagian atas, nama majalah Digital Magazine WU, gambar utama, tema edisi, serta nama kelas dan pondok.
Di tengah, HALAMAN ISI. Perhatikan empat unsurnya:
Nomor satu, logo pondok di sampul sebagai identitas.
Nomor dua, kepala halaman berwarna hijau berisi nama rubrik.
Nomor tiga, judul tulisan, foto utama, dan paragraf-paragraf pendek.
Nomor empat, QR code di pojok bawah yang menuju audio atau video. Pembaca tinggal memindai dengan kamera 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Setiap kelompok bekerja di satu komputer dengan akun pesantren.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Penyunting membaca draf tulisan kelompok di Google Docs dengan teliti. Periksa ejaan, kalimat yang terlalu panjang, dan kebenaran fakta.
Penyunting boleh memberi komentar seperti pada gambar: blok kalimat, lalu klik kanan dan pilih Comment. Penulis kemudian memperbaikinya.
Tulisan untuk satu halaman majalah cukup dua sampai tiga paragraf pendek.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Penyunting memeriksa dengan daftar periksa di layar: ejaan dan tanda baca, kebenaran fakta, dalil yang sudah diperiksa ustadz, izin setiap foto orang, dan penulisan nama narasumber.
Jika ada yang belum, selesaikan dulu sebelum masuk ke Canva.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Buka canva.com dengan akun pesantren, lalu buka desain Digital Magazine WU yang sudah disiapkan guru.
Gulir ke halaman rubrik kelompok kalian. Setiap halaman sudah memiliki template: kepala halaman hijau, tempat judul, foto, dan paragraf.
Ingat: edit hanya halaman rubrik kalian sendiri, jangan mengubah halaman kelompok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Klik dua kali kotak judul, hapus tulisan contoh, lalu ketik judul tulisan kalian.
Lakukan hal yang sama untuk paragraf isi: salin tulisan yang sudah disunting dari Google Docs dengan Ctrl C, lalu tempel di kotak teks Canva dengan Ctrl V.
Jika tulisan terlalu panjang dan tidak muat, persingkat. Jangan mengecilkan huruf terlalu kecil.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Klik Uploads di menu kiri, lalu Upload files, tanda a. Pilih foto dari folder rubrik kalian yang sudah diunduh ke komputer.
Setelah foto muncul di panel, seret foto itu ke kotak foto di halaman, tanda b. Foto akan otomatis menyesuaikan kotaknya.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membuat QR code untuk pojok multimedia.
Langkah keenam. Buka Google Drive, masuk folder Majalah WU, Pojok Multimedia. Klik kanan file Nasihat 1 Menit atau Video Adab, arahkan ke Share, tanda a, lalu klik Copy link, tanda b.
(Guru memastikan pengaturan akses file itu adalah "Anyone with the link" dengan hak Viewer, hanya untuk karya yang memang boleh dibagikan. Ini dilakukan dengan akun guru atau akun pesantren.)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Kembali ke Canva, buka halaman Pojok Multimedia. Klik Apps di menu kiri, tanda a. Ketik QR code di kotak pencarian, lalu klik aplikasi QR Code, tanda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kedelapan. Klik kotak URL, tanda a, lalu tempel link dengan Ctrl V. Klik tombol Generate code, tanda b. QR code langsung muncul di halaman, tanda c.
Atur ukuran QR code agar tidak terlalu kecil, minimal sebesar ibu jari, dan tambahkan tulisan di sampingnya, misalnya: Pindai untuk mendengarkan Nasihat 1 Menit.
Uji QR code: buka kamera HP, arahkan ke layar komputer. Jika muncul link dan bisa dibuka, berarti QR code berhasil.
(Periksa halaman setiap kelompok.)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Halaman rubrik kelompok dinyatakan selesai jika empat syarat ini terpenuhi.
Satu, tulisan sudah disunting.
Dua, halaman memakai template yang sama.
Tiga, foto sudah diizinkan dan tampil rapi.
Empat, QR code berhasil dipindai.
(Periksa setiap halaman di layar.)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semua halaman memakai template yang sama?
- ejaan dan dalil sudah diperiksa?
- qR code berhasil dipindai?
- foto sudah mendapat izin?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bagian mana yang masih perlu diperbaiki?
Pertanyaan kedua: apa pelajaran tentang kerja sama tim hari ini?
(Minta 2–3 santri menjawab secara bergantian.)
Pesan adab kita hari ini: tampilkan wajah orang hanya dengan izin, dan jagalah kehormatan setiap orang dalam majalah. Jangan menulis atau memuat sesuatu yang bisa mempermalukan orang lain.
Pekan depan: finalisasi, mengunduh majalah, dan pameran karya.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ke-36, dengan judul "Finalisasi &amp; Pameran Karya". Hari ini adalah pertemuan terakhir Kelas 1: kita menyelesaikan majalah dan merayakan karya kalian dalam pameran.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menata halaman majalah dan membuat QR code. Apakah semua halaman sudah selesai?
Sekarang pertanyaan hari ini. Coba pikirkan sejenak:
"Apa perasaan kalian melihat hasil kerja keras selama satu tahun?"
(Beri waktu 1 menit. Minta 2–3 santri menjawab. Hargai semua jawaban.)
Masya Allah. Setahun yang lalu, sebagian dari kalian belum pernah menyalakan komputer. Hari ini kalian sudah menulis buku, mendesain poster, merekam nasihat, membuat video, memakai AI dengan bijak, dan menyusun majalah. Alhamdulillah. Hari ini kita menuntaskannya dan merayakannya bersama.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majalah diterbitkan, ada empat langkah terakhir.
Pertama, PERIKSA AKHIR. Pemimpin redaksi dan para penyunting membaca ulang semua halaman: ejaan, dalil, foto, QR code, dan urutan halaman.
Kedua, UNDUH PDF. Majalah diunduh sebagai file PDF agar mudah dibagikan dan bisa dicetak.
Ketiga, PUBLIKASI. Majalah dibagikan di lingkungan pesantren, misalnya kepada wali santri atau ditampilkan di mading digital, tentu dengan persetujuan pimpinan pondok.
Keempat, PAMERAN KARYA. Kita presentasikan majalah dan setiap santri menunjukkan portofolionya.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 kita lihat kembali perjalanan belajar kalian selama satu tahun.
Semester 1: Digital Folder Santri, Sistem Folder Kelas, Buku Digital Adab Santri, Ensiklopedia Mini, Poster Dakwah, dan Presentasi Pesantren Impianku.
Semester 2: Nasihat 1 Menit, Video Adab Santri, Panduan Bijak Menggunakan AI, AI Study Assistant, Cerita Digital Pesantren, dan hari ini, puncaknya: Digital Magazine WU.
Dua belas proyek dalam satu tahun. Semuanya tersimpan di portofolio kalian. Ini bukan sekadar nilai di rapor, tetapi bukti nyata bahwa kalian adalah santri yang mampu berkarya.
Sesuai semboyan kita: santri bukan hanya pengguna teknologi, tetapi pencipta solusi.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(Sekitar 25 menit finalisasi, 25 menit pameran.)
Hari ini kita menyelesaikan majalah dan mengadakan pameran.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Pemimpin redaksi membuka desain majalah di Canva dan melihat semua halaman sekaligus. Di Canva, caranya dengan mengklik ikon tampilan kisi di bagian bawah layar.
Periksa urutan: sampul, daftar isi, rubrik satu sampai enam, lalu halaman penutup. Jika ada yang tertukar, seret halaman ke posisi yang benar.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Tampilkan majalah di layar proyektor. Seluruh kelas membaca bersama halaman demi halaman.
Jika ada yang menemukan kesalahan, angkat tangan dan tunjukkan. Kelompok pemilik halaman langsung memperbaikinya.
Ini adalah pemeriksaan akhir. Semakin banyak mata yang membaca, semakin sedikit kesalahan yang terlewat.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Setelah semua beres, klik Share di kanan atas, lalu Download. Pada pilihan File type, pilih PDF Standard, tanda a. Klik Download, tanda b.
Simpan file PDF dengan nama Digital Magazine WU Edisi 1 di folder Majalah WU di Google Drive, dan salin ke folder Proyek di portofolio masing-masing.
Alhamdulillah, majalah digital pertama kita sudah terbit!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Setiap santri membuka folder portofolionya, yang kita buat di pertemuan ketiga, sepuluh bulan yang lalu.
Periksa setiap subfolder. Dokumen: buku adab, ensiklopedia, naskah. Desain: poster dakwah, panduan AI. Audio: Nasihat 1 Menit. Video: Video Adab Santri. Proyek: presentasi, cerita digital, dan majalah.
Pastikan semua karya tersimpan dengan nama yang jelas. Hapus file latihan yang tidak diperlukan. Folder ini akan kalian bawa ke Kelas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Saatnya pameran karya!
(Tampilkan majalah di layar proyektor. Jika ada tamu, persilakan duduk di depan.)
Pemimpin redaksi membuka pameran dengan salam dan memperkenalkan Digital Magazine WU. Lalu setiap kelompok mempresentasikan halaman rubriknya dalam dua menit: apa isinya, bagaimana proses membuatnya, dan pelajaran apa yang didapat.
Para tamu dipersilakan memindai QR code dengan HP untuk mendengarkan nasihat dan menonton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langkah terakhir. Setiap santri menunjukkan portofolionya kepada tamu atau kepada teman. Ceritakan satu karya yang paling kalian banggakan dan mengapa.
(Guru memberikan apresiasi kepada seluruh santri. Bila memungkinkan, berikan penghargaan sederhana untuk kategori seperti: karya terbaik, santri paling berkembang, kelompok paling kompak, dan penulis terbaik.)
Masya Allah, tabarakallah. Kalian semua telah berjuang dengan luar biasa selama satu tahun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akhir Kelas 1 dinyatakan selesai jika empat syarat ini terpenuhi.
Satu, majalah memiliki sampul berlogo pondok, daftar isi, dan enam rubrik.
Dua, semua halaman seragam, sudah disunting, dan QR code berfungsi.
Tiga, PDF majalah tersimpan di Drive dan di folder Proyek setiap santri.
Empat, majalah dan portofolio sudah dipresentasikan dalam pameran.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semua halaman sudah diperiksa?
- pDF berhasil diunduh?
- portofolio setiap santri lengkap?
- setiap rubrik dipresentasikan?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pencapaian terbesarmu di Kelas 1?
Pertanyaan kedua: apa yang ingin kamu pelajari di Kelas 2?
(Minta 2–3 santri menjawab secara bergantian.)
Pesan adab kita hari ini: bersyukurlah atas ilmu yang Allah berikan. Alhamdulillah, semoga ilmu ini bermanfaat bagi agama, diri kita, pesantren, dan umat. Allah berjanji: jika kalian bersyukur, niscaya Aku tambah nikmat-Ku kepada kalian.
Di Kelas 2 nanti, insya Allah kalian akan belajar mengolah data, membuat formulir digital, dashboard, bahkan membuat website sendiri dan mempublikasikannya di internet. Tetaplah semangat, dan jagalah adab dalam setiap langkah.
Pekan depan: Kelas 2: Digital Productivity &amp; Web Development. Sampai jumpa di tahun ajaran berikutnya, insya Allah.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slideLayout" Target="../slideLayouts/slideLayout1.xml"/><Relationship Id="rId1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slideLayout" Target="../slideLayouts/slideLayout1.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2.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slideLayout" Target="../slideLayouts/slideLayout1.xml"/><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image" Target="../media/image-25-11.png"/><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slideLayout" Target="../slideLayouts/slideLayout1.xml"/><Relationship Id="rId1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image" Target="../media/image-27-11.png"/><Relationship Id="rId12" Type="http://schemas.openxmlformats.org/officeDocument/2006/relationships/image" Target="../media/image-27-12.png"/><Relationship Id="rId13" Type="http://schemas.openxmlformats.org/officeDocument/2006/relationships/slideLayout" Target="../slideLayouts/slideLayout1.xml"/><Relationship Id="rId1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image" Target="../media/image-28-11.png"/><Relationship Id="rId12" Type="http://schemas.openxmlformats.org/officeDocument/2006/relationships/slideLayout" Target="../slideLayouts/slideLayout1.xml"/><Relationship Id="rId1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image" Target="../media/image-29-11.png"/><Relationship Id="rId12" Type="http://schemas.openxmlformats.org/officeDocument/2006/relationships/image" Target="../media/image-29-12.png"/><Relationship Id="rId13" Type="http://schemas.openxmlformats.org/officeDocument/2006/relationships/slideLayout" Target="../slideLayouts/slideLayout1.xml"/><Relationship Id="rId1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image" Target="../media/image-30-11.png"/><Relationship Id="rId12" Type="http://schemas.openxmlformats.org/officeDocument/2006/relationships/image" Target="../media/image-30-12.png"/><Relationship Id="rId13" Type="http://schemas.openxmlformats.org/officeDocument/2006/relationships/image" Target="../media/image-30-13.png"/><Relationship Id="rId14" Type="http://schemas.openxmlformats.org/officeDocument/2006/relationships/slideLayout" Target="../slideLayouts/slideLayout1.xml"/><Relationship Id="rId1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1.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2.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image" Target="../media/image-41-9.png"/><Relationship Id="rId10" Type="http://schemas.openxmlformats.org/officeDocument/2006/relationships/image" Target="../media/image-41-10.png"/><Relationship Id="rId11" Type="http://schemas.openxmlformats.org/officeDocument/2006/relationships/slideLayout" Target="../slideLayouts/slideLayout1.xml"/><Relationship Id="rId1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image" Target="../media/image-42-9.png"/><Relationship Id="rId10" Type="http://schemas.openxmlformats.org/officeDocument/2006/relationships/image" Target="../media/image-42-10.png"/><Relationship Id="rId11" Type="http://schemas.openxmlformats.org/officeDocument/2006/relationships/image" Target="../media/image-42-2.png"/><Relationship Id="rId12" Type="http://schemas.openxmlformats.org/officeDocument/2006/relationships/image" Target="../media/image-42-12.png"/><Relationship Id="rId13" Type="http://schemas.openxmlformats.org/officeDocument/2006/relationships/image" Target="../media/image-42-13.png"/><Relationship Id="rId14" Type="http://schemas.openxmlformats.org/officeDocument/2006/relationships/slideLayout" Target="../slideLayouts/slideLayout1.xml"/><Relationship Id="rId1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image" Target="../media/image-43-9.png"/><Relationship Id="rId10" Type="http://schemas.openxmlformats.org/officeDocument/2006/relationships/image" Target="../media/image-43-10.png"/><Relationship Id="rId11" Type="http://schemas.openxmlformats.org/officeDocument/2006/relationships/image" Target="../media/image-43-11.png"/><Relationship Id="rId12" Type="http://schemas.openxmlformats.org/officeDocument/2006/relationships/image" Target="../media/image-43-12.png"/><Relationship Id="rId13" Type="http://schemas.openxmlformats.org/officeDocument/2006/relationships/image" Target="../media/image-43-13.png"/><Relationship Id="rId14" Type="http://schemas.openxmlformats.org/officeDocument/2006/relationships/slideLayout" Target="../slideLayouts/slideLayout1.xml"/><Relationship Id="rId1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2.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image" Target="../media/image-45-8.png"/><Relationship Id="rId9" Type="http://schemas.openxmlformats.org/officeDocument/2006/relationships/image" Target="../media/image-45-9.png"/><Relationship Id="rId10" Type="http://schemas.openxmlformats.org/officeDocument/2006/relationships/image" Target="../media/image-45-10.png"/><Relationship Id="rId11" Type="http://schemas.openxmlformats.org/officeDocument/2006/relationships/image" Target="../media/image-45-11.png"/><Relationship Id="rId12" Type="http://schemas.openxmlformats.org/officeDocument/2006/relationships/image" Target="../media/image-45-12.png"/><Relationship Id="rId13" Type="http://schemas.openxmlformats.org/officeDocument/2006/relationships/slideLayout" Target="../slideLayouts/slideLayout1.xml"/><Relationship Id="rId1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1 WUSTHA  ·  SEMESTER 2  ·  MODUL 12</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Proyek Akhir Kelas 1</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Digital Magazine WU</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Seluruh kelas menjadi tim redaksi yang menyusun majalah digital pesantren, memadukan tulisan, desain, wawancara, audio, video, dan karya santri selama satu tahun.</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34</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Rapat Redaksi</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35</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Produksi Majalah</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36</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Finalisasi &amp; Pameran Karya</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Canva (akun pesantren), Google Docs, Google Drive, HP, portofolio santri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34</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Rapat Redaksi</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Merencanakan Digital Magazine WU</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12: Proyek Akhir Kelas 1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Apa saja isi sebuah majalah yang pernah kalian baca?</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34</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Memahami struktur dan rubrik sebuah majalah</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Menentukan tema, rubrik, dan tim redaksi</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Menyusun rencana isi dan jadwal kerja</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Rubrik Digital Magazine WU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5908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Artikel &amp; Berita</a:t>
            </a:r>
            <a:endParaRPr lang="en-US" sz="1600" dirty="0"/>
          </a:p>
        </p:txBody>
      </p:sp>
      <p:sp>
        <p:nvSpPr>
          <p:cNvPr id="13" name="Text 8"/>
          <p:cNvSpPr txBox="1"/>
          <p:nvPr/>
        </p:nvSpPr>
        <p:spPr>
          <a:xfrm>
            <a:off x="6400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Kegiatan pesantren, ditulis dengan bahasa sendiri dan sumber yang jelas.</a:t>
            </a:r>
            <a:endParaRPr lang="en-US" sz="1250" dirty="0"/>
          </a:p>
        </p:txBody>
      </p:sp>
      <p:sp>
        <p:nvSpPr>
          <p:cNvPr id="14" name="Shape 9"/>
          <p:cNvSpPr/>
          <p:nvPr/>
        </p:nvSpPr>
        <p:spPr>
          <a:xfrm>
            <a:off x="3276600" y="1097280"/>
            <a:ext cx="25908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34594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3596640" y="1417320"/>
            <a:ext cx="274320" cy="274320"/>
          </a:xfrm>
          <a:prstGeom prst="rect">
            <a:avLst/>
          </a:prstGeom>
        </p:spPr>
      </p:pic>
      <p:sp>
        <p:nvSpPr>
          <p:cNvPr id="17" name="Text 11"/>
          <p:cNvSpPr txBox="1"/>
          <p:nvPr/>
        </p:nvSpPr>
        <p:spPr>
          <a:xfrm>
            <a:off x="41452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Wawancara</a:t>
            </a:r>
            <a:endParaRPr lang="en-US" sz="1600" dirty="0"/>
          </a:p>
        </p:txBody>
      </p:sp>
      <p:sp>
        <p:nvSpPr>
          <p:cNvPr id="18" name="Text 12"/>
          <p:cNvSpPr txBox="1"/>
          <p:nvPr/>
        </p:nvSpPr>
        <p:spPr>
          <a:xfrm>
            <a:off x="34594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Tanya jawab dengan ustadz, pengurus, atau santri berprestasi.</a:t>
            </a:r>
            <a:endParaRPr lang="en-US" sz="1250" dirty="0"/>
          </a:p>
        </p:txBody>
      </p:sp>
      <p:sp>
        <p:nvSpPr>
          <p:cNvPr id="19" name="Shape 13"/>
          <p:cNvSpPr/>
          <p:nvPr/>
        </p:nvSpPr>
        <p:spPr>
          <a:xfrm>
            <a:off x="6096000" y="1097280"/>
            <a:ext cx="25908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278880" y="128016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6416040" y="1417320"/>
            <a:ext cx="274320" cy="274320"/>
          </a:xfrm>
          <a:prstGeom prst="rect">
            <a:avLst/>
          </a:prstGeom>
        </p:spPr>
      </p:pic>
      <p:sp>
        <p:nvSpPr>
          <p:cNvPr id="22" name="Text 15"/>
          <p:cNvSpPr txBox="1"/>
          <p:nvPr/>
        </p:nvSpPr>
        <p:spPr>
          <a:xfrm>
            <a:off x="69646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Profil Santri</a:t>
            </a:r>
            <a:endParaRPr lang="en-US" sz="1600" dirty="0"/>
          </a:p>
        </p:txBody>
      </p:sp>
      <p:sp>
        <p:nvSpPr>
          <p:cNvPr id="23" name="Text 16"/>
          <p:cNvSpPr txBox="1"/>
          <p:nvPr/>
        </p:nvSpPr>
        <p:spPr>
          <a:xfrm>
            <a:off x="62788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Kisah inspiratif santri: cita-cita, hafalan, prestasi.</a:t>
            </a:r>
            <a:endParaRPr lang="en-US" sz="1250" dirty="0"/>
          </a:p>
        </p:txBody>
      </p:sp>
      <p:sp>
        <p:nvSpPr>
          <p:cNvPr id="24" name="Shape 17"/>
          <p:cNvSpPr/>
          <p:nvPr/>
        </p:nvSpPr>
        <p:spPr>
          <a:xfrm>
            <a:off x="457200" y="2948940"/>
            <a:ext cx="25908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6400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777240" y="3268980"/>
            <a:ext cx="274320" cy="274320"/>
          </a:xfrm>
          <a:prstGeom prst="rect">
            <a:avLst/>
          </a:prstGeom>
        </p:spPr>
      </p:pic>
      <p:sp>
        <p:nvSpPr>
          <p:cNvPr id="27" name="Text 19"/>
          <p:cNvSpPr txBox="1"/>
          <p:nvPr/>
        </p:nvSpPr>
        <p:spPr>
          <a:xfrm>
            <a:off x="13258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Galeri Dakwah</a:t>
            </a:r>
            <a:endParaRPr lang="en-US" sz="1600" dirty="0"/>
          </a:p>
        </p:txBody>
      </p:sp>
      <p:sp>
        <p:nvSpPr>
          <p:cNvPr id="28" name="Text 20"/>
          <p:cNvSpPr txBox="1"/>
          <p:nvPr/>
        </p:nvSpPr>
        <p:spPr>
          <a:xfrm>
            <a:off x="6400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Poster dakwah dan panduan bijak AI karya santri.</a:t>
            </a:r>
            <a:endParaRPr lang="en-US" sz="1250" dirty="0"/>
          </a:p>
        </p:txBody>
      </p:sp>
      <p:sp>
        <p:nvSpPr>
          <p:cNvPr id="29" name="Shape 21"/>
          <p:cNvSpPr/>
          <p:nvPr/>
        </p:nvSpPr>
        <p:spPr>
          <a:xfrm>
            <a:off x="3276600" y="2948940"/>
            <a:ext cx="2590800" cy="1668780"/>
          </a:xfrm>
          <a:prstGeom prst="roundRect">
            <a:avLst>
              <a:gd name="adj" fmla="val 6575"/>
            </a:avLst>
          </a:prstGeom>
          <a:solidFill>
            <a:srgbClr val="E6F2EC"/>
          </a:solidFill>
          <a:ln w="12700">
            <a:solidFill>
              <a:srgbClr val="E6F2EC"/>
            </a:solidFill>
            <a:prstDash val="solid"/>
          </a:ln>
        </p:spPr>
      </p:sp>
      <p:sp>
        <p:nvSpPr>
          <p:cNvPr id="30" name="Shape 22"/>
          <p:cNvSpPr/>
          <p:nvPr/>
        </p:nvSpPr>
        <p:spPr>
          <a:xfrm>
            <a:off x="3459480" y="3131820"/>
            <a:ext cx="548640" cy="548640"/>
          </a:xfrm>
          <a:prstGeom prst="ellipse">
            <a:avLst/>
          </a:prstGeom>
          <a:solidFill>
            <a:srgbClr val="0F4C3A"/>
          </a:solidFill>
          <a:ln/>
        </p:spPr>
      </p:sp>
      <p:pic>
        <p:nvPicPr>
          <p:cNvPr id="31" name="Image 6" descr="preencoded.png">    </p:cNvPr>
          <p:cNvPicPr>
            <a:picLocks noChangeAspect="1"/>
          </p:cNvPicPr>
          <p:nvPr/>
        </p:nvPicPr>
        <p:blipFill>
          <a:blip r:embed="rId7"/>
          <a:stretch>
            <a:fillRect/>
          </a:stretch>
        </p:blipFill>
        <p:spPr>
          <a:xfrm>
            <a:off x="3596640" y="3268980"/>
            <a:ext cx="274320" cy="274320"/>
          </a:xfrm>
          <a:prstGeom prst="rect">
            <a:avLst/>
          </a:prstGeom>
        </p:spPr>
      </p:pic>
      <p:sp>
        <p:nvSpPr>
          <p:cNvPr id="32" name="Text 23"/>
          <p:cNvSpPr txBox="1"/>
          <p:nvPr/>
        </p:nvSpPr>
        <p:spPr>
          <a:xfrm>
            <a:off x="41452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Cerita &amp; Hikmah</a:t>
            </a:r>
            <a:endParaRPr lang="en-US" sz="1600" dirty="0"/>
          </a:p>
        </p:txBody>
      </p:sp>
      <p:sp>
        <p:nvSpPr>
          <p:cNvPr id="33" name="Text 24"/>
          <p:cNvSpPr txBox="1"/>
          <p:nvPr/>
        </p:nvSpPr>
        <p:spPr>
          <a:xfrm>
            <a:off x="34594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Ringkasan cerita digital dan kisah berhikmah.</a:t>
            </a:r>
            <a:endParaRPr lang="en-US" sz="1250" dirty="0"/>
          </a:p>
        </p:txBody>
      </p:sp>
      <p:sp>
        <p:nvSpPr>
          <p:cNvPr id="34" name="Shape 25"/>
          <p:cNvSpPr/>
          <p:nvPr/>
        </p:nvSpPr>
        <p:spPr>
          <a:xfrm>
            <a:off x="6096000" y="2948940"/>
            <a:ext cx="2590800" cy="1668780"/>
          </a:xfrm>
          <a:prstGeom prst="roundRect">
            <a:avLst>
              <a:gd name="adj" fmla="val 6575"/>
            </a:avLst>
          </a:prstGeom>
          <a:solidFill>
            <a:srgbClr val="E6F2EC"/>
          </a:solidFill>
          <a:ln w="12700">
            <a:solidFill>
              <a:srgbClr val="E6F2EC"/>
            </a:solidFill>
            <a:prstDash val="solid"/>
          </a:ln>
        </p:spPr>
      </p:sp>
      <p:sp>
        <p:nvSpPr>
          <p:cNvPr id="35" name="Shape 26"/>
          <p:cNvSpPr/>
          <p:nvPr/>
        </p:nvSpPr>
        <p:spPr>
          <a:xfrm>
            <a:off x="6278880" y="3131820"/>
            <a:ext cx="548640" cy="548640"/>
          </a:xfrm>
          <a:prstGeom prst="ellipse">
            <a:avLst/>
          </a:prstGeom>
          <a:solidFill>
            <a:srgbClr val="0F4C3A"/>
          </a:solidFill>
          <a:ln/>
        </p:spPr>
      </p:sp>
      <p:pic>
        <p:nvPicPr>
          <p:cNvPr id="36" name="Image 7" descr="preencoded.png">    </p:cNvPr>
          <p:cNvPicPr>
            <a:picLocks noChangeAspect="1"/>
          </p:cNvPicPr>
          <p:nvPr/>
        </p:nvPicPr>
        <p:blipFill>
          <a:blip r:embed="rId8"/>
          <a:stretch>
            <a:fillRect/>
          </a:stretch>
        </p:blipFill>
        <p:spPr>
          <a:xfrm>
            <a:off x="6416040" y="3268980"/>
            <a:ext cx="274320" cy="274320"/>
          </a:xfrm>
          <a:prstGeom prst="rect">
            <a:avLst/>
          </a:prstGeom>
        </p:spPr>
      </p:pic>
      <p:sp>
        <p:nvSpPr>
          <p:cNvPr id="37" name="Text 27"/>
          <p:cNvSpPr txBox="1"/>
          <p:nvPr/>
        </p:nvSpPr>
        <p:spPr>
          <a:xfrm>
            <a:off x="69646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Pojok Multimedia</a:t>
            </a:r>
            <a:endParaRPr lang="en-US" sz="1600" dirty="0"/>
          </a:p>
        </p:txBody>
      </p:sp>
      <p:sp>
        <p:nvSpPr>
          <p:cNvPr id="38" name="Text 28"/>
          <p:cNvSpPr txBox="1"/>
          <p:nvPr/>
        </p:nvSpPr>
        <p:spPr>
          <a:xfrm>
            <a:off x="62788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QR code menuju Nasihat 1 Menit dan Video Adab Santri.</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Tim Redaksi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5908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Pemimpin Redaksi</a:t>
            </a:r>
            <a:endParaRPr lang="en-US" sz="1600" dirty="0"/>
          </a:p>
        </p:txBody>
      </p:sp>
      <p:sp>
        <p:nvSpPr>
          <p:cNvPr id="13" name="Text 8"/>
          <p:cNvSpPr txBox="1"/>
          <p:nvPr/>
        </p:nvSpPr>
        <p:spPr>
          <a:xfrm>
            <a:off x="6400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Mengatur jadwal dan memeriksa keseluruhan majalah.</a:t>
            </a:r>
            <a:endParaRPr lang="en-US" sz="1250" dirty="0"/>
          </a:p>
        </p:txBody>
      </p:sp>
      <p:sp>
        <p:nvSpPr>
          <p:cNvPr id="14" name="Shape 9"/>
          <p:cNvSpPr/>
          <p:nvPr/>
        </p:nvSpPr>
        <p:spPr>
          <a:xfrm>
            <a:off x="3276600" y="1097280"/>
            <a:ext cx="25908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34594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3596640" y="1417320"/>
            <a:ext cx="274320" cy="274320"/>
          </a:xfrm>
          <a:prstGeom prst="rect">
            <a:avLst/>
          </a:prstGeom>
        </p:spPr>
      </p:pic>
      <p:sp>
        <p:nvSpPr>
          <p:cNvPr id="17" name="Text 11"/>
          <p:cNvSpPr txBox="1"/>
          <p:nvPr/>
        </p:nvSpPr>
        <p:spPr>
          <a:xfrm>
            <a:off x="41452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Penulis</a:t>
            </a:r>
            <a:endParaRPr lang="en-US" sz="1600" dirty="0"/>
          </a:p>
        </p:txBody>
      </p:sp>
      <p:sp>
        <p:nvSpPr>
          <p:cNvPr id="18" name="Text 12"/>
          <p:cNvSpPr txBox="1"/>
          <p:nvPr/>
        </p:nvSpPr>
        <p:spPr>
          <a:xfrm>
            <a:off x="34594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Menulis artikel, wawancara, dan profil.</a:t>
            </a:r>
            <a:endParaRPr lang="en-US" sz="1250" dirty="0"/>
          </a:p>
        </p:txBody>
      </p:sp>
      <p:sp>
        <p:nvSpPr>
          <p:cNvPr id="19" name="Shape 13"/>
          <p:cNvSpPr/>
          <p:nvPr/>
        </p:nvSpPr>
        <p:spPr>
          <a:xfrm>
            <a:off x="6096000" y="1097280"/>
            <a:ext cx="25908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278880" y="128016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6416040" y="1417320"/>
            <a:ext cx="274320" cy="274320"/>
          </a:xfrm>
          <a:prstGeom prst="rect">
            <a:avLst/>
          </a:prstGeom>
        </p:spPr>
      </p:pic>
      <p:sp>
        <p:nvSpPr>
          <p:cNvPr id="22" name="Text 15"/>
          <p:cNvSpPr txBox="1"/>
          <p:nvPr/>
        </p:nvSpPr>
        <p:spPr>
          <a:xfrm>
            <a:off x="69646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Desainer</a:t>
            </a:r>
            <a:endParaRPr lang="en-US" sz="1600" dirty="0"/>
          </a:p>
        </p:txBody>
      </p:sp>
      <p:sp>
        <p:nvSpPr>
          <p:cNvPr id="23" name="Text 16"/>
          <p:cNvSpPr txBox="1"/>
          <p:nvPr/>
        </p:nvSpPr>
        <p:spPr>
          <a:xfrm>
            <a:off x="62788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Menata halaman di Canva dengan prinsip desain.</a:t>
            </a:r>
            <a:endParaRPr lang="en-US" sz="1250" dirty="0"/>
          </a:p>
        </p:txBody>
      </p:sp>
      <p:sp>
        <p:nvSpPr>
          <p:cNvPr id="24" name="Shape 17"/>
          <p:cNvSpPr/>
          <p:nvPr/>
        </p:nvSpPr>
        <p:spPr>
          <a:xfrm>
            <a:off x="457200" y="2948940"/>
            <a:ext cx="25908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6400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777240" y="3268980"/>
            <a:ext cx="274320" cy="274320"/>
          </a:xfrm>
          <a:prstGeom prst="rect">
            <a:avLst/>
          </a:prstGeom>
        </p:spPr>
      </p:pic>
      <p:sp>
        <p:nvSpPr>
          <p:cNvPr id="27" name="Text 19"/>
          <p:cNvSpPr txBox="1"/>
          <p:nvPr/>
        </p:nvSpPr>
        <p:spPr>
          <a:xfrm>
            <a:off x="13258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Fotografer</a:t>
            </a:r>
            <a:endParaRPr lang="en-US" sz="1600" dirty="0"/>
          </a:p>
        </p:txBody>
      </p:sp>
      <p:sp>
        <p:nvSpPr>
          <p:cNvPr id="28" name="Text 20"/>
          <p:cNvSpPr txBox="1"/>
          <p:nvPr/>
        </p:nvSpPr>
        <p:spPr>
          <a:xfrm>
            <a:off x="6400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Mengambil foto kegiatan dengan izin.</a:t>
            </a:r>
            <a:endParaRPr lang="en-US" sz="1250" dirty="0"/>
          </a:p>
        </p:txBody>
      </p:sp>
      <p:sp>
        <p:nvSpPr>
          <p:cNvPr id="29" name="Shape 21"/>
          <p:cNvSpPr/>
          <p:nvPr/>
        </p:nvSpPr>
        <p:spPr>
          <a:xfrm>
            <a:off x="3276600" y="2948940"/>
            <a:ext cx="2590800" cy="1668780"/>
          </a:xfrm>
          <a:prstGeom prst="roundRect">
            <a:avLst>
              <a:gd name="adj" fmla="val 6575"/>
            </a:avLst>
          </a:prstGeom>
          <a:solidFill>
            <a:srgbClr val="E6F2EC"/>
          </a:solidFill>
          <a:ln w="12700">
            <a:solidFill>
              <a:srgbClr val="E6F2EC"/>
            </a:solidFill>
            <a:prstDash val="solid"/>
          </a:ln>
        </p:spPr>
      </p:sp>
      <p:sp>
        <p:nvSpPr>
          <p:cNvPr id="30" name="Shape 22"/>
          <p:cNvSpPr/>
          <p:nvPr/>
        </p:nvSpPr>
        <p:spPr>
          <a:xfrm>
            <a:off x="3459480" y="3131820"/>
            <a:ext cx="548640" cy="548640"/>
          </a:xfrm>
          <a:prstGeom prst="ellipse">
            <a:avLst/>
          </a:prstGeom>
          <a:solidFill>
            <a:srgbClr val="0F4C3A"/>
          </a:solidFill>
          <a:ln/>
        </p:spPr>
      </p:sp>
      <p:pic>
        <p:nvPicPr>
          <p:cNvPr id="31" name="Image 6" descr="preencoded.png">    </p:cNvPr>
          <p:cNvPicPr>
            <a:picLocks noChangeAspect="1"/>
          </p:cNvPicPr>
          <p:nvPr/>
        </p:nvPicPr>
        <p:blipFill>
          <a:blip r:embed="rId7"/>
          <a:stretch>
            <a:fillRect/>
          </a:stretch>
        </p:blipFill>
        <p:spPr>
          <a:xfrm>
            <a:off x="3596640" y="3268980"/>
            <a:ext cx="274320" cy="274320"/>
          </a:xfrm>
          <a:prstGeom prst="rect">
            <a:avLst/>
          </a:prstGeom>
        </p:spPr>
      </p:pic>
      <p:sp>
        <p:nvSpPr>
          <p:cNvPr id="32" name="Text 23"/>
          <p:cNvSpPr txBox="1"/>
          <p:nvPr/>
        </p:nvSpPr>
        <p:spPr>
          <a:xfrm>
            <a:off x="41452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Editor Multimedia</a:t>
            </a:r>
            <a:endParaRPr lang="en-US" sz="1600" dirty="0"/>
          </a:p>
        </p:txBody>
      </p:sp>
      <p:sp>
        <p:nvSpPr>
          <p:cNvPr id="33" name="Text 24"/>
          <p:cNvSpPr txBox="1"/>
          <p:nvPr/>
        </p:nvSpPr>
        <p:spPr>
          <a:xfrm>
            <a:off x="34594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Menyiapkan audio, video, dan QR code.</a:t>
            </a:r>
            <a:endParaRPr lang="en-US" sz="1250" dirty="0"/>
          </a:p>
        </p:txBody>
      </p:sp>
      <p:sp>
        <p:nvSpPr>
          <p:cNvPr id="34" name="Shape 25"/>
          <p:cNvSpPr/>
          <p:nvPr/>
        </p:nvSpPr>
        <p:spPr>
          <a:xfrm>
            <a:off x="6096000" y="2948940"/>
            <a:ext cx="2590800" cy="1668780"/>
          </a:xfrm>
          <a:prstGeom prst="roundRect">
            <a:avLst>
              <a:gd name="adj" fmla="val 6575"/>
            </a:avLst>
          </a:prstGeom>
          <a:solidFill>
            <a:srgbClr val="E6F2EC"/>
          </a:solidFill>
          <a:ln w="12700">
            <a:solidFill>
              <a:srgbClr val="E6F2EC"/>
            </a:solidFill>
            <a:prstDash val="solid"/>
          </a:ln>
        </p:spPr>
      </p:sp>
      <p:sp>
        <p:nvSpPr>
          <p:cNvPr id="35" name="Shape 26"/>
          <p:cNvSpPr/>
          <p:nvPr/>
        </p:nvSpPr>
        <p:spPr>
          <a:xfrm>
            <a:off x="6278880" y="3131820"/>
            <a:ext cx="548640" cy="548640"/>
          </a:xfrm>
          <a:prstGeom prst="ellipse">
            <a:avLst/>
          </a:prstGeom>
          <a:solidFill>
            <a:srgbClr val="0F4C3A"/>
          </a:solidFill>
          <a:ln/>
        </p:spPr>
      </p:sp>
      <p:pic>
        <p:nvPicPr>
          <p:cNvPr id="36" name="Image 7" descr="preencoded.png">    </p:cNvPr>
          <p:cNvPicPr>
            <a:picLocks noChangeAspect="1"/>
          </p:cNvPicPr>
          <p:nvPr/>
        </p:nvPicPr>
        <p:blipFill>
          <a:blip r:embed="rId8"/>
          <a:stretch>
            <a:fillRect/>
          </a:stretch>
        </p:blipFill>
        <p:spPr>
          <a:xfrm>
            <a:off x="6416040" y="3268980"/>
            <a:ext cx="274320" cy="274320"/>
          </a:xfrm>
          <a:prstGeom prst="rect">
            <a:avLst/>
          </a:prstGeom>
        </p:spPr>
      </p:pic>
      <p:sp>
        <p:nvSpPr>
          <p:cNvPr id="37" name="Text 27"/>
          <p:cNvSpPr txBox="1"/>
          <p:nvPr/>
        </p:nvSpPr>
        <p:spPr>
          <a:xfrm>
            <a:off x="69646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Penyunting</a:t>
            </a:r>
            <a:endParaRPr lang="en-US" sz="1600" dirty="0"/>
          </a:p>
        </p:txBody>
      </p:sp>
      <p:sp>
        <p:nvSpPr>
          <p:cNvPr id="38" name="Text 28"/>
          <p:cNvSpPr txBox="1"/>
          <p:nvPr/>
        </p:nvSpPr>
        <p:spPr>
          <a:xfrm>
            <a:off x="62788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Memeriksa ejaan, dalil, dan kebenaran isi.</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Jadwal Kerja Redaksi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438400" cy="2240280"/>
          </a:xfrm>
          <a:prstGeom prst="roundRect">
            <a:avLst>
              <a:gd name="adj" fmla="val 4898"/>
            </a:avLst>
          </a:prstGeom>
          <a:solidFill>
            <a:srgbClr val="E6F2EC"/>
          </a:solidFill>
          <a:ln w="12700">
            <a:solidFill>
              <a:srgbClr val="E6F2EC"/>
            </a:solidFill>
            <a:prstDash val="solid"/>
          </a:ln>
        </p:spPr>
      </p:sp>
      <p:sp>
        <p:nvSpPr>
          <p:cNvPr id="10" name="Shape 6"/>
          <p:cNvSpPr/>
          <p:nvPr/>
        </p:nvSpPr>
        <p:spPr>
          <a:xfrm>
            <a:off x="1310640" y="1371600"/>
            <a:ext cx="731520" cy="73152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1493520" y="1554480"/>
            <a:ext cx="365760" cy="365760"/>
          </a:xfrm>
          <a:prstGeom prst="rect">
            <a:avLst/>
          </a:prstGeom>
        </p:spPr>
      </p:pic>
      <p:sp>
        <p:nvSpPr>
          <p:cNvPr id="12" name="Text 7"/>
          <p:cNvSpPr txBox="1"/>
          <p:nvPr/>
        </p:nvSpPr>
        <p:spPr>
          <a:xfrm>
            <a:off x="5486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Pertemuan 34</a:t>
            </a:r>
            <a:endParaRPr lang="en-US" sz="1700" dirty="0"/>
          </a:p>
        </p:txBody>
      </p:sp>
      <p:sp>
        <p:nvSpPr>
          <p:cNvPr id="13" name="Text 8"/>
          <p:cNvSpPr txBox="1"/>
          <p:nvPr/>
        </p:nvSpPr>
        <p:spPr>
          <a:xfrm>
            <a:off x="6400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Rapat redaksi: rubrik, tim, rencana isi, mulai mengumpulkan bahan</a:t>
            </a:r>
            <a:endParaRPr lang="en-US" sz="1300" dirty="0"/>
          </a:p>
        </p:txBody>
      </p:sp>
      <p:sp>
        <p:nvSpPr>
          <p:cNvPr id="14" name="Text 9"/>
          <p:cNvSpPr txBox="1"/>
          <p:nvPr/>
        </p:nvSpPr>
        <p:spPr>
          <a:xfrm>
            <a:off x="28956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15" name="Shape 10"/>
          <p:cNvSpPr/>
          <p:nvPr/>
        </p:nvSpPr>
        <p:spPr>
          <a:xfrm>
            <a:off x="3352800" y="1188720"/>
            <a:ext cx="2438400" cy="2240280"/>
          </a:xfrm>
          <a:prstGeom prst="roundRect">
            <a:avLst>
              <a:gd name="adj" fmla="val 4898"/>
            </a:avLst>
          </a:prstGeom>
          <a:solidFill>
            <a:srgbClr val="0F4C3A"/>
          </a:solidFill>
          <a:ln w="12700">
            <a:solidFill>
              <a:srgbClr val="0F4C3A"/>
            </a:solidFill>
            <a:prstDash val="solid"/>
          </a:ln>
        </p:spPr>
      </p:sp>
      <p:sp>
        <p:nvSpPr>
          <p:cNvPr id="16" name="Shape 11"/>
          <p:cNvSpPr/>
          <p:nvPr/>
        </p:nvSpPr>
        <p:spPr>
          <a:xfrm>
            <a:off x="4206240" y="1371600"/>
            <a:ext cx="731520" cy="731520"/>
          </a:xfrm>
          <a:prstGeom prst="ellipse">
            <a:avLst/>
          </a:prstGeom>
          <a:solidFill>
            <a:srgbClr val="D4A017"/>
          </a:solidFill>
          <a:ln/>
        </p:spPr>
      </p:sp>
      <p:pic>
        <p:nvPicPr>
          <p:cNvPr id="17" name="Image 3" descr="preencoded.png">    </p:cNvPr>
          <p:cNvPicPr>
            <a:picLocks noChangeAspect="1"/>
          </p:cNvPicPr>
          <p:nvPr/>
        </p:nvPicPr>
        <p:blipFill>
          <a:blip r:embed="rId4"/>
          <a:stretch>
            <a:fillRect/>
          </a:stretch>
        </p:blipFill>
        <p:spPr>
          <a:xfrm>
            <a:off x="4389120" y="1554480"/>
            <a:ext cx="365760" cy="365760"/>
          </a:xfrm>
          <a:prstGeom prst="rect">
            <a:avLst/>
          </a:prstGeom>
        </p:spPr>
      </p:pic>
      <p:sp>
        <p:nvSpPr>
          <p:cNvPr id="18" name="Text 12"/>
          <p:cNvSpPr txBox="1"/>
          <p:nvPr/>
        </p:nvSpPr>
        <p:spPr>
          <a:xfrm>
            <a:off x="3444240" y="2194560"/>
            <a:ext cx="2255520" cy="36576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Pertemuan 35</a:t>
            </a:r>
            <a:endParaRPr lang="en-US" sz="1700" dirty="0"/>
          </a:p>
        </p:txBody>
      </p:sp>
      <p:sp>
        <p:nvSpPr>
          <p:cNvPr id="19" name="Text 13"/>
          <p:cNvSpPr txBox="1"/>
          <p:nvPr/>
        </p:nvSpPr>
        <p:spPr>
          <a:xfrm>
            <a:off x="3535680" y="2606040"/>
            <a:ext cx="20726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Produksi: menulis, menyunting, dan menata halaman di Canva</a:t>
            </a:r>
            <a:endParaRPr lang="en-US" sz="1300" dirty="0"/>
          </a:p>
        </p:txBody>
      </p:sp>
      <p:sp>
        <p:nvSpPr>
          <p:cNvPr id="20" name="Text 14"/>
          <p:cNvSpPr txBox="1"/>
          <p:nvPr/>
        </p:nvSpPr>
        <p:spPr>
          <a:xfrm>
            <a:off x="57912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6248400" y="1188720"/>
            <a:ext cx="2438400" cy="2240280"/>
          </a:xfrm>
          <a:prstGeom prst="roundRect">
            <a:avLst>
              <a:gd name="adj" fmla="val 4898"/>
            </a:avLst>
          </a:prstGeom>
          <a:solidFill>
            <a:srgbClr val="E6F2EC"/>
          </a:solidFill>
          <a:ln w="12700">
            <a:solidFill>
              <a:srgbClr val="E6F2EC"/>
            </a:solidFill>
            <a:prstDash val="solid"/>
          </a:ln>
        </p:spPr>
      </p:sp>
      <p:sp>
        <p:nvSpPr>
          <p:cNvPr id="22" name="Shape 16"/>
          <p:cNvSpPr/>
          <p:nvPr/>
        </p:nvSpPr>
        <p:spPr>
          <a:xfrm>
            <a:off x="7101840" y="1371600"/>
            <a:ext cx="731520" cy="731520"/>
          </a:xfrm>
          <a:prstGeom prst="ellipse">
            <a:avLst/>
          </a:prstGeom>
          <a:solidFill>
            <a:srgbClr val="0F4C3A"/>
          </a:solidFill>
          <a:ln/>
        </p:spPr>
      </p:sp>
      <p:pic>
        <p:nvPicPr>
          <p:cNvPr id="23" name="Image 4" descr="preencoded.png">    </p:cNvPr>
          <p:cNvPicPr>
            <a:picLocks noChangeAspect="1"/>
          </p:cNvPicPr>
          <p:nvPr/>
        </p:nvPicPr>
        <p:blipFill>
          <a:blip r:embed="rId5"/>
          <a:stretch>
            <a:fillRect/>
          </a:stretch>
        </p:blipFill>
        <p:spPr>
          <a:xfrm>
            <a:off x="7284720" y="1554480"/>
            <a:ext cx="365760" cy="365760"/>
          </a:xfrm>
          <a:prstGeom prst="rect">
            <a:avLst/>
          </a:prstGeom>
        </p:spPr>
      </p:pic>
      <p:sp>
        <p:nvSpPr>
          <p:cNvPr id="24" name="Text 17"/>
          <p:cNvSpPr txBox="1"/>
          <p:nvPr/>
        </p:nvSpPr>
        <p:spPr>
          <a:xfrm>
            <a:off x="63398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Pertemuan 36</a:t>
            </a:r>
            <a:endParaRPr lang="en-US" sz="1700" dirty="0"/>
          </a:p>
        </p:txBody>
      </p:sp>
      <p:sp>
        <p:nvSpPr>
          <p:cNvPr id="25" name="Text 18"/>
          <p:cNvSpPr txBox="1"/>
          <p:nvPr/>
        </p:nvSpPr>
        <p:spPr>
          <a:xfrm>
            <a:off x="64312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Finalisasi, unduh PDF, dan pameran karya</a:t>
            </a:r>
            <a:endParaRPr lang="en-US" sz="1300" dirty="0"/>
          </a:p>
        </p:txBody>
      </p:sp>
      <p:sp>
        <p:nvSpPr>
          <p:cNvPr id="26" name="Shape 19"/>
          <p:cNvSpPr/>
          <p:nvPr/>
        </p:nvSpPr>
        <p:spPr>
          <a:xfrm>
            <a:off x="457200" y="3657600"/>
            <a:ext cx="8229600" cy="960120"/>
          </a:xfrm>
          <a:prstGeom prst="roundRect">
            <a:avLst>
              <a:gd name="adj" fmla="val 9524"/>
            </a:avLst>
          </a:prstGeom>
          <a:solidFill>
            <a:srgbClr val="FBF1D3"/>
          </a:solidFill>
          <a:ln w="12700">
            <a:solidFill>
              <a:srgbClr val="FBF1D3"/>
            </a:solidFill>
            <a:prstDash val="solid"/>
          </a:ln>
        </p:spPr>
      </p:sp>
      <p:sp>
        <p:nvSpPr>
          <p:cNvPr id="27" name="Text 20"/>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Contoh:  </a:t>
            </a:r>
            <a:pPr indent="0" marL="0">
              <a:buNone/>
            </a:pPr>
            <a:r>
              <a:rPr lang="en-US" sz="1400" dirty="0">
                <a:solidFill>
                  <a:srgbClr val="1E2A26"/>
                </a:solidFill>
                <a:latin typeface="Calibri" pitchFamily="34" charset="0"/>
                <a:ea typeface="Calibri" pitchFamily="34" charset="-122"/>
                <a:cs typeface="Calibri" pitchFamily="34" charset="-120"/>
              </a:rPr>
              <a:t>Wawancara dan foto sebaiknya dikerjakan di sela pertemuan 34 dan 35, dengan izin dan pendampingan guru.</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Rapat Redaksi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Seluruh kelas · ikuti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Tema, rubrik, dan tim</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Folder bersama dan rencana isi</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Menyusun pertanyaan wawancara</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Tema &amp; Tim</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1/5</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685800" y="1051560"/>
            <a:ext cx="4754880" cy="3611880"/>
          </a:xfrm>
          <a:prstGeom prst="rect">
            <a:avLst/>
          </a:prstGeom>
          <a:solidFill>
            <a:srgbClr val="FFFFFF"/>
          </a:solidFill>
          <a:ln w="12700">
            <a:solidFill>
              <a:srgbClr val="BBBBBB"/>
            </a:solidFill>
            <a:prstDash val="solid"/>
          </a:ln>
        </p:spPr>
      </p:sp>
      <p:sp>
        <p:nvSpPr>
          <p:cNvPr id="10" name="Text 6"/>
          <p:cNvSpPr txBox="1"/>
          <p:nvPr/>
        </p:nvSpPr>
        <p:spPr>
          <a:xfrm>
            <a:off x="914400" y="1188720"/>
            <a:ext cx="3657600" cy="365760"/>
          </a:xfrm>
          <a:prstGeom prst="rect">
            <a:avLst/>
          </a:prstGeom>
          <a:noFill/>
          <a:ln/>
        </p:spPr>
        <p:txBody>
          <a:bodyPr wrap="square" lIns="0" tIns="0" rIns="0" bIns="0" rtlCol="0" anchor="t"/>
          <a:lstStyle/>
          <a:p>
            <a:pPr indent="0" marL="0">
              <a:buNone/>
            </a:pPr>
            <a:r>
              <a:rPr lang="en-US" sz="1600" b="1" dirty="0">
                <a:solidFill>
                  <a:srgbClr val="0F4C3A"/>
                </a:solidFill>
                <a:latin typeface="Cambria" pitchFamily="34" charset="0"/>
                <a:ea typeface="Cambria" pitchFamily="34" charset="-122"/>
                <a:cs typeface="Cambria" pitchFamily="34" charset="-120"/>
              </a:rPr>
              <a:t>Usulan Tema Edisi 1</a:t>
            </a:r>
            <a:endParaRPr lang="en-US" sz="1600" dirty="0"/>
          </a:p>
        </p:txBody>
      </p:sp>
      <p:sp>
        <p:nvSpPr>
          <p:cNvPr id="11" name="Shape 7"/>
          <p:cNvSpPr/>
          <p:nvPr/>
        </p:nvSpPr>
        <p:spPr>
          <a:xfrm>
            <a:off x="960120" y="1783080"/>
            <a:ext cx="3931920" cy="457200"/>
          </a:xfrm>
          <a:prstGeom prst="roundRect">
            <a:avLst>
              <a:gd name="adj" fmla="val 16000"/>
            </a:avLst>
          </a:prstGeom>
          <a:solidFill>
            <a:srgbClr val="E6F2EC"/>
          </a:solidFill>
          <a:ln w="12700">
            <a:solidFill>
              <a:srgbClr val="E6F2EC"/>
            </a:solidFill>
            <a:prstDash val="solid"/>
          </a:ln>
        </p:spPr>
      </p:sp>
      <p:sp>
        <p:nvSpPr>
          <p:cNvPr id="12" name="Text 8"/>
          <p:cNvSpPr txBox="1"/>
          <p:nvPr/>
        </p:nvSpPr>
        <p:spPr>
          <a:xfrm>
            <a:off x="1143000" y="1783080"/>
            <a:ext cx="3200400" cy="457200"/>
          </a:xfrm>
          <a:prstGeom prst="rect">
            <a:avLst/>
          </a:prstGeom>
          <a:noFill/>
          <a:ln/>
        </p:spPr>
        <p:txBody>
          <a:bodyPr wrap="square" lIns="0" tIns="0" rIns="0" bIns="0" rtlCol="0" anchor="ctr"/>
          <a:lstStyle/>
          <a:p>
            <a:pPr indent="0" marL="0">
              <a:buNone/>
            </a:pPr>
            <a:r>
              <a:rPr lang="en-US" sz="1400" b="1" dirty="0">
                <a:solidFill>
                  <a:srgbClr val="1E2A26"/>
                </a:solidFill>
                <a:latin typeface="Calibri" pitchFamily="34" charset="0"/>
                <a:ea typeface="Calibri" pitchFamily="34" charset="-122"/>
                <a:cs typeface="Calibri" pitchFamily="34" charset="-120"/>
              </a:rPr>
              <a:t>Santri Berkarya</a:t>
            </a:r>
            <a:endParaRPr lang="en-US" sz="1400" dirty="0"/>
          </a:p>
        </p:txBody>
      </p:sp>
      <p:sp>
        <p:nvSpPr>
          <p:cNvPr id="13" name="Text 9"/>
          <p:cNvSpPr txBox="1"/>
          <p:nvPr/>
        </p:nvSpPr>
        <p:spPr>
          <a:xfrm>
            <a:off x="3886200" y="1783080"/>
            <a:ext cx="914400" cy="457200"/>
          </a:xfrm>
          <a:prstGeom prst="rect">
            <a:avLst/>
          </a:prstGeom>
          <a:noFill/>
          <a:ln/>
        </p:spPr>
        <p:txBody>
          <a:bodyPr wrap="square" lIns="0" tIns="0" rIns="0" bIns="0" rtlCol="0" anchor="ctr"/>
          <a:lstStyle/>
          <a:p>
            <a:pPr algn="r" indent="0" marL="0">
              <a:buNone/>
            </a:pPr>
            <a:r>
              <a:rPr lang="en-US" sz="1100" dirty="0">
                <a:solidFill>
                  <a:srgbClr val="5F6F68"/>
                </a:solidFill>
                <a:latin typeface="Calibri" pitchFamily="34" charset="0"/>
                <a:ea typeface="Calibri" pitchFamily="34" charset="-122"/>
                <a:cs typeface="Calibri" pitchFamily="34" charset="-120"/>
              </a:rPr>
              <a:t>✓ 14 suara</a:t>
            </a:r>
            <a:endParaRPr lang="en-US" sz="1100" dirty="0"/>
          </a:p>
        </p:txBody>
      </p:sp>
      <p:sp>
        <p:nvSpPr>
          <p:cNvPr id="14" name="Shape 10"/>
          <p:cNvSpPr/>
          <p:nvPr/>
        </p:nvSpPr>
        <p:spPr>
          <a:xfrm>
            <a:off x="960120" y="2350008"/>
            <a:ext cx="3931920" cy="457200"/>
          </a:xfrm>
          <a:prstGeom prst="roundRect">
            <a:avLst>
              <a:gd name="adj" fmla="val 16000"/>
            </a:avLst>
          </a:prstGeom>
          <a:solidFill>
            <a:srgbClr val="F7F7F7"/>
          </a:solidFill>
          <a:ln w="12700">
            <a:solidFill>
              <a:srgbClr val="F7F7F7"/>
            </a:solidFill>
            <a:prstDash val="solid"/>
          </a:ln>
        </p:spPr>
      </p:sp>
      <p:sp>
        <p:nvSpPr>
          <p:cNvPr id="15" name="Text 11"/>
          <p:cNvSpPr txBox="1"/>
          <p:nvPr/>
        </p:nvSpPr>
        <p:spPr>
          <a:xfrm>
            <a:off x="1143000" y="2350008"/>
            <a:ext cx="3200400" cy="457200"/>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Setahun Belajar Teknologi</a:t>
            </a:r>
            <a:endParaRPr lang="en-US" sz="1400" dirty="0"/>
          </a:p>
        </p:txBody>
      </p:sp>
      <p:sp>
        <p:nvSpPr>
          <p:cNvPr id="16" name="Text 12"/>
          <p:cNvSpPr txBox="1"/>
          <p:nvPr/>
        </p:nvSpPr>
        <p:spPr>
          <a:xfrm>
            <a:off x="3886200" y="2350008"/>
            <a:ext cx="914400" cy="457200"/>
          </a:xfrm>
          <a:prstGeom prst="rect">
            <a:avLst/>
          </a:prstGeom>
          <a:noFill/>
          <a:ln/>
        </p:spPr>
        <p:txBody>
          <a:bodyPr wrap="square" lIns="0" tIns="0" rIns="0" bIns="0" rtlCol="0" anchor="ctr"/>
          <a:lstStyle/>
          <a:p>
            <a:pPr algn="r" indent="0" marL="0">
              <a:buNone/>
            </a:pPr>
            <a:r>
              <a:rPr lang="en-US" sz="1100" dirty="0">
                <a:solidFill>
                  <a:srgbClr val="5F6F68"/>
                </a:solidFill>
                <a:latin typeface="Calibri" pitchFamily="34" charset="0"/>
                <a:ea typeface="Calibri" pitchFamily="34" charset="-122"/>
                <a:cs typeface="Calibri" pitchFamily="34" charset="-120"/>
              </a:rPr>
              <a:t>7 suara</a:t>
            </a:r>
            <a:endParaRPr lang="en-US" sz="1100" dirty="0"/>
          </a:p>
        </p:txBody>
      </p:sp>
      <p:sp>
        <p:nvSpPr>
          <p:cNvPr id="17" name="Shape 13"/>
          <p:cNvSpPr/>
          <p:nvPr/>
        </p:nvSpPr>
        <p:spPr>
          <a:xfrm>
            <a:off x="960120" y="2916936"/>
            <a:ext cx="3931920" cy="457200"/>
          </a:xfrm>
          <a:prstGeom prst="roundRect">
            <a:avLst>
              <a:gd name="adj" fmla="val 16000"/>
            </a:avLst>
          </a:prstGeom>
          <a:solidFill>
            <a:srgbClr val="F7F7F7"/>
          </a:solidFill>
          <a:ln w="12700">
            <a:solidFill>
              <a:srgbClr val="F7F7F7"/>
            </a:solidFill>
            <a:prstDash val="solid"/>
          </a:ln>
        </p:spPr>
      </p:sp>
      <p:sp>
        <p:nvSpPr>
          <p:cNvPr id="18" name="Text 14"/>
          <p:cNvSpPr txBox="1"/>
          <p:nvPr/>
        </p:nvSpPr>
        <p:spPr>
          <a:xfrm>
            <a:off x="1143000" y="2916936"/>
            <a:ext cx="3200400" cy="457200"/>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Teknologi untuk Dakwah</a:t>
            </a:r>
            <a:endParaRPr lang="en-US" sz="1400" dirty="0"/>
          </a:p>
        </p:txBody>
      </p:sp>
      <p:sp>
        <p:nvSpPr>
          <p:cNvPr id="19" name="Text 15"/>
          <p:cNvSpPr txBox="1"/>
          <p:nvPr/>
        </p:nvSpPr>
        <p:spPr>
          <a:xfrm>
            <a:off x="3886200" y="2916936"/>
            <a:ext cx="914400" cy="457200"/>
          </a:xfrm>
          <a:prstGeom prst="rect">
            <a:avLst/>
          </a:prstGeom>
          <a:noFill/>
          <a:ln/>
        </p:spPr>
        <p:txBody>
          <a:bodyPr wrap="square" lIns="0" tIns="0" rIns="0" bIns="0" rtlCol="0" anchor="ctr"/>
          <a:lstStyle/>
          <a:p>
            <a:pPr algn="r" indent="0" marL="0">
              <a:buNone/>
            </a:pPr>
            <a:r>
              <a:rPr lang="en-US" sz="1100" dirty="0">
                <a:solidFill>
                  <a:srgbClr val="5F6F68"/>
                </a:solidFill>
                <a:latin typeface="Calibri" pitchFamily="34" charset="0"/>
                <a:ea typeface="Calibri" pitchFamily="34" charset="-122"/>
                <a:cs typeface="Calibri" pitchFamily="34" charset="-120"/>
              </a:rPr>
              <a:t>5 suara</a:t>
            </a:r>
            <a:endParaRPr lang="en-US" sz="1100" dirty="0"/>
          </a:p>
        </p:txBody>
      </p:sp>
      <p:sp>
        <p:nvSpPr>
          <p:cNvPr id="20" name="Shape 16"/>
          <p:cNvSpPr/>
          <p:nvPr/>
        </p:nvSpPr>
        <p:spPr>
          <a:xfrm>
            <a:off x="960120" y="3483864"/>
            <a:ext cx="3931920" cy="457200"/>
          </a:xfrm>
          <a:prstGeom prst="roundRect">
            <a:avLst>
              <a:gd name="adj" fmla="val 16000"/>
            </a:avLst>
          </a:prstGeom>
          <a:solidFill>
            <a:srgbClr val="F7F7F7"/>
          </a:solidFill>
          <a:ln w="12700">
            <a:solidFill>
              <a:srgbClr val="F7F7F7"/>
            </a:solidFill>
            <a:prstDash val="solid"/>
          </a:ln>
        </p:spPr>
      </p:sp>
      <p:sp>
        <p:nvSpPr>
          <p:cNvPr id="21" name="Text 17"/>
          <p:cNvSpPr txBox="1"/>
          <p:nvPr/>
        </p:nvSpPr>
        <p:spPr>
          <a:xfrm>
            <a:off x="1143000" y="3483864"/>
            <a:ext cx="3200400" cy="457200"/>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Adab di Era Digital</a:t>
            </a:r>
            <a:endParaRPr lang="en-US" sz="1400" dirty="0"/>
          </a:p>
        </p:txBody>
      </p:sp>
      <p:sp>
        <p:nvSpPr>
          <p:cNvPr id="22" name="Text 18"/>
          <p:cNvSpPr txBox="1"/>
          <p:nvPr/>
        </p:nvSpPr>
        <p:spPr>
          <a:xfrm>
            <a:off x="3886200" y="3483864"/>
            <a:ext cx="914400" cy="457200"/>
          </a:xfrm>
          <a:prstGeom prst="rect">
            <a:avLst/>
          </a:prstGeom>
          <a:noFill/>
          <a:ln/>
        </p:spPr>
        <p:txBody>
          <a:bodyPr wrap="square" lIns="0" tIns="0" rIns="0" bIns="0" rtlCol="0" anchor="ctr"/>
          <a:lstStyle/>
          <a:p>
            <a:pPr algn="r" indent="0" marL="0">
              <a:buNone/>
            </a:pPr>
            <a:r>
              <a:rPr lang="en-US" sz="1100" dirty="0">
                <a:solidFill>
                  <a:srgbClr val="5F6F68"/>
                </a:solidFill>
                <a:latin typeface="Calibri" pitchFamily="34" charset="0"/>
                <a:ea typeface="Calibri" pitchFamily="34" charset="-122"/>
                <a:cs typeface="Calibri" pitchFamily="34" charset="-120"/>
              </a:rPr>
              <a:t>3 suara</a:t>
            </a:r>
            <a:endParaRPr lang="en-US" sz="1100" dirty="0"/>
          </a:p>
        </p:txBody>
      </p:sp>
      <p:sp>
        <p:nvSpPr>
          <p:cNvPr id="23" name="Text 1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24" name="Text 2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Sepakati tema edisi</a:t>
            </a:r>
            <a:endParaRPr lang="en-US" sz="1800" dirty="0"/>
          </a:p>
        </p:txBody>
      </p:sp>
      <p:sp>
        <p:nvSpPr>
          <p:cNvPr id="25" name="Text 2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Diskusikan dan pilih satu tema edisi, misalnya "Santri Berkarya" atau "Setahun Belajar Teknologi". Pilih pemimpin redaksi.</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Tema &amp; Tim</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2/5</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Redaksi_Digital_Magazine_WU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Redaksi_Digital_Magazine_WU</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Tim Redaksi Edisi 1</a:t>
            </a:r>
            <a:endParaRPr lang="en-US" sz="1100" dirty="0"/>
          </a:p>
        </p:txBody>
      </p:sp>
      <p:sp>
        <p:nvSpPr>
          <p:cNvPr id="70" name="Shape 59"/>
          <p:cNvSpPr/>
          <p:nvPr/>
        </p:nvSpPr>
        <p:spPr>
          <a:xfrm>
            <a:off x="1554480" y="2876938"/>
            <a:ext cx="100584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Rubrik</a:t>
            </a:r>
            <a:endParaRPr lang="en-US" sz="650" dirty="0"/>
          </a:p>
        </p:txBody>
      </p:sp>
      <p:sp>
        <p:nvSpPr>
          <p:cNvPr id="72" name="Shape 61"/>
          <p:cNvSpPr/>
          <p:nvPr/>
        </p:nvSpPr>
        <p:spPr>
          <a:xfrm>
            <a:off x="2560320" y="2876938"/>
            <a:ext cx="1005840" cy="182880"/>
          </a:xfrm>
          <a:prstGeom prst="rect">
            <a:avLst/>
          </a:prstGeom>
          <a:solidFill>
            <a:srgbClr val="D9EAD3"/>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Kelompok</a:t>
            </a:r>
            <a:endParaRPr lang="en-US" sz="650" dirty="0"/>
          </a:p>
        </p:txBody>
      </p:sp>
      <p:sp>
        <p:nvSpPr>
          <p:cNvPr id="74" name="Shape 63"/>
          <p:cNvSpPr/>
          <p:nvPr/>
        </p:nvSpPr>
        <p:spPr>
          <a:xfrm>
            <a:off x="3566160" y="2876938"/>
            <a:ext cx="1005840" cy="182880"/>
          </a:xfrm>
          <a:prstGeom prst="rect">
            <a:avLst/>
          </a:prstGeom>
          <a:solidFill>
            <a:srgbClr val="D9EAD3"/>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Penanggung jawab</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Artikel &amp; Berita</a:t>
            </a: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Kelompok 1</a:t>
            </a: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Ahmad</a:t>
            </a: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Wawancara</a:t>
            </a: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Kelompok 2</a:t>
            </a: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Bilal</a:t>
            </a:r>
            <a:endParaRPr lang="en-US" sz="650" dirty="0"/>
          </a:p>
        </p:txBody>
      </p:sp>
      <p:sp>
        <p:nvSpPr>
          <p:cNvPr id="88" name="Shape 77"/>
          <p:cNvSpPr/>
          <p:nvPr/>
        </p:nvSpPr>
        <p:spPr>
          <a:xfrm>
            <a:off x="1554480" y="3425578"/>
            <a:ext cx="1005840" cy="182880"/>
          </a:xfrm>
          <a:prstGeom prst="rect">
            <a:avLst/>
          </a:prstGeom>
          <a:solidFill>
            <a:srgbClr val="FFFFFF"/>
          </a:solidFill>
          <a:ln w="6350">
            <a:solidFill>
              <a:srgbClr val="777777"/>
            </a:solidFill>
            <a:prstDash val="solid"/>
          </a:ln>
        </p:spPr>
      </p:sp>
      <p:sp>
        <p:nvSpPr>
          <p:cNvPr id="89" name="Text 78"/>
          <p:cNvSpPr txBox="1"/>
          <p:nvPr/>
        </p:nvSpPr>
        <p:spPr>
          <a:xfrm>
            <a:off x="158191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Profil Santri</a:t>
            </a:r>
            <a:endParaRPr lang="en-US" sz="650" dirty="0"/>
          </a:p>
        </p:txBody>
      </p:sp>
      <p:sp>
        <p:nvSpPr>
          <p:cNvPr id="90" name="Shape 79"/>
          <p:cNvSpPr/>
          <p:nvPr/>
        </p:nvSpPr>
        <p:spPr>
          <a:xfrm>
            <a:off x="2560320" y="3425578"/>
            <a:ext cx="1005840" cy="182880"/>
          </a:xfrm>
          <a:prstGeom prst="rect">
            <a:avLst/>
          </a:prstGeom>
          <a:solidFill>
            <a:srgbClr val="FFFFFF"/>
          </a:solidFill>
          <a:ln w="6350">
            <a:solidFill>
              <a:srgbClr val="777777"/>
            </a:solidFill>
            <a:prstDash val="solid"/>
          </a:ln>
        </p:spPr>
      </p:sp>
      <p:sp>
        <p:nvSpPr>
          <p:cNvPr id="91" name="Text 80"/>
          <p:cNvSpPr txBox="1"/>
          <p:nvPr/>
        </p:nvSpPr>
        <p:spPr>
          <a:xfrm>
            <a:off x="258775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Kelompok 3</a:t>
            </a:r>
            <a:endParaRPr lang="en-US" sz="650" dirty="0"/>
          </a:p>
        </p:txBody>
      </p:sp>
      <p:sp>
        <p:nvSpPr>
          <p:cNvPr id="92" name="Shape 81"/>
          <p:cNvSpPr/>
          <p:nvPr/>
        </p:nvSpPr>
        <p:spPr>
          <a:xfrm>
            <a:off x="3566160" y="3425578"/>
            <a:ext cx="1005840" cy="182880"/>
          </a:xfrm>
          <a:prstGeom prst="rect">
            <a:avLst/>
          </a:prstGeom>
          <a:solidFill>
            <a:srgbClr val="FFFFFF"/>
          </a:solidFill>
          <a:ln w="6350">
            <a:solidFill>
              <a:srgbClr val="777777"/>
            </a:solidFill>
            <a:prstDash val="solid"/>
          </a:ln>
        </p:spPr>
      </p:sp>
      <p:sp>
        <p:nvSpPr>
          <p:cNvPr id="93" name="Text 82"/>
          <p:cNvSpPr txBox="1"/>
          <p:nvPr/>
        </p:nvSpPr>
        <p:spPr>
          <a:xfrm>
            <a:off x="359359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Fauzan</a:t>
            </a:r>
            <a:endParaRPr lang="en-US" sz="650" dirty="0"/>
          </a:p>
        </p:txBody>
      </p:sp>
      <p:sp>
        <p:nvSpPr>
          <p:cNvPr id="94" name="Shape 83"/>
          <p:cNvSpPr/>
          <p:nvPr/>
        </p:nvSpPr>
        <p:spPr>
          <a:xfrm>
            <a:off x="1554480" y="3608458"/>
            <a:ext cx="1005840" cy="182880"/>
          </a:xfrm>
          <a:prstGeom prst="rect">
            <a:avLst/>
          </a:prstGeom>
          <a:solidFill>
            <a:srgbClr val="FFFFFF"/>
          </a:solidFill>
          <a:ln w="6350">
            <a:solidFill>
              <a:srgbClr val="777777"/>
            </a:solidFill>
            <a:prstDash val="solid"/>
          </a:ln>
        </p:spPr>
      </p:sp>
      <p:sp>
        <p:nvSpPr>
          <p:cNvPr id="95" name="Text 84"/>
          <p:cNvSpPr txBox="1"/>
          <p:nvPr/>
        </p:nvSpPr>
        <p:spPr>
          <a:xfrm>
            <a:off x="158191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Pojok Multimedia</a:t>
            </a:r>
            <a:endParaRPr lang="en-US" sz="650" dirty="0"/>
          </a:p>
        </p:txBody>
      </p:sp>
      <p:sp>
        <p:nvSpPr>
          <p:cNvPr id="96" name="Shape 85"/>
          <p:cNvSpPr/>
          <p:nvPr/>
        </p:nvSpPr>
        <p:spPr>
          <a:xfrm>
            <a:off x="2560320" y="3608458"/>
            <a:ext cx="1005840" cy="182880"/>
          </a:xfrm>
          <a:prstGeom prst="rect">
            <a:avLst/>
          </a:prstGeom>
          <a:solidFill>
            <a:srgbClr val="FFFFFF"/>
          </a:solidFill>
          <a:ln w="6350">
            <a:solidFill>
              <a:srgbClr val="777777"/>
            </a:solidFill>
            <a:prstDash val="solid"/>
          </a:ln>
        </p:spPr>
      </p:sp>
      <p:sp>
        <p:nvSpPr>
          <p:cNvPr id="97" name="Text 86"/>
          <p:cNvSpPr txBox="1"/>
          <p:nvPr/>
        </p:nvSpPr>
        <p:spPr>
          <a:xfrm>
            <a:off x="258775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Kelompok 4</a:t>
            </a:r>
            <a:endParaRPr lang="en-US" sz="650" dirty="0"/>
          </a:p>
        </p:txBody>
      </p:sp>
      <p:sp>
        <p:nvSpPr>
          <p:cNvPr id="98" name="Shape 87"/>
          <p:cNvSpPr/>
          <p:nvPr/>
        </p:nvSpPr>
        <p:spPr>
          <a:xfrm>
            <a:off x="3566160" y="3608458"/>
            <a:ext cx="1005840" cy="182880"/>
          </a:xfrm>
          <a:prstGeom prst="rect">
            <a:avLst/>
          </a:prstGeom>
          <a:solidFill>
            <a:srgbClr val="FFFFFF"/>
          </a:solidFill>
          <a:ln w="6350">
            <a:solidFill>
              <a:srgbClr val="777777"/>
            </a:solidFill>
            <a:prstDash val="solid"/>
          </a:ln>
        </p:spPr>
      </p:sp>
      <p:sp>
        <p:nvSpPr>
          <p:cNvPr id="99" name="Text 88"/>
          <p:cNvSpPr txBox="1"/>
          <p:nvPr/>
        </p:nvSpPr>
        <p:spPr>
          <a:xfrm>
            <a:off x="359359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Hasan</a:t>
            </a:r>
            <a:endParaRPr lang="en-US" sz="650" dirty="0"/>
          </a:p>
        </p:txBody>
      </p:sp>
      <p:sp>
        <p:nvSpPr>
          <p:cNvPr id="100" name="Shape 89"/>
          <p:cNvSpPr/>
          <p:nvPr/>
        </p:nvSpPr>
        <p:spPr>
          <a:xfrm>
            <a:off x="1527048" y="2849506"/>
            <a:ext cx="3072384" cy="969264"/>
          </a:xfrm>
          <a:prstGeom prst="roundRect">
            <a:avLst>
              <a:gd name="adj" fmla="val 4717"/>
            </a:avLst>
          </a:prstGeom>
          <a:solidFill>
            <a:srgbClr val="FFFFFF">
              <a:alpha val="0"/>
            </a:srgbClr>
          </a:solidFill>
          <a:ln w="31750">
            <a:solidFill>
              <a:srgbClr val="E53935"/>
            </a:solidFill>
            <a:prstDash val="solid"/>
          </a:ln>
        </p:spPr>
      </p:sp>
      <p:sp>
        <p:nvSpPr>
          <p:cNvPr id="101" name="Shape 90"/>
          <p:cNvSpPr/>
          <p:nvPr/>
        </p:nvSpPr>
        <p:spPr>
          <a:xfrm>
            <a:off x="4462272" y="2712346"/>
            <a:ext cx="274320" cy="274320"/>
          </a:xfrm>
          <a:prstGeom prst="ellipse">
            <a:avLst/>
          </a:prstGeom>
          <a:solidFill>
            <a:srgbClr val="E53935"/>
          </a:solidFill>
          <a:ln w="12700">
            <a:solidFill>
              <a:srgbClr val="FFFFFF"/>
            </a:solidFill>
            <a:prstDash val="solid"/>
          </a:ln>
        </p:spPr>
      </p:sp>
      <p:sp>
        <p:nvSpPr>
          <p:cNvPr id="102" name="Text 91"/>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103" name="Image 9" descr="preencoded.png">    </p:cNvPr>
          <p:cNvPicPr>
            <a:picLocks noChangeAspect="1"/>
          </p:cNvPicPr>
          <p:nvPr/>
        </p:nvPicPr>
        <p:blipFill>
          <a:blip r:embed="rId10"/>
          <a:stretch>
            <a:fillRect/>
          </a:stretch>
        </p:blipFill>
        <p:spPr>
          <a:xfrm>
            <a:off x="3214116" y="3379858"/>
            <a:ext cx="237744" cy="237744"/>
          </a:xfrm>
          <a:prstGeom prst="rect">
            <a:avLst/>
          </a:prstGeom>
        </p:spPr>
      </p:pic>
      <p:sp>
        <p:nvSpPr>
          <p:cNvPr id="104" name="Text 9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105" name="Text 9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Bagi rubrik ke setiap kelompok</a:t>
            </a:r>
            <a:endParaRPr lang="en-US" sz="1800" dirty="0"/>
          </a:p>
        </p:txBody>
      </p:sp>
      <p:sp>
        <p:nvSpPr>
          <p:cNvPr id="106" name="Text 9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Setiap kelompok memegang satu rubrik. Di dalam kelompok, bagi peran: penulis, desainer, fotografer, editor multimedia, penyunting.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Folder &amp; Rencana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3/5</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 - Google Drive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drive.google.com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Drive</a:t>
            </a:r>
            <a:endParaRPr lang="en-US" sz="1000" dirty="0"/>
          </a:p>
        </p:txBody>
      </p:sp>
      <p:sp>
        <p:nvSpPr>
          <p:cNvPr id="30" name="Shape 22"/>
          <p:cNvSpPr/>
          <p:nvPr/>
        </p:nvSpPr>
        <p:spPr>
          <a:xfrm>
            <a:off x="5218664" y="1732541"/>
            <a:ext cx="219456" cy="219456"/>
          </a:xfrm>
          <a:prstGeom prst="ellipse">
            <a:avLst/>
          </a:prstGeom>
          <a:solidFill>
            <a:srgbClr val="1F7A5C"/>
          </a:solidFill>
          <a:ln/>
        </p:spPr>
      </p:sp>
      <p:sp>
        <p:nvSpPr>
          <p:cNvPr id="31" name="Text 23"/>
          <p:cNvSpPr txBox="1"/>
          <p:nvPr/>
        </p:nvSpPr>
        <p:spPr>
          <a:xfrm>
            <a:off x="5218664" y="1732541"/>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p>
        </p:txBody>
      </p:sp>
      <p:sp>
        <p:nvSpPr>
          <p:cNvPr id="32" name="Shape 24"/>
          <p:cNvSpPr/>
          <p:nvPr/>
        </p:nvSpPr>
        <p:spPr>
          <a:xfrm>
            <a:off x="697504" y="2061725"/>
            <a:ext cx="685800" cy="292608"/>
          </a:xfrm>
          <a:prstGeom prst="roundRect">
            <a:avLst>
              <a:gd name="adj" fmla="val 25000"/>
            </a:avLst>
          </a:prstGeom>
          <a:solidFill>
            <a:srgbClr val="FFFFFF"/>
          </a:solidFill>
          <a:ln w="9525">
            <a:solidFill>
              <a:srgbClr val="CCCCCC"/>
            </a:solidFill>
            <a:prstDash val="solid"/>
          </a:ln>
        </p:spPr>
      </p:sp>
      <p:sp>
        <p:nvSpPr>
          <p:cNvPr id="33" name="Text 25"/>
          <p:cNvSpPr txBox="1"/>
          <p:nvPr/>
        </p:nvSpPr>
        <p:spPr>
          <a:xfrm>
            <a:off x="697504" y="2061725"/>
            <a:ext cx="685800" cy="292608"/>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  New</a:t>
            </a:r>
            <a:endParaRPr lang="en-US" sz="900" dirty="0"/>
          </a:p>
        </p:txBody>
      </p:sp>
      <p:sp>
        <p:nvSpPr>
          <p:cNvPr id="34" name="Shape 26"/>
          <p:cNvSpPr/>
          <p:nvPr/>
        </p:nvSpPr>
        <p:spPr>
          <a:xfrm>
            <a:off x="660928" y="2464061"/>
            <a:ext cx="960120" cy="201168"/>
          </a:xfrm>
          <a:prstGeom prst="roundRect">
            <a:avLst>
              <a:gd name="adj" fmla="val 45455"/>
            </a:avLst>
          </a:prstGeom>
          <a:solidFill>
            <a:srgbClr val="C2E7FF"/>
          </a:solidFill>
          <a:ln w="12700">
            <a:solidFill>
              <a:srgbClr val="C2E7FF"/>
            </a:solidFill>
            <a:prstDash val="solid"/>
          </a:ln>
        </p:spPr>
      </p:sp>
      <p:sp>
        <p:nvSpPr>
          <p:cNvPr id="35" name="Text 27"/>
          <p:cNvSpPr txBox="1"/>
          <p:nvPr/>
        </p:nvSpPr>
        <p:spPr>
          <a:xfrm>
            <a:off x="752368" y="24640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a:t>
            </a:r>
            <a:endParaRPr lang="en-US" sz="750" dirty="0"/>
          </a:p>
        </p:txBody>
      </p:sp>
      <p:sp>
        <p:nvSpPr>
          <p:cNvPr id="36" name="Text 28"/>
          <p:cNvSpPr txBox="1"/>
          <p:nvPr/>
        </p:nvSpPr>
        <p:spPr>
          <a:xfrm>
            <a:off x="752368" y="26926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Shared with me</a:t>
            </a:r>
            <a:endParaRPr lang="en-US" sz="750" dirty="0"/>
          </a:p>
        </p:txBody>
      </p:sp>
      <p:sp>
        <p:nvSpPr>
          <p:cNvPr id="37" name="Text 29"/>
          <p:cNvSpPr txBox="1"/>
          <p:nvPr/>
        </p:nvSpPr>
        <p:spPr>
          <a:xfrm>
            <a:off x="752368" y="29212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Recent</a:t>
            </a:r>
            <a:endParaRPr lang="en-US" sz="750" dirty="0"/>
          </a:p>
        </p:txBody>
      </p:sp>
      <p:sp>
        <p:nvSpPr>
          <p:cNvPr id="38" name="Text 30"/>
          <p:cNvSpPr txBox="1"/>
          <p:nvPr/>
        </p:nvSpPr>
        <p:spPr>
          <a:xfrm>
            <a:off x="752368" y="31498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Trash</a:t>
            </a:r>
            <a:endParaRPr lang="en-US" sz="750" dirty="0"/>
          </a:p>
        </p:txBody>
      </p:sp>
      <p:sp>
        <p:nvSpPr>
          <p:cNvPr id="39" name="Text 31"/>
          <p:cNvSpPr txBox="1"/>
          <p:nvPr/>
        </p:nvSpPr>
        <p:spPr>
          <a:xfrm>
            <a:off x="679216" y="3721064"/>
            <a:ext cx="1188720" cy="18288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Storage: 1 GB of 15 GB used</a:t>
            </a:r>
            <a:endParaRPr lang="en-US" sz="600" dirty="0"/>
          </a:p>
        </p:txBody>
      </p:sp>
      <p:sp>
        <p:nvSpPr>
          <p:cNvPr id="40" name="Text 32"/>
          <p:cNvSpPr txBox="1"/>
          <p:nvPr/>
        </p:nvSpPr>
        <p:spPr>
          <a:xfrm>
            <a:off x="1730776" y="2061725"/>
            <a:ext cx="3670767" cy="27432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My Drive  ›  Majalah_WU</a:t>
            </a:r>
            <a:endParaRPr lang="en-US" sz="1200" dirty="0"/>
          </a:p>
        </p:txBody>
      </p:sp>
      <p:sp>
        <p:nvSpPr>
          <p:cNvPr id="41" name="Text 33"/>
          <p:cNvSpPr txBox="1"/>
          <p:nvPr/>
        </p:nvSpPr>
        <p:spPr>
          <a:xfrm>
            <a:off x="1730776" y="2400053"/>
            <a:ext cx="1828800" cy="182880"/>
          </a:xfrm>
          <a:prstGeom prst="rect">
            <a:avLst/>
          </a:prstGeom>
          <a:noFill/>
          <a:ln/>
        </p:spPr>
        <p:txBody>
          <a:bodyPr wrap="square" lIns="0" tIns="0" rIns="0" bIns="0" rtlCol="0" anchor="t"/>
          <a:lstStyle/>
          <a:p>
            <a:pPr indent="0" marL="0">
              <a:buNone/>
            </a:pPr>
            <a:r>
              <a:rPr lang="en-US" sz="700" b="1" dirty="0">
                <a:solidFill>
                  <a:srgbClr val="555555"/>
                </a:solidFill>
                <a:latin typeface="Calibri" pitchFamily="34" charset="0"/>
                <a:ea typeface="Calibri" pitchFamily="34" charset="-122"/>
                <a:cs typeface="Calibri" pitchFamily="34" charset="-120"/>
              </a:rPr>
              <a:t>Name</a:t>
            </a:r>
            <a:endParaRPr lang="en-US" sz="700" dirty="0"/>
          </a:p>
        </p:txBody>
      </p:sp>
      <p:sp>
        <p:nvSpPr>
          <p:cNvPr id="42" name="Shape 34"/>
          <p:cNvSpPr/>
          <p:nvPr/>
        </p:nvSpPr>
        <p:spPr>
          <a:xfrm>
            <a:off x="1730776" y="2592077"/>
            <a:ext cx="3670767" cy="0"/>
          </a:xfrm>
          <a:prstGeom prst="line">
            <a:avLst/>
          </a:prstGeom>
          <a:noFill/>
          <a:ln w="6350">
            <a:solidFill>
              <a:srgbClr val="DDDDDD"/>
            </a:solidFill>
            <a:prstDash val="solid"/>
          </a:ln>
        </p:spPr>
      </p:sp>
      <p:pic>
        <p:nvPicPr>
          <p:cNvPr id="43" name="Image 6" descr="preencoded.png">    </p:cNvPr>
          <p:cNvPicPr>
            <a:picLocks noChangeAspect="1"/>
          </p:cNvPicPr>
          <p:nvPr/>
        </p:nvPicPr>
        <p:blipFill>
          <a:blip r:embed="rId7"/>
          <a:stretch>
            <a:fillRect/>
          </a:stretch>
        </p:blipFill>
        <p:spPr>
          <a:xfrm>
            <a:off x="1776496" y="2674373"/>
            <a:ext cx="137160" cy="137160"/>
          </a:xfrm>
          <a:prstGeom prst="rect">
            <a:avLst/>
          </a:prstGeom>
        </p:spPr>
      </p:pic>
      <p:sp>
        <p:nvSpPr>
          <p:cNvPr id="44" name="Text 35"/>
          <p:cNvSpPr txBox="1"/>
          <p:nvPr/>
        </p:nvSpPr>
        <p:spPr>
          <a:xfrm>
            <a:off x="2005096" y="2628653"/>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1_Artikel_Berita</a:t>
            </a:r>
            <a:endParaRPr lang="en-US" sz="800" dirty="0"/>
          </a:p>
        </p:txBody>
      </p:sp>
      <p:pic>
        <p:nvPicPr>
          <p:cNvPr id="45" name="Image 7" descr="preencoded.png">    </p:cNvPr>
          <p:cNvPicPr>
            <a:picLocks noChangeAspect="1"/>
          </p:cNvPicPr>
          <p:nvPr/>
        </p:nvPicPr>
        <p:blipFill>
          <a:blip r:embed="rId8"/>
          <a:stretch>
            <a:fillRect/>
          </a:stretch>
        </p:blipFill>
        <p:spPr>
          <a:xfrm>
            <a:off x="1776496" y="2921261"/>
            <a:ext cx="137160" cy="137160"/>
          </a:xfrm>
          <a:prstGeom prst="rect">
            <a:avLst/>
          </a:prstGeom>
        </p:spPr>
      </p:pic>
      <p:sp>
        <p:nvSpPr>
          <p:cNvPr id="46" name="Text 36"/>
          <p:cNvSpPr txBox="1"/>
          <p:nvPr/>
        </p:nvSpPr>
        <p:spPr>
          <a:xfrm>
            <a:off x="2005096" y="2875541"/>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2_Wawancara</a:t>
            </a:r>
            <a:endParaRPr lang="en-US" sz="800" dirty="0"/>
          </a:p>
        </p:txBody>
      </p:sp>
      <p:pic>
        <p:nvPicPr>
          <p:cNvPr id="47" name="Image 8" descr="preencoded.png">    </p:cNvPr>
          <p:cNvPicPr>
            <a:picLocks noChangeAspect="1"/>
          </p:cNvPicPr>
          <p:nvPr/>
        </p:nvPicPr>
        <p:blipFill>
          <a:blip r:embed="rId9"/>
          <a:stretch>
            <a:fillRect/>
          </a:stretch>
        </p:blipFill>
        <p:spPr>
          <a:xfrm>
            <a:off x="1776496" y="3168149"/>
            <a:ext cx="137160" cy="137160"/>
          </a:xfrm>
          <a:prstGeom prst="rect">
            <a:avLst/>
          </a:prstGeom>
        </p:spPr>
      </p:pic>
      <p:sp>
        <p:nvSpPr>
          <p:cNvPr id="48" name="Text 37"/>
          <p:cNvSpPr txBox="1"/>
          <p:nvPr/>
        </p:nvSpPr>
        <p:spPr>
          <a:xfrm>
            <a:off x="2005096" y="3122429"/>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3_Profil_Santri</a:t>
            </a:r>
            <a:endParaRPr lang="en-US" sz="800" dirty="0"/>
          </a:p>
        </p:txBody>
      </p:sp>
      <p:pic>
        <p:nvPicPr>
          <p:cNvPr id="49" name="Image 9" descr="preencoded.png">    </p:cNvPr>
          <p:cNvPicPr>
            <a:picLocks noChangeAspect="1"/>
          </p:cNvPicPr>
          <p:nvPr/>
        </p:nvPicPr>
        <p:blipFill>
          <a:blip r:embed="rId10"/>
          <a:stretch>
            <a:fillRect/>
          </a:stretch>
        </p:blipFill>
        <p:spPr>
          <a:xfrm>
            <a:off x="1776496" y="3415037"/>
            <a:ext cx="137160" cy="137160"/>
          </a:xfrm>
          <a:prstGeom prst="rect">
            <a:avLst/>
          </a:prstGeom>
        </p:spPr>
      </p:pic>
      <p:sp>
        <p:nvSpPr>
          <p:cNvPr id="50" name="Text 38"/>
          <p:cNvSpPr txBox="1"/>
          <p:nvPr/>
        </p:nvSpPr>
        <p:spPr>
          <a:xfrm>
            <a:off x="2005096" y="3369317"/>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4_Galeri_Dakwah</a:t>
            </a:r>
            <a:endParaRPr lang="en-US" sz="800" dirty="0"/>
          </a:p>
        </p:txBody>
      </p:sp>
      <p:pic>
        <p:nvPicPr>
          <p:cNvPr id="51" name="Image 10" descr="preencoded.png">    </p:cNvPr>
          <p:cNvPicPr>
            <a:picLocks noChangeAspect="1"/>
          </p:cNvPicPr>
          <p:nvPr/>
        </p:nvPicPr>
        <p:blipFill>
          <a:blip r:embed="rId11"/>
          <a:stretch>
            <a:fillRect/>
          </a:stretch>
        </p:blipFill>
        <p:spPr>
          <a:xfrm>
            <a:off x="1776496" y="3661925"/>
            <a:ext cx="137160" cy="137160"/>
          </a:xfrm>
          <a:prstGeom prst="rect">
            <a:avLst/>
          </a:prstGeom>
        </p:spPr>
      </p:pic>
      <p:sp>
        <p:nvSpPr>
          <p:cNvPr id="52" name="Text 39"/>
          <p:cNvSpPr txBox="1"/>
          <p:nvPr/>
        </p:nvSpPr>
        <p:spPr>
          <a:xfrm>
            <a:off x="2005096" y="3616205"/>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5_Cerita_Hikmah</a:t>
            </a:r>
            <a:endParaRPr lang="en-US" sz="800" dirty="0"/>
          </a:p>
        </p:txBody>
      </p:sp>
      <p:pic>
        <p:nvPicPr>
          <p:cNvPr id="53" name="Image 11" descr="preencoded.png">    </p:cNvPr>
          <p:cNvPicPr>
            <a:picLocks noChangeAspect="1"/>
          </p:cNvPicPr>
          <p:nvPr/>
        </p:nvPicPr>
        <p:blipFill>
          <a:blip r:embed="rId12"/>
          <a:stretch>
            <a:fillRect/>
          </a:stretch>
        </p:blipFill>
        <p:spPr>
          <a:xfrm>
            <a:off x="1776496" y="3908813"/>
            <a:ext cx="137160" cy="137160"/>
          </a:xfrm>
          <a:prstGeom prst="rect">
            <a:avLst/>
          </a:prstGeom>
        </p:spPr>
      </p:pic>
      <p:sp>
        <p:nvSpPr>
          <p:cNvPr id="54" name="Text 40"/>
          <p:cNvSpPr txBox="1"/>
          <p:nvPr/>
        </p:nvSpPr>
        <p:spPr>
          <a:xfrm>
            <a:off x="2005096" y="3863093"/>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6_Pojok_Multimedia</a:t>
            </a:r>
            <a:endParaRPr lang="en-US" sz="800" dirty="0"/>
          </a:p>
        </p:txBody>
      </p:sp>
      <p:sp>
        <p:nvSpPr>
          <p:cNvPr id="55" name="Shape 41"/>
          <p:cNvSpPr/>
          <p:nvPr/>
        </p:nvSpPr>
        <p:spPr>
          <a:xfrm>
            <a:off x="1712488" y="2610365"/>
            <a:ext cx="3707343" cy="1499616"/>
          </a:xfrm>
          <a:prstGeom prst="roundRect">
            <a:avLst>
              <a:gd name="adj" fmla="val 3049"/>
            </a:avLst>
          </a:prstGeom>
          <a:solidFill>
            <a:srgbClr val="FFFFFF">
              <a:alpha val="0"/>
            </a:srgbClr>
          </a:solidFill>
          <a:ln w="31750">
            <a:solidFill>
              <a:srgbClr val="E53935"/>
            </a:solidFill>
            <a:prstDash val="solid"/>
          </a:ln>
        </p:spPr>
      </p:sp>
      <p:sp>
        <p:nvSpPr>
          <p:cNvPr id="56" name="Shape 42"/>
          <p:cNvSpPr/>
          <p:nvPr/>
        </p:nvSpPr>
        <p:spPr>
          <a:xfrm>
            <a:off x="5282672" y="2473205"/>
            <a:ext cx="274320" cy="274320"/>
          </a:xfrm>
          <a:prstGeom prst="ellipse">
            <a:avLst/>
          </a:prstGeom>
          <a:solidFill>
            <a:srgbClr val="E53935"/>
          </a:solidFill>
          <a:ln w="12700">
            <a:solidFill>
              <a:srgbClr val="FFFFFF"/>
            </a:solidFill>
            <a:prstDash val="solid"/>
          </a:ln>
        </p:spPr>
      </p:sp>
      <p:sp>
        <p:nvSpPr>
          <p:cNvPr id="57" name="Text 43"/>
          <p:cNvSpPr txBox="1"/>
          <p:nvPr/>
        </p:nvSpPr>
        <p:spPr>
          <a:xfrm>
            <a:off x="5282672" y="24732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58" name="Image 12" descr="preencoded.png">    </p:cNvPr>
          <p:cNvPicPr>
            <a:picLocks noChangeAspect="1"/>
          </p:cNvPicPr>
          <p:nvPr/>
        </p:nvPicPr>
        <p:blipFill>
          <a:blip r:embed="rId13"/>
          <a:stretch>
            <a:fillRect/>
          </a:stretch>
        </p:blipFill>
        <p:spPr>
          <a:xfrm>
            <a:off x="3749698" y="3433325"/>
            <a:ext cx="237744" cy="237744"/>
          </a:xfrm>
          <a:prstGeom prst="rect">
            <a:avLst/>
          </a:prstGeom>
        </p:spPr>
      </p:pic>
      <p:sp>
        <p:nvSpPr>
          <p:cNvPr id="59" name="Text 4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60" name="Text 4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folder Majalah_WU di Drive</a:t>
            </a:r>
            <a:endParaRPr lang="en-US" sz="1800" dirty="0"/>
          </a:p>
        </p:txBody>
      </p:sp>
      <p:sp>
        <p:nvSpPr>
          <p:cNvPr id="61" name="Text 4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Drive akun kelas, buat folder Majalah_WU dengan subfolder per rubrik. Semua bahan dikumpulkan di sini.</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Folder &amp; Rencana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4/5</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Rencana_Rubrik_Profil_Santri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Rencana_Rubrik_Profil_Santri</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Rencana Rubrik: Profil Santri</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Judul: Ahmad, Dari Poso Menuju Hafidz</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Bahan: wawancara Ahmad, 2 foto (dengan izin)</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Dari portofolio: Nasihat 1 Menit milik Ahmad</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Penulis: Bilal · Desainer: Hasan</a:t>
            </a:r>
            <a:endParaRPr lang="en-US" sz="800" dirty="0"/>
          </a:p>
        </p:txBody>
      </p:sp>
      <p:sp>
        <p:nvSpPr>
          <p:cNvPr id="74" name="Text 63"/>
          <p:cNvSpPr txBox="1"/>
          <p:nvPr/>
        </p:nvSpPr>
        <p:spPr>
          <a:xfrm>
            <a:off x="1554480" y="364909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Penyunting: Fauzan</a:t>
            </a:r>
            <a:endParaRPr lang="en-US" sz="800" dirty="0"/>
          </a:p>
        </p:txBody>
      </p:sp>
      <p:sp>
        <p:nvSpPr>
          <p:cNvPr id="75" name="Shape 64"/>
          <p:cNvSpPr/>
          <p:nvPr/>
        </p:nvSpPr>
        <p:spPr>
          <a:xfrm>
            <a:off x="1527048" y="2849506"/>
            <a:ext cx="3072384" cy="974344"/>
          </a:xfrm>
          <a:prstGeom prst="roundRect">
            <a:avLst>
              <a:gd name="adj" fmla="val 4692"/>
            </a:avLst>
          </a:prstGeom>
          <a:solidFill>
            <a:srgbClr val="FFFFFF">
              <a:alpha val="0"/>
            </a:srgbClr>
          </a:solidFill>
          <a:ln w="31750">
            <a:solidFill>
              <a:srgbClr val="E53935"/>
            </a:solidFill>
            <a:prstDash val="solid"/>
          </a:ln>
        </p:spPr>
      </p:sp>
      <p:sp>
        <p:nvSpPr>
          <p:cNvPr id="76" name="Shape 65"/>
          <p:cNvSpPr/>
          <p:nvPr/>
        </p:nvSpPr>
        <p:spPr>
          <a:xfrm>
            <a:off x="4462272" y="2712346"/>
            <a:ext cx="274320" cy="274320"/>
          </a:xfrm>
          <a:prstGeom prst="ellipse">
            <a:avLst/>
          </a:prstGeom>
          <a:solidFill>
            <a:srgbClr val="E53935"/>
          </a:solidFill>
          <a:ln w="12700">
            <a:solidFill>
              <a:srgbClr val="FFFFFF"/>
            </a:solidFill>
            <a:prstDash val="solid"/>
          </a:ln>
        </p:spPr>
      </p:sp>
      <p:sp>
        <p:nvSpPr>
          <p:cNvPr id="77" name="Text 66"/>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78" name="Image 9" descr="preencoded.png">    </p:cNvPr>
          <p:cNvPicPr>
            <a:picLocks noChangeAspect="1"/>
          </p:cNvPicPr>
          <p:nvPr/>
        </p:nvPicPr>
        <p:blipFill>
          <a:blip r:embed="rId10"/>
          <a:stretch>
            <a:fillRect/>
          </a:stretch>
        </p:blipFill>
        <p:spPr>
          <a:xfrm>
            <a:off x="3214116" y="3382652"/>
            <a:ext cx="237744" cy="237744"/>
          </a:xfrm>
          <a:prstGeom prst="rect">
            <a:avLst/>
          </a:prstGeom>
        </p:spPr>
      </p:pic>
      <p:sp>
        <p:nvSpPr>
          <p:cNvPr id="79"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80"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rencana isi rubrik</a:t>
            </a:r>
            <a:endParaRPr lang="en-US" sz="1800" dirty="0"/>
          </a:p>
        </p:txBody>
      </p:sp>
      <p:sp>
        <p:nvSpPr>
          <p:cNvPr id="81"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Setiap kelompok menulis di Google Docs: judul tulisan, bahan yang dibutuhkan, karya portofolio yang dipakai, dan siapa mengerjakan apa.</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Wawancara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5/5</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Pertanyaan_Wawancara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Pertanyaan_Wawancara</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Wawancara dengan Ustadz Pembina</a:t>
            </a:r>
            <a:endParaRPr lang="en-US" sz="1100" dirty="0"/>
          </a:p>
        </p:txBody>
      </p:sp>
      <p:sp>
        <p:nvSpPr>
          <p:cNvPr id="70" name="Text 59"/>
          <p:cNvSpPr txBox="1"/>
          <p:nvPr/>
        </p:nvSpPr>
        <p:spPr>
          <a:xfrm>
            <a:off x="1645920" y="287693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1. Bagaimana kisah Ustadz mulai mengajar di sini?</a:t>
            </a:r>
            <a:endParaRPr lang="en-US" sz="750" dirty="0"/>
          </a:p>
        </p:txBody>
      </p:sp>
      <p:sp>
        <p:nvSpPr>
          <p:cNvPr id="71" name="Text 60"/>
          <p:cNvSpPr txBox="1"/>
          <p:nvPr/>
        </p:nvSpPr>
        <p:spPr>
          <a:xfrm>
            <a:off x="1645920" y="3024195"/>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2. Apa harapan Ustadz untuk santri Kelas 1?</a:t>
            </a:r>
            <a:endParaRPr lang="en-US" sz="750" dirty="0"/>
          </a:p>
        </p:txBody>
      </p:sp>
      <p:sp>
        <p:nvSpPr>
          <p:cNvPr id="72" name="Text 61"/>
          <p:cNvSpPr txBox="1"/>
          <p:nvPr/>
        </p:nvSpPr>
        <p:spPr>
          <a:xfrm>
            <a:off x="1645920" y="3171451"/>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3. Mengapa santri perlu belajar teknologi?</a:t>
            </a:r>
            <a:endParaRPr lang="en-US" sz="750" dirty="0"/>
          </a:p>
        </p:txBody>
      </p:sp>
      <p:sp>
        <p:nvSpPr>
          <p:cNvPr id="73" name="Text 62"/>
          <p:cNvSpPr txBox="1"/>
          <p:nvPr/>
        </p:nvSpPr>
        <p:spPr>
          <a:xfrm>
            <a:off x="1645920" y="331870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4. Apa nasihat Ustadz tentang memakai HP?</a:t>
            </a:r>
            <a:endParaRPr lang="en-US" sz="750" dirty="0"/>
          </a:p>
        </p:txBody>
      </p:sp>
      <p:sp>
        <p:nvSpPr>
          <p:cNvPr id="74" name="Text 63"/>
          <p:cNvSpPr txBox="1"/>
          <p:nvPr/>
        </p:nvSpPr>
        <p:spPr>
          <a:xfrm>
            <a:off x="1645920" y="3465964"/>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5. Ceritakan pengalaman paling berkesan.</a:t>
            </a:r>
            <a:endParaRPr lang="en-US" sz="750" dirty="0"/>
          </a:p>
        </p:txBody>
      </p:sp>
      <p:sp>
        <p:nvSpPr>
          <p:cNvPr id="75" name="Shape 64"/>
          <p:cNvSpPr/>
          <p:nvPr/>
        </p:nvSpPr>
        <p:spPr>
          <a:xfrm>
            <a:off x="1527048" y="2849506"/>
            <a:ext cx="3072384" cy="782003"/>
          </a:xfrm>
          <a:prstGeom prst="roundRect">
            <a:avLst>
              <a:gd name="adj" fmla="val 5847"/>
            </a:avLst>
          </a:prstGeom>
          <a:solidFill>
            <a:srgbClr val="FFFFFF">
              <a:alpha val="0"/>
            </a:srgbClr>
          </a:solidFill>
          <a:ln w="31750">
            <a:solidFill>
              <a:srgbClr val="E53935"/>
            </a:solidFill>
            <a:prstDash val="solid"/>
          </a:ln>
        </p:spPr>
      </p:sp>
      <p:sp>
        <p:nvSpPr>
          <p:cNvPr id="76" name="Shape 65"/>
          <p:cNvSpPr/>
          <p:nvPr/>
        </p:nvSpPr>
        <p:spPr>
          <a:xfrm>
            <a:off x="4462272" y="2712346"/>
            <a:ext cx="274320" cy="274320"/>
          </a:xfrm>
          <a:prstGeom prst="ellipse">
            <a:avLst/>
          </a:prstGeom>
          <a:solidFill>
            <a:srgbClr val="E53935"/>
          </a:solidFill>
          <a:ln w="12700">
            <a:solidFill>
              <a:srgbClr val="FFFFFF"/>
            </a:solidFill>
            <a:prstDash val="solid"/>
          </a:ln>
        </p:spPr>
      </p:sp>
      <p:sp>
        <p:nvSpPr>
          <p:cNvPr id="77" name="Text 66"/>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78" name="Image 9" descr="preencoded.png">    </p:cNvPr>
          <p:cNvPicPr>
            <a:picLocks noChangeAspect="1"/>
          </p:cNvPicPr>
          <p:nvPr/>
        </p:nvPicPr>
        <p:blipFill>
          <a:blip r:embed="rId10"/>
          <a:stretch>
            <a:fillRect/>
          </a:stretch>
        </p:blipFill>
        <p:spPr>
          <a:xfrm>
            <a:off x="3214116" y="3276864"/>
            <a:ext cx="237744" cy="237744"/>
          </a:xfrm>
          <a:prstGeom prst="rect">
            <a:avLst/>
          </a:prstGeom>
        </p:spPr>
      </p:pic>
      <p:sp>
        <p:nvSpPr>
          <p:cNvPr id="79"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80"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Susun 5 pertanyaan wawancara</a:t>
            </a:r>
            <a:endParaRPr lang="en-US" sz="1800" dirty="0"/>
          </a:p>
        </p:txBody>
      </p:sp>
      <p:sp>
        <p:nvSpPr>
          <p:cNvPr id="81"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Kelompok wawancara dan profil menyusun 5 pertanyaan terbuka. Mulai dengan salam dan perkenalan. Minta izin terlebih dahulu.</a:t>
            </a:r>
            <a:endParaRPr lang="en-US" sz="1300" dirty="0"/>
          </a:p>
        </p:txBody>
      </p:sp>
      <p:sp>
        <p:nvSpPr>
          <p:cNvPr id="82" name="Shape 70"/>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83" name="Image 10" descr="preencoded.png">    </p:cNvPr>
          <p:cNvPicPr>
            <a:picLocks noChangeAspect="1"/>
          </p:cNvPicPr>
          <p:nvPr/>
        </p:nvPicPr>
        <p:blipFill>
          <a:blip r:embed="rId11"/>
          <a:stretch>
            <a:fillRect/>
          </a:stretch>
        </p:blipFill>
        <p:spPr>
          <a:xfrm>
            <a:off x="6108192" y="3721608"/>
            <a:ext cx="201168" cy="201168"/>
          </a:xfrm>
          <a:prstGeom prst="rect">
            <a:avLst/>
          </a:prstGeom>
        </p:spPr>
      </p:pic>
      <p:sp>
        <p:nvSpPr>
          <p:cNvPr id="84" name="Text 71"/>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Pertanyaan terbuka diawali: apa, mengapa, bagaimana, ceritakan.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34</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Sebelum pertemuan 35, setiap kelompok harus:</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Mengisi rencana isi rubrik di Google Docs.</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Menyelesaikan wawancara dan mengambil foto (dengan izin).</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Mengumpulkan karya portofolio yang dipakai ke folder rubrik.</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Menulis draf tulisan rubrik di Google Docs.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Setiap rubrik punya penanggung jawab</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Setiap santri punya tugas</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Folder bersama sudah dibuat</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Jadwal disepakati</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peranmu di tim redaksi?</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Karya apa dari tahun ini yang akan kamu masukkan?</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Amanah dalam tugas: kerjakan bagianmu dengan sungguh-sungguh agar tidak memberatkan teman.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Produksi isi dan tata letak majalah.</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35</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Produksi Majalah</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Menulis, menyunting, dan menata halaman</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12: Proyek Akhir Kelas 1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Bagaimana cara agar semua halaman majalah terlihat seragam dan rapi?</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35</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Menyunting tulisan rubrik</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Menata halaman di Canva dengan template seragam</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Menyisipkan QR code menuju audio dan video</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Aturan Tata Letak Majalah</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Warna Seragam</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Hijau tua dan emas sebagai warna utama, putih untuk latar isi.</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Dua Jenis Huruf</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Satu untuk judul, satu untuk isi. Sama di semua halaman.</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Kepala Halaman</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Pita hijau di atas berisi nama rubrik, posisinya sama di setiap halaman.</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Foto Besar</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Satu foto utama per halaman, paragraf pendek di bawahnya.</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Contoh Sampul dan Halaman Isi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914400" y="1051560"/>
            <a:ext cx="2377440" cy="3364992"/>
          </a:xfrm>
          <a:prstGeom prst="rect">
            <a:avLst/>
          </a:prstGeom>
          <a:solidFill>
            <a:srgbClr val="0F4C3A"/>
          </a:solidFill>
          <a:ln w="12700">
            <a:solidFill>
              <a:srgbClr val="0F4C3A"/>
            </a:solidFill>
            <a:prstDash val="solid"/>
          </a:ln>
        </p:spPr>
      </p:sp>
      <p:pic>
        <p:nvPicPr>
          <p:cNvPr id="10" name="Image 2" descr="/home/claude/logo.png">    </p:cNvPr>
          <p:cNvPicPr>
            <a:picLocks noChangeAspect="1"/>
          </p:cNvPicPr>
          <p:nvPr/>
        </p:nvPicPr>
        <p:blipFill>
          <a:blip r:embed="rId3"/>
          <a:stretch>
            <a:fillRect/>
          </a:stretch>
        </p:blipFill>
        <p:spPr>
          <a:xfrm>
            <a:off x="1867571" y="1219810"/>
            <a:ext cx="471099" cy="471099"/>
          </a:xfrm>
          <a:prstGeom prst="rect">
            <a:avLst/>
          </a:prstGeom>
        </p:spPr>
      </p:pic>
      <p:sp>
        <p:nvSpPr>
          <p:cNvPr id="11" name="Text 6"/>
          <p:cNvSpPr txBox="1"/>
          <p:nvPr/>
        </p:nvSpPr>
        <p:spPr>
          <a:xfrm>
            <a:off x="1033272" y="1758208"/>
            <a:ext cx="2139696" cy="201900"/>
          </a:xfrm>
          <a:prstGeom prst="rect">
            <a:avLst/>
          </a:prstGeom>
          <a:noFill/>
          <a:ln/>
        </p:spPr>
        <p:txBody>
          <a:bodyPr wrap="square" lIns="0" tIns="0" rIns="0" bIns="0" rtlCol="0" anchor="ctr"/>
          <a:lstStyle/>
          <a:p>
            <a:pPr algn="ctr" indent="0" marL="0">
              <a:buNone/>
            </a:pPr>
            <a:r>
              <a:rPr lang="en-US" sz="1120" b="1" dirty="0">
                <a:solidFill>
                  <a:srgbClr val="D4A017"/>
                </a:solidFill>
                <a:latin typeface="Arial" pitchFamily="34" charset="0"/>
                <a:ea typeface="Arial" pitchFamily="34" charset="-122"/>
                <a:cs typeface="Arial" pitchFamily="34" charset="-120"/>
              </a:rPr>
              <a:t>DIGITAL MAGAZINE</a:t>
            </a:r>
            <a:endParaRPr lang="en-US" sz="1120" dirty="0"/>
          </a:p>
        </p:txBody>
      </p:sp>
      <p:sp>
        <p:nvSpPr>
          <p:cNvPr id="12" name="Text 7"/>
          <p:cNvSpPr txBox="1"/>
          <p:nvPr/>
        </p:nvSpPr>
        <p:spPr>
          <a:xfrm>
            <a:off x="1033272" y="1960108"/>
            <a:ext cx="2139696" cy="403799"/>
          </a:xfrm>
          <a:prstGeom prst="rect">
            <a:avLst/>
          </a:prstGeom>
          <a:noFill/>
          <a:ln/>
        </p:spPr>
        <p:txBody>
          <a:bodyPr wrap="square" lIns="0" tIns="0" rIns="0" bIns="0" rtlCol="0" anchor="ctr"/>
          <a:lstStyle/>
          <a:p>
            <a:pPr algn="ctr" indent="0" marL="0">
              <a:buNone/>
            </a:pPr>
            <a:r>
              <a:rPr lang="en-US" sz="2880" b="1" dirty="0">
                <a:solidFill>
                  <a:srgbClr val="FFFFFF"/>
                </a:solidFill>
                <a:latin typeface="Arial" pitchFamily="34" charset="0"/>
                <a:ea typeface="Arial" pitchFamily="34" charset="-122"/>
                <a:cs typeface="Arial" pitchFamily="34" charset="-120"/>
              </a:rPr>
              <a:t>WU</a:t>
            </a:r>
            <a:endParaRPr lang="en-US" sz="2880" dirty="0"/>
          </a:p>
        </p:txBody>
      </p:sp>
      <p:sp>
        <p:nvSpPr>
          <p:cNvPr id="13" name="Shape 8"/>
          <p:cNvSpPr/>
          <p:nvPr/>
        </p:nvSpPr>
        <p:spPr>
          <a:xfrm>
            <a:off x="1199693" y="2464857"/>
            <a:ext cx="1806854" cy="1076797"/>
          </a:xfrm>
          <a:prstGeom prst="rect">
            <a:avLst/>
          </a:prstGeom>
          <a:solidFill>
            <a:srgbClr val="A7CBEE"/>
          </a:solidFill>
          <a:ln w="12700">
            <a:solidFill>
              <a:srgbClr val="A7CBEE"/>
            </a:solidFill>
            <a:prstDash val="solid"/>
          </a:ln>
        </p:spPr>
      </p:sp>
      <p:sp>
        <p:nvSpPr>
          <p:cNvPr id="14" name="Shape 9"/>
          <p:cNvSpPr/>
          <p:nvPr/>
        </p:nvSpPr>
        <p:spPr>
          <a:xfrm>
            <a:off x="1380378" y="2895576"/>
            <a:ext cx="993770" cy="646078"/>
          </a:xfrm>
          <a:prstGeom prst="triangle">
            <a:avLst/>
          </a:prstGeom>
          <a:solidFill>
            <a:srgbClr val="34A853"/>
          </a:solidFill>
          <a:ln/>
        </p:spPr>
      </p:sp>
      <p:sp>
        <p:nvSpPr>
          <p:cNvPr id="15" name="Shape 10"/>
          <p:cNvSpPr/>
          <p:nvPr/>
        </p:nvSpPr>
        <p:spPr>
          <a:xfrm>
            <a:off x="2464491" y="2626376"/>
            <a:ext cx="216823" cy="216823"/>
          </a:xfrm>
          <a:prstGeom prst="ellipse">
            <a:avLst/>
          </a:prstGeom>
          <a:solidFill>
            <a:srgbClr val="FBBC05"/>
          </a:solidFill>
          <a:ln/>
        </p:spPr>
      </p:sp>
      <p:sp>
        <p:nvSpPr>
          <p:cNvPr id="16" name="Text 11"/>
          <p:cNvSpPr txBox="1"/>
          <p:nvPr/>
        </p:nvSpPr>
        <p:spPr>
          <a:xfrm>
            <a:off x="1033272" y="3676254"/>
            <a:ext cx="2139696" cy="201900"/>
          </a:xfrm>
          <a:prstGeom prst="rect">
            <a:avLst/>
          </a:prstGeom>
          <a:noFill/>
          <a:ln/>
        </p:spPr>
        <p:txBody>
          <a:bodyPr wrap="square" lIns="0" tIns="0" rIns="0" bIns="0" rtlCol="0" anchor="ctr"/>
          <a:lstStyle/>
          <a:p>
            <a:pPr algn="ctr" indent="0" marL="0">
              <a:buNone/>
            </a:pPr>
            <a:r>
              <a:rPr lang="en-US" sz="1040" dirty="0">
                <a:solidFill>
                  <a:srgbClr val="FFFFFF"/>
                </a:solidFill>
                <a:latin typeface="Arial" pitchFamily="34" charset="0"/>
                <a:ea typeface="Arial" pitchFamily="34" charset="-122"/>
                <a:cs typeface="Arial" pitchFamily="34" charset="-120"/>
              </a:rPr>
              <a:t>Edisi 1 · Santri Berkarya</a:t>
            </a:r>
            <a:endParaRPr lang="en-US" sz="1040" dirty="0"/>
          </a:p>
        </p:txBody>
      </p:sp>
      <p:sp>
        <p:nvSpPr>
          <p:cNvPr id="17" name="Text 12"/>
          <p:cNvSpPr txBox="1"/>
          <p:nvPr/>
        </p:nvSpPr>
        <p:spPr>
          <a:xfrm>
            <a:off x="1033272" y="4080053"/>
            <a:ext cx="2139696" cy="168250"/>
          </a:xfrm>
          <a:prstGeom prst="rect">
            <a:avLst/>
          </a:prstGeom>
          <a:noFill/>
          <a:ln/>
        </p:spPr>
        <p:txBody>
          <a:bodyPr wrap="square" lIns="0" tIns="0" rIns="0" bIns="0" rtlCol="0" anchor="ctr"/>
          <a:lstStyle/>
          <a:p>
            <a:pPr algn="ctr" indent="0" marL="0">
              <a:buNone/>
            </a:pPr>
            <a:r>
              <a:rPr lang="en-US" sz="720" dirty="0">
                <a:solidFill>
                  <a:srgbClr val="BFE3D3"/>
                </a:solidFill>
                <a:latin typeface="Arial" pitchFamily="34" charset="0"/>
                <a:ea typeface="Arial" pitchFamily="34" charset="-122"/>
                <a:cs typeface="Arial" pitchFamily="34" charset="-120"/>
              </a:rPr>
              <a:t>Kelas 1 Wustha · PP Wihdatul Ummah Poso</a:t>
            </a:r>
            <a:endParaRPr lang="en-US" sz="720" dirty="0"/>
          </a:p>
        </p:txBody>
      </p:sp>
      <p:sp>
        <p:nvSpPr>
          <p:cNvPr id="18" name="Shape 13"/>
          <p:cNvSpPr/>
          <p:nvPr/>
        </p:nvSpPr>
        <p:spPr>
          <a:xfrm>
            <a:off x="3749040" y="1051560"/>
            <a:ext cx="2377440" cy="3364992"/>
          </a:xfrm>
          <a:prstGeom prst="rect">
            <a:avLst/>
          </a:prstGeom>
          <a:solidFill>
            <a:srgbClr val="FFFFFF"/>
          </a:solidFill>
          <a:ln w="12700">
            <a:solidFill>
              <a:srgbClr val="CCCCCC"/>
            </a:solidFill>
            <a:prstDash val="solid"/>
          </a:ln>
        </p:spPr>
      </p:sp>
      <p:sp>
        <p:nvSpPr>
          <p:cNvPr id="19" name="Shape 14"/>
          <p:cNvSpPr/>
          <p:nvPr/>
        </p:nvSpPr>
        <p:spPr>
          <a:xfrm>
            <a:off x="3749040" y="1051560"/>
            <a:ext cx="2377440" cy="3364992"/>
          </a:xfrm>
          <a:prstGeom prst="rect">
            <a:avLst/>
          </a:prstGeom>
          <a:solidFill>
            <a:srgbClr val="FFFFFF"/>
          </a:solidFill>
          <a:ln w="12700">
            <a:solidFill>
              <a:srgbClr val="FFFFFF"/>
            </a:solidFill>
            <a:prstDash val="solid"/>
          </a:ln>
        </p:spPr>
      </p:sp>
      <p:sp>
        <p:nvSpPr>
          <p:cNvPr id="20" name="Shape 15"/>
          <p:cNvSpPr/>
          <p:nvPr/>
        </p:nvSpPr>
        <p:spPr>
          <a:xfrm>
            <a:off x="3749040" y="1051560"/>
            <a:ext cx="2377440" cy="302849"/>
          </a:xfrm>
          <a:prstGeom prst="rect">
            <a:avLst/>
          </a:prstGeom>
          <a:solidFill>
            <a:srgbClr val="0F4C3A"/>
          </a:solidFill>
          <a:ln w="12700">
            <a:solidFill>
              <a:srgbClr val="0F4C3A"/>
            </a:solidFill>
            <a:prstDash val="solid"/>
          </a:ln>
        </p:spPr>
      </p:sp>
      <p:sp>
        <p:nvSpPr>
          <p:cNvPr id="21" name="Text 16"/>
          <p:cNvSpPr txBox="1"/>
          <p:nvPr/>
        </p:nvSpPr>
        <p:spPr>
          <a:xfrm>
            <a:off x="3867912" y="1102035"/>
            <a:ext cx="1426464" cy="201900"/>
          </a:xfrm>
          <a:prstGeom prst="rect">
            <a:avLst/>
          </a:prstGeom>
          <a:noFill/>
          <a:ln/>
        </p:spPr>
        <p:txBody>
          <a:bodyPr wrap="square" lIns="0" tIns="0" rIns="0" bIns="0" rtlCol="0" anchor="ctr"/>
          <a:lstStyle/>
          <a:p>
            <a:pPr algn="l" indent="0" marL="0">
              <a:buNone/>
            </a:pPr>
            <a:r>
              <a:rPr lang="en-US" sz="960" b="1" dirty="0">
                <a:solidFill>
                  <a:srgbClr val="D4A017"/>
                </a:solidFill>
                <a:latin typeface="Arial" pitchFamily="34" charset="0"/>
                <a:ea typeface="Arial" pitchFamily="34" charset="-122"/>
                <a:cs typeface="Arial" pitchFamily="34" charset="-120"/>
              </a:rPr>
              <a:t>PROFIL SANTRI</a:t>
            </a:r>
            <a:endParaRPr lang="en-US" sz="960" dirty="0"/>
          </a:p>
        </p:txBody>
      </p:sp>
      <p:sp>
        <p:nvSpPr>
          <p:cNvPr id="22" name="Text 17"/>
          <p:cNvSpPr txBox="1"/>
          <p:nvPr/>
        </p:nvSpPr>
        <p:spPr>
          <a:xfrm>
            <a:off x="3891686" y="1421709"/>
            <a:ext cx="2092147" cy="403799"/>
          </a:xfrm>
          <a:prstGeom prst="rect">
            <a:avLst/>
          </a:prstGeom>
          <a:noFill/>
          <a:ln/>
        </p:spPr>
        <p:txBody>
          <a:bodyPr wrap="square" lIns="0" tIns="0" rIns="0" bIns="0" rtlCol="0" anchor="ctr"/>
          <a:lstStyle/>
          <a:p>
            <a:pPr algn="l" indent="0" marL="0">
              <a:buNone/>
            </a:pPr>
            <a:r>
              <a:rPr lang="en-US" sz="1040" b="1" dirty="0">
                <a:solidFill>
                  <a:srgbClr val="0F4C3A"/>
                </a:solidFill>
                <a:latin typeface="Arial" pitchFamily="34" charset="0"/>
                <a:ea typeface="Arial" pitchFamily="34" charset="-122"/>
                <a:cs typeface="Arial" pitchFamily="34" charset="-120"/>
              </a:rPr>
              <a:t>Ahmad: Dari Poso Menuju Hafidz</a:t>
            </a:r>
            <a:endParaRPr lang="en-US" sz="1040" dirty="0"/>
          </a:p>
        </p:txBody>
      </p:sp>
      <p:sp>
        <p:nvSpPr>
          <p:cNvPr id="23" name="Shape 18"/>
          <p:cNvSpPr/>
          <p:nvPr/>
        </p:nvSpPr>
        <p:spPr>
          <a:xfrm>
            <a:off x="3891686" y="1892808"/>
            <a:ext cx="2092147" cy="1009498"/>
          </a:xfrm>
          <a:prstGeom prst="rect">
            <a:avLst/>
          </a:prstGeom>
          <a:solidFill>
            <a:srgbClr val="A7CBEE"/>
          </a:solidFill>
          <a:ln w="12700">
            <a:solidFill>
              <a:srgbClr val="A7CBEE"/>
            </a:solidFill>
            <a:prstDash val="solid"/>
          </a:ln>
        </p:spPr>
      </p:sp>
      <p:sp>
        <p:nvSpPr>
          <p:cNvPr id="24" name="Shape 19"/>
          <p:cNvSpPr/>
          <p:nvPr/>
        </p:nvSpPr>
        <p:spPr>
          <a:xfrm>
            <a:off x="4100901" y="2296607"/>
            <a:ext cx="1150681" cy="605699"/>
          </a:xfrm>
          <a:prstGeom prst="triangle">
            <a:avLst/>
          </a:prstGeom>
          <a:solidFill>
            <a:srgbClr val="34A853"/>
          </a:solidFill>
          <a:ln/>
        </p:spPr>
      </p:sp>
      <p:sp>
        <p:nvSpPr>
          <p:cNvPr id="25" name="Shape 20"/>
          <p:cNvSpPr/>
          <p:nvPr/>
        </p:nvSpPr>
        <p:spPr>
          <a:xfrm>
            <a:off x="5356189" y="2044233"/>
            <a:ext cx="251058" cy="251058"/>
          </a:xfrm>
          <a:prstGeom prst="ellipse">
            <a:avLst/>
          </a:prstGeom>
          <a:solidFill>
            <a:srgbClr val="FBBC05"/>
          </a:solidFill>
          <a:ln/>
        </p:spPr>
      </p:sp>
      <p:sp>
        <p:nvSpPr>
          <p:cNvPr id="26" name="Text 21"/>
          <p:cNvSpPr txBox="1"/>
          <p:nvPr/>
        </p:nvSpPr>
        <p:spPr>
          <a:xfrm>
            <a:off x="3891686" y="3003255"/>
            <a:ext cx="2092147" cy="672998"/>
          </a:xfrm>
          <a:prstGeom prst="rect">
            <a:avLst/>
          </a:prstGeom>
          <a:noFill/>
          <a:ln/>
        </p:spPr>
        <p:txBody>
          <a:bodyPr wrap="square" lIns="0" tIns="0" rIns="0" bIns="0" rtlCol="0" anchor="ctr"/>
          <a:lstStyle/>
          <a:p>
            <a:pPr algn="l" indent="0" marL="0">
              <a:buNone/>
            </a:pPr>
            <a:r>
              <a:rPr lang="en-US" sz="880" dirty="0">
                <a:solidFill>
                  <a:srgbClr val="333333"/>
                </a:solidFill>
                <a:latin typeface="Arial" pitchFamily="34" charset="0"/>
                <a:ea typeface="Arial" pitchFamily="34" charset="-122"/>
                <a:cs typeface="Arial" pitchFamily="34" charset="-120"/>
              </a:rPr>
              <a:t>Ahmad adalah santri kelas 1 yang bercita-cita menjadi hafidz. Setiap hari ia murajaah setelah Subuh...</a:t>
            </a:r>
            <a:endParaRPr lang="en-US" sz="880" dirty="0"/>
          </a:p>
        </p:txBody>
      </p:sp>
      <p:sp>
        <p:nvSpPr>
          <p:cNvPr id="27" name="Shape 22"/>
          <p:cNvSpPr/>
          <p:nvPr/>
        </p:nvSpPr>
        <p:spPr>
          <a:xfrm>
            <a:off x="5413248" y="3743554"/>
            <a:ext cx="523037" cy="504749"/>
          </a:xfrm>
          <a:prstGeom prst="rect">
            <a:avLst/>
          </a:prstGeom>
          <a:solidFill>
            <a:srgbClr val="FFFFFF"/>
          </a:solidFill>
          <a:ln w="12700">
            <a:solidFill>
              <a:srgbClr val="FFFFFF"/>
            </a:solidFill>
            <a:prstDash val="solid"/>
          </a:ln>
        </p:spPr>
      </p:sp>
      <p:sp>
        <p:nvSpPr>
          <p:cNvPr id="28" name="Shape 23"/>
          <p:cNvSpPr/>
          <p:nvPr/>
        </p:nvSpPr>
        <p:spPr>
          <a:xfrm>
            <a:off x="5460797" y="3777204"/>
            <a:ext cx="438912" cy="438912"/>
          </a:xfrm>
          <a:prstGeom prst="rect">
            <a:avLst/>
          </a:prstGeom>
          <a:solidFill>
            <a:srgbClr val="FFFFFF"/>
          </a:solidFill>
          <a:ln w="12700">
            <a:solidFill>
              <a:srgbClr val="FFFFFF"/>
            </a:solidFill>
            <a:prstDash val="solid"/>
          </a:ln>
        </p:spPr>
      </p:sp>
      <p:sp>
        <p:nvSpPr>
          <p:cNvPr id="29" name="Shape 24"/>
          <p:cNvSpPr/>
          <p:nvPr/>
        </p:nvSpPr>
        <p:spPr>
          <a:xfrm>
            <a:off x="5460797" y="3777204"/>
            <a:ext cx="62702" cy="62702"/>
          </a:xfrm>
          <a:prstGeom prst="rect">
            <a:avLst/>
          </a:prstGeom>
          <a:solidFill>
            <a:srgbClr val="111111"/>
          </a:solidFill>
          <a:ln w="12700">
            <a:solidFill>
              <a:srgbClr val="111111"/>
            </a:solidFill>
            <a:prstDash val="solid"/>
          </a:ln>
        </p:spPr>
      </p:sp>
      <p:sp>
        <p:nvSpPr>
          <p:cNvPr id="30" name="Shape 25"/>
          <p:cNvSpPr/>
          <p:nvPr/>
        </p:nvSpPr>
        <p:spPr>
          <a:xfrm>
            <a:off x="5523499" y="3777204"/>
            <a:ext cx="62702" cy="62702"/>
          </a:xfrm>
          <a:prstGeom prst="rect">
            <a:avLst/>
          </a:prstGeom>
          <a:solidFill>
            <a:srgbClr val="111111"/>
          </a:solidFill>
          <a:ln w="12700">
            <a:solidFill>
              <a:srgbClr val="111111"/>
            </a:solidFill>
            <a:prstDash val="solid"/>
          </a:ln>
        </p:spPr>
      </p:sp>
      <p:sp>
        <p:nvSpPr>
          <p:cNvPr id="31" name="Shape 26"/>
          <p:cNvSpPr/>
          <p:nvPr/>
        </p:nvSpPr>
        <p:spPr>
          <a:xfrm>
            <a:off x="5586200" y="3777204"/>
            <a:ext cx="62702" cy="62702"/>
          </a:xfrm>
          <a:prstGeom prst="rect">
            <a:avLst/>
          </a:prstGeom>
          <a:solidFill>
            <a:srgbClr val="111111"/>
          </a:solidFill>
          <a:ln w="12700">
            <a:solidFill>
              <a:srgbClr val="111111"/>
            </a:solidFill>
            <a:prstDash val="solid"/>
          </a:ln>
        </p:spPr>
      </p:sp>
      <p:sp>
        <p:nvSpPr>
          <p:cNvPr id="32" name="Shape 27"/>
          <p:cNvSpPr/>
          <p:nvPr/>
        </p:nvSpPr>
        <p:spPr>
          <a:xfrm>
            <a:off x="5711604" y="3777204"/>
            <a:ext cx="62702" cy="62702"/>
          </a:xfrm>
          <a:prstGeom prst="rect">
            <a:avLst/>
          </a:prstGeom>
          <a:solidFill>
            <a:srgbClr val="111111"/>
          </a:solidFill>
          <a:ln w="12700">
            <a:solidFill>
              <a:srgbClr val="111111"/>
            </a:solidFill>
            <a:prstDash val="solid"/>
          </a:ln>
        </p:spPr>
      </p:sp>
      <p:sp>
        <p:nvSpPr>
          <p:cNvPr id="33" name="Shape 28"/>
          <p:cNvSpPr/>
          <p:nvPr/>
        </p:nvSpPr>
        <p:spPr>
          <a:xfrm>
            <a:off x="5774305" y="3777204"/>
            <a:ext cx="62702" cy="62702"/>
          </a:xfrm>
          <a:prstGeom prst="rect">
            <a:avLst/>
          </a:prstGeom>
          <a:solidFill>
            <a:srgbClr val="111111"/>
          </a:solidFill>
          <a:ln w="12700">
            <a:solidFill>
              <a:srgbClr val="111111"/>
            </a:solidFill>
            <a:prstDash val="solid"/>
          </a:ln>
        </p:spPr>
      </p:sp>
      <p:sp>
        <p:nvSpPr>
          <p:cNvPr id="34" name="Shape 29"/>
          <p:cNvSpPr/>
          <p:nvPr/>
        </p:nvSpPr>
        <p:spPr>
          <a:xfrm>
            <a:off x="5837007" y="3777204"/>
            <a:ext cx="62702" cy="62702"/>
          </a:xfrm>
          <a:prstGeom prst="rect">
            <a:avLst/>
          </a:prstGeom>
          <a:solidFill>
            <a:srgbClr val="111111"/>
          </a:solidFill>
          <a:ln w="12700">
            <a:solidFill>
              <a:srgbClr val="111111"/>
            </a:solidFill>
            <a:prstDash val="solid"/>
          </a:ln>
        </p:spPr>
      </p:sp>
      <p:sp>
        <p:nvSpPr>
          <p:cNvPr id="35" name="Shape 30"/>
          <p:cNvSpPr/>
          <p:nvPr/>
        </p:nvSpPr>
        <p:spPr>
          <a:xfrm>
            <a:off x="5460797" y="3839905"/>
            <a:ext cx="62702" cy="62702"/>
          </a:xfrm>
          <a:prstGeom prst="rect">
            <a:avLst/>
          </a:prstGeom>
          <a:solidFill>
            <a:srgbClr val="111111"/>
          </a:solidFill>
          <a:ln w="12700">
            <a:solidFill>
              <a:srgbClr val="111111"/>
            </a:solidFill>
            <a:prstDash val="solid"/>
          </a:ln>
        </p:spPr>
      </p:sp>
      <p:sp>
        <p:nvSpPr>
          <p:cNvPr id="36" name="Shape 31"/>
          <p:cNvSpPr/>
          <p:nvPr/>
        </p:nvSpPr>
        <p:spPr>
          <a:xfrm>
            <a:off x="5586200" y="3839905"/>
            <a:ext cx="62702" cy="62702"/>
          </a:xfrm>
          <a:prstGeom prst="rect">
            <a:avLst/>
          </a:prstGeom>
          <a:solidFill>
            <a:srgbClr val="111111"/>
          </a:solidFill>
          <a:ln w="12700">
            <a:solidFill>
              <a:srgbClr val="111111"/>
            </a:solidFill>
            <a:prstDash val="solid"/>
          </a:ln>
        </p:spPr>
      </p:sp>
      <p:sp>
        <p:nvSpPr>
          <p:cNvPr id="37" name="Shape 32"/>
          <p:cNvSpPr/>
          <p:nvPr/>
        </p:nvSpPr>
        <p:spPr>
          <a:xfrm>
            <a:off x="5711604" y="3839905"/>
            <a:ext cx="62702" cy="62702"/>
          </a:xfrm>
          <a:prstGeom prst="rect">
            <a:avLst/>
          </a:prstGeom>
          <a:solidFill>
            <a:srgbClr val="111111"/>
          </a:solidFill>
          <a:ln w="12700">
            <a:solidFill>
              <a:srgbClr val="111111"/>
            </a:solidFill>
            <a:prstDash val="solid"/>
          </a:ln>
        </p:spPr>
      </p:sp>
      <p:sp>
        <p:nvSpPr>
          <p:cNvPr id="38" name="Shape 33"/>
          <p:cNvSpPr/>
          <p:nvPr/>
        </p:nvSpPr>
        <p:spPr>
          <a:xfrm>
            <a:off x="5837007" y="3839905"/>
            <a:ext cx="62702" cy="62702"/>
          </a:xfrm>
          <a:prstGeom prst="rect">
            <a:avLst/>
          </a:prstGeom>
          <a:solidFill>
            <a:srgbClr val="111111"/>
          </a:solidFill>
          <a:ln w="12700">
            <a:solidFill>
              <a:srgbClr val="111111"/>
            </a:solidFill>
            <a:prstDash val="solid"/>
          </a:ln>
        </p:spPr>
      </p:sp>
      <p:sp>
        <p:nvSpPr>
          <p:cNvPr id="39" name="Shape 34"/>
          <p:cNvSpPr/>
          <p:nvPr/>
        </p:nvSpPr>
        <p:spPr>
          <a:xfrm>
            <a:off x="5460797" y="3902607"/>
            <a:ext cx="62702" cy="62702"/>
          </a:xfrm>
          <a:prstGeom prst="rect">
            <a:avLst/>
          </a:prstGeom>
          <a:solidFill>
            <a:srgbClr val="111111"/>
          </a:solidFill>
          <a:ln w="12700">
            <a:solidFill>
              <a:srgbClr val="111111"/>
            </a:solidFill>
            <a:prstDash val="solid"/>
          </a:ln>
        </p:spPr>
      </p:sp>
      <p:sp>
        <p:nvSpPr>
          <p:cNvPr id="40" name="Shape 35"/>
          <p:cNvSpPr/>
          <p:nvPr/>
        </p:nvSpPr>
        <p:spPr>
          <a:xfrm>
            <a:off x="5523499" y="3902607"/>
            <a:ext cx="62702" cy="62702"/>
          </a:xfrm>
          <a:prstGeom prst="rect">
            <a:avLst/>
          </a:prstGeom>
          <a:solidFill>
            <a:srgbClr val="111111"/>
          </a:solidFill>
          <a:ln w="12700">
            <a:solidFill>
              <a:srgbClr val="111111"/>
            </a:solidFill>
            <a:prstDash val="solid"/>
          </a:ln>
        </p:spPr>
      </p:sp>
      <p:sp>
        <p:nvSpPr>
          <p:cNvPr id="41" name="Shape 36"/>
          <p:cNvSpPr/>
          <p:nvPr/>
        </p:nvSpPr>
        <p:spPr>
          <a:xfrm>
            <a:off x="5586200" y="3902607"/>
            <a:ext cx="62702" cy="62702"/>
          </a:xfrm>
          <a:prstGeom prst="rect">
            <a:avLst/>
          </a:prstGeom>
          <a:solidFill>
            <a:srgbClr val="111111"/>
          </a:solidFill>
          <a:ln w="12700">
            <a:solidFill>
              <a:srgbClr val="111111"/>
            </a:solidFill>
            <a:prstDash val="solid"/>
          </a:ln>
        </p:spPr>
      </p:sp>
      <p:sp>
        <p:nvSpPr>
          <p:cNvPr id="42" name="Shape 37"/>
          <p:cNvSpPr/>
          <p:nvPr/>
        </p:nvSpPr>
        <p:spPr>
          <a:xfrm>
            <a:off x="5711604" y="3902607"/>
            <a:ext cx="62702" cy="62702"/>
          </a:xfrm>
          <a:prstGeom prst="rect">
            <a:avLst/>
          </a:prstGeom>
          <a:solidFill>
            <a:srgbClr val="111111"/>
          </a:solidFill>
          <a:ln w="12700">
            <a:solidFill>
              <a:srgbClr val="111111"/>
            </a:solidFill>
            <a:prstDash val="solid"/>
          </a:ln>
        </p:spPr>
      </p:sp>
      <p:sp>
        <p:nvSpPr>
          <p:cNvPr id="43" name="Shape 38"/>
          <p:cNvSpPr/>
          <p:nvPr/>
        </p:nvSpPr>
        <p:spPr>
          <a:xfrm>
            <a:off x="5774305" y="3902607"/>
            <a:ext cx="62702" cy="62702"/>
          </a:xfrm>
          <a:prstGeom prst="rect">
            <a:avLst/>
          </a:prstGeom>
          <a:solidFill>
            <a:srgbClr val="111111"/>
          </a:solidFill>
          <a:ln w="12700">
            <a:solidFill>
              <a:srgbClr val="111111"/>
            </a:solidFill>
            <a:prstDash val="solid"/>
          </a:ln>
        </p:spPr>
      </p:sp>
      <p:sp>
        <p:nvSpPr>
          <p:cNvPr id="44" name="Shape 39"/>
          <p:cNvSpPr/>
          <p:nvPr/>
        </p:nvSpPr>
        <p:spPr>
          <a:xfrm>
            <a:off x="5837007" y="3902607"/>
            <a:ext cx="62702" cy="62702"/>
          </a:xfrm>
          <a:prstGeom prst="rect">
            <a:avLst/>
          </a:prstGeom>
          <a:solidFill>
            <a:srgbClr val="111111"/>
          </a:solidFill>
          <a:ln w="12700">
            <a:solidFill>
              <a:srgbClr val="111111"/>
            </a:solidFill>
            <a:prstDash val="solid"/>
          </a:ln>
        </p:spPr>
      </p:sp>
      <p:sp>
        <p:nvSpPr>
          <p:cNvPr id="45" name="Shape 40"/>
          <p:cNvSpPr/>
          <p:nvPr/>
        </p:nvSpPr>
        <p:spPr>
          <a:xfrm>
            <a:off x="5648902" y="3965309"/>
            <a:ext cx="62702" cy="62702"/>
          </a:xfrm>
          <a:prstGeom prst="rect">
            <a:avLst/>
          </a:prstGeom>
          <a:solidFill>
            <a:srgbClr val="111111"/>
          </a:solidFill>
          <a:ln w="12700">
            <a:solidFill>
              <a:srgbClr val="111111"/>
            </a:solidFill>
            <a:prstDash val="solid"/>
          </a:ln>
        </p:spPr>
      </p:sp>
      <p:sp>
        <p:nvSpPr>
          <p:cNvPr id="46" name="Shape 41"/>
          <p:cNvSpPr/>
          <p:nvPr/>
        </p:nvSpPr>
        <p:spPr>
          <a:xfrm>
            <a:off x="5460797" y="4028010"/>
            <a:ext cx="62702" cy="62702"/>
          </a:xfrm>
          <a:prstGeom prst="rect">
            <a:avLst/>
          </a:prstGeom>
          <a:solidFill>
            <a:srgbClr val="111111"/>
          </a:solidFill>
          <a:ln w="12700">
            <a:solidFill>
              <a:srgbClr val="111111"/>
            </a:solidFill>
            <a:prstDash val="solid"/>
          </a:ln>
        </p:spPr>
      </p:sp>
      <p:sp>
        <p:nvSpPr>
          <p:cNvPr id="47" name="Shape 42"/>
          <p:cNvSpPr/>
          <p:nvPr/>
        </p:nvSpPr>
        <p:spPr>
          <a:xfrm>
            <a:off x="5586200" y="4028010"/>
            <a:ext cx="62702" cy="62702"/>
          </a:xfrm>
          <a:prstGeom prst="rect">
            <a:avLst/>
          </a:prstGeom>
          <a:solidFill>
            <a:srgbClr val="111111"/>
          </a:solidFill>
          <a:ln w="12700">
            <a:solidFill>
              <a:srgbClr val="111111"/>
            </a:solidFill>
            <a:prstDash val="solid"/>
          </a:ln>
        </p:spPr>
      </p:sp>
      <p:sp>
        <p:nvSpPr>
          <p:cNvPr id="48" name="Shape 43"/>
          <p:cNvSpPr/>
          <p:nvPr/>
        </p:nvSpPr>
        <p:spPr>
          <a:xfrm>
            <a:off x="5648902" y="4028010"/>
            <a:ext cx="62702" cy="62702"/>
          </a:xfrm>
          <a:prstGeom prst="rect">
            <a:avLst/>
          </a:prstGeom>
          <a:solidFill>
            <a:srgbClr val="111111"/>
          </a:solidFill>
          <a:ln w="12700">
            <a:solidFill>
              <a:srgbClr val="111111"/>
            </a:solidFill>
            <a:prstDash val="solid"/>
          </a:ln>
        </p:spPr>
      </p:sp>
      <p:sp>
        <p:nvSpPr>
          <p:cNvPr id="49" name="Shape 44"/>
          <p:cNvSpPr/>
          <p:nvPr/>
        </p:nvSpPr>
        <p:spPr>
          <a:xfrm>
            <a:off x="5774305" y="4028010"/>
            <a:ext cx="62702" cy="62702"/>
          </a:xfrm>
          <a:prstGeom prst="rect">
            <a:avLst/>
          </a:prstGeom>
          <a:solidFill>
            <a:srgbClr val="111111"/>
          </a:solidFill>
          <a:ln w="12700">
            <a:solidFill>
              <a:srgbClr val="111111"/>
            </a:solidFill>
            <a:prstDash val="solid"/>
          </a:ln>
        </p:spPr>
      </p:sp>
      <p:sp>
        <p:nvSpPr>
          <p:cNvPr id="50" name="Shape 45"/>
          <p:cNvSpPr/>
          <p:nvPr/>
        </p:nvSpPr>
        <p:spPr>
          <a:xfrm>
            <a:off x="5837007" y="4028010"/>
            <a:ext cx="62702" cy="62702"/>
          </a:xfrm>
          <a:prstGeom prst="rect">
            <a:avLst/>
          </a:prstGeom>
          <a:solidFill>
            <a:srgbClr val="111111"/>
          </a:solidFill>
          <a:ln w="12700">
            <a:solidFill>
              <a:srgbClr val="111111"/>
            </a:solidFill>
            <a:prstDash val="solid"/>
          </a:ln>
        </p:spPr>
      </p:sp>
      <p:sp>
        <p:nvSpPr>
          <p:cNvPr id="51" name="Shape 46"/>
          <p:cNvSpPr/>
          <p:nvPr/>
        </p:nvSpPr>
        <p:spPr>
          <a:xfrm>
            <a:off x="5523499" y="4090712"/>
            <a:ext cx="62702" cy="62702"/>
          </a:xfrm>
          <a:prstGeom prst="rect">
            <a:avLst/>
          </a:prstGeom>
          <a:solidFill>
            <a:srgbClr val="111111"/>
          </a:solidFill>
          <a:ln w="12700">
            <a:solidFill>
              <a:srgbClr val="111111"/>
            </a:solidFill>
            <a:prstDash val="solid"/>
          </a:ln>
        </p:spPr>
      </p:sp>
      <p:sp>
        <p:nvSpPr>
          <p:cNvPr id="52" name="Shape 47"/>
          <p:cNvSpPr/>
          <p:nvPr/>
        </p:nvSpPr>
        <p:spPr>
          <a:xfrm>
            <a:off x="5711604" y="4090712"/>
            <a:ext cx="62702" cy="62702"/>
          </a:xfrm>
          <a:prstGeom prst="rect">
            <a:avLst/>
          </a:prstGeom>
          <a:solidFill>
            <a:srgbClr val="111111"/>
          </a:solidFill>
          <a:ln w="12700">
            <a:solidFill>
              <a:srgbClr val="111111"/>
            </a:solidFill>
            <a:prstDash val="solid"/>
          </a:ln>
        </p:spPr>
      </p:sp>
      <p:sp>
        <p:nvSpPr>
          <p:cNvPr id="53" name="Shape 48"/>
          <p:cNvSpPr/>
          <p:nvPr/>
        </p:nvSpPr>
        <p:spPr>
          <a:xfrm>
            <a:off x="5774305" y="4090712"/>
            <a:ext cx="62702" cy="62702"/>
          </a:xfrm>
          <a:prstGeom prst="rect">
            <a:avLst/>
          </a:prstGeom>
          <a:solidFill>
            <a:srgbClr val="111111"/>
          </a:solidFill>
          <a:ln w="12700">
            <a:solidFill>
              <a:srgbClr val="111111"/>
            </a:solidFill>
            <a:prstDash val="solid"/>
          </a:ln>
        </p:spPr>
      </p:sp>
      <p:sp>
        <p:nvSpPr>
          <p:cNvPr id="54" name="Shape 49"/>
          <p:cNvSpPr/>
          <p:nvPr/>
        </p:nvSpPr>
        <p:spPr>
          <a:xfrm>
            <a:off x="5460797" y="4153414"/>
            <a:ext cx="62702" cy="62702"/>
          </a:xfrm>
          <a:prstGeom prst="rect">
            <a:avLst/>
          </a:prstGeom>
          <a:solidFill>
            <a:srgbClr val="111111"/>
          </a:solidFill>
          <a:ln w="12700">
            <a:solidFill>
              <a:srgbClr val="111111"/>
            </a:solidFill>
            <a:prstDash val="solid"/>
          </a:ln>
        </p:spPr>
      </p:sp>
      <p:sp>
        <p:nvSpPr>
          <p:cNvPr id="55" name="Shape 50"/>
          <p:cNvSpPr/>
          <p:nvPr/>
        </p:nvSpPr>
        <p:spPr>
          <a:xfrm>
            <a:off x="5523499" y="4153414"/>
            <a:ext cx="62702" cy="62702"/>
          </a:xfrm>
          <a:prstGeom prst="rect">
            <a:avLst/>
          </a:prstGeom>
          <a:solidFill>
            <a:srgbClr val="111111"/>
          </a:solidFill>
          <a:ln w="12700">
            <a:solidFill>
              <a:srgbClr val="111111"/>
            </a:solidFill>
            <a:prstDash val="solid"/>
          </a:ln>
        </p:spPr>
      </p:sp>
      <p:sp>
        <p:nvSpPr>
          <p:cNvPr id="56" name="Shape 51"/>
          <p:cNvSpPr/>
          <p:nvPr/>
        </p:nvSpPr>
        <p:spPr>
          <a:xfrm>
            <a:off x="5586200" y="4153414"/>
            <a:ext cx="62702" cy="62702"/>
          </a:xfrm>
          <a:prstGeom prst="rect">
            <a:avLst/>
          </a:prstGeom>
          <a:solidFill>
            <a:srgbClr val="111111"/>
          </a:solidFill>
          <a:ln w="12700">
            <a:solidFill>
              <a:srgbClr val="111111"/>
            </a:solidFill>
            <a:prstDash val="solid"/>
          </a:ln>
        </p:spPr>
      </p:sp>
      <p:sp>
        <p:nvSpPr>
          <p:cNvPr id="57" name="Shape 52"/>
          <p:cNvSpPr/>
          <p:nvPr/>
        </p:nvSpPr>
        <p:spPr>
          <a:xfrm>
            <a:off x="5711604" y="4153414"/>
            <a:ext cx="62702" cy="62702"/>
          </a:xfrm>
          <a:prstGeom prst="rect">
            <a:avLst/>
          </a:prstGeom>
          <a:solidFill>
            <a:srgbClr val="111111"/>
          </a:solidFill>
          <a:ln w="12700">
            <a:solidFill>
              <a:srgbClr val="111111"/>
            </a:solidFill>
            <a:prstDash val="solid"/>
          </a:ln>
        </p:spPr>
      </p:sp>
      <p:sp>
        <p:nvSpPr>
          <p:cNvPr id="58" name="Shape 53"/>
          <p:cNvSpPr/>
          <p:nvPr/>
        </p:nvSpPr>
        <p:spPr>
          <a:xfrm>
            <a:off x="5837007" y="4153414"/>
            <a:ext cx="62702" cy="62702"/>
          </a:xfrm>
          <a:prstGeom prst="rect">
            <a:avLst/>
          </a:prstGeom>
          <a:solidFill>
            <a:srgbClr val="111111"/>
          </a:solidFill>
          <a:ln w="12700">
            <a:solidFill>
              <a:srgbClr val="111111"/>
            </a:solidFill>
            <a:prstDash val="solid"/>
          </a:ln>
        </p:spPr>
      </p:sp>
      <p:sp>
        <p:nvSpPr>
          <p:cNvPr id="59" name="Text 54"/>
          <p:cNvSpPr txBox="1"/>
          <p:nvPr/>
        </p:nvSpPr>
        <p:spPr>
          <a:xfrm>
            <a:off x="914400" y="4443984"/>
            <a:ext cx="2377440" cy="228600"/>
          </a:xfrm>
          <a:prstGeom prst="rect">
            <a:avLst/>
          </a:prstGeom>
          <a:noFill/>
          <a:ln/>
        </p:spPr>
        <p:txBody>
          <a:bodyPr wrap="square" lIns="0" tIns="0" rIns="0" bIns="0" rtlCol="0" anchor="t"/>
          <a:lstStyle/>
          <a:p>
            <a:pPr algn="ctr" indent="0" marL="0">
              <a:buNone/>
            </a:pPr>
            <a:r>
              <a:rPr lang="en-US" sz="1100" b="1" dirty="0">
                <a:solidFill>
                  <a:srgbClr val="0F4C3A"/>
                </a:solidFill>
                <a:latin typeface="Calibri" pitchFamily="34" charset="0"/>
                <a:ea typeface="Calibri" pitchFamily="34" charset="-122"/>
                <a:cs typeface="Calibri" pitchFamily="34" charset="-120"/>
              </a:rPr>
              <a:t>Sampul</a:t>
            </a:r>
            <a:endParaRPr lang="en-US" sz="1100" dirty="0"/>
          </a:p>
        </p:txBody>
      </p:sp>
      <p:sp>
        <p:nvSpPr>
          <p:cNvPr id="60" name="Text 55"/>
          <p:cNvSpPr txBox="1"/>
          <p:nvPr/>
        </p:nvSpPr>
        <p:spPr>
          <a:xfrm>
            <a:off x="3749040" y="4443984"/>
            <a:ext cx="2377440" cy="228600"/>
          </a:xfrm>
          <a:prstGeom prst="rect">
            <a:avLst/>
          </a:prstGeom>
          <a:noFill/>
          <a:ln/>
        </p:spPr>
        <p:txBody>
          <a:bodyPr wrap="square" lIns="0" tIns="0" rIns="0" bIns="0" rtlCol="0" anchor="t"/>
          <a:lstStyle/>
          <a:p>
            <a:pPr algn="ctr" indent="0" marL="0">
              <a:buNone/>
            </a:pPr>
            <a:r>
              <a:rPr lang="en-US" sz="1100" b="1" dirty="0">
                <a:solidFill>
                  <a:srgbClr val="0F4C3A"/>
                </a:solidFill>
                <a:latin typeface="Calibri" pitchFamily="34" charset="0"/>
                <a:ea typeface="Calibri" pitchFamily="34" charset="-122"/>
                <a:cs typeface="Calibri" pitchFamily="34" charset="-120"/>
              </a:rPr>
              <a:t>Halaman isi</a:t>
            </a:r>
            <a:endParaRPr lang="en-US" sz="1100" dirty="0"/>
          </a:p>
        </p:txBody>
      </p:sp>
      <p:sp>
        <p:nvSpPr>
          <p:cNvPr id="61" name="Shape 56"/>
          <p:cNvSpPr/>
          <p:nvPr/>
        </p:nvSpPr>
        <p:spPr>
          <a:xfrm>
            <a:off x="6492240" y="1280160"/>
            <a:ext cx="329184" cy="329184"/>
          </a:xfrm>
          <a:prstGeom prst="ellipse">
            <a:avLst/>
          </a:prstGeom>
          <a:solidFill>
            <a:srgbClr val="E53935"/>
          </a:solidFill>
          <a:ln/>
        </p:spPr>
      </p:sp>
      <p:sp>
        <p:nvSpPr>
          <p:cNvPr id="62" name="Text 57"/>
          <p:cNvSpPr txBox="1"/>
          <p:nvPr/>
        </p:nvSpPr>
        <p:spPr>
          <a:xfrm>
            <a:off x="6492240" y="12801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3" name="Text 58"/>
          <p:cNvSpPr txBox="1"/>
          <p:nvPr/>
        </p:nvSpPr>
        <p:spPr>
          <a:xfrm>
            <a:off x="6949440" y="1170432"/>
            <a:ext cx="1737360" cy="59436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Logo pondok di sampul</a:t>
            </a:r>
            <a:endParaRPr lang="en-US" sz="1250" dirty="0"/>
          </a:p>
        </p:txBody>
      </p:sp>
      <p:sp>
        <p:nvSpPr>
          <p:cNvPr id="64" name="Shape 59"/>
          <p:cNvSpPr/>
          <p:nvPr/>
        </p:nvSpPr>
        <p:spPr>
          <a:xfrm>
            <a:off x="6492240" y="2057400"/>
            <a:ext cx="329184" cy="329184"/>
          </a:xfrm>
          <a:prstGeom prst="ellipse">
            <a:avLst/>
          </a:prstGeom>
          <a:solidFill>
            <a:srgbClr val="E53935"/>
          </a:solidFill>
          <a:ln/>
        </p:spPr>
      </p:sp>
      <p:sp>
        <p:nvSpPr>
          <p:cNvPr id="65" name="Text 60"/>
          <p:cNvSpPr txBox="1"/>
          <p:nvPr/>
        </p:nvSpPr>
        <p:spPr>
          <a:xfrm>
            <a:off x="6492240" y="20574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66" name="Text 61"/>
          <p:cNvSpPr txBox="1"/>
          <p:nvPr/>
        </p:nvSpPr>
        <p:spPr>
          <a:xfrm>
            <a:off x="6949440" y="1947672"/>
            <a:ext cx="1737360" cy="59436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Kepala halaman berisi nama rubrik</a:t>
            </a:r>
            <a:endParaRPr lang="en-US" sz="1250" dirty="0"/>
          </a:p>
        </p:txBody>
      </p:sp>
      <p:sp>
        <p:nvSpPr>
          <p:cNvPr id="67" name="Shape 62"/>
          <p:cNvSpPr/>
          <p:nvPr/>
        </p:nvSpPr>
        <p:spPr>
          <a:xfrm>
            <a:off x="6492240" y="2834640"/>
            <a:ext cx="329184" cy="329184"/>
          </a:xfrm>
          <a:prstGeom prst="ellipse">
            <a:avLst/>
          </a:prstGeom>
          <a:solidFill>
            <a:srgbClr val="E53935"/>
          </a:solidFill>
          <a:ln/>
        </p:spPr>
      </p:sp>
      <p:sp>
        <p:nvSpPr>
          <p:cNvPr id="68" name="Text 63"/>
          <p:cNvSpPr txBox="1"/>
          <p:nvPr/>
        </p:nvSpPr>
        <p:spPr>
          <a:xfrm>
            <a:off x="6492240" y="28346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69" name="Text 64"/>
          <p:cNvSpPr txBox="1"/>
          <p:nvPr/>
        </p:nvSpPr>
        <p:spPr>
          <a:xfrm>
            <a:off x="6949440" y="2724912"/>
            <a:ext cx="1737360" cy="59436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Judul, foto utama, paragraf pendek</a:t>
            </a:r>
            <a:endParaRPr lang="en-US" sz="1250" dirty="0"/>
          </a:p>
        </p:txBody>
      </p:sp>
      <p:sp>
        <p:nvSpPr>
          <p:cNvPr id="70" name="Shape 65"/>
          <p:cNvSpPr/>
          <p:nvPr/>
        </p:nvSpPr>
        <p:spPr>
          <a:xfrm>
            <a:off x="6492240" y="3611880"/>
            <a:ext cx="329184" cy="329184"/>
          </a:xfrm>
          <a:prstGeom prst="ellipse">
            <a:avLst/>
          </a:prstGeom>
          <a:solidFill>
            <a:srgbClr val="E53935"/>
          </a:solidFill>
          <a:ln/>
        </p:spPr>
      </p:sp>
      <p:sp>
        <p:nvSpPr>
          <p:cNvPr id="71" name="Text 66"/>
          <p:cNvSpPr txBox="1"/>
          <p:nvPr/>
        </p:nvSpPr>
        <p:spPr>
          <a:xfrm>
            <a:off x="6492240" y="36118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72" name="Text 67"/>
          <p:cNvSpPr txBox="1"/>
          <p:nvPr/>
        </p:nvSpPr>
        <p:spPr>
          <a:xfrm>
            <a:off x="6949440" y="3502152"/>
            <a:ext cx="1737360" cy="59436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QR code menuju audio/video</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Memproduksi Halaman Majalah</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Menyunting tulisan</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Menata halaman di Canva</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6–8</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QR code</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Menyunting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Profil_Santri_Draf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Profil_Santri_Draf</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Ahmad: Dari Poso Menuju Hafidz</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Ahmad adalah santri kelas 1 yang bercita-</a:t>
            </a:r>
            <a:endParaRPr lang="en-US" sz="800" dirty="0"/>
          </a:p>
        </p:txBody>
      </p:sp>
      <p:sp>
        <p:nvSpPr>
          <p:cNvPr id="71" name="Shape 60"/>
          <p:cNvSpPr/>
          <p:nvPr/>
        </p:nvSpPr>
        <p:spPr>
          <a:xfrm>
            <a:off x="1554480" y="3069978"/>
            <a:ext cx="2112264" cy="147320"/>
          </a:xfrm>
          <a:prstGeom prst="rect">
            <a:avLst/>
          </a:prstGeom>
          <a:solidFill>
            <a:srgbClr val="C2E7FF"/>
          </a:solidFill>
          <a:ln w="12700">
            <a:solidFill>
              <a:srgbClr val="C2E7FF"/>
            </a:solidFill>
            <a:prstDash val="solid"/>
          </a:ln>
        </p:spPr>
      </p:sp>
      <p:sp>
        <p:nvSpPr>
          <p:cNvPr id="72" name="Text 61"/>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cita menjadi hafidz. Setiap hari ia murajaah</a:t>
            </a:r>
            <a:endParaRPr lang="en-US" sz="800" dirty="0"/>
          </a:p>
        </p:txBody>
      </p:sp>
      <p:sp>
        <p:nvSpPr>
          <p:cNvPr id="73" name="Text 62"/>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setelah Subuh bersama teman sekamarnya.</a:t>
            </a:r>
            <a:endParaRPr lang="en-US" sz="800" dirty="0"/>
          </a:p>
        </p:txBody>
      </p:sp>
      <p:sp>
        <p:nvSpPr>
          <p:cNvPr id="74" name="Shape 63"/>
          <p:cNvSpPr/>
          <p:nvPr/>
        </p:nvSpPr>
        <p:spPr>
          <a:xfrm>
            <a:off x="4919472" y="2978538"/>
            <a:ext cx="1051560" cy="548640"/>
          </a:xfrm>
          <a:prstGeom prst="roundRect">
            <a:avLst>
              <a:gd name="adj" fmla="val 8333"/>
            </a:avLst>
          </a:prstGeom>
          <a:solidFill>
            <a:srgbClr val="FFF8E1"/>
          </a:solidFill>
          <a:ln w="12700">
            <a:solidFill>
              <a:srgbClr val="F4B400"/>
            </a:solidFill>
            <a:prstDash val="solid"/>
          </a:ln>
        </p:spPr>
      </p:sp>
      <p:sp>
        <p:nvSpPr>
          <p:cNvPr id="75" name="Text 64"/>
          <p:cNvSpPr txBox="1"/>
          <p:nvPr/>
        </p:nvSpPr>
        <p:spPr>
          <a:xfrm>
            <a:off x="4965192" y="2978538"/>
            <a:ext cx="960120" cy="54864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Penyunting: berapa juz hafalannya?</a:t>
            </a:r>
            <a:endParaRPr lang="en-US" sz="700" dirty="0"/>
          </a:p>
        </p:txBody>
      </p:sp>
      <p:sp>
        <p:nvSpPr>
          <p:cNvPr id="76" name="Shape 65"/>
          <p:cNvSpPr/>
          <p:nvPr/>
        </p:nvSpPr>
        <p:spPr>
          <a:xfrm>
            <a:off x="1527048" y="3042546"/>
            <a:ext cx="3072384" cy="202184"/>
          </a:xfrm>
          <a:prstGeom prst="roundRect">
            <a:avLst>
              <a:gd name="adj" fmla="val 22613"/>
            </a:avLst>
          </a:prstGeom>
          <a:solidFill>
            <a:srgbClr val="FFFFFF">
              <a:alpha val="0"/>
            </a:srgbClr>
          </a:solidFill>
          <a:ln w="31750">
            <a:solidFill>
              <a:srgbClr val="E53935"/>
            </a:solidFill>
            <a:prstDash val="solid"/>
          </a:ln>
        </p:spPr>
      </p:sp>
      <p:sp>
        <p:nvSpPr>
          <p:cNvPr id="77" name="Shape 66"/>
          <p:cNvSpPr/>
          <p:nvPr/>
        </p:nvSpPr>
        <p:spPr>
          <a:xfrm>
            <a:off x="4462272" y="2905386"/>
            <a:ext cx="274320" cy="274320"/>
          </a:xfrm>
          <a:prstGeom prst="ellipse">
            <a:avLst/>
          </a:prstGeom>
          <a:solidFill>
            <a:srgbClr val="E53935"/>
          </a:solidFill>
          <a:ln w="12700">
            <a:solidFill>
              <a:srgbClr val="FFFFFF"/>
            </a:solidFill>
            <a:prstDash val="solid"/>
          </a:ln>
        </p:spPr>
      </p:sp>
      <p:sp>
        <p:nvSpPr>
          <p:cNvPr id="78" name="Text 67"/>
          <p:cNvSpPr txBox="1"/>
          <p:nvPr/>
        </p:nvSpPr>
        <p:spPr>
          <a:xfrm>
            <a:off x="4462272" y="290538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79" name="Image 9" descr="preencoded.png">    </p:cNvPr>
          <p:cNvPicPr>
            <a:picLocks noChangeAspect="1"/>
          </p:cNvPicPr>
          <p:nvPr/>
        </p:nvPicPr>
        <p:blipFill>
          <a:blip r:embed="rId10"/>
          <a:stretch>
            <a:fillRect/>
          </a:stretch>
        </p:blipFill>
        <p:spPr>
          <a:xfrm>
            <a:off x="3214116" y="3151004"/>
            <a:ext cx="237744" cy="237744"/>
          </a:xfrm>
          <a:prstGeom prst="rect">
            <a:avLst/>
          </a:prstGeom>
        </p:spPr>
      </p:pic>
      <p:sp>
        <p:nvSpPr>
          <p:cNvPr id="80" name="Text 6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81" name="Text 6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Sunting draf tulisan bersama</a:t>
            </a:r>
            <a:endParaRPr lang="en-US" sz="1800" dirty="0"/>
          </a:p>
        </p:txBody>
      </p:sp>
      <p:sp>
        <p:nvSpPr>
          <p:cNvPr id="82" name="Text 7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Penyunting membaca draf di Google Docs. Periksa ejaan, kalimat yang terlalu panjang, dan fakta. Pendekkan menjadi 2–3 paragraf.</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Menyunting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685800" y="1051560"/>
            <a:ext cx="4754880" cy="3611880"/>
          </a:xfrm>
          <a:prstGeom prst="rect">
            <a:avLst/>
          </a:prstGeom>
          <a:solidFill>
            <a:srgbClr val="FFFFFF"/>
          </a:solidFill>
          <a:ln w="12700">
            <a:solidFill>
              <a:srgbClr val="BBBBBB"/>
            </a:solidFill>
            <a:prstDash val="solid"/>
          </a:ln>
        </p:spPr>
      </p:sp>
      <p:sp>
        <p:nvSpPr>
          <p:cNvPr id="10" name="Text 6"/>
          <p:cNvSpPr txBox="1"/>
          <p:nvPr/>
        </p:nvSpPr>
        <p:spPr>
          <a:xfrm>
            <a:off x="914400" y="1188720"/>
            <a:ext cx="4114800" cy="365760"/>
          </a:xfrm>
          <a:prstGeom prst="rect">
            <a:avLst/>
          </a:prstGeom>
          <a:noFill/>
          <a:ln/>
        </p:spPr>
        <p:txBody>
          <a:bodyPr wrap="square" lIns="0" tIns="0" rIns="0" bIns="0" rtlCol="0" anchor="t"/>
          <a:lstStyle/>
          <a:p>
            <a:pPr indent="0" marL="0">
              <a:buNone/>
            </a:pPr>
            <a:r>
              <a:rPr lang="en-US" sz="1600" b="1" dirty="0">
                <a:solidFill>
                  <a:srgbClr val="0F4C3A"/>
                </a:solidFill>
                <a:latin typeface="Cambria" pitchFamily="34" charset="0"/>
                <a:ea typeface="Cambria" pitchFamily="34" charset="-122"/>
                <a:cs typeface="Cambria" pitchFamily="34" charset="-120"/>
              </a:rPr>
              <a:t>Daftar Periksa Penyunting</a:t>
            </a:r>
            <a:endParaRPr lang="en-US" sz="1600" dirty="0"/>
          </a:p>
        </p:txBody>
      </p:sp>
      <p:sp>
        <p:nvSpPr>
          <p:cNvPr id="11" name="Shape 7"/>
          <p:cNvSpPr/>
          <p:nvPr/>
        </p:nvSpPr>
        <p:spPr>
          <a:xfrm>
            <a:off x="960120" y="1792224"/>
            <a:ext cx="274320" cy="274320"/>
          </a:xfrm>
          <a:prstGeom prst="roundRect">
            <a:avLst>
              <a:gd name="adj" fmla="val 16667"/>
            </a:avLst>
          </a:prstGeom>
          <a:solidFill>
            <a:srgbClr val="1F7A5C"/>
          </a:solidFill>
          <a:ln w="19050">
            <a:solidFill>
              <a:srgbClr val="1F7A5C"/>
            </a:solidFill>
            <a:prstDash val="solid"/>
          </a:ln>
        </p:spPr>
      </p:sp>
      <p:sp>
        <p:nvSpPr>
          <p:cNvPr id="12" name="Text 8"/>
          <p:cNvSpPr txBox="1"/>
          <p:nvPr/>
        </p:nvSpPr>
        <p:spPr>
          <a:xfrm>
            <a:off x="960120" y="17922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3" name="Text 9"/>
          <p:cNvSpPr txBox="1"/>
          <p:nvPr/>
        </p:nvSpPr>
        <p:spPr>
          <a:xfrm>
            <a:off x="1417320" y="1737360"/>
            <a:ext cx="3840480" cy="384048"/>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Ejaan dan tanda baca sudah benar</a:t>
            </a:r>
            <a:endParaRPr lang="en-US" sz="1400" dirty="0"/>
          </a:p>
        </p:txBody>
      </p:sp>
      <p:sp>
        <p:nvSpPr>
          <p:cNvPr id="14" name="Shape 10"/>
          <p:cNvSpPr/>
          <p:nvPr/>
        </p:nvSpPr>
        <p:spPr>
          <a:xfrm>
            <a:off x="960120" y="2322576"/>
            <a:ext cx="274320" cy="274320"/>
          </a:xfrm>
          <a:prstGeom prst="roundRect">
            <a:avLst>
              <a:gd name="adj" fmla="val 16667"/>
            </a:avLst>
          </a:prstGeom>
          <a:solidFill>
            <a:srgbClr val="1F7A5C"/>
          </a:solidFill>
          <a:ln w="19050">
            <a:solidFill>
              <a:srgbClr val="1F7A5C"/>
            </a:solidFill>
            <a:prstDash val="solid"/>
          </a:ln>
        </p:spPr>
      </p:sp>
      <p:sp>
        <p:nvSpPr>
          <p:cNvPr id="15" name="Text 11"/>
          <p:cNvSpPr txBox="1"/>
          <p:nvPr/>
        </p:nvSpPr>
        <p:spPr>
          <a:xfrm>
            <a:off x="960120" y="232257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6" name="Text 12"/>
          <p:cNvSpPr txBox="1"/>
          <p:nvPr/>
        </p:nvSpPr>
        <p:spPr>
          <a:xfrm>
            <a:off x="1417320" y="2267712"/>
            <a:ext cx="3840480" cy="384048"/>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Fakta sudah dicek ke sumber</a:t>
            </a:r>
            <a:endParaRPr lang="en-US" sz="1400" dirty="0"/>
          </a:p>
        </p:txBody>
      </p:sp>
      <p:sp>
        <p:nvSpPr>
          <p:cNvPr id="17" name="Shape 13"/>
          <p:cNvSpPr/>
          <p:nvPr/>
        </p:nvSpPr>
        <p:spPr>
          <a:xfrm>
            <a:off x="960120" y="2852928"/>
            <a:ext cx="274320" cy="274320"/>
          </a:xfrm>
          <a:prstGeom prst="roundRect">
            <a:avLst>
              <a:gd name="adj" fmla="val 16667"/>
            </a:avLst>
          </a:prstGeom>
          <a:solidFill>
            <a:srgbClr val="1F7A5C"/>
          </a:solidFill>
          <a:ln w="19050">
            <a:solidFill>
              <a:srgbClr val="1F7A5C"/>
            </a:solidFill>
            <a:prstDash val="solid"/>
          </a:ln>
        </p:spPr>
      </p:sp>
      <p:sp>
        <p:nvSpPr>
          <p:cNvPr id="18" name="Text 14"/>
          <p:cNvSpPr txBox="1"/>
          <p:nvPr/>
        </p:nvSpPr>
        <p:spPr>
          <a:xfrm>
            <a:off x="960120" y="28529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9" name="Text 15"/>
          <p:cNvSpPr txBox="1"/>
          <p:nvPr/>
        </p:nvSpPr>
        <p:spPr>
          <a:xfrm>
            <a:off x="1417320" y="2798064"/>
            <a:ext cx="3840480" cy="384048"/>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Dalil sudah diperiksa ustadz</a:t>
            </a:r>
            <a:endParaRPr lang="en-US" sz="1400" dirty="0"/>
          </a:p>
        </p:txBody>
      </p:sp>
      <p:sp>
        <p:nvSpPr>
          <p:cNvPr id="20" name="Shape 16"/>
          <p:cNvSpPr/>
          <p:nvPr/>
        </p:nvSpPr>
        <p:spPr>
          <a:xfrm>
            <a:off x="960120" y="3383280"/>
            <a:ext cx="274320" cy="274320"/>
          </a:xfrm>
          <a:prstGeom prst="roundRect">
            <a:avLst>
              <a:gd name="adj" fmla="val 16667"/>
            </a:avLst>
          </a:prstGeom>
          <a:solidFill>
            <a:srgbClr val="1F7A5C"/>
          </a:solidFill>
          <a:ln w="19050">
            <a:solidFill>
              <a:srgbClr val="1F7A5C"/>
            </a:solidFill>
            <a:prstDash val="solid"/>
          </a:ln>
        </p:spPr>
      </p:sp>
      <p:sp>
        <p:nvSpPr>
          <p:cNvPr id="21" name="Text 17"/>
          <p:cNvSpPr txBox="1"/>
          <p:nvPr/>
        </p:nvSpPr>
        <p:spPr>
          <a:xfrm>
            <a:off x="960120" y="338328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2" name="Text 18"/>
          <p:cNvSpPr txBox="1"/>
          <p:nvPr/>
        </p:nvSpPr>
        <p:spPr>
          <a:xfrm>
            <a:off x="1417320" y="3328416"/>
            <a:ext cx="3840480" cy="384048"/>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Setiap foto orang sudah diizinkan</a:t>
            </a:r>
            <a:endParaRPr lang="en-US" sz="1400" dirty="0"/>
          </a:p>
        </p:txBody>
      </p:sp>
      <p:sp>
        <p:nvSpPr>
          <p:cNvPr id="23" name="Shape 19"/>
          <p:cNvSpPr/>
          <p:nvPr/>
        </p:nvSpPr>
        <p:spPr>
          <a:xfrm>
            <a:off x="960120" y="3913632"/>
            <a:ext cx="274320" cy="274320"/>
          </a:xfrm>
          <a:prstGeom prst="roundRect">
            <a:avLst>
              <a:gd name="adj" fmla="val 16667"/>
            </a:avLst>
          </a:prstGeom>
          <a:solidFill>
            <a:srgbClr val="1F7A5C"/>
          </a:solidFill>
          <a:ln w="19050">
            <a:solidFill>
              <a:srgbClr val="1F7A5C"/>
            </a:solidFill>
            <a:prstDash val="solid"/>
          </a:ln>
        </p:spPr>
      </p:sp>
      <p:sp>
        <p:nvSpPr>
          <p:cNvPr id="24" name="Text 20"/>
          <p:cNvSpPr txBox="1"/>
          <p:nvPr/>
        </p:nvSpPr>
        <p:spPr>
          <a:xfrm>
            <a:off x="960120" y="391363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5" name="Text 21"/>
          <p:cNvSpPr txBox="1"/>
          <p:nvPr/>
        </p:nvSpPr>
        <p:spPr>
          <a:xfrm>
            <a:off x="1417320" y="3858768"/>
            <a:ext cx="3840480" cy="384048"/>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Nama narasumber ditulis dengan benar</a:t>
            </a:r>
            <a:endParaRPr lang="en-US" sz="1400" dirty="0"/>
          </a:p>
        </p:txBody>
      </p:sp>
      <p:sp>
        <p:nvSpPr>
          <p:cNvPr id="26" name="Text 2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27" name="Text 2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Periksa dalil dan izin foto</a:t>
            </a:r>
            <a:endParaRPr lang="en-US" sz="1800" dirty="0"/>
          </a:p>
        </p:txBody>
      </p:sp>
      <p:sp>
        <p:nvSpPr>
          <p:cNvPr id="28" name="Text 2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Jika ada ayat atau hadits, minta ustadz memeriksa. Pastikan setiap foto orang sudah mendapat izin.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Menata Halaman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Digital_Magazine_WU</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8"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39" name="Text 29"/>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0"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1" name="Text 30"/>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2"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3" name="Text 31"/>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4" name="Shape 32"/>
          <p:cNvSpPr/>
          <p:nvPr/>
        </p:nvSpPr>
        <p:spPr>
          <a:xfrm>
            <a:off x="1044976" y="1970285"/>
            <a:ext cx="4493727" cy="2025099"/>
          </a:xfrm>
          <a:prstGeom prst="rect">
            <a:avLst/>
          </a:prstGeom>
          <a:solidFill>
            <a:srgbClr val="EBECF0"/>
          </a:solidFill>
          <a:ln w="12700">
            <a:solidFill>
              <a:srgbClr val="EBECF0"/>
            </a:solidFill>
            <a:prstDash val="solid"/>
          </a:ln>
        </p:spPr>
      </p:sp>
      <p:sp>
        <p:nvSpPr>
          <p:cNvPr id="45" name="Shape 33"/>
          <p:cNvSpPr/>
          <p:nvPr/>
        </p:nvSpPr>
        <p:spPr>
          <a:xfrm>
            <a:off x="2737588" y="2317757"/>
            <a:ext cx="1108504" cy="1522179"/>
          </a:xfrm>
          <a:prstGeom prst="rect">
            <a:avLst/>
          </a:prstGeom>
          <a:solidFill>
            <a:srgbClr val="FFFFFF"/>
          </a:solidFill>
          <a:ln w="12700">
            <a:solidFill>
              <a:srgbClr val="FFFFFF"/>
            </a:solidFill>
            <a:prstDash val="solid"/>
          </a:ln>
        </p:spPr>
      </p:sp>
      <p:sp>
        <p:nvSpPr>
          <p:cNvPr id="46" name="Shape 34"/>
          <p:cNvSpPr/>
          <p:nvPr/>
        </p:nvSpPr>
        <p:spPr>
          <a:xfrm>
            <a:off x="2737588" y="2317757"/>
            <a:ext cx="1108504" cy="1522179"/>
          </a:xfrm>
          <a:prstGeom prst="rect">
            <a:avLst/>
          </a:prstGeom>
          <a:solidFill>
            <a:srgbClr val="FFFFFF"/>
          </a:solidFill>
          <a:ln w="12700">
            <a:solidFill>
              <a:srgbClr val="FFFFFF"/>
            </a:solidFill>
            <a:prstDash val="solid"/>
          </a:ln>
        </p:spPr>
      </p:sp>
      <p:sp>
        <p:nvSpPr>
          <p:cNvPr id="47" name="Shape 35"/>
          <p:cNvSpPr/>
          <p:nvPr/>
        </p:nvSpPr>
        <p:spPr>
          <a:xfrm>
            <a:off x="2737588" y="2317757"/>
            <a:ext cx="1108504" cy="136996"/>
          </a:xfrm>
          <a:prstGeom prst="rect">
            <a:avLst/>
          </a:prstGeom>
          <a:solidFill>
            <a:srgbClr val="0F4C3A"/>
          </a:solidFill>
          <a:ln w="12700">
            <a:solidFill>
              <a:srgbClr val="0F4C3A"/>
            </a:solidFill>
            <a:prstDash val="solid"/>
          </a:ln>
        </p:spPr>
      </p:sp>
      <p:sp>
        <p:nvSpPr>
          <p:cNvPr id="48" name="Text 36"/>
          <p:cNvSpPr txBox="1"/>
          <p:nvPr/>
        </p:nvSpPr>
        <p:spPr>
          <a:xfrm>
            <a:off x="2793013" y="2340590"/>
            <a:ext cx="665103" cy="91331"/>
          </a:xfrm>
          <a:prstGeom prst="rect">
            <a:avLst/>
          </a:prstGeom>
          <a:noFill/>
          <a:ln/>
        </p:spPr>
        <p:txBody>
          <a:bodyPr wrap="square" lIns="0" tIns="0" rIns="0" bIns="0" rtlCol="0" anchor="ctr"/>
          <a:lstStyle/>
          <a:p>
            <a:pPr algn="l" indent="0" marL="0">
              <a:buNone/>
            </a:pPr>
            <a:r>
              <a:rPr lang="en-US" sz="600" b="1" dirty="0">
                <a:solidFill>
                  <a:srgbClr val="D4A017"/>
                </a:solidFill>
                <a:latin typeface="Arial" pitchFamily="34" charset="0"/>
                <a:ea typeface="Arial" pitchFamily="34" charset="-122"/>
                <a:cs typeface="Arial" pitchFamily="34" charset="-120"/>
              </a:rPr>
              <a:t>PROFIL SANTRI</a:t>
            </a:r>
            <a:endParaRPr lang="en-US" sz="600" dirty="0"/>
          </a:p>
        </p:txBody>
      </p:sp>
      <p:sp>
        <p:nvSpPr>
          <p:cNvPr id="49" name="Text 37"/>
          <p:cNvSpPr txBox="1"/>
          <p:nvPr/>
        </p:nvSpPr>
        <p:spPr>
          <a:xfrm>
            <a:off x="2804098" y="2485197"/>
            <a:ext cx="975484" cy="182661"/>
          </a:xfrm>
          <a:prstGeom prst="rect">
            <a:avLst/>
          </a:prstGeom>
          <a:noFill/>
          <a:ln/>
        </p:spPr>
        <p:txBody>
          <a:bodyPr wrap="square" lIns="0" tIns="0" rIns="0" bIns="0" rtlCol="0" anchor="ctr"/>
          <a:lstStyle/>
          <a:p>
            <a:pPr algn="l" indent="0" marL="0">
              <a:buNone/>
            </a:pPr>
            <a:r>
              <a:rPr lang="en-US" sz="650" b="1" dirty="0">
                <a:solidFill>
                  <a:srgbClr val="0F4C3A"/>
                </a:solidFill>
                <a:latin typeface="Arial" pitchFamily="34" charset="0"/>
                <a:ea typeface="Arial" pitchFamily="34" charset="-122"/>
                <a:cs typeface="Arial" pitchFamily="34" charset="-120"/>
              </a:rPr>
              <a:t>Ahmad: Dari Poso Menuju Hafidz</a:t>
            </a:r>
            <a:endParaRPr lang="en-US" sz="650" dirty="0"/>
          </a:p>
        </p:txBody>
      </p:sp>
      <p:sp>
        <p:nvSpPr>
          <p:cNvPr id="50" name="Shape 38"/>
          <p:cNvSpPr/>
          <p:nvPr/>
        </p:nvSpPr>
        <p:spPr>
          <a:xfrm>
            <a:off x="2804098" y="2698302"/>
            <a:ext cx="975484" cy="456654"/>
          </a:xfrm>
          <a:prstGeom prst="rect">
            <a:avLst/>
          </a:prstGeom>
          <a:solidFill>
            <a:srgbClr val="A7CBEE"/>
          </a:solidFill>
          <a:ln w="12700">
            <a:solidFill>
              <a:srgbClr val="A7CBEE"/>
            </a:solidFill>
            <a:prstDash val="solid"/>
          </a:ln>
        </p:spPr>
      </p:sp>
      <p:sp>
        <p:nvSpPr>
          <p:cNvPr id="51" name="Shape 39"/>
          <p:cNvSpPr/>
          <p:nvPr/>
        </p:nvSpPr>
        <p:spPr>
          <a:xfrm>
            <a:off x="3438163" y="2753100"/>
            <a:ext cx="175587" cy="175587"/>
          </a:xfrm>
          <a:prstGeom prst="ellipse">
            <a:avLst/>
          </a:prstGeom>
          <a:solidFill>
            <a:srgbClr val="FBBC05"/>
          </a:solidFill>
          <a:ln/>
        </p:spPr>
      </p:sp>
      <p:sp>
        <p:nvSpPr>
          <p:cNvPr id="52" name="Shape 40"/>
          <p:cNvSpPr/>
          <p:nvPr/>
        </p:nvSpPr>
        <p:spPr>
          <a:xfrm>
            <a:off x="2882137" y="2880963"/>
            <a:ext cx="585290" cy="273992"/>
          </a:xfrm>
          <a:prstGeom prst="triangle">
            <a:avLst/>
          </a:prstGeom>
          <a:solidFill>
            <a:srgbClr val="34A853"/>
          </a:solidFill>
          <a:ln/>
        </p:spPr>
      </p:sp>
      <p:sp>
        <p:nvSpPr>
          <p:cNvPr id="53" name="Text 41"/>
          <p:cNvSpPr txBox="1"/>
          <p:nvPr/>
        </p:nvSpPr>
        <p:spPr>
          <a:xfrm>
            <a:off x="2804098" y="3200621"/>
            <a:ext cx="975484" cy="304436"/>
          </a:xfrm>
          <a:prstGeom prst="rect">
            <a:avLst/>
          </a:prstGeom>
          <a:noFill/>
          <a:ln/>
        </p:spPr>
        <p:txBody>
          <a:bodyPr wrap="square" lIns="0" tIns="0" rIns="0" bIns="0" rtlCol="0" anchor="ctr"/>
          <a:lstStyle/>
          <a:p>
            <a:pPr algn="l" indent="0" marL="0">
              <a:buNone/>
            </a:pPr>
            <a:r>
              <a:rPr lang="en-US" sz="550" dirty="0">
                <a:solidFill>
                  <a:srgbClr val="333333"/>
                </a:solidFill>
                <a:latin typeface="Arial" pitchFamily="34" charset="0"/>
                <a:ea typeface="Arial" pitchFamily="34" charset="-122"/>
                <a:cs typeface="Arial" pitchFamily="34" charset="-120"/>
              </a:rPr>
              <a:t>Ahmad adalah santri kelas 1 yang bercita-cita menjadi hafidz. Setiap hari ia murajaah setelah Subuh...</a:t>
            </a:r>
            <a:endParaRPr lang="en-US" sz="550" dirty="0"/>
          </a:p>
        </p:txBody>
      </p:sp>
      <p:sp>
        <p:nvSpPr>
          <p:cNvPr id="54" name="Text 42"/>
          <p:cNvSpPr txBox="1"/>
          <p:nvPr/>
        </p:nvSpPr>
        <p:spPr>
          <a:xfrm>
            <a:off x="3919244" y="2317757"/>
            <a:ext cx="822960" cy="182880"/>
          </a:xfrm>
          <a:prstGeom prst="rect">
            <a:avLst/>
          </a:prstGeom>
          <a:noFill/>
          <a:ln/>
        </p:spPr>
        <p:txBody>
          <a:bodyPr wrap="square" lIns="0" tIns="0" rIns="0" bIns="0" rtlCol="0" anchor="t"/>
          <a:lstStyle/>
          <a:p>
            <a:pPr indent="0" marL="0">
              <a:buNone/>
            </a:pPr>
            <a:r>
              <a:rPr lang="en-US" sz="650" dirty="0">
                <a:solidFill>
                  <a:srgbClr val="555555"/>
                </a:solidFill>
                <a:latin typeface="Calibri" pitchFamily="34" charset="0"/>
                <a:ea typeface="Calibri" pitchFamily="34" charset="-122"/>
                <a:cs typeface="Calibri" pitchFamily="34" charset="-120"/>
              </a:rPr>
              <a:t>Halaman 4 dari 8</a:t>
            </a:r>
            <a:endParaRPr lang="en-US" sz="650" dirty="0"/>
          </a:p>
        </p:txBody>
      </p:sp>
      <p:sp>
        <p:nvSpPr>
          <p:cNvPr id="55" name="Shape 43"/>
          <p:cNvSpPr/>
          <p:nvPr/>
        </p:nvSpPr>
        <p:spPr>
          <a:xfrm>
            <a:off x="2719300" y="2299469"/>
            <a:ext cx="1145080" cy="1558755"/>
          </a:xfrm>
          <a:prstGeom prst="roundRect">
            <a:avLst>
              <a:gd name="adj" fmla="val 3993"/>
            </a:avLst>
          </a:prstGeom>
          <a:solidFill>
            <a:srgbClr val="FFFFFF">
              <a:alpha val="0"/>
            </a:srgbClr>
          </a:solidFill>
          <a:ln w="31750">
            <a:solidFill>
              <a:srgbClr val="E53935"/>
            </a:solidFill>
            <a:prstDash val="solid"/>
          </a:ln>
        </p:spPr>
      </p:sp>
      <p:sp>
        <p:nvSpPr>
          <p:cNvPr id="56" name="Shape 44"/>
          <p:cNvSpPr/>
          <p:nvPr/>
        </p:nvSpPr>
        <p:spPr>
          <a:xfrm>
            <a:off x="3727220" y="2162309"/>
            <a:ext cx="274320" cy="274320"/>
          </a:xfrm>
          <a:prstGeom prst="ellipse">
            <a:avLst/>
          </a:prstGeom>
          <a:solidFill>
            <a:srgbClr val="E53935"/>
          </a:solidFill>
          <a:ln w="12700">
            <a:solidFill>
              <a:srgbClr val="FFFFFF"/>
            </a:solidFill>
            <a:prstDash val="solid"/>
          </a:ln>
        </p:spPr>
      </p:sp>
      <p:sp>
        <p:nvSpPr>
          <p:cNvPr id="57" name="Text 45"/>
          <p:cNvSpPr txBox="1"/>
          <p:nvPr/>
        </p:nvSpPr>
        <p:spPr>
          <a:xfrm>
            <a:off x="3727220" y="216230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8" name="Text 4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59" name="Text 4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desain majalah di Canva</a:t>
            </a:r>
            <a:endParaRPr lang="en-US" sz="1800" dirty="0"/>
          </a:p>
        </p:txBody>
      </p:sp>
      <p:sp>
        <p:nvSpPr>
          <p:cNvPr id="60" name="Text 4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Masuk Canva dengan akun pesantren. Buka desain Digital_Magazine_WU. Cari halaman rubrik kelompokmu.</a:t>
            </a:r>
            <a:endParaRPr lang="en-US" sz="1300" dirty="0"/>
          </a:p>
        </p:txBody>
      </p:sp>
      <p:sp>
        <p:nvSpPr>
          <p:cNvPr id="61" name="Shape 49"/>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62" name="Image 10" descr="preencoded.png">    </p:cNvPr>
          <p:cNvPicPr>
            <a:picLocks noChangeAspect="1"/>
          </p:cNvPicPr>
          <p:nvPr/>
        </p:nvPicPr>
        <p:blipFill>
          <a:blip r:embed="rId11"/>
          <a:stretch>
            <a:fillRect/>
          </a:stretch>
        </p:blipFill>
        <p:spPr>
          <a:xfrm>
            <a:off x="6108192" y="3721608"/>
            <a:ext cx="201168" cy="201168"/>
          </a:xfrm>
          <a:prstGeom prst="rect">
            <a:avLst/>
          </a:prstGeom>
        </p:spPr>
      </p:pic>
      <p:sp>
        <p:nvSpPr>
          <p:cNvPr id="63" name="Text 50"/>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Edit hanya halaman rubrikmu sendiri.</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Menata Halaman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Digital_Magazine_WU</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8"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39" name="Text 29"/>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0"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1" name="Text 30"/>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2"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3" name="Text 31"/>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4" name="Shape 32"/>
          <p:cNvSpPr/>
          <p:nvPr/>
        </p:nvSpPr>
        <p:spPr>
          <a:xfrm>
            <a:off x="1044976" y="1970285"/>
            <a:ext cx="4493727" cy="2025099"/>
          </a:xfrm>
          <a:prstGeom prst="rect">
            <a:avLst/>
          </a:prstGeom>
          <a:solidFill>
            <a:srgbClr val="EBECF0"/>
          </a:solidFill>
          <a:ln w="12700">
            <a:solidFill>
              <a:srgbClr val="EBECF0"/>
            </a:solidFill>
            <a:prstDash val="solid"/>
          </a:ln>
        </p:spPr>
      </p:sp>
      <p:sp>
        <p:nvSpPr>
          <p:cNvPr id="45" name="Shape 33"/>
          <p:cNvSpPr/>
          <p:nvPr/>
        </p:nvSpPr>
        <p:spPr>
          <a:xfrm>
            <a:off x="1136416" y="2025149"/>
            <a:ext cx="4310847" cy="219456"/>
          </a:xfrm>
          <a:prstGeom prst="roundRect">
            <a:avLst>
              <a:gd name="adj" fmla="val 16667"/>
            </a:avLst>
          </a:prstGeom>
          <a:solidFill>
            <a:srgbClr val="FFFFFF"/>
          </a:solidFill>
          <a:ln w="12700">
            <a:solidFill>
              <a:srgbClr val="FFFFFF"/>
            </a:solidFill>
            <a:prstDash val="solid"/>
          </a:ln>
        </p:spPr>
      </p:sp>
      <p:sp>
        <p:nvSpPr>
          <p:cNvPr id="46" name="Text 34"/>
          <p:cNvSpPr txBox="1"/>
          <p:nvPr/>
        </p:nvSpPr>
        <p:spPr>
          <a:xfrm>
            <a:off x="1182136" y="2043437"/>
            <a:ext cx="50292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Lato ▾</a:t>
            </a:r>
            <a:endParaRPr lang="en-US" sz="750" dirty="0"/>
          </a:p>
        </p:txBody>
      </p:sp>
      <p:sp>
        <p:nvSpPr>
          <p:cNvPr id="47" name="Text 35"/>
          <p:cNvSpPr txBox="1"/>
          <p:nvPr/>
        </p:nvSpPr>
        <p:spPr>
          <a:xfrm>
            <a:off x="1721632" y="2043437"/>
            <a:ext cx="27432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28</a:t>
            </a:r>
            <a:endParaRPr lang="en-US" sz="750" dirty="0"/>
          </a:p>
        </p:txBody>
      </p:sp>
      <p:sp>
        <p:nvSpPr>
          <p:cNvPr id="48" name="Text 36"/>
          <p:cNvSpPr txBox="1"/>
          <p:nvPr/>
        </p:nvSpPr>
        <p:spPr>
          <a:xfrm>
            <a:off x="2032528" y="2043437"/>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49" name="Text 37"/>
          <p:cNvSpPr txBox="1"/>
          <p:nvPr/>
        </p:nvSpPr>
        <p:spPr>
          <a:xfrm>
            <a:off x="2251984" y="2043437"/>
            <a:ext cx="182880" cy="182880"/>
          </a:xfrm>
          <a:prstGeom prst="rect">
            <a:avLst/>
          </a:prstGeom>
          <a:noFill/>
          <a:ln/>
        </p:spPr>
        <p:txBody>
          <a:bodyPr wrap="square" lIns="0" tIns="0" rIns="0" bIns="0" rtlCol="0" anchor="ctr"/>
          <a:lstStyle/>
          <a:p>
            <a:pPr algn="ctr" indent="0" marL="0">
              <a:buNone/>
            </a:pPr>
            <a:r>
              <a:rPr lang="en-US" sz="750" b="1" dirty="0">
                <a:solidFill>
                  <a:srgbClr val="222222"/>
                </a:solidFill>
                <a:latin typeface="Calibri" pitchFamily="34" charset="0"/>
                <a:ea typeface="Calibri" pitchFamily="34" charset="-122"/>
                <a:cs typeface="Calibri" pitchFamily="34" charset="-120"/>
              </a:rPr>
              <a:t>B</a:t>
            </a:r>
            <a:endParaRPr lang="en-US" sz="750" dirty="0"/>
          </a:p>
        </p:txBody>
      </p:sp>
      <p:sp>
        <p:nvSpPr>
          <p:cNvPr id="50" name="Text 38"/>
          <p:cNvSpPr txBox="1"/>
          <p:nvPr/>
        </p:nvSpPr>
        <p:spPr>
          <a:xfrm>
            <a:off x="2471440" y="2043437"/>
            <a:ext cx="18288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I</a:t>
            </a:r>
            <a:endParaRPr lang="en-US" sz="750" dirty="0"/>
          </a:p>
        </p:txBody>
      </p:sp>
      <p:sp>
        <p:nvSpPr>
          <p:cNvPr id="51" name="Text 39"/>
          <p:cNvSpPr txBox="1"/>
          <p:nvPr/>
        </p:nvSpPr>
        <p:spPr>
          <a:xfrm>
            <a:off x="2690896" y="2043437"/>
            <a:ext cx="18288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a:t>
            </a:r>
            <a:endParaRPr lang="en-US" sz="750" dirty="0"/>
          </a:p>
        </p:txBody>
      </p:sp>
      <p:sp>
        <p:nvSpPr>
          <p:cNvPr id="52" name="Text 40"/>
          <p:cNvSpPr txBox="1"/>
          <p:nvPr/>
        </p:nvSpPr>
        <p:spPr>
          <a:xfrm>
            <a:off x="2910352" y="2043437"/>
            <a:ext cx="50292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Position</a:t>
            </a:r>
            <a:endParaRPr lang="en-US" sz="750" dirty="0"/>
          </a:p>
        </p:txBody>
      </p:sp>
      <p:sp>
        <p:nvSpPr>
          <p:cNvPr id="53" name="Shape 41"/>
          <p:cNvSpPr/>
          <p:nvPr/>
        </p:nvSpPr>
        <p:spPr>
          <a:xfrm>
            <a:off x="2737588" y="2317757"/>
            <a:ext cx="1108504" cy="1522179"/>
          </a:xfrm>
          <a:prstGeom prst="rect">
            <a:avLst/>
          </a:prstGeom>
          <a:solidFill>
            <a:srgbClr val="FFFFFF"/>
          </a:solidFill>
          <a:ln w="12700">
            <a:solidFill>
              <a:srgbClr val="FFFFFF"/>
            </a:solidFill>
            <a:prstDash val="solid"/>
          </a:ln>
        </p:spPr>
      </p:sp>
      <p:sp>
        <p:nvSpPr>
          <p:cNvPr id="54" name="Shape 42"/>
          <p:cNvSpPr/>
          <p:nvPr/>
        </p:nvSpPr>
        <p:spPr>
          <a:xfrm>
            <a:off x="2737588" y="2317757"/>
            <a:ext cx="1108504" cy="1522179"/>
          </a:xfrm>
          <a:prstGeom prst="rect">
            <a:avLst/>
          </a:prstGeom>
          <a:solidFill>
            <a:srgbClr val="FFFFFF"/>
          </a:solidFill>
          <a:ln w="12700">
            <a:solidFill>
              <a:srgbClr val="FFFFFF"/>
            </a:solidFill>
            <a:prstDash val="solid"/>
          </a:ln>
        </p:spPr>
      </p:sp>
      <p:sp>
        <p:nvSpPr>
          <p:cNvPr id="55" name="Shape 43"/>
          <p:cNvSpPr/>
          <p:nvPr/>
        </p:nvSpPr>
        <p:spPr>
          <a:xfrm>
            <a:off x="2737588" y="2317757"/>
            <a:ext cx="1108504" cy="136996"/>
          </a:xfrm>
          <a:prstGeom prst="rect">
            <a:avLst/>
          </a:prstGeom>
          <a:solidFill>
            <a:srgbClr val="0F4C3A"/>
          </a:solidFill>
          <a:ln w="12700">
            <a:solidFill>
              <a:srgbClr val="0F4C3A"/>
            </a:solidFill>
            <a:prstDash val="solid"/>
          </a:ln>
        </p:spPr>
      </p:sp>
      <p:sp>
        <p:nvSpPr>
          <p:cNvPr id="56" name="Text 44"/>
          <p:cNvSpPr txBox="1"/>
          <p:nvPr/>
        </p:nvSpPr>
        <p:spPr>
          <a:xfrm>
            <a:off x="2793013" y="2340590"/>
            <a:ext cx="665103" cy="91331"/>
          </a:xfrm>
          <a:prstGeom prst="rect">
            <a:avLst/>
          </a:prstGeom>
          <a:noFill/>
          <a:ln/>
        </p:spPr>
        <p:txBody>
          <a:bodyPr wrap="square" lIns="0" tIns="0" rIns="0" bIns="0" rtlCol="0" anchor="ctr"/>
          <a:lstStyle/>
          <a:p>
            <a:pPr algn="l" indent="0" marL="0">
              <a:buNone/>
            </a:pPr>
            <a:r>
              <a:rPr lang="en-US" sz="600" b="1" dirty="0">
                <a:solidFill>
                  <a:srgbClr val="D4A017"/>
                </a:solidFill>
                <a:latin typeface="Arial" pitchFamily="34" charset="0"/>
                <a:ea typeface="Arial" pitchFamily="34" charset="-122"/>
                <a:cs typeface="Arial" pitchFamily="34" charset="-120"/>
              </a:rPr>
              <a:t>PROFIL SANTRI</a:t>
            </a:r>
            <a:endParaRPr lang="en-US" sz="600" dirty="0"/>
          </a:p>
        </p:txBody>
      </p:sp>
      <p:sp>
        <p:nvSpPr>
          <p:cNvPr id="57" name="Text 45"/>
          <p:cNvSpPr txBox="1"/>
          <p:nvPr/>
        </p:nvSpPr>
        <p:spPr>
          <a:xfrm>
            <a:off x="2804098" y="2485197"/>
            <a:ext cx="975484" cy="182661"/>
          </a:xfrm>
          <a:prstGeom prst="rect">
            <a:avLst/>
          </a:prstGeom>
          <a:noFill/>
          <a:ln/>
        </p:spPr>
        <p:txBody>
          <a:bodyPr wrap="square" lIns="0" tIns="0" rIns="0" bIns="0" rtlCol="0" anchor="ctr"/>
          <a:lstStyle/>
          <a:p>
            <a:pPr algn="l" indent="0" marL="0">
              <a:buNone/>
            </a:pPr>
            <a:r>
              <a:rPr lang="en-US" sz="650" b="1" dirty="0">
                <a:solidFill>
                  <a:srgbClr val="0F4C3A"/>
                </a:solidFill>
                <a:latin typeface="Arial" pitchFamily="34" charset="0"/>
                <a:ea typeface="Arial" pitchFamily="34" charset="-122"/>
                <a:cs typeface="Arial" pitchFamily="34" charset="-120"/>
              </a:rPr>
              <a:t>Ahmad: Dari Poso Menuju Hafidz</a:t>
            </a:r>
            <a:endParaRPr lang="en-US" sz="650" dirty="0"/>
          </a:p>
        </p:txBody>
      </p:sp>
      <p:sp>
        <p:nvSpPr>
          <p:cNvPr id="58" name="Shape 46"/>
          <p:cNvSpPr/>
          <p:nvPr/>
        </p:nvSpPr>
        <p:spPr>
          <a:xfrm>
            <a:off x="2785810" y="2466909"/>
            <a:ext cx="1012060" cy="219237"/>
          </a:xfrm>
          <a:prstGeom prst="rect">
            <a:avLst/>
          </a:prstGeom>
          <a:solidFill>
            <a:srgbClr val="FFFFFF">
              <a:alpha val="0"/>
            </a:srgbClr>
          </a:solidFill>
          <a:ln w="15240">
            <a:solidFill>
              <a:srgbClr val="8B3DFF"/>
            </a:solidFill>
            <a:prstDash val="solid"/>
          </a:ln>
        </p:spPr>
      </p:sp>
      <p:sp>
        <p:nvSpPr>
          <p:cNvPr id="59" name="Shape 47"/>
          <p:cNvSpPr/>
          <p:nvPr/>
        </p:nvSpPr>
        <p:spPr>
          <a:xfrm>
            <a:off x="2804098" y="2698302"/>
            <a:ext cx="975484" cy="456654"/>
          </a:xfrm>
          <a:prstGeom prst="rect">
            <a:avLst/>
          </a:prstGeom>
          <a:solidFill>
            <a:srgbClr val="A7CBEE"/>
          </a:solidFill>
          <a:ln w="12700">
            <a:solidFill>
              <a:srgbClr val="A7CBEE"/>
            </a:solidFill>
            <a:prstDash val="solid"/>
          </a:ln>
        </p:spPr>
      </p:sp>
      <p:sp>
        <p:nvSpPr>
          <p:cNvPr id="60" name="Shape 48"/>
          <p:cNvSpPr/>
          <p:nvPr/>
        </p:nvSpPr>
        <p:spPr>
          <a:xfrm>
            <a:off x="3438163" y="2753100"/>
            <a:ext cx="175587" cy="175587"/>
          </a:xfrm>
          <a:prstGeom prst="ellipse">
            <a:avLst/>
          </a:prstGeom>
          <a:solidFill>
            <a:srgbClr val="FBBC05"/>
          </a:solidFill>
          <a:ln/>
        </p:spPr>
      </p:sp>
      <p:sp>
        <p:nvSpPr>
          <p:cNvPr id="61" name="Shape 49"/>
          <p:cNvSpPr/>
          <p:nvPr/>
        </p:nvSpPr>
        <p:spPr>
          <a:xfrm>
            <a:off x="2882137" y="2880963"/>
            <a:ext cx="585290" cy="273992"/>
          </a:xfrm>
          <a:prstGeom prst="triangle">
            <a:avLst/>
          </a:prstGeom>
          <a:solidFill>
            <a:srgbClr val="34A853"/>
          </a:solidFill>
          <a:ln/>
        </p:spPr>
      </p:sp>
      <p:sp>
        <p:nvSpPr>
          <p:cNvPr id="62" name="Text 50"/>
          <p:cNvSpPr txBox="1"/>
          <p:nvPr/>
        </p:nvSpPr>
        <p:spPr>
          <a:xfrm>
            <a:off x="2804098" y="3200621"/>
            <a:ext cx="975484" cy="304436"/>
          </a:xfrm>
          <a:prstGeom prst="rect">
            <a:avLst/>
          </a:prstGeom>
          <a:noFill/>
          <a:ln/>
        </p:spPr>
        <p:txBody>
          <a:bodyPr wrap="square" lIns="0" tIns="0" rIns="0" bIns="0" rtlCol="0" anchor="ctr"/>
          <a:lstStyle/>
          <a:p>
            <a:pPr algn="l" indent="0" marL="0">
              <a:buNone/>
            </a:pPr>
            <a:r>
              <a:rPr lang="en-US" sz="550" dirty="0">
                <a:solidFill>
                  <a:srgbClr val="333333"/>
                </a:solidFill>
                <a:latin typeface="Arial" pitchFamily="34" charset="0"/>
                <a:ea typeface="Arial" pitchFamily="34" charset="-122"/>
                <a:cs typeface="Arial" pitchFamily="34" charset="-120"/>
              </a:rPr>
              <a:t>Ahmad adalah santri kelas 1 yang bercita-cita menjadi hafidz. Setiap hari ia murajaah setelah Subuh...</a:t>
            </a:r>
            <a:endParaRPr lang="en-US" sz="550" dirty="0"/>
          </a:p>
        </p:txBody>
      </p:sp>
      <p:sp>
        <p:nvSpPr>
          <p:cNvPr id="63" name="Text 51"/>
          <p:cNvSpPr txBox="1"/>
          <p:nvPr/>
        </p:nvSpPr>
        <p:spPr>
          <a:xfrm>
            <a:off x="3919244" y="2317757"/>
            <a:ext cx="822960" cy="182880"/>
          </a:xfrm>
          <a:prstGeom prst="rect">
            <a:avLst/>
          </a:prstGeom>
          <a:noFill/>
          <a:ln/>
        </p:spPr>
        <p:txBody>
          <a:bodyPr wrap="square" lIns="0" tIns="0" rIns="0" bIns="0" rtlCol="0" anchor="t"/>
          <a:lstStyle/>
          <a:p>
            <a:pPr indent="0" marL="0">
              <a:buNone/>
            </a:pPr>
            <a:r>
              <a:rPr lang="en-US" sz="650" dirty="0">
                <a:solidFill>
                  <a:srgbClr val="555555"/>
                </a:solidFill>
                <a:latin typeface="Calibri" pitchFamily="34" charset="0"/>
                <a:ea typeface="Calibri" pitchFamily="34" charset="-122"/>
                <a:cs typeface="Calibri" pitchFamily="34" charset="-120"/>
              </a:rPr>
              <a:t>Halaman 4 dari 8</a:t>
            </a:r>
            <a:endParaRPr lang="en-US" sz="650" dirty="0"/>
          </a:p>
        </p:txBody>
      </p:sp>
      <p:sp>
        <p:nvSpPr>
          <p:cNvPr id="64" name="Shape 52"/>
          <p:cNvSpPr/>
          <p:nvPr/>
        </p:nvSpPr>
        <p:spPr>
          <a:xfrm>
            <a:off x="2776666" y="2457765"/>
            <a:ext cx="1030348" cy="237525"/>
          </a:xfrm>
          <a:prstGeom prst="roundRect">
            <a:avLst>
              <a:gd name="adj" fmla="val 19249"/>
            </a:avLst>
          </a:prstGeom>
          <a:solidFill>
            <a:srgbClr val="FFFFFF">
              <a:alpha val="0"/>
            </a:srgbClr>
          </a:solidFill>
          <a:ln w="31750">
            <a:solidFill>
              <a:srgbClr val="E53935"/>
            </a:solidFill>
            <a:prstDash val="solid"/>
          </a:ln>
        </p:spPr>
      </p:sp>
      <p:sp>
        <p:nvSpPr>
          <p:cNvPr id="65" name="Shape 53"/>
          <p:cNvSpPr/>
          <p:nvPr/>
        </p:nvSpPr>
        <p:spPr>
          <a:xfrm>
            <a:off x="3669854" y="2320605"/>
            <a:ext cx="274320" cy="274320"/>
          </a:xfrm>
          <a:prstGeom prst="ellipse">
            <a:avLst/>
          </a:prstGeom>
          <a:solidFill>
            <a:srgbClr val="E53935"/>
          </a:solidFill>
          <a:ln w="12700">
            <a:solidFill>
              <a:srgbClr val="FFFFFF"/>
            </a:solidFill>
            <a:prstDash val="solid"/>
          </a:ln>
        </p:spPr>
      </p:sp>
      <p:sp>
        <p:nvSpPr>
          <p:cNvPr id="66" name="Text 54"/>
          <p:cNvSpPr txBox="1"/>
          <p:nvPr/>
        </p:nvSpPr>
        <p:spPr>
          <a:xfrm>
            <a:off x="3669854" y="23206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67" name="Image 10" descr="preencoded.png">    </p:cNvPr>
          <p:cNvPicPr>
            <a:picLocks noChangeAspect="1"/>
          </p:cNvPicPr>
          <p:nvPr/>
        </p:nvPicPr>
        <p:blipFill>
          <a:blip r:embed="rId11"/>
          <a:stretch>
            <a:fillRect/>
          </a:stretch>
        </p:blipFill>
        <p:spPr>
          <a:xfrm>
            <a:off x="3340614" y="2585661"/>
            <a:ext cx="237744" cy="237744"/>
          </a:xfrm>
          <a:prstGeom prst="rect">
            <a:avLst/>
          </a:prstGeom>
        </p:spPr>
      </p:pic>
      <p:sp>
        <p:nvSpPr>
          <p:cNvPr id="68" name="Text 5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69" name="Text 5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Ganti judul dan isi tulisan</a:t>
            </a:r>
            <a:endParaRPr lang="en-US" sz="1800" dirty="0"/>
          </a:p>
        </p:txBody>
      </p:sp>
      <p:sp>
        <p:nvSpPr>
          <p:cNvPr id="70" name="Text 5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dua kali kotak teks. Ganti dengan judul dan tulisan yang sudah disunting (salin dari Docs dengan Ctrl+C, Ctrl+V).</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Menata Halaman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Digital_Magazine_WU</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8"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39" name="Text 29"/>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sp>
        <p:nvSpPr>
          <p:cNvPr id="40" name="Shape 30"/>
          <p:cNvSpPr/>
          <p:nvPr/>
        </p:nvSpPr>
        <p:spPr>
          <a:xfrm>
            <a:off x="606064" y="3195581"/>
            <a:ext cx="420624" cy="347472"/>
          </a:xfrm>
          <a:prstGeom prst="roundRect">
            <a:avLst>
              <a:gd name="adj" fmla="val 10526"/>
            </a:avLst>
          </a:prstGeom>
          <a:solidFill>
            <a:srgbClr val="3A3B3E"/>
          </a:solidFill>
          <a:ln w="12700">
            <a:solidFill>
              <a:srgbClr val="3A3B3E"/>
            </a:solidFill>
            <a:prstDash val="solid"/>
          </a:ln>
        </p:spPr>
      </p:sp>
      <p:pic>
        <p:nvPicPr>
          <p:cNvPr id="41"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2" name="Text 31"/>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3"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4" name="Text 32"/>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5" name="Shape 33"/>
          <p:cNvSpPr/>
          <p:nvPr/>
        </p:nvSpPr>
        <p:spPr>
          <a:xfrm>
            <a:off x="1044976" y="1970285"/>
            <a:ext cx="1325880" cy="2025099"/>
          </a:xfrm>
          <a:prstGeom prst="rect">
            <a:avLst/>
          </a:prstGeom>
          <a:solidFill>
            <a:srgbClr val="FFFFFF"/>
          </a:solidFill>
          <a:ln w="6350">
            <a:solidFill>
              <a:srgbClr val="DDDDDD"/>
            </a:solidFill>
            <a:prstDash val="solid"/>
          </a:ln>
        </p:spPr>
      </p:sp>
      <p:sp>
        <p:nvSpPr>
          <p:cNvPr id="46" name="Shape 34"/>
          <p:cNvSpPr/>
          <p:nvPr/>
        </p:nvSpPr>
        <p:spPr>
          <a:xfrm>
            <a:off x="1136416" y="2080013"/>
            <a:ext cx="1143000" cy="256032"/>
          </a:xfrm>
          <a:prstGeom prst="roundRect">
            <a:avLst>
              <a:gd name="adj" fmla="val 17857"/>
            </a:avLst>
          </a:prstGeom>
          <a:solidFill>
            <a:srgbClr val="7D2AE8"/>
          </a:solidFill>
          <a:ln w="12700">
            <a:solidFill>
              <a:srgbClr val="7D2AE8"/>
            </a:solidFill>
            <a:prstDash val="solid"/>
          </a:ln>
        </p:spPr>
      </p:sp>
      <p:sp>
        <p:nvSpPr>
          <p:cNvPr id="47" name="Text 35"/>
          <p:cNvSpPr txBox="1"/>
          <p:nvPr/>
        </p:nvSpPr>
        <p:spPr>
          <a:xfrm>
            <a:off x="1136416" y="2080013"/>
            <a:ext cx="114300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Upload files</a:t>
            </a:r>
            <a:endParaRPr lang="en-US" sz="800" dirty="0"/>
          </a:p>
        </p:txBody>
      </p:sp>
      <p:sp>
        <p:nvSpPr>
          <p:cNvPr id="48" name="Shape 36"/>
          <p:cNvSpPr/>
          <p:nvPr/>
        </p:nvSpPr>
        <p:spPr>
          <a:xfrm>
            <a:off x="2370856" y="1970285"/>
            <a:ext cx="3167847" cy="2025099"/>
          </a:xfrm>
          <a:prstGeom prst="rect">
            <a:avLst/>
          </a:prstGeom>
          <a:solidFill>
            <a:srgbClr val="EBECF0"/>
          </a:solidFill>
          <a:ln w="12700">
            <a:solidFill>
              <a:srgbClr val="EBECF0"/>
            </a:solidFill>
            <a:prstDash val="solid"/>
          </a:ln>
        </p:spPr>
      </p:sp>
      <p:sp>
        <p:nvSpPr>
          <p:cNvPr id="49" name="Shape 37"/>
          <p:cNvSpPr/>
          <p:nvPr/>
        </p:nvSpPr>
        <p:spPr>
          <a:xfrm>
            <a:off x="3400528" y="2317757"/>
            <a:ext cx="1108504" cy="1522179"/>
          </a:xfrm>
          <a:prstGeom prst="rect">
            <a:avLst/>
          </a:prstGeom>
          <a:solidFill>
            <a:srgbClr val="FFFFFF"/>
          </a:solidFill>
          <a:ln w="12700">
            <a:solidFill>
              <a:srgbClr val="FFFFFF"/>
            </a:solidFill>
            <a:prstDash val="solid"/>
          </a:ln>
        </p:spPr>
      </p:sp>
      <p:sp>
        <p:nvSpPr>
          <p:cNvPr id="50" name="Shape 38"/>
          <p:cNvSpPr/>
          <p:nvPr/>
        </p:nvSpPr>
        <p:spPr>
          <a:xfrm>
            <a:off x="3400528" y="2317757"/>
            <a:ext cx="1108504" cy="1522179"/>
          </a:xfrm>
          <a:prstGeom prst="rect">
            <a:avLst/>
          </a:prstGeom>
          <a:solidFill>
            <a:srgbClr val="FFFFFF"/>
          </a:solidFill>
          <a:ln w="12700">
            <a:solidFill>
              <a:srgbClr val="FFFFFF"/>
            </a:solidFill>
            <a:prstDash val="solid"/>
          </a:ln>
        </p:spPr>
      </p:sp>
      <p:sp>
        <p:nvSpPr>
          <p:cNvPr id="51" name="Shape 39"/>
          <p:cNvSpPr/>
          <p:nvPr/>
        </p:nvSpPr>
        <p:spPr>
          <a:xfrm>
            <a:off x="3400528" y="2317757"/>
            <a:ext cx="1108504" cy="136996"/>
          </a:xfrm>
          <a:prstGeom prst="rect">
            <a:avLst/>
          </a:prstGeom>
          <a:solidFill>
            <a:srgbClr val="0F4C3A"/>
          </a:solidFill>
          <a:ln w="12700">
            <a:solidFill>
              <a:srgbClr val="0F4C3A"/>
            </a:solidFill>
            <a:prstDash val="solid"/>
          </a:ln>
        </p:spPr>
      </p:sp>
      <p:sp>
        <p:nvSpPr>
          <p:cNvPr id="52" name="Text 40"/>
          <p:cNvSpPr txBox="1"/>
          <p:nvPr/>
        </p:nvSpPr>
        <p:spPr>
          <a:xfrm>
            <a:off x="3455953" y="2340590"/>
            <a:ext cx="665103" cy="91331"/>
          </a:xfrm>
          <a:prstGeom prst="rect">
            <a:avLst/>
          </a:prstGeom>
          <a:noFill/>
          <a:ln/>
        </p:spPr>
        <p:txBody>
          <a:bodyPr wrap="square" lIns="0" tIns="0" rIns="0" bIns="0" rtlCol="0" anchor="ctr"/>
          <a:lstStyle/>
          <a:p>
            <a:pPr algn="l" indent="0" marL="0">
              <a:buNone/>
            </a:pPr>
            <a:r>
              <a:rPr lang="en-US" sz="600" b="1" dirty="0">
                <a:solidFill>
                  <a:srgbClr val="D4A017"/>
                </a:solidFill>
                <a:latin typeface="Arial" pitchFamily="34" charset="0"/>
                <a:ea typeface="Arial" pitchFamily="34" charset="-122"/>
                <a:cs typeface="Arial" pitchFamily="34" charset="-120"/>
              </a:rPr>
              <a:t>PROFIL SANTRI</a:t>
            </a:r>
            <a:endParaRPr lang="en-US" sz="600" dirty="0"/>
          </a:p>
        </p:txBody>
      </p:sp>
      <p:sp>
        <p:nvSpPr>
          <p:cNvPr id="53" name="Text 41"/>
          <p:cNvSpPr txBox="1"/>
          <p:nvPr/>
        </p:nvSpPr>
        <p:spPr>
          <a:xfrm>
            <a:off x="3467038" y="2485197"/>
            <a:ext cx="975484" cy="182661"/>
          </a:xfrm>
          <a:prstGeom prst="rect">
            <a:avLst/>
          </a:prstGeom>
          <a:noFill/>
          <a:ln/>
        </p:spPr>
        <p:txBody>
          <a:bodyPr wrap="square" lIns="0" tIns="0" rIns="0" bIns="0" rtlCol="0" anchor="ctr"/>
          <a:lstStyle/>
          <a:p>
            <a:pPr algn="l" indent="0" marL="0">
              <a:buNone/>
            </a:pPr>
            <a:r>
              <a:rPr lang="en-US" sz="650" b="1" dirty="0">
                <a:solidFill>
                  <a:srgbClr val="0F4C3A"/>
                </a:solidFill>
                <a:latin typeface="Arial" pitchFamily="34" charset="0"/>
                <a:ea typeface="Arial" pitchFamily="34" charset="-122"/>
                <a:cs typeface="Arial" pitchFamily="34" charset="-120"/>
              </a:rPr>
              <a:t>Ahmad: Dari Poso Menuju Hafidz</a:t>
            </a:r>
            <a:endParaRPr lang="en-US" sz="650" dirty="0"/>
          </a:p>
        </p:txBody>
      </p:sp>
      <p:sp>
        <p:nvSpPr>
          <p:cNvPr id="54" name="Shape 42"/>
          <p:cNvSpPr/>
          <p:nvPr/>
        </p:nvSpPr>
        <p:spPr>
          <a:xfrm>
            <a:off x="3467038" y="2698302"/>
            <a:ext cx="975484" cy="456654"/>
          </a:xfrm>
          <a:prstGeom prst="rect">
            <a:avLst/>
          </a:prstGeom>
          <a:solidFill>
            <a:srgbClr val="A7CBEE"/>
          </a:solidFill>
          <a:ln w="12700">
            <a:solidFill>
              <a:srgbClr val="A7CBEE"/>
            </a:solidFill>
            <a:prstDash val="solid"/>
          </a:ln>
        </p:spPr>
      </p:sp>
      <p:sp>
        <p:nvSpPr>
          <p:cNvPr id="55" name="Shape 43"/>
          <p:cNvSpPr/>
          <p:nvPr/>
        </p:nvSpPr>
        <p:spPr>
          <a:xfrm>
            <a:off x="4101103" y="2753100"/>
            <a:ext cx="175587" cy="175587"/>
          </a:xfrm>
          <a:prstGeom prst="ellipse">
            <a:avLst/>
          </a:prstGeom>
          <a:solidFill>
            <a:srgbClr val="FBBC05"/>
          </a:solidFill>
          <a:ln/>
        </p:spPr>
      </p:sp>
      <p:sp>
        <p:nvSpPr>
          <p:cNvPr id="56" name="Shape 44"/>
          <p:cNvSpPr/>
          <p:nvPr/>
        </p:nvSpPr>
        <p:spPr>
          <a:xfrm>
            <a:off x="3545077" y="2880963"/>
            <a:ext cx="585290" cy="273992"/>
          </a:xfrm>
          <a:prstGeom prst="triangle">
            <a:avLst/>
          </a:prstGeom>
          <a:solidFill>
            <a:srgbClr val="34A853"/>
          </a:solidFill>
          <a:ln/>
        </p:spPr>
      </p:sp>
      <p:sp>
        <p:nvSpPr>
          <p:cNvPr id="57" name="Shape 45"/>
          <p:cNvSpPr/>
          <p:nvPr/>
        </p:nvSpPr>
        <p:spPr>
          <a:xfrm>
            <a:off x="3448750" y="2680014"/>
            <a:ext cx="1012060" cy="493230"/>
          </a:xfrm>
          <a:prstGeom prst="rect">
            <a:avLst/>
          </a:prstGeom>
          <a:solidFill>
            <a:srgbClr val="FFFFFF">
              <a:alpha val="0"/>
            </a:srgbClr>
          </a:solidFill>
          <a:ln w="15240">
            <a:solidFill>
              <a:srgbClr val="8B3DFF"/>
            </a:solidFill>
            <a:prstDash val="solid"/>
          </a:ln>
        </p:spPr>
      </p:sp>
      <p:sp>
        <p:nvSpPr>
          <p:cNvPr id="58" name="Text 46"/>
          <p:cNvSpPr txBox="1"/>
          <p:nvPr/>
        </p:nvSpPr>
        <p:spPr>
          <a:xfrm>
            <a:off x="3467038" y="3200621"/>
            <a:ext cx="975484" cy="304436"/>
          </a:xfrm>
          <a:prstGeom prst="rect">
            <a:avLst/>
          </a:prstGeom>
          <a:noFill/>
          <a:ln/>
        </p:spPr>
        <p:txBody>
          <a:bodyPr wrap="square" lIns="0" tIns="0" rIns="0" bIns="0" rtlCol="0" anchor="ctr"/>
          <a:lstStyle/>
          <a:p>
            <a:pPr algn="l" indent="0" marL="0">
              <a:buNone/>
            </a:pPr>
            <a:r>
              <a:rPr lang="en-US" sz="550" dirty="0">
                <a:solidFill>
                  <a:srgbClr val="333333"/>
                </a:solidFill>
                <a:latin typeface="Arial" pitchFamily="34" charset="0"/>
                <a:ea typeface="Arial" pitchFamily="34" charset="-122"/>
                <a:cs typeface="Arial" pitchFamily="34" charset="-120"/>
              </a:rPr>
              <a:t>Ahmad adalah santri kelas 1 yang bercita-cita menjadi hafidz. Setiap hari ia murajaah setelah Subuh...</a:t>
            </a:r>
            <a:endParaRPr lang="en-US" sz="550" dirty="0"/>
          </a:p>
        </p:txBody>
      </p:sp>
      <p:sp>
        <p:nvSpPr>
          <p:cNvPr id="59" name="Text 47"/>
          <p:cNvSpPr txBox="1"/>
          <p:nvPr/>
        </p:nvSpPr>
        <p:spPr>
          <a:xfrm>
            <a:off x="4582184" y="2317757"/>
            <a:ext cx="822960" cy="182880"/>
          </a:xfrm>
          <a:prstGeom prst="rect">
            <a:avLst/>
          </a:prstGeom>
          <a:noFill/>
          <a:ln/>
        </p:spPr>
        <p:txBody>
          <a:bodyPr wrap="square" lIns="0" tIns="0" rIns="0" bIns="0" rtlCol="0" anchor="t"/>
          <a:lstStyle/>
          <a:p>
            <a:pPr indent="0" marL="0">
              <a:buNone/>
            </a:pPr>
            <a:r>
              <a:rPr lang="en-US" sz="650" dirty="0">
                <a:solidFill>
                  <a:srgbClr val="555555"/>
                </a:solidFill>
                <a:latin typeface="Calibri" pitchFamily="34" charset="0"/>
                <a:ea typeface="Calibri" pitchFamily="34" charset="-122"/>
                <a:cs typeface="Calibri" pitchFamily="34" charset="-120"/>
              </a:rPr>
              <a:t>Halaman 4 dari 8</a:t>
            </a:r>
            <a:endParaRPr lang="en-US" sz="650" dirty="0"/>
          </a:p>
        </p:txBody>
      </p:sp>
      <p:sp>
        <p:nvSpPr>
          <p:cNvPr id="60" name="Shape 48"/>
          <p:cNvSpPr/>
          <p:nvPr/>
        </p:nvSpPr>
        <p:spPr>
          <a:xfrm>
            <a:off x="1118128" y="2061725"/>
            <a:ext cx="1179576" cy="292608"/>
          </a:xfrm>
          <a:prstGeom prst="roundRect">
            <a:avLst>
              <a:gd name="adj" fmla="val 15625"/>
            </a:avLst>
          </a:prstGeom>
          <a:solidFill>
            <a:srgbClr val="FFFFFF">
              <a:alpha val="0"/>
            </a:srgbClr>
          </a:solidFill>
          <a:ln w="31750">
            <a:solidFill>
              <a:srgbClr val="E53935"/>
            </a:solidFill>
            <a:prstDash val="solid"/>
          </a:ln>
        </p:spPr>
      </p:sp>
      <p:sp>
        <p:nvSpPr>
          <p:cNvPr id="61" name="Shape 49"/>
          <p:cNvSpPr/>
          <p:nvPr/>
        </p:nvSpPr>
        <p:spPr>
          <a:xfrm>
            <a:off x="2160544" y="1924565"/>
            <a:ext cx="274320" cy="274320"/>
          </a:xfrm>
          <a:prstGeom prst="ellipse">
            <a:avLst/>
          </a:prstGeom>
          <a:solidFill>
            <a:srgbClr val="E53935"/>
          </a:solidFill>
          <a:ln w="12700">
            <a:solidFill>
              <a:srgbClr val="FFFFFF"/>
            </a:solidFill>
            <a:prstDash val="solid"/>
          </a:ln>
        </p:spPr>
      </p:sp>
      <p:sp>
        <p:nvSpPr>
          <p:cNvPr id="62" name="Text 50"/>
          <p:cNvSpPr txBox="1"/>
          <p:nvPr/>
        </p:nvSpPr>
        <p:spPr>
          <a:xfrm>
            <a:off x="2160544" y="19245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3" name="Image 10" descr="preencoded.png">    </p:cNvPr>
          <p:cNvPicPr>
            <a:picLocks noChangeAspect="1"/>
          </p:cNvPicPr>
          <p:nvPr/>
        </p:nvPicPr>
        <p:blipFill>
          <a:blip r:embed="rId11"/>
          <a:stretch>
            <a:fillRect/>
          </a:stretch>
        </p:blipFill>
        <p:spPr>
          <a:xfrm>
            <a:off x="1765066" y="2220831"/>
            <a:ext cx="237744" cy="237744"/>
          </a:xfrm>
          <a:prstGeom prst="rect">
            <a:avLst/>
          </a:prstGeom>
        </p:spPr>
      </p:pic>
      <p:sp>
        <p:nvSpPr>
          <p:cNvPr id="64" name="Shape 51"/>
          <p:cNvSpPr/>
          <p:nvPr/>
        </p:nvSpPr>
        <p:spPr>
          <a:xfrm>
            <a:off x="3439606" y="2670870"/>
            <a:ext cx="1030348" cy="511518"/>
          </a:xfrm>
          <a:prstGeom prst="roundRect">
            <a:avLst>
              <a:gd name="adj" fmla="val 8938"/>
            </a:avLst>
          </a:prstGeom>
          <a:solidFill>
            <a:srgbClr val="FFFFFF">
              <a:alpha val="0"/>
            </a:srgbClr>
          </a:solidFill>
          <a:ln w="31750">
            <a:solidFill>
              <a:srgbClr val="E53935"/>
            </a:solidFill>
            <a:prstDash val="solid"/>
          </a:ln>
        </p:spPr>
      </p:sp>
      <p:sp>
        <p:nvSpPr>
          <p:cNvPr id="65" name="Shape 52"/>
          <p:cNvSpPr/>
          <p:nvPr/>
        </p:nvSpPr>
        <p:spPr>
          <a:xfrm>
            <a:off x="4332794" y="2533710"/>
            <a:ext cx="274320" cy="274320"/>
          </a:xfrm>
          <a:prstGeom prst="ellipse">
            <a:avLst/>
          </a:prstGeom>
          <a:solidFill>
            <a:srgbClr val="E53935"/>
          </a:solidFill>
          <a:ln w="12700">
            <a:solidFill>
              <a:srgbClr val="FFFFFF"/>
            </a:solidFill>
            <a:prstDash val="solid"/>
          </a:ln>
        </p:spPr>
      </p:sp>
      <p:sp>
        <p:nvSpPr>
          <p:cNvPr id="66" name="Text 53"/>
          <p:cNvSpPr txBox="1"/>
          <p:nvPr/>
        </p:nvSpPr>
        <p:spPr>
          <a:xfrm>
            <a:off x="4332794" y="253371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7" name="Image 11" descr="preencoded.png">    </p:cNvPr>
          <p:cNvPicPr>
            <a:picLocks noChangeAspect="1"/>
          </p:cNvPicPr>
          <p:nvPr/>
        </p:nvPicPr>
        <p:blipFill>
          <a:blip r:embed="rId12"/>
          <a:stretch>
            <a:fillRect/>
          </a:stretch>
        </p:blipFill>
        <p:spPr>
          <a:xfrm>
            <a:off x="4003554" y="2949461"/>
            <a:ext cx="237744" cy="237744"/>
          </a:xfrm>
          <a:prstGeom prst="rect">
            <a:avLst/>
          </a:prstGeom>
        </p:spPr>
      </p:pic>
      <p:sp>
        <p:nvSpPr>
          <p:cNvPr id="68" name="Text 5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69" name="Text 5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Ganti foto utama</a:t>
            </a:r>
            <a:endParaRPr lang="en-US" sz="1800" dirty="0"/>
          </a:p>
        </p:txBody>
      </p:sp>
      <p:sp>
        <p:nvSpPr>
          <p:cNvPr id="70" name="Text 5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Uploads › Upload files, pilih foto dari folder rubrik. Seret foto ke kotak foto di halaman.</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QR Code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 - Google Drive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drive.google.com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Drive</a:t>
            </a:r>
            <a:endParaRPr lang="en-US" sz="1000" dirty="0"/>
          </a:p>
        </p:txBody>
      </p:sp>
      <p:sp>
        <p:nvSpPr>
          <p:cNvPr id="30" name="Shape 22"/>
          <p:cNvSpPr/>
          <p:nvPr/>
        </p:nvSpPr>
        <p:spPr>
          <a:xfrm>
            <a:off x="5218664" y="1732541"/>
            <a:ext cx="219456" cy="219456"/>
          </a:xfrm>
          <a:prstGeom prst="ellipse">
            <a:avLst/>
          </a:prstGeom>
          <a:solidFill>
            <a:srgbClr val="1F7A5C"/>
          </a:solidFill>
          <a:ln/>
        </p:spPr>
      </p:sp>
      <p:sp>
        <p:nvSpPr>
          <p:cNvPr id="31" name="Text 23"/>
          <p:cNvSpPr txBox="1"/>
          <p:nvPr/>
        </p:nvSpPr>
        <p:spPr>
          <a:xfrm>
            <a:off x="5218664" y="1732541"/>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p>
        </p:txBody>
      </p:sp>
      <p:sp>
        <p:nvSpPr>
          <p:cNvPr id="32" name="Shape 24"/>
          <p:cNvSpPr/>
          <p:nvPr/>
        </p:nvSpPr>
        <p:spPr>
          <a:xfrm>
            <a:off x="697504" y="2061725"/>
            <a:ext cx="685800" cy="292608"/>
          </a:xfrm>
          <a:prstGeom prst="roundRect">
            <a:avLst>
              <a:gd name="adj" fmla="val 25000"/>
            </a:avLst>
          </a:prstGeom>
          <a:solidFill>
            <a:srgbClr val="FFFFFF"/>
          </a:solidFill>
          <a:ln w="9525">
            <a:solidFill>
              <a:srgbClr val="CCCCCC"/>
            </a:solidFill>
            <a:prstDash val="solid"/>
          </a:ln>
        </p:spPr>
      </p:sp>
      <p:sp>
        <p:nvSpPr>
          <p:cNvPr id="33" name="Text 25"/>
          <p:cNvSpPr txBox="1"/>
          <p:nvPr/>
        </p:nvSpPr>
        <p:spPr>
          <a:xfrm>
            <a:off x="697504" y="2061725"/>
            <a:ext cx="685800" cy="292608"/>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  New</a:t>
            </a:r>
            <a:endParaRPr lang="en-US" sz="900" dirty="0"/>
          </a:p>
        </p:txBody>
      </p:sp>
      <p:sp>
        <p:nvSpPr>
          <p:cNvPr id="34" name="Shape 26"/>
          <p:cNvSpPr/>
          <p:nvPr/>
        </p:nvSpPr>
        <p:spPr>
          <a:xfrm>
            <a:off x="660928" y="2464061"/>
            <a:ext cx="960120" cy="201168"/>
          </a:xfrm>
          <a:prstGeom prst="roundRect">
            <a:avLst>
              <a:gd name="adj" fmla="val 45455"/>
            </a:avLst>
          </a:prstGeom>
          <a:solidFill>
            <a:srgbClr val="C2E7FF"/>
          </a:solidFill>
          <a:ln w="12700">
            <a:solidFill>
              <a:srgbClr val="C2E7FF"/>
            </a:solidFill>
            <a:prstDash val="solid"/>
          </a:ln>
        </p:spPr>
      </p:sp>
      <p:sp>
        <p:nvSpPr>
          <p:cNvPr id="35" name="Text 27"/>
          <p:cNvSpPr txBox="1"/>
          <p:nvPr/>
        </p:nvSpPr>
        <p:spPr>
          <a:xfrm>
            <a:off x="752368" y="24640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a:t>
            </a:r>
            <a:endParaRPr lang="en-US" sz="750" dirty="0"/>
          </a:p>
        </p:txBody>
      </p:sp>
      <p:sp>
        <p:nvSpPr>
          <p:cNvPr id="36" name="Text 28"/>
          <p:cNvSpPr txBox="1"/>
          <p:nvPr/>
        </p:nvSpPr>
        <p:spPr>
          <a:xfrm>
            <a:off x="752368" y="26926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Shared with me</a:t>
            </a:r>
            <a:endParaRPr lang="en-US" sz="750" dirty="0"/>
          </a:p>
        </p:txBody>
      </p:sp>
      <p:sp>
        <p:nvSpPr>
          <p:cNvPr id="37" name="Text 29"/>
          <p:cNvSpPr txBox="1"/>
          <p:nvPr/>
        </p:nvSpPr>
        <p:spPr>
          <a:xfrm>
            <a:off x="752368" y="29212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Recent</a:t>
            </a:r>
            <a:endParaRPr lang="en-US" sz="750" dirty="0"/>
          </a:p>
        </p:txBody>
      </p:sp>
      <p:sp>
        <p:nvSpPr>
          <p:cNvPr id="38" name="Text 30"/>
          <p:cNvSpPr txBox="1"/>
          <p:nvPr/>
        </p:nvSpPr>
        <p:spPr>
          <a:xfrm>
            <a:off x="752368" y="31498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Trash</a:t>
            </a:r>
            <a:endParaRPr lang="en-US" sz="750" dirty="0"/>
          </a:p>
        </p:txBody>
      </p:sp>
      <p:sp>
        <p:nvSpPr>
          <p:cNvPr id="39" name="Text 31"/>
          <p:cNvSpPr txBox="1"/>
          <p:nvPr/>
        </p:nvSpPr>
        <p:spPr>
          <a:xfrm>
            <a:off x="679216" y="3721064"/>
            <a:ext cx="1188720" cy="18288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Storage: 1 GB of 15 GB used</a:t>
            </a:r>
            <a:endParaRPr lang="en-US" sz="600" dirty="0"/>
          </a:p>
        </p:txBody>
      </p:sp>
      <p:sp>
        <p:nvSpPr>
          <p:cNvPr id="40" name="Text 32"/>
          <p:cNvSpPr txBox="1"/>
          <p:nvPr/>
        </p:nvSpPr>
        <p:spPr>
          <a:xfrm>
            <a:off x="1730776" y="2061725"/>
            <a:ext cx="3670767" cy="27432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My Drive  ›  Majalah_WU  ›  6_Pojok_Multimedia</a:t>
            </a:r>
            <a:endParaRPr lang="en-US" sz="1200" dirty="0"/>
          </a:p>
        </p:txBody>
      </p:sp>
      <p:sp>
        <p:nvSpPr>
          <p:cNvPr id="41" name="Text 33"/>
          <p:cNvSpPr txBox="1"/>
          <p:nvPr/>
        </p:nvSpPr>
        <p:spPr>
          <a:xfrm>
            <a:off x="1730776" y="2400053"/>
            <a:ext cx="1828800" cy="182880"/>
          </a:xfrm>
          <a:prstGeom prst="rect">
            <a:avLst/>
          </a:prstGeom>
          <a:noFill/>
          <a:ln/>
        </p:spPr>
        <p:txBody>
          <a:bodyPr wrap="square" lIns="0" tIns="0" rIns="0" bIns="0" rtlCol="0" anchor="t"/>
          <a:lstStyle/>
          <a:p>
            <a:pPr indent="0" marL="0">
              <a:buNone/>
            </a:pPr>
            <a:r>
              <a:rPr lang="en-US" sz="700" b="1" dirty="0">
                <a:solidFill>
                  <a:srgbClr val="555555"/>
                </a:solidFill>
                <a:latin typeface="Calibri" pitchFamily="34" charset="0"/>
                <a:ea typeface="Calibri" pitchFamily="34" charset="-122"/>
                <a:cs typeface="Calibri" pitchFamily="34" charset="-120"/>
              </a:rPr>
              <a:t>Name</a:t>
            </a:r>
            <a:endParaRPr lang="en-US" sz="700" dirty="0"/>
          </a:p>
        </p:txBody>
      </p:sp>
      <p:sp>
        <p:nvSpPr>
          <p:cNvPr id="42" name="Shape 34"/>
          <p:cNvSpPr/>
          <p:nvPr/>
        </p:nvSpPr>
        <p:spPr>
          <a:xfrm>
            <a:off x="1730776" y="2592077"/>
            <a:ext cx="3670767" cy="0"/>
          </a:xfrm>
          <a:prstGeom prst="line">
            <a:avLst/>
          </a:prstGeom>
          <a:noFill/>
          <a:ln w="6350">
            <a:solidFill>
              <a:srgbClr val="DDDDDD"/>
            </a:solidFill>
            <a:prstDash val="solid"/>
          </a:ln>
        </p:spPr>
      </p:sp>
      <p:sp>
        <p:nvSpPr>
          <p:cNvPr id="43" name="Shape 35"/>
          <p:cNvSpPr/>
          <p:nvPr/>
        </p:nvSpPr>
        <p:spPr>
          <a:xfrm>
            <a:off x="1730776" y="2628653"/>
            <a:ext cx="3670767" cy="228600"/>
          </a:xfrm>
          <a:prstGeom prst="roundRect">
            <a:avLst>
              <a:gd name="adj" fmla="val 16000"/>
            </a:avLst>
          </a:prstGeom>
          <a:solidFill>
            <a:srgbClr val="C2E7FF"/>
          </a:solidFill>
          <a:ln w="12700">
            <a:solidFill>
              <a:srgbClr val="C2E7FF"/>
            </a:solidFill>
            <a:prstDash val="solid"/>
          </a:ln>
        </p:spPr>
      </p:sp>
      <p:pic>
        <p:nvPicPr>
          <p:cNvPr id="44" name="Image 6" descr="preencoded.png">    </p:cNvPr>
          <p:cNvPicPr>
            <a:picLocks noChangeAspect="1"/>
          </p:cNvPicPr>
          <p:nvPr/>
        </p:nvPicPr>
        <p:blipFill>
          <a:blip r:embed="rId7"/>
          <a:stretch>
            <a:fillRect/>
          </a:stretch>
        </p:blipFill>
        <p:spPr>
          <a:xfrm>
            <a:off x="1776496" y="2674373"/>
            <a:ext cx="137160" cy="137160"/>
          </a:xfrm>
          <a:prstGeom prst="rect">
            <a:avLst/>
          </a:prstGeom>
        </p:spPr>
      </p:pic>
      <p:sp>
        <p:nvSpPr>
          <p:cNvPr id="45" name="Text 36"/>
          <p:cNvSpPr txBox="1"/>
          <p:nvPr/>
        </p:nvSpPr>
        <p:spPr>
          <a:xfrm>
            <a:off x="2005096" y="2628653"/>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Nasihat1Menit_Ahmad.mp3</a:t>
            </a:r>
            <a:endParaRPr lang="en-US" sz="800" dirty="0"/>
          </a:p>
        </p:txBody>
      </p:sp>
      <p:pic>
        <p:nvPicPr>
          <p:cNvPr id="46" name="Image 7" descr="preencoded.png">    </p:cNvPr>
          <p:cNvPicPr>
            <a:picLocks noChangeAspect="1"/>
          </p:cNvPicPr>
          <p:nvPr/>
        </p:nvPicPr>
        <p:blipFill>
          <a:blip r:embed="rId8"/>
          <a:stretch>
            <a:fillRect/>
          </a:stretch>
        </p:blipFill>
        <p:spPr>
          <a:xfrm>
            <a:off x="1776496" y="2921261"/>
            <a:ext cx="137160" cy="137160"/>
          </a:xfrm>
          <a:prstGeom prst="rect">
            <a:avLst/>
          </a:prstGeom>
        </p:spPr>
      </p:pic>
      <p:sp>
        <p:nvSpPr>
          <p:cNvPr id="47" name="Text 37"/>
          <p:cNvSpPr txBox="1"/>
          <p:nvPr/>
        </p:nvSpPr>
        <p:spPr>
          <a:xfrm>
            <a:off x="2005096" y="2875541"/>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Video_Adab_Kelompok_1.mp4</a:t>
            </a:r>
            <a:endParaRPr lang="en-US" sz="800" dirty="0"/>
          </a:p>
        </p:txBody>
      </p:sp>
      <p:sp>
        <p:nvSpPr>
          <p:cNvPr id="48" name="Shape 38"/>
          <p:cNvSpPr/>
          <p:nvPr/>
        </p:nvSpPr>
        <p:spPr>
          <a:xfrm>
            <a:off x="3193816" y="2765813"/>
            <a:ext cx="1234440" cy="1664208"/>
          </a:xfrm>
          <a:prstGeom prst="rect">
            <a:avLst/>
          </a:prstGeom>
          <a:solidFill>
            <a:srgbClr val="FFFFFF"/>
          </a:solidFill>
          <a:ln w="9525">
            <a:solidFill>
              <a:srgbClr val="AAAAAA"/>
            </a:solidFill>
            <a:prstDash val="solid"/>
          </a:ln>
        </p:spPr>
      </p:sp>
      <p:sp>
        <p:nvSpPr>
          <p:cNvPr id="49" name="Text 39"/>
          <p:cNvSpPr txBox="1"/>
          <p:nvPr/>
        </p:nvSpPr>
        <p:spPr>
          <a:xfrm>
            <a:off x="3303544" y="2793245"/>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Open with   ›</a:t>
            </a:r>
            <a:endParaRPr lang="en-US" sz="800" dirty="0"/>
          </a:p>
        </p:txBody>
      </p:sp>
      <p:sp>
        <p:nvSpPr>
          <p:cNvPr id="50" name="Text 40"/>
          <p:cNvSpPr txBox="1"/>
          <p:nvPr/>
        </p:nvSpPr>
        <p:spPr>
          <a:xfrm>
            <a:off x="3303544" y="2994413"/>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Download</a:t>
            </a:r>
            <a:endParaRPr lang="en-US" sz="800" dirty="0"/>
          </a:p>
        </p:txBody>
      </p:sp>
      <p:sp>
        <p:nvSpPr>
          <p:cNvPr id="51" name="Text 41"/>
          <p:cNvSpPr txBox="1"/>
          <p:nvPr/>
        </p:nvSpPr>
        <p:spPr>
          <a:xfrm>
            <a:off x="3303544" y="3195581"/>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Rename</a:t>
            </a:r>
            <a:endParaRPr lang="en-US" sz="800" dirty="0"/>
          </a:p>
        </p:txBody>
      </p:sp>
      <p:sp>
        <p:nvSpPr>
          <p:cNvPr id="52" name="Shape 42"/>
          <p:cNvSpPr/>
          <p:nvPr/>
        </p:nvSpPr>
        <p:spPr>
          <a:xfrm>
            <a:off x="3230392" y="3488189"/>
            <a:ext cx="1161288" cy="0"/>
          </a:xfrm>
          <a:prstGeom prst="line">
            <a:avLst/>
          </a:prstGeom>
          <a:noFill/>
          <a:ln w="6350">
            <a:solidFill>
              <a:srgbClr val="DDDDDD"/>
            </a:solidFill>
            <a:prstDash val="solid"/>
          </a:ln>
        </p:spPr>
      </p:sp>
      <p:sp>
        <p:nvSpPr>
          <p:cNvPr id="53" name="Text 43"/>
          <p:cNvSpPr txBox="1"/>
          <p:nvPr/>
        </p:nvSpPr>
        <p:spPr>
          <a:xfrm>
            <a:off x="3303544" y="3597917"/>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Share          ›</a:t>
            </a:r>
            <a:endParaRPr lang="en-US" sz="800" dirty="0"/>
          </a:p>
        </p:txBody>
      </p:sp>
      <p:sp>
        <p:nvSpPr>
          <p:cNvPr id="54" name="Text 44"/>
          <p:cNvSpPr txBox="1"/>
          <p:nvPr/>
        </p:nvSpPr>
        <p:spPr>
          <a:xfrm>
            <a:off x="3303544" y="3799085"/>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Organize    ›</a:t>
            </a:r>
            <a:endParaRPr lang="en-US" sz="800" dirty="0"/>
          </a:p>
        </p:txBody>
      </p:sp>
      <p:sp>
        <p:nvSpPr>
          <p:cNvPr id="55" name="Shape 45"/>
          <p:cNvSpPr/>
          <p:nvPr/>
        </p:nvSpPr>
        <p:spPr>
          <a:xfrm>
            <a:off x="3230392" y="4091693"/>
            <a:ext cx="1161288" cy="0"/>
          </a:xfrm>
          <a:prstGeom prst="line">
            <a:avLst/>
          </a:prstGeom>
          <a:noFill/>
          <a:ln w="6350">
            <a:solidFill>
              <a:srgbClr val="DDDDDD"/>
            </a:solidFill>
            <a:prstDash val="solid"/>
          </a:ln>
        </p:spPr>
      </p:sp>
      <p:sp>
        <p:nvSpPr>
          <p:cNvPr id="56" name="Text 46"/>
          <p:cNvSpPr txBox="1"/>
          <p:nvPr/>
        </p:nvSpPr>
        <p:spPr>
          <a:xfrm>
            <a:off x="3303544" y="4201421"/>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Move to trash</a:t>
            </a:r>
            <a:endParaRPr lang="en-US" sz="800" dirty="0"/>
          </a:p>
        </p:txBody>
      </p:sp>
      <p:sp>
        <p:nvSpPr>
          <p:cNvPr id="57" name="Shape 47"/>
          <p:cNvSpPr/>
          <p:nvPr/>
        </p:nvSpPr>
        <p:spPr>
          <a:xfrm>
            <a:off x="4428256" y="3597917"/>
            <a:ext cx="822960" cy="457200"/>
          </a:xfrm>
          <a:prstGeom prst="rect">
            <a:avLst/>
          </a:prstGeom>
          <a:solidFill>
            <a:srgbClr val="FFFFFF"/>
          </a:solidFill>
          <a:ln w="9525">
            <a:solidFill>
              <a:srgbClr val="AAAAAA"/>
            </a:solidFill>
            <a:prstDash val="solid"/>
          </a:ln>
        </p:spPr>
      </p:sp>
      <p:sp>
        <p:nvSpPr>
          <p:cNvPr id="58" name="Text 48"/>
          <p:cNvSpPr txBox="1"/>
          <p:nvPr/>
        </p:nvSpPr>
        <p:spPr>
          <a:xfrm>
            <a:off x="4537984" y="3625349"/>
            <a:ext cx="6583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Share</a:t>
            </a:r>
            <a:endParaRPr lang="en-US" sz="800" dirty="0"/>
          </a:p>
        </p:txBody>
      </p:sp>
      <p:sp>
        <p:nvSpPr>
          <p:cNvPr id="59" name="Text 49"/>
          <p:cNvSpPr txBox="1"/>
          <p:nvPr/>
        </p:nvSpPr>
        <p:spPr>
          <a:xfrm>
            <a:off x="4537984" y="3826517"/>
            <a:ext cx="6583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Copy link</a:t>
            </a:r>
            <a:endParaRPr lang="en-US" sz="800" dirty="0"/>
          </a:p>
        </p:txBody>
      </p:sp>
      <p:sp>
        <p:nvSpPr>
          <p:cNvPr id="60" name="Shape 50"/>
          <p:cNvSpPr/>
          <p:nvPr/>
        </p:nvSpPr>
        <p:spPr>
          <a:xfrm>
            <a:off x="3212104" y="3579629"/>
            <a:ext cx="1197864" cy="228600"/>
          </a:xfrm>
          <a:prstGeom prst="roundRect">
            <a:avLst>
              <a:gd name="adj" fmla="val 20000"/>
            </a:avLst>
          </a:prstGeom>
          <a:solidFill>
            <a:srgbClr val="FFFFFF">
              <a:alpha val="0"/>
            </a:srgbClr>
          </a:solidFill>
          <a:ln w="31750">
            <a:solidFill>
              <a:srgbClr val="E53935"/>
            </a:solidFill>
            <a:prstDash val="solid"/>
          </a:ln>
        </p:spPr>
      </p:sp>
      <p:sp>
        <p:nvSpPr>
          <p:cNvPr id="61" name="Shape 51"/>
          <p:cNvSpPr/>
          <p:nvPr/>
        </p:nvSpPr>
        <p:spPr>
          <a:xfrm>
            <a:off x="4272808" y="3442469"/>
            <a:ext cx="274320" cy="274320"/>
          </a:xfrm>
          <a:prstGeom prst="ellipse">
            <a:avLst/>
          </a:prstGeom>
          <a:solidFill>
            <a:srgbClr val="E53935"/>
          </a:solidFill>
          <a:ln w="12700">
            <a:solidFill>
              <a:srgbClr val="FFFFFF"/>
            </a:solidFill>
            <a:prstDash val="solid"/>
          </a:ln>
        </p:spPr>
      </p:sp>
      <p:sp>
        <p:nvSpPr>
          <p:cNvPr id="62" name="Text 52"/>
          <p:cNvSpPr txBox="1"/>
          <p:nvPr/>
        </p:nvSpPr>
        <p:spPr>
          <a:xfrm>
            <a:off x="4272808" y="344246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3" name="Image 8" descr="preencoded.png">    </p:cNvPr>
          <p:cNvPicPr>
            <a:picLocks noChangeAspect="1"/>
          </p:cNvPicPr>
          <p:nvPr/>
        </p:nvPicPr>
        <p:blipFill>
          <a:blip r:embed="rId9"/>
          <a:stretch>
            <a:fillRect/>
          </a:stretch>
        </p:blipFill>
        <p:spPr>
          <a:xfrm>
            <a:off x="3869101" y="3703530"/>
            <a:ext cx="237744" cy="237744"/>
          </a:xfrm>
          <a:prstGeom prst="rect">
            <a:avLst/>
          </a:prstGeom>
        </p:spPr>
      </p:pic>
      <p:sp>
        <p:nvSpPr>
          <p:cNvPr id="64" name="Shape 53"/>
          <p:cNvSpPr/>
          <p:nvPr/>
        </p:nvSpPr>
        <p:spPr>
          <a:xfrm>
            <a:off x="4446544" y="3808229"/>
            <a:ext cx="786384" cy="228600"/>
          </a:xfrm>
          <a:prstGeom prst="roundRect">
            <a:avLst>
              <a:gd name="adj" fmla="val 20000"/>
            </a:avLst>
          </a:prstGeom>
          <a:solidFill>
            <a:srgbClr val="FFFFFF">
              <a:alpha val="0"/>
            </a:srgbClr>
          </a:solidFill>
          <a:ln w="31750">
            <a:solidFill>
              <a:srgbClr val="E53935"/>
            </a:solidFill>
            <a:prstDash val="solid"/>
          </a:ln>
        </p:spPr>
      </p:sp>
      <p:sp>
        <p:nvSpPr>
          <p:cNvPr id="65" name="Shape 54"/>
          <p:cNvSpPr/>
          <p:nvPr/>
        </p:nvSpPr>
        <p:spPr>
          <a:xfrm>
            <a:off x="5095768" y="3671069"/>
            <a:ext cx="274320" cy="274320"/>
          </a:xfrm>
          <a:prstGeom prst="ellipse">
            <a:avLst/>
          </a:prstGeom>
          <a:solidFill>
            <a:srgbClr val="E53935"/>
          </a:solidFill>
          <a:ln w="12700">
            <a:solidFill>
              <a:srgbClr val="FFFFFF"/>
            </a:solidFill>
            <a:prstDash val="solid"/>
          </a:ln>
        </p:spPr>
      </p:sp>
      <p:sp>
        <p:nvSpPr>
          <p:cNvPr id="66" name="Text 55"/>
          <p:cNvSpPr txBox="1"/>
          <p:nvPr/>
        </p:nvSpPr>
        <p:spPr>
          <a:xfrm>
            <a:off x="5095768" y="367106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7" name="Image 9" descr="preencoded.png">    </p:cNvPr>
          <p:cNvPicPr>
            <a:picLocks noChangeAspect="1"/>
          </p:cNvPicPr>
          <p:nvPr/>
        </p:nvPicPr>
        <p:blipFill>
          <a:blip r:embed="rId10"/>
          <a:stretch>
            <a:fillRect/>
          </a:stretch>
        </p:blipFill>
        <p:spPr>
          <a:xfrm>
            <a:off x="4877227" y="3932130"/>
            <a:ext cx="237744" cy="237744"/>
          </a:xfrm>
          <a:prstGeom prst="rect">
            <a:avLst/>
          </a:prstGeom>
        </p:spPr>
      </p:pic>
      <p:sp>
        <p:nvSpPr>
          <p:cNvPr id="68" name="Text 5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69" name="Text 5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Salin link audio/video dari Drive</a:t>
            </a:r>
            <a:endParaRPr lang="en-US" sz="1800" dirty="0"/>
          </a:p>
        </p:txBody>
      </p:sp>
      <p:sp>
        <p:nvSpPr>
          <p:cNvPr id="70" name="Text 5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Google Drive, klik kanan file Nasihat atau Video › Share › Copy link. Guru memastikan akses: Anyone with the link.</a:t>
            </a:r>
            <a:endParaRPr lang="en-US" sz="1300" dirty="0"/>
          </a:p>
        </p:txBody>
      </p:sp>
      <p:sp>
        <p:nvSpPr>
          <p:cNvPr id="71" name="Shape 59"/>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72" name="Image 10" descr="preencoded.png">    </p:cNvPr>
          <p:cNvPicPr>
            <a:picLocks noChangeAspect="1"/>
          </p:cNvPicPr>
          <p:nvPr/>
        </p:nvPicPr>
        <p:blipFill>
          <a:blip r:embed="rId11"/>
          <a:stretch>
            <a:fillRect/>
          </a:stretch>
        </p:blipFill>
        <p:spPr>
          <a:xfrm>
            <a:off x="6108192" y="3721608"/>
            <a:ext cx="201168" cy="201168"/>
          </a:xfrm>
          <a:prstGeom prst="rect">
            <a:avLst/>
          </a:prstGeom>
        </p:spPr>
      </p:pic>
      <p:sp>
        <p:nvSpPr>
          <p:cNvPr id="73" name="Text 60"/>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Hanya karya yang boleh dibagikan, dengan persetujuan guru.</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QR Code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Digital_Magazine_WU</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8"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39" name="Text 29"/>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0"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1" name="Text 30"/>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sp>
        <p:nvSpPr>
          <p:cNvPr id="42" name="Shape 31"/>
          <p:cNvSpPr/>
          <p:nvPr/>
        </p:nvSpPr>
        <p:spPr>
          <a:xfrm>
            <a:off x="606064" y="3579629"/>
            <a:ext cx="420624" cy="347472"/>
          </a:xfrm>
          <a:prstGeom prst="roundRect">
            <a:avLst>
              <a:gd name="adj" fmla="val 10526"/>
            </a:avLst>
          </a:prstGeom>
          <a:solidFill>
            <a:srgbClr val="3A3B3E"/>
          </a:solidFill>
          <a:ln w="12700">
            <a:solidFill>
              <a:srgbClr val="3A3B3E"/>
            </a:solidFill>
            <a:prstDash val="solid"/>
          </a:ln>
        </p:spPr>
      </p:sp>
      <p:pic>
        <p:nvPicPr>
          <p:cNvPr id="43"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4" name="Text 32"/>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5" name="Shape 33"/>
          <p:cNvSpPr/>
          <p:nvPr/>
        </p:nvSpPr>
        <p:spPr>
          <a:xfrm>
            <a:off x="1044976" y="1970285"/>
            <a:ext cx="1325880" cy="2025099"/>
          </a:xfrm>
          <a:prstGeom prst="rect">
            <a:avLst/>
          </a:prstGeom>
          <a:solidFill>
            <a:srgbClr val="FFFFFF"/>
          </a:solidFill>
          <a:ln w="6350">
            <a:solidFill>
              <a:srgbClr val="DDDDDD"/>
            </a:solidFill>
            <a:prstDash val="solid"/>
          </a:ln>
        </p:spPr>
      </p:sp>
      <p:sp>
        <p:nvSpPr>
          <p:cNvPr id="46" name="Shape 34"/>
          <p:cNvSpPr/>
          <p:nvPr/>
        </p:nvSpPr>
        <p:spPr>
          <a:xfrm>
            <a:off x="1118128" y="2061725"/>
            <a:ext cx="1179576" cy="219456"/>
          </a:xfrm>
          <a:prstGeom prst="roundRect">
            <a:avLst>
              <a:gd name="adj" fmla="val 20833"/>
            </a:avLst>
          </a:prstGeom>
          <a:solidFill>
            <a:srgbClr val="F1F1F4"/>
          </a:solidFill>
          <a:ln w="12700">
            <a:solidFill>
              <a:srgbClr val="F1F1F4"/>
            </a:solidFill>
            <a:prstDash val="solid"/>
          </a:ln>
        </p:spPr>
      </p:sp>
      <p:sp>
        <p:nvSpPr>
          <p:cNvPr id="47" name="Text 35"/>
          <p:cNvSpPr txBox="1"/>
          <p:nvPr/>
        </p:nvSpPr>
        <p:spPr>
          <a:xfrm>
            <a:off x="1191280" y="2061725"/>
            <a:ext cx="1088136" cy="219456"/>
          </a:xfrm>
          <a:prstGeom prst="rect">
            <a:avLst/>
          </a:prstGeom>
          <a:noFill/>
          <a:ln/>
        </p:spPr>
        <p:txBody>
          <a:bodyPr wrap="square" lIns="0" tIns="0" rIns="0" bIns="0" rtlCol="0" anchor="ctr"/>
          <a:lstStyle/>
          <a:p>
            <a:pPr indent="0" marL="0">
              <a:buNone/>
            </a:pPr>
            <a:r>
              <a:rPr lang="en-US" sz="750" dirty="0">
                <a:solidFill>
                  <a:srgbClr val="111111"/>
                </a:solidFill>
                <a:latin typeface="Calibri" pitchFamily="34" charset="0"/>
                <a:ea typeface="Calibri" pitchFamily="34" charset="-122"/>
                <a:cs typeface="Calibri" pitchFamily="34" charset="-120"/>
              </a:rPr>
              <a:t>QR code</a:t>
            </a:r>
            <a:endParaRPr lang="en-US" sz="750" dirty="0"/>
          </a:p>
        </p:txBody>
      </p:sp>
      <p:sp>
        <p:nvSpPr>
          <p:cNvPr id="48" name="Shape 36"/>
          <p:cNvSpPr/>
          <p:nvPr/>
        </p:nvSpPr>
        <p:spPr>
          <a:xfrm>
            <a:off x="1136416" y="2381765"/>
            <a:ext cx="1143000" cy="411480"/>
          </a:xfrm>
          <a:prstGeom prst="roundRect">
            <a:avLst>
              <a:gd name="adj" fmla="val 11111"/>
            </a:avLst>
          </a:prstGeom>
          <a:solidFill>
            <a:srgbClr val="F1F1F4"/>
          </a:solidFill>
          <a:ln w="12700">
            <a:solidFill>
              <a:srgbClr val="F1F1F4"/>
            </a:solidFill>
            <a:prstDash val="solid"/>
          </a:ln>
        </p:spPr>
      </p:sp>
      <p:sp>
        <p:nvSpPr>
          <p:cNvPr id="49" name="Shape 37"/>
          <p:cNvSpPr/>
          <p:nvPr/>
        </p:nvSpPr>
        <p:spPr>
          <a:xfrm>
            <a:off x="1209568" y="2454917"/>
            <a:ext cx="265176" cy="265176"/>
          </a:xfrm>
          <a:prstGeom prst="rect">
            <a:avLst/>
          </a:prstGeom>
          <a:solidFill>
            <a:srgbClr val="FFFFFF"/>
          </a:solidFill>
          <a:ln w="12700">
            <a:solidFill>
              <a:srgbClr val="FFFFFF"/>
            </a:solidFill>
            <a:prstDash val="solid"/>
          </a:ln>
        </p:spPr>
      </p:sp>
      <p:sp>
        <p:nvSpPr>
          <p:cNvPr id="50" name="Shape 38"/>
          <p:cNvSpPr/>
          <p:nvPr/>
        </p:nvSpPr>
        <p:spPr>
          <a:xfrm>
            <a:off x="1209568" y="2454917"/>
            <a:ext cx="37882" cy="37882"/>
          </a:xfrm>
          <a:prstGeom prst="rect">
            <a:avLst/>
          </a:prstGeom>
          <a:solidFill>
            <a:srgbClr val="111111"/>
          </a:solidFill>
          <a:ln w="12700">
            <a:solidFill>
              <a:srgbClr val="111111"/>
            </a:solidFill>
            <a:prstDash val="solid"/>
          </a:ln>
        </p:spPr>
      </p:sp>
      <p:sp>
        <p:nvSpPr>
          <p:cNvPr id="51" name="Shape 39"/>
          <p:cNvSpPr/>
          <p:nvPr/>
        </p:nvSpPr>
        <p:spPr>
          <a:xfrm>
            <a:off x="1247451" y="2454917"/>
            <a:ext cx="37882" cy="37882"/>
          </a:xfrm>
          <a:prstGeom prst="rect">
            <a:avLst/>
          </a:prstGeom>
          <a:solidFill>
            <a:srgbClr val="111111"/>
          </a:solidFill>
          <a:ln w="12700">
            <a:solidFill>
              <a:srgbClr val="111111"/>
            </a:solidFill>
            <a:prstDash val="solid"/>
          </a:ln>
        </p:spPr>
      </p:sp>
      <p:sp>
        <p:nvSpPr>
          <p:cNvPr id="52" name="Shape 40"/>
          <p:cNvSpPr/>
          <p:nvPr/>
        </p:nvSpPr>
        <p:spPr>
          <a:xfrm>
            <a:off x="1285333" y="2454917"/>
            <a:ext cx="37882" cy="37882"/>
          </a:xfrm>
          <a:prstGeom prst="rect">
            <a:avLst/>
          </a:prstGeom>
          <a:solidFill>
            <a:srgbClr val="111111"/>
          </a:solidFill>
          <a:ln w="12700">
            <a:solidFill>
              <a:srgbClr val="111111"/>
            </a:solidFill>
            <a:prstDash val="solid"/>
          </a:ln>
        </p:spPr>
      </p:sp>
      <p:sp>
        <p:nvSpPr>
          <p:cNvPr id="53" name="Shape 41"/>
          <p:cNvSpPr/>
          <p:nvPr/>
        </p:nvSpPr>
        <p:spPr>
          <a:xfrm>
            <a:off x="1361097" y="2454917"/>
            <a:ext cx="37882" cy="37882"/>
          </a:xfrm>
          <a:prstGeom prst="rect">
            <a:avLst/>
          </a:prstGeom>
          <a:solidFill>
            <a:srgbClr val="111111"/>
          </a:solidFill>
          <a:ln w="12700">
            <a:solidFill>
              <a:srgbClr val="111111"/>
            </a:solidFill>
            <a:prstDash val="solid"/>
          </a:ln>
        </p:spPr>
      </p:sp>
      <p:sp>
        <p:nvSpPr>
          <p:cNvPr id="54" name="Shape 42"/>
          <p:cNvSpPr/>
          <p:nvPr/>
        </p:nvSpPr>
        <p:spPr>
          <a:xfrm>
            <a:off x="1398980" y="2454917"/>
            <a:ext cx="37882" cy="37882"/>
          </a:xfrm>
          <a:prstGeom prst="rect">
            <a:avLst/>
          </a:prstGeom>
          <a:solidFill>
            <a:srgbClr val="111111"/>
          </a:solidFill>
          <a:ln w="12700">
            <a:solidFill>
              <a:srgbClr val="111111"/>
            </a:solidFill>
            <a:prstDash val="solid"/>
          </a:ln>
        </p:spPr>
      </p:sp>
      <p:sp>
        <p:nvSpPr>
          <p:cNvPr id="55" name="Shape 43"/>
          <p:cNvSpPr/>
          <p:nvPr/>
        </p:nvSpPr>
        <p:spPr>
          <a:xfrm>
            <a:off x="1436862" y="2454917"/>
            <a:ext cx="37882" cy="37882"/>
          </a:xfrm>
          <a:prstGeom prst="rect">
            <a:avLst/>
          </a:prstGeom>
          <a:solidFill>
            <a:srgbClr val="111111"/>
          </a:solidFill>
          <a:ln w="12700">
            <a:solidFill>
              <a:srgbClr val="111111"/>
            </a:solidFill>
            <a:prstDash val="solid"/>
          </a:ln>
        </p:spPr>
      </p:sp>
      <p:sp>
        <p:nvSpPr>
          <p:cNvPr id="56" name="Shape 44"/>
          <p:cNvSpPr/>
          <p:nvPr/>
        </p:nvSpPr>
        <p:spPr>
          <a:xfrm>
            <a:off x="1209568" y="2492799"/>
            <a:ext cx="37882" cy="37882"/>
          </a:xfrm>
          <a:prstGeom prst="rect">
            <a:avLst/>
          </a:prstGeom>
          <a:solidFill>
            <a:srgbClr val="111111"/>
          </a:solidFill>
          <a:ln w="12700">
            <a:solidFill>
              <a:srgbClr val="111111"/>
            </a:solidFill>
            <a:prstDash val="solid"/>
          </a:ln>
        </p:spPr>
      </p:sp>
      <p:sp>
        <p:nvSpPr>
          <p:cNvPr id="57" name="Shape 45"/>
          <p:cNvSpPr/>
          <p:nvPr/>
        </p:nvSpPr>
        <p:spPr>
          <a:xfrm>
            <a:off x="1285333" y="2492799"/>
            <a:ext cx="37882" cy="37882"/>
          </a:xfrm>
          <a:prstGeom prst="rect">
            <a:avLst/>
          </a:prstGeom>
          <a:solidFill>
            <a:srgbClr val="111111"/>
          </a:solidFill>
          <a:ln w="12700">
            <a:solidFill>
              <a:srgbClr val="111111"/>
            </a:solidFill>
            <a:prstDash val="solid"/>
          </a:ln>
        </p:spPr>
      </p:sp>
      <p:sp>
        <p:nvSpPr>
          <p:cNvPr id="58" name="Shape 46"/>
          <p:cNvSpPr/>
          <p:nvPr/>
        </p:nvSpPr>
        <p:spPr>
          <a:xfrm>
            <a:off x="1361097" y="2492799"/>
            <a:ext cx="37882" cy="37882"/>
          </a:xfrm>
          <a:prstGeom prst="rect">
            <a:avLst/>
          </a:prstGeom>
          <a:solidFill>
            <a:srgbClr val="111111"/>
          </a:solidFill>
          <a:ln w="12700">
            <a:solidFill>
              <a:srgbClr val="111111"/>
            </a:solidFill>
            <a:prstDash val="solid"/>
          </a:ln>
        </p:spPr>
      </p:sp>
      <p:sp>
        <p:nvSpPr>
          <p:cNvPr id="59" name="Shape 47"/>
          <p:cNvSpPr/>
          <p:nvPr/>
        </p:nvSpPr>
        <p:spPr>
          <a:xfrm>
            <a:off x="1436862" y="2492799"/>
            <a:ext cx="37882" cy="37882"/>
          </a:xfrm>
          <a:prstGeom prst="rect">
            <a:avLst/>
          </a:prstGeom>
          <a:solidFill>
            <a:srgbClr val="111111"/>
          </a:solidFill>
          <a:ln w="12700">
            <a:solidFill>
              <a:srgbClr val="111111"/>
            </a:solidFill>
            <a:prstDash val="solid"/>
          </a:ln>
        </p:spPr>
      </p:sp>
      <p:sp>
        <p:nvSpPr>
          <p:cNvPr id="60" name="Shape 48"/>
          <p:cNvSpPr/>
          <p:nvPr/>
        </p:nvSpPr>
        <p:spPr>
          <a:xfrm>
            <a:off x="1209568" y="2530682"/>
            <a:ext cx="37882" cy="37882"/>
          </a:xfrm>
          <a:prstGeom prst="rect">
            <a:avLst/>
          </a:prstGeom>
          <a:solidFill>
            <a:srgbClr val="111111"/>
          </a:solidFill>
          <a:ln w="12700">
            <a:solidFill>
              <a:srgbClr val="111111"/>
            </a:solidFill>
            <a:prstDash val="solid"/>
          </a:ln>
        </p:spPr>
      </p:sp>
      <p:sp>
        <p:nvSpPr>
          <p:cNvPr id="61" name="Shape 49"/>
          <p:cNvSpPr/>
          <p:nvPr/>
        </p:nvSpPr>
        <p:spPr>
          <a:xfrm>
            <a:off x="1247451" y="2530682"/>
            <a:ext cx="37882" cy="37882"/>
          </a:xfrm>
          <a:prstGeom prst="rect">
            <a:avLst/>
          </a:prstGeom>
          <a:solidFill>
            <a:srgbClr val="111111"/>
          </a:solidFill>
          <a:ln w="12700">
            <a:solidFill>
              <a:srgbClr val="111111"/>
            </a:solidFill>
            <a:prstDash val="solid"/>
          </a:ln>
        </p:spPr>
      </p:sp>
      <p:sp>
        <p:nvSpPr>
          <p:cNvPr id="62" name="Shape 50"/>
          <p:cNvSpPr/>
          <p:nvPr/>
        </p:nvSpPr>
        <p:spPr>
          <a:xfrm>
            <a:off x="1285333" y="2530682"/>
            <a:ext cx="37882" cy="37882"/>
          </a:xfrm>
          <a:prstGeom prst="rect">
            <a:avLst/>
          </a:prstGeom>
          <a:solidFill>
            <a:srgbClr val="111111"/>
          </a:solidFill>
          <a:ln w="12700">
            <a:solidFill>
              <a:srgbClr val="111111"/>
            </a:solidFill>
            <a:prstDash val="solid"/>
          </a:ln>
        </p:spPr>
      </p:sp>
      <p:sp>
        <p:nvSpPr>
          <p:cNvPr id="63" name="Shape 51"/>
          <p:cNvSpPr/>
          <p:nvPr/>
        </p:nvSpPr>
        <p:spPr>
          <a:xfrm>
            <a:off x="1361097" y="2530682"/>
            <a:ext cx="37882" cy="37882"/>
          </a:xfrm>
          <a:prstGeom prst="rect">
            <a:avLst/>
          </a:prstGeom>
          <a:solidFill>
            <a:srgbClr val="111111"/>
          </a:solidFill>
          <a:ln w="12700">
            <a:solidFill>
              <a:srgbClr val="111111"/>
            </a:solidFill>
            <a:prstDash val="solid"/>
          </a:ln>
        </p:spPr>
      </p:sp>
      <p:sp>
        <p:nvSpPr>
          <p:cNvPr id="64" name="Shape 52"/>
          <p:cNvSpPr/>
          <p:nvPr/>
        </p:nvSpPr>
        <p:spPr>
          <a:xfrm>
            <a:off x="1398980" y="2530682"/>
            <a:ext cx="37882" cy="37882"/>
          </a:xfrm>
          <a:prstGeom prst="rect">
            <a:avLst/>
          </a:prstGeom>
          <a:solidFill>
            <a:srgbClr val="111111"/>
          </a:solidFill>
          <a:ln w="12700">
            <a:solidFill>
              <a:srgbClr val="111111"/>
            </a:solidFill>
            <a:prstDash val="solid"/>
          </a:ln>
        </p:spPr>
      </p:sp>
      <p:sp>
        <p:nvSpPr>
          <p:cNvPr id="65" name="Shape 53"/>
          <p:cNvSpPr/>
          <p:nvPr/>
        </p:nvSpPr>
        <p:spPr>
          <a:xfrm>
            <a:off x="1436862" y="2530682"/>
            <a:ext cx="37882" cy="37882"/>
          </a:xfrm>
          <a:prstGeom prst="rect">
            <a:avLst/>
          </a:prstGeom>
          <a:solidFill>
            <a:srgbClr val="111111"/>
          </a:solidFill>
          <a:ln w="12700">
            <a:solidFill>
              <a:srgbClr val="111111"/>
            </a:solidFill>
            <a:prstDash val="solid"/>
          </a:ln>
        </p:spPr>
      </p:sp>
      <p:sp>
        <p:nvSpPr>
          <p:cNvPr id="66" name="Shape 54"/>
          <p:cNvSpPr/>
          <p:nvPr/>
        </p:nvSpPr>
        <p:spPr>
          <a:xfrm>
            <a:off x="1323215" y="2568564"/>
            <a:ext cx="37882" cy="37882"/>
          </a:xfrm>
          <a:prstGeom prst="rect">
            <a:avLst/>
          </a:prstGeom>
          <a:solidFill>
            <a:srgbClr val="111111"/>
          </a:solidFill>
          <a:ln w="12700">
            <a:solidFill>
              <a:srgbClr val="111111"/>
            </a:solidFill>
            <a:prstDash val="solid"/>
          </a:ln>
        </p:spPr>
      </p:sp>
      <p:sp>
        <p:nvSpPr>
          <p:cNvPr id="67" name="Shape 55"/>
          <p:cNvSpPr/>
          <p:nvPr/>
        </p:nvSpPr>
        <p:spPr>
          <a:xfrm>
            <a:off x="1209568" y="2606446"/>
            <a:ext cx="37882" cy="37882"/>
          </a:xfrm>
          <a:prstGeom prst="rect">
            <a:avLst/>
          </a:prstGeom>
          <a:solidFill>
            <a:srgbClr val="111111"/>
          </a:solidFill>
          <a:ln w="12700">
            <a:solidFill>
              <a:srgbClr val="111111"/>
            </a:solidFill>
            <a:prstDash val="solid"/>
          </a:ln>
        </p:spPr>
      </p:sp>
      <p:sp>
        <p:nvSpPr>
          <p:cNvPr id="68" name="Shape 56"/>
          <p:cNvSpPr/>
          <p:nvPr/>
        </p:nvSpPr>
        <p:spPr>
          <a:xfrm>
            <a:off x="1285333" y="2606446"/>
            <a:ext cx="37882" cy="37882"/>
          </a:xfrm>
          <a:prstGeom prst="rect">
            <a:avLst/>
          </a:prstGeom>
          <a:solidFill>
            <a:srgbClr val="111111"/>
          </a:solidFill>
          <a:ln w="12700">
            <a:solidFill>
              <a:srgbClr val="111111"/>
            </a:solidFill>
            <a:prstDash val="solid"/>
          </a:ln>
        </p:spPr>
      </p:sp>
      <p:sp>
        <p:nvSpPr>
          <p:cNvPr id="69" name="Shape 57"/>
          <p:cNvSpPr/>
          <p:nvPr/>
        </p:nvSpPr>
        <p:spPr>
          <a:xfrm>
            <a:off x="1323215" y="2606446"/>
            <a:ext cx="37882" cy="37882"/>
          </a:xfrm>
          <a:prstGeom prst="rect">
            <a:avLst/>
          </a:prstGeom>
          <a:solidFill>
            <a:srgbClr val="111111"/>
          </a:solidFill>
          <a:ln w="12700">
            <a:solidFill>
              <a:srgbClr val="111111"/>
            </a:solidFill>
            <a:prstDash val="solid"/>
          </a:ln>
        </p:spPr>
      </p:sp>
      <p:sp>
        <p:nvSpPr>
          <p:cNvPr id="70" name="Shape 58"/>
          <p:cNvSpPr/>
          <p:nvPr/>
        </p:nvSpPr>
        <p:spPr>
          <a:xfrm>
            <a:off x="1398980" y="2606446"/>
            <a:ext cx="37882" cy="37882"/>
          </a:xfrm>
          <a:prstGeom prst="rect">
            <a:avLst/>
          </a:prstGeom>
          <a:solidFill>
            <a:srgbClr val="111111"/>
          </a:solidFill>
          <a:ln w="12700">
            <a:solidFill>
              <a:srgbClr val="111111"/>
            </a:solidFill>
            <a:prstDash val="solid"/>
          </a:ln>
        </p:spPr>
      </p:sp>
      <p:sp>
        <p:nvSpPr>
          <p:cNvPr id="71" name="Shape 59"/>
          <p:cNvSpPr/>
          <p:nvPr/>
        </p:nvSpPr>
        <p:spPr>
          <a:xfrm>
            <a:off x="1436862" y="2606446"/>
            <a:ext cx="37882" cy="37882"/>
          </a:xfrm>
          <a:prstGeom prst="rect">
            <a:avLst/>
          </a:prstGeom>
          <a:solidFill>
            <a:srgbClr val="111111"/>
          </a:solidFill>
          <a:ln w="12700">
            <a:solidFill>
              <a:srgbClr val="111111"/>
            </a:solidFill>
            <a:prstDash val="solid"/>
          </a:ln>
        </p:spPr>
      </p:sp>
      <p:sp>
        <p:nvSpPr>
          <p:cNvPr id="72" name="Shape 60"/>
          <p:cNvSpPr/>
          <p:nvPr/>
        </p:nvSpPr>
        <p:spPr>
          <a:xfrm>
            <a:off x="1247451" y="2644329"/>
            <a:ext cx="37882" cy="37882"/>
          </a:xfrm>
          <a:prstGeom prst="rect">
            <a:avLst/>
          </a:prstGeom>
          <a:solidFill>
            <a:srgbClr val="111111"/>
          </a:solidFill>
          <a:ln w="12700">
            <a:solidFill>
              <a:srgbClr val="111111"/>
            </a:solidFill>
            <a:prstDash val="solid"/>
          </a:ln>
        </p:spPr>
      </p:sp>
      <p:sp>
        <p:nvSpPr>
          <p:cNvPr id="73" name="Shape 61"/>
          <p:cNvSpPr/>
          <p:nvPr/>
        </p:nvSpPr>
        <p:spPr>
          <a:xfrm>
            <a:off x="1361097" y="2644329"/>
            <a:ext cx="37882" cy="37882"/>
          </a:xfrm>
          <a:prstGeom prst="rect">
            <a:avLst/>
          </a:prstGeom>
          <a:solidFill>
            <a:srgbClr val="111111"/>
          </a:solidFill>
          <a:ln w="12700">
            <a:solidFill>
              <a:srgbClr val="111111"/>
            </a:solidFill>
            <a:prstDash val="solid"/>
          </a:ln>
        </p:spPr>
      </p:sp>
      <p:sp>
        <p:nvSpPr>
          <p:cNvPr id="74" name="Shape 62"/>
          <p:cNvSpPr/>
          <p:nvPr/>
        </p:nvSpPr>
        <p:spPr>
          <a:xfrm>
            <a:off x="1398980" y="2644329"/>
            <a:ext cx="37882" cy="37882"/>
          </a:xfrm>
          <a:prstGeom prst="rect">
            <a:avLst/>
          </a:prstGeom>
          <a:solidFill>
            <a:srgbClr val="111111"/>
          </a:solidFill>
          <a:ln w="12700">
            <a:solidFill>
              <a:srgbClr val="111111"/>
            </a:solidFill>
            <a:prstDash val="solid"/>
          </a:ln>
        </p:spPr>
      </p:sp>
      <p:sp>
        <p:nvSpPr>
          <p:cNvPr id="75" name="Shape 63"/>
          <p:cNvSpPr/>
          <p:nvPr/>
        </p:nvSpPr>
        <p:spPr>
          <a:xfrm>
            <a:off x="1209568" y="2682211"/>
            <a:ext cx="37882" cy="37882"/>
          </a:xfrm>
          <a:prstGeom prst="rect">
            <a:avLst/>
          </a:prstGeom>
          <a:solidFill>
            <a:srgbClr val="111111"/>
          </a:solidFill>
          <a:ln w="12700">
            <a:solidFill>
              <a:srgbClr val="111111"/>
            </a:solidFill>
            <a:prstDash val="solid"/>
          </a:ln>
        </p:spPr>
      </p:sp>
      <p:sp>
        <p:nvSpPr>
          <p:cNvPr id="76" name="Shape 64"/>
          <p:cNvSpPr/>
          <p:nvPr/>
        </p:nvSpPr>
        <p:spPr>
          <a:xfrm>
            <a:off x="1247451" y="2682211"/>
            <a:ext cx="37882" cy="37882"/>
          </a:xfrm>
          <a:prstGeom prst="rect">
            <a:avLst/>
          </a:prstGeom>
          <a:solidFill>
            <a:srgbClr val="111111"/>
          </a:solidFill>
          <a:ln w="12700">
            <a:solidFill>
              <a:srgbClr val="111111"/>
            </a:solidFill>
            <a:prstDash val="solid"/>
          </a:ln>
        </p:spPr>
      </p:sp>
      <p:sp>
        <p:nvSpPr>
          <p:cNvPr id="77" name="Shape 65"/>
          <p:cNvSpPr/>
          <p:nvPr/>
        </p:nvSpPr>
        <p:spPr>
          <a:xfrm>
            <a:off x="1285333" y="2682211"/>
            <a:ext cx="37882" cy="37882"/>
          </a:xfrm>
          <a:prstGeom prst="rect">
            <a:avLst/>
          </a:prstGeom>
          <a:solidFill>
            <a:srgbClr val="111111"/>
          </a:solidFill>
          <a:ln w="12700">
            <a:solidFill>
              <a:srgbClr val="111111"/>
            </a:solidFill>
            <a:prstDash val="solid"/>
          </a:ln>
        </p:spPr>
      </p:sp>
      <p:sp>
        <p:nvSpPr>
          <p:cNvPr id="78" name="Shape 66"/>
          <p:cNvSpPr/>
          <p:nvPr/>
        </p:nvSpPr>
        <p:spPr>
          <a:xfrm>
            <a:off x="1361097" y="2682211"/>
            <a:ext cx="37882" cy="37882"/>
          </a:xfrm>
          <a:prstGeom prst="rect">
            <a:avLst/>
          </a:prstGeom>
          <a:solidFill>
            <a:srgbClr val="111111"/>
          </a:solidFill>
          <a:ln w="12700">
            <a:solidFill>
              <a:srgbClr val="111111"/>
            </a:solidFill>
            <a:prstDash val="solid"/>
          </a:ln>
        </p:spPr>
      </p:sp>
      <p:sp>
        <p:nvSpPr>
          <p:cNvPr id="79" name="Shape 67"/>
          <p:cNvSpPr/>
          <p:nvPr/>
        </p:nvSpPr>
        <p:spPr>
          <a:xfrm>
            <a:off x="1436862" y="2682211"/>
            <a:ext cx="37882" cy="37882"/>
          </a:xfrm>
          <a:prstGeom prst="rect">
            <a:avLst/>
          </a:prstGeom>
          <a:solidFill>
            <a:srgbClr val="111111"/>
          </a:solidFill>
          <a:ln w="12700">
            <a:solidFill>
              <a:srgbClr val="111111"/>
            </a:solidFill>
            <a:prstDash val="solid"/>
          </a:ln>
        </p:spPr>
      </p:sp>
      <p:sp>
        <p:nvSpPr>
          <p:cNvPr id="80" name="Text 68"/>
          <p:cNvSpPr txBox="1"/>
          <p:nvPr/>
        </p:nvSpPr>
        <p:spPr>
          <a:xfrm>
            <a:off x="1547896" y="2381765"/>
            <a:ext cx="731520" cy="411480"/>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QR Code</a:t>
            </a:r>
            <a:endParaRPr lang="en-US" sz="800" dirty="0"/>
          </a:p>
        </p:txBody>
      </p:sp>
      <p:sp>
        <p:nvSpPr>
          <p:cNvPr id="81" name="Shape 69"/>
          <p:cNvSpPr/>
          <p:nvPr/>
        </p:nvSpPr>
        <p:spPr>
          <a:xfrm>
            <a:off x="2370856" y="1970285"/>
            <a:ext cx="3167847" cy="2025099"/>
          </a:xfrm>
          <a:prstGeom prst="rect">
            <a:avLst/>
          </a:prstGeom>
          <a:solidFill>
            <a:srgbClr val="EBECF0"/>
          </a:solidFill>
          <a:ln w="12700">
            <a:solidFill>
              <a:srgbClr val="EBECF0"/>
            </a:solidFill>
            <a:prstDash val="solid"/>
          </a:ln>
        </p:spPr>
      </p:sp>
      <p:sp>
        <p:nvSpPr>
          <p:cNvPr id="82" name="Shape 70"/>
          <p:cNvSpPr/>
          <p:nvPr/>
        </p:nvSpPr>
        <p:spPr>
          <a:xfrm>
            <a:off x="3400528" y="2317757"/>
            <a:ext cx="1108504" cy="1522179"/>
          </a:xfrm>
          <a:prstGeom prst="rect">
            <a:avLst/>
          </a:prstGeom>
          <a:solidFill>
            <a:srgbClr val="FFFFFF"/>
          </a:solidFill>
          <a:ln w="12700">
            <a:solidFill>
              <a:srgbClr val="FFFFFF"/>
            </a:solidFill>
            <a:prstDash val="solid"/>
          </a:ln>
        </p:spPr>
      </p:sp>
      <p:sp>
        <p:nvSpPr>
          <p:cNvPr id="83" name="Shape 71"/>
          <p:cNvSpPr/>
          <p:nvPr/>
        </p:nvSpPr>
        <p:spPr>
          <a:xfrm>
            <a:off x="3400528" y="2317757"/>
            <a:ext cx="1108504" cy="1522179"/>
          </a:xfrm>
          <a:prstGeom prst="rect">
            <a:avLst/>
          </a:prstGeom>
          <a:solidFill>
            <a:srgbClr val="FFFFFF"/>
          </a:solidFill>
          <a:ln w="12700">
            <a:solidFill>
              <a:srgbClr val="FFFFFF"/>
            </a:solidFill>
            <a:prstDash val="solid"/>
          </a:ln>
        </p:spPr>
      </p:sp>
      <p:sp>
        <p:nvSpPr>
          <p:cNvPr id="84" name="Shape 72"/>
          <p:cNvSpPr/>
          <p:nvPr/>
        </p:nvSpPr>
        <p:spPr>
          <a:xfrm>
            <a:off x="3400528" y="2317757"/>
            <a:ext cx="1108504" cy="136996"/>
          </a:xfrm>
          <a:prstGeom prst="rect">
            <a:avLst/>
          </a:prstGeom>
          <a:solidFill>
            <a:srgbClr val="0F4C3A"/>
          </a:solidFill>
          <a:ln w="12700">
            <a:solidFill>
              <a:srgbClr val="0F4C3A"/>
            </a:solidFill>
            <a:prstDash val="solid"/>
          </a:ln>
        </p:spPr>
      </p:sp>
      <p:sp>
        <p:nvSpPr>
          <p:cNvPr id="85" name="Text 73"/>
          <p:cNvSpPr txBox="1"/>
          <p:nvPr/>
        </p:nvSpPr>
        <p:spPr>
          <a:xfrm>
            <a:off x="3455953" y="2340590"/>
            <a:ext cx="665103" cy="91331"/>
          </a:xfrm>
          <a:prstGeom prst="rect">
            <a:avLst/>
          </a:prstGeom>
          <a:noFill/>
          <a:ln/>
        </p:spPr>
        <p:txBody>
          <a:bodyPr wrap="square" lIns="0" tIns="0" rIns="0" bIns="0" rtlCol="0" anchor="ctr"/>
          <a:lstStyle/>
          <a:p>
            <a:pPr algn="l" indent="0" marL="0">
              <a:buNone/>
            </a:pPr>
            <a:r>
              <a:rPr lang="en-US" sz="600" b="1" dirty="0">
                <a:solidFill>
                  <a:srgbClr val="D4A017"/>
                </a:solidFill>
                <a:latin typeface="Arial" pitchFamily="34" charset="0"/>
                <a:ea typeface="Arial" pitchFamily="34" charset="-122"/>
                <a:cs typeface="Arial" pitchFamily="34" charset="-120"/>
              </a:rPr>
              <a:t>PROFIL SANTRI</a:t>
            </a:r>
            <a:endParaRPr lang="en-US" sz="600" dirty="0"/>
          </a:p>
        </p:txBody>
      </p:sp>
      <p:sp>
        <p:nvSpPr>
          <p:cNvPr id="86" name="Text 74"/>
          <p:cNvSpPr txBox="1"/>
          <p:nvPr/>
        </p:nvSpPr>
        <p:spPr>
          <a:xfrm>
            <a:off x="3467038" y="2485197"/>
            <a:ext cx="975484" cy="182661"/>
          </a:xfrm>
          <a:prstGeom prst="rect">
            <a:avLst/>
          </a:prstGeom>
          <a:noFill/>
          <a:ln/>
        </p:spPr>
        <p:txBody>
          <a:bodyPr wrap="square" lIns="0" tIns="0" rIns="0" bIns="0" rtlCol="0" anchor="ctr"/>
          <a:lstStyle/>
          <a:p>
            <a:pPr algn="l" indent="0" marL="0">
              <a:buNone/>
            </a:pPr>
            <a:r>
              <a:rPr lang="en-US" sz="650" b="1" dirty="0">
                <a:solidFill>
                  <a:srgbClr val="0F4C3A"/>
                </a:solidFill>
                <a:latin typeface="Arial" pitchFamily="34" charset="0"/>
                <a:ea typeface="Arial" pitchFamily="34" charset="-122"/>
                <a:cs typeface="Arial" pitchFamily="34" charset="-120"/>
              </a:rPr>
              <a:t>Ahmad: Dari Poso Menuju Hafidz</a:t>
            </a:r>
            <a:endParaRPr lang="en-US" sz="650" dirty="0"/>
          </a:p>
        </p:txBody>
      </p:sp>
      <p:sp>
        <p:nvSpPr>
          <p:cNvPr id="87" name="Shape 75"/>
          <p:cNvSpPr/>
          <p:nvPr/>
        </p:nvSpPr>
        <p:spPr>
          <a:xfrm>
            <a:off x="3467038" y="2698302"/>
            <a:ext cx="975484" cy="456654"/>
          </a:xfrm>
          <a:prstGeom prst="rect">
            <a:avLst/>
          </a:prstGeom>
          <a:solidFill>
            <a:srgbClr val="A7CBEE"/>
          </a:solidFill>
          <a:ln w="12700">
            <a:solidFill>
              <a:srgbClr val="A7CBEE"/>
            </a:solidFill>
            <a:prstDash val="solid"/>
          </a:ln>
        </p:spPr>
      </p:sp>
      <p:sp>
        <p:nvSpPr>
          <p:cNvPr id="88" name="Shape 76"/>
          <p:cNvSpPr/>
          <p:nvPr/>
        </p:nvSpPr>
        <p:spPr>
          <a:xfrm>
            <a:off x="4101103" y="2753100"/>
            <a:ext cx="175587" cy="175587"/>
          </a:xfrm>
          <a:prstGeom prst="ellipse">
            <a:avLst/>
          </a:prstGeom>
          <a:solidFill>
            <a:srgbClr val="FBBC05"/>
          </a:solidFill>
          <a:ln/>
        </p:spPr>
      </p:sp>
      <p:sp>
        <p:nvSpPr>
          <p:cNvPr id="89" name="Shape 77"/>
          <p:cNvSpPr/>
          <p:nvPr/>
        </p:nvSpPr>
        <p:spPr>
          <a:xfrm>
            <a:off x="3545077" y="2880963"/>
            <a:ext cx="585290" cy="273992"/>
          </a:xfrm>
          <a:prstGeom prst="triangle">
            <a:avLst/>
          </a:prstGeom>
          <a:solidFill>
            <a:srgbClr val="34A853"/>
          </a:solidFill>
          <a:ln/>
        </p:spPr>
      </p:sp>
      <p:sp>
        <p:nvSpPr>
          <p:cNvPr id="90" name="Text 78"/>
          <p:cNvSpPr txBox="1"/>
          <p:nvPr/>
        </p:nvSpPr>
        <p:spPr>
          <a:xfrm>
            <a:off x="3467038" y="3200621"/>
            <a:ext cx="975484" cy="304436"/>
          </a:xfrm>
          <a:prstGeom prst="rect">
            <a:avLst/>
          </a:prstGeom>
          <a:noFill/>
          <a:ln/>
        </p:spPr>
        <p:txBody>
          <a:bodyPr wrap="square" lIns="0" tIns="0" rIns="0" bIns="0" rtlCol="0" anchor="ctr"/>
          <a:lstStyle/>
          <a:p>
            <a:pPr algn="l" indent="0" marL="0">
              <a:buNone/>
            </a:pPr>
            <a:r>
              <a:rPr lang="en-US" sz="550" dirty="0">
                <a:solidFill>
                  <a:srgbClr val="333333"/>
                </a:solidFill>
                <a:latin typeface="Arial" pitchFamily="34" charset="0"/>
                <a:ea typeface="Arial" pitchFamily="34" charset="-122"/>
                <a:cs typeface="Arial" pitchFamily="34" charset="-120"/>
              </a:rPr>
              <a:t>Ahmad adalah santri kelas 1 yang bercita-cita menjadi hafidz. Setiap hari ia murajaah setelah Subuh...</a:t>
            </a:r>
            <a:endParaRPr lang="en-US" sz="550" dirty="0"/>
          </a:p>
        </p:txBody>
      </p:sp>
      <p:sp>
        <p:nvSpPr>
          <p:cNvPr id="91" name="Text 79"/>
          <p:cNvSpPr txBox="1"/>
          <p:nvPr/>
        </p:nvSpPr>
        <p:spPr>
          <a:xfrm>
            <a:off x="4582184" y="2317757"/>
            <a:ext cx="822960" cy="182880"/>
          </a:xfrm>
          <a:prstGeom prst="rect">
            <a:avLst/>
          </a:prstGeom>
          <a:noFill/>
          <a:ln/>
        </p:spPr>
        <p:txBody>
          <a:bodyPr wrap="square" lIns="0" tIns="0" rIns="0" bIns="0" rtlCol="0" anchor="t"/>
          <a:lstStyle/>
          <a:p>
            <a:pPr indent="0" marL="0">
              <a:buNone/>
            </a:pPr>
            <a:r>
              <a:rPr lang="en-US" sz="650" dirty="0">
                <a:solidFill>
                  <a:srgbClr val="555555"/>
                </a:solidFill>
                <a:latin typeface="Calibri" pitchFamily="34" charset="0"/>
                <a:ea typeface="Calibri" pitchFamily="34" charset="-122"/>
                <a:cs typeface="Calibri" pitchFamily="34" charset="-120"/>
              </a:rPr>
              <a:t>Halaman 7 dari 8</a:t>
            </a:r>
            <a:endParaRPr lang="en-US" sz="650" dirty="0"/>
          </a:p>
        </p:txBody>
      </p:sp>
      <p:sp>
        <p:nvSpPr>
          <p:cNvPr id="92" name="Shape 80"/>
          <p:cNvSpPr/>
          <p:nvPr/>
        </p:nvSpPr>
        <p:spPr>
          <a:xfrm>
            <a:off x="587776" y="3561341"/>
            <a:ext cx="457200" cy="384048"/>
          </a:xfrm>
          <a:prstGeom prst="roundRect">
            <a:avLst>
              <a:gd name="adj" fmla="val 11905"/>
            </a:avLst>
          </a:prstGeom>
          <a:solidFill>
            <a:srgbClr val="FFFFFF">
              <a:alpha val="0"/>
            </a:srgbClr>
          </a:solidFill>
          <a:ln w="31750">
            <a:solidFill>
              <a:srgbClr val="E53935"/>
            </a:solidFill>
            <a:prstDash val="solid"/>
          </a:ln>
        </p:spPr>
      </p:sp>
      <p:sp>
        <p:nvSpPr>
          <p:cNvPr id="93" name="Shape 81"/>
          <p:cNvSpPr/>
          <p:nvPr/>
        </p:nvSpPr>
        <p:spPr>
          <a:xfrm>
            <a:off x="907816" y="3424181"/>
            <a:ext cx="274320" cy="274320"/>
          </a:xfrm>
          <a:prstGeom prst="ellipse">
            <a:avLst/>
          </a:prstGeom>
          <a:solidFill>
            <a:srgbClr val="E53935"/>
          </a:solidFill>
          <a:ln w="12700">
            <a:solidFill>
              <a:srgbClr val="FFFFFF"/>
            </a:solidFill>
            <a:prstDash val="solid"/>
          </a:ln>
        </p:spPr>
      </p:sp>
      <p:sp>
        <p:nvSpPr>
          <p:cNvPr id="94" name="Text 82"/>
          <p:cNvSpPr txBox="1"/>
          <p:nvPr/>
        </p:nvSpPr>
        <p:spPr>
          <a:xfrm>
            <a:off x="907816" y="342418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95" name="Image 10" descr="preencoded.png">    </p:cNvPr>
          <p:cNvPicPr>
            <a:picLocks noChangeAspect="1"/>
          </p:cNvPicPr>
          <p:nvPr/>
        </p:nvPicPr>
        <p:blipFill>
          <a:blip r:embed="rId11"/>
          <a:stretch>
            <a:fillRect/>
          </a:stretch>
        </p:blipFill>
        <p:spPr>
          <a:xfrm>
            <a:off x="837408" y="3770739"/>
            <a:ext cx="237744" cy="237744"/>
          </a:xfrm>
          <a:prstGeom prst="rect">
            <a:avLst/>
          </a:prstGeom>
        </p:spPr>
      </p:pic>
      <p:sp>
        <p:nvSpPr>
          <p:cNvPr id="96" name="Shape 83"/>
          <p:cNvSpPr/>
          <p:nvPr/>
        </p:nvSpPr>
        <p:spPr>
          <a:xfrm>
            <a:off x="1118128" y="2363477"/>
            <a:ext cx="1179576" cy="448056"/>
          </a:xfrm>
          <a:prstGeom prst="roundRect">
            <a:avLst>
              <a:gd name="adj" fmla="val 10204"/>
            </a:avLst>
          </a:prstGeom>
          <a:solidFill>
            <a:srgbClr val="FFFFFF">
              <a:alpha val="0"/>
            </a:srgbClr>
          </a:solidFill>
          <a:ln w="31750">
            <a:solidFill>
              <a:srgbClr val="E53935"/>
            </a:solidFill>
            <a:prstDash val="solid"/>
          </a:ln>
        </p:spPr>
      </p:sp>
      <p:sp>
        <p:nvSpPr>
          <p:cNvPr id="97" name="Shape 84"/>
          <p:cNvSpPr/>
          <p:nvPr/>
        </p:nvSpPr>
        <p:spPr>
          <a:xfrm>
            <a:off x="2160544" y="2226317"/>
            <a:ext cx="274320" cy="274320"/>
          </a:xfrm>
          <a:prstGeom prst="ellipse">
            <a:avLst/>
          </a:prstGeom>
          <a:solidFill>
            <a:srgbClr val="E53935"/>
          </a:solidFill>
          <a:ln w="12700">
            <a:solidFill>
              <a:srgbClr val="FFFFFF"/>
            </a:solidFill>
            <a:prstDash val="solid"/>
          </a:ln>
        </p:spPr>
      </p:sp>
      <p:sp>
        <p:nvSpPr>
          <p:cNvPr id="98" name="Text 85"/>
          <p:cNvSpPr txBox="1"/>
          <p:nvPr/>
        </p:nvSpPr>
        <p:spPr>
          <a:xfrm>
            <a:off x="2160544" y="22263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99" name="Image 11" descr="preencoded.png">    </p:cNvPr>
          <p:cNvPicPr>
            <a:picLocks noChangeAspect="1"/>
          </p:cNvPicPr>
          <p:nvPr/>
        </p:nvPicPr>
        <p:blipFill>
          <a:blip r:embed="rId12"/>
          <a:stretch>
            <a:fillRect/>
          </a:stretch>
        </p:blipFill>
        <p:spPr>
          <a:xfrm>
            <a:off x="1765066" y="2608079"/>
            <a:ext cx="237744" cy="237744"/>
          </a:xfrm>
          <a:prstGeom prst="rect">
            <a:avLst/>
          </a:prstGeom>
        </p:spPr>
      </p:pic>
      <p:sp>
        <p:nvSpPr>
          <p:cNvPr id="100" name="Text 8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101" name="Text 8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Canva › Apps › QR Code</a:t>
            </a:r>
            <a:endParaRPr lang="en-US" sz="1800" dirty="0"/>
          </a:p>
        </p:txBody>
      </p:sp>
      <p:sp>
        <p:nvSpPr>
          <p:cNvPr id="102" name="Text 8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Canva, klik Apps di menu kiri. Cari QR Code, lalu klik.</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QR Code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8/8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Digital_Magazine_WU</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8"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39" name="Text 29"/>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0"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1" name="Text 30"/>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sp>
        <p:nvSpPr>
          <p:cNvPr id="42" name="Shape 31"/>
          <p:cNvSpPr/>
          <p:nvPr/>
        </p:nvSpPr>
        <p:spPr>
          <a:xfrm>
            <a:off x="606064" y="3579629"/>
            <a:ext cx="420624" cy="347472"/>
          </a:xfrm>
          <a:prstGeom prst="roundRect">
            <a:avLst>
              <a:gd name="adj" fmla="val 10526"/>
            </a:avLst>
          </a:prstGeom>
          <a:solidFill>
            <a:srgbClr val="3A3B3E"/>
          </a:solidFill>
          <a:ln w="12700">
            <a:solidFill>
              <a:srgbClr val="3A3B3E"/>
            </a:solidFill>
            <a:prstDash val="solid"/>
          </a:ln>
        </p:spPr>
      </p:sp>
      <p:pic>
        <p:nvPicPr>
          <p:cNvPr id="43"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4" name="Text 32"/>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5" name="Shape 33"/>
          <p:cNvSpPr/>
          <p:nvPr/>
        </p:nvSpPr>
        <p:spPr>
          <a:xfrm>
            <a:off x="1044976" y="1970285"/>
            <a:ext cx="1325880" cy="2025099"/>
          </a:xfrm>
          <a:prstGeom prst="rect">
            <a:avLst/>
          </a:prstGeom>
          <a:solidFill>
            <a:srgbClr val="FFFFFF"/>
          </a:solidFill>
          <a:ln w="6350">
            <a:solidFill>
              <a:srgbClr val="DDDDDD"/>
            </a:solidFill>
            <a:prstDash val="solid"/>
          </a:ln>
        </p:spPr>
      </p:sp>
      <p:sp>
        <p:nvSpPr>
          <p:cNvPr id="46" name="Shape 34"/>
          <p:cNvSpPr/>
          <p:nvPr/>
        </p:nvSpPr>
        <p:spPr>
          <a:xfrm>
            <a:off x="1118128" y="2061725"/>
            <a:ext cx="1179576" cy="219456"/>
          </a:xfrm>
          <a:prstGeom prst="roundRect">
            <a:avLst>
              <a:gd name="adj" fmla="val 20833"/>
            </a:avLst>
          </a:prstGeom>
          <a:solidFill>
            <a:srgbClr val="F1F1F4"/>
          </a:solidFill>
          <a:ln w="12700">
            <a:solidFill>
              <a:srgbClr val="F1F1F4"/>
            </a:solidFill>
            <a:prstDash val="solid"/>
          </a:ln>
        </p:spPr>
      </p:sp>
      <p:sp>
        <p:nvSpPr>
          <p:cNvPr id="47" name="Text 35"/>
          <p:cNvSpPr txBox="1"/>
          <p:nvPr/>
        </p:nvSpPr>
        <p:spPr>
          <a:xfrm>
            <a:off x="1191280" y="2061725"/>
            <a:ext cx="1088136" cy="219456"/>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Search apps</a:t>
            </a:r>
            <a:endParaRPr lang="en-US" sz="750" dirty="0"/>
          </a:p>
        </p:txBody>
      </p:sp>
      <p:sp>
        <p:nvSpPr>
          <p:cNvPr id="48" name="Text 36"/>
          <p:cNvSpPr txBox="1"/>
          <p:nvPr/>
        </p:nvSpPr>
        <p:spPr>
          <a:xfrm>
            <a:off x="1136416" y="2381765"/>
            <a:ext cx="1097280" cy="182880"/>
          </a:xfrm>
          <a:prstGeom prst="rect">
            <a:avLst/>
          </a:prstGeom>
          <a:noFill/>
          <a:ln/>
        </p:spPr>
        <p:txBody>
          <a:bodyPr wrap="square" lIns="0" tIns="0" rIns="0" bIns="0" rtlCol="0" anchor="t"/>
          <a:lstStyle/>
          <a:p>
            <a:pPr indent="0" marL="0">
              <a:buNone/>
            </a:pPr>
            <a:r>
              <a:rPr lang="en-US" sz="850" b="1" dirty="0">
                <a:solidFill>
                  <a:srgbClr val="1E2A26"/>
                </a:solidFill>
                <a:latin typeface="Calibri" pitchFamily="34" charset="0"/>
                <a:ea typeface="Calibri" pitchFamily="34" charset="-122"/>
                <a:cs typeface="Calibri" pitchFamily="34" charset="-120"/>
              </a:rPr>
              <a:t>QR Code</a:t>
            </a:r>
            <a:endParaRPr lang="en-US" sz="850" dirty="0"/>
          </a:p>
        </p:txBody>
      </p:sp>
      <p:sp>
        <p:nvSpPr>
          <p:cNvPr id="49" name="Text 37"/>
          <p:cNvSpPr txBox="1"/>
          <p:nvPr/>
        </p:nvSpPr>
        <p:spPr>
          <a:xfrm>
            <a:off x="1136416" y="2610365"/>
            <a:ext cx="914400" cy="137160"/>
          </a:xfrm>
          <a:prstGeom prst="rect">
            <a:avLst/>
          </a:prstGeom>
          <a:noFill/>
          <a:ln/>
        </p:spPr>
        <p:txBody>
          <a:bodyPr wrap="square" lIns="0" tIns="0" rIns="0" bIns="0" rtlCol="0" anchor="t"/>
          <a:lstStyle/>
          <a:p>
            <a:pPr indent="0" marL="0">
              <a:buNone/>
            </a:pPr>
            <a:r>
              <a:rPr lang="en-US" sz="650" dirty="0">
                <a:solidFill>
                  <a:srgbClr val="666666"/>
                </a:solidFill>
                <a:latin typeface="Calibri" pitchFamily="34" charset="0"/>
                <a:ea typeface="Calibri" pitchFamily="34" charset="-122"/>
                <a:cs typeface="Calibri" pitchFamily="34" charset="-120"/>
              </a:rPr>
              <a:t>URL</a:t>
            </a:r>
            <a:endParaRPr lang="en-US" sz="650" dirty="0"/>
          </a:p>
        </p:txBody>
      </p:sp>
      <p:sp>
        <p:nvSpPr>
          <p:cNvPr id="50" name="Shape 38"/>
          <p:cNvSpPr/>
          <p:nvPr/>
        </p:nvSpPr>
        <p:spPr>
          <a:xfrm>
            <a:off x="1118128" y="2756669"/>
            <a:ext cx="1179576" cy="219456"/>
          </a:xfrm>
          <a:prstGeom prst="roundRect">
            <a:avLst>
              <a:gd name="adj" fmla="val 16667"/>
            </a:avLst>
          </a:prstGeom>
          <a:solidFill>
            <a:srgbClr val="FFFFFF"/>
          </a:solidFill>
          <a:ln w="12700">
            <a:solidFill>
              <a:srgbClr val="8B3DFF"/>
            </a:solidFill>
            <a:prstDash val="solid"/>
          </a:ln>
        </p:spPr>
      </p:sp>
      <p:sp>
        <p:nvSpPr>
          <p:cNvPr id="51" name="Text 39"/>
          <p:cNvSpPr txBox="1"/>
          <p:nvPr/>
        </p:nvSpPr>
        <p:spPr>
          <a:xfrm>
            <a:off x="1163848" y="2756669"/>
            <a:ext cx="1106424" cy="219456"/>
          </a:xfrm>
          <a:prstGeom prst="rect">
            <a:avLst/>
          </a:prstGeom>
          <a:noFill/>
          <a:ln/>
        </p:spPr>
        <p:txBody>
          <a:bodyPr wrap="square" lIns="0" tIns="0" rIns="0" bIns="0" rtlCol="0" anchor="ctr"/>
          <a:lstStyle/>
          <a:p>
            <a:pPr indent="0" marL="0">
              <a:buNone/>
            </a:pPr>
            <a:r>
              <a:rPr lang="en-US" sz="600" dirty="0">
                <a:solidFill>
                  <a:srgbClr val="1E2A26"/>
                </a:solidFill>
                <a:latin typeface="Calibri" pitchFamily="34" charset="0"/>
                <a:ea typeface="Calibri" pitchFamily="34" charset="-122"/>
                <a:cs typeface="Calibri" pitchFamily="34" charset="-120"/>
              </a:rPr>
              <a:t>https://drive.google.com/file/d/...</a:t>
            </a:r>
            <a:endParaRPr lang="en-US" sz="600" dirty="0"/>
          </a:p>
        </p:txBody>
      </p:sp>
      <p:sp>
        <p:nvSpPr>
          <p:cNvPr id="52" name="Shape 40"/>
          <p:cNvSpPr/>
          <p:nvPr/>
        </p:nvSpPr>
        <p:spPr>
          <a:xfrm>
            <a:off x="1118128" y="3067565"/>
            <a:ext cx="1179576" cy="256032"/>
          </a:xfrm>
          <a:prstGeom prst="roundRect">
            <a:avLst>
              <a:gd name="adj" fmla="val 17857"/>
            </a:avLst>
          </a:prstGeom>
          <a:solidFill>
            <a:srgbClr val="7D2AE8"/>
          </a:solidFill>
          <a:ln w="12700">
            <a:solidFill>
              <a:srgbClr val="7D2AE8"/>
            </a:solidFill>
            <a:prstDash val="solid"/>
          </a:ln>
        </p:spPr>
      </p:sp>
      <p:sp>
        <p:nvSpPr>
          <p:cNvPr id="53" name="Text 41"/>
          <p:cNvSpPr txBox="1"/>
          <p:nvPr/>
        </p:nvSpPr>
        <p:spPr>
          <a:xfrm>
            <a:off x="1118128" y="3067565"/>
            <a:ext cx="1179576"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Generate code</a:t>
            </a:r>
            <a:endParaRPr lang="en-US" sz="750" dirty="0"/>
          </a:p>
        </p:txBody>
      </p:sp>
      <p:sp>
        <p:nvSpPr>
          <p:cNvPr id="54" name="Shape 42"/>
          <p:cNvSpPr/>
          <p:nvPr/>
        </p:nvSpPr>
        <p:spPr>
          <a:xfrm>
            <a:off x="2370856" y="1970285"/>
            <a:ext cx="3167847" cy="2025099"/>
          </a:xfrm>
          <a:prstGeom prst="rect">
            <a:avLst/>
          </a:prstGeom>
          <a:solidFill>
            <a:srgbClr val="EBECF0"/>
          </a:solidFill>
          <a:ln w="12700">
            <a:solidFill>
              <a:srgbClr val="EBECF0"/>
            </a:solidFill>
            <a:prstDash val="solid"/>
          </a:ln>
        </p:spPr>
      </p:sp>
      <p:sp>
        <p:nvSpPr>
          <p:cNvPr id="55" name="Shape 43"/>
          <p:cNvSpPr/>
          <p:nvPr/>
        </p:nvSpPr>
        <p:spPr>
          <a:xfrm>
            <a:off x="3400528" y="2317757"/>
            <a:ext cx="1108504" cy="1522179"/>
          </a:xfrm>
          <a:prstGeom prst="rect">
            <a:avLst/>
          </a:prstGeom>
          <a:solidFill>
            <a:srgbClr val="FFFFFF"/>
          </a:solidFill>
          <a:ln w="12700">
            <a:solidFill>
              <a:srgbClr val="FFFFFF"/>
            </a:solidFill>
            <a:prstDash val="solid"/>
          </a:ln>
        </p:spPr>
      </p:sp>
      <p:sp>
        <p:nvSpPr>
          <p:cNvPr id="56" name="Shape 44"/>
          <p:cNvSpPr/>
          <p:nvPr/>
        </p:nvSpPr>
        <p:spPr>
          <a:xfrm>
            <a:off x="3400528" y="2317757"/>
            <a:ext cx="1108504" cy="1522179"/>
          </a:xfrm>
          <a:prstGeom prst="rect">
            <a:avLst/>
          </a:prstGeom>
          <a:solidFill>
            <a:srgbClr val="FFFFFF"/>
          </a:solidFill>
          <a:ln w="12700">
            <a:solidFill>
              <a:srgbClr val="FFFFFF"/>
            </a:solidFill>
            <a:prstDash val="solid"/>
          </a:ln>
        </p:spPr>
      </p:sp>
      <p:sp>
        <p:nvSpPr>
          <p:cNvPr id="57" name="Shape 45"/>
          <p:cNvSpPr/>
          <p:nvPr/>
        </p:nvSpPr>
        <p:spPr>
          <a:xfrm>
            <a:off x="3400528" y="2317757"/>
            <a:ext cx="1108504" cy="136996"/>
          </a:xfrm>
          <a:prstGeom prst="rect">
            <a:avLst/>
          </a:prstGeom>
          <a:solidFill>
            <a:srgbClr val="0F4C3A"/>
          </a:solidFill>
          <a:ln w="12700">
            <a:solidFill>
              <a:srgbClr val="0F4C3A"/>
            </a:solidFill>
            <a:prstDash val="solid"/>
          </a:ln>
        </p:spPr>
      </p:sp>
      <p:sp>
        <p:nvSpPr>
          <p:cNvPr id="58" name="Text 46"/>
          <p:cNvSpPr txBox="1"/>
          <p:nvPr/>
        </p:nvSpPr>
        <p:spPr>
          <a:xfrm>
            <a:off x="3455953" y="2340590"/>
            <a:ext cx="665103" cy="91331"/>
          </a:xfrm>
          <a:prstGeom prst="rect">
            <a:avLst/>
          </a:prstGeom>
          <a:noFill/>
          <a:ln/>
        </p:spPr>
        <p:txBody>
          <a:bodyPr wrap="square" lIns="0" tIns="0" rIns="0" bIns="0" rtlCol="0" anchor="ctr"/>
          <a:lstStyle/>
          <a:p>
            <a:pPr algn="l" indent="0" marL="0">
              <a:buNone/>
            </a:pPr>
            <a:r>
              <a:rPr lang="en-US" sz="600" b="1" dirty="0">
                <a:solidFill>
                  <a:srgbClr val="D4A017"/>
                </a:solidFill>
                <a:latin typeface="Arial" pitchFamily="34" charset="0"/>
                <a:ea typeface="Arial" pitchFamily="34" charset="-122"/>
                <a:cs typeface="Arial" pitchFamily="34" charset="-120"/>
              </a:rPr>
              <a:t>PROFIL SANTRI</a:t>
            </a:r>
            <a:endParaRPr lang="en-US" sz="600" dirty="0"/>
          </a:p>
        </p:txBody>
      </p:sp>
      <p:sp>
        <p:nvSpPr>
          <p:cNvPr id="59" name="Text 47"/>
          <p:cNvSpPr txBox="1"/>
          <p:nvPr/>
        </p:nvSpPr>
        <p:spPr>
          <a:xfrm>
            <a:off x="3467038" y="2485197"/>
            <a:ext cx="975484" cy="182661"/>
          </a:xfrm>
          <a:prstGeom prst="rect">
            <a:avLst/>
          </a:prstGeom>
          <a:noFill/>
          <a:ln/>
        </p:spPr>
        <p:txBody>
          <a:bodyPr wrap="square" lIns="0" tIns="0" rIns="0" bIns="0" rtlCol="0" anchor="ctr"/>
          <a:lstStyle/>
          <a:p>
            <a:pPr algn="l" indent="0" marL="0">
              <a:buNone/>
            </a:pPr>
            <a:r>
              <a:rPr lang="en-US" sz="650" b="1" dirty="0">
                <a:solidFill>
                  <a:srgbClr val="0F4C3A"/>
                </a:solidFill>
                <a:latin typeface="Arial" pitchFamily="34" charset="0"/>
                <a:ea typeface="Arial" pitchFamily="34" charset="-122"/>
                <a:cs typeface="Arial" pitchFamily="34" charset="-120"/>
              </a:rPr>
              <a:t>Ahmad: Dari Poso Menuju Hafidz</a:t>
            </a:r>
            <a:endParaRPr lang="en-US" sz="650" dirty="0"/>
          </a:p>
        </p:txBody>
      </p:sp>
      <p:sp>
        <p:nvSpPr>
          <p:cNvPr id="60" name="Shape 48"/>
          <p:cNvSpPr/>
          <p:nvPr/>
        </p:nvSpPr>
        <p:spPr>
          <a:xfrm>
            <a:off x="3467038" y="2698302"/>
            <a:ext cx="975484" cy="456654"/>
          </a:xfrm>
          <a:prstGeom prst="rect">
            <a:avLst/>
          </a:prstGeom>
          <a:solidFill>
            <a:srgbClr val="A7CBEE"/>
          </a:solidFill>
          <a:ln w="12700">
            <a:solidFill>
              <a:srgbClr val="A7CBEE"/>
            </a:solidFill>
            <a:prstDash val="solid"/>
          </a:ln>
        </p:spPr>
      </p:sp>
      <p:sp>
        <p:nvSpPr>
          <p:cNvPr id="61" name="Shape 49"/>
          <p:cNvSpPr/>
          <p:nvPr/>
        </p:nvSpPr>
        <p:spPr>
          <a:xfrm>
            <a:off x="4101103" y="2753100"/>
            <a:ext cx="175587" cy="175587"/>
          </a:xfrm>
          <a:prstGeom prst="ellipse">
            <a:avLst/>
          </a:prstGeom>
          <a:solidFill>
            <a:srgbClr val="FBBC05"/>
          </a:solidFill>
          <a:ln/>
        </p:spPr>
      </p:sp>
      <p:sp>
        <p:nvSpPr>
          <p:cNvPr id="62" name="Shape 50"/>
          <p:cNvSpPr/>
          <p:nvPr/>
        </p:nvSpPr>
        <p:spPr>
          <a:xfrm>
            <a:off x="3545077" y="2880963"/>
            <a:ext cx="585290" cy="273992"/>
          </a:xfrm>
          <a:prstGeom prst="triangle">
            <a:avLst/>
          </a:prstGeom>
          <a:solidFill>
            <a:srgbClr val="34A853"/>
          </a:solidFill>
          <a:ln/>
        </p:spPr>
      </p:sp>
      <p:sp>
        <p:nvSpPr>
          <p:cNvPr id="63" name="Text 51"/>
          <p:cNvSpPr txBox="1"/>
          <p:nvPr/>
        </p:nvSpPr>
        <p:spPr>
          <a:xfrm>
            <a:off x="3467038" y="3200621"/>
            <a:ext cx="975484" cy="304436"/>
          </a:xfrm>
          <a:prstGeom prst="rect">
            <a:avLst/>
          </a:prstGeom>
          <a:noFill/>
          <a:ln/>
        </p:spPr>
        <p:txBody>
          <a:bodyPr wrap="square" lIns="0" tIns="0" rIns="0" bIns="0" rtlCol="0" anchor="ctr"/>
          <a:lstStyle/>
          <a:p>
            <a:pPr algn="l" indent="0" marL="0">
              <a:buNone/>
            </a:pPr>
            <a:r>
              <a:rPr lang="en-US" sz="550" dirty="0">
                <a:solidFill>
                  <a:srgbClr val="333333"/>
                </a:solidFill>
                <a:latin typeface="Arial" pitchFamily="34" charset="0"/>
                <a:ea typeface="Arial" pitchFamily="34" charset="-122"/>
                <a:cs typeface="Arial" pitchFamily="34" charset="-120"/>
              </a:rPr>
              <a:t>Ahmad adalah santri kelas 1 yang bercita-cita menjadi hafidz. Setiap hari ia murajaah setelah Subuh...</a:t>
            </a:r>
            <a:endParaRPr lang="en-US" sz="550" dirty="0"/>
          </a:p>
        </p:txBody>
      </p:sp>
      <p:sp>
        <p:nvSpPr>
          <p:cNvPr id="64" name="Shape 52"/>
          <p:cNvSpPr/>
          <p:nvPr/>
        </p:nvSpPr>
        <p:spPr>
          <a:xfrm>
            <a:off x="4176481" y="3535500"/>
            <a:ext cx="243871" cy="228327"/>
          </a:xfrm>
          <a:prstGeom prst="rect">
            <a:avLst/>
          </a:prstGeom>
          <a:solidFill>
            <a:srgbClr val="FFFFFF"/>
          </a:solidFill>
          <a:ln w="12700">
            <a:solidFill>
              <a:srgbClr val="FFFFFF"/>
            </a:solidFill>
            <a:prstDash val="solid"/>
          </a:ln>
        </p:spPr>
      </p:sp>
      <p:sp>
        <p:nvSpPr>
          <p:cNvPr id="65" name="Shape 53"/>
          <p:cNvSpPr/>
          <p:nvPr/>
        </p:nvSpPr>
        <p:spPr>
          <a:xfrm>
            <a:off x="4158193" y="3517212"/>
            <a:ext cx="280447" cy="264903"/>
          </a:xfrm>
          <a:prstGeom prst="rect">
            <a:avLst/>
          </a:prstGeom>
          <a:solidFill>
            <a:srgbClr val="FFFFFF">
              <a:alpha val="0"/>
            </a:srgbClr>
          </a:solidFill>
          <a:ln w="15240">
            <a:solidFill>
              <a:srgbClr val="8B3DFF"/>
            </a:solidFill>
            <a:prstDash val="solid"/>
          </a:ln>
        </p:spPr>
      </p:sp>
      <p:sp>
        <p:nvSpPr>
          <p:cNvPr id="66" name="Text 54"/>
          <p:cNvSpPr txBox="1"/>
          <p:nvPr/>
        </p:nvSpPr>
        <p:spPr>
          <a:xfrm>
            <a:off x="4582184" y="2317757"/>
            <a:ext cx="822960" cy="182880"/>
          </a:xfrm>
          <a:prstGeom prst="rect">
            <a:avLst/>
          </a:prstGeom>
          <a:noFill/>
          <a:ln/>
        </p:spPr>
        <p:txBody>
          <a:bodyPr wrap="square" lIns="0" tIns="0" rIns="0" bIns="0" rtlCol="0" anchor="t"/>
          <a:lstStyle/>
          <a:p>
            <a:pPr indent="0" marL="0">
              <a:buNone/>
            </a:pPr>
            <a:r>
              <a:rPr lang="en-US" sz="650" dirty="0">
                <a:solidFill>
                  <a:srgbClr val="555555"/>
                </a:solidFill>
                <a:latin typeface="Calibri" pitchFamily="34" charset="0"/>
                <a:ea typeface="Calibri" pitchFamily="34" charset="-122"/>
                <a:cs typeface="Calibri" pitchFamily="34" charset="-120"/>
              </a:rPr>
              <a:t>Halaman 7 dari 8</a:t>
            </a:r>
            <a:endParaRPr lang="en-US" sz="650" dirty="0"/>
          </a:p>
        </p:txBody>
      </p:sp>
      <p:sp>
        <p:nvSpPr>
          <p:cNvPr id="67" name="Shape 55"/>
          <p:cNvSpPr/>
          <p:nvPr/>
        </p:nvSpPr>
        <p:spPr>
          <a:xfrm>
            <a:off x="4194769" y="3553788"/>
            <a:ext cx="191751" cy="191751"/>
          </a:xfrm>
          <a:prstGeom prst="rect">
            <a:avLst/>
          </a:prstGeom>
          <a:solidFill>
            <a:srgbClr val="FFFFFF"/>
          </a:solidFill>
          <a:ln w="12700">
            <a:solidFill>
              <a:srgbClr val="FFFFFF"/>
            </a:solidFill>
            <a:prstDash val="solid"/>
          </a:ln>
        </p:spPr>
      </p:sp>
      <p:sp>
        <p:nvSpPr>
          <p:cNvPr id="68" name="Shape 56"/>
          <p:cNvSpPr/>
          <p:nvPr/>
        </p:nvSpPr>
        <p:spPr>
          <a:xfrm>
            <a:off x="4194769" y="3553788"/>
            <a:ext cx="27393" cy="27393"/>
          </a:xfrm>
          <a:prstGeom prst="rect">
            <a:avLst/>
          </a:prstGeom>
          <a:solidFill>
            <a:srgbClr val="111111"/>
          </a:solidFill>
          <a:ln w="12700">
            <a:solidFill>
              <a:srgbClr val="111111"/>
            </a:solidFill>
            <a:prstDash val="solid"/>
          </a:ln>
        </p:spPr>
      </p:sp>
      <p:sp>
        <p:nvSpPr>
          <p:cNvPr id="69" name="Shape 57"/>
          <p:cNvSpPr/>
          <p:nvPr/>
        </p:nvSpPr>
        <p:spPr>
          <a:xfrm>
            <a:off x="4222162" y="3553788"/>
            <a:ext cx="27393" cy="27393"/>
          </a:xfrm>
          <a:prstGeom prst="rect">
            <a:avLst/>
          </a:prstGeom>
          <a:solidFill>
            <a:srgbClr val="111111"/>
          </a:solidFill>
          <a:ln w="12700">
            <a:solidFill>
              <a:srgbClr val="111111"/>
            </a:solidFill>
            <a:prstDash val="solid"/>
          </a:ln>
        </p:spPr>
      </p:sp>
      <p:sp>
        <p:nvSpPr>
          <p:cNvPr id="70" name="Shape 58"/>
          <p:cNvSpPr/>
          <p:nvPr/>
        </p:nvSpPr>
        <p:spPr>
          <a:xfrm>
            <a:off x="4249555" y="3553788"/>
            <a:ext cx="27393" cy="27393"/>
          </a:xfrm>
          <a:prstGeom prst="rect">
            <a:avLst/>
          </a:prstGeom>
          <a:solidFill>
            <a:srgbClr val="111111"/>
          </a:solidFill>
          <a:ln w="12700">
            <a:solidFill>
              <a:srgbClr val="111111"/>
            </a:solidFill>
            <a:prstDash val="solid"/>
          </a:ln>
        </p:spPr>
      </p:sp>
      <p:sp>
        <p:nvSpPr>
          <p:cNvPr id="71" name="Shape 59"/>
          <p:cNvSpPr/>
          <p:nvPr/>
        </p:nvSpPr>
        <p:spPr>
          <a:xfrm>
            <a:off x="4304341" y="3553788"/>
            <a:ext cx="27393" cy="27393"/>
          </a:xfrm>
          <a:prstGeom prst="rect">
            <a:avLst/>
          </a:prstGeom>
          <a:solidFill>
            <a:srgbClr val="111111"/>
          </a:solidFill>
          <a:ln w="12700">
            <a:solidFill>
              <a:srgbClr val="111111"/>
            </a:solidFill>
            <a:prstDash val="solid"/>
          </a:ln>
        </p:spPr>
      </p:sp>
      <p:sp>
        <p:nvSpPr>
          <p:cNvPr id="72" name="Shape 60"/>
          <p:cNvSpPr/>
          <p:nvPr/>
        </p:nvSpPr>
        <p:spPr>
          <a:xfrm>
            <a:off x="4331734" y="3553788"/>
            <a:ext cx="27393" cy="27393"/>
          </a:xfrm>
          <a:prstGeom prst="rect">
            <a:avLst/>
          </a:prstGeom>
          <a:solidFill>
            <a:srgbClr val="111111"/>
          </a:solidFill>
          <a:ln w="12700">
            <a:solidFill>
              <a:srgbClr val="111111"/>
            </a:solidFill>
            <a:prstDash val="solid"/>
          </a:ln>
        </p:spPr>
      </p:sp>
      <p:sp>
        <p:nvSpPr>
          <p:cNvPr id="73" name="Shape 61"/>
          <p:cNvSpPr/>
          <p:nvPr/>
        </p:nvSpPr>
        <p:spPr>
          <a:xfrm>
            <a:off x="4359127" y="3553788"/>
            <a:ext cx="27393" cy="27393"/>
          </a:xfrm>
          <a:prstGeom prst="rect">
            <a:avLst/>
          </a:prstGeom>
          <a:solidFill>
            <a:srgbClr val="111111"/>
          </a:solidFill>
          <a:ln w="12700">
            <a:solidFill>
              <a:srgbClr val="111111"/>
            </a:solidFill>
            <a:prstDash val="solid"/>
          </a:ln>
        </p:spPr>
      </p:sp>
      <p:sp>
        <p:nvSpPr>
          <p:cNvPr id="74" name="Shape 62"/>
          <p:cNvSpPr/>
          <p:nvPr/>
        </p:nvSpPr>
        <p:spPr>
          <a:xfrm>
            <a:off x="4194769" y="3581181"/>
            <a:ext cx="27393" cy="27393"/>
          </a:xfrm>
          <a:prstGeom prst="rect">
            <a:avLst/>
          </a:prstGeom>
          <a:solidFill>
            <a:srgbClr val="111111"/>
          </a:solidFill>
          <a:ln w="12700">
            <a:solidFill>
              <a:srgbClr val="111111"/>
            </a:solidFill>
            <a:prstDash val="solid"/>
          </a:ln>
        </p:spPr>
      </p:sp>
      <p:sp>
        <p:nvSpPr>
          <p:cNvPr id="75" name="Shape 63"/>
          <p:cNvSpPr/>
          <p:nvPr/>
        </p:nvSpPr>
        <p:spPr>
          <a:xfrm>
            <a:off x="4249555" y="3581181"/>
            <a:ext cx="27393" cy="27393"/>
          </a:xfrm>
          <a:prstGeom prst="rect">
            <a:avLst/>
          </a:prstGeom>
          <a:solidFill>
            <a:srgbClr val="111111"/>
          </a:solidFill>
          <a:ln w="12700">
            <a:solidFill>
              <a:srgbClr val="111111"/>
            </a:solidFill>
            <a:prstDash val="solid"/>
          </a:ln>
        </p:spPr>
      </p:sp>
      <p:sp>
        <p:nvSpPr>
          <p:cNvPr id="76" name="Shape 64"/>
          <p:cNvSpPr/>
          <p:nvPr/>
        </p:nvSpPr>
        <p:spPr>
          <a:xfrm>
            <a:off x="4304341" y="3581181"/>
            <a:ext cx="27393" cy="27393"/>
          </a:xfrm>
          <a:prstGeom prst="rect">
            <a:avLst/>
          </a:prstGeom>
          <a:solidFill>
            <a:srgbClr val="111111"/>
          </a:solidFill>
          <a:ln w="12700">
            <a:solidFill>
              <a:srgbClr val="111111"/>
            </a:solidFill>
            <a:prstDash val="solid"/>
          </a:ln>
        </p:spPr>
      </p:sp>
      <p:sp>
        <p:nvSpPr>
          <p:cNvPr id="77" name="Shape 65"/>
          <p:cNvSpPr/>
          <p:nvPr/>
        </p:nvSpPr>
        <p:spPr>
          <a:xfrm>
            <a:off x="4359127" y="3581181"/>
            <a:ext cx="27393" cy="27393"/>
          </a:xfrm>
          <a:prstGeom prst="rect">
            <a:avLst/>
          </a:prstGeom>
          <a:solidFill>
            <a:srgbClr val="111111"/>
          </a:solidFill>
          <a:ln w="12700">
            <a:solidFill>
              <a:srgbClr val="111111"/>
            </a:solidFill>
            <a:prstDash val="solid"/>
          </a:ln>
        </p:spPr>
      </p:sp>
      <p:sp>
        <p:nvSpPr>
          <p:cNvPr id="78" name="Shape 66"/>
          <p:cNvSpPr/>
          <p:nvPr/>
        </p:nvSpPr>
        <p:spPr>
          <a:xfrm>
            <a:off x="4194769" y="3608574"/>
            <a:ext cx="27393" cy="27393"/>
          </a:xfrm>
          <a:prstGeom prst="rect">
            <a:avLst/>
          </a:prstGeom>
          <a:solidFill>
            <a:srgbClr val="111111"/>
          </a:solidFill>
          <a:ln w="12700">
            <a:solidFill>
              <a:srgbClr val="111111"/>
            </a:solidFill>
            <a:prstDash val="solid"/>
          </a:ln>
        </p:spPr>
      </p:sp>
      <p:sp>
        <p:nvSpPr>
          <p:cNvPr id="79" name="Shape 67"/>
          <p:cNvSpPr/>
          <p:nvPr/>
        </p:nvSpPr>
        <p:spPr>
          <a:xfrm>
            <a:off x="4222162" y="3608574"/>
            <a:ext cx="27393" cy="27393"/>
          </a:xfrm>
          <a:prstGeom prst="rect">
            <a:avLst/>
          </a:prstGeom>
          <a:solidFill>
            <a:srgbClr val="111111"/>
          </a:solidFill>
          <a:ln w="12700">
            <a:solidFill>
              <a:srgbClr val="111111"/>
            </a:solidFill>
            <a:prstDash val="solid"/>
          </a:ln>
        </p:spPr>
      </p:sp>
      <p:sp>
        <p:nvSpPr>
          <p:cNvPr id="80" name="Shape 68"/>
          <p:cNvSpPr/>
          <p:nvPr/>
        </p:nvSpPr>
        <p:spPr>
          <a:xfrm>
            <a:off x="4249555" y="3608574"/>
            <a:ext cx="27393" cy="27393"/>
          </a:xfrm>
          <a:prstGeom prst="rect">
            <a:avLst/>
          </a:prstGeom>
          <a:solidFill>
            <a:srgbClr val="111111"/>
          </a:solidFill>
          <a:ln w="12700">
            <a:solidFill>
              <a:srgbClr val="111111"/>
            </a:solidFill>
            <a:prstDash val="solid"/>
          </a:ln>
        </p:spPr>
      </p:sp>
      <p:sp>
        <p:nvSpPr>
          <p:cNvPr id="81" name="Shape 69"/>
          <p:cNvSpPr/>
          <p:nvPr/>
        </p:nvSpPr>
        <p:spPr>
          <a:xfrm>
            <a:off x="4304341" y="3608574"/>
            <a:ext cx="27393" cy="27393"/>
          </a:xfrm>
          <a:prstGeom prst="rect">
            <a:avLst/>
          </a:prstGeom>
          <a:solidFill>
            <a:srgbClr val="111111"/>
          </a:solidFill>
          <a:ln w="12700">
            <a:solidFill>
              <a:srgbClr val="111111"/>
            </a:solidFill>
            <a:prstDash val="solid"/>
          </a:ln>
        </p:spPr>
      </p:sp>
      <p:sp>
        <p:nvSpPr>
          <p:cNvPr id="82" name="Shape 70"/>
          <p:cNvSpPr/>
          <p:nvPr/>
        </p:nvSpPr>
        <p:spPr>
          <a:xfrm>
            <a:off x="4331734" y="3608574"/>
            <a:ext cx="27393" cy="27393"/>
          </a:xfrm>
          <a:prstGeom prst="rect">
            <a:avLst/>
          </a:prstGeom>
          <a:solidFill>
            <a:srgbClr val="111111"/>
          </a:solidFill>
          <a:ln w="12700">
            <a:solidFill>
              <a:srgbClr val="111111"/>
            </a:solidFill>
            <a:prstDash val="solid"/>
          </a:ln>
        </p:spPr>
      </p:sp>
      <p:sp>
        <p:nvSpPr>
          <p:cNvPr id="83" name="Shape 71"/>
          <p:cNvSpPr/>
          <p:nvPr/>
        </p:nvSpPr>
        <p:spPr>
          <a:xfrm>
            <a:off x="4359127" y="3608574"/>
            <a:ext cx="27393" cy="27393"/>
          </a:xfrm>
          <a:prstGeom prst="rect">
            <a:avLst/>
          </a:prstGeom>
          <a:solidFill>
            <a:srgbClr val="111111"/>
          </a:solidFill>
          <a:ln w="12700">
            <a:solidFill>
              <a:srgbClr val="111111"/>
            </a:solidFill>
            <a:prstDash val="solid"/>
          </a:ln>
        </p:spPr>
      </p:sp>
      <p:sp>
        <p:nvSpPr>
          <p:cNvPr id="84" name="Shape 72"/>
          <p:cNvSpPr/>
          <p:nvPr/>
        </p:nvSpPr>
        <p:spPr>
          <a:xfrm>
            <a:off x="4276948" y="3635967"/>
            <a:ext cx="27393" cy="27393"/>
          </a:xfrm>
          <a:prstGeom prst="rect">
            <a:avLst/>
          </a:prstGeom>
          <a:solidFill>
            <a:srgbClr val="111111"/>
          </a:solidFill>
          <a:ln w="12700">
            <a:solidFill>
              <a:srgbClr val="111111"/>
            </a:solidFill>
            <a:prstDash val="solid"/>
          </a:ln>
        </p:spPr>
      </p:sp>
      <p:sp>
        <p:nvSpPr>
          <p:cNvPr id="85" name="Shape 73"/>
          <p:cNvSpPr/>
          <p:nvPr/>
        </p:nvSpPr>
        <p:spPr>
          <a:xfrm>
            <a:off x="4194769" y="3663360"/>
            <a:ext cx="27393" cy="27393"/>
          </a:xfrm>
          <a:prstGeom prst="rect">
            <a:avLst/>
          </a:prstGeom>
          <a:solidFill>
            <a:srgbClr val="111111"/>
          </a:solidFill>
          <a:ln w="12700">
            <a:solidFill>
              <a:srgbClr val="111111"/>
            </a:solidFill>
            <a:prstDash val="solid"/>
          </a:ln>
        </p:spPr>
      </p:sp>
      <p:sp>
        <p:nvSpPr>
          <p:cNvPr id="86" name="Shape 74"/>
          <p:cNvSpPr/>
          <p:nvPr/>
        </p:nvSpPr>
        <p:spPr>
          <a:xfrm>
            <a:off x="4249555" y="3663360"/>
            <a:ext cx="27393" cy="27393"/>
          </a:xfrm>
          <a:prstGeom prst="rect">
            <a:avLst/>
          </a:prstGeom>
          <a:solidFill>
            <a:srgbClr val="111111"/>
          </a:solidFill>
          <a:ln w="12700">
            <a:solidFill>
              <a:srgbClr val="111111"/>
            </a:solidFill>
            <a:prstDash val="solid"/>
          </a:ln>
        </p:spPr>
      </p:sp>
      <p:sp>
        <p:nvSpPr>
          <p:cNvPr id="87" name="Shape 75"/>
          <p:cNvSpPr/>
          <p:nvPr/>
        </p:nvSpPr>
        <p:spPr>
          <a:xfrm>
            <a:off x="4276948" y="3663360"/>
            <a:ext cx="27393" cy="27393"/>
          </a:xfrm>
          <a:prstGeom prst="rect">
            <a:avLst/>
          </a:prstGeom>
          <a:solidFill>
            <a:srgbClr val="111111"/>
          </a:solidFill>
          <a:ln w="12700">
            <a:solidFill>
              <a:srgbClr val="111111"/>
            </a:solidFill>
            <a:prstDash val="solid"/>
          </a:ln>
        </p:spPr>
      </p:sp>
      <p:sp>
        <p:nvSpPr>
          <p:cNvPr id="88" name="Shape 76"/>
          <p:cNvSpPr/>
          <p:nvPr/>
        </p:nvSpPr>
        <p:spPr>
          <a:xfrm>
            <a:off x="4331734" y="3663360"/>
            <a:ext cx="27393" cy="27393"/>
          </a:xfrm>
          <a:prstGeom prst="rect">
            <a:avLst/>
          </a:prstGeom>
          <a:solidFill>
            <a:srgbClr val="111111"/>
          </a:solidFill>
          <a:ln w="12700">
            <a:solidFill>
              <a:srgbClr val="111111"/>
            </a:solidFill>
            <a:prstDash val="solid"/>
          </a:ln>
        </p:spPr>
      </p:sp>
      <p:sp>
        <p:nvSpPr>
          <p:cNvPr id="89" name="Shape 77"/>
          <p:cNvSpPr/>
          <p:nvPr/>
        </p:nvSpPr>
        <p:spPr>
          <a:xfrm>
            <a:off x="4359127" y="3663360"/>
            <a:ext cx="27393" cy="27393"/>
          </a:xfrm>
          <a:prstGeom prst="rect">
            <a:avLst/>
          </a:prstGeom>
          <a:solidFill>
            <a:srgbClr val="111111"/>
          </a:solidFill>
          <a:ln w="12700">
            <a:solidFill>
              <a:srgbClr val="111111"/>
            </a:solidFill>
            <a:prstDash val="solid"/>
          </a:ln>
        </p:spPr>
      </p:sp>
      <p:sp>
        <p:nvSpPr>
          <p:cNvPr id="90" name="Shape 78"/>
          <p:cNvSpPr/>
          <p:nvPr/>
        </p:nvSpPr>
        <p:spPr>
          <a:xfrm>
            <a:off x="4222162" y="3690753"/>
            <a:ext cx="27393" cy="27393"/>
          </a:xfrm>
          <a:prstGeom prst="rect">
            <a:avLst/>
          </a:prstGeom>
          <a:solidFill>
            <a:srgbClr val="111111"/>
          </a:solidFill>
          <a:ln w="12700">
            <a:solidFill>
              <a:srgbClr val="111111"/>
            </a:solidFill>
            <a:prstDash val="solid"/>
          </a:ln>
        </p:spPr>
      </p:sp>
      <p:sp>
        <p:nvSpPr>
          <p:cNvPr id="91" name="Shape 79"/>
          <p:cNvSpPr/>
          <p:nvPr/>
        </p:nvSpPr>
        <p:spPr>
          <a:xfrm>
            <a:off x="4304341" y="3690753"/>
            <a:ext cx="27393" cy="27393"/>
          </a:xfrm>
          <a:prstGeom prst="rect">
            <a:avLst/>
          </a:prstGeom>
          <a:solidFill>
            <a:srgbClr val="111111"/>
          </a:solidFill>
          <a:ln w="12700">
            <a:solidFill>
              <a:srgbClr val="111111"/>
            </a:solidFill>
            <a:prstDash val="solid"/>
          </a:ln>
        </p:spPr>
      </p:sp>
      <p:sp>
        <p:nvSpPr>
          <p:cNvPr id="92" name="Shape 80"/>
          <p:cNvSpPr/>
          <p:nvPr/>
        </p:nvSpPr>
        <p:spPr>
          <a:xfrm>
            <a:off x="4331734" y="3690753"/>
            <a:ext cx="27393" cy="27393"/>
          </a:xfrm>
          <a:prstGeom prst="rect">
            <a:avLst/>
          </a:prstGeom>
          <a:solidFill>
            <a:srgbClr val="111111"/>
          </a:solidFill>
          <a:ln w="12700">
            <a:solidFill>
              <a:srgbClr val="111111"/>
            </a:solidFill>
            <a:prstDash val="solid"/>
          </a:ln>
        </p:spPr>
      </p:sp>
      <p:sp>
        <p:nvSpPr>
          <p:cNvPr id="93" name="Shape 81"/>
          <p:cNvSpPr/>
          <p:nvPr/>
        </p:nvSpPr>
        <p:spPr>
          <a:xfrm>
            <a:off x="4194769" y="3718146"/>
            <a:ext cx="27393" cy="27393"/>
          </a:xfrm>
          <a:prstGeom prst="rect">
            <a:avLst/>
          </a:prstGeom>
          <a:solidFill>
            <a:srgbClr val="111111"/>
          </a:solidFill>
          <a:ln w="12700">
            <a:solidFill>
              <a:srgbClr val="111111"/>
            </a:solidFill>
            <a:prstDash val="solid"/>
          </a:ln>
        </p:spPr>
      </p:sp>
      <p:sp>
        <p:nvSpPr>
          <p:cNvPr id="94" name="Shape 82"/>
          <p:cNvSpPr/>
          <p:nvPr/>
        </p:nvSpPr>
        <p:spPr>
          <a:xfrm>
            <a:off x="4222162" y="3718146"/>
            <a:ext cx="27393" cy="27393"/>
          </a:xfrm>
          <a:prstGeom prst="rect">
            <a:avLst/>
          </a:prstGeom>
          <a:solidFill>
            <a:srgbClr val="111111"/>
          </a:solidFill>
          <a:ln w="12700">
            <a:solidFill>
              <a:srgbClr val="111111"/>
            </a:solidFill>
            <a:prstDash val="solid"/>
          </a:ln>
        </p:spPr>
      </p:sp>
      <p:sp>
        <p:nvSpPr>
          <p:cNvPr id="95" name="Shape 83"/>
          <p:cNvSpPr/>
          <p:nvPr/>
        </p:nvSpPr>
        <p:spPr>
          <a:xfrm>
            <a:off x="4249555" y="3718146"/>
            <a:ext cx="27393" cy="27393"/>
          </a:xfrm>
          <a:prstGeom prst="rect">
            <a:avLst/>
          </a:prstGeom>
          <a:solidFill>
            <a:srgbClr val="111111"/>
          </a:solidFill>
          <a:ln w="12700">
            <a:solidFill>
              <a:srgbClr val="111111"/>
            </a:solidFill>
            <a:prstDash val="solid"/>
          </a:ln>
        </p:spPr>
      </p:sp>
      <p:sp>
        <p:nvSpPr>
          <p:cNvPr id="96" name="Shape 84"/>
          <p:cNvSpPr/>
          <p:nvPr/>
        </p:nvSpPr>
        <p:spPr>
          <a:xfrm>
            <a:off x="4304341" y="3718146"/>
            <a:ext cx="27393" cy="27393"/>
          </a:xfrm>
          <a:prstGeom prst="rect">
            <a:avLst/>
          </a:prstGeom>
          <a:solidFill>
            <a:srgbClr val="111111"/>
          </a:solidFill>
          <a:ln w="12700">
            <a:solidFill>
              <a:srgbClr val="111111"/>
            </a:solidFill>
            <a:prstDash val="solid"/>
          </a:ln>
        </p:spPr>
      </p:sp>
      <p:sp>
        <p:nvSpPr>
          <p:cNvPr id="97" name="Shape 85"/>
          <p:cNvSpPr/>
          <p:nvPr/>
        </p:nvSpPr>
        <p:spPr>
          <a:xfrm>
            <a:off x="4359127" y="3718146"/>
            <a:ext cx="27393" cy="27393"/>
          </a:xfrm>
          <a:prstGeom prst="rect">
            <a:avLst/>
          </a:prstGeom>
          <a:solidFill>
            <a:srgbClr val="111111"/>
          </a:solidFill>
          <a:ln w="12700">
            <a:solidFill>
              <a:srgbClr val="111111"/>
            </a:solidFill>
            <a:prstDash val="solid"/>
          </a:ln>
        </p:spPr>
      </p:sp>
      <p:sp>
        <p:nvSpPr>
          <p:cNvPr id="98" name="Shape 86"/>
          <p:cNvSpPr/>
          <p:nvPr/>
        </p:nvSpPr>
        <p:spPr>
          <a:xfrm>
            <a:off x="1099840" y="2738381"/>
            <a:ext cx="1216152" cy="256032"/>
          </a:xfrm>
          <a:prstGeom prst="roundRect">
            <a:avLst>
              <a:gd name="adj" fmla="val 17857"/>
            </a:avLst>
          </a:prstGeom>
          <a:solidFill>
            <a:srgbClr val="FFFFFF">
              <a:alpha val="0"/>
            </a:srgbClr>
          </a:solidFill>
          <a:ln w="31750">
            <a:solidFill>
              <a:srgbClr val="E53935"/>
            </a:solidFill>
            <a:prstDash val="solid"/>
          </a:ln>
        </p:spPr>
      </p:sp>
      <p:sp>
        <p:nvSpPr>
          <p:cNvPr id="99" name="Shape 87"/>
          <p:cNvSpPr/>
          <p:nvPr/>
        </p:nvSpPr>
        <p:spPr>
          <a:xfrm>
            <a:off x="2178832" y="2601221"/>
            <a:ext cx="274320" cy="274320"/>
          </a:xfrm>
          <a:prstGeom prst="ellipse">
            <a:avLst/>
          </a:prstGeom>
          <a:solidFill>
            <a:srgbClr val="E53935"/>
          </a:solidFill>
          <a:ln w="12700">
            <a:solidFill>
              <a:srgbClr val="FFFFFF"/>
            </a:solidFill>
            <a:prstDash val="solid"/>
          </a:ln>
        </p:spPr>
      </p:sp>
      <p:sp>
        <p:nvSpPr>
          <p:cNvPr id="100" name="Text 88"/>
          <p:cNvSpPr txBox="1"/>
          <p:nvPr/>
        </p:nvSpPr>
        <p:spPr>
          <a:xfrm>
            <a:off x="2178832" y="26012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01" name="Image 10" descr="preencoded.png">    </p:cNvPr>
          <p:cNvPicPr>
            <a:picLocks noChangeAspect="1"/>
          </p:cNvPicPr>
          <p:nvPr/>
        </p:nvPicPr>
        <p:blipFill>
          <a:blip r:embed="rId11"/>
          <a:stretch>
            <a:fillRect/>
          </a:stretch>
        </p:blipFill>
        <p:spPr>
          <a:xfrm>
            <a:off x="1766895" y="2877370"/>
            <a:ext cx="237744" cy="237744"/>
          </a:xfrm>
          <a:prstGeom prst="rect">
            <a:avLst/>
          </a:prstGeom>
        </p:spPr>
      </p:pic>
      <p:sp>
        <p:nvSpPr>
          <p:cNvPr id="102" name="Shape 89"/>
          <p:cNvSpPr/>
          <p:nvPr/>
        </p:nvSpPr>
        <p:spPr>
          <a:xfrm>
            <a:off x="1099840" y="3049277"/>
            <a:ext cx="1216152" cy="292608"/>
          </a:xfrm>
          <a:prstGeom prst="roundRect">
            <a:avLst>
              <a:gd name="adj" fmla="val 15625"/>
            </a:avLst>
          </a:prstGeom>
          <a:solidFill>
            <a:srgbClr val="FFFFFF">
              <a:alpha val="0"/>
            </a:srgbClr>
          </a:solidFill>
          <a:ln w="31750">
            <a:solidFill>
              <a:srgbClr val="E53935"/>
            </a:solidFill>
            <a:prstDash val="solid"/>
          </a:ln>
        </p:spPr>
      </p:sp>
      <p:sp>
        <p:nvSpPr>
          <p:cNvPr id="103" name="Shape 90"/>
          <p:cNvSpPr/>
          <p:nvPr/>
        </p:nvSpPr>
        <p:spPr>
          <a:xfrm>
            <a:off x="2178832" y="2912117"/>
            <a:ext cx="274320" cy="274320"/>
          </a:xfrm>
          <a:prstGeom prst="ellipse">
            <a:avLst/>
          </a:prstGeom>
          <a:solidFill>
            <a:srgbClr val="E53935"/>
          </a:solidFill>
          <a:ln w="12700">
            <a:solidFill>
              <a:srgbClr val="FFFFFF"/>
            </a:solidFill>
            <a:prstDash val="solid"/>
          </a:ln>
        </p:spPr>
      </p:sp>
      <p:sp>
        <p:nvSpPr>
          <p:cNvPr id="104" name="Text 91"/>
          <p:cNvSpPr txBox="1"/>
          <p:nvPr/>
        </p:nvSpPr>
        <p:spPr>
          <a:xfrm>
            <a:off x="2178832" y="29121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05" name="Image 11" descr="preencoded.png">    </p:cNvPr>
          <p:cNvPicPr>
            <a:picLocks noChangeAspect="1"/>
          </p:cNvPicPr>
          <p:nvPr/>
        </p:nvPicPr>
        <p:blipFill>
          <a:blip r:embed="rId12"/>
          <a:stretch>
            <a:fillRect/>
          </a:stretch>
        </p:blipFill>
        <p:spPr>
          <a:xfrm>
            <a:off x="1766895" y="3208383"/>
            <a:ext cx="237744" cy="237744"/>
          </a:xfrm>
          <a:prstGeom prst="rect">
            <a:avLst/>
          </a:prstGeom>
        </p:spPr>
      </p:pic>
      <p:sp>
        <p:nvSpPr>
          <p:cNvPr id="106" name="Shape 92"/>
          <p:cNvSpPr/>
          <p:nvPr/>
        </p:nvSpPr>
        <p:spPr>
          <a:xfrm>
            <a:off x="4149049" y="3508068"/>
            <a:ext cx="298735" cy="283191"/>
          </a:xfrm>
          <a:prstGeom prst="roundRect">
            <a:avLst>
              <a:gd name="adj" fmla="val 16145"/>
            </a:avLst>
          </a:prstGeom>
          <a:solidFill>
            <a:srgbClr val="FFFFFF">
              <a:alpha val="0"/>
            </a:srgbClr>
          </a:solidFill>
          <a:ln w="31750">
            <a:solidFill>
              <a:srgbClr val="E53935"/>
            </a:solidFill>
            <a:prstDash val="solid"/>
          </a:ln>
        </p:spPr>
      </p:sp>
      <p:sp>
        <p:nvSpPr>
          <p:cNvPr id="107" name="Shape 93"/>
          <p:cNvSpPr/>
          <p:nvPr/>
        </p:nvSpPr>
        <p:spPr>
          <a:xfrm>
            <a:off x="4310624" y="3370908"/>
            <a:ext cx="274320" cy="274320"/>
          </a:xfrm>
          <a:prstGeom prst="ellipse">
            <a:avLst/>
          </a:prstGeom>
          <a:solidFill>
            <a:srgbClr val="E53935"/>
          </a:solidFill>
          <a:ln w="12700">
            <a:solidFill>
              <a:srgbClr val="FFFFFF"/>
            </a:solidFill>
            <a:prstDash val="solid"/>
          </a:ln>
        </p:spPr>
      </p:sp>
      <p:sp>
        <p:nvSpPr>
          <p:cNvPr id="108" name="Text 94"/>
          <p:cNvSpPr txBox="1"/>
          <p:nvPr/>
        </p:nvSpPr>
        <p:spPr>
          <a:xfrm>
            <a:off x="4310624" y="33709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pic>
        <p:nvPicPr>
          <p:cNvPr id="109" name="Image 12" descr="preencoded.png">    </p:cNvPr>
          <p:cNvPicPr>
            <a:picLocks noChangeAspect="1"/>
          </p:cNvPicPr>
          <p:nvPr/>
        </p:nvPicPr>
        <p:blipFill>
          <a:blip r:embed="rId13"/>
          <a:stretch>
            <a:fillRect/>
          </a:stretch>
        </p:blipFill>
        <p:spPr>
          <a:xfrm>
            <a:off x="4310610" y="3661080"/>
            <a:ext cx="237744" cy="237744"/>
          </a:xfrm>
          <a:prstGeom prst="rect">
            <a:avLst/>
          </a:prstGeom>
        </p:spPr>
      </p:pic>
      <p:sp>
        <p:nvSpPr>
          <p:cNvPr id="110" name="Text 9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8</a:t>
            </a:r>
            <a:endParaRPr lang="en-US" sz="1200" dirty="0"/>
          </a:p>
        </p:txBody>
      </p:sp>
      <p:sp>
        <p:nvSpPr>
          <p:cNvPr id="111" name="Text 9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Tempel link, Generate code, uji dengan HP</a:t>
            </a:r>
            <a:endParaRPr lang="en-US" sz="1800" dirty="0"/>
          </a:p>
        </p:txBody>
      </p:sp>
      <p:sp>
        <p:nvSpPr>
          <p:cNvPr id="112" name="Text 9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Tempel link di kotak URL (Ctrl+V), klik Generate code. QR muncul di halaman. Uji dengan kamera HP.</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35</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Halaman rubrik kelompok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Tulisan sudah disunting: ejaan, fakta, dan dalil benar.</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Halaman memakai template yang sama: kepala halaman, warna, huruf.</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Foto sudah diizinkan dan tampil rapi.</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QR code (jika ada) berhasil dipindai dengan HP.</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Semua halaman memakai template yang sama</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Ejaan dan dalil sudah diperiksa</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QR code berhasil dipindai</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Foto sudah mendapat izin</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Bagian mana yang masih perlu diperbaiki?</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pelajaran tentang kerja sama tim hari ini?</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Tampilkan wajah orang hanya dengan izin, dan jaga kehormatan setiap orang dalam majalah.</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Finalisasi, publikasi, dan pameran karya.</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36</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Finalisasi &amp; Pameran Karya</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Akhir: Digital Magazine WU</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12: Proyek Akhir Kelas 1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Apa perasaan kalian melihat hasil kerja keras selama satu tahun?</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36</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Memeriksa dan menyempurnakan majalah</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Mengunduh majalah sebagai PDF</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Mempresentasikan majalah dan portofolio dalam pameran karya</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Empat Langkah Terakhir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Periksa Akhir</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Baca ulang semua halaman: ejaan, dalil, foto, QR code, urutan halaman.</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Unduh PDF</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Share › Download › PDF Standard, agar mudah dibagikan dan dicetak.</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Publikasi</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Dibagikan di lingkungan pesantren dengan persetujuan pimpinan.</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Pameran Karya</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Presentasikan majalah dan tunjukkan portofolio masing-masing.</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Perjalanan Belajar Kelas 1</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731520" y="2011680"/>
            <a:ext cx="7680960" cy="0"/>
          </a:xfrm>
          <a:prstGeom prst="line">
            <a:avLst/>
          </a:prstGeom>
          <a:noFill/>
          <a:ln w="38100">
            <a:solidFill>
              <a:srgbClr val="1F7A5C"/>
            </a:solidFill>
            <a:prstDash val="solid"/>
          </a:ln>
        </p:spPr>
      </p:sp>
      <p:sp>
        <p:nvSpPr>
          <p:cNvPr id="10" name="Shape 6"/>
          <p:cNvSpPr/>
          <p:nvPr/>
        </p:nvSpPr>
        <p:spPr>
          <a:xfrm>
            <a:off x="731520" y="3566160"/>
            <a:ext cx="7680960" cy="0"/>
          </a:xfrm>
          <a:prstGeom prst="line">
            <a:avLst/>
          </a:prstGeom>
          <a:noFill/>
          <a:ln w="38100">
            <a:solidFill>
              <a:srgbClr val="1F7A5C"/>
            </a:solidFill>
            <a:prstDash val="solid"/>
          </a:ln>
        </p:spPr>
      </p:sp>
      <p:sp>
        <p:nvSpPr>
          <p:cNvPr id="11" name="Shape 7"/>
          <p:cNvSpPr/>
          <p:nvPr/>
        </p:nvSpPr>
        <p:spPr>
          <a:xfrm>
            <a:off x="530352" y="1810512"/>
            <a:ext cx="402336" cy="402336"/>
          </a:xfrm>
          <a:prstGeom prst="ellipse">
            <a:avLst/>
          </a:prstGeom>
          <a:solidFill>
            <a:srgbClr val="0F4C3A"/>
          </a:solidFill>
          <a:ln/>
        </p:spPr>
      </p:sp>
      <p:sp>
        <p:nvSpPr>
          <p:cNvPr id="12" name="Text 8"/>
          <p:cNvSpPr txBox="1"/>
          <p:nvPr/>
        </p:nvSpPr>
        <p:spPr>
          <a:xfrm>
            <a:off x="530352" y="181051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9"/>
          <p:cNvSpPr txBox="1"/>
          <p:nvPr/>
        </p:nvSpPr>
        <p:spPr>
          <a:xfrm>
            <a:off x="45720" y="1325880"/>
            <a:ext cx="1371600" cy="411480"/>
          </a:xfrm>
          <a:prstGeom prst="rect">
            <a:avLst/>
          </a:prstGeom>
          <a:noFill/>
          <a:ln/>
        </p:spPr>
        <p:txBody>
          <a:bodyPr wrap="square" lIns="0" tIns="0" rIns="0" bIns="0" rtlCol="0" anchor="b"/>
          <a:lstStyle/>
          <a:p>
            <a:pPr algn="ctr" indent="0" marL="0">
              <a:buNone/>
            </a:pPr>
            <a:r>
              <a:rPr lang="en-US" sz="1150" dirty="0">
                <a:solidFill>
                  <a:srgbClr val="1E2A26"/>
                </a:solidFill>
                <a:latin typeface="Calibri" pitchFamily="34" charset="0"/>
                <a:ea typeface="Calibri" pitchFamily="34" charset="-122"/>
                <a:cs typeface="Calibri" pitchFamily="34" charset="-120"/>
              </a:rPr>
              <a:t>Digital Folder</a:t>
            </a:r>
            <a:endParaRPr lang="en-US" sz="1150" dirty="0"/>
          </a:p>
        </p:txBody>
      </p:sp>
      <p:sp>
        <p:nvSpPr>
          <p:cNvPr id="14" name="Shape 10"/>
          <p:cNvSpPr/>
          <p:nvPr/>
        </p:nvSpPr>
        <p:spPr>
          <a:xfrm>
            <a:off x="2066544" y="1810512"/>
            <a:ext cx="402336" cy="402336"/>
          </a:xfrm>
          <a:prstGeom prst="ellipse">
            <a:avLst/>
          </a:prstGeom>
          <a:solidFill>
            <a:srgbClr val="0F4C3A"/>
          </a:solidFill>
          <a:ln/>
        </p:spPr>
      </p:sp>
      <p:sp>
        <p:nvSpPr>
          <p:cNvPr id="15" name="Text 11"/>
          <p:cNvSpPr txBox="1"/>
          <p:nvPr/>
        </p:nvSpPr>
        <p:spPr>
          <a:xfrm>
            <a:off x="2066544" y="181051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2"/>
          <p:cNvSpPr txBox="1"/>
          <p:nvPr/>
        </p:nvSpPr>
        <p:spPr>
          <a:xfrm>
            <a:off x="1581912" y="1325880"/>
            <a:ext cx="1371600" cy="411480"/>
          </a:xfrm>
          <a:prstGeom prst="rect">
            <a:avLst/>
          </a:prstGeom>
          <a:noFill/>
          <a:ln/>
        </p:spPr>
        <p:txBody>
          <a:bodyPr wrap="square" lIns="0" tIns="0" rIns="0" bIns="0" rtlCol="0" anchor="b"/>
          <a:lstStyle/>
          <a:p>
            <a:pPr algn="ctr" indent="0" marL="0">
              <a:buNone/>
            </a:pPr>
            <a:r>
              <a:rPr lang="en-US" sz="1150" dirty="0">
                <a:solidFill>
                  <a:srgbClr val="1E2A26"/>
                </a:solidFill>
                <a:latin typeface="Calibri" pitchFamily="34" charset="0"/>
                <a:ea typeface="Calibri" pitchFamily="34" charset="-122"/>
                <a:cs typeface="Calibri" pitchFamily="34" charset="-120"/>
              </a:rPr>
              <a:t>Folder Kelas</a:t>
            </a:r>
            <a:endParaRPr lang="en-US" sz="1150" dirty="0"/>
          </a:p>
        </p:txBody>
      </p:sp>
      <p:sp>
        <p:nvSpPr>
          <p:cNvPr id="17" name="Shape 13"/>
          <p:cNvSpPr/>
          <p:nvPr/>
        </p:nvSpPr>
        <p:spPr>
          <a:xfrm>
            <a:off x="3602736" y="1810512"/>
            <a:ext cx="402336" cy="402336"/>
          </a:xfrm>
          <a:prstGeom prst="ellipse">
            <a:avLst/>
          </a:prstGeom>
          <a:solidFill>
            <a:srgbClr val="0F4C3A"/>
          </a:solidFill>
          <a:ln/>
        </p:spPr>
      </p:sp>
      <p:sp>
        <p:nvSpPr>
          <p:cNvPr id="18" name="Text 14"/>
          <p:cNvSpPr txBox="1"/>
          <p:nvPr/>
        </p:nvSpPr>
        <p:spPr>
          <a:xfrm>
            <a:off x="3602736" y="181051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5"/>
          <p:cNvSpPr txBox="1"/>
          <p:nvPr/>
        </p:nvSpPr>
        <p:spPr>
          <a:xfrm>
            <a:off x="3118104" y="1325880"/>
            <a:ext cx="1371600" cy="411480"/>
          </a:xfrm>
          <a:prstGeom prst="rect">
            <a:avLst/>
          </a:prstGeom>
          <a:noFill/>
          <a:ln/>
        </p:spPr>
        <p:txBody>
          <a:bodyPr wrap="square" lIns="0" tIns="0" rIns="0" bIns="0" rtlCol="0" anchor="b"/>
          <a:lstStyle/>
          <a:p>
            <a:pPr algn="ctr" indent="0" marL="0">
              <a:buNone/>
            </a:pPr>
            <a:r>
              <a:rPr lang="en-US" sz="1150" dirty="0">
                <a:solidFill>
                  <a:srgbClr val="1E2A26"/>
                </a:solidFill>
                <a:latin typeface="Calibri" pitchFamily="34" charset="0"/>
                <a:ea typeface="Calibri" pitchFamily="34" charset="-122"/>
                <a:cs typeface="Calibri" pitchFamily="34" charset="-120"/>
              </a:rPr>
              <a:t>Buku Adab</a:t>
            </a:r>
            <a:endParaRPr lang="en-US" sz="1150" dirty="0"/>
          </a:p>
        </p:txBody>
      </p:sp>
      <p:sp>
        <p:nvSpPr>
          <p:cNvPr id="20" name="Shape 16"/>
          <p:cNvSpPr/>
          <p:nvPr/>
        </p:nvSpPr>
        <p:spPr>
          <a:xfrm>
            <a:off x="5138928" y="1810512"/>
            <a:ext cx="402336" cy="402336"/>
          </a:xfrm>
          <a:prstGeom prst="ellipse">
            <a:avLst/>
          </a:prstGeom>
          <a:solidFill>
            <a:srgbClr val="0F4C3A"/>
          </a:solidFill>
          <a:ln/>
        </p:spPr>
      </p:sp>
      <p:sp>
        <p:nvSpPr>
          <p:cNvPr id="21" name="Text 17"/>
          <p:cNvSpPr txBox="1"/>
          <p:nvPr/>
        </p:nvSpPr>
        <p:spPr>
          <a:xfrm>
            <a:off x="5138928" y="181051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18"/>
          <p:cNvSpPr txBox="1"/>
          <p:nvPr/>
        </p:nvSpPr>
        <p:spPr>
          <a:xfrm>
            <a:off x="4654296" y="1325880"/>
            <a:ext cx="1371600" cy="411480"/>
          </a:xfrm>
          <a:prstGeom prst="rect">
            <a:avLst/>
          </a:prstGeom>
          <a:noFill/>
          <a:ln/>
        </p:spPr>
        <p:txBody>
          <a:bodyPr wrap="square" lIns="0" tIns="0" rIns="0" bIns="0" rtlCol="0" anchor="b"/>
          <a:lstStyle/>
          <a:p>
            <a:pPr algn="ctr" indent="0" marL="0">
              <a:buNone/>
            </a:pPr>
            <a:r>
              <a:rPr lang="en-US" sz="1150" dirty="0">
                <a:solidFill>
                  <a:srgbClr val="1E2A26"/>
                </a:solidFill>
                <a:latin typeface="Calibri" pitchFamily="34" charset="0"/>
                <a:ea typeface="Calibri" pitchFamily="34" charset="-122"/>
                <a:cs typeface="Calibri" pitchFamily="34" charset="-120"/>
              </a:rPr>
              <a:t>Ensiklopedia</a:t>
            </a:r>
            <a:endParaRPr lang="en-US" sz="1150" dirty="0"/>
          </a:p>
        </p:txBody>
      </p:sp>
      <p:sp>
        <p:nvSpPr>
          <p:cNvPr id="23" name="Shape 19"/>
          <p:cNvSpPr/>
          <p:nvPr/>
        </p:nvSpPr>
        <p:spPr>
          <a:xfrm>
            <a:off x="6675120" y="1810512"/>
            <a:ext cx="402336" cy="402336"/>
          </a:xfrm>
          <a:prstGeom prst="ellipse">
            <a:avLst/>
          </a:prstGeom>
          <a:solidFill>
            <a:srgbClr val="0F4C3A"/>
          </a:solidFill>
          <a:ln/>
        </p:spPr>
      </p:sp>
      <p:sp>
        <p:nvSpPr>
          <p:cNvPr id="24" name="Text 20"/>
          <p:cNvSpPr txBox="1"/>
          <p:nvPr/>
        </p:nvSpPr>
        <p:spPr>
          <a:xfrm>
            <a:off x="6675120" y="181051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5" name="Text 21"/>
          <p:cNvSpPr txBox="1"/>
          <p:nvPr/>
        </p:nvSpPr>
        <p:spPr>
          <a:xfrm>
            <a:off x="6190488" y="1325880"/>
            <a:ext cx="1371600" cy="411480"/>
          </a:xfrm>
          <a:prstGeom prst="rect">
            <a:avLst/>
          </a:prstGeom>
          <a:noFill/>
          <a:ln/>
        </p:spPr>
        <p:txBody>
          <a:bodyPr wrap="square" lIns="0" tIns="0" rIns="0" bIns="0" rtlCol="0" anchor="b"/>
          <a:lstStyle/>
          <a:p>
            <a:pPr algn="ctr" indent="0" marL="0">
              <a:buNone/>
            </a:pPr>
            <a:r>
              <a:rPr lang="en-US" sz="1150" dirty="0">
                <a:solidFill>
                  <a:srgbClr val="1E2A26"/>
                </a:solidFill>
                <a:latin typeface="Calibri" pitchFamily="34" charset="0"/>
                <a:ea typeface="Calibri" pitchFamily="34" charset="-122"/>
                <a:cs typeface="Calibri" pitchFamily="34" charset="-120"/>
              </a:rPr>
              <a:t>Poster Dakwah</a:t>
            </a:r>
            <a:endParaRPr lang="en-US" sz="1150" dirty="0"/>
          </a:p>
        </p:txBody>
      </p:sp>
      <p:sp>
        <p:nvSpPr>
          <p:cNvPr id="26" name="Shape 22"/>
          <p:cNvSpPr/>
          <p:nvPr/>
        </p:nvSpPr>
        <p:spPr>
          <a:xfrm>
            <a:off x="8211312" y="1810512"/>
            <a:ext cx="402336" cy="402336"/>
          </a:xfrm>
          <a:prstGeom prst="ellipse">
            <a:avLst/>
          </a:prstGeom>
          <a:solidFill>
            <a:srgbClr val="0F4C3A"/>
          </a:solidFill>
          <a:ln/>
        </p:spPr>
      </p:sp>
      <p:sp>
        <p:nvSpPr>
          <p:cNvPr id="27" name="Text 23"/>
          <p:cNvSpPr txBox="1"/>
          <p:nvPr/>
        </p:nvSpPr>
        <p:spPr>
          <a:xfrm>
            <a:off x="8211312" y="181051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8" name="Text 24"/>
          <p:cNvSpPr txBox="1"/>
          <p:nvPr/>
        </p:nvSpPr>
        <p:spPr>
          <a:xfrm>
            <a:off x="7726680" y="1325880"/>
            <a:ext cx="1371600" cy="411480"/>
          </a:xfrm>
          <a:prstGeom prst="rect">
            <a:avLst/>
          </a:prstGeom>
          <a:noFill/>
          <a:ln/>
        </p:spPr>
        <p:txBody>
          <a:bodyPr wrap="square" lIns="0" tIns="0" rIns="0" bIns="0" rtlCol="0" anchor="b"/>
          <a:lstStyle/>
          <a:p>
            <a:pPr algn="ctr" indent="0" marL="0">
              <a:buNone/>
            </a:pPr>
            <a:r>
              <a:rPr lang="en-US" sz="1150" dirty="0">
                <a:solidFill>
                  <a:srgbClr val="1E2A26"/>
                </a:solidFill>
                <a:latin typeface="Calibri" pitchFamily="34" charset="0"/>
                <a:ea typeface="Calibri" pitchFamily="34" charset="-122"/>
                <a:cs typeface="Calibri" pitchFamily="34" charset="-120"/>
              </a:rPr>
              <a:t>Presentasi</a:t>
            </a:r>
            <a:endParaRPr lang="en-US" sz="1150" dirty="0"/>
          </a:p>
        </p:txBody>
      </p:sp>
      <p:sp>
        <p:nvSpPr>
          <p:cNvPr id="29" name="Shape 25"/>
          <p:cNvSpPr/>
          <p:nvPr/>
        </p:nvSpPr>
        <p:spPr>
          <a:xfrm>
            <a:off x="530352" y="3364992"/>
            <a:ext cx="402336" cy="402336"/>
          </a:xfrm>
          <a:prstGeom prst="ellipse">
            <a:avLst/>
          </a:prstGeom>
          <a:solidFill>
            <a:srgbClr val="0F4C3A"/>
          </a:solidFill>
          <a:ln/>
        </p:spPr>
      </p:sp>
      <p:sp>
        <p:nvSpPr>
          <p:cNvPr id="30" name="Text 26"/>
          <p:cNvSpPr txBox="1"/>
          <p:nvPr/>
        </p:nvSpPr>
        <p:spPr>
          <a:xfrm>
            <a:off x="530352" y="336499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1" name="Text 27"/>
          <p:cNvSpPr txBox="1"/>
          <p:nvPr/>
        </p:nvSpPr>
        <p:spPr>
          <a:xfrm>
            <a:off x="45720" y="3840480"/>
            <a:ext cx="1371600" cy="411480"/>
          </a:xfrm>
          <a:prstGeom prst="rect">
            <a:avLst/>
          </a:prstGeom>
          <a:noFill/>
          <a:ln/>
        </p:spPr>
        <p:txBody>
          <a:bodyPr wrap="square" lIns="0" tIns="0" rIns="0" bIns="0" rtlCol="0" anchor="t"/>
          <a:lstStyle/>
          <a:p>
            <a:pPr algn="ctr" indent="0" marL="0">
              <a:buNone/>
            </a:pPr>
            <a:r>
              <a:rPr lang="en-US" sz="1150" dirty="0">
                <a:solidFill>
                  <a:srgbClr val="1E2A26"/>
                </a:solidFill>
                <a:latin typeface="Calibri" pitchFamily="34" charset="0"/>
                <a:ea typeface="Calibri" pitchFamily="34" charset="-122"/>
                <a:cs typeface="Calibri" pitchFamily="34" charset="-120"/>
              </a:rPr>
              <a:t>Nasihat 1 Menit</a:t>
            </a:r>
            <a:endParaRPr lang="en-US" sz="1150" dirty="0"/>
          </a:p>
        </p:txBody>
      </p:sp>
      <p:sp>
        <p:nvSpPr>
          <p:cNvPr id="32" name="Shape 28"/>
          <p:cNvSpPr/>
          <p:nvPr/>
        </p:nvSpPr>
        <p:spPr>
          <a:xfrm>
            <a:off x="2066544" y="3364992"/>
            <a:ext cx="402336" cy="402336"/>
          </a:xfrm>
          <a:prstGeom prst="ellipse">
            <a:avLst/>
          </a:prstGeom>
          <a:solidFill>
            <a:srgbClr val="0F4C3A"/>
          </a:solidFill>
          <a:ln/>
        </p:spPr>
      </p:sp>
      <p:sp>
        <p:nvSpPr>
          <p:cNvPr id="33" name="Text 29"/>
          <p:cNvSpPr txBox="1"/>
          <p:nvPr/>
        </p:nvSpPr>
        <p:spPr>
          <a:xfrm>
            <a:off x="2066544" y="336499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4" name="Text 30"/>
          <p:cNvSpPr txBox="1"/>
          <p:nvPr/>
        </p:nvSpPr>
        <p:spPr>
          <a:xfrm>
            <a:off x="1581912" y="3840480"/>
            <a:ext cx="1371600" cy="411480"/>
          </a:xfrm>
          <a:prstGeom prst="rect">
            <a:avLst/>
          </a:prstGeom>
          <a:noFill/>
          <a:ln/>
        </p:spPr>
        <p:txBody>
          <a:bodyPr wrap="square" lIns="0" tIns="0" rIns="0" bIns="0" rtlCol="0" anchor="t"/>
          <a:lstStyle/>
          <a:p>
            <a:pPr algn="ctr" indent="0" marL="0">
              <a:buNone/>
            </a:pPr>
            <a:r>
              <a:rPr lang="en-US" sz="1150" dirty="0">
                <a:solidFill>
                  <a:srgbClr val="1E2A26"/>
                </a:solidFill>
                <a:latin typeface="Calibri" pitchFamily="34" charset="0"/>
                <a:ea typeface="Calibri" pitchFamily="34" charset="-122"/>
                <a:cs typeface="Calibri" pitchFamily="34" charset="-120"/>
              </a:rPr>
              <a:t>Video Adab</a:t>
            </a:r>
            <a:endParaRPr lang="en-US" sz="1150" dirty="0"/>
          </a:p>
        </p:txBody>
      </p:sp>
      <p:sp>
        <p:nvSpPr>
          <p:cNvPr id="35" name="Shape 31"/>
          <p:cNvSpPr/>
          <p:nvPr/>
        </p:nvSpPr>
        <p:spPr>
          <a:xfrm>
            <a:off x="3602736" y="3364992"/>
            <a:ext cx="402336" cy="402336"/>
          </a:xfrm>
          <a:prstGeom prst="ellipse">
            <a:avLst/>
          </a:prstGeom>
          <a:solidFill>
            <a:srgbClr val="0F4C3A"/>
          </a:solidFill>
          <a:ln/>
        </p:spPr>
      </p:sp>
      <p:sp>
        <p:nvSpPr>
          <p:cNvPr id="36" name="Text 32"/>
          <p:cNvSpPr txBox="1"/>
          <p:nvPr/>
        </p:nvSpPr>
        <p:spPr>
          <a:xfrm>
            <a:off x="3602736" y="336499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37" name="Text 33"/>
          <p:cNvSpPr txBox="1"/>
          <p:nvPr/>
        </p:nvSpPr>
        <p:spPr>
          <a:xfrm>
            <a:off x="3118104" y="3840480"/>
            <a:ext cx="1371600" cy="411480"/>
          </a:xfrm>
          <a:prstGeom prst="rect">
            <a:avLst/>
          </a:prstGeom>
          <a:noFill/>
          <a:ln/>
        </p:spPr>
        <p:txBody>
          <a:bodyPr wrap="square" lIns="0" tIns="0" rIns="0" bIns="0" rtlCol="0" anchor="t"/>
          <a:lstStyle/>
          <a:p>
            <a:pPr algn="ctr" indent="0" marL="0">
              <a:buNone/>
            </a:pPr>
            <a:r>
              <a:rPr lang="en-US" sz="1150" dirty="0">
                <a:solidFill>
                  <a:srgbClr val="1E2A26"/>
                </a:solidFill>
                <a:latin typeface="Calibri" pitchFamily="34" charset="0"/>
                <a:ea typeface="Calibri" pitchFamily="34" charset="-122"/>
                <a:cs typeface="Calibri" pitchFamily="34" charset="-120"/>
              </a:rPr>
              <a:t>Panduan AI</a:t>
            </a:r>
            <a:endParaRPr lang="en-US" sz="1150" dirty="0"/>
          </a:p>
        </p:txBody>
      </p:sp>
      <p:sp>
        <p:nvSpPr>
          <p:cNvPr id="38" name="Shape 34"/>
          <p:cNvSpPr/>
          <p:nvPr/>
        </p:nvSpPr>
        <p:spPr>
          <a:xfrm>
            <a:off x="5138928" y="3364992"/>
            <a:ext cx="402336" cy="402336"/>
          </a:xfrm>
          <a:prstGeom prst="ellipse">
            <a:avLst/>
          </a:prstGeom>
          <a:solidFill>
            <a:srgbClr val="0F4C3A"/>
          </a:solidFill>
          <a:ln/>
        </p:spPr>
      </p:sp>
      <p:sp>
        <p:nvSpPr>
          <p:cNvPr id="39" name="Text 35"/>
          <p:cNvSpPr txBox="1"/>
          <p:nvPr/>
        </p:nvSpPr>
        <p:spPr>
          <a:xfrm>
            <a:off x="5138928" y="336499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40" name="Text 36"/>
          <p:cNvSpPr txBox="1"/>
          <p:nvPr/>
        </p:nvSpPr>
        <p:spPr>
          <a:xfrm>
            <a:off x="4654296" y="3840480"/>
            <a:ext cx="1371600" cy="411480"/>
          </a:xfrm>
          <a:prstGeom prst="rect">
            <a:avLst/>
          </a:prstGeom>
          <a:noFill/>
          <a:ln/>
        </p:spPr>
        <p:txBody>
          <a:bodyPr wrap="square" lIns="0" tIns="0" rIns="0" bIns="0" rtlCol="0" anchor="t"/>
          <a:lstStyle/>
          <a:p>
            <a:pPr algn="ctr" indent="0" marL="0">
              <a:buNone/>
            </a:pPr>
            <a:r>
              <a:rPr lang="en-US" sz="1150" dirty="0">
                <a:solidFill>
                  <a:srgbClr val="1E2A26"/>
                </a:solidFill>
                <a:latin typeface="Calibri" pitchFamily="34" charset="0"/>
                <a:ea typeface="Calibri" pitchFamily="34" charset="-122"/>
                <a:cs typeface="Calibri" pitchFamily="34" charset="-120"/>
              </a:rPr>
              <a:t>AI Study Assistant</a:t>
            </a:r>
            <a:endParaRPr lang="en-US" sz="1150" dirty="0"/>
          </a:p>
        </p:txBody>
      </p:sp>
      <p:sp>
        <p:nvSpPr>
          <p:cNvPr id="41" name="Shape 37"/>
          <p:cNvSpPr/>
          <p:nvPr/>
        </p:nvSpPr>
        <p:spPr>
          <a:xfrm>
            <a:off x="6675120" y="3364992"/>
            <a:ext cx="402336" cy="402336"/>
          </a:xfrm>
          <a:prstGeom prst="ellipse">
            <a:avLst/>
          </a:prstGeom>
          <a:solidFill>
            <a:srgbClr val="0F4C3A"/>
          </a:solidFill>
          <a:ln/>
        </p:spPr>
      </p:sp>
      <p:sp>
        <p:nvSpPr>
          <p:cNvPr id="42" name="Text 38"/>
          <p:cNvSpPr txBox="1"/>
          <p:nvPr/>
        </p:nvSpPr>
        <p:spPr>
          <a:xfrm>
            <a:off x="6675120" y="336499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43" name="Text 39"/>
          <p:cNvSpPr txBox="1"/>
          <p:nvPr/>
        </p:nvSpPr>
        <p:spPr>
          <a:xfrm>
            <a:off x="6190488" y="3840480"/>
            <a:ext cx="1371600" cy="411480"/>
          </a:xfrm>
          <a:prstGeom prst="rect">
            <a:avLst/>
          </a:prstGeom>
          <a:noFill/>
          <a:ln/>
        </p:spPr>
        <p:txBody>
          <a:bodyPr wrap="square" lIns="0" tIns="0" rIns="0" bIns="0" rtlCol="0" anchor="t"/>
          <a:lstStyle/>
          <a:p>
            <a:pPr algn="ctr" indent="0" marL="0">
              <a:buNone/>
            </a:pPr>
            <a:r>
              <a:rPr lang="en-US" sz="1150" dirty="0">
                <a:solidFill>
                  <a:srgbClr val="1E2A26"/>
                </a:solidFill>
                <a:latin typeface="Calibri" pitchFamily="34" charset="0"/>
                <a:ea typeface="Calibri" pitchFamily="34" charset="-122"/>
                <a:cs typeface="Calibri" pitchFamily="34" charset="-120"/>
              </a:rPr>
              <a:t>Cerita Digital</a:t>
            </a:r>
            <a:endParaRPr lang="en-US" sz="1150" dirty="0"/>
          </a:p>
        </p:txBody>
      </p:sp>
      <p:sp>
        <p:nvSpPr>
          <p:cNvPr id="44" name="Shape 40"/>
          <p:cNvSpPr/>
          <p:nvPr/>
        </p:nvSpPr>
        <p:spPr>
          <a:xfrm>
            <a:off x="8211312" y="3364992"/>
            <a:ext cx="402336" cy="402336"/>
          </a:xfrm>
          <a:prstGeom prst="ellipse">
            <a:avLst/>
          </a:prstGeom>
          <a:solidFill>
            <a:srgbClr val="D4A017"/>
          </a:solidFill>
          <a:ln/>
        </p:spPr>
      </p:sp>
      <p:sp>
        <p:nvSpPr>
          <p:cNvPr id="45" name="Text 41"/>
          <p:cNvSpPr txBox="1"/>
          <p:nvPr/>
        </p:nvSpPr>
        <p:spPr>
          <a:xfrm>
            <a:off x="8211312" y="336499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46" name="Text 42"/>
          <p:cNvSpPr txBox="1"/>
          <p:nvPr/>
        </p:nvSpPr>
        <p:spPr>
          <a:xfrm>
            <a:off x="7726680" y="3840480"/>
            <a:ext cx="1371600" cy="411480"/>
          </a:xfrm>
          <a:prstGeom prst="rect">
            <a:avLst/>
          </a:prstGeom>
          <a:noFill/>
          <a:ln/>
        </p:spPr>
        <p:txBody>
          <a:bodyPr wrap="square" lIns="0" tIns="0" rIns="0" bIns="0" rtlCol="0" anchor="t"/>
          <a:lstStyle/>
          <a:p>
            <a:pPr algn="ctr" indent="0" marL="0">
              <a:buNone/>
            </a:pPr>
            <a:r>
              <a:rPr lang="en-US" sz="1150" b="1" dirty="0">
                <a:solidFill>
                  <a:srgbClr val="E53935"/>
                </a:solidFill>
                <a:latin typeface="Calibri" pitchFamily="34" charset="0"/>
                <a:ea typeface="Calibri" pitchFamily="34" charset="-122"/>
                <a:cs typeface="Calibri" pitchFamily="34" charset="-120"/>
              </a:rPr>
              <a:t>Digital Magazine WU</a:t>
            </a:r>
            <a:endParaRPr lang="en-US" sz="1150" dirty="0"/>
          </a:p>
        </p:txBody>
      </p:sp>
      <p:sp>
        <p:nvSpPr>
          <p:cNvPr id="47" name="Text 43"/>
          <p:cNvSpPr txBox="1"/>
          <p:nvPr/>
        </p:nvSpPr>
        <p:spPr>
          <a:xfrm>
            <a:off x="457200" y="1097280"/>
            <a:ext cx="2743200" cy="274320"/>
          </a:xfrm>
          <a:prstGeom prst="rect">
            <a:avLst/>
          </a:prstGeom>
          <a:noFill/>
          <a:ln/>
        </p:spPr>
        <p:txBody>
          <a:bodyPr wrap="square" lIns="0" tIns="0" rIns="0" bIns="0" rtlCol="0" anchor="t"/>
          <a:lstStyle/>
          <a:p>
            <a:pPr indent="0" marL="0">
              <a:buNone/>
            </a:pPr>
            <a:r>
              <a:rPr lang="en-US" sz="1300" b="1" dirty="0">
                <a:solidFill>
                  <a:srgbClr val="1F7A5C"/>
                </a:solidFill>
                <a:latin typeface="Calibri" pitchFamily="34" charset="0"/>
                <a:ea typeface="Calibri" pitchFamily="34" charset="-122"/>
                <a:cs typeface="Calibri" pitchFamily="34" charset="-120"/>
              </a:rPr>
              <a:t>Semester 1</a:t>
            </a:r>
            <a:endParaRPr lang="en-US" sz="1300" dirty="0"/>
          </a:p>
        </p:txBody>
      </p:sp>
      <p:sp>
        <p:nvSpPr>
          <p:cNvPr id="48" name="Text 44"/>
          <p:cNvSpPr txBox="1"/>
          <p:nvPr/>
        </p:nvSpPr>
        <p:spPr>
          <a:xfrm>
            <a:off x="457200" y="4160520"/>
            <a:ext cx="2743200" cy="274320"/>
          </a:xfrm>
          <a:prstGeom prst="rect">
            <a:avLst/>
          </a:prstGeom>
          <a:noFill/>
          <a:ln/>
        </p:spPr>
        <p:txBody>
          <a:bodyPr wrap="square" lIns="0" tIns="0" rIns="0" bIns="0" rtlCol="0" anchor="t"/>
          <a:lstStyle/>
          <a:p>
            <a:pPr indent="0" marL="0">
              <a:buNone/>
            </a:pPr>
            <a:r>
              <a:rPr lang="en-US" sz="1300" b="1" dirty="0">
                <a:solidFill>
                  <a:srgbClr val="1F7A5C"/>
                </a:solidFill>
                <a:latin typeface="Calibri" pitchFamily="34" charset="0"/>
                <a:ea typeface="Calibri" pitchFamily="34" charset="-122"/>
                <a:cs typeface="Calibri" pitchFamily="34" charset="-120"/>
              </a:rPr>
              <a:t>Semester 2</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Finalisasi dan Pameran Karya</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Akhir Kelas 1 · ikuti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Pemeriksaan akhir dan unduh PDF</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Merapikan portofolio</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Pameran karya</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Finalisasi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781888"/>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7D2AE8"/>
          </a:solidFill>
          <a:ln w="12700">
            <a:solidFill>
              <a:srgbClr val="7D2AE8"/>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Digital_Magazine_WU - 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562432"/>
          </a:xfrm>
          <a:prstGeom prst="rect">
            <a:avLst/>
          </a:prstGeom>
          <a:solidFill>
            <a:srgbClr val="EBECF0"/>
          </a:solidFill>
          <a:ln w="12700">
            <a:solidFill>
              <a:srgbClr val="EBECF0"/>
            </a:solidFill>
            <a:prstDash val="solid"/>
          </a:ln>
        </p:spPr>
      </p:sp>
      <p:sp>
        <p:nvSpPr>
          <p:cNvPr id="23" name="Shape 19"/>
          <p:cNvSpPr/>
          <p:nvPr/>
        </p:nvSpPr>
        <p:spPr>
          <a:xfrm>
            <a:off x="816376" y="1586237"/>
            <a:ext cx="502920" cy="713232"/>
          </a:xfrm>
          <a:prstGeom prst="rect">
            <a:avLst/>
          </a:prstGeom>
          <a:solidFill>
            <a:srgbClr val="0F4C3A"/>
          </a:solidFill>
          <a:ln w="6350">
            <a:solidFill>
              <a:srgbClr val="BBBBBB"/>
            </a:solidFill>
            <a:prstDash val="solid"/>
          </a:ln>
        </p:spPr>
      </p:sp>
      <p:pic>
        <p:nvPicPr>
          <p:cNvPr id="24" name="Image 2" descr="/home/claude/logo.png">    </p:cNvPr>
          <p:cNvPicPr>
            <a:picLocks noChangeAspect="1"/>
          </p:cNvPicPr>
          <p:nvPr/>
        </p:nvPicPr>
        <p:blipFill>
          <a:blip r:embed="rId3"/>
          <a:stretch>
            <a:fillRect/>
          </a:stretch>
        </p:blipFill>
        <p:spPr>
          <a:xfrm>
            <a:off x="971824" y="1641101"/>
            <a:ext cx="182880" cy="182880"/>
          </a:xfrm>
          <a:prstGeom prst="rect">
            <a:avLst/>
          </a:prstGeom>
        </p:spPr>
      </p:pic>
      <p:sp>
        <p:nvSpPr>
          <p:cNvPr id="25" name="Text 20"/>
          <p:cNvSpPr txBox="1"/>
          <p:nvPr/>
        </p:nvSpPr>
        <p:spPr>
          <a:xfrm>
            <a:off x="816376" y="2317757"/>
            <a:ext cx="502920" cy="137160"/>
          </a:xfrm>
          <a:prstGeom prst="rect">
            <a:avLst/>
          </a:prstGeom>
          <a:noFill/>
          <a:ln/>
        </p:spPr>
        <p:txBody>
          <a:bodyPr wrap="square" lIns="0" tIns="0" rIns="0" bIns="0" rtlCol="0" anchor="t"/>
          <a:lstStyle/>
          <a:p>
            <a:pPr algn="ctr" indent="0" marL="0">
              <a:buNone/>
            </a:pPr>
            <a:r>
              <a:rPr lang="en-US" sz="700" dirty="0">
                <a:solidFill>
                  <a:srgbClr val="1E2A26"/>
                </a:solidFill>
                <a:latin typeface="Calibri" pitchFamily="34" charset="0"/>
                <a:ea typeface="Calibri" pitchFamily="34" charset="-122"/>
                <a:cs typeface="Calibri" pitchFamily="34" charset="-120"/>
              </a:rPr>
              <a:t>1</a:t>
            </a:r>
            <a:endParaRPr lang="en-US" sz="700" dirty="0"/>
          </a:p>
        </p:txBody>
      </p:sp>
      <p:sp>
        <p:nvSpPr>
          <p:cNvPr id="26" name="Shape 21"/>
          <p:cNvSpPr/>
          <p:nvPr/>
        </p:nvSpPr>
        <p:spPr>
          <a:xfrm>
            <a:off x="1730776" y="1586237"/>
            <a:ext cx="502920" cy="713232"/>
          </a:xfrm>
          <a:prstGeom prst="rect">
            <a:avLst/>
          </a:prstGeom>
          <a:solidFill>
            <a:srgbClr val="FFFFFF"/>
          </a:solidFill>
          <a:ln w="6350">
            <a:solidFill>
              <a:srgbClr val="BBBBBB"/>
            </a:solidFill>
            <a:prstDash val="solid"/>
          </a:ln>
        </p:spPr>
      </p:sp>
      <p:sp>
        <p:nvSpPr>
          <p:cNvPr id="27" name="Shape 22"/>
          <p:cNvSpPr/>
          <p:nvPr/>
        </p:nvSpPr>
        <p:spPr>
          <a:xfrm>
            <a:off x="1730776" y="1586237"/>
            <a:ext cx="502920" cy="73152"/>
          </a:xfrm>
          <a:prstGeom prst="rect">
            <a:avLst/>
          </a:prstGeom>
          <a:solidFill>
            <a:srgbClr val="0F4C3A"/>
          </a:solidFill>
          <a:ln w="12700">
            <a:solidFill>
              <a:srgbClr val="0F4C3A"/>
            </a:solidFill>
            <a:prstDash val="solid"/>
          </a:ln>
        </p:spPr>
      </p:sp>
      <p:sp>
        <p:nvSpPr>
          <p:cNvPr id="28" name="Text 23"/>
          <p:cNvSpPr txBox="1"/>
          <p:nvPr/>
        </p:nvSpPr>
        <p:spPr>
          <a:xfrm>
            <a:off x="1730776" y="2317757"/>
            <a:ext cx="502920" cy="137160"/>
          </a:xfrm>
          <a:prstGeom prst="rect">
            <a:avLst/>
          </a:prstGeom>
          <a:noFill/>
          <a:ln/>
        </p:spPr>
        <p:txBody>
          <a:bodyPr wrap="square" lIns="0" tIns="0" rIns="0" bIns="0" rtlCol="0" anchor="t"/>
          <a:lstStyle/>
          <a:p>
            <a:pPr algn="ctr" indent="0" marL="0">
              <a:buNone/>
            </a:pPr>
            <a:r>
              <a:rPr lang="en-US" sz="700" dirty="0">
                <a:solidFill>
                  <a:srgbClr val="1E2A26"/>
                </a:solidFill>
                <a:latin typeface="Calibri" pitchFamily="34" charset="0"/>
                <a:ea typeface="Calibri" pitchFamily="34" charset="-122"/>
                <a:cs typeface="Calibri" pitchFamily="34" charset="-120"/>
              </a:rPr>
              <a:t>2</a:t>
            </a:r>
            <a:endParaRPr lang="en-US" sz="700" dirty="0"/>
          </a:p>
        </p:txBody>
      </p:sp>
      <p:sp>
        <p:nvSpPr>
          <p:cNvPr id="29" name="Shape 24"/>
          <p:cNvSpPr/>
          <p:nvPr/>
        </p:nvSpPr>
        <p:spPr>
          <a:xfrm>
            <a:off x="2645176" y="1586237"/>
            <a:ext cx="502920" cy="713232"/>
          </a:xfrm>
          <a:prstGeom prst="rect">
            <a:avLst/>
          </a:prstGeom>
          <a:solidFill>
            <a:srgbClr val="FFFFFF"/>
          </a:solidFill>
          <a:ln w="6350">
            <a:solidFill>
              <a:srgbClr val="BBBBBB"/>
            </a:solidFill>
            <a:prstDash val="solid"/>
          </a:ln>
        </p:spPr>
      </p:sp>
      <p:sp>
        <p:nvSpPr>
          <p:cNvPr id="30" name="Shape 25"/>
          <p:cNvSpPr/>
          <p:nvPr/>
        </p:nvSpPr>
        <p:spPr>
          <a:xfrm>
            <a:off x="2645176" y="1586237"/>
            <a:ext cx="502920" cy="73152"/>
          </a:xfrm>
          <a:prstGeom prst="rect">
            <a:avLst/>
          </a:prstGeom>
          <a:solidFill>
            <a:srgbClr val="0F4C3A"/>
          </a:solidFill>
          <a:ln w="12700">
            <a:solidFill>
              <a:srgbClr val="0F4C3A"/>
            </a:solidFill>
            <a:prstDash val="solid"/>
          </a:ln>
        </p:spPr>
      </p:sp>
      <p:sp>
        <p:nvSpPr>
          <p:cNvPr id="31" name="Text 26"/>
          <p:cNvSpPr txBox="1"/>
          <p:nvPr/>
        </p:nvSpPr>
        <p:spPr>
          <a:xfrm>
            <a:off x="2645176" y="2317757"/>
            <a:ext cx="502920" cy="137160"/>
          </a:xfrm>
          <a:prstGeom prst="rect">
            <a:avLst/>
          </a:prstGeom>
          <a:noFill/>
          <a:ln/>
        </p:spPr>
        <p:txBody>
          <a:bodyPr wrap="square" lIns="0" tIns="0" rIns="0" bIns="0" rtlCol="0" anchor="t"/>
          <a:lstStyle/>
          <a:p>
            <a:pPr algn="ctr" indent="0" marL="0">
              <a:buNone/>
            </a:pPr>
            <a:r>
              <a:rPr lang="en-US" sz="700" dirty="0">
                <a:solidFill>
                  <a:srgbClr val="1E2A26"/>
                </a:solidFill>
                <a:latin typeface="Calibri" pitchFamily="34" charset="0"/>
                <a:ea typeface="Calibri" pitchFamily="34" charset="-122"/>
                <a:cs typeface="Calibri" pitchFamily="34" charset="-120"/>
              </a:rPr>
              <a:t>3</a:t>
            </a:r>
            <a:endParaRPr lang="en-US" sz="700" dirty="0"/>
          </a:p>
        </p:txBody>
      </p:sp>
      <p:sp>
        <p:nvSpPr>
          <p:cNvPr id="32" name="Shape 27"/>
          <p:cNvSpPr/>
          <p:nvPr/>
        </p:nvSpPr>
        <p:spPr>
          <a:xfrm>
            <a:off x="3559576" y="1586237"/>
            <a:ext cx="502920" cy="713232"/>
          </a:xfrm>
          <a:prstGeom prst="rect">
            <a:avLst/>
          </a:prstGeom>
          <a:solidFill>
            <a:srgbClr val="FFFFFF"/>
          </a:solidFill>
          <a:ln w="6350">
            <a:solidFill>
              <a:srgbClr val="BBBBBB"/>
            </a:solidFill>
            <a:prstDash val="solid"/>
          </a:ln>
        </p:spPr>
      </p:sp>
      <p:sp>
        <p:nvSpPr>
          <p:cNvPr id="33" name="Shape 28"/>
          <p:cNvSpPr/>
          <p:nvPr/>
        </p:nvSpPr>
        <p:spPr>
          <a:xfrm>
            <a:off x="3559576" y="1586237"/>
            <a:ext cx="502920" cy="73152"/>
          </a:xfrm>
          <a:prstGeom prst="rect">
            <a:avLst/>
          </a:prstGeom>
          <a:solidFill>
            <a:srgbClr val="0F4C3A"/>
          </a:solidFill>
          <a:ln w="12700">
            <a:solidFill>
              <a:srgbClr val="0F4C3A"/>
            </a:solidFill>
            <a:prstDash val="solid"/>
          </a:ln>
        </p:spPr>
      </p:sp>
      <p:sp>
        <p:nvSpPr>
          <p:cNvPr id="34" name="Text 29"/>
          <p:cNvSpPr txBox="1"/>
          <p:nvPr/>
        </p:nvSpPr>
        <p:spPr>
          <a:xfrm>
            <a:off x="3559576" y="2317757"/>
            <a:ext cx="502920" cy="137160"/>
          </a:xfrm>
          <a:prstGeom prst="rect">
            <a:avLst/>
          </a:prstGeom>
          <a:noFill/>
          <a:ln/>
        </p:spPr>
        <p:txBody>
          <a:bodyPr wrap="square" lIns="0" tIns="0" rIns="0" bIns="0" rtlCol="0" anchor="t"/>
          <a:lstStyle/>
          <a:p>
            <a:pPr algn="ctr" indent="0" marL="0">
              <a:buNone/>
            </a:pPr>
            <a:r>
              <a:rPr lang="en-US" sz="700" dirty="0">
                <a:solidFill>
                  <a:srgbClr val="1E2A26"/>
                </a:solidFill>
                <a:latin typeface="Calibri" pitchFamily="34" charset="0"/>
                <a:ea typeface="Calibri" pitchFamily="34" charset="-122"/>
                <a:cs typeface="Calibri" pitchFamily="34" charset="-120"/>
              </a:rPr>
              <a:t>4</a:t>
            </a:r>
            <a:endParaRPr lang="en-US" sz="700" dirty="0"/>
          </a:p>
        </p:txBody>
      </p:sp>
      <p:sp>
        <p:nvSpPr>
          <p:cNvPr id="35" name="Shape 30"/>
          <p:cNvSpPr/>
          <p:nvPr/>
        </p:nvSpPr>
        <p:spPr>
          <a:xfrm>
            <a:off x="816376" y="2619509"/>
            <a:ext cx="502920" cy="713232"/>
          </a:xfrm>
          <a:prstGeom prst="rect">
            <a:avLst/>
          </a:prstGeom>
          <a:solidFill>
            <a:srgbClr val="FFFFFF"/>
          </a:solidFill>
          <a:ln w="6350">
            <a:solidFill>
              <a:srgbClr val="BBBBBB"/>
            </a:solidFill>
            <a:prstDash val="solid"/>
          </a:ln>
        </p:spPr>
      </p:sp>
      <p:sp>
        <p:nvSpPr>
          <p:cNvPr id="36" name="Shape 31"/>
          <p:cNvSpPr/>
          <p:nvPr/>
        </p:nvSpPr>
        <p:spPr>
          <a:xfrm>
            <a:off x="816376" y="2619509"/>
            <a:ext cx="502920" cy="73152"/>
          </a:xfrm>
          <a:prstGeom prst="rect">
            <a:avLst/>
          </a:prstGeom>
          <a:solidFill>
            <a:srgbClr val="0F4C3A"/>
          </a:solidFill>
          <a:ln w="12700">
            <a:solidFill>
              <a:srgbClr val="0F4C3A"/>
            </a:solidFill>
            <a:prstDash val="solid"/>
          </a:ln>
        </p:spPr>
      </p:sp>
      <p:sp>
        <p:nvSpPr>
          <p:cNvPr id="37" name="Text 32"/>
          <p:cNvSpPr txBox="1"/>
          <p:nvPr/>
        </p:nvSpPr>
        <p:spPr>
          <a:xfrm>
            <a:off x="816376" y="3351029"/>
            <a:ext cx="502920" cy="137160"/>
          </a:xfrm>
          <a:prstGeom prst="rect">
            <a:avLst/>
          </a:prstGeom>
          <a:noFill/>
          <a:ln/>
        </p:spPr>
        <p:txBody>
          <a:bodyPr wrap="square" lIns="0" tIns="0" rIns="0" bIns="0" rtlCol="0" anchor="t"/>
          <a:lstStyle/>
          <a:p>
            <a:pPr algn="ctr" indent="0" marL="0">
              <a:buNone/>
            </a:pPr>
            <a:r>
              <a:rPr lang="en-US" sz="700" dirty="0">
                <a:solidFill>
                  <a:srgbClr val="1E2A26"/>
                </a:solidFill>
                <a:latin typeface="Calibri" pitchFamily="34" charset="0"/>
                <a:ea typeface="Calibri" pitchFamily="34" charset="-122"/>
                <a:cs typeface="Calibri" pitchFamily="34" charset="-120"/>
              </a:rPr>
              <a:t>5</a:t>
            </a:r>
            <a:endParaRPr lang="en-US" sz="700" dirty="0"/>
          </a:p>
        </p:txBody>
      </p:sp>
      <p:sp>
        <p:nvSpPr>
          <p:cNvPr id="38" name="Shape 33"/>
          <p:cNvSpPr/>
          <p:nvPr/>
        </p:nvSpPr>
        <p:spPr>
          <a:xfrm>
            <a:off x="1730776" y="2619509"/>
            <a:ext cx="502920" cy="713232"/>
          </a:xfrm>
          <a:prstGeom prst="rect">
            <a:avLst/>
          </a:prstGeom>
          <a:solidFill>
            <a:srgbClr val="FFFFFF"/>
          </a:solidFill>
          <a:ln w="6350">
            <a:solidFill>
              <a:srgbClr val="BBBBBB"/>
            </a:solidFill>
            <a:prstDash val="solid"/>
          </a:ln>
        </p:spPr>
      </p:sp>
      <p:sp>
        <p:nvSpPr>
          <p:cNvPr id="39" name="Shape 34"/>
          <p:cNvSpPr/>
          <p:nvPr/>
        </p:nvSpPr>
        <p:spPr>
          <a:xfrm>
            <a:off x="1730776" y="2619509"/>
            <a:ext cx="502920" cy="73152"/>
          </a:xfrm>
          <a:prstGeom prst="rect">
            <a:avLst/>
          </a:prstGeom>
          <a:solidFill>
            <a:srgbClr val="0F4C3A"/>
          </a:solidFill>
          <a:ln w="12700">
            <a:solidFill>
              <a:srgbClr val="0F4C3A"/>
            </a:solidFill>
            <a:prstDash val="solid"/>
          </a:ln>
        </p:spPr>
      </p:sp>
      <p:sp>
        <p:nvSpPr>
          <p:cNvPr id="40" name="Text 35"/>
          <p:cNvSpPr txBox="1"/>
          <p:nvPr/>
        </p:nvSpPr>
        <p:spPr>
          <a:xfrm>
            <a:off x="1730776" y="3351029"/>
            <a:ext cx="502920" cy="137160"/>
          </a:xfrm>
          <a:prstGeom prst="rect">
            <a:avLst/>
          </a:prstGeom>
          <a:noFill/>
          <a:ln/>
        </p:spPr>
        <p:txBody>
          <a:bodyPr wrap="square" lIns="0" tIns="0" rIns="0" bIns="0" rtlCol="0" anchor="t"/>
          <a:lstStyle/>
          <a:p>
            <a:pPr algn="ctr" indent="0" marL="0">
              <a:buNone/>
            </a:pPr>
            <a:r>
              <a:rPr lang="en-US" sz="700" dirty="0">
                <a:solidFill>
                  <a:srgbClr val="1E2A26"/>
                </a:solidFill>
                <a:latin typeface="Calibri" pitchFamily="34" charset="0"/>
                <a:ea typeface="Calibri" pitchFamily="34" charset="-122"/>
                <a:cs typeface="Calibri" pitchFamily="34" charset="-120"/>
              </a:rPr>
              <a:t>6</a:t>
            </a:r>
            <a:endParaRPr lang="en-US" sz="700" dirty="0"/>
          </a:p>
        </p:txBody>
      </p:sp>
      <p:sp>
        <p:nvSpPr>
          <p:cNvPr id="41" name="Shape 36"/>
          <p:cNvSpPr/>
          <p:nvPr/>
        </p:nvSpPr>
        <p:spPr>
          <a:xfrm>
            <a:off x="2645176" y="2619509"/>
            <a:ext cx="502920" cy="713232"/>
          </a:xfrm>
          <a:prstGeom prst="rect">
            <a:avLst/>
          </a:prstGeom>
          <a:solidFill>
            <a:srgbClr val="FFFFFF"/>
          </a:solidFill>
          <a:ln w="6350">
            <a:solidFill>
              <a:srgbClr val="BBBBBB"/>
            </a:solidFill>
            <a:prstDash val="solid"/>
          </a:ln>
        </p:spPr>
      </p:sp>
      <p:sp>
        <p:nvSpPr>
          <p:cNvPr id="42" name="Shape 37"/>
          <p:cNvSpPr/>
          <p:nvPr/>
        </p:nvSpPr>
        <p:spPr>
          <a:xfrm>
            <a:off x="2645176" y="2619509"/>
            <a:ext cx="502920" cy="73152"/>
          </a:xfrm>
          <a:prstGeom prst="rect">
            <a:avLst/>
          </a:prstGeom>
          <a:solidFill>
            <a:srgbClr val="0F4C3A"/>
          </a:solidFill>
          <a:ln w="12700">
            <a:solidFill>
              <a:srgbClr val="0F4C3A"/>
            </a:solidFill>
            <a:prstDash val="solid"/>
          </a:ln>
        </p:spPr>
      </p:sp>
      <p:sp>
        <p:nvSpPr>
          <p:cNvPr id="43" name="Text 38"/>
          <p:cNvSpPr txBox="1"/>
          <p:nvPr/>
        </p:nvSpPr>
        <p:spPr>
          <a:xfrm>
            <a:off x="2645176" y="3351029"/>
            <a:ext cx="502920" cy="137160"/>
          </a:xfrm>
          <a:prstGeom prst="rect">
            <a:avLst/>
          </a:prstGeom>
          <a:noFill/>
          <a:ln/>
        </p:spPr>
        <p:txBody>
          <a:bodyPr wrap="square" lIns="0" tIns="0" rIns="0" bIns="0" rtlCol="0" anchor="t"/>
          <a:lstStyle/>
          <a:p>
            <a:pPr algn="ctr" indent="0" marL="0">
              <a:buNone/>
            </a:pPr>
            <a:r>
              <a:rPr lang="en-US" sz="700" dirty="0">
                <a:solidFill>
                  <a:srgbClr val="1E2A26"/>
                </a:solidFill>
                <a:latin typeface="Calibri" pitchFamily="34" charset="0"/>
                <a:ea typeface="Calibri" pitchFamily="34" charset="-122"/>
                <a:cs typeface="Calibri" pitchFamily="34" charset="-120"/>
              </a:rPr>
              <a:t>7</a:t>
            </a:r>
            <a:endParaRPr lang="en-US" sz="700" dirty="0"/>
          </a:p>
        </p:txBody>
      </p:sp>
      <p:sp>
        <p:nvSpPr>
          <p:cNvPr id="44" name="Shape 39"/>
          <p:cNvSpPr/>
          <p:nvPr/>
        </p:nvSpPr>
        <p:spPr>
          <a:xfrm>
            <a:off x="3559576" y="2619509"/>
            <a:ext cx="502920" cy="713232"/>
          </a:xfrm>
          <a:prstGeom prst="rect">
            <a:avLst/>
          </a:prstGeom>
          <a:solidFill>
            <a:srgbClr val="FFFFFF"/>
          </a:solidFill>
          <a:ln w="6350">
            <a:solidFill>
              <a:srgbClr val="BBBBBB"/>
            </a:solidFill>
            <a:prstDash val="solid"/>
          </a:ln>
        </p:spPr>
      </p:sp>
      <p:sp>
        <p:nvSpPr>
          <p:cNvPr id="45" name="Shape 40"/>
          <p:cNvSpPr/>
          <p:nvPr/>
        </p:nvSpPr>
        <p:spPr>
          <a:xfrm>
            <a:off x="3559576" y="2619509"/>
            <a:ext cx="502920" cy="73152"/>
          </a:xfrm>
          <a:prstGeom prst="rect">
            <a:avLst/>
          </a:prstGeom>
          <a:solidFill>
            <a:srgbClr val="0F4C3A"/>
          </a:solidFill>
          <a:ln w="12700">
            <a:solidFill>
              <a:srgbClr val="0F4C3A"/>
            </a:solidFill>
            <a:prstDash val="solid"/>
          </a:ln>
        </p:spPr>
      </p:sp>
      <p:sp>
        <p:nvSpPr>
          <p:cNvPr id="46" name="Text 41"/>
          <p:cNvSpPr txBox="1"/>
          <p:nvPr/>
        </p:nvSpPr>
        <p:spPr>
          <a:xfrm>
            <a:off x="3559576" y="3351029"/>
            <a:ext cx="502920" cy="137160"/>
          </a:xfrm>
          <a:prstGeom prst="rect">
            <a:avLst/>
          </a:prstGeom>
          <a:noFill/>
          <a:ln/>
        </p:spPr>
        <p:txBody>
          <a:bodyPr wrap="square" lIns="0" tIns="0" rIns="0" bIns="0" rtlCol="0" anchor="t"/>
          <a:lstStyle/>
          <a:p>
            <a:pPr algn="ctr" indent="0" marL="0">
              <a:buNone/>
            </a:pPr>
            <a:r>
              <a:rPr lang="en-US" sz="700" dirty="0">
                <a:solidFill>
                  <a:srgbClr val="1E2A26"/>
                </a:solidFill>
                <a:latin typeface="Calibri" pitchFamily="34" charset="0"/>
                <a:ea typeface="Calibri" pitchFamily="34" charset="-122"/>
                <a:cs typeface="Calibri" pitchFamily="34" charset="-120"/>
              </a:rPr>
              <a:t>8</a:t>
            </a:r>
            <a:endParaRPr lang="en-US" sz="700" dirty="0"/>
          </a:p>
        </p:txBody>
      </p:sp>
      <p:sp>
        <p:nvSpPr>
          <p:cNvPr id="47" name="Shape 42"/>
          <p:cNvSpPr/>
          <p:nvPr/>
        </p:nvSpPr>
        <p:spPr>
          <a:xfrm>
            <a:off x="752368" y="1522229"/>
            <a:ext cx="3374136" cy="2057400"/>
          </a:xfrm>
          <a:prstGeom prst="roundRect">
            <a:avLst>
              <a:gd name="adj" fmla="val 2222"/>
            </a:avLst>
          </a:prstGeom>
          <a:solidFill>
            <a:srgbClr val="FFFFFF">
              <a:alpha val="0"/>
            </a:srgbClr>
          </a:solidFill>
          <a:ln w="31750">
            <a:solidFill>
              <a:srgbClr val="E53935"/>
            </a:solidFill>
            <a:prstDash val="solid"/>
          </a:ln>
        </p:spPr>
      </p:sp>
      <p:sp>
        <p:nvSpPr>
          <p:cNvPr id="48" name="Shape 43"/>
          <p:cNvSpPr/>
          <p:nvPr/>
        </p:nvSpPr>
        <p:spPr>
          <a:xfrm>
            <a:off x="3989344" y="1385069"/>
            <a:ext cx="274320" cy="274320"/>
          </a:xfrm>
          <a:prstGeom prst="ellipse">
            <a:avLst/>
          </a:prstGeom>
          <a:solidFill>
            <a:srgbClr val="E53935"/>
          </a:solidFill>
          <a:ln w="12700">
            <a:solidFill>
              <a:srgbClr val="FFFFFF"/>
            </a:solidFill>
            <a:prstDash val="solid"/>
          </a:ln>
        </p:spPr>
      </p:sp>
      <p:sp>
        <p:nvSpPr>
          <p:cNvPr id="49" name="Text 44"/>
          <p:cNvSpPr txBox="1"/>
          <p:nvPr/>
        </p:nvSpPr>
        <p:spPr>
          <a:xfrm>
            <a:off x="3989344" y="138506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50" name="Text 4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51" name="Text 4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Periksa urutan dan semua halaman</a:t>
            </a:r>
            <a:endParaRPr lang="en-US" sz="1800" dirty="0"/>
          </a:p>
        </p:txBody>
      </p:sp>
      <p:sp>
        <p:nvSpPr>
          <p:cNvPr id="52" name="Text 4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Pemimpin redaksi membuka tampilan semua halaman. Periksa urutan: sampul, daftar isi, rubrik 1–6, penutup.</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Finalisasi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Digital_Magazine_WU</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8"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39" name="Text 29"/>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0"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1" name="Text 30"/>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2"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3" name="Text 31"/>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4" name="Shape 32"/>
          <p:cNvSpPr/>
          <p:nvPr/>
        </p:nvSpPr>
        <p:spPr>
          <a:xfrm>
            <a:off x="1044976" y="1970285"/>
            <a:ext cx="4493727" cy="2025099"/>
          </a:xfrm>
          <a:prstGeom prst="rect">
            <a:avLst/>
          </a:prstGeom>
          <a:solidFill>
            <a:srgbClr val="EBECF0"/>
          </a:solidFill>
          <a:ln w="12700">
            <a:solidFill>
              <a:srgbClr val="EBECF0"/>
            </a:solidFill>
            <a:prstDash val="solid"/>
          </a:ln>
        </p:spPr>
      </p:sp>
      <p:sp>
        <p:nvSpPr>
          <p:cNvPr id="45" name="Shape 33"/>
          <p:cNvSpPr/>
          <p:nvPr/>
        </p:nvSpPr>
        <p:spPr>
          <a:xfrm>
            <a:off x="2737588" y="2317757"/>
            <a:ext cx="1108504" cy="1522179"/>
          </a:xfrm>
          <a:prstGeom prst="rect">
            <a:avLst/>
          </a:prstGeom>
          <a:solidFill>
            <a:srgbClr val="FFFFFF"/>
          </a:solidFill>
          <a:ln w="12700">
            <a:solidFill>
              <a:srgbClr val="FFFFFF"/>
            </a:solidFill>
            <a:prstDash val="solid"/>
          </a:ln>
        </p:spPr>
      </p:sp>
      <p:sp>
        <p:nvSpPr>
          <p:cNvPr id="46" name="Shape 34"/>
          <p:cNvSpPr/>
          <p:nvPr/>
        </p:nvSpPr>
        <p:spPr>
          <a:xfrm>
            <a:off x="2737588" y="2317757"/>
            <a:ext cx="1108504" cy="1522179"/>
          </a:xfrm>
          <a:prstGeom prst="rect">
            <a:avLst/>
          </a:prstGeom>
          <a:solidFill>
            <a:srgbClr val="FFFFFF"/>
          </a:solidFill>
          <a:ln w="12700">
            <a:solidFill>
              <a:srgbClr val="FFFFFF"/>
            </a:solidFill>
            <a:prstDash val="solid"/>
          </a:ln>
        </p:spPr>
      </p:sp>
      <p:sp>
        <p:nvSpPr>
          <p:cNvPr id="47" name="Shape 35"/>
          <p:cNvSpPr/>
          <p:nvPr/>
        </p:nvSpPr>
        <p:spPr>
          <a:xfrm>
            <a:off x="2737588" y="2317757"/>
            <a:ext cx="1108504" cy="136996"/>
          </a:xfrm>
          <a:prstGeom prst="rect">
            <a:avLst/>
          </a:prstGeom>
          <a:solidFill>
            <a:srgbClr val="0F4C3A"/>
          </a:solidFill>
          <a:ln w="12700">
            <a:solidFill>
              <a:srgbClr val="0F4C3A"/>
            </a:solidFill>
            <a:prstDash val="solid"/>
          </a:ln>
        </p:spPr>
      </p:sp>
      <p:sp>
        <p:nvSpPr>
          <p:cNvPr id="48" name="Text 36"/>
          <p:cNvSpPr txBox="1"/>
          <p:nvPr/>
        </p:nvSpPr>
        <p:spPr>
          <a:xfrm>
            <a:off x="2793013" y="2340590"/>
            <a:ext cx="665103" cy="91331"/>
          </a:xfrm>
          <a:prstGeom prst="rect">
            <a:avLst/>
          </a:prstGeom>
          <a:noFill/>
          <a:ln/>
        </p:spPr>
        <p:txBody>
          <a:bodyPr wrap="square" lIns="0" tIns="0" rIns="0" bIns="0" rtlCol="0" anchor="ctr"/>
          <a:lstStyle/>
          <a:p>
            <a:pPr algn="l" indent="0" marL="0">
              <a:buNone/>
            </a:pPr>
            <a:r>
              <a:rPr lang="en-US" sz="600" b="1" dirty="0">
                <a:solidFill>
                  <a:srgbClr val="D4A017"/>
                </a:solidFill>
                <a:latin typeface="Arial" pitchFamily="34" charset="0"/>
                <a:ea typeface="Arial" pitchFamily="34" charset="-122"/>
                <a:cs typeface="Arial" pitchFamily="34" charset="-120"/>
              </a:rPr>
              <a:t>PROFIL SANTRI</a:t>
            </a:r>
            <a:endParaRPr lang="en-US" sz="600" dirty="0"/>
          </a:p>
        </p:txBody>
      </p:sp>
      <p:sp>
        <p:nvSpPr>
          <p:cNvPr id="49" name="Text 37"/>
          <p:cNvSpPr txBox="1"/>
          <p:nvPr/>
        </p:nvSpPr>
        <p:spPr>
          <a:xfrm>
            <a:off x="2804098" y="2485197"/>
            <a:ext cx="975484" cy="182661"/>
          </a:xfrm>
          <a:prstGeom prst="rect">
            <a:avLst/>
          </a:prstGeom>
          <a:noFill/>
          <a:ln/>
        </p:spPr>
        <p:txBody>
          <a:bodyPr wrap="square" lIns="0" tIns="0" rIns="0" bIns="0" rtlCol="0" anchor="ctr"/>
          <a:lstStyle/>
          <a:p>
            <a:pPr algn="l" indent="0" marL="0">
              <a:buNone/>
            </a:pPr>
            <a:r>
              <a:rPr lang="en-US" sz="650" b="1" dirty="0">
                <a:solidFill>
                  <a:srgbClr val="0F4C3A"/>
                </a:solidFill>
                <a:latin typeface="Arial" pitchFamily="34" charset="0"/>
                <a:ea typeface="Arial" pitchFamily="34" charset="-122"/>
                <a:cs typeface="Arial" pitchFamily="34" charset="-120"/>
              </a:rPr>
              <a:t>Ahmad: Dari Poso Menuju Hafidz</a:t>
            </a:r>
            <a:endParaRPr lang="en-US" sz="650" dirty="0"/>
          </a:p>
        </p:txBody>
      </p:sp>
      <p:sp>
        <p:nvSpPr>
          <p:cNvPr id="50" name="Shape 38"/>
          <p:cNvSpPr/>
          <p:nvPr/>
        </p:nvSpPr>
        <p:spPr>
          <a:xfrm>
            <a:off x="2804098" y="2698302"/>
            <a:ext cx="975484" cy="456654"/>
          </a:xfrm>
          <a:prstGeom prst="rect">
            <a:avLst/>
          </a:prstGeom>
          <a:solidFill>
            <a:srgbClr val="A7CBEE"/>
          </a:solidFill>
          <a:ln w="12700">
            <a:solidFill>
              <a:srgbClr val="A7CBEE"/>
            </a:solidFill>
            <a:prstDash val="solid"/>
          </a:ln>
        </p:spPr>
      </p:sp>
      <p:sp>
        <p:nvSpPr>
          <p:cNvPr id="51" name="Shape 39"/>
          <p:cNvSpPr/>
          <p:nvPr/>
        </p:nvSpPr>
        <p:spPr>
          <a:xfrm>
            <a:off x="3438163" y="2753100"/>
            <a:ext cx="175587" cy="175587"/>
          </a:xfrm>
          <a:prstGeom prst="ellipse">
            <a:avLst/>
          </a:prstGeom>
          <a:solidFill>
            <a:srgbClr val="FBBC05"/>
          </a:solidFill>
          <a:ln/>
        </p:spPr>
      </p:sp>
      <p:sp>
        <p:nvSpPr>
          <p:cNvPr id="52" name="Shape 40"/>
          <p:cNvSpPr/>
          <p:nvPr/>
        </p:nvSpPr>
        <p:spPr>
          <a:xfrm>
            <a:off x="2882137" y="2880963"/>
            <a:ext cx="585290" cy="273992"/>
          </a:xfrm>
          <a:prstGeom prst="triangle">
            <a:avLst/>
          </a:prstGeom>
          <a:solidFill>
            <a:srgbClr val="34A853"/>
          </a:solidFill>
          <a:ln/>
        </p:spPr>
      </p:sp>
      <p:sp>
        <p:nvSpPr>
          <p:cNvPr id="53" name="Text 41"/>
          <p:cNvSpPr txBox="1"/>
          <p:nvPr/>
        </p:nvSpPr>
        <p:spPr>
          <a:xfrm>
            <a:off x="2804098" y="3200621"/>
            <a:ext cx="975484" cy="304436"/>
          </a:xfrm>
          <a:prstGeom prst="rect">
            <a:avLst/>
          </a:prstGeom>
          <a:noFill/>
          <a:ln/>
        </p:spPr>
        <p:txBody>
          <a:bodyPr wrap="square" lIns="0" tIns="0" rIns="0" bIns="0" rtlCol="0" anchor="ctr"/>
          <a:lstStyle/>
          <a:p>
            <a:pPr algn="l" indent="0" marL="0">
              <a:buNone/>
            </a:pPr>
            <a:r>
              <a:rPr lang="en-US" sz="550" dirty="0">
                <a:solidFill>
                  <a:srgbClr val="333333"/>
                </a:solidFill>
                <a:latin typeface="Arial" pitchFamily="34" charset="0"/>
                <a:ea typeface="Arial" pitchFamily="34" charset="-122"/>
                <a:cs typeface="Arial" pitchFamily="34" charset="-120"/>
              </a:rPr>
              <a:t>Ahmad adalah santri kelas 1 yang bercita-cita menjadi hafidz. Setiap hari ia murajaah setelah Subuh...</a:t>
            </a:r>
            <a:endParaRPr lang="en-US" sz="550" dirty="0"/>
          </a:p>
        </p:txBody>
      </p:sp>
      <p:sp>
        <p:nvSpPr>
          <p:cNvPr id="54" name="Text 42"/>
          <p:cNvSpPr txBox="1"/>
          <p:nvPr/>
        </p:nvSpPr>
        <p:spPr>
          <a:xfrm>
            <a:off x="3919244" y="2317757"/>
            <a:ext cx="822960" cy="182880"/>
          </a:xfrm>
          <a:prstGeom prst="rect">
            <a:avLst/>
          </a:prstGeom>
          <a:noFill/>
          <a:ln/>
        </p:spPr>
        <p:txBody>
          <a:bodyPr wrap="square" lIns="0" tIns="0" rIns="0" bIns="0" rtlCol="0" anchor="t"/>
          <a:lstStyle/>
          <a:p>
            <a:pPr indent="0" marL="0">
              <a:buNone/>
            </a:pPr>
            <a:r>
              <a:rPr lang="en-US" sz="650" dirty="0">
                <a:solidFill>
                  <a:srgbClr val="555555"/>
                </a:solidFill>
                <a:latin typeface="Calibri" pitchFamily="34" charset="0"/>
                <a:ea typeface="Calibri" pitchFamily="34" charset="-122"/>
                <a:cs typeface="Calibri" pitchFamily="34" charset="-120"/>
              </a:rPr>
              <a:t>Halaman 4 dari 8</a:t>
            </a:r>
            <a:endParaRPr lang="en-US" sz="650" dirty="0"/>
          </a:p>
        </p:txBody>
      </p:sp>
      <p:sp>
        <p:nvSpPr>
          <p:cNvPr id="55" name="Shape 43"/>
          <p:cNvSpPr/>
          <p:nvPr/>
        </p:nvSpPr>
        <p:spPr>
          <a:xfrm>
            <a:off x="2719300" y="2299469"/>
            <a:ext cx="1145080" cy="1558755"/>
          </a:xfrm>
          <a:prstGeom prst="roundRect">
            <a:avLst>
              <a:gd name="adj" fmla="val 3993"/>
            </a:avLst>
          </a:prstGeom>
          <a:solidFill>
            <a:srgbClr val="FFFFFF">
              <a:alpha val="0"/>
            </a:srgbClr>
          </a:solidFill>
          <a:ln w="31750">
            <a:solidFill>
              <a:srgbClr val="E53935"/>
            </a:solidFill>
            <a:prstDash val="solid"/>
          </a:ln>
        </p:spPr>
      </p:sp>
      <p:sp>
        <p:nvSpPr>
          <p:cNvPr id="56" name="Shape 44"/>
          <p:cNvSpPr/>
          <p:nvPr/>
        </p:nvSpPr>
        <p:spPr>
          <a:xfrm>
            <a:off x="3727220" y="2162309"/>
            <a:ext cx="274320" cy="274320"/>
          </a:xfrm>
          <a:prstGeom prst="ellipse">
            <a:avLst/>
          </a:prstGeom>
          <a:solidFill>
            <a:srgbClr val="E53935"/>
          </a:solidFill>
          <a:ln w="12700">
            <a:solidFill>
              <a:srgbClr val="FFFFFF"/>
            </a:solidFill>
            <a:prstDash val="solid"/>
          </a:ln>
        </p:spPr>
      </p:sp>
      <p:sp>
        <p:nvSpPr>
          <p:cNvPr id="57" name="Text 45"/>
          <p:cNvSpPr txBox="1"/>
          <p:nvPr/>
        </p:nvSpPr>
        <p:spPr>
          <a:xfrm>
            <a:off x="3727220" y="216230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58" name="Text 4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59" name="Text 4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Baca ulang bersama, perbaiki kesalahan</a:t>
            </a:r>
            <a:endParaRPr lang="en-US" sz="1800" dirty="0"/>
          </a:p>
        </p:txBody>
      </p:sp>
      <p:sp>
        <p:nvSpPr>
          <p:cNvPr id="60" name="Text 4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Tampilkan majalah di proyektor. Seluruh kelas membaca halaman demi halaman dan menunjukkan kesalahan.</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Finalisasi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Digital_Magazine_WU</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8"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39" name="Text 29"/>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0"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1" name="Text 30"/>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2"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3" name="Text 31"/>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4" name="Shape 32"/>
          <p:cNvSpPr/>
          <p:nvPr/>
        </p:nvSpPr>
        <p:spPr>
          <a:xfrm>
            <a:off x="1044976" y="1970285"/>
            <a:ext cx="4493727" cy="2025099"/>
          </a:xfrm>
          <a:prstGeom prst="rect">
            <a:avLst/>
          </a:prstGeom>
          <a:solidFill>
            <a:srgbClr val="EBECF0"/>
          </a:solidFill>
          <a:ln w="12700">
            <a:solidFill>
              <a:srgbClr val="EBECF0"/>
            </a:solidFill>
            <a:prstDash val="solid"/>
          </a:ln>
        </p:spPr>
      </p:sp>
      <p:sp>
        <p:nvSpPr>
          <p:cNvPr id="45" name="Shape 33"/>
          <p:cNvSpPr/>
          <p:nvPr/>
        </p:nvSpPr>
        <p:spPr>
          <a:xfrm>
            <a:off x="2737588" y="2317757"/>
            <a:ext cx="1108504" cy="1522179"/>
          </a:xfrm>
          <a:prstGeom prst="rect">
            <a:avLst/>
          </a:prstGeom>
          <a:solidFill>
            <a:srgbClr val="FFFFFF"/>
          </a:solidFill>
          <a:ln w="12700">
            <a:solidFill>
              <a:srgbClr val="FFFFFF"/>
            </a:solidFill>
            <a:prstDash val="solid"/>
          </a:ln>
        </p:spPr>
      </p:sp>
      <p:sp>
        <p:nvSpPr>
          <p:cNvPr id="46" name="Shape 34"/>
          <p:cNvSpPr/>
          <p:nvPr/>
        </p:nvSpPr>
        <p:spPr>
          <a:xfrm>
            <a:off x="2737588" y="2317757"/>
            <a:ext cx="1108504" cy="1522179"/>
          </a:xfrm>
          <a:prstGeom prst="rect">
            <a:avLst/>
          </a:prstGeom>
          <a:solidFill>
            <a:srgbClr val="0F4C3A"/>
          </a:solidFill>
          <a:ln w="12700">
            <a:solidFill>
              <a:srgbClr val="0F4C3A"/>
            </a:solidFill>
            <a:prstDash val="solid"/>
          </a:ln>
        </p:spPr>
      </p:sp>
      <p:pic>
        <p:nvPicPr>
          <p:cNvPr id="47" name="Image 10" descr="/home/claude/logo.png">    </p:cNvPr>
          <p:cNvPicPr>
            <a:picLocks noChangeAspect="1"/>
          </p:cNvPicPr>
          <p:nvPr/>
        </p:nvPicPr>
        <p:blipFill>
          <a:blip r:embed="rId11"/>
          <a:stretch>
            <a:fillRect/>
          </a:stretch>
        </p:blipFill>
        <p:spPr>
          <a:xfrm>
            <a:off x="3180990" y="2393866"/>
            <a:ext cx="221701" cy="213105"/>
          </a:xfrm>
          <a:prstGeom prst="rect">
            <a:avLst/>
          </a:prstGeom>
        </p:spPr>
      </p:pic>
      <p:sp>
        <p:nvSpPr>
          <p:cNvPr id="48" name="Text 35"/>
          <p:cNvSpPr txBox="1"/>
          <p:nvPr/>
        </p:nvSpPr>
        <p:spPr>
          <a:xfrm>
            <a:off x="2793013" y="2637415"/>
            <a:ext cx="997654" cy="91331"/>
          </a:xfrm>
          <a:prstGeom prst="rect">
            <a:avLst/>
          </a:prstGeom>
          <a:noFill/>
          <a:ln/>
        </p:spPr>
        <p:txBody>
          <a:bodyPr wrap="square" lIns="0" tIns="0" rIns="0" bIns="0" rtlCol="0" anchor="ctr"/>
          <a:lstStyle/>
          <a:p>
            <a:pPr algn="ctr" indent="0" marL="0">
              <a:buNone/>
            </a:pPr>
            <a:r>
              <a:rPr lang="en-US" sz="700" b="1" dirty="0">
                <a:solidFill>
                  <a:srgbClr val="D4A017"/>
                </a:solidFill>
                <a:latin typeface="Arial" pitchFamily="34" charset="0"/>
                <a:ea typeface="Arial" pitchFamily="34" charset="-122"/>
                <a:cs typeface="Arial" pitchFamily="34" charset="-120"/>
              </a:rPr>
              <a:t>DIGITAL MAGAZINE</a:t>
            </a:r>
            <a:endParaRPr lang="en-US" sz="700" dirty="0"/>
          </a:p>
        </p:txBody>
      </p:sp>
      <p:sp>
        <p:nvSpPr>
          <p:cNvPr id="49" name="Text 36"/>
          <p:cNvSpPr txBox="1"/>
          <p:nvPr/>
        </p:nvSpPr>
        <p:spPr>
          <a:xfrm>
            <a:off x="2793013" y="2728745"/>
            <a:ext cx="997654" cy="182661"/>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WU</a:t>
            </a:r>
            <a:endParaRPr lang="en-US" sz="1800" dirty="0"/>
          </a:p>
        </p:txBody>
      </p:sp>
      <p:sp>
        <p:nvSpPr>
          <p:cNvPr id="50" name="Shape 37"/>
          <p:cNvSpPr/>
          <p:nvPr/>
        </p:nvSpPr>
        <p:spPr>
          <a:xfrm>
            <a:off x="2870608" y="2957072"/>
            <a:ext cx="842463" cy="487097"/>
          </a:xfrm>
          <a:prstGeom prst="rect">
            <a:avLst/>
          </a:prstGeom>
          <a:solidFill>
            <a:srgbClr val="A7CBEE"/>
          </a:solidFill>
          <a:ln w="12700">
            <a:solidFill>
              <a:srgbClr val="A7CBEE"/>
            </a:solidFill>
            <a:prstDash val="solid"/>
          </a:ln>
        </p:spPr>
      </p:sp>
      <p:sp>
        <p:nvSpPr>
          <p:cNvPr id="51" name="Shape 38"/>
          <p:cNvSpPr/>
          <p:nvPr/>
        </p:nvSpPr>
        <p:spPr>
          <a:xfrm>
            <a:off x="3418210" y="3015524"/>
            <a:ext cx="151643" cy="151643"/>
          </a:xfrm>
          <a:prstGeom prst="ellipse">
            <a:avLst/>
          </a:prstGeom>
          <a:solidFill>
            <a:srgbClr val="FBBC05"/>
          </a:solidFill>
          <a:ln/>
        </p:spPr>
      </p:sp>
      <p:sp>
        <p:nvSpPr>
          <p:cNvPr id="52" name="Shape 39"/>
          <p:cNvSpPr/>
          <p:nvPr/>
        </p:nvSpPr>
        <p:spPr>
          <a:xfrm>
            <a:off x="2938005" y="3151911"/>
            <a:ext cx="505478" cy="292258"/>
          </a:xfrm>
          <a:prstGeom prst="triangle">
            <a:avLst/>
          </a:prstGeom>
          <a:solidFill>
            <a:srgbClr val="34A853"/>
          </a:solidFill>
          <a:ln/>
        </p:spPr>
      </p:sp>
      <p:sp>
        <p:nvSpPr>
          <p:cNvPr id="53" name="Text 40"/>
          <p:cNvSpPr txBox="1"/>
          <p:nvPr/>
        </p:nvSpPr>
        <p:spPr>
          <a:xfrm>
            <a:off x="2793013" y="3505057"/>
            <a:ext cx="997654" cy="91331"/>
          </a:xfrm>
          <a:prstGeom prst="rect">
            <a:avLst/>
          </a:prstGeom>
          <a:noFill/>
          <a:ln/>
        </p:spPr>
        <p:txBody>
          <a:bodyPr wrap="square" lIns="0" tIns="0" rIns="0" bIns="0" rtlCol="0" anchor="ctr"/>
          <a:lstStyle/>
          <a:p>
            <a:pPr algn="ctr" indent="0" marL="0">
              <a:buNone/>
            </a:pPr>
            <a:r>
              <a:rPr lang="en-US" sz="650" dirty="0">
                <a:solidFill>
                  <a:srgbClr val="FFFFFF"/>
                </a:solidFill>
                <a:latin typeface="Arial" pitchFamily="34" charset="0"/>
                <a:ea typeface="Arial" pitchFamily="34" charset="-122"/>
                <a:cs typeface="Arial" pitchFamily="34" charset="-120"/>
              </a:rPr>
              <a:t>Edisi 1 · Santri Berkarya</a:t>
            </a:r>
            <a:endParaRPr lang="en-US" sz="650" dirty="0"/>
          </a:p>
        </p:txBody>
      </p:sp>
      <p:sp>
        <p:nvSpPr>
          <p:cNvPr id="54" name="Text 41"/>
          <p:cNvSpPr txBox="1"/>
          <p:nvPr/>
        </p:nvSpPr>
        <p:spPr>
          <a:xfrm>
            <a:off x="2793013" y="3687718"/>
            <a:ext cx="997654" cy="76109"/>
          </a:xfrm>
          <a:prstGeom prst="rect">
            <a:avLst/>
          </a:prstGeom>
          <a:noFill/>
          <a:ln/>
        </p:spPr>
        <p:txBody>
          <a:bodyPr wrap="square" lIns="0" tIns="0" rIns="0" bIns="0" rtlCol="0" anchor="ctr"/>
          <a:lstStyle/>
          <a:p>
            <a:pPr algn="ctr" indent="0" marL="0">
              <a:buNone/>
            </a:pPr>
            <a:r>
              <a:rPr lang="en-US" sz="450" dirty="0">
                <a:solidFill>
                  <a:srgbClr val="BFE3D3"/>
                </a:solidFill>
                <a:latin typeface="Arial" pitchFamily="34" charset="0"/>
                <a:ea typeface="Arial" pitchFamily="34" charset="-122"/>
                <a:cs typeface="Arial" pitchFamily="34" charset="-120"/>
              </a:rPr>
              <a:t>Kelas 1 Wustha · PP Wihdatul Ummah Poso</a:t>
            </a:r>
            <a:endParaRPr lang="en-US" sz="450" dirty="0"/>
          </a:p>
        </p:txBody>
      </p:sp>
      <p:sp>
        <p:nvSpPr>
          <p:cNvPr id="55" name="Shape 42"/>
          <p:cNvSpPr/>
          <p:nvPr/>
        </p:nvSpPr>
        <p:spPr>
          <a:xfrm>
            <a:off x="3252704" y="1988573"/>
            <a:ext cx="2194560" cy="1463040"/>
          </a:xfrm>
          <a:prstGeom prst="roundRect">
            <a:avLst>
              <a:gd name="adj" fmla="val 3750"/>
            </a:avLst>
          </a:prstGeom>
          <a:solidFill>
            <a:srgbClr val="FFFFFF"/>
          </a:solidFill>
          <a:ln w="9525">
            <a:solidFill>
              <a:srgbClr val="BBBBBB"/>
            </a:solidFill>
            <a:prstDash val="solid"/>
          </a:ln>
        </p:spPr>
      </p:sp>
      <p:sp>
        <p:nvSpPr>
          <p:cNvPr id="56" name="Text 43"/>
          <p:cNvSpPr txBox="1"/>
          <p:nvPr/>
        </p:nvSpPr>
        <p:spPr>
          <a:xfrm>
            <a:off x="3362432" y="2043437"/>
            <a:ext cx="1828800" cy="182880"/>
          </a:xfrm>
          <a:prstGeom prst="rect">
            <a:avLst/>
          </a:prstGeom>
          <a:noFill/>
          <a:ln/>
        </p:spPr>
        <p:txBody>
          <a:bodyPr wrap="square" lIns="0" tIns="0" rIns="0" bIns="0" rtlCol="0" anchor="t"/>
          <a:lstStyle/>
          <a:p>
            <a:pPr indent="0" marL="0">
              <a:buNone/>
            </a:pPr>
            <a:r>
              <a:rPr lang="en-US" sz="850" b="1" dirty="0">
                <a:solidFill>
                  <a:srgbClr val="1E2A26"/>
                </a:solidFill>
                <a:latin typeface="Calibri" pitchFamily="34" charset="0"/>
                <a:ea typeface="Calibri" pitchFamily="34" charset="-122"/>
                <a:cs typeface="Calibri" pitchFamily="34" charset="-120"/>
              </a:rPr>
              <a:t>‹  Download</a:t>
            </a:r>
            <a:endParaRPr lang="en-US" sz="850" dirty="0"/>
          </a:p>
        </p:txBody>
      </p:sp>
      <p:sp>
        <p:nvSpPr>
          <p:cNvPr id="57" name="Text 44"/>
          <p:cNvSpPr txBox="1"/>
          <p:nvPr/>
        </p:nvSpPr>
        <p:spPr>
          <a:xfrm>
            <a:off x="3362432" y="2308613"/>
            <a:ext cx="914400"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File type</a:t>
            </a:r>
            <a:endParaRPr lang="en-US" sz="700" dirty="0"/>
          </a:p>
        </p:txBody>
      </p:sp>
      <p:sp>
        <p:nvSpPr>
          <p:cNvPr id="58" name="Shape 45"/>
          <p:cNvSpPr/>
          <p:nvPr/>
        </p:nvSpPr>
        <p:spPr>
          <a:xfrm>
            <a:off x="3362432" y="2491493"/>
            <a:ext cx="1975104" cy="237744"/>
          </a:xfrm>
          <a:prstGeom prst="roundRect">
            <a:avLst>
              <a:gd name="adj" fmla="val 15385"/>
            </a:avLst>
          </a:prstGeom>
          <a:solidFill>
            <a:srgbClr val="FFFFFF"/>
          </a:solidFill>
          <a:ln w="9525">
            <a:solidFill>
              <a:srgbClr val="AAAAAA"/>
            </a:solidFill>
            <a:prstDash val="solid"/>
          </a:ln>
        </p:spPr>
      </p:sp>
      <p:sp>
        <p:nvSpPr>
          <p:cNvPr id="59" name="Text 46"/>
          <p:cNvSpPr txBox="1"/>
          <p:nvPr/>
        </p:nvSpPr>
        <p:spPr>
          <a:xfrm>
            <a:off x="3435584" y="2491493"/>
            <a:ext cx="1975104" cy="23774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PDF Standard            ▾</a:t>
            </a:r>
            <a:endParaRPr lang="en-US" sz="750" dirty="0"/>
          </a:p>
        </p:txBody>
      </p:sp>
      <p:sp>
        <p:nvSpPr>
          <p:cNvPr id="60" name="Shape 47"/>
          <p:cNvSpPr/>
          <p:nvPr/>
        </p:nvSpPr>
        <p:spPr>
          <a:xfrm>
            <a:off x="3362432" y="3085853"/>
            <a:ext cx="1975104" cy="256032"/>
          </a:xfrm>
          <a:prstGeom prst="roundRect">
            <a:avLst>
              <a:gd name="adj" fmla="val 17857"/>
            </a:avLst>
          </a:prstGeom>
          <a:solidFill>
            <a:srgbClr val="7D2AE8"/>
          </a:solidFill>
          <a:ln w="12700">
            <a:solidFill>
              <a:srgbClr val="7D2AE8"/>
            </a:solidFill>
            <a:prstDash val="solid"/>
          </a:ln>
        </p:spPr>
      </p:sp>
      <p:sp>
        <p:nvSpPr>
          <p:cNvPr id="61" name="Text 48"/>
          <p:cNvSpPr txBox="1"/>
          <p:nvPr/>
        </p:nvSpPr>
        <p:spPr>
          <a:xfrm>
            <a:off x="3362432" y="3085853"/>
            <a:ext cx="1975104"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Download</a:t>
            </a:r>
            <a:endParaRPr lang="en-US" sz="800" dirty="0"/>
          </a:p>
        </p:txBody>
      </p:sp>
      <p:sp>
        <p:nvSpPr>
          <p:cNvPr id="62" name="Shape 49"/>
          <p:cNvSpPr/>
          <p:nvPr/>
        </p:nvSpPr>
        <p:spPr>
          <a:xfrm>
            <a:off x="3344144" y="2473205"/>
            <a:ext cx="2011680" cy="274320"/>
          </a:xfrm>
          <a:prstGeom prst="roundRect">
            <a:avLst>
              <a:gd name="adj" fmla="val 16667"/>
            </a:avLst>
          </a:prstGeom>
          <a:solidFill>
            <a:srgbClr val="FFFFFF">
              <a:alpha val="0"/>
            </a:srgbClr>
          </a:solidFill>
          <a:ln w="31750">
            <a:solidFill>
              <a:srgbClr val="E53935"/>
            </a:solidFill>
            <a:prstDash val="solid"/>
          </a:ln>
        </p:spPr>
      </p:sp>
      <p:sp>
        <p:nvSpPr>
          <p:cNvPr id="63" name="Shape 50"/>
          <p:cNvSpPr/>
          <p:nvPr/>
        </p:nvSpPr>
        <p:spPr>
          <a:xfrm>
            <a:off x="5218664" y="2336045"/>
            <a:ext cx="274320" cy="274320"/>
          </a:xfrm>
          <a:prstGeom prst="ellipse">
            <a:avLst/>
          </a:prstGeom>
          <a:solidFill>
            <a:srgbClr val="E53935"/>
          </a:solidFill>
          <a:ln w="12700">
            <a:solidFill>
              <a:srgbClr val="FFFFFF"/>
            </a:solidFill>
            <a:prstDash val="solid"/>
          </a:ln>
        </p:spPr>
      </p:sp>
      <p:sp>
        <p:nvSpPr>
          <p:cNvPr id="64" name="Text 51"/>
          <p:cNvSpPr txBox="1"/>
          <p:nvPr/>
        </p:nvSpPr>
        <p:spPr>
          <a:xfrm>
            <a:off x="5218664" y="233604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5" name="Image 11" descr="preencoded.png">    </p:cNvPr>
          <p:cNvPicPr>
            <a:picLocks noChangeAspect="1"/>
          </p:cNvPicPr>
          <p:nvPr/>
        </p:nvPicPr>
        <p:blipFill>
          <a:blip r:embed="rId12"/>
          <a:stretch>
            <a:fillRect/>
          </a:stretch>
        </p:blipFill>
        <p:spPr>
          <a:xfrm>
            <a:off x="4448739" y="2622252"/>
            <a:ext cx="237744" cy="237744"/>
          </a:xfrm>
          <a:prstGeom prst="rect">
            <a:avLst/>
          </a:prstGeom>
        </p:spPr>
      </p:pic>
      <p:sp>
        <p:nvSpPr>
          <p:cNvPr id="66" name="Shape 52"/>
          <p:cNvSpPr/>
          <p:nvPr/>
        </p:nvSpPr>
        <p:spPr>
          <a:xfrm>
            <a:off x="3344144" y="3067565"/>
            <a:ext cx="2011680" cy="292608"/>
          </a:xfrm>
          <a:prstGeom prst="roundRect">
            <a:avLst>
              <a:gd name="adj" fmla="val 15625"/>
            </a:avLst>
          </a:prstGeom>
          <a:solidFill>
            <a:srgbClr val="FFFFFF">
              <a:alpha val="0"/>
            </a:srgbClr>
          </a:solidFill>
          <a:ln w="31750">
            <a:solidFill>
              <a:srgbClr val="E53935"/>
            </a:solidFill>
            <a:prstDash val="solid"/>
          </a:ln>
        </p:spPr>
      </p:sp>
      <p:sp>
        <p:nvSpPr>
          <p:cNvPr id="67" name="Shape 53"/>
          <p:cNvSpPr/>
          <p:nvPr/>
        </p:nvSpPr>
        <p:spPr>
          <a:xfrm>
            <a:off x="5218664" y="2930405"/>
            <a:ext cx="274320" cy="274320"/>
          </a:xfrm>
          <a:prstGeom prst="ellipse">
            <a:avLst/>
          </a:prstGeom>
          <a:solidFill>
            <a:srgbClr val="E53935"/>
          </a:solidFill>
          <a:ln w="12700">
            <a:solidFill>
              <a:srgbClr val="FFFFFF"/>
            </a:solidFill>
            <a:prstDash val="solid"/>
          </a:ln>
        </p:spPr>
      </p:sp>
      <p:sp>
        <p:nvSpPr>
          <p:cNvPr id="68" name="Text 54"/>
          <p:cNvSpPr txBox="1"/>
          <p:nvPr/>
        </p:nvSpPr>
        <p:spPr>
          <a:xfrm>
            <a:off x="5218664" y="29304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9" name="Image 12" descr="preencoded.png">    </p:cNvPr>
          <p:cNvPicPr>
            <a:picLocks noChangeAspect="1"/>
          </p:cNvPicPr>
          <p:nvPr/>
        </p:nvPicPr>
        <p:blipFill>
          <a:blip r:embed="rId13"/>
          <a:stretch>
            <a:fillRect/>
          </a:stretch>
        </p:blipFill>
        <p:spPr>
          <a:xfrm>
            <a:off x="4448739" y="3226671"/>
            <a:ext cx="237744" cy="237744"/>
          </a:xfrm>
          <a:prstGeom prst="rect">
            <a:avLst/>
          </a:prstGeom>
        </p:spPr>
      </p:pic>
      <p:sp>
        <p:nvSpPr>
          <p:cNvPr id="70" name="Text 5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71" name="Text 5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Share › Download › PDF</a:t>
            </a:r>
            <a:endParaRPr lang="en-US" sz="1800" dirty="0"/>
          </a:p>
        </p:txBody>
      </p:sp>
      <p:sp>
        <p:nvSpPr>
          <p:cNvPr id="72" name="Text 5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Share › Download. Pada File type pilih PDF Standard. Klik Download. Simpan di folder Majalah_WU.</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Portofolio</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pic>
        <p:nvPicPr>
          <p:cNvPr id="36"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7" name="Text 27"/>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Audio</a:t>
            </a:r>
            <a:endParaRPr lang="en-US" sz="700" dirty="0"/>
          </a:p>
        </p:txBody>
      </p:sp>
      <p:pic>
        <p:nvPicPr>
          <p:cNvPr id="38" name="Image 8" descr="preencoded.png">    </p:cNvPr>
          <p:cNvPicPr>
            <a:picLocks noChangeAspect="1"/>
          </p:cNvPicPr>
          <p:nvPr/>
        </p:nvPicPr>
        <p:blipFill>
          <a:blip r:embed="rId9"/>
          <a:stretch>
            <a:fillRect/>
          </a:stretch>
        </p:blipFill>
        <p:spPr>
          <a:xfrm>
            <a:off x="3006913" y="1876189"/>
            <a:ext cx="292608" cy="292608"/>
          </a:xfrm>
          <a:prstGeom prst="rect">
            <a:avLst/>
          </a:prstGeom>
        </p:spPr>
      </p:pic>
      <p:sp>
        <p:nvSpPr>
          <p:cNvPr id="39" name="Text 28"/>
          <p:cNvSpPr txBox="1"/>
          <p:nvPr/>
        </p:nvSpPr>
        <p:spPr>
          <a:xfrm>
            <a:off x="274173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Desain</a:t>
            </a:r>
            <a:endParaRPr lang="en-US" sz="700" dirty="0"/>
          </a:p>
        </p:txBody>
      </p:sp>
      <p:pic>
        <p:nvPicPr>
          <p:cNvPr id="40" name="Image 9" descr="preencoded.png">    </p:cNvPr>
          <p:cNvPicPr>
            <a:picLocks noChangeAspect="1"/>
          </p:cNvPicPr>
          <p:nvPr/>
        </p:nvPicPr>
        <p:blipFill>
          <a:blip r:embed="rId10"/>
          <a:stretch>
            <a:fillRect/>
          </a:stretch>
        </p:blipFill>
        <p:spPr>
          <a:xfrm>
            <a:off x="3875593" y="1876189"/>
            <a:ext cx="292608" cy="292608"/>
          </a:xfrm>
          <a:prstGeom prst="rect">
            <a:avLst/>
          </a:prstGeom>
        </p:spPr>
      </p:pic>
      <p:sp>
        <p:nvSpPr>
          <p:cNvPr id="41" name="Text 29"/>
          <p:cNvSpPr txBox="1"/>
          <p:nvPr/>
        </p:nvSpPr>
        <p:spPr>
          <a:xfrm>
            <a:off x="361041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Dokumen</a:t>
            </a:r>
            <a:endParaRPr lang="en-US" sz="700" dirty="0"/>
          </a:p>
        </p:txBody>
      </p:sp>
      <p:pic>
        <p:nvPicPr>
          <p:cNvPr id="42" name="Image 10" descr="preencoded.png">    </p:cNvPr>
          <p:cNvPicPr>
            <a:picLocks noChangeAspect="1"/>
          </p:cNvPicPr>
          <p:nvPr/>
        </p:nvPicPr>
        <p:blipFill>
          <a:blip r:embed="rId11"/>
          <a:stretch>
            <a:fillRect/>
          </a:stretch>
        </p:blipFill>
        <p:spPr>
          <a:xfrm>
            <a:off x="4744273" y="1876189"/>
            <a:ext cx="292608" cy="292608"/>
          </a:xfrm>
          <a:prstGeom prst="rect">
            <a:avLst/>
          </a:prstGeom>
        </p:spPr>
      </p:pic>
      <p:sp>
        <p:nvSpPr>
          <p:cNvPr id="43" name="Text 30"/>
          <p:cNvSpPr txBox="1"/>
          <p:nvPr/>
        </p:nvSpPr>
        <p:spPr>
          <a:xfrm>
            <a:off x="447909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Proyek</a:t>
            </a:r>
            <a:endParaRPr lang="en-US" sz="700" dirty="0"/>
          </a:p>
        </p:txBody>
      </p:sp>
      <p:pic>
        <p:nvPicPr>
          <p:cNvPr id="44" name="Image 11" descr="preencoded.png">    </p:cNvPr>
          <p:cNvPicPr>
            <a:picLocks noChangeAspect="1"/>
          </p:cNvPicPr>
          <p:nvPr/>
        </p:nvPicPr>
        <p:blipFill>
          <a:blip r:embed="rId12"/>
          <a:stretch>
            <a:fillRect/>
          </a:stretch>
        </p:blipFill>
        <p:spPr>
          <a:xfrm>
            <a:off x="2138233" y="2534557"/>
            <a:ext cx="292608" cy="292608"/>
          </a:xfrm>
          <a:prstGeom prst="rect">
            <a:avLst/>
          </a:prstGeom>
        </p:spPr>
      </p:pic>
      <p:sp>
        <p:nvSpPr>
          <p:cNvPr id="45" name="Text 31"/>
          <p:cNvSpPr txBox="1"/>
          <p:nvPr/>
        </p:nvSpPr>
        <p:spPr>
          <a:xfrm>
            <a:off x="1873057" y="2863741"/>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Video</a:t>
            </a:r>
            <a:endParaRPr lang="en-US" sz="700" dirty="0"/>
          </a:p>
        </p:txBody>
      </p:sp>
      <p:sp>
        <p:nvSpPr>
          <p:cNvPr id="46" name="Shape 32"/>
          <p:cNvSpPr/>
          <p:nvPr/>
        </p:nvSpPr>
        <p:spPr>
          <a:xfrm>
            <a:off x="1873057" y="1821325"/>
            <a:ext cx="3429000" cy="1298448"/>
          </a:xfrm>
          <a:prstGeom prst="roundRect">
            <a:avLst>
              <a:gd name="adj" fmla="val 3521"/>
            </a:avLst>
          </a:prstGeom>
          <a:solidFill>
            <a:srgbClr val="FFFFFF">
              <a:alpha val="0"/>
            </a:srgbClr>
          </a:solidFill>
          <a:ln w="31750">
            <a:solidFill>
              <a:srgbClr val="E53935"/>
            </a:solidFill>
            <a:prstDash val="solid"/>
          </a:ln>
        </p:spPr>
      </p:sp>
      <p:sp>
        <p:nvSpPr>
          <p:cNvPr id="47" name="Shape 33"/>
          <p:cNvSpPr/>
          <p:nvPr/>
        </p:nvSpPr>
        <p:spPr>
          <a:xfrm>
            <a:off x="5164897" y="1684165"/>
            <a:ext cx="274320" cy="274320"/>
          </a:xfrm>
          <a:prstGeom prst="ellipse">
            <a:avLst/>
          </a:prstGeom>
          <a:solidFill>
            <a:srgbClr val="E53935"/>
          </a:solidFill>
          <a:ln w="12700">
            <a:solidFill>
              <a:srgbClr val="FFFFFF"/>
            </a:solidFill>
            <a:prstDash val="solid"/>
          </a:ln>
        </p:spPr>
      </p:sp>
      <p:sp>
        <p:nvSpPr>
          <p:cNvPr id="48" name="Text 34"/>
          <p:cNvSpPr txBox="1"/>
          <p:nvPr/>
        </p:nvSpPr>
        <p:spPr>
          <a:xfrm>
            <a:off x="5164897" y="16841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49" name="Image 12" descr="preencoded.png">    </p:cNvPr>
          <p:cNvPicPr>
            <a:picLocks noChangeAspect="1"/>
          </p:cNvPicPr>
          <p:nvPr/>
        </p:nvPicPr>
        <p:blipFill>
          <a:blip r:embed="rId13"/>
          <a:stretch>
            <a:fillRect/>
          </a:stretch>
        </p:blipFill>
        <p:spPr>
          <a:xfrm>
            <a:off x="3757178" y="2533642"/>
            <a:ext cx="237744" cy="237744"/>
          </a:xfrm>
          <a:prstGeom prst="rect">
            <a:avLst/>
          </a:prstGeom>
        </p:spPr>
      </p:pic>
      <p:sp>
        <p:nvSpPr>
          <p:cNvPr id="50"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51"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Rapikan folder portofolio</a:t>
            </a:r>
            <a:endParaRPr lang="en-US" sz="1800" dirty="0"/>
          </a:p>
        </p:txBody>
      </p:sp>
      <p:sp>
        <p:nvSpPr>
          <p:cNvPr id="52"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Portofolio_NamaKamu. Pastikan semua karya Kelas 1 tersimpan rapi di 5 subfolder dengan nama yang jelas.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Pameran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611880"/>
          </a:xfrm>
          <a:prstGeom prst="roundRect">
            <a:avLst>
              <a:gd name="adj" fmla="val 2532"/>
            </a:avLst>
          </a:prstGeom>
          <a:solidFill>
            <a:srgbClr val="F5F5F5"/>
          </a:solidFill>
          <a:ln w="12700">
            <a:solidFill>
              <a:srgbClr val="F5F5F5"/>
            </a:solidFill>
            <a:prstDash val="solid"/>
          </a:ln>
        </p:spPr>
      </p:sp>
      <p:sp>
        <p:nvSpPr>
          <p:cNvPr id="10" name="Shape 6"/>
          <p:cNvSpPr/>
          <p:nvPr/>
        </p:nvSpPr>
        <p:spPr>
          <a:xfrm>
            <a:off x="1874520" y="1188720"/>
            <a:ext cx="2377440" cy="1828800"/>
          </a:xfrm>
          <a:prstGeom prst="rect">
            <a:avLst/>
          </a:prstGeom>
          <a:solidFill>
            <a:srgbClr val="0F4C3A"/>
          </a:solidFill>
          <a:ln w="12700">
            <a:solidFill>
              <a:srgbClr val="0F4C3A"/>
            </a:solidFill>
            <a:prstDash val="solid"/>
          </a:ln>
        </p:spPr>
      </p:sp>
      <p:pic>
        <p:nvPicPr>
          <p:cNvPr id="11" name="Image 2" descr="/home/claude/logo.png">    </p:cNvPr>
          <p:cNvPicPr>
            <a:picLocks noChangeAspect="1"/>
          </p:cNvPicPr>
          <p:nvPr/>
        </p:nvPicPr>
        <p:blipFill>
          <a:blip r:embed="rId3"/>
          <a:stretch>
            <a:fillRect/>
          </a:stretch>
        </p:blipFill>
        <p:spPr>
          <a:xfrm>
            <a:off x="2834640" y="1280160"/>
            <a:ext cx="457200" cy="457200"/>
          </a:xfrm>
          <a:prstGeom prst="rect">
            <a:avLst/>
          </a:prstGeom>
        </p:spPr>
      </p:pic>
      <p:sp>
        <p:nvSpPr>
          <p:cNvPr id="12" name="Text 7"/>
          <p:cNvSpPr txBox="1"/>
          <p:nvPr/>
        </p:nvSpPr>
        <p:spPr>
          <a:xfrm>
            <a:off x="1874520" y="1828800"/>
            <a:ext cx="2377440" cy="274320"/>
          </a:xfrm>
          <a:prstGeom prst="rect">
            <a:avLst/>
          </a:prstGeom>
          <a:noFill/>
          <a:ln/>
        </p:spPr>
        <p:txBody>
          <a:bodyPr wrap="square" lIns="0" tIns="0" rIns="0" bIns="0" rtlCol="0" anchor="t"/>
          <a:lstStyle/>
          <a:p>
            <a:pPr algn="ctr" indent="0" marL="0">
              <a:buNone/>
            </a:pPr>
            <a:r>
              <a:rPr lang="en-US" sz="1200" b="1" dirty="0">
                <a:solidFill>
                  <a:srgbClr val="D4A017"/>
                </a:solidFill>
                <a:latin typeface="Calibri" pitchFamily="34" charset="0"/>
                <a:ea typeface="Calibri" pitchFamily="34" charset="-122"/>
                <a:cs typeface="Calibri" pitchFamily="34" charset="-120"/>
              </a:rPr>
              <a:t>DIGITAL MAGAZINE WU</a:t>
            </a:r>
            <a:endParaRPr lang="en-US" sz="1200" dirty="0"/>
          </a:p>
        </p:txBody>
      </p:sp>
      <p:sp>
        <p:nvSpPr>
          <p:cNvPr id="13" name="Text 8"/>
          <p:cNvSpPr txBox="1"/>
          <p:nvPr/>
        </p:nvSpPr>
        <p:spPr>
          <a:xfrm>
            <a:off x="1874520" y="2148840"/>
            <a:ext cx="2377440" cy="228600"/>
          </a:xfrm>
          <a:prstGeom prst="rect">
            <a:avLst/>
          </a:prstGeom>
          <a:noFill/>
          <a:ln/>
        </p:spPr>
        <p:txBody>
          <a:bodyPr wrap="square" lIns="0" tIns="0" rIns="0" bIns="0"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Edisi 1 · Santri Berkarya</a:t>
            </a:r>
            <a:endParaRPr lang="en-US" sz="900" dirty="0"/>
          </a:p>
        </p:txBody>
      </p:sp>
      <p:sp>
        <p:nvSpPr>
          <p:cNvPr id="14" name="Shape 9"/>
          <p:cNvSpPr/>
          <p:nvPr/>
        </p:nvSpPr>
        <p:spPr>
          <a:xfrm>
            <a:off x="1143000" y="3291840"/>
            <a:ext cx="384048" cy="384048"/>
          </a:xfrm>
          <a:prstGeom prst="ellipse">
            <a:avLst/>
          </a:prstGeom>
          <a:solidFill>
            <a:srgbClr val="E8C39E"/>
          </a:solidFill>
          <a:ln/>
        </p:spPr>
      </p:sp>
      <p:sp>
        <p:nvSpPr>
          <p:cNvPr id="15" name="Shape 10"/>
          <p:cNvSpPr/>
          <p:nvPr/>
        </p:nvSpPr>
        <p:spPr>
          <a:xfrm>
            <a:off x="1051560" y="3721608"/>
            <a:ext cx="566928" cy="777240"/>
          </a:xfrm>
          <a:prstGeom prst="roundRect">
            <a:avLst>
              <a:gd name="adj" fmla="val 24194"/>
            </a:avLst>
          </a:prstGeom>
          <a:solidFill>
            <a:srgbClr val="1F7A5C"/>
          </a:solidFill>
          <a:ln w="12700">
            <a:solidFill>
              <a:srgbClr val="1F7A5C"/>
            </a:solidFill>
            <a:prstDash val="solid"/>
          </a:ln>
        </p:spPr>
      </p:sp>
      <p:sp>
        <p:nvSpPr>
          <p:cNvPr id="16" name="Shape 11"/>
          <p:cNvSpPr/>
          <p:nvPr/>
        </p:nvSpPr>
        <p:spPr>
          <a:xfrm>
            <a:off x="2240280" y="3291840"/>
            <a:ext cx="384048" cy="384048"/>
          </a:xfrm>
          <a:prstGeom prst="ellipse">
            <a:avLst/>
          </a:prstGeom>
          <a:solidFill>
            <a:srgbClr val="E8C39E"/>
          </a:solidFill>
          <a:ln/>
        </p:spPr>
      </p:sp>
      <p:sp>
        <p:nvSpPr>
          <p:cNvPr id="17" name="Shape 12"/>
          <p:cNvSpPr/>
          <p:nvPr/>
        </p:nvSpPr>
        <p:spPr>
          <a:xfrm>
            <a:off x="2148840" y="3721608"/>
            <a:ext cx="566928" cy="777240"/>
          </a:xfrm>
          <a:prstGeom prst="roundRect">
            <a:avLst>
              <a:gd name="adj" fmla="val 24194"/>
            </a:avLst>
          </a:prstGeom>
          <a:solidFill>
            <a:srgbClr val="D4A017"/>
          </a:solidFill>
          <a:ln w="12700">
            <a:solidFill>
              <a:srgbClr val="D4A017"/>
            </a:solidFill>
            <a:prstDash val="solid"/>
          </a:ln>
        </p:spPr>
      </p:sp>
      <p:sp>
        <p:nvSpPr>
          <p:cNvPr id="18" name="Shape 13"/>
          <p:cNvSpPr/>
          <p:nvPr/>
        </p:nvSpPr>
        <p:spPr>
          <a:xfrm>
            <a:off x="3337560" y="3291840"/>
            <a:ext cx="384048" cy="384048"/>
          </a:xfrm>
          <a:prstGeom prst="ellipse">
            <a:avLst/>
          </a:prstGeom>
          <a:solidFill>
            <a:srgbClr val="E8C39E"/>
          </a:solidFill>
          <a:ln/>
        </p:spPr>
      </p:sp>
      <p:sp>
        <p:nvSpPr>
          <p:cNvPr id="19" name="Shape 14"/>
          <p:cNvSpPr/>
          <p:nvPr/>
        </p:nvSpPr>
        <p:spPr>
          <a:xfrm>
            <a:off x="3246120" y="3721608"/>
            <a:ext cx="566928" cy="777240"/>
          </a:xfrm>
          <a:prstGeom prst="roundRect">
            <a:avLst>
              <a:gd name="adj" fmla="val 24194"/>
            </a:avLst>
          </a:prstGeom>
          <a:solidFill>
            <a:srgbClr val="0078D4"/>
          </a:solidFill>
          <a:ln w="12700">
            <a:solidFill>
              <a:srgbClr val="0078D4"/>
            </a:solidFill>
            <a:prstDash val="solid"/>
          </a:ln>
        </p:spPr>
      </p:sp>
      <p:sp>
        <p:nvSpPr>
          <p:cNvPr id="20" name="Shape 15"/>
          <p:cNvSpPr/>
          <p:nvPr/>
        </p:nvSpPr>
        <p:spPr>
          <a:xfrm>
            <a:off x="4434840" y="3291840"/>
            <a:ext cx="384048" cy="384048"/>
          </a:xfrm>
          <a:prstGeom prst="ellipse">
            <a:avLst/>
          </a:prstGeom>
          <a:solidFill>
            <a:srgbClr val="E8C39E"/>
          </a:solidFill>
          <a:ln/>
        </p:spPr>
      </p:sp>
      <p:sp>
        <p:nvSpPr>
          <p:cNvPr id="21" name="Shape 16"/>
          <p:cNvSpPr/>
          <p:nvPr/>
        </p:nvSpPr>
        <p:spPr>
          <a:xfrm>
            <a:off x="4343400" y="3721608"/>
            <a:ext cx="566928" cy="777240"/>
          </a:xfrm>
          <a:prstGeom prst="roundRect">
            <a:avLst>
              <a:gd name="adj" fmla="val 24194"/>
            </a:avLst>
          </a:prstGeom>
          <a:solidFill>
            <a:srgbClr val="0F4C3A"/>
          </a:solidFill>
          <a:ln w="12700">
            <a:solidFill>
              <a:srgbClr val="0F4C3A"/>
            </a:solidFill>
            <a:prstDash val="solid"/>
          </a:ln>
        </p:spPr>
      </p:sp>
      <p:sp>
        <p:nvSpPr>
          <p:cNvPr id="22" name="Text 1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23" name="Text 1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Pameran: presentasikan majalah</a:t>
            </a:r>
            <a:endParaRPr lang="en-US" sz="1800" dirty="0"/>
          </a:p>
        </p:txBody>
      </p:sp>
      <p:sp>
        <p:nvSpPr>
          <p:cNvPr id="24" name="Text 1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Setiap kelompok mempresentasikan halaman rubriknya (2 menit). Tamu dipersilakan memindai QR code.</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Pameran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  ›  Proyek</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pic>
        <p:nvPicPr>
          <p:cNvPr id="36"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7" name="Text 27"/>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Presentasi_Impian</a:t>
            </a:r>
            <a:endParaRPr lang="en-US" sz="700" dirty="0"/>
          </a:p>
        </p:txBody>
      </p:sp>
      <p:pic>
        <p:nvPicPr>
          <p:cNvPr id="38" name="Image 8" descr="preencoded.png">    </p:cNvPr>
          <p:cNvPicPr>
            <a:picLocks noChangeAspect="1"/>
          </p:cNvPicPr>
          <p:nvPr/>
        </p:nvPicPr>
        <p:blipFill>
          <a:blip r:embed="rId9"/>
          <a:stretch>
            <a:fillRect/>
          </a:stretch>
        </p:blipFill>
        <p:spPr>
          <a:xfrm>
            <a:off x="3006913" y="1876189"/>
            <a:ext cx="292608" cy="292608"/>
          </a:xfrm>
          <a:prstGeom prst="rect">
            <a:avLst/>
          </a:prstGeom>
        </p:spPr>
      </p:pic>
      <p:sp>
        <p:nvSpPr>
          <p:cNvPr id="39" name="Text 28"/>
          <p:cNvSpPr txBox="1"/>
          <p:nvPr/>
        </p:nvSpPr>
        <p:spPr>
          <a:xfrm>
            <a:off x="274173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Cerita_Digital</a:t>
            </a:r>
            <a:endParaRPr lang="en-US" sz="700" dirty="0"/>
          </a:p>
        </p:txBody>
      </p:sp>
      <p:pic>
        <p:nvPicPr>
          <p:cNvPr id="40" name="Image 9" descr="preencoded.png">    </p:cNvPr>
          <p:cNvPicPr>
            <a:picLocks noChangeAspect="1"/>
          </p:cNvPicPr>
          <p:nvPr/>
        </p:nvPicPr>
        <p:blipFill>
          <a:blip r:embed="rId10"/>
          <a:stretch>
            <a:fillRect/>
          </a:stretch>
        </p:blipFill>
        <p:spPr>
          <a:xfrm>
            <a:off x="3875593" y="1876189"/>
            <a:ext cx="292608" cy="292608"/>
          </a:xfrm>
          <a:prstGeom prst="rect">
            <a:avLst/>
          </a:prstGeom>
        </p:spPr>
      </p:pic>
      <p:sp>
        <p:nvSpPr>
          <p:cNvPr id="41" name="Text 29"/>
          <p:cNvSpPr txBox="1"/>
          <p:nvPr/>
        </p:nvSpPr>
        <p:spPr>
          <a:xfrm>
            <a:off x="361041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Panduan_AI</a:t>
            </a:r>
            <a:endParaRPr lang="en-US" sz="700" dirty="0"/>
          </a:p>
        </p:txBody>
      </p:sp>
      <p:sp>
        <p:nvSpPr>
          <p:cNvPr id="42" name="Shape 30"/>
          <p:cNvSpPr/>
          <p:nvPr/>
        </p:nvSpPr>
        <p:spPr>
          <a:xfrm>
            <a:off x="4497385" y="1839613"/>
            <a:ext cx="786384" cy="603504"/>
          </a:xfrm>
          <a:prstGeom prst="roundRect">
            <a:avLst>
              <a:gd name="adj" fmla="val 6061"/>
            </a:avLst>
          </a:prstGeom>
          <a:solidFill>
            <a:srgbClr val="CCE4F7"/>
          </a:solidFill>
          <a:ln w="12700">
            <a:solidFill>
              <a:srgbClr val="CCE4F7"/>
            </a:solidFill>
            <a:prstDash val="solid"/>
          </a:ln>
        </p:spPr>
      </p:sp>
      <p:pic>
        <p:nvPicPr>
          <p:cNvPr id="43" name="Image 10" descr="preencoded.png">    </p:cNvPr>
          <p:cNvPicPr>
            <a:picLocks noChangeAspect="1"/>
          </p:cNvPicPr>
          <p:nvPr/>
        </p:nvPicPr>
        <p:blipFill>
          <a:blip r:embed="rId11"/>
          <a:stretch>
            <a:fillRect/>
          </a:stretch>
        </p:blipFill>
        <p:spPr>
          <a:xfrm>
            <a:off x="4744273" y="1876189"/>
            <a:ext cx="292608" cy="292608"/>
          </a:xfrm>
          <a:prstGeom prst="rect">
            <a:avLst/>
          </a:prstGeom>
        </p:spPr>
      </p:pic>
      <p:sp>
        <p:nvSpPr>
          <p:cNvPr id="44" name="Text 31"/>
          <p:cNvSpPr txBox="1"/>
          <p:nvPr/>
        </p:nvSpPr>
        <p:spPr>
          <a:xfrm>
            <a:off x="447909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Magazine_WU_Ed1</a:t>
            </a:r>
            <a:endParaRPr lang="en-US" sz="700" dirty="0"/>
          </a:p>
        </p:txBody>
      </p:sp>
      <p:sp>
        <p:nvSpPr>
          <p:cNvPr id="45" name="Shape 32"/>
          <p:cNvSpPr/>
          <p:nvPr/>
        </p:nvSpPr>
        <p:spPr>
          <a:xfrm>
            <a:off x="4460809" y="1803037"/>
            <a:ext cx="859536" cy="676656"/>
          </a:xfrm>
          <a:prstGeom prst="roundRect">
            <a:avLst>
              <a:gd name="adj" fmla="val 6757"/>
            </a:avLst>
          </a:prstGeom>
          <a:solidFill>
            <a:srgbClr val="FFFFFF">
              <a:alpha val="0"/>
            </a:srgbClr>
          </a:solidFill>
          <a:ln w="31750">
            <a:solidFill>
              <a:srgbClr val="E53935"/>
            </a:solidFill>
            <a:prstDash val="solid"/>
          </a:ln>
        </p:spPr>
      </p:sp>
      <p:sp>
        <p:nvSpPr>
          <p:cNvPr id="46" name="Shape 33"/>
          <p:cNvSpPr/>
          <p:nvPr/>
        </p:nvSpPr>
        <p:spPr>
          <a:xfrm>
            <a:off x="5183185" y="1665877"/>
            <a:ext cx="274320" cy="274320"/>
          </a:xfrm>
          <a:prstGeom prst="ellipse">
            <a:avLst/>
          </a:prstGeom>
          <a:solidFill>
            <a:srgbClr val="E53935"/>
          </a:solidFill>
          <a:ln w="12700">
            <a:solidFill>
              <a:srgbClr val="FFFFFF"/>
            </a:solidFill>
            <a:prstDash val="solid"/>
          </a:ln>
        </p:spPr>
      </p:sp>
      <p:sp>
        <p:nvSpPr>
          <p:cNvPr id="47" name="Text 34"/>
          <p:cNvSpPr txBox="1"/>
          <p:nvPr/>
        </p:nvSpPr>
        <p:spPr>
          <a:xfrm>
            <a:off x="5183185" y="16658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48" name="Image 11" descr="preencoded.png">    </p:cNvPr>
          <p:cNvPicPr>
            <a:picLocks noChangeAspect="1"/>
          </p:cNvPicPr>
          <p:nvPr/>
        </p:nvPicPr>
        <p:blipFill>
          <a:blip r:embed="rId12"/>
          <a:stretch>
            <a:fillRect/>
          </a:stretch>
        </p:blipFill>
        <p:spPr>
          <a:xfrm>
            <a:off x="4929896" y="2171540"/>
            <a:ext cx="237744" cy="237744"/>
          </a:xfrm>
          <a:prstGeom prst="rect">
            <a:avLst/>
          </a:prstGeom>
        </p:spPr>
      </p:pic>
      <p:sp>
        <p:nvSpPr>
          <p:cNvPr id="49"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50"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Tunjukkan portofolio dan apresiasi</a:t>
            </a:r>
            <a:endParaRPr lang="en-US" sz="1800" dirty="0"/>
          </a:p>
        </p:txBody>
      </p:sp>
      <p:sp>
        <p:nvSpPr>
          <p:cNvPr id="51"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Santri menunjukkan portofolionya kepada tamu atau teman. Guru memberi apresiasi untuk semua santri.</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Akhir: Digital Magazine WU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Proyek akhir Kelas 1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Majalah memiliki sampul berlogo pondok, daftar isi, dan 6 rubrik.</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Semua halaman seragam, sudah disunting, dan QR code berfungsi.</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PDF majalah tersimpan di Drive dan di folder Proyek setiap santri.</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Majalah dan portofolio sudah dipresentasikan dalam pameran.</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12: Proyek Akhir Kelas 1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Semua halaman sudah diperiksa</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PDF berhasil diunduh</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Portofolio setiap santri lengkap</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Setiap rubrik dipresentasikan</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pencapaian terbesarmu di Kelas 1?</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yang ingin kamu pelajari di Kelas 2?</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Bersyukur atas ilmu yang didapat: alhamdulillah, semoga ilmu ini bermanfaat bagi agama dan umat.</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Kelas 2: Digital Productivity &amp; Web Development. Sampai jumpa!</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1 Modul 12 - Proyek Akhir Kelas 1</dc:title>
  <dc:subject>PptxGenJS Presentation</dc:subject>
  <dc:creator>PptxGenJS</dc:creator>
  <cp:lastModifiedBy>PptxGenJS</cp:lastModifiedBy>
  <cp:revision>1</cp:revision>
  <dcterms:created xsi:type="dcterms:W3CDTF">2026-10-01T05:42:22Z</dcterms:created>
  <dcterms:modified xsi:type="dcterms:W3CDTF">2026-10-01T05:42:22Z</dcterms:modified>
</cp:coreProperties>
</file>