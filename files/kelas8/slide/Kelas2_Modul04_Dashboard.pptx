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4: Dashboard — Proyek: Dashboard Kelas
Terdiri dari 3 pertemuan (Pertemuan 10–12 Kelas VIII),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Modul ini melanjutkan file Database Santri Fiktif dari Modul 3. Pastikan setiap kelompok masih memiliki file tersebut. Kelompok yang filenya hilang dapat memakai file contoh yang dibagikan guru.
- Tetap gunakan DATA FIKTIF.
- Fungsi baru: COUNTA, AVERAGEIF, dan INDEX-MATCH tidak diajarkan; cukup COUNTA, AVERAGE, MAX, COUNTIF, dan AVERAGEIF.
CATATAN
Terjemahan: Merge cells = Gabungkan sel, Slicer = Pemotong data (penyaring interaktif), Chart editor = Editor diagram, Scorecard chart = Diagram kartu skor.
Dashboard dibuat di lembar ketiga bernama Dashboard di dalam file database yang sama, agar semua angka terhubung langsung ke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ke-10, dengan judul "Mengenal Dashboard". Kita akan belajar menyajikan informasi penting dalam satu layar yang mudah dibaca.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menyelesaikan Database Santri Fiktif dengan lembar Ringkasan. Siapa yang ingat, fungsi apa yang menghitung jumlah santri per ekskul?
(Tunggu jawaban: COUNTIF.)
Sekarang pertanyaan hari ini. Coba pikirkan sejenak:
"Saat naik mobil, bagaimana sopir tahu kecepatan dan sisa bensin tanpa membuka mesin?"
(Beri waktu 1 menit. Minta 2–3 santri menjawab. Hargai semua jawaban.)
Sopir melihat DASHBOARD, yaitu papan di depan kemudi yang menampilkan angka-angka penting: kecepatan, bensin, suhu mesin. Semua dalam satu pandangan. Dalam dunia data, dashboard juga berarti satu layar yang menampilkan informasi terpenting. Hari ini kita membuatnya.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adalah satu tampilan yang menyajikan angka-angka penting dan grafik, sehingga keadaan bisa dipahami dalam sekali lihat, tanpa harus membaca ratusan baris data.
Bayangkan pimpinan pondok ingin mengetahui keadaan hafalan seluruh santri. Membaca 300 baris data tentu melelahkan. Dengan dashboard, cukup melihat satu layar: jumlah santri, rata-rata hafalan, kelas dengan hafalan tertinggi, dan grafiknya.
Isi dashboard diambil otomatis dari database. Jika data diperbarui, dashboard ikut berubah.
Contoh dashboard di pesantren: dashboard progres hafalan, keuangan kantin, absensi santri, dan pemakaian perpustakaan. Aplikasi seperti WASIAT juga memiliki halaman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contoh dashboard di layar. Ada empat bagian.
Nomor 1, JUDUL: menjelaskan apa yang ditampilkan, termasuk keterangan bahwa datanya fiktif.
Nomor 2, KARTU ANGKA, disebut juga scorecard: angka-angka terpenting yang ditulis besar, misalnya jumlah santri 16, rata-rata juz 3,3, juz tertinggi 6, dan ekskul terbanyak Pramuka. Angka-angka ini disebut INDIKATOR.
Nomor 3, GRAFIK: menunjukkan pola dan perbandingan. Grafik lingkaran untuk proporsi santri per ekskul, grafik batang untuk membandingkan rata-rata juz antar kelas.
Nomor 4, KETERANGAN SUMBER: dari mana data diambil.
Dashboard yang baik itu sederhana: hanya menampilkan yang penting, tidak penuh sesak.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Kartu angka diisi dengan rumus yang mengambil data dari lembar Data. Ada satu fungsi baru.
COUNTA: menghitung sel yang berisi apa saja, teks maupun angka. Berbeda dengan COUNT yang hanya menghitung angka. Karena ID santri berupa teks seperti S001, kita memakai COUNTA untuk menghitung jumlah santri.
AVERAGE untuk rata-rata juz, MAX untuk juz tertinggi, dan COUNTIF untuk menghitung jumlah per kategori, seperti jumlah santri kelas 8A. Semua ini sudah kalian kenal.
Perhatikan, setiap rumus memakai Data tanda seru, artinya mengambil dari lembar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Buka file Database Santri Fiktif kelompok kalian dari Modul 3. Ikuti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Di file database kelompok, klik tombol tambah di pojok kiri bawah untuk membuat lembar baru. Ganti namanya menjadi Dashboard.
Sekarang file kalian memiliki tiga lembar: Data, Ringkasan, dan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Klik sel A1 dan ketik judul: Dashboard Kelas 8, data fiktif.
Pilih sel A1 sampai F1, lalu klik ikon Merge cells di toolbar, tanda a. Keenam sel bergabung menjadi satu sel lebar, tanda b. Perbesar ukuran huruf, tebalkan, rata tengah, dan beri warna latar hijau tua dengan huruf putih.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Di baris 3, tulis label kartu angka: A3 Jumlah santri, C3 Rata-rata juz, dan E3 Juz tertinggi. Buat hurufnya kecil dan berwarna abu-abu, karena yang ditonjolkan adalah angkanya.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Di baris 4, tepat di bawah setiap label, isi rumus:
A4: sama dengan COUNTA, Data tanda seru A2 sampai A30. Hasilnya jumlah santri.
C4: sama dengan AVERAGE, Data tanda seru F2 sampai F30. Hasilnya rata-rata juz.
E4: sama dengan MAX, Data tanda seru F2 sampai F30. Hasilnya juz tertinggi.
Perhatikan bilah fx, tanda a, menampilkan rumus yang mengambil dari lembar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Kita buat angka-angka itu tampil seperti kartu.
Gabungkan A4 dan B4 dengan Merge cells, lalu lakukan juga untuk C4 dan D4, serta E4 dan F4. Ubah ukuran huruf angka menjadi 24, tebal, dan beri warna berbeda untuk setiap kartu. Beri garis tepi dan warna latar lembut pada setiap kotak label dan angka.
Hasilnya seperti kartu-kartu angka di layar.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Uji apakah dashboard benar-benar terhubung ke data.
Klik tab lembar Data, tanda a. Tambahkan satu santri fiktif baru, misalnya S017, dengan hafalan 7 juz.
Kembali ke lembar Dashboard. Lihat, tanda b: jumlah santri otomatis bertambah menjadi 17, juz tertinggi menjadi 7, dan rata-rata juz ikut berubah. Kita tidak mengubah apa pun di dashboard.
Inilah kekuatan dashboard: selalu menampilkan keadaan terbaru.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Tambahkan ke dashboard kelompok kalian: kartu jumlah santri kelas 8A dengan COUNTIF, kartu juz terendah dengan MIN, atur rata-rata menjadi satu angka di belakang koma, dan tulis keterangan sumber data.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lembar Dashboard sudah dibuat?
- ada 4 kartu angka dengan rumus?
- angka terhubung ke lembar Data?
- tata letak rapi?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mengapa pimpinan membutuhkan dashboard?
Pertanyaan kedua: angka apa yang paling penting di dashboard kelasmu?
(Minta 2–3 santri menjawab secara bergantian.)
Pesan adab kita hari ini: tampilkan angka yang benar, sekalipun hasilnya kurang memuaskan. Dashboard dipakai untuk mengambil keputusan, maka kejujuran datanya adalah amanah.
Pekan depan: memilih dan memasang grafik di dashboard.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ke-11, dengan judul "Grafik untuk Dashboard". Kita akan memilih grafik yang tepat dan memasangnya di dashboard.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membuat kartu angka. Siapa yang ingat, apa bedanya COUNT dan COUNTA?
(Tunggu jawaban: COUNT hanya menghitung angka, COUNTA menghitung semua sel yang berisi.)
Sekarang pertanyaan hari ini. Coba pikirkan sejenak:
"Mana yang lebih cepat dipahami: tabel 4 baris angka, atau satu grafik lingkaran?"
(Beri waktu 1 menit. Minta 2–3 santri menjawab. Hargai semua jawaban.)
Grafik biasanya jauh lebih cepat dipahami. Mata kita langsung melihat bagian mana yang paling besar. Hari ini kita memasang grafik di dashboard, dan belajar satu fungsi baru: AVERAGEIF.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Memilih grafik dimulai dari pertanyaan yang ingin dijawab.
Jika pertanyaannya tentang PROPORSI, misalnya berapa persen santri di setiap ekskul, pakai grafik LINGKARAN. Usahakan tidak lebih dari lima bagian agar tetap terbaca.
Jika tentang PERBANDINGAN, misalnya kelas mana yang rata-rata juznya lebih tinggi, pakai grafik BATANG.
Jika tentang PERUBAHAN dari waktu ke waktu, misalnya hafalan bulan Juli, Agustus, September, pakai grafik GARIS.
Jika tentang PERINGKAT, misalnya lima santri dengan hafalan tertinggi, pakai grafik BATANG MENDATAR yang sudah diurutkan.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grafik rata-rata juz per kelas, kita butuh fungsi baru: AVERAGEIF, artinya rata-rata jika. Mirip COUNTIF, tetapi menghitung rata-rata.
Perhatikan rumusnya. Ada tiga bagian di dalam kurung.
Bagian pertama, berwarna hijau: kolom yang diperiksa, yaitu kolom Kelas di lembar Data.
Bagian kedua, berwarna merah: syaratnya, yaitu hanya kelas 8A.
Bagian ketiga, berwarna ungu: kolom yang dirata-rata, yaitu kolom Juz.
Jadi artinya: hitung rata-rata juz, tetapi hanya untuk santri yang kelasnya 8A. Hasilnya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Buka kembali file database kelompok. Ikuti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lembar Ringkasan. Pilih tabel ekskul dan jumlahnya, dari A1 sampai B5, tanda a. Klik menu Insert, lalu Chart, tanda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Di panel Chart editor sebelah kanan, pada Chart type, pilih Pie chart, yaitu grafik lingkaran.
Klik tab Customize, buka Chart and axis titles, lalu ketik judul: Santri per Ekskul. Buka bagian Pie chart, lalu pada Slice label pilih Percentage, agar persentase muncul.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Masih di lembar Ringkasan, buat tabel kecil baru di kolom D dan E.
D1: Kelas, E1: Rata-rata Juz. D2: 8A, D3: 8B.
Di E2, ketik: sama dengan AVERAGEIF, kurung buka, Data tanda seru C2 sampai C30, koma, D2, koma, Data tanda seru F2 sampai F30, kurung tutup, tanda a. Kita menulis D2, bukan "8A", agar rumus bisa disalin ke bawah. Salin rumus ke E3 dengan fill handle, tanda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Pilih D1 sampai E3. Klik Insert, Chart. Pilih Column chart, dan beri judul: Rata-rata Juz per Kelas.
Sekarang kita punya dua grafik: lingkaran untuk proporsi, dan batang untuk perbandingan.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Kedua grafik harus dipindah ke lembar Dashboard.
Klik grafik, lalu klik titik tiga di pojok kanan atas grafik. Pilih Cut chart, tanda a, atau cukup tekan Ctrl X. Buka lembar Dashboard, tanda b, klik sel di bawah kartu angka, lalu tekan Ctrl V.
Lakukan untuk kedua grafik. Grafik tetap terhubung ke data di lembar Ringkasan.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Tata kedua grafik di lembar Dashboard: letakkan berdampingan di bawah kartu-kartu angka. Seret dari tengah grafik untuk memindahkan, dan tarik pojoknya untuk mengubah ukuran. Samakan ukuran kedua grafik dan pastikan tidak ada yang tumpang-tindih.
Ingat prinsip perataan dan kedekatan dari Kelas VII. Dashboard kalian sekarang terlihat seperti dashboard sungguhan.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Tambahkan tabel rata-rata juz per ekskul dengan AVERAGEIF, buat grafik batangnya dan pasang di dashboard, tulis satu kesimpulan di bawah setiap grafik, dan pastikan semua grafik berjudul.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ada grafik lingkaran proporsi ekskul?
- ada grafik batang rata-rata per kelas?
- grafik berjudul dan berlabel?
- grafik tertata rapi di Dashboard?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mengapa grafik lingkaran cocok untuk proporsi?
Pertanyaan kedua: apa yang kamu simpulkan dari grafik rata-rata per kelas?
(Minta 2–3 santri menjawab secara bergantian.)
Pesan adab kita hari ini: grafik yang jujur tidak memotong sumbu atau menyembunyikan data agar terlihat lebih baik. Menyajikan data dengan menyesatkan sama dengan berbohong dengan gambar.
Pekan depan: proyek Dashboard Kelas dengan penyaring interaktif.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ke-12, dengan judul "Dashboard Kelas". Hari ini kita menyelesaikan proyek Modul 4: dashboard interaktif yang siap dipresentasikan.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memasang grafik. Siapa yang ingat, fungsi apa yang menghitung rata-rata hanya untuk kelas tertentu?
(Tunggu jawaban: AVERAGEIF.)
Sekarang pertanyaan hari ini. Coba pikirkan sejenak:
"Bagaimana jika pimpinan ingin melihat dashboard khusus kelas 8A saja?"
(Beri waktu 1 menit. Minta 2–3 santri menjawab. Hargai semua jawaban.)
Kita bisa menambahkan SLICER, yaitu tombol penyaring di dashboard. Dengan satu klik, pimpinan bisa memilih kelas 8A, dan grafik langsung menampilkan data kelas 8A saja. Dashboard menjadi interaktif.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SLICER artinya pemotong. Slicer adalah tombol penyaring yang dipasang di dashboard. Pengguna cukup memilih satu kategori, misalnya kelas 8A, dan grafik yang terhubung langsung menampilkan data kelas 8A saja.
Slicer mirip dengan Filter yang kita pelajari di Modul 2, tetapi tampil sebagai tombol yang rapi di dashboard, sehingga mudah dipakai oleh siapa saja.
Catatan penting: slicer bekerja untuk grafik yang dibuat langsung dari tabel di lembar Data. Karena itu hari ini kita akan membuat satu grafik baru langsung dari lembar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menyelesaikan proyek, ingat empat ciri dashboard yang baik.
FOKUS: hanya menampilkan yang penting. Paling banyak empat kartu angka dan tiga grafik. Dashboard yang terlalu penuh justru membingungkan.
RAPI: semua bagian sejajar, ukurannya seragam, dan ada jarak di antaranya.
WARNA BERMAKNA: gunakan warna yang sama untuk hal yang sama. Misalnya kelas 8A selalu hijau dan 8B selalu kuning di semua grafik.
JELAS SUMBERNYA: ada judul, satuan seperti "juz", dan keterangan bahwa datanya fiktif.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Buka file database kelompok. Ikuti langkah demi langkah, lalu siapkan presentasi.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lembar Data. Pilih kolom Nama dari B1 sampai B30, tanda a, lalu tahan Ctrl dan pilih kolom Juz dari F1 sampai F30, tanda b.
Klik Insert, Chart, lalu pilih Bar chart, yaitu batang mendatar. Beri judul: Hafalan per Santri. Pindahkan grafik ini ke lembar Dashboard dengan Cut dan Paste.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Buka lembar Dashboard. Klik menu Data, lalu Add a slicer, artinya tambah pemotong.
Di panel kanan, pada Data range, pastikan rentangnya adalah Data tanda seru A1 sampai F30, yaitu seluruh tabel di lembar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Pada bagian Column di panel kanan, pilih Kelas. Slicer muncul di dashboard sebagai kotak kecil bertuliskan Kelas, tanda a. Seret ke pojok kanan atas.
Uji: klik slicer, hilangkan centang semua, centang hanya 8A, lalu OK. Grafik hafalan per santri, tanda b, kini hanya menampilkan santri kelas 8A.
Pilih kembali semua kelas setelah selesai menguji.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Sempurnakan tampilan. Klik dua kali setiap grafik untuk membuka Chart editor, buka tab Customize, lalu Series, dan pilih warna yang serasi dengan tema: hijau dan emas. Samakan ukuran grafik dan atur jarak antar bagian.
Periksa empat ciri dashboard yang baik: fokus, rapi, warna bermakna, dan jelas sumbernya.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Agar dashboard tampak bersih seperti laporan, sembunyikan garis bantu.
Klik menu View, arahkan ke Show, tanda a, lalu hilangkan centang Gridlines, tanda b. Garis-garis abu-abu tipis di lembar Dashboard akan hilang.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Saatnya presentasi. Setiap kelompok menampilkan dashboardnya di proyektor selama tiga menit.
Jelaskan: angka-angka penting apa yang ditampilkan, apa isi setiap grafik, bagaimana cara memakai slicer, dan dua kesimpulan dari data. Ingat, kesimpulan harus berdasarkan data, misalnya: rata-rata hafalan kelas 8A sedikit lebih tinggi dari 8B, atau Pramuka adalah ekskul paling diminati.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kelompok dinyatakan selesai jika: judulnya jelas dengan keterangan data fiktif, ada tiga sampai empat kartu angka berumus, dua sampai tiga grafik yang tepat dan rapi, serta slicer berfungsi dan kelompok mempresentasikan dua kesimpulan.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ada slicer yang berfungsi?
- kartu angka dan grafik lengkap?
- tampilan rapi dan seragam?
- kesimpulan dipresentasikan?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bagian dashboard mana yang paling bermanfaat?
Pertanyaan kedua: keputusan apa yang bisa diambil dari dashboard kelompokmu?
(Minta 2–3 santri menjawab secara bergantian.)
Pesan adab kita hari ini: informasi yang disajikan harus membantu orang mengambil keputusan yang benar. Dashboard yang menyesatkan bisa membuat pimpinan salah mengambil keputusan.
Pekan depan: kita masuk Modul 5: AI untuk Data. Alhamdulillah, Modul 4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1.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slideLayout" Target="../slideLayouts/slideLayout1.xml"/><Relationship Id="rId1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slideLayout" Target="../slideLayouts/slideLayout1.xml"/><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slideLayout" Target="../slideLayouts/slideLayout1.xml"/><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slideLayout" Target="../slideLayouts/slideLayout1.xml"/><Relationship Id="rId10"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slideLayout" Target="../slideLayouts/slideLayout1.xml"/><Relationship Id="rId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slideLayout" Target="../slideLayouts/slideLayout1.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slideLayout" Target="../slideLayouts/slideLayout1.xml"/><Relationship Id="rId10"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slideLayout" Target="../slideLayouts/slideLayout1.xml"/><Relationship Id="rId9"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slideLayout" Target="../slideLayouts/slideLayout1.xml"/><Relationship Id="rId10"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slideLayout" Target="../slideLayouts/slideLayout1.xml"/><Relationship Id="rId9"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image" Target="../media/image-43-8.png"/><Relationship Id="rId9" Type="http://schemas.openxmlformats.org/officeDocument/2006/relationships/slideLayout" Target="../slideLayouts/slideLayout1.xml"/><Relationship Id="rId10"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slideLayout" Target="../slideLayouts/slideLayout1.xml"/><Relationship Id="rId8"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2 WUSTHA  ·  SEMESTER 1  ·  MODUL 4</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Dashboard</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Dashboard Kelas</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menyajikan data dalam satu tampilan ringkas: angka penting (scorecard), grafik yang tepat, dan penyaring interaktif, sehingga informasi bisa dipahami dalam sekali lihat.</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10</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Mengenal Dashboard</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11</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Grafik untuk Dashboard</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12</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Dashboard Kelas</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Google Sheets (database dari Modul 3), akun Google kelas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10</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Mengenal Dashboard</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Informasi penting dalam satu layar</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4: Dashboard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Saat naik mobil, bagaimana sopir tahu kecepatan dan sisa bensin tanpa membuka mesin?</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10</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pengertian dan manfaat dashboard</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Menentukan angka penting (indikator) yang perlu ditampilkan</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kartu angka (scorecard) dengan rumus</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Apa Itu Dashboard?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926080" cy="3520440"/>
          </a:xfrm>
          <a:prstGeom prst="roundRect">
            <a:avLst>
              <a:gd name="adj" fmla="val 4688"/>
            </a:avLst>
          </a:prstGeom>
          <a:solidFill>
            <a:srgbClr val="0F4C3A"/>
          </a:solidFill>
          <a:ln w="12700">
            <a:solidFill>
              <a:srgbClr val="0F4C3A"/>
            </a:solidFill>
            <a:prstDash val="solid"/>
          </a:ln>
        </p:spPr>
      </p:sp>
      <p:pic>
        <p:nvPicPr>
          <p:cNvPr id="10" name="Image 2" descr="preencoded.png">    </p:cNvPr>
          <p:cNvPicPr>
            <a:picLocks noChangeAspect="1"/>
          </p:cNvPicPr>
          <p:nvPr/>
        </p:nvPicPr>
        <p:blipFill>
          <a:blip r:embed="rId3"/>
          <a:stretch>
            <a:fillRect/>
          </a:stretch>
        </p:blipFill>
        <p:spPr>
          <a:xfrm>
            <a:off x="1234440" y="1600200"/>
            <a:ext cx="1371600" cy="1371600"/>
          </a:xfrm>
          <a:prstGeom prst="rect">
            <a:avLst/>
          </a:prstGeom>
        </p:spPr>
      </p:pic>
      <p:sp>
        <p:nvSpPr>
          <p:cNvPr id="11" name="Text 6"/>
          <p:cNvSpPr txBox="1"/>
          <p:nvPr/>
        </p:nvSpPr>
        <p:spPr>
          <a:xfrm>
            <a:off x="640080" y="3200400"/>
            <a:ext cx="2560320" cy="118872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Dashboard</a:t>
            </a:r>
            <a:endParaRPr lang="en-US" sz="1800" dirty="0"/>
          </a:p>
        </p:txBody>
      </p:sp>
      <p:sp>
        <p:nvSpPr>
          <p:cNvPr id="12" name="Text 7"/>
          <p:cNvSpPr txBox="1"/>
          <p:nvPr/>
        </p:nvSpPr>
        <p:spPr>
          <a:xfrm>
            <a:off x="3703320" y="1097280"/>
            <a:ext cx="4983480" cy="1463040"/>
          </a:xfrm>
          <a:prstGeom prst="rect">
            <a:avLst/>
          </a:prstGeom>
          <a:noFill/>
          <a:ln/>
        </p:spPr>
        <p:txBody>
          <a:bodyPr wrap="square" lIns="0" tIns="0" rIns="0" bIns="0" rtlCol="0" anchor="ctr"/>
          <a:lstStyle/>
          <a:p>
            <a:pPr indent="0" marL="0">
              <a:buNone/>
            </a:pPr>
            <a:r>
              <a:rPr lang="en-US" sz="2000" b="1" dirty="0">
                <a:solidFill>
                  <a:srgbClr val="0F4C3A"/>
                </a:solidFill>
                <a:latin typeface="Cambria" pitchFamily="34" charset="0"/>
                <a:ea typeface="Cambria" pitchFamily="34" charset="-122"/>
                <a:cs typeface="Cambria" pitchFamily="34" charset="-120"/>
              </a:rPr>
              <a:t>Dashboard adalah satu tampilan yang menyajikan angka-angka penting dan grafik, agar keadaan bisa dipahami dalam sekali lihat.</a:t>
            </a:r>
            <a:endParaRPr lang="en-US" sz="2000" dirty="0"/>
          </a:p>
        </p:txBody>
      </p:sp>
      <p:sp>
        <p:nvSpPr>
          <p:cNvPr id="13" name="Shape 8"/>
          <p:cNvSpPr/>
          <p:nvPr/>
        </p:nvSpPr>
        <p:spPr>
          <a:xfrm>
            <a:off x="3703320" y="2807208"/>
            <a:ext cx="164592" cy="164592"/>
          </a:xfrm>
          <a:prstGeom prst="ellipse">
            <a:avLst/>
          </a:prstGeom>
          <a:solidFill>
            <a:srgbClr val="D4A017"/>
          </a:solidFill>
          <a:ln/>
        </p:spPr>
      </p:sp>
      <p:sp>
        <p:nvSpPr>
          <p:cNvPr id="14" name="Text 9"/>
          <p:cNvSpPr txBox="1"/>
          <p:nvPr/>
        </p:nvSpPr>
        <p:spPr>
          <a:xfrm>
            <a:off x="4023360" y="269748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Dipakai pimpinan untuk mengambil keputusan cepat</a:t>
            </a:r>
            <a:endParaRPr lang="en-US" sz="1450" dirty="0"/>
          </a:p>
        </p:txBody>
      </p:sp>
      <p:sp>
        <p:nvSpPr>
          <p:cNvPr id="15" name="Shape 10"/>
          <p:cNvSpPr/>
          <p:nvPr/>
        </p:nvSpPr>
        <p:spPr>
          <a:xfrm>
            <a:off x="3703320" y="3447288"/>
            <a:ext cx="164592" cy="164592"/>
          </a:xfrm>
          <a:prstGeom prst="ellipse">
            <a:avLst/>
          </a:prstGeom>
          <a:solidFill>
            <a:srgbClr val="D4A017"/>
          </a:solidFill>
          <a:ln/>
        </p:spPr>
      </p:sp>
      <p:sp>
        <p:nvSpPr>
          <p:cNvPr id="16" name="Text 11"/>
          <p:cNvSpPr txBox="1"/>
          <p:nvPr/>
        </p:nvSpPr>
        <p:spPr>
          <a:xfrm>
            <a:off x="4023360" y="333756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Isinya diambil otomatis dari database</a:t>
            </a:r>
            <a:endParaRPr lang="en-US" sz="1450" dirty="0"/>
          </a:p>
        </p:txBody>
      </p:sp>
      <p:sp>
        <p:nvSpPr>
          <p:cNvPr id="17" name="Shape 12"/>
          <p:cNvSpPr/>
          <p:nvPr/>
        </p:nvSpPr>
        <p:spPr>
          <a:xfrm>
            <a:off x="3703320" y="4087368"/>
            <a:ext cx="164592" cy="164592"/>
          </a:xfrm>
          <a:prstGeom prst="ellipse">
            <a:avLst/>
          </a:prstGeom>
          <a:solidFill>
            <a:srgbClr val="D4A017"/>
          </a:solidFill>
          <a:ln/>
        </p:spPr>
      </p:sp>
      <p:sp>
        <p:nvSpPr>
          <p:cNvPr id="18" name="Text 13"/>
          <p:cNvSpPr txBox="1"/>
          <p:nvPr/>
        </p:nvSpPr>
        <p:spPr>
          <a:xfrm>
            <a:off x="4023360" y="397764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Contoh: dashboard hafalan, keuangan, absensi</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Anatomi Dashboard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43000"/>
            <a:ext cx="5486400" cy="3474720"/>
          </a:xfrm>
          <a:prstGeom prst="roundRect">
            <a:avLst>
              <a:gd name="adj" fmla="val 1579"/>
            </a:avLst>
          </a:prstGeom>
          <a:solidFill>
            <a:srgbClr val="F3F6F4"/>
          </a:solidFill>
          <a:ln w="12700">
            <a:solidFill>
              <a:srgbClr val="BBBBBB"/>
            </a:solidFill>
            <a:prstDash val="solid"/>
          </a:ln>
        </p:spPr>
      </p:sp>
      <p:sp>
        <p:nvSpPr>
          <p:cNvPr id="10" name="Text 6"/>
          <p:cNvSpPr txBox="1"/>
          <p:nvPr/>
        </p:nvSpPr>
        <p:spPr>
          <a:xfrm>
            <a:off x="594360" y="1234440"/>
            <a:ext cx="5212080" cy="274320"/>
          </a:xfrm>
          <a:prstGeom prst="rect">
            <a:avLst/>
          </a:prstGeom>
          <a:noFill/>
          <a:ln/>
        </p:spPr>
        <p:txBody>
          <a:bodyPr wrap="square" lIns="0" tIns="0" rIns="0" bIns="0" rtlCol="0" anchor="t"/>
          <a:lstStyle/>
          <a:p>
            <a:pPr indent="0" marL="0">
              <a:buNone/>
            </a:pPr>
            <a:r>
              <a:rPr lang="en-US" sz="1200" b="1" dirty="0">
                <a:solidFill>
                  <a:srgbClr val="0F4C3A"/>
                </a:solidFill>
                <a:latin typeface="Calibri" pitchFamily="34" charset="0"/>
                <a:ea typeface="Calibri" pitchFamily="34" charset="-122"/>
                <a:cs typeface="Calibri" pitchFamily="34" charset="-120"/>
              </a:rPr>
              <a:t>DASHBOARD KELAS 8 (DATA FIKTIF)</a:t>
            </a:r>
            <a:endParaRPr lang="en-US" sz="1200" dirty="0"/>
          </a:p>
        </p:txBody>
      </p:sp>
      <p:sp>
        <p:nvSpPr>
          <p:cNvPr id="11" name="Shape 7"/>
          <p:cNvSpPr/>
          <p:nvPr/>
        </p:nvSpPr>
        <p:spPr>
          <a:xfrm>
            <a:off x="594360" y="1600200"/>
            <a:ext cx="1257300" cy="685800"/>
          </a:xfrm>
          <a:prstGeom prst="roundRect">
            <a:avLst>
              <a:gd name="adj" fmla="val 5333"/>
            </a:avLst>
          </a:prstGeom>
          <a:solidFill>
            <a:srgbClr val="FFFFFF"/>
          </a:solidFill>
          <a:ln w="9525">
            <a:solidFill>
              <a:srgbClr val="DDDDDD"/>
            </a:solidFill>
            <a:prstDash val="solid"/>
          </a:ln>
        </p:spPr>
      </p:sp>
      <p:sp>
        <p:nvSpPr>
          <p:cNvPr id="12" name="Shape 8"/>
          <p:cNvSpPr/>
          <p:nvPr/>
        </p:nvSpPr>
        <p:spPr>
          <a:xfrm>
            <a:off x="594360" y="1600200"/>
            <a:ext cx="45720" cy="685800"/>
          </a:xfrm>
          <a:prstGeom prst="rect">
            <a:avLst/>
          </a:prstGeom>
          <a:solidFill>
            <a:srgbClr val="1F7A5C"/>
          </a:solidFill>
          <a:ln w="12700">
            <a:solidFill>
              <a:srgbClr val="1F7A5C"/>
            </a:solidFill>
            <a:prstDash val="solid"/>
          </a:ln>
        </p:spPr>
      </p:sp>
      <p:sp>
        <p:nvSpPr>
          <p:cNvPr id="13" name="Text 9"/>
          <p:cNvSpPr txBox="1"/>
          <p:nvPr/>
        </p:nvSpPr>
        <p:spPr>
          <a:xfrm>
            <a:off x="685800" y="1627632"/>
            <a:ext cx="1120140" cy="240030"/>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Jumlah santri</a:t>
            </a:r>
            <a:endParaRPr lang="en-US" sz="1050" dirty="0"/>
          </a:p>
        </p:txBody>
      </p:sp>
      <p:sp>
        <p:nvSpPr>
          <p:cNvPr id="14" name="Text 10"/>
          <p:cNvSpPr txBox="1"/>
          <p:nvPr/>
        </p:nvSpPr>
        <p:spPr>
          <a:xfrm>
            <a:off x="685800" y="1840230"/>
            <a:ext cx="1120140" cy="411480"/>
          </a:xfrm>
          <a:prstGeom prst="rect">
            <a:avLst/>
          </a:prstGeom>
          <a:noFill/>
          <a:ln/>
        </p:spPr>
        <p:txBody>
          <a:bodyPr wrap="square" lIns="0" tIns="0" rIns="0" bIns="0" rtlCol="0" anchor="ctr"/>
          <a:lstStyle/>
          <a:p>
            <a:pPr indent="0" marL="0">
              <a:buNone/>
            </a:pPr>
            <a:r>
              <a:rPr lang="en-US" sz="2400" b="1" dirty="0">
                <a:solidFill>
                  <a:srgbClr val="1F7A5C"/>
                </a:solidFill>
                <a:latin typeface="Calibri" pitchFamily="34" charset="0"/>
                <a:ea typeface="Calibri" pitchFamily="34" charset="-122"/>
                <a:cs typeface="Calibri" pitchFamily="34" charset="-120"/>
              </a:rPr>
              <a:t>16</a:t>
            </a:r>
            <a:endParaRPr lang="en-US" sz="2400" dirty="0"/>
          </a:p>
        </p:txBody>
      </p:sp>
      <p:sp>
        <p:nvSpPr>
          <p:cNvPr id="15" name="Shape 11"/>
          <p:cNvSpPr/>
          <p:nvPr/>
        </p:nvSpPr>
        <p:spPr>
          <a:xfrm>
            <a:off x="1915668" y="1600200"/>
            <a:ext cx="1257300" cy="685800"/>
          </a:xfrm>
          <a:prstGeom prst="roundRect">
            <a:avLst>
              <a:gd name="adj" fmla="val 5333"/>
            </a:avLst>
          </a:prstGeom>
          <a:solidFill>
            <a:srgbClr val="FFFFFF"/>
          </a:solidFill>
          <a:ln w="9525">
            <a:solidFill>
              <a:srgbClr val="DDDDDD"/>
            </a:solidFill>
            <a:prstDash val="solid"/>
          </a:ln>
        </p:spPr>
      </p:sp>
      <p:sp>
        <p:nvSpPr>
          <p:cNvPr id="16" name="Shape 12"/>
          <p:cNvSpPr/>
          <p:nvPr/>
        </p:nvSpPr>
        <p:spPr>
          <a:xfrm>
            <a:off x="1915668" y="1600200"/>
            <a:ext cx="45720" cy="685800"/>
          </a:xfrm>
          <a:prstGeom prst="rect">
            <a:avLst/>
          </a:prstGeom>
          <a:solidFill>
            <a:srgbClr val="D4A017"/>
          </a:solidFill>
          <a:ln w="12700">
            <a:solidFill>
              <a:srgbClr val="D4A017"/>
            </a:solidFill>
            <a:prstDash val="solid"/>
          </a:ln>
        </p:spPr>
      </p:sp>
      <p:sp>
        <p:nvSpPr>
          <p:cNvPr id="17" name="Text 13"/>
          <p:cNvSpPr txBox="1"/>
          <p:nvPr/>
        </p:nvSpPr>
        <p:spPr>
          <a:xfrm>
            <a:off x="2007108" y="1627632"/>
            <a:ext cx="1120140" cy="240030"/>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Rata-rata juz</a:t>
            </a:r>
            <a:endParaRPr lang="en-US" sz="1050" dirty="0"/>
          </a:p>
        </p:txBody>
      </p:sp>
      <p:sp>
        <p:nvSpPr>
          <p:cNvPr id="18" name="Text 14"/>
          <p:cNvSpPr txBox="1"/>
          <p:nvPr/>
        </p:nvSpPr>
        <p:spPr>
          <a:xfrm>
            <a:off x="2007108" y="1840230"/>
            <a:ext cx="1120140" cy="411480"/>
          </a:xfrm>
          <a:prstGeom prst="rect">
            <a:avLst/>
          </a:prstGeom>
          <a:noFill/>
          <a:ln/>
        </p:spPr>
        <p:txBody>
          <a:bodyPr wrap="square" lIns="0" tIns="0" rIns="0" bIns="0" rtlCol="0" anchor="ctr"/>
          <a:lstStyle/>
          <a:p>
            <a:pPr indent="0" marL="0">
              <a:buNone/>
            </a:pPr>
            <a:r>
              <a:rPr lang="en-US" sz="2400" b="1" dirty="0">
                <a:solidFill>
                  <a:srgbClr val="D4A017"/>
                </a:solidFill>
                <a:latin typeface="Calibri" pitchFamily="34" charset="0"/>
                <a:ea typeface="Calibri" pitchFamily="34" charset="-122"/>
                <a:cs typeface="Calibri" pitchFamily="34" charset="-120"/>
              </a:rPr>
              <a:t>3,3</a:t>
            </a:r>
            <a:endParaRPr lang="en-US" sz="2400" dirty="0"/>
          </a:p>
        </p:txBody>
      </p:sp>
      <p:sp>
        <p:nvSpPr>
          <p:cNvPr id="19" name="Shape 15"/>
          <p:cNvSpPr/>
          <p:nvPr/>
        </p:nvSpPr>
        <p:spPr>
          <a:xfrm>
            <a:off x="3236976" y="1600200"/>
            <a:ext cx="1257300" cy="685800"/>
          </a:xfrm>
          <a:prstGeom prst="roundRect">
            <a:avLst>
              <a:gd name="adj" fmla="val 5333"/>
            </a:avLst>
          </a:prstGeom>
          <a:solidFill>
            <a:srgbClr val="FFFFFF"/>
          </a:solidFill>
          <a:ln w="9525">
            <a:solidFill>
              <a:srgbClr val="DDDDDD"/>
            </a:solidFill>
            <a:prstDash val="solid"/>
          </a:ln>
        </p:spPr>
      </p:sp>
      <p:sp>
        <p:nvSpPr>
          <p:cNvPr id="20" name="Shape 16"/>
          <p:cNvSpPr/>
          <p:nvPr/>
        </p:nvSpPr>
        <p:spPr>
          <a:xfrm>
            <a:off x="3236976" y="1600200"/>
            <a:ext cx="45720" cy="685800"/>
          </a:xfrm>
          <a:prstGeom prst="rect">
            <a:avLst/>
          </a:prstGeom>
          <a:solidFill>
            <a:srgbClr val="1A73E8"/>
          </a:solidFill>
          <a:ln w="12700">
            <a:solidFill>
              <a:srgbClr val="1A73E8"/>
            </a:solidFill>
            <a:prstDash val="solid"/>
          </a:ln>
        </p:spPr>
      </p:sp>
      <p:sp>
        <p:nvSpPr>
          <p:cNvPr id="21" name="Text 17"/>
          <p:cNvSpPr txBox="1"/>
          <p:nvPr/>
        </p:nvSpPr>
        <p:spPr>
          <a:xfrm>
            <a:off x="3328416" y="1627632"/>
            <a:ext cx="1120140" cy="240030"/>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Juz tertinggi</a:t>
            </a:r>
            <a:endParaRPr lang="en-US" sz="1050" dirty="0"/>
          </a:p>
        </p:txBody>
      </p:sp>
      <p:sp>
        <p:nvSpPr>
          <p:cNvPr id="22" name="Text 18"/>
          <p:cNvSpPr txBox="1"/>
          <p:nvPr/>
        </p:nvSpPr>
        <p:spPr>
          <a:xfrm>
            <a:off x="3328416" y="1840230"/>
            <a:ext cx="1120140" cy="411480"/>
          </a:xfrm>
          <a:prstGeom prst="rect">
            <a:avLst/>
          </a:prstGeom>
          <a:noFill/>
          <a:ln/>
        </p:spPr>
        <p:txBody>
          <a:bodyPr wrap="square" lIns="0" tIns="0" rIns="0" bIns="0" rtlCol="0" anchor="ctr"/>
          <a:lstStyle/>
          <a:p>
            <a:pPr indent="0" marL="0">
              <a:buNone/>
            </a:pPr>
            <a:r>
              <a:rPr lang="en-US" sz="2400" b="1" dirty="0">
                <a:solidFill>
                  <a:srgbClr val="1A73E8"/>
                </a:solidFill>
                <a:latin typeface="Calibri" pitchFamily="34" charset="0"/>
                <a:ea typeface="Calibri" pitchFamily="34" charset="-122"/>
                <a:cs typeface="Calibri" pitchFamily="34" charset="-120"/>
              </a:rPr>
              <a:t>6</a:t>
            </a:r>
            <a:endParaRPr lang="en-US" sz="2400" dirty="0"/>
          </a:p>
        </p:txBody>
      </p:sp>
      <p:sp>
        <p:nvSpPr>
          <p:cNvPr id="23" name="Shape 19"/>
          <p:cNvSpPr/>
          <p:nvPr/>
        </p:nvSpPr>
        <p:spPr>
          <a:xfrm>
            <a:off x="4558284" y="1600200"/>
            <a:ext cx="1257300" cy="685800"/>
          </a:xfrm>
          <a:prstGeom prst="roundRect">
            <a:avLst>
              <a:gd name="adj" fmla="val 5333"/>
            </a:avLst>
          </a:prstGeom>
          <a:solidFill>
            <a:srgbClr val="FFFFFF"/>
          </a:solidFill>
          <a:ln w="9525">
            <a:solidFill>
              <a:srgbClr val="DDDDDD"/>
            </a:solidFill>
            <a:prstDash val="solid"/>
          </a:ln>
        </p:spPr>
      </p:sp>
      <p:sp>
        <p:nvSpPr>
          <p:cNvPr id="24" name="Shape 20"/>
          <p:cNvSpPr/>
          <p:nvPr/>
        </p:nvSpPr>
        <p:spPr>
          <a:xfrm>
            <a:off x="4558284" y="1600200"/>
            <a:ext cx="45720" cy="685800"/>
          </a:xfrm>
          <a:prstGeom prst="rect">
            <a:avLst/>
          </a:prstGeom>
          <a:solidFill>
            <a:srgbClr val="C62828"/>
          </a:solidFill>
          <a:ln w="12700">
            <a:solidFill>
              <a:srgbClr val="C62828"/>
            </a:solidFill>
            <a:prstDash val="solid"/>
          </a:ln>
        </p:spPr>
      </p:sp>
      <p:sp>
        <p:nvSpPr>
          <p:cNvPr id="25" name="Text 21"/>
          <p:cNvSpPr txBox="1"/>
          <p:nvPr/>
        </p:nvSpPr>
        <p:spPr>
          <a:xfrm>
            <a:off x="4649724" y="1627632"/>
            <a:ext cx="1120140" cy="240030"/>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Ekskul terbanyak</a:t>
            </a:r>
            <a:endParaRPr lang="en-US" sz="1050" dirty="0"/>
          </a:p>
        </p:txBody>
      </p:sp>
      <p:sp>
        <p:nvSpPr>
          <p:cNvPr id="26" name="Text 22"/>
          <p:cNvSpPr txBox="1"/>
          <p:nvPr/>
        </p:nvSpPr>
        <p:spPr>
          <a:xfrm>
            <a:off x="4649724" y="1840230"/>
            <a:ext cx="1120140" cy="411480"/>
          </a:xfrm>
          <a:prstGeom prst="rect">
            <a:avLst/>
          </a:prstGeom>
          <a:noFill/>
          <a:ln/>
        </p:spPr>
        <p:txBody>
          <a:bodyPr wrap="square" lIns="0" tIns="0" rIns="0" bIns="0" rtlCol="0" anchor="ctr"/>
          <a:lstStyle/>
          <a:p>
            <a:pPr indent="0" marL="0">
              <a:buNone/>
            </a:pPr>
            <a:r>
              <a:rPr lang="en-US" sz="2400" b="1" dirty="0">
                <a:solidFill>
                  <a:srgbClr val="C62828"/>
                </a:solidFill>
                <a:latin typeface="Calibri" pitchFamily="34" charset="0"/>
                <a:ea typeface="Calibri" pitchFamily="34" charset="-122"/>
                <a:cs typeface="Calibri" pitchFamily="34" charset="-120"/>
              </a:rPr>
              <a:t>Pramuka</a:t>
            </a:r>
            <a:endParaRPr lang="en-US" sz="2400" dirty="0"/>
          </a:p>
        </p:txBody>
      </p:sp>
      <p:sp>
        <p:nvSpPr>
          <p:cNvPr id="27" name="Shape 23"/>
          <p:cNvSpPr/>
          <p:nvPr/>
        </p:nvSpPr>
        <p:spPr>
          <a:xfrm>
            <a:off x="594360" y="2423160"/>
            <a:ext cx="2468880" cy="2057400"/>
          </a:xfrm>
          <a:prstGeom prst="roundRect">
            <a:avLst>
              <a:gd name="adj" fmla="val 1333"/>
            </a:avLst>
          </a:prstGeom>
          <a:solidFill>
            <a:srgbClr val="FFFFFF"/>
          </a:solidFill>
          <a:ln w="9525">
            <a:solidFill>
              <a:srgbClr val="DDDDDD"/>
            </a:solidFill>
            <a:prstDash val="solid"/>
          </a:ln>
        </p:spPr>
      </p:sp>
      <p:sp>
        <p:nvSpPr>
          <p:cNvPr id="28" name="Text 24"/>
          <p:cNvSpPr txBox="1"/>
          <p:nvPr/>
        </p:nvSpPr>
        <p:spPr>
          <a:xfrm>
            <a:off x="594360" y="2441448"/>
            <a:ext cx="2468880" cy="146304"/>
          </a:xfrm>
          <a:prstGeom prst="rect">
            <a:avLst/>
          </a:prstGeom>
          <a:noFill/>
          <a:ln/>
        </p:spPr>
        <p:txBody>
          <a:bodyPr wrap="square" lIns="0" tIns="0" rIns="0" bIns="0" rtlCol="0" anchor="t"/>
          <a:lstStyle/>
          <a:p>
            <a:pPr algn="ctr" indent="0" marL="0">
              <a:buNone/>
            </a:pPr>
            <a:r>
              <a:rPr lang="en-US" sz="650" b="1" dirty="0">
                <a:solidFill>
                  <a:srgbClr val="1E2A26"/>
                </a:solidFill>
                <a:latin typeface="Calibri" pitchFamily="34" charset="0"/>
                <a:ea typeface="Calibri" pitchFamily="34" charset="-122"/>
                <a:cs typeface="Calibri" pitchFamily="34" charset="-120"/>
              </a:rPr>
              <a:t>Santri per Ekskul</a:t>
            </a:r>
            <a:endParaRPr lang="en-US" sz="650" dirty="0"/>
          </a:p>
        </p:txBody>
      </p:sp>
      <p:sp>
        <p:nvSpPr>
          <p:cNvPr id="29" name="Shape 25"/>
          <p:cNvSpPr/>
          <p:nvPr/>
        </p:nvSpPr>
        <p:spPr>
          <a:xfrm>
            <a:off x="667512" y="2624328"/>
            <a:ext cx="1234440" cy="1234440"/>
          </a:xfrm>
          <a:prstGeom prst="pie">
            <a:avLst>
              <a:gd name="adj1" fmla="val 0"/>
              <a:gd name="adj2" fmla="val 8100000"/>
            </a:avLst>
          </a:prstGeom>
          <a:solidFill>
            <a:srgbClr val="1F7A5C"/>
          </a:solidFill>
          <a:ln/>
        </p:spPr>
      </p:sp>
      <p:sp>
        <p:nvSpPr>
          <p:cNvPr id="30" name="Shape 26"/>
          <p:cNvSpPr/>
          <p:nvPr/>
        </p:nvSpPr>
        <p:spPr>
          <a:xfrm>
            <a:off x="667512" y="2624328"/>
            <a:ext cx="1234440" cy="1234440"/>
          </a:xfrm>
          <a:prstGeom prst="pie">
            <a:avLst>
              <a:gd name="adj1" fmla="val 8100000"/>
              <a:gd name="adj2" fmla="val 13500000"/>
            </a:avLst>
          </a:prstGeom>
          <a:solidFill>
            <a:srgbClr val="D4A017"/>
          </a:solidFill>
          <a:ln/>
        </p:spPr>
      </p:sp>
      <p:sp>
        <p:nvSpPr>
          <p:cNvPr id="31" name="Shape 27"/>
          <p:cNvSpPr/>
          <p:nvPr/>
        </p:nvSpPr>
        <p:spPr>
          <a:xfrm>
            <a:off x="667512" y="2624328"/>
            <a:ext cx="1234440" cy="1234440"/>
          </a:xfrm>
          <a:prstGeom prst="pie">
            <a:avLst>
              <a:gd name="adj1" fmla="val 13500000"/>
              <a:gd name="adj2" fmla="val 18900000"/>
            </a:avLst>
          </a:prstGeom>
          <a:solidFill>
            <a:srgbClr val="4285F4"/>
          </a:solidFill>
          <a:ln/>
        </p:spPr>
      </p:sp>
      <p:sp>
        <p:nvSpPr>
          <p:cNvPr id="32" name="Shape 28"/>
          <p:cNvSpPr/>
          <p:nvPr/>
        </p:nvSpPr>
        <p:spPr>
          <a:xfrm>
            <a:off x="667512" y="2624328"/>
            <a:ext cx="1234440" cy="1234440"/>
          </a:xfrm>
          <a:prstGeom prst="pie">
            <a:avLst>
              <a:gd name="adj1" fmla="val 18900000"/>
              <a:gd name="adj2" fmla="val 21600000"/>
            </a:avLst>
          </a:prstGeom>
          <a:solidFill>
            <a:srgbClr val="EA4335"/>
          </a:solidFill>
          <a:ln/>
        </p:spPr>
      </p:sp>
      <p:sp>
        <p:nvSpPr>
          <p:cNvPr id="33" name="Shape 29"/>
          <p:cNvSpPr/>
          <p:nvPr/>
        </p:nvSpPr>
        <p:spPr>
          <a:xfrm>
            <a:off x="1965960" y="2679192"/>
            <a:ext cx="73152" cy="73152"/>
          </a:xfrm>
          <a:prstGeom prst="rect">
            <a:avLst/>
          </a:prstGeom>
          <a:solidFill>
            <a:srgbClr val="1F7A5C"/>
          </a:solidFill>
          <a:ln w="12700">
            <a:solidFill>
              <a:srgbClr val="1F7A5C"/>
            </a:solidFill>
            <a:prstDash val="solid"/>
          </a:ln>
        </p:spPr>
      </p:sp>
      <p:sp>
        <p:nvSpPr>
          <p:cNvPr id="34" name="Text 30"/>
          <p:cNvSpPr txBox="1"/>
          <p:nvPr/>
        </p:nvSpPr>
        <p:spPr>
          <a:xfrm>
            <a:off x="2066544" y="2642616"/>
            <a:ext cx="960120" cy="137160"/>
          </a:xfrm>
          <a:prstGeom prst="rect">
            <a:avLst/>
          </a:prstGeom>
          <a:noFill/>
          <a:ln/>
        </p:spPr>
        <p:txBody>
          <a:bodyPr wrap="square" lIns="0" tIns="0" rIns="0" bIns="0" rtlCol="0" anchor="t"/>
          <a:lstStyle/>
          <a:p>
            <a:pPr indent="0" marL="0">
              <a:buNone/>
            </a:pPr>
            <a:r>
              <a:rPr lang="en-US" sz="550" dirty="0">
                <a:solidFill>
                  <a:srgbClr val="1E2A26"/>
                </a:solidFill>
                <a:latin typeface="Calibri" pitchFamily="34" charset="0"/>
                <a:ea typeface="Calibri" pitchFamily="34" charset="-122"/>
                <a:cs typeface="Calibri" pitchFamily="34" charset="-120"/>
              </a:rPr>
              <a:t>Pramuka</a:t>
            </a:r>
            <a:endParaRPr lang="en-US" sz="550" dirty="0"/>
          </a:p>
        </p:txBody>
      </p:sp>
      <p:sp>
        <p:nvSpPr>
          <p:cNvPr id="35" name="Shape 31"/>
          <p:cNvSpPr/>
          <p:nvPr/>
        </p:nvSpPr>
        <p:spPr>
          <a:xfrm>
            <a:off x="1965960" y="2816352"/>
            <a:ext cx="73152" cy="73152"/>
          </a:xfrm>
          <a:prstGeom prst="rect">
            <a:avLst/>
          </a:prstGeom>
          <a:solidFill>
            <a:srgbClr val="D4A017"/>
          </a:solidFill>
          <a:ln w="12700">
            <a:solidFill>
              <a:srgbClr val="D4A017"/>
            </a:solidFill>
            <a:prstDash val="solid"/>
          </a:ln>
        </p:spPr>
      </p:sp>
      <p:sp>
        <p:nvSpPr>
          <p:cNvPr id="36" name="Text 32"/>
          <p:cNvSpPr txBox="1"/>
          <p:nvPr/>
        </p:nvSpPr>
        <p:spPr>
          <a:xfrm>
            <a:off x="2066544" y="2779776"/>
            <a:ext cx="960120" cy="137160"/>
          </a:xfrm>
          <a:prstGeom prst="rect">
            <a:avLst/>
          </a:prstGeom>
          <a:noFill/>
          <a:ln/>
        </p:spPr>
        <p:txBody>
          <a:bodyPr wrap="square" lIns="0" tIns="0" rIns="0" bIns="0" rtlCol="0" anchor="t"/>
          <a:lstStyle/>
          <a:p>
            <a:pPr indent="0" marL="0">
              <a:buNone/>
            </a:pPr>
            <a:r>
              <a:rPr lang="en-US" sz="550" dirty="0">
                <a:solidFill>
                  <a:srgbClr val="1E2A26"/>
                </a:solidFill>
                <a:latin typeface="Calibri" pitchFamily="34" charset="0"/>
                <a:ea typeface="Calibri" pitchFamily="34" charset="-122"/>
                <a:cs typeface="Calibri" pitchFamily="34" charset="-120"/>
              </a:rPr>
              <a:t>Kaligrafi</a:t>
            </a:r>
            <a:endParaRPr lang="en-US" sz="550" dirty="0"/>
          </a:p>
        </p:txBody>
      </p:sp>
      <p:sp>
        <p:nvSpPr>
          <p:cNvPr id="37" name="Shape 33"/>
          <p:cNvSpPr/>
          <p:nvPr/>
        </p:nvSpPr>
        <p:spPr>
          <a:xfrm>
            <a:off x="1965960" y="2953512"/>
            <a:ext cx="73152" cy="73152"/>
          </a:xfrm>
          <a:prstGeom prst="rect">
            <a:avLst/>
          </a:prstGeom>
          <a:solidFill>
            <a:srgbClr val="4285F4"/>
          </a:solidFill>
          <a:ln w="12700">
            <a:solidFill>
              <a:srgbClr val="4285F4"/>
            </a:solidFill>
            <a:prstDash val="solid"/>
          </a:ln>
        </p:spPr>
      </p:sp>
      <p:sp>
        <p:nvSpPr>
          <p:cNvPr id="38" name="Text 34"/>
          <p:cNvSpPr txBox="1"/>
          <p:nvPr/>
        </p:nvSpPr>
        <p:spPr>
          <a:xfrm>
            <a:off x="2066544" y="2916936"/>
            <a:ext cx="960120" cy="137160"/>
          </a:xfrm>
          <a:prstGeom prst="rect">
            <a:avLst/>
          </a:prstGeom>
          <a:noFill/>
          <a:ln/>
        </p:spPr>
        <p:txBody>
          <a:bodyPr wrap="square" lIns="0" tIns="0" rIns="0" bIns="0" rtlCol="0" anchor="t"/>
          <a:lstStyle/>
          <a:p>
            <a:pPr indent="0" marL="0">
              <a:buNone/>
            </a:pPr>
            <a:r>
              <a:rPr lang="en-US" sz="550" dirty="0">
                <a:solidFill>
                  <a:srgbClr val="1E2A26"/>
                </a:solidFill>
                <a:latin typeface="Calibri" pitchFamily="34" charset="0"/>
                <a:ea typeface="Calibri" pitchFamily="34" charset="-122"/>
                <a:cs typeface="Calibri" pitchFamily="34" charset="-120"/>
              </a:rPr>
              <a:t>Futsal</a:t>
            </a:r>
            <a:endParaRPr lang="en-US" sz="550" dirty="0"/>
          </a:p>
        </p:txBody>
      </p:sp>
      <p:sp>
        <p:nvSpPr>
          <p:cNvPr id="39" name="Shape 35"/>
          <p:cNvSpPr/>
          <p:nvPr/>
        </p:nvSpPr>
        <p:spPr>
          <a:xfrm>
            <a:off x="1965960" y="3090672"/>
            <a:ext cx="73152" cy="73152"/>
          </a:xfrm>
          <a:prstGeom prst="rect">
            <a:avLst/>
          </a:prstGeom>
          <a:solidFill>
            <a:srgbClr val="EA4335"/>
          </a:solidFill>
          <a:ln w="12700">
            <a:solidFill>
              <a:srgbClr val="EA4335"/>
            </a:solidFill>
            <a:prstDash val="solid"/>
          </a:ln>
        </p:spPr>
      </p:sp>
      <p:sp>
        <p:nvSpPr>
          <p:cNvPr id="40" name="Text 36"/>
          <p:cNvSpPr txBox="1"/>
          <p:nvPr/>
        </p:nvSpPr>
        <p:spPr>
          <a:xfrm>
            <a:off x="2066544" y="3054096"/>
            <a:ext cx="960120" cy="137160"/>
          </a:xfrm>
          <a:prstGeom prst="rect">
            <a:avLst/>
          </a:prstGeom>
          <a:noFill/>
          <a:ln/>
        </p:spPr>
        <p:txBody>
          <a:bodyPr wrap="square" lIns="0" tIns="0" rIns="0" bIns="0" rtlCol="0" anchor="t"/>
          <a:lstStyle/>
          <a:p>
            <a:pPr indent="0" marL="0">
              <a:buNone/>
            </a:pPr>
            <a:r>
              <a:rPr lang="en-US" sz="550" dirty="0">
                <a:solidFill>
                  <a:srgbClr val="1E2A26"/>
                </a:solidFill>
                <a:latin typeface="Calibri" pitchFamily="34" charset="0"/>
                <a:ea typeface="Calibri" pitchFamily="34" charset="-122"/>
                <a:cs typeface="Calibri" pitchFamily="34" charset="-120"/>
              </a:rPr>
              <a:t>Tahsin</a:t>
            </a:r>
            <a:endParaRPr lang="en-US" sz="550" dirty="0"/>
          </a:p>
        </p:txBody>
      </p:sp>
      <p:sp>
        <p:nvSpPr>
          <p:cNvPr id="41" name="Shape 37"/>
          <p:cNvSpPr/>
          <p:nvPr/>
        </p:nvSpPr>
        <p:spPr>
          <a:xfrm>
            <a:off x="3200400" y="2423160"/>
            <a:ext cx="2606040" cy="2057400"/>
          </a:xfrm>
          <a:prstGeom prst="roundRect">
            <a:avLst>
              <a:gd name="adj" fmla="val 1333"/>
            </a:avLst>
          </a:prstGeom>
          <a:solidFill>
            <a:srgbClr val="FFFFFF"/>
          </a:solidFill>
          <a:ln w="9525">
            <a:solidFill>
              <a:srgbClr val="DDDDDD"/>
            </a:solidFill>
            <a:prstDash val="solid"/>
          </a:ln>
        </p:spPr>
      </p:sp>
      <p:sp>
        <p:nvSpPr>
          <p:cNvPr id="42" name="Text 38"/>
          <p:cNvSpPr txBox="1"/>
          <p:nvPr/>
        </p:nvSpPr>
        <p:spPr>
          <a:xfrm>
            <a:off x="3200400" y="2441448"/>
            <a:ext cx="2606040" cy="146304"/>
          </a:xfrm>
          <a:prstGeom prst="rect">
            <a:avLst/>
          </a:prstGeom>
          <a:noFill/>
          <a:ln/>
        </p:spPr>
        <p:txBody>
          <a:bodyPr wrap="square" lIns="0" tIns="0" rIns="0" bIns="0" rtlCol="0" anchor="t"/>
          <a:lstStyle/>
          <a:p>
            <a:pPr algn="ctr" indent="0" marL="0">
              <a:buNone/>
            </a:pPr>
            <a:r>
              <a:rPr lang="en-US" sz="650" b="1" dirty="0">
                <a:solidFill>
                  <a:srgbClr val="1E2A26"/>
                </a:solidFill>
                <a:latin typeface="Calibri" pitchFamily="34" charset="0"/>
                <a:ea typeface="Calibri" pitchFamily="34" charset="-122"/>
                <a:cs typeface="Calibri" pitchFamily="34" charset="-120"/>
              </a:rPr>
              <a:t>Rata-rata Juz per Kelas</a:t>
            </a:r>
            <a:endParaRPr lang="en-US" sz="650" dirty="0"/>
          </a:p>
        </p:txBody>
      </p:sp>
      <p:sp>
        <p:nvSpPr>
          <p:cNvPr id="43" name="Shape 39"/>
          <p:cNvSpPr/>
          <p:nvPr/>
        </p:nvSpPr>
        <p:spPr>
          <a:xfrm>
            <a:off x="3515868" y="2651760"/>
            <a:ext cx="832104" cy="1645920"/>
          </a:xfrm>
          <a:prstGeom prst="rect">
            <a:avLst/>
          </a:prstGeom>
          <a:solidFill>
            <a:srgbClr val="1F7A5C"/>
          </a:solidFill>
          <a:ln w="12700">
            <a:solidFill>
              <a:srgbClr val="1F7A5C"/>
            </a:solidFill>
            <a:prstDash val="solid"/>
          </a:ln>
        </p:spPr>
      </p:sp>
      <p:sp>
        <p:nvSpPr>
          <p:cNvPr id="44" name="Text 40"/>
          <p:cNvSpPr txBox="1"/>
          <p:nvPr/>
        </p:nvSpPr>
        <p:spPr>
          <a:xfrm>
            <a:off x="3291840" y="4306824"/>
            <a:ext cx="128016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8A</a:t>
            </a:r>
            <a:endParaRPr lang="en-US" sz="500" dirty="0"/>
          </a:p>
        </p:txBody>
      </p:sp>
      <p:sp>
        <p:nvSpPr>
          <p:cNvPr id="45" name="Shape 41"/>
          <p:cNvSpPr/>
          <p:nvPr/>
        </p:nvSpPr>
        <p:spPr>
          <a:xfrm>
            <a:off x="4704588" y="2839865"/>
            <a:ext cx="832104" cy="1457815"/>
          </a:xfrm>
          <a:prstGeom prst="rect">
            <a:avLst/>
          </a:prstGeom>
          <a:solidFill>
            <a:srgbClr val="D4A017"/>
          </a:solidFill>
          <a:ln w="12700">
            <a:solidFill>
              <a:srgbClr val="D4A017"/>
            </a:solidFill>
            <a:prstDash val="solid"/>
          </a:ln>
        </p:spPr>
      </p:sp>
      <p:sp>
        <p:nvSpPr>
          <p:cNvPr id="46" name="Text 42"/>
          <p:cNvSpPr txBox="1"/>
          <p:nvPr/>
        </p:nvSpPr>
        <p:spPr>
          <a:xfrm>
            <a:off x="4480560" y="4306824"/>
            <a:ext cx="128016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8B</a:t>
            </a:r>
            <a:endParaRPr lang="en-US" sz="500" dirty="0"/>
          </a:p>
        </p:txBody>
      </p:sp>
      <p:sp>
        <p:nvSpPr>
          <p:cNvPr id="47" name="Shape 43"/>
          <p:cNvSpPr/>
          <p:nvPr/>
        </p:nvSpPr>
        <p:spPr>
          <a:xfrm>
            <a:off x="3310128" y="4297680"/>
            <a:ext cx="2423160" cy="0"/>
          </a:xfrm>
          <a:prstGeom prst="line">
            <a:avLst/>
          </a:prstGeom>
          <a:noFill/>
          <a:ln w="6350">
            <a:solidFill>
              <a:srgbClr val="888888"/>
            </a:solidFill>
            <a:prstDash val="solid"/>
          </a:ln>
        </p:spPr>
      </p:sp>
      <p:sp>
        <p:nvSpPr>
          <p:cNvPr id="48" name="Shape 44"/>
          <p:cNvSpPr/>
          <p:nvPr/>
        </p:nvSpPr>
        <p:spPr>
          <a:xfrm>
            <a:off x="6217920" y="1115568"/>
            <a:ext cx="329184" cy="329184"/>
          </a:xfrm>
          <a:prstGeom prst="ellipse">
            <a:avLst/>
          </a:prstGeom>
          <a:solidFill>
            <a:srgbClr val="E53935"/>
          </a:solidFill>
          <a:ln/>
        </p:spPr>
      </p:sp>
      <p:sp>
        <p:nvSpPr>
          <p:cNvPr id="49" name="Text 45"/>
          <p:cNvSpPr txBox="1"/>
          <p:nvPr/>
        </p:nvSpPr>
        <p:spPr>
          <a:xfrm>
            <a:off x="6217920" y="11155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50" name="Text 46"/>
          <p:cNvSpPr txBox="1"/>
          <p:nvPr/>
        </p:nvSpPr>
        <p:spPr>
          <a:xfrm>
            <a:off x="6675120" y="1005840"/>
            <a:ext cx="2011680" cy="548640"/>
          </a:xfrm>
          <a:prstGeom prst="rect">
            <a:avLst/>
          </a:prstGeom>
          <a:noFill/>
          <a:ln/>
        </p:spPr>
        <p:txBody>
          <a:bodyPr wrap="square" lIns="0" tIns="0" rIns="0" bIns="0" rtlCol="0" anchor="ctr"/>
          <a:lstStyle/>
          <a:p>
            <a:pPr indent="0" marL="0">
              <a:buNone/>
            </a:pPr>
            <a:r>
              <a:rPr lang="en-US" sz="1250" b="1" dirty="0">
                <a:solidFill>
                  <a:srgbClr val="0F4C3A"/>
                </a:solidFill>
                <a:latin typeface="Calibri" pitchFamily="34" charset="0"/>
                <a:ea typeface="Calibri" pitchFamily="34" charset="-122"/>
                <a:cs typeface="Calibri" pitchFamily="34" charset="-120"/>
              </a:rPr>
              <a:t>Judul: apa yang ditampilkan</a:t>
            </a:r>
            <a:endParaRPr lang="en-US" sz="1250" dirty="0"/>
          </a:p>
        </p:txBody>
      </p:sp>
      <p:sp>
        <p:nvSpPr>
          <p:cNvPr id="51" name="Shape 47"/>
          <p:cNvSpPr/>
          <p:nvPr/>
        </p:nvSpPr>
        <p:spPr>
          <a:xfrm>
            <a:off x="6217920" y="1755648"/>
            <a:ext cx="329184" cy="329184"/>
          </a:xfrm>
          <a:prstGeom prst="ellipse">
            <a:avLst/>
          </a:prstGeom>
          <a:solidFill>
            <a:srgbClr val="E53935"/>
          </a:solidFill>
          <a:ln/>
        </p:spPr>
      </p:sp>
      <p:sp>
        <p:nvSpPr>
          <p:cNvPr id="52" name="Text 48"/>
          <p:cNvSpPr txBox="1"/>
          <p:nvPr/>
        </p:nvSpPr>
        <p:spPr>
          <a:xfrm>
            <a:off x="6217920" y="17556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53" name="Text 49"/>
          <p:cNvSpPr txBox="1"/>
          <p:nvPr/>
        </p:nvSpPr>
        <p:spPr>
          <a:xfrm>
            <a:off x="6675120" y="1645920"/>
            <a:ext cx="2011680" cy="548640"/>
          </a:xfrm>
          <a:prstGeom prst="rect">
            <a:avLst/>
          </a:prstGeom>
          <a:noFill/>
          <a:ln/>
        </p:spPr>
        <p:txBody>
          <a:bodyPr wrap="square" lIns="0" tIns="0" rIns="0" bIns="0" rtlCol="0" anchor="ctr"/>
          <a:lstStyle/>
          <a:p>
            <a:pPr indent="0" marL="0">
              <a:buNone/>
            </a:pPr>
            <a:r>
              <a:rPr lang="en-US" sz="1250" b="1" dirty="0">
                <a:solidFill>
                  <a:srgbClr val="0F4C3A"/>
                </a:solidFill>
                <a:latin typeface="Calibri" pitchFamily="34" charset="0"/>
                <a:ea typeface="Calibri" pitchFamily="34" charset="-122"/>
                <a:cs typeface="Calibri" pitchFamily="34" charset="-120"/>
              </a:rPr>
              <a:t>Kartu angka: indikator utama</a:t>
            </a:r>
            <a:endParaRPr lang="en-US" sz="1250" dirty="0"/>
          </a:p>
        </p:txBody>
      </p:sp>
      <p:sp>
        <p:nvSpPr>
          <p:cNvPr id="54" name="Shape 50"/>
          <p:cNvSpPr/>
          <p:nvPr/>
        </p:nvSpPr>
        <p:spPr>
          <a:xfrm>
            <a:off x="6217920" y="2852928"/>
            <a:ext cx="329184" cy="329184"/>
          </a:xfrm>
          <a:prstGeom prst="ellipse">
            <a:avLst/>
          </a:prstGeom>
          <a:solidFill>
            <a:srgbClr val="E53935"/>
          </a:solidFill>
          <a:ln/>
        </p:spPr>
      </p:sp>
      <p:sp>
        <p:nvSpPr>
          <p:cNvPr id="55" name="Text 51"/>
          <p:cNvSpPr txBox="1"/>
          <p:nvPr/>
        </p:nvSpPr>
        <p:spPr>
          <a:xfrm>
            <a:off x="6217920" y="28529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6" name="Text 52"/>
          <p:cNvSpPr txBox="1"/>
          <p:nvPr/>
        </p:nvSpPr>
        <p:spPr>
          <a:xfrm>
            <a:off x="6675120" y="2743200"/>
            <a:ext cx="2011680" cy="548640"/>
          </a:xfrm>
          <a:prstGeom prst="rect">
            <a:avLst/>
          </a:prstGeom>
          <a:noFill/>
          <a:ln/>
        </p:spPr>
        <p:txBody>
          <a:bodyPr wrap="square" lIns="0" tIns="0" rIns="0" bIns="0" rtlCol="0" anchor="ctr"/>
          <a:lstStyle/>
          <a:p>
            <a:pPr indent="0" marL="0">
              <a:buNone/>
            </a:pPr>
            <a:r>
              <a:rPr lang="en-US" sz="1250" b="1" dirty="0">
                <a:solidFill>
                  <a:srgbClr val="0F4C3A"/>
                </a:solidFill>
                <a:latin typeface="Calibri" pitchFamily="34" charset="0"/>
                <a:ea typeface="Calibri" pitchFamily="34" charset="-122"/>
                <a:cs typeface="Calibri" pitchFamily="34" charset="-120"/>
              </a:rPr>
              <a:t>Grafik: pola dan perbandingan</a:t>
            </a:r>
            <a:endParaRPr lang="en-US" sz="1250" dirty="0"/>
          </a:p>
        </p:txBody>
      </p:sp>
      <p:sp>
        <p:nvSpPr>
          <p:cNvPr id="57" name="Shape 53"/>
          <p:cNvSpPr/>
          <p:nvPr/>
        </p:nvSpPr>
        <p:spPr>
          <a:xfrm>
            <a:off x="6217920" y="3858768"/>
            <a:ext cx="329184" cy="329184"/>
          </a:xfrm>
          <a:prstGeom prst="ellipse">
            <a:avLst/>
          </a:prstGeom>
          <a:solidFill>
            <a:srgbClr val="E53935"/>
          </a:solidFill>
          <a:ln/>
        </p:spPr>
      </p:sp>
      <p:sp>
        <p:nvSpPr>
          <p:cNvPr id="58" name="Text 54"/>
          <p:cNvSpPr txBox="1"/>
          <p:nvPr/>
        </p:nvSpPr>
        <p:spPr>
          <a:xfrm>
            <a:off x="6217920" y="38587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5"/>
          <p:cNvSpPr txBox="1"/>
          <p:nvPr/>
        </p:nvSpPr>
        <p:spPr>
          <a:xfrm>
            <a:off x="6675120" y="3749040"/>
            <a:ext cx="2011680" cy="548640"/>
          </a:xfrm>
          <a:prstGeom prst="rect">
            <a:avLst/>
          </a:prstGeom>
          <a:noFill/>
          <a:ln/>
        </p:spPr>
        <p:txBody>
          <a:bodyPr wrap="square" lIns="0" tIns="0" rIns="0" bIns="0" rtlCol="0" anchor="ctr"/>
          <a:lstStyle/>
          <a:p>
            <a:pPr indent="0" marL="0">
              <a:buNone/>
            </a:pPr>
            <a:r>
              <a:rPr lang="en-US" sz="1250" b="1" dirty="0">
                <a:solidFill>
                  <a:srgbClr val="0F4C3A"/>
                </a:solidFill>
                <a:latin typeface="Calibri" pitchFamily="34" charset="0"/>
                <a:ea typeface="Calibri" pitchFamily="34" charset="-122"/>
                <a:cs typeface="Calibri" pitchFamily="34" charset="-120"/>
              </a:rPr>
              <a:t>Keterangan sumber: data fiktif</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Rumus untuk Kartu Angka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COUNTA</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Menghitung sel yang berisi (teks atau angka). =COUNTA(Data!A2:A30) → jumlah santri.</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AVERAGE</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Rata-rata. =AVERAGE(Data!F2:F30) → rata-rata juz.</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MAX</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Nilai tertinggi. =MAX(Data!F2:F30) → juz tertinggi.</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COUNTIF</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Hitung jika. =COUNTIF(Data!C2:C30,"8A") → jumlah santri kelas 8A.</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Membuat Kartu Angka</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Lanjutkan Database_Santri_Fiktif kelompok</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Lembar Dashboard dan judul</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Kartu angka dengan rumus</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Uji keterhubungan data</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Lembar Dashboard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6400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483888" y="2573789"/>
            <a:ext cx="640080" cy="119299"/>
          </a:xfrm>
          <a:prstGeom prst="rect">
            <a:avLst/>
          </a:prstGeom>
          <a:solidFill>
            <a:srgbClr val="F8F9FA"/>
          </a:solidFill>
          <a:ln w="6350">
            <a:solidFill>
              <a:srgbClr val="DDDDDD"/>
            </a:solidFill>
            <a:prstDash val="solid"/>
          </a:ln>
        </p:spPr>
      </p:sp>
      <p:sp>
        <p:nvSpPr>
          <p:cNvPr id="64" name="Text 56"/>
          <p:cNvSpPr txBox="1"/>
          <p:nvPr/>
        </p:nvSpPr>
        <p:spPr>
          <a:xfrm>
            <a:off x="148388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12396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212396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764048" y="2573789"/>
            <a:ext cx="640080" cy="119299"/>
          </a:xfrm>
          <a:prstGeom prst="rect">
            <a:avLst/>
          </a:prstGeom>
          <a:solidFill>
            <a:srgbClr val="F8F9FA"/>
          </a:solidFill>
          <a:ln w="6350">
            <a:solidFill>
              <a:srgbClr val="DDDDDD"/>
            </a:solidFill>
            <a:prstDash val="solid"/>
          </a:ln>
        </p:spPr>
      </p:sp>
      <p:sp>
        <p:nvSpPr>
          <p:cNvPr id="68" name="Text 60"/>
          <p:cNvSpPr txBox="1"/>
          <p:nvPr/>
        </p:nvSpPr>
        <p:spPr>
          <a:xfrm>
            <a:off x="276404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404128" y="2573789"/>
            <a:ext cx="640080" cy="119299"/>
          </a:xfrm>
          <a:prstGeom prst="rect">
            <a:avLst/>
          </a:prstGeom>
          <a:solidFill>
            <a:srgbClr val="F8F9FA"/>
          </a:solidFill>
          <a:ln w="6350">
            <a:solidFill>
              <a:srgbClr val="DDDDDD"/>
            </a:solidFill>
            <a:prstDash val="solid"/>
          </a:ln>
        </p:spPr>
      </p:sp>
      <p:sp>
        <p:nvSpPr>
          <p:cNvPr id="70" name="Text 62"/>
          <p:cNvSpPr txBox="1"/>
          <p:nvPr/>
        </p:nvSpPr>
        <p:spPr>
          <a:xfrm>
            <a:off x="34041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4044208" y="2573789"/>
            <a:ext cx="640080" cy="119299"/>
          </a:xfrm>
          <a:prstGeom prst="rect">
            <a:avLst/>
          </a:prstGeom>
          <a:solidFill>
            <a:srgbClr val="F8F9FA"/>
          </a:solidFill>
          <a:ln w="6350">
            <a:solidFill>
              <a:srgbClr val="DDDDDD"/>
            </a:solidFill>
            <a:prstDash val="solid"/>
          </a:ln>
        </p:spPr>
      </p:sp>
      <p:sp>
        <p:nvSpPr>
          <p:cNvPr id="72" name="Text 64"/>
          <p:cNvSpPr txBox="1"/>
          <p:nvPr/>
        </p:nvSpPr>
        <p:spPr>
          <a:xfrm>
            <a:off x="40442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640080" cy="119299"/>
          </a:xfrm>
          <a:prstGeom prst="rect">
            <a:avLst/>
          </a:prstGeom>
          <a:solidFill>
            <a:srgbClr val="FFFFFF"/>
          </a:solidFill>
          <a:ln w="6350">
            <a:solidFill>
              <a:srgbClr val="E2E2E2"/>
            </a:solidFill>
            <a:prstDash val="solid"/>
          </a:ln>
        </p:spPr>
      </p:sp>
      <p:sp>
        <p:nvSpPr>
          <p:cNvPr id="76" name="Shape 68"/>
          <p:cNvSpPr/>
          <p:nvPr/>
        </p:nvSpPr>
        <p:spPr>
          <a:xfrm>
            <a:off x="1483888" y="2693089"/>
            <a:ext cx="640080" cy="119299"/>
          </a:xfrm>
          <a:prstGeom prst="rect">
            <a:avLst/>
          </a:prstGeom>
          <a:solidFill>
            <a:srgbClr val="FFFFFF"/>
          </a:solidFill>
          <a:ln w="6350">
            <a:solidFill>
              <a:srgbClr val="E2E2E2"/>
            </a:solidFill>
            <a:prstDash val="solid"/>
          </a:ln>
        </p:spPr>
      </p:sp>
      <p:sp>
        <p:nvSpPr>
          <p:cNvPr id="77" name="Shape 69"/>
          <p:cNvSpPr/>
          <p:nvPr/>
        </p:nvSpPr>
        <p:spPr>
          <a:xfrm>
            <a:off x="2123968" y="2693089"/>
            <a:ext cx="640080" cy="119299"/>
          </a:xfrm>
          <a:prstGeom prst="rect">
            <a:avLst/>
          </a:prstGeom>
          <a:solidFill>
            <a:srgbClr val="FFFFFF"/>
          </a:solidFill>
          <a:ln w="6350">
            <a:solidFill>
              <a:srgbClr val="E2E2E2"/>
            </a:solidFill>
            <a:prstDash val="solid"/>
          </a:ln>
        </p:spPr>
      </p:sp>
      <p:sp>
        <p:nvSpPr>
          <p:cNvPr id="78" name="Shape 70"/>
          <p:cNvSpPr/>
          <p:nvPr/>
        </p:nvSpPr>
        <p:spPr>
          <a:xfrm>
            <a:off x="2764048" y="2693089"/>
            <a:ext cx="640080" cy="119299"/>
          </a:xfrm>
          <a:prstGeom prst="rect">
            <a:avLst/>
          </a:prstGeom>
          <a:solidFill>
            <a:srgbClr val="FFFFFF"/>
          </a:solidFill>
          <a:ln w="6350">
            <a:solidFill>
              <a:srgbClr val="E2E2E2"/>
            </a:solidFill>
            <a:prstDash val="solid"/>
          </a:ln>
        </p:spPr>
      </p:sp>
      <p:sp>
        <p:nvSpPr>
          <p:cNvPr id="79" name="Shape 71"/>
          <p:cNvSpPr/>
          <p:nvPr/>
        </p:nvSpPr>
        <p:spPr>
          <a:xfrm>
            <a:off x="3404128" y="2693089"/>
            <a:ext cx="640080" cy="119299"/>
          </a:xfrm>
          <a:prstGeom prst="rect">
            <a:avLst/>
          </a:prstGeom>
          <a:solidFill>
            <a:srgbClr val="FFFFFF"/>
          </a:solidFill>
          <a:ln w="6350">
            <a:solidFill>
              <a:srgbClr val="E2E2E2"/>
            </a:solidFill>
            <a:prstDash val="solid"/>
          </a:ln>
        </p:spPr>
      </p:sp>
      <p:sp>
        <p:nvSpPr>
          <p:cNvPr id="80" name="Shape 72"/>
          <p:cNvSpPr/>
          <p:nvPr/>
        </p:nvSpPr>
        <p:spPr>
          <a:xfrm>
            <a:off x="4044208" y="2693089"/>
            <a:ext cx="640080" cy="119299"/>
          </a:xfrm>
          <a:prstGeom prst="rect">
            <a:avLst/>
          </a:prstGeom>
          <a:solidFill>
            <a:srgbClr val="FFFFFF"/>
          </a:solidFill>
          <a:ln w="6350">
            <a:solidFill>
              <a:srgbClr val="E2E2E2"/>
            </a:solidFill>
            <a:prstDash val="solid"/>
          </a:ln>
        </p:spPr>
      </p:sp>
      <p:sp>
        <p:nvSpPr>
          <p:cNvPr id="81" name="Shape 73"/>
          <p:cNvSpPr/>
          <p:nvPr/>
        </p:nvSpPr>
        <p:spPr>
          <a:xfrm>
            <a:off x="587776" y="2812388"/>
            <a:ext cx="256032" cy="119299"/>
          </a:xfrm>
          <a:prstGeom prst="rect">
            <a:avLst/>
          </a:prstGeom>
          <a:solidFill>
            <a:srgbClr val="F8F9FA"/>
          </a:solidFill>
          <a:ln w="6350">
            <a:solidFill>
              <a:srgbClr val="DDDDDD"/>
            </a:solidFill>
            <a:prstDash val="solid"/>
          </a:ln>
        </p:spPr>
      </p:sp>
      <p:sp>
        <p:nvSpPr>
          <p:cNvPr id="82" name="Text 74"/>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3" name="Shape 75"/>
          <p:cNvSpPr/>
          <p:nvPr/>
        </p:nvSpPr>
        <p:spPr>
          <a:xfrm>
            <a:off x="843808" y="2812388"/>
            <a:ext cx="640080" cy="119299"/>
          </a:xfrm>
          <a:prstGeom prst="rect">
            <a:avLst/>
          </a:prstGeom>
          <a:solidFill>
            <a:srgbClr val="FFFFFF"/>
          </a:solidFill>
          <a:ln w="6350">
            <a:solidFill>
              <a:srgbClr val="E2E2E2"/>
            </a:solidFill>
            <a:prstDash val="solid"/>
          </a:ln>
        </p:spPr>
      </p:sp>
      <p:sp>
        <p:nvSpPr>
          <p:cNvPr id="84" name="Shape 76"/>
          <p:cNvSpPr/>
          <p:nvPr/>
        </p:nvSpPr>
        <p:spPr>
          <a:xfrm>
            <a:off x="1483888" y="2812388"/>
            <a:ext cx="640080" cy="119299"/>
          </a:xfrm>
          <a:prstGeom prst="rect">
            <a:avLst/>
          </a:prstGeom>
          <a:solidFill>
            <a:srgbClr val="FFFFFF"/>
          </a:solidFill>
          <a:ln w="6350">
            <a:solidFill>
              <a:srgbClr val="E2E2E2"/>
            </a:solidFill>
            <a:prstDash val="solid"/>
          </a:ln>
        </p:spPr>
      </p:sp>
      <p:sp>
        <p:nvSpPr>
          <p:cNvPr id="85" name="Shape 77"/>
          <p:cNvSpPr/>
          <p:nvPr/>
        </p:nvSpPr>
        <p:spPr>
          <a:xfrm>
            <a:off x="2123968" y="2812388"/>
            <a:ext cx="640080" cy="119299"/>
          </a:xfrm>
          <a:prstGeom prst="rect">
            <a:avLst/>
          </a:prstGeom>
          <a:solidFill>
            <a:srgbClr val="FFFFFF"/>
          </a:solidFill>
          <a:ln w="6350">
            <a:solidFill>
              <a:srgbClr val="E2E2E2"/>
            </a:solidFill>
            <a:prstDash val="solid"/>
          </a:ln>
        </p:spPr>
      </p:sp>
      <p:sp>
        <p:nvSpPr>
          <p:cNvPr id="86" name="Shape 78"/>
          <p:cNvSpPr/>
          <p:nvPr/>
        </p:nvSpPr>
        <p:spPr>
          <a:xfrm>
            <a:off x="2764048" y="2812388"/>
            <a:ext cx="640080" cy="119299"/>
          </a:xfrm>
          <a:prstGeom prst="rect">
            <a:avLst/>
          </a:prstGeom>
          <a:solidFill>
            <a:srgbClr val="FFFFFF"/>
          </a:solidFill>
          <a:ln w="6350">
            <a:solidFill>
              <a:srgbClr val="E2E2E2"/>
            </a:solidFill>
            <a:prstDash val="solid"/>
          </a:ln>
        </p:spPr>
      </p:sp>
      <p:sp>
        <p:nvSpPr>
          <p:cNvPr id="87" name="Shape 79"/>
          <p:cNvSpPr/>
          <p:nvPr/>
        </p:nvSpPr>
        <p:spPr>
          <a:xfrm>
            <a:off x="3404128" y="2812388"/>
            <a:ext cx="640080" cy="119299"/>
          </a:xfrm>
          <a:prstGeom prst="rect">
            <a:avLst/>
          </a:prstGeom>
          <a:solidFill>
            <a:srgbClr val="FFFFFF"/>
          </a:solidFill>
          <a:ln w="6350">
            <a:solidFill>
              <a:srgbClr val="E2E2E2"/>
            </a:solidFill>
            <a:prstDash val="solid"/>
          </a:ln>
        </p:spPr>
      </p:sp>
      <p:sp>
        <p:nvSpPr>
          <p:cNvPr id="88" name="Shape 80"/>
          <p:cNvSpPr/>
          <p:nvPr/>
        </p:nvSpPr>
        <p:spPr>
          <a:xfrm>
            <a:off x="4044208" y="2812388"/>
            <a:ext cx="640080" cy="119299"/>
          </a:xfrm>
          <a:prstGeom prst="rect">
            <a:avLst/>
          </a:prstGeom>
          <a:solidFill>
            <a:srgbClr val="FFFFFF"/>
          </a:solidFill>
          <a:ln w="6350">
            <a:solidFill>
              <a:srgbClr val="E2E2E2"/>
            </a:solidFill>
            <a:prstDash val="solid"/>
          </a:ln>
        </p:spPr>
      </p:sp>
      <p:sp>
        <p:nvSpPr>
          <p:cNvPr id="89" name="Shape 81"/>
          <p:cNvSpPr/>
          <p:nvPr/>
        </p:nvSpPr>
        <p:spPr>
          <a:xfrm>
            <a:off x="587776" y="2931688"/>
            <a:ext cx="256032" cy="119299"/>
          </a:xfrm>
          <a:prstGeom prst="rect">
            <a:avLst/>
          </a:prstGeom>
          <a:solidFill>
            <a:srgbClr val="F8F9FA"/>
          </a:solidFill>
          <a:ln w="6350">
            <a:solidFill>
              <a:srgbClr val="DDDDDD"/>
            </a:solidFill>
            <a:prstDash val="solid"/>
          </a:ln>
        </p:spPr>
      </p:sp>
      <p:sp>
        <p:nvSpPr>
          <p:cNvPr id="90" name="Text 82"/>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1" name="Shape 83"/>
          <p:cNvSpPr/>
          <p:nvPr/>
        </p:nvSpPr>
        <p:spPr>
          <a:xfrm>
            <a:off x="843808" y="2931688"/>
            <a:ext cx="640080" cy="119299"/>
          </a:xfrm>
          <a:prstGeom prst="rect">
            <a:avLst/>
          </a:prstGeom>
          <a:solidFill>
            <a:srgbClr val="FFFFFF"/>
          </a:solidFill>
          <a:ln w="6350">
            <a:solidFill>
              <a:srgbClr val="E2E2E2"/>
            </a:solidFill>
            <a:prstDash val="solid"/>
          </a:ln>
        </p:spPr>
      </p:sp>
      <p:sp>
        <p:nvSpPr>
          <p:cNvPr id="92" name="Shape 84"/>
          <p:cNvSpPr/>
          <p:nvPr/>
        </p:nvSpPr>
        <p:spPr>
          <a:xfrm>
            <a:off x="1483888" y="2931688"/>
            <a:ext cx="640080" cy="119299"/>
          </a:xfrm>
          <a:prstGeom prst="rect">
            <a:avLst/>
          </a:prstGeom>
          <a:solidFill>
            <a:srgbClr val="FFFFFF"/>
          </a:solidFill>
          <a:ln w="6350">
            <a:solidFill>
              <a:srgbClr val="E2E2E2"/>
            </a:solidFill>
            <a:prstDash val="solid"/>
          </a:ln>
        </p:spPr>
      </p:sp>
      <p:sp>
        <p:nvSpPr>
          <p:cNvPr id="93" name="Shape 85"/>
          <p:cNvSpPr/>
          <p:nvPr/>
        </p:nvSpPr>
        <p:spPr>
          <a:xfrm>
            <a:off x="2123968" y="2931688"/>
            <a:ext cx="640080" cy="119299"/>
          </a:xfrm>
          <a:prstGeom prst="rect">
            <a:avLst/>
          </a:prstGeom>
          <a:solidFill>
            <a:srgbClr val="FFFFFF"/>
          </a:solidFill>
          <a:ln w="6350">
            <a:solidFill>
              <a:srgbClr val="E2E2E2"/>
            </a:solidFill>
            <a:prstDash val="solid"/>
          </a:ln>
        </p:spPr>
      </p:sp>
      <p:sp>
        <p:nvSpPr>
          <p:cNvPr id="94" name="Shape 86"/>
          <p:cNvSpPr/>
          <p:nvPr/>
        </p:nvSpPr>
        <p:spPr>
          <a:xfrm>
            <a:off x="2764048" y="2931688"/>
            <a:ext cx="640080" cy="119299"/>
          </a:xfrm>
          <a:prstGeom prst="rect">
            <a:avLst/>
          </a:prstGeom>
          <a:solidFill>
            <a:srgbClr val="FFFFFF"/>
          </a:solidFill>
          <a:ln w="6350">
            <a:solidFill>
              <a:srgbClr val="E2E2E2"/>
            </a:solidFill>
            <a:prstDash val="solid"/>
          </a:ln>
        </p:spPr>
      </p:sp>
      <p:sp>
        <p:nvSpPr>
          <p:cNvPr id="95" name="Shape 87"/>
          <p:cNvSpPr/>
          <p:nvPr/>
        </p:nvSpPr>
        <p:spPr>
          <a:xfrm>
            <a:off x="3404128" y="2931688"/>
            <a:ext cx="640080" cy="119299"/>
          </a:xfrm>
          <a:prstGeom prst="rect">
            <a:avLst/>
          </a:prstGeom>
          <a:solidFill>
            <a:srgbClr val="FFFFFF"/>
          </a:solidFill>
          <a:ln w="6350">
            <a:solidFill>
              <a:srgbClr val="E2E2E2"/>
            </a:solidFill>
            <a:prstDash val="solid"/>
          </a:ln>
        </p:spPr>
      </p:sp>
      <p:sp>
        <p:nvSpPr>
          <p:cNvPr id="96" name="Shape 88"/>
          <p:cNvSpPr/>
          <p:nvPr/>
        </p:nvSpPr>
        <p:spPr>
          <a:xfrm>
            <a:off x="4044208" y="2931688"/>
            <a:ext cx="640080" cy="119299"/>
          </a:xfrm>
          <a:prstGeom prst="rect">
            <a:avLst/>
          </a:prstGeom>
          <a:solidFill>
            <a:srgbClr val="FFFFFF"/>
          </a:solidFill>
          <a:ln w="6350">
            <a:solidFill>
              <a:srgbClr val="E2E2E2"/>
            </a:solidFill>
            <a:prstDash val="solid"/>
          </a:ln>
        </p:spPr>
      </p:sp>
      <p:sp>
        <p:nvSpPr>
          <p:cNvPr id="97" name="Shape 89"/>
          <p:cNvSpPr/>
          <p:nvPr/>
        </p:nvSpPr>
        <p:spPr>
          <a:xfrm>
            <a:off x="587776" y="3050987"/>
            <a:ext cx="256032" cy="119299"/>
          </a:xfrm>
          <a:prstGeom prst="rect">
            <a:avLst/>
          </a:prstGeom>
          <a:solidFill>
            <a:srgbClr val="F8F9FA"/>
          </a:solidFill>
          <a:ln w="6350">
            <a:solidFill>
              <a:srgbClr val="DDDDDD"/>
            </a:solidFill>
            <a:prstDash val="solid"/>
          </a:ln>
        </p:spPr>
      </p:sp>
      <p:sp>
        <p:nvSpPr>
          <p:cNvPr id="98" name="Text 90"/>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99" name="Shape 91"/>
          <p:cNvSpPr/>
          <p:nvPr/>
        </p:nvSpPr>
        <p:spPr>
          <a:xfrm>
            <a:off x="843808" y="3050987"/>
            <a:ext cx="640080" cy="119299"/>
          </a:xfrm>
          <a:prstGeom prst="rect">
            <a:avLst/>
          </a:prstGeom>
          <a:solidFill>
            <a:srgbClr val="FFFFFF"/>
          </a:solidFill>
          <a:ln w="6350">
            <a:solidFill>
              <a:srgbClr val="E2E2E2"/>
            </a:solidFill>
            <a:prstDash val="solid"/>
          </a:ln>
        </p:spPr>
      </p:sp>
      <p:sp>
        <p:nvSpPr>
          <p:cNvPr id="100" name="Shape 92"/>
          <p:cNvSpPr/>
          <p:nvPr/>
        </p:nvSpPr>
        <p:spPr>
          <a:xfrm>
            <a:off x="1483888" y="3050987"/>
            <a:ext cx="640080" cy="119299"/>
          </a:xfrm>
          <a:prstGeom prst="rect">
            <a:avLst/>
          </a:prstGeom>
          <a:solidFill>
            <a:srgbClr val="FFFFFF"/>
          </a:solidFill>
          <a:ln w="6350">
            <a:solidFill>
              <a:srgbClr val="E2E2E2"/>
            </a:solidFill>
            <a:prstDash val="solid"/>
          </a:ln>
        </p:spPr>
      </p:sp>
      <p:sp>
        <p:nvSpPr>
          <p:cNvPr id="101" name="Shape 93"/>
          <p:cNvSpPr/>
          <p:nvPr/>
        </p:nvSpPr>
        <p:spPr>
          <a:xfrm>
            <a:off x="2123968" y="3050987"/>
            <a:ext cx="640080" cy="119299"/>
          </a:xfrm>
          <a:prstGeom prst="rect">
            <a:avLst/>
          </a:prstGeom>
          <a:solidFill>
            <a:srgbClr val="FFFFFF"/>
          </a:solidFill>
          <a:ln w="6350">
            <a:solidFill>
              <a:srgbClr val="E2E2E2"/>
            </a:solidFill>
            <a:prstDash val="solid"/>
          </a:ln>
        </p:spPr>
      </p:sp>
      <p:sp>
        <p:nvSpPr>
          <p:cNvPr id="102" name="Shape 94"/>
          <p:cNvSpPr/>
          <p:nvPr/>
        </p:nvSpPr>
        <p:spPr>
          <a:xfrm>
            <a:off x="2764048" y="3050987"/>
            <a:ext cx="640080" cy="119299"/>
          </a:xfrm>
          <a:prstGeom prst="rect">
            <a:avLst/>
          </a:prstGeom>
          <a:solidFill>
            <a:srgbClr val="FFFFFF"/>
          </a:solidFill>
          <a:ln w="6350">
            <a:solidFill>
              <a:srgbClr val="E2E2E2"/>
            </a:solidFill>
            <a:prstDash val="solid"/>
          </a:ln>
        </p:spPr>
      </p:sp>
      <p:sp>
        <p:nvSpPr>
          <p:cNvPr id="103" name="Shape 95"/>
          <p:cNvSpPr/>
          <p:nvPr/>
        </p:nvSpPr>
        <p:spPr>
          <a:xfrm>
            <a:off x="3404128" y="3050987"/>
            <a:ext cx="640080" cy="119299"/>
          </a:xfrm>
          <a:prstGeom prst="rect">
            <a:avLst/>
          </a:prstGeom>
          <a:solidFill>
            <a:srgbClr val="FFFFFF"/>
          </a:solidFill>
          <a:ln w="6350">
            <a:solidFill>
              <a:srgbClr val="E2E2E2"/>
            </a:solidFill>
            <a:prstDash val="solid"/>
          </a:ln>
        </p:spPr>
      </p:sp>
      <p:sp>
        <p:nvSpPr>
          <p:cNvPr id="104" name="Shape 96"/>
          <p:cNvSpPr/>
          <p:nvPr/>
        </p:nvSpPr>
        <p:spPr>
          <a:xfrm>
            <a:off x="4044208" y="3050987"/>
            <a:ext cx="640080" cy="119299"/>
          </a:xfrm>
          <a:prstGeom prst="rect">
            <a:avLst/>
          </a:prstGeom>
          <a:solidFill>
            <a:srgbClr val="FFFFFF"/>
          </a:solidFill>
          <a:ln w="6350">
            <a:solidFill>
              <a:srgbClr val="E2E2E2"/>
            </a:solidFill>
            <a:prstDash val="solid"/>
          </a:ln>
        </p:spPr>
      </p:sp>
      <p:sp>
        <p:nvSpPr>
          <p:cNvPr id="105" name="Shape 97"/>
          <p:cNvSpPr/>
          <p:nvPr/>
        </p:nvSpPr>
        <p:spPr>
          <a:xfrm>
            <a:off x="587776" y="3170287"/>
            <a:ext cx="256032" cy="119299"/>
          </a:xfrm>
          <a:prstGeom prst="rect">
            <a:avLst/>
          </a:prstGeom>
          <a:solidFill>
            <a:srgbClr val="F8F9FA"/>
          </a:solidFill>
          <a:ln w="6350">
            <a:solidFill>
              <a:srgbClr val="DDDDDD"/>
            </a:solidFill>
            <a:prstDash val="solid"/>
          </a:ln>
        </p:spPr>
      </p:sp>
      <p:sp>
        <p:nvSpPr>
          <p:cNvPr id="106" name="Text 98"/>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07" name="Shape 99"/>
          <p:cNvSpPr/>
          <p:nvPr/>
        </p:nvSpPr>
        <p:spPr>
          <a:xfrm>
            <a:off x="843808" y="3170287"/>
            <a:ext cx="640080" cy="119299"/>
          </a:xfrm>
          <a:prstGeom prst="rect">
            <a:avLst/>
          </a:prstGeom>
          <a:solidFill>
            <a:srgbClr val="FFFFFF"/>
          </a:solidFill>
          <a:ln w="6350">
            <a:solidFill>
              <a:srgbClr val="E2E2E2"/>
            </a:solidFill>
            <a:prstDash val="solid"/>
          </a:ln>
        </p:spPr>
      </p:sp>
      <p:sp>
        <p:nvSpPr>
          <p:cNvPr id="108" name="Shape 100"/>
          <p:cNvSpPr/>
          <p:nvPr/>
        </p:nvSpPr>
        <p:spPr>
          <a:xfrm>
            <a:off x="1483888" y="3170287"/>
            <a:ext cx="640080" cy="119299"/>
          </a:xfrm>
          <a:prstGeom prst="rect">
            <a:avLst/>
          </a:prstGeom>
          <a:solidFill>
            <a:srgbClr val="FFFFFF"/>
          </a:solidFill>
          <a:ln w="6350">
            <a:solidFill>
              <a:srgbClr val="E2E2E2"/>
            </a:solidFill>
            <a:prstDash val="solid"/>
          </a:ln>
        </p:spPr>
      </p:sp>
      <p:sp>
        <p:nvSpPr>
          <p:cNvPr id="109" name="Shape 101"/>
          <p:cNvSpPr/>
          <p:nvPr/>
        </p:nvSpPr>
        <p:spPr>
          <a:xfrm>
            <a:off x="2123968" y="3170287"/>
            <a:ext cx="640080" cy="119299"/>
          </a:xfrm>
          <a:prstGeom prst="rect">
            <a:avLst/>
          </a:prstGeom>
          <a:solidFill>
            <a:srgbClr val="FFFFFF"/>
          </a:solidFill>
          <a:ln w="6350">
            <a:solidFill>
              <a:srgbClr val="E2E2E2"/>
            </a:solidFill>
            <a:prstDash val="solid"/>
          </a:ln>
        </p:spPr>
      </p:sp>
      <p:sp>
        <p:nvSpPr>
          <p:cNvPr id="110" name="Shape 102"/>
          <p:cNvSpPr/>
          <p:nvPr/>
        </p:nvSpPr>
        <p:spPr>
          <a:xfrm>
            <a:off x="2764048" y="3170287"/>
            <a:ext cx="640080" cy="119299"/>
          </a:xfrm>
          <a:prstGeom prst="rect">
            <a:avLst/>
          </a:prstGeom>
          <a:solidFill>
            <a:srgbClr val="FFFFFF"/>
          </a:solidFill>
          <a:ln w="6350">
            <a:solidFill>
              <a:srgbClr val="E2E2E2"/>
            </a:solidFill>
            <a:prstDash val="solid"/>
          </a:ln>
        </p:spPr>
      </p:sp>
      <p:sp>
        <p:nvSpPr>
          <p:cNvPr id="111" name="Shape 103"/>
          <p:cNvSpPr/>
          <p:nvPr/>
        </p:nvSpPr>
        <p:spPr>
          <a:xfrm>
            <a:off x="3404128" y="3170287"/>
            <a:ext cx="640080" cy="119299"/>
          </a:xfrm>
          <a:prstGeom prst="rect">
            <a:avLst/>
          </a:prstGeom>
          <a:solidFill>
            <a:srgbClr val="FFFFFF"/>
          </a:solidFill>
          <a:ln w="6350">
            <a:solidFill>
              <a:srgbClr val="E2E2E2"/>
            </a:solidFill>
            <a:prstDash val="solid"/>
          </a:ln>
        </p:spPr>
      </p:sp>
      <p:sp>
        <p:nvSpPr>
          <p:cNvPr id="112" name="Shape 104"/>
          <p:cNvSpPr/>
          <p:nvPr/>
        </p:nvSpPr>
        <p:spPr>
          <a:xfrm>
            <a:off x="4044208" y="3170287"/>
            <a:ext cx="640080" cy="119299"/>
          </a:xfrm>
          <a:prstGeom prst="rect">
            <a:avLst/>
          </a:prstGeom>
          <a:solidFill>
            <a:srgbClr val="FFFFFF"/>
          </a:solidFill>
          <a:ln w="6350">
            <a:solidFill>
              <a:srgbClr val="E2E2E2"/>
            </a:solidFill>
            <a:prstDash val="solid"/>
          </a:ln>
        </p:spPr>
      </p:sp>
      <p:sp>
        <p:nvSpPr>
          <p:cNvPr id="113" name="Shape 105"/>
          <p:cNvSpPr/>
          <p:nvPr/>
        </p:nvSpPr>
        <p:spPr>
          <a:xfrm>
            <a:off x="587776" y="3289586"/>
            <a:ext cx="256032" cy="119299"/>
          </a:xfrm>
          <a:prstGeom prst="rect">
            <a:avLst/>
          </a:prstGeom>
          <a:solidFill>
            <a:srgbClr val="F8F9FA"/>
          </a:solidFill>
          <a:ln w="6350">
            <a:solidFill>
              <a:srgbClr val="DDDDDD"/>
            </a:solidFill>
            <a:prstDash val="solid"/>
          </a:ln>
        </p:spPr>
      </p:sp>
      <p:sp>
        <p:nvSpPr>
          <p:cNvPr id="114" name="Text 10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15" name="Shape 107"/>
          <p:cNvSpPr/>
          <p:nvPr/>
        </p:nvSpPr>
        <p:spPr>
          <a:xfrm>
            <a:off x="843808" y="3289586"/>
            <a:ext cx="640080" cy="119299"/>
          </a:xfrm>
          <a:prstGeom prst="rect">
            <a:avLst/>
          </a:prstGeom>
          <a:solidFill>
            <a:srgbClr val="FFFFFF"/>
          </a:solidFill>
          <a:ln w="6350">
            <a:solidFill>
              <a:srgbClr val="E2E2E2"/>
            </a:solidFill>
            <a:prstDash val="solid"/>
          </a:ln>
        </p:spPr>
      </p:sp>
      <p:sp>
        <p:nvSpPr>
          <p:cNvPr id="116" name="Shape 108"/>
          <p:cNvSpPr/>
          <p:nvPr/>
        </p:nvSpPr>
        <p:spPr>
          <a:xfrm>
            <a:off x="1483888" y="3289586"/>
            <a:ext cx="640080" cy="119299"/>
          </a:xfrm>
          <a:prstGeom prst="rect">
            <a:avLst/>
          </a:prstGeom>
          <a:solidFill>
            <a:srgbClr val="FFFFFF"/>
          </a:solidFill>
          <a:ln w="6350">
            <a:solidFill>
              <a:srgbClr val="E2E2E2"/>
            </a:solidFill>
            <a:prstDash val="solid"/>
          </a:ln>
        </p:spPr>
      </p:sp>
      <p:sp>
        <p:nvSpPr>
          <p:cNvPr id="117" name="Shape 109"/>
          <p:cNvSpPr/>
          <p:nvPr/>
        </p:nvSpPr>
        <p:spPr>
          <a:xfrm>
            <a:off x="2123968" y="3289586"/>
            <a:ext cx="640080" cy="119299"/>
          </a:xfrm>
          <a:prstGeom prst="rect">
            <a:avLst/>
          </a:prstGeom>
          <a:solidFill>
            <a:srgbClr val="FFFFFF"/>
          </a:solidFill>
          <a:ln w="6350">
            <a:solidFill>
              <a:srgbClr val="E2E2E2"/>
            </a:solidFill>
            <a:prstDash val="solid"/>
          </a:ln>
        </p:spPr>
      </p:sp>
      <p:sp>
        <p:nvSpPr>
          <p:cNvPr id="118" name="Shape 110"/>
          <p:cNvSpPr/>
          <p:nvPr/>
        </p:nvSpPr>
        <p:spPr>
          <a:xfrm>
            <a:off x="2764048" y="3289586"/>
            <a:ext cx="640080" cy="119299"/>
          </a:xfrm>
          <a:prstGeom prst="rect">
            <a:avLst/>
          </a:prstGeom>
          <a:solidFill>
            <a:srgbClr val="FFFFFF"/>
          </a:solidFill>
          <a:ln w="6350">
            <a:solidFill>
              <a:srgbClr val="E2E2E2"/>
            </a:solidFill>
            <a:prstDash val="solid"/>
          </a:ln>
        </p:spPr>
      </p:sp>
      <p:sp>
        <p:nvSpPr>
          <p:cNvPr id="119" name="Shape 111"/>
          <p:cNvSpPr/>
          <p:nvPr/>
        </p:nvSpPr>
        <p:spPr>
          <a:xfrm>
            <a:off x="3404128" y="3289586"/>
            <a:ext cx="640080" cy="119299"/>
          </a:xfrm>
          <a:prstGeom prst="rect">
            <a:avLst/>
          </a:prstGeom>
          <a:solidFill>
            <a:srgbClr val="FFFFFF"/>
          </a:solidFill>
          <a:ln w="6350">
            <a:solidFill>
              <a:srgbClr val="E2E2E2"/>
            </a:solidFill>
            <a:prstDash val="solid"/>
          </a:ln>
        </p:spPr>
      </p:sp>
      <p:sp>
        <p:nvSpPr>
          <p:cNvPr id="120" name="Shape 112"/>
          <p:cNvSpPr/>
          <p:nvPr/>
        </p:nvSpPr>
        <p:spPr>
          <a:xfrm>
            <a:off x="4044208" y="3289586"/>
            <a:ext cx="640080" cy="119299"/>
          </a:xfrm>
          <a:prstGeom prst="rect">
            <a:avLst/>
          </a:prstGeom>
          <a:solidFill>
            <a:srgbClr val="FFFFFF"/>
          </a:solidFill>
          <a:ln w="6350">
            <a:solidFill>
              <a:srgbClr val="E2E2E2"/>
            </a:solidFill>
            <a:prstDash val="solid"/>
          </a:ln>
        </p:spPr>
      </p:sp>
      <p:sp>
        <p:nvSpPr>
          <p:cNvPr id="121" name="Shape 113"/>
          <p:cNvSpPr/>
          <p:nvPr/>
        </p:nvSpPr>
        <p:spPr>
          <a:xfrm>
            <a:off x="587776" y="3408885"/>
            <a:ext cx="256032" cy="119299"/>
          </a:xfrm>
          <a:prstGeom prst="rect">
            <a:avLst/>
          </a:prstGeom>
          <a:solidFill>
            <a:srgbClr val="F8F9FA"/>
          </a:solidFill>
          <a:ln w="6350">
            <a:solidFill>
              <a:srgbClr val="DDDDDD"/>
            </a:solidFill>
            <a:prstDash val="solid"/>
          </a:ln>
        </p:spPr>
      </p:sp>
      <p:sp>
        <p:nvSpPr>
          <p:cNvPr id="122" name="Text 114"/>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23" name="Shape 115"/>
          <p:cNvSpPr/>
          <p:nvPr/>
        </p:nvSpPr>
        <p:spPr>
          <a:xfrm>
            <a:off x="843808" y="3408885"/>
            <a:ext cx="640080" cy="119299"/>
          </a:xfrm>
          <a:prstGeom prst="rect">
            <a:avLst/>
          </a:prstGeom>
          <a:solidFill>
            <a:srgbClr val="FFFFFF"/>
          </a:solidFill>
          <a:ln w="6350">
            <a:solidFill>
              <a:srgbClr val="E2E2E2"/>
            </a:solidFill>
            <a:prstDash val="solid"/>
          </a:ln>
        </p:spPr>
      </p:sp>
      <p:sp>
        <p:nvSpPr>
          <p:cNvPr id="124" name="Shape 116"/>
          <p:cNvSpPr/>
          <p:nvPr/>
        </p:nvSpPr>
        <p:spPr>
          <a:xfrm>
            <a:off x="1483888" y="3408885"/>
            <a:ext cx="640080" cy="119299"/>
          </a:xfrm>
          <a:prstGeom prst="rect">
            <a:avLst/>
          </a:prstGeom>
          <a:solidFill>
            <a:srgbClr val="FFFFFF"/>
          </a:solidFill>
          <a:ln w="6350">
            <a:solidFill>
              <a:srgbClr val="E2E2E2"/>
            </a:solidFill>
            <a:prstDash val="solid"/>
          </a:ln>
        </p:spPr>
      </p:sp>
      <p:sp>
        <p:nvSpPr>
          <p:cNvPr id="125" name="Shape 117"/>
          <p:cNvSpPr/>
          <p:nvPr/>
        </p:nvSpPr>
        <p:spPr>
          <a:xfrm>
            <a:off x="2123968" y="3408885"/>
            <a:ext cx="640080" cy="119299"/>
          </a:xfrm>
          <a:prstGeom prst="rect">
            <a:avLst/>
          </a:prstGeom>
          <a:solidFill>
            <a:srgbClr val="FFFFFF"/>
          </a:solidFill>
          <a:ln w="6350">
            <a:solidFill>
              <a:srgbClr val="E2E2E2"/>
            </a:solidFill>
            <a:prstDash val="solid"/>
          </a:ln>
        </p:spPr>
      </p:sp>
      <p:sp>
        <p:nvSpPr>
          <p:cNvPr id="126" name="Shape 118"/>
          <p:cNvSpPr/>
          <p:nvPr/>
        </p:nvSpPr>
        <p:spPr>
          <a:xfrm>
            <a:off x="2764048" y="3408885"/>
            <a:ext cx="640080" cy="119299"/>
          </a:xfrm>
          <a:prstGeom prst="rect">
            <a:avLst/>
          </a:prstGeom>
          <a:solidFill>
            <a:srgbClr val="FFFFFF"/>
          </a:solidFill>
          <a:ln w="6350">
            <a:solidFill>
              <a:srgbClr val="E2E2E2"/>
            </a:solidFill>
            <a:prstDash val="solid"/>
          </a:ln>
        </p:spPr>
      </p:sp>
      <p:sp>
        <p:nvSpPr>
          <p:cNvPr id="127" name="Shape 119"/>
          <p:cNvSpPr/>
          <p:nvPr/>
        </p:nvSpPr>
        <p:spPr>
          <a:xfrm>
            <a:off x="3404128" y="3408885"/>
            <a:ext cx="640080" cy="119299"/>
          </a:xfrm>
          <a:prstGeom prst="rect">
            <a:avLst/>
          </a:prstGeom>
          <a:solidFill>
            <a:srgbClr val="FFFFFF"/>
          </a:solidFill>
          <a:ln w="6350">
            <a:solidFill>
              <a:srgbClr val="E2E2E2"/>
            </a:solidFill>
            <a:prstDash val="solid"/>
          </a:ln>
        </p:spPr>
      </p:sp>
      <p:sp>
        <p:nvSpPr>
          <p:cNvPr id="128" name="Shape 120"/>
          <p:cNvSpPr/>
          <p:nvPr/>
        </p:nvSpPr>
        <p:spPr>
          <a:xfrm>
            <a:off x="4044208" y="3408885"/>
            <a:ext cx="640080" cy="119299"/>
          </a:xfrm>
          <a:prstGeom prst="rect">
            <a:avLst/>
          </a:prstGeom>
          <a:solidFill>
            <a:srgbClr val="FFFFFF"/>
          </a:solidFill>
          <a:ln w="6350">
            <a:solidFill>
              <a:srgbClr val="E2E2E2"/>
            </a:solidFill>
            <a:prstDash val="solid"/>
          </a:ln>
        </p:spPr>
      </p:sp>
      <p:sp>
        <p:nvSpPr>
          <p:cNvPr id="129" name="Shape 121"/>
          <p:cNvSpPr/>
          <p:nvPr/>
        </p:nvSpPr>
        <p:spPr>
          <a:xfrm>
            <a:off x="587776" y="3528185"/>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31" name="Shape 123"/>
          <p:cNvSpPr/>
          <p:nvPr/>
        </p:nvSpPr>
        <p:spPr>
          <a:xfrm>
            <a:off x="843808" y="3528185"/>
            <a:ext cx="640080" cy="119299"/>
          </a:xfrm>
          <a:prstGeom prst="rect">
            <a:avLst/>
          </a:prstGeom>
          <a:solidFill>
            <a:srgbClr val="FFFFFF"/>
          </a:solidFill>
          <a:ln w="6350">
            <a:solidFill>
              <a:srgbClr val="E2E2E2"/>
            </a:solidFill>
            <a:prstDash val="solid"/>
          </a:ln>
        </p:spPr>
      </p:sp>
      <p:sp>
        <p:nvSpPr>
          <p:cNvPr id="132" name="Shape 124"/>
          <p:cNvSpPr/>
          <p:nvPr/>
        </p:nvSpPr>
        <p:spPr>
          <a:xfrm>
            <a:off x="1483888" y="3528185"/>
            <a:ext cx="640080" cy="119299"/>
          </a:xfrm>
          <a:prstGeom prst="rect">
            <a:avLst/>
          </a:prstGeom>
          <a:solidFill>
            <a:srgbClr val="FFFFFF"/>
          </a:solidFill>
          <a:ln w="6350">
            <a:solidFill>
              <a:srgbClr val="E2E2E2"/>
            </a:solidFill>
            <a:prstDash val="solid"/>
          </a:ln>
        </p:spPr>
      </p:sp>
      <p:sp>
        <p:nvSpPr>
          <p:cNvPr id="133" name="Shape 125"/>
          <p:cNvSpPr/>
          <p:nvPr/>
        </p:nvSpPr>
        <p:spPr>
          <a:xfrm>
            <a:off x="2123968" y="3528185"/>
            <a:ext cx="640080" cy="119299"/>
          </a:xfrm>
          <a:prstGeom prst="rect">
            <a:avLst/>
          </a:prstGeom>
          <a:solidFill>
            <a:srgbClr val="FFFFFF"/>
          </a:solidFill>
          <a:ln w="6350">
            <a:solidFill>
              <a:srgbClr val="E2E2E2"/>
            </a:solidFill>
            <a:prstDash val="solid"/>
          </a:ln>
        </p:spPr>
      </p:sp>
      <p:sp>
        <p:nvSpPr>
          <p:cNvPr id="134" name="Shape 126"/>
          <p:cNvSpPr/>
          <p:nvPr/>
        </p:nvSpPr>
        <p:spPr>
          <a:xfrm>
            <a:off x="2764048" y="3528185"/>
            <a:ext cx="640080" cy="119299"/>
          </a:xfrm>
          <a:prstGeom prst="rect">
            <a:avLst/>
          </a:prstGeom>
          <a:solidFill>
            <a:srgbClr val="FFFFFF"/>
          </a:solidFill>
          <a:ln w="6350">
            <a:solidFill>
              <a:srgbClr val="E2E2E2"/>
            </a:solidFill>
            <a:prstDash val="solid"/>
          </a:ln>
        </p:spPr>
      </p:sp>
      <p:sp>
        <p:nvSpPr>
          <p:cNvPr id="135" name="Shape 127"/>
          <p:cNvSpPr/>
          <p:nvPr/>
        </p:nvSpPr>
        <p:spPr>
          <a:xfrm>
            <a:off x="3404128" y="3528185"/>
            <a:ext cx="640080" cy="119299"/>
          </a:xfrm>
          <a:prstGeom prst="rect">
            <a:avLst/>
          </a:prstGeom>
          <a:solidFill>
            <a:srgbClr val="FFFFFF"/>
          </a:solidFill>
          <a:ln w="6350">
            <a:solidFill>
              <a:srgbClr val="E2E2E2"/>
            </a:solidFill>
            <a:prstDash val="solid"/>
          </a:ln>
        </p:spPr>
      </p:sp>
      <p:sp>
        <p:nvSpPr>
          <p:cNvPr id="136" name="Shape 128"/>
          <p:cNvSpPr/>
          <p:nvPr/>
        </p:nvSpPr>
        <p:spPr>
          <a:xfrm>
            <a:off x="4044208" y="3528185"/>
            <a:ext cx="640080" cy="119299"/>
          </a:xfrm>
          <a:prstGeom prst="rect">
            <a:avLst/>
          </a:prstGeom>
          <a:solidFill>
            <a:srgbClr val="FFFFFF"/>
          </a:solidFill>
          <a:ln w="6350">
            <a:solidFill>
              <a:srgbClr val="E2E2E2"/>
            </a:solidFill>
            <a:prstDash val="solid"/>
          </a:ln>
        </p:spPr>
      </p:sp>
      <p:sp>
        <p:nvSpPr>
          <p:cNvPr id="137" name="Shape 129"/>
          <p:cNvSpPr/>
          <p:nvPr/>
        </p:nvSpPr>
        <p:spPr>
          <a:xfrm>
            <a:off x="587776" y="3647484"/>
            <a:ext cx="256032" cy="119299"/>
          </a:xfrm>
          <a:prstGeom prst="rect">
            <a:avLst/>
          </a:prstGeom>
          <a:solidFill>
            <a:srgbClr val="F8F9FA"/>
          </a:solidFill>
          <a:ln w="6350">
            <a:solidFill>
              <a:srgbClr val="DDDDDD"/>
            </a:solidFill>
            <a:prstDash val="solid"/>
          </a:ln>
        </p:spPr>
      </p:sp>
      <p:sp>
        <p:nvSpPr>
          <p:cNvPr id="138" name="Text 130"/>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39" name="Shape 131"/>
          <p:cNvSpPr/>
          <p:nvPr/>
        </p:nvSpPr>
        <p:spPr>
          <a:xfrm>
            <a:off x="843808" y="3647484"/>
            <a:ext cx="640080" cy="119299"/>
          </a:xfrm>
          <a:prstGeom prst="rect">
            <a:avLst/>
          </a:prstGeom>
          <a:solidFill>
            <a:srgbClr val="FFFFFF"/>
          </a:solidFill>
          <a:ln w="6350">
            <a:solidFill>
              <a:srgbClr val="E2E2E2"/>
            </a:solidFill>
            <a:prstDash val="solid"/>
          </a:ln>
        </p:spPr>
      </p:sp>
      <p:sp>
        <p:nvSpPr>
          <p:cNvPr id="140" name="Shape 132"/>
          <p:cNvSpPr/>
          <p:nvPr/>
        </p:nvSpPr>
        <p:spPr>
          <a:xfrm>
            <a:off x="1483888" y="3647484"/>
            <a:ext cx="640080" cy="119299"/>
          </a:xfrm>
          <a:prstGeom prst="rect">
            <a:avLst/>
          </a:prstGeom>
          <a:solidFill>
            <a:srgbClr val="FFFFFF"/>
          </a:solidFill>
          <a:ln w="6350">
            <a:solidFill>
              <a:srgbClr val="E2E2E2"/>
            </a:solidFill>
            <a:prstDash val="solid"/>
          </a:ln>
        </p:spPr>
      </p:sp>
      <p:sp>
        <p:nvSpPr>
          <p:cNvPr id="141" name="Shape 133"/>
          <p:cNvSpPr/>
          <p:nvPr/>
        </p:nvSpPr>
        <p:spPr>
          <a:xfrm>
            <a:off x="2123968" y="3647484"/>
            <a:ext cx="640080" cy="119299"/>
          </a:xfrm>
          <a:prstGeom prst="rect">
            <a:avLst/>
          </a:prstGeom>
          <a:solidFill>
            <a:srgbClr val="FFFFFF"/>
          </a:solidFill>
          <a:ln w="6350">
            <a:solidFill>
              <a:srgbClr val="E2E2E2"/>
            </a:solidFill>
            <a:prstDash val="solid"/>
          </a:ln>
        </p:spPr>
      </p:sp>
      <p:sp>
        <p:nvSpPr>
          <p:cNvPr id="142" name="Shape 134"/>
          <p:cNvSpPr/>
          <p:nvPr/>
        </p:nvSpPr>
        <p:spPr>
          <a:xfrm>
            <a:off x="2764048" y="3647484"/>
            <a:ext cx="640080" cy="119299"/>
          </a:xfrm>
          <a:prstGeom prst="rect">
            <a:avLst/>
          </a:prstGeom>
          <a:solidFill>
            <a:srgbClr val="FFFFFF"/>
          </a:solidFill>
          <a:ln w="6350">
            <a:solidFill>
              <a:srgbClr val="E2E2E2"/>
            </a:solidFill>
            <a:prstDash val="solid"/>
          </a:ln>
        </p:spPr>
      </p:sp>
      <p:sp>
        <p:nvSpPr>
          <p:cNvPr id="143" name="Shape 135"/>
          <p:cNvSpPr/>
          <p:nvPr/>
        </p:nvSpPr>
        <p:spPr>
          <a:xfrm>
            <a:off x="3404128" y="3647484"/>
            <a:ext cx="640080" cy="119299"/>
          </a:xfrm>
          <a:prstGeom prst="rect">
            <a:avLst/>
          </a:prstGeom>
          <a:solidFill>
            <a:srgbClr val="FFFFFF"/>
          </a:solidFill>
          <a:ln w="6350">
            <a:solidFill>
              <a:srgbClr val="E2E2E2"/>
            </a:solidFill>
            <a:prstDash val="solid"/>
          </a:ln>
        </p:spPr>
      </p:sp>
      <p:sp>
        <p:nvSpPr>
          <p:cNvPr id="144" name="Shape 136"/>
          <p:cNvSpPr/>
          <p:nvPr/>
        </p:nvSpPr>
        <p:spPr>
          <a:xfrm>
            <a:off x="4044208" y="3647484"/>
            <a:ext cx="640080" cy="119299"/>
          </a:xfrm>
          <a:prstGeom prst="rect">
            <a:avLst/>
          </a:prstGeom>
          <a:solidFill>
            <a:srgbClr val="FFFFFF"/>
          </a:solidFill>
          <a:ln w="6350">
            <a:solidFill>
              <a:srgbClr val="E2E2E2"/>
            </a:solidFill>
            <a:prstDash val="solid"/>
          </a:ln>
        </p:spPr>
      </p:sp>
      <p:sp>
        <p:nvSpPr>
          <p:cNvPr id="145" name="Shape 137"/>
          <p:cNvSpPr/>
          <p:nvPr/>
        </p:nvSpPr>
        <p:spPr>
          <a:xfrm>
            <a:off x="587776" y="3794216"/>
            <a:ext cx="4950927" cy="201168"/>
          </a:xfrm>
          <a:prstGeom prst="rect">
            <a:avLst/>
          </a:prstGeom>
          <a:solidFill>
            <a:srgbClr val="F8F9FA"/>
          </a:solidFill>
          <a:ln w="12700">
            <a:solidFill>
              <a:srgbClr val="F8F9FA"/>
            </a:solidFill>
            <a:prstDash val="solid"/>
          </a:ln>
        </p:spPr>
      </p:sp>
      <p:sp>
        <p:nvSpPr>
          <p:cNvPr id="146" name="Text 138"/>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47" name="Text 139"/>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Data</a:t>
            </a:r>
            <a:endParaRPr lang="en-US" sz="700" dirty="0"/>
          </a:p>
        </p:txBody>
      </p:sp>
      <p:sp>
        <p:nvSpPr>
          <p:cNvPr id="148" name="Text 140"/>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Ringkasan</a:t>
            </a:r>
            <a:endParaRPr lang="en-US" sz="700" dirty="0"/>
          </a:p>
        </p:txBody>
      </p:sp>
      <p:sp>
        <p:nvSpPr>
          <p:cNvPr id="149" name="Shape 141"/>
          <p:cNvSpPr/>
          <p:nvPr/>
        </p:nvSpPr>
        <p:spPr>
          <a:xfrm>
            <a:off x="2690896" y="3794216"/>
            <a:ext cx="731520" cy="201168"/>
          </a:xfrm>
          <a:prstGeom prst="rect">
            <a:avLst/>
          </a:prstGeom>
          <a:solidFill>
            <a:srgbClr val="E1EFFE"/>
          </a:solidFill>
          <a:ln w="12700">
            <a:solidFill>
              <a:srgbClr val="E1EFFE"/>
            </a:solidFill>
            <a:prstDash val="solid"/>
          </a:ln>
        </p:spPr>
      </p:sp>
      <p:sp>
        <p:nvSpPr>
          <p:cNvPr id="150" name="Text 142"/>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Dashboard</a:t>
            </a:r>
            <a:endParaRPr lang="en-US" sz="700" dirty="0"/>
          </a:p>
        </p:txBody>
      </p:sp>
      <p:sp>
        <p:nvSpPr>
          <p:cNvPr id="151" name="Shape 143"/>
          <p:cNvSpPr/>
          <p:nvPr/>
        </p:nvSpPr>
        <p:spPr>
          <a:xfrm>
            <a:off x="2672608" y="3775928"/>
            <a:ext cx="768096" cy="237744"/>
          </a:xfrm>
          <a:prstGeom prst="roundRect">
            <a:avLst>
              <a:gd name="adj" fmla="val 19231"/>
            </a:avLst>
          </a:prstGeom>
          <a:solidFill>
            <a:srgbClr val="FFFFFF">
              <a:alpha val="0"/>
            </a:srgbClr>
          </a:solidFill>
          <a:ln w="31750">
            <a:solidFill>
              <a:srgbClr val="E53935"/>
            </a:solidFill>
            <a:prstDash val="solid"/>
          </a:ln>
        </p:spPr>
      </p:sp>
      <p:sp>
        <p:nvSpPr>
          <p:cNvPr id="152" name="Shape 144"/>
          <p:cNvSpPr/>
          <p:nvPr/>
        </p:nvSpPr>
        <p:spPr>
          <a:xfrm>
            <a:off x="3303544" y="3638768"/>
            <a:ext cx="274320" cy="274320"/>
          </a:xfrm>
          <a:prstGeom prst="ellipse">
            <a:avLst/>
          </a:prstGeom>
          <a:solidFill>
            <a:srgbClr val="E53935"/>
          </a:solidFill>
          <a:ln w="12700">
            <a:solidFill>
              <a:srgbClr val="FFFFFF"/>
            </a:solidFill>
            <a:prstDash val="solid"/>
          </a:ln>
        </p:spPr>
      </p:sp>
      <p:sp>
        <p:nvSpPr>
          <p:cNvPr id="153" name="Text 145"/>
          <p:cNvSpPr txBox="1"/>
          <p:nvPr/>
        </p:nvSpPr>
        <p:spPr>
          <a:xfrm>
            <a:off x="3303544" y="36387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154" name="Image 6" descr="preencoded.png">    </p:cNvPr>
          <p:cNvPicPr>
            <a:picLocks noChangeAspect="1"/>
          </p:cNvPicPr>
          <p:nvPr/>
        </p:nvPicPr>
        <p:blipFill>
          <a:blip r:embed="rId7"/>
          <a:stretch>
            <a:fillRect/>
          </a:stretch>
        </p:blipFill>
        <p:spPr>
          <a:xfrm>
            <a:off x="3093232" y="3904858"/>
            <a:ext cx="237744" cy="237744"/>
          </a:xfrm>
          <a:prstGeom prst="rect">
            <a:avLst/>
          </a:prstGeom>
        </p:spPr>
      </p:pic>
      <p:sp>
        <p:nvSpPr>
          <p:cNvPr id="155" name="Text 14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156" name="Text 14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Tambah lembar baru: Dashboard</a:t>
            </a:r>
            <a:endParaRPr lang="en-US" sz="1800" dirty="0"/>
          </a:p>
        </p:txBody>
      </p:sp>
      <p:sp>
        <p:nvSpPr>
          <p:cNvPr id="157" name="Text 14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 di kiri bawah. Ganti nama lembar baru menjadi Dashboard.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Lembar Dashboard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DASHBOARD KELAS 8 (DATA FIKTIF)</a:t>
            </a: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6400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483888" y="2573789"/>
            <a:ext cx="640080" cy="119299"/>
          </a:xfrm>
          <a:prstGeom prst="rect">
            <a:avLst/>
          </a:prstGeom>
          <a:solidFill>
            <a:srgbClr val="F8F9FA"/>
          </a:solidFill>
          <a:ln w="6350">
            <a:solidFill>
              <a:srgbClr val="DDDDDD"/>
            </a:solidFill>
            <a:prstDash val="solid"/>
          </a:ln>
        </p:spPr>
      </p:sp>
      <p:sp>
        <p:nvSpPr>
          <p:cNvPr id="64" name="Text 56"/>
          <p:cNvSpPr txBox="1"/>
          <p:nvPr/>
        </p:nvSpPr>
        <p:spPr>
          <a:xfrm>
            <a:off x="148388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12396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212396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764048" y="2573789"/>
            <a:ext cx="640080" cy="119299"/>
          </a:xfrm>
          <a:prstGeom prst="rect">
            <a:avLst/>
          </a:prstGeom>
          <a:solidFill>
            <a:srgbClr val="F8F9FA"/>
          </a:solidFill>
          <a:ln w="6350">
            <a:solidFill>
              <a:srgbClr val="DDDDDD"/>
            </a:solidFill>
            <a:prstDash val="solid"/>
          </a:ln>
        </p:spPr>
      </p:sp>
      <p:sp>
        <p:nvSpPr>
          <p:cNvPr id="68" name="Text 60"/>
          <p:cNvSpPr txBox="1"/>
          <p:nvPr/>
        </p:nvSpPr>
        <p:spPr>
          <a:xfrm>
            <a:off x="276404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404128" y="2573789"/>
            <a:ext cx="640080" cy="119299"/>
          </a:xfrm>
          <a:prstGeom prst="rect">
            <a:avLst/>
          </a:prstGeom>
          <a:solidFill>
            <a:srgbClr val="F8F9FA"/>
          </a:solidFill>
          <a:ln w="6350">
            <a:solidFill>
              <a:srgbClr val="DDDDDD"/>
            </a:solidFill>
            <a:prstDash val="solid"/>
          </a:ln>
        </p:spPr>
      </p:sp>
      <p:sp>
        <p:nvSpPr>
          <p:cNvPr id="70" name="Text 62"/>
          <p:cNvSpPr txBox="1"/>
          <p:nvPr/>
        </p:nvSpPr>
        <p:spPr>
          <a:xfrm>
            <a:off x="34041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4044208" y="2573789"/>
            <a:ext cx="640080" cy="119299"/>
          </a:xfrm>
          <a:prstGeom prst="rect">
            <a:avLst/>
          </a:prstGeom>
          <a:solidFill>
            <a:srgbClr val="F8F9FA"/>
          </a:solidFill>
          <a:ln w="6350">
            <a:solidFill>
              <a:srgbClr val="DDDDDD"/>
            </a:solidFill>
            <a:prstDash val="solid"/>
          </a:ln>
        </p:spPr>
      </p:sp>
      <p:sp>
        <p:nvSpPr>
          <p:cNvPr id="72" name="Text 64"/>
          <p:cNvSpPr txBox="1"/>
          <p:nvPr/>
        </p:nvSpPr>
        <p:spPr>
          <a:xfrm>
            <a:off x="40442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640080" cy="119299"/>
          </a:xfrm>
          <a:prstGeom prst="rect">
            <a:avLst/>
          </a:prstGeom>
          <a:solidFill>
            <a:srgbClr val="FFFFFF"/>
          </a:solidFill>
          <a:ln w="6350">
            <a:solidFill>
              <a:srgbClr val="E2E2E2"/>
            </a:solidFill>
            <a:prstDash val="solid"/>
          </a:ln>
        </p:spPr>
      </p:sp>
      <p:sp>
        <p:nvSpPr>
          <p:cNvPr id="76" name="Shape 68"/>
          <p:cNvSpPr/>
          <p:nvPr/>
        </p:nvSpPr>
        <p:spPr>
          <a:xfrm>
            <a:off x="1483888" y="2693089"/>
            <a:ext cx="640080" cy="119299"/>
          </a:xfrm>
          <a:prstGeom prst="rect">
            <a:avLst/>
          </a:prstGeom>
          <a:solidFill>
            <a:srgbClr val="FFFFFF"/>
          </a:solidFill>
          <a:ln w="6350">
            <a:solidFill>
              <a:srgbClr val="E2E2E2"/>
            </a:solidFill>
            <a:prstDash val="solid"/>
          </a:ln>
        </p:spPr>
      </p:sp>
      <p:sp>
        <p:nvSpPr>
          <p:cNvPr id="77" name="Shape 69"/>
          <p:cNvSpPr/>
          <p:nvPr/>
        </p:nvSpPr>
        <p:spPr>
          <a:xfrm>
            <a:off x="2123968" y="2693089"/>
            <a:ext cx="640080" cy="119299"/>
          </a:xfrm>
          <a:prstGeom prst="rect">
            <a:avLst/>
          </a:prstGeom>
          <a:solidFill>
            <a:srgbClr val="FFFFFF"/>
          </a:solidFill>
          <a:ln w="6350">
            <a:solidFill>
              <a:srgbClr val="E2E2E2"/>
            </a:solidFill>
            <a:prstDash val="solid"/>
          </a:ln>
        </p:spPr>
      </p:sp>
      <p:sp>
        <p:nvSpPr>
          <p:cNvPr id="78" name="Shape 70"/>
          <p:cNvSpPr/>
          <p:nvPr/>
        </p:nvSpPr>
        <p:spPr>
          <a:xfrm>
            <a:off x="2764048" y="2693089"/>
            <a:ext cx="640080" cy="119299"/>
          </a:xfrm>
          <a:prstGeom prst="rect">
            <a:avLst/>
          </a:prstGeom>
          <a:solidFill>
            <a:srgbClr val="FFFFFF"/>
          </a:solidFill>
          <a:ln w="6350">
            <a:solidFill>
              <a:srgbClr val="E2E2E2"/>
            </a:solidFill>
            <a:prstDash val="solid"/>
          </a:ln>
        </p:spPr>
      </p:sp>
      <p:sp>
        <p:nvSpPr>
          <p:cNvPr id="79" name="Shape 71"/>
          <p:cNvSpPr/>
          <p:nvPr/>
        </p:nvSpPr>
        <p:spPr>
          <a:xfrm>
            <a:off x="3404128" y="2693089"/>
            <a:ext cx="640080" cy="119299"/>
          </a:xfrm>
          <a:prstGeom prst="rect">
            <a:avLst/>
          </a:prstGeom>
          <a:solidFill>
            <a:srgbClr val="FFFFFF"/>
          </a:solidFill>
          <a:ln w="6350">
            <a:solidFill>
              <a:srgbClr val="E2E2E2"/>
            </a:solidFill>
            <a:prstDash val="solid"/>
          </a:ln>
        </p:spPr>
      </p:sp>
      <p:sp>
        <p:nvSpPr>
          <p:cNvPr id="80" name="Shape 72"/>
          <p:cNvSpPr/>
          <p:nvPr/>
        </p:nvSpPr>
        <p:spPr>
          <a:xfrm>
            <a:off x="4044208" y="2693089"/>
            <a:ext cx="640080" cy="119299"/>
          </a:xfrm>
          <a:prstGeom prst="rect">
            <a:avLst/>
          </a:prstGeom>
          <a:solidFill>
            <a:srgbClr val="FFFFFF"/>
          </a:solidFill>
          <a:ln w="6350">
            <a:solidFill>
              <a:srgbClr val="E2E2E2"/>
            </a:solidFill>
            <a:prstDash val="solid"/>
          </a:ln>
        </p:spPr>
      </p:sp>
      <p:sp>
        <p:nvSpPr>
          <p:cNvPr id="81" name="Shape 73"/>
          <p:cNvSpPr/>
          <p:nvPr/>
        </p:nvSpPr>
        <p:spPr>
          <a:xfrm>
            <a:off x="587776" y="2812388"/>
            <a:ext cx="256032" cy="119299"/>
          </a:xfrm>
          <a:prstGeom prst="rect">
            <a:avLst/>
          </a:prstGeom>
          <a:solidFill>
            <a:srgbClr val="F8F9FA"/>
          </a:solidFill>
          <a:ln w="6350">
            <a:solidFill>
              <a:srgbClr val="DDDDDD"/>
            </a:solidFill>
            <a:prstDash val="solid"/>
          </a:ln>
        </p:spPr>
      </p:sp>
      <p:sp>
        <p:nvSpPr>
          <p:cNvPr id="82" name="Text 74"/>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3" name="Shape 75"/>
          <p:cNvSpPr/>
          <p:nvPr/>
        </p:nvSpPr>
        <p:spPr>
          <a:xfrm>
            <a:off x="843808" y="2812388"/>
            <a:ext cx="640080" cy="119299"/>
          </a:xfrm>
          <a:prstGeom prst="rect">
            <a:avLst/>
          </a:prstGeom>
          <a:solidFill>
            <a:srgbClr val="FFFFFF"/>
          </a:solidFill>
          <a:ln w="6350">
            <a:solidFill>
              <a:srgbClr val="E2E2E2"/>
            </a:solidFill>
            <a:prstDash val="solid"/>
          </a:ln>
        </p:spPr>
      </p:sp>
      <p:sp>
        <p:nvSpPr>
          <p:cNvPr id="84" name="Shape 76"/>
          <p:cNvSpPr/>
          <p:nvPr/>
        </p:nvSpPr>
        <p:spPr>
          <a:xfrm>
            <a:off x="1483888" y="2812388"/>
            <a:ext cx="640080" cy="119299"/>
          </a:xfrm>
          <a:prstGeom prst="rect">
            <a:avLst/>
          </a:prstGeom>
          <a:solidFill>
            <a:srgbClr val="FFFFFF"/>
          </a:solidFill>
          <a:ln w="6350">
            <a:solidFill>
              <a:srgbClr val="E2E2E2"/>
            </a:solidFill>
            <a:prstDash val="solid"/>
          </a:ln>
        </p:spPr>
      </p:sp>
      <p:sp>
        <p:nvSpPr>
          <p:cNvPr id="85" name="Shape 77"/>
          <p:cNvSpPr/>
          <p:nvPr/>
        </p:nvSpPr>
        <p:spPr>
          <a:xfrm>
            <a:off x="2123968" y="2812388"/>
            <a:ext cx="640080" cy="119299"/>
          </a:xfrm>
          <a:prstGeom prst="rect">
            <a:avLst/>
          </a:prstGeom>
          <a:solidFill>
            <a:srgbClr val="FFFFFF"/>
          </a:solidFill>
          <a:ln w="6350">
            <a:solidFill>
              <a:srgbClr val="E2E2E2"/>
            </a:solidFill>
            <a:prstDash val="solid"/>
          </a:ln>
        </p:spPr>
      </p:sp>
      <p:sp>
        <p:nvSpPr>
          <p:cNvPr id="86" name="Shape 78"/>
          <p:cNvSpPr/>
          <p:nvPr/>
        </p:nvSpPr>
        <p:spPr>
          <a:xfrm>
            <a:off x="2764048" y="2812388"/>
            <a:ext cx="640080" cy="119299"/>
          </a:xfrm>
          <a:prstGeom prst="rect">
            <a:avLst/>
          </a:prstGeom>
          <a:solidFill>
            <a:srgbClr val="FFFFFF"/>
          </a:solidFill>
          <a:ln w="6350">
            <a:solidFill>
              <a:srgbClr val="E2E2E2"/>
            </a:solidFill>
            <a:prstDash val="solid"/>
          </a:ln>
        </p:spPr>
      </p:sp>
      <p:sp>
        <p:nvSpPr>
          <p:cNvPr id="87" name="Shape 79"/>
          <p:cNvSpPr/>
          <p:nvPr/>
        </p:nvSpPr>
        <p:spPr>
          <a:xfrm>
            <a:off x="3404128" y="2812388"/>
            <a:ext cx="640080" cy="119299"/>
          </a:xfrm>
          <a:prstGeom prst="rect">
            <a:avLst/>
          </a:prstGeom>
          <a:solidFill>
            <a:srgbClr val="FFFFFF"/>
          </a:solidFill>
          <a:ln w="6350">
            <a:solidFill>
              <a:srgbClr val="E2E2E2"/>
            </a:solidFill>
            <a:prstDash val="solid"/>
          </a:ln>
        </p:spPr>
      </p:sp>
      <p:sp>
        <p:nvSpPr>
          <p:cNvPr id="88" name="Shape 80"/>
          <p:cNvSpPr/>
          <p:nvPr/>
        </p:nvSpPr>
        <p:spPr>
          <a:xfrm>
            <a:off x="4044208" y="2812388"/>
            <a:ext cx="640080" cy="119299"/>
          </a:xfrm>
          <a:prstGeom prst="rect">
            <a:avLst/>
          </a:prstGeom>
          <a:solidFill>
            <a:srgbClr val="FFFFFF"/>
          </a:solidFill>
          <a:ln w="6350">
            <a:solidFill>
              <a:srgbClr val="E2E2E2"/>
            </a:solidFill>
            <a:prstDash val="solid"/>
          </a:ln>
        </p:spPr>
      </p:sp>
      <p:sp>
        <p:nvSpPr>
          <p:cNvPr id="89" name="Shape 81"/>
          <p:cNvSpPr/>
          <p:nvPr/>
        </p:nvSpPr>
        <p:spPr>
          <a:xfrm>
            <a:off x="587776" y="2931688"/>
            <a:ext cx="256032" cy="119299"/>
          </a:xfrm>
          <a:prstGeom prst="rect">
            <a:avLst/>
          </a:prstGeom>
          <a:solidFill>
            <a:srgbClr val="F8F9FA"/>
          </a:solidFill>
          <a:ln w="6350">
            <a:solidFill>
              <a:srgbClr val="DDDDDD"/>
            </a:solidFill>
            <a:prstDash val="solid"/>
          </a:ln>
        </p:spPr>
      </p:sp>
      <p:sp>
        <p:nvSpPr>
          <p:cNvPr id="90" name="Text 82"/>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1" name="Shape 83"/>
          <p:cNvSpPr/>
          <p:nvPr/>
        </p:nvSpPr>
        <p:spPr>
          <a:xfrm>
            <a:off x="843808" y="2931688"/>
            <a:ext cx="640080" cy="119299"/>
          </a:xfrm>
          <a:prstGeom prst="rect">
            <a:avLst/>
          </a:prstGeom>
          <a:solidFill>
            <a:srgbClr val="FFFFFF"/>
          </a:solidFill>
          <a:ln w="6350">
            <a:solidFill>
              <a:srgbClr val="E2E2E2"/>
            </a:solidFill>
            <a:prstDash val="solid"/>
          </a:ln>
        </p:spPr>
      </p:sp>
      <p:sp>
        <p:nvSpPr>
          <p:cNvPr id="92" name="Shape 84"/>
          <p:cNvSpPr/>
          <p:nvPr/>
        </p:nvSpPr>
        <p:spPr>
          <a:xfrm>
            <a:off x="1483888" y="2931688"/>
            <a:ext cx="640080" cy="119299"/>
          </a:xfrm>
          <a:prstGeom prst="rect">
            <a:avLst/>
          </a:prstGeom>
          <a:solidFill>
            <a:srgbClr val="FFFFFF"/>
          </a:solidFill>
          <a:ln w="6350">
            <a:solidFill>
              <a:srgbClr val="E2E2E2"/>
            </a:solidFill>
            <a:prstDash val="solid"/>
          </a:ln>
        </p:spPr>
      </p:sp>
      <p:sp>
        <p:nvSpPr>
          <p:cNvPr id="93" name="Shape 85"/>
          <p:cNvSpPr/>
          <p:nvPr/>
        </p:nvSpPr>
        <p:spPr>
          <a:xfrm>
            <a:off x="2123968" y="2931688"/>
            <a:ext cx="640080" cy="119299"/>
          </a:xfrm>
          <a:prstGeom prst="rect">
            <a:avLst/>
          </a:prstGeom>
          <a:solidFill>
            <a:srgbClr val="FFFFFF"/>
          </a:solidFill>
          <a:ln w="6350">
            <a:solidFill>
              <a:srgbClr val="E2E2E2"/>
            </a:solidFill>
            <a:prstDash val="solid"/>
          </a:ln>
        </p:spPr>
      </p:sp>
      <p:sp>
        <p:nvSpPr>
          <p:cNvPr id="94" name="Shape 86"/>
          <p:cNvSpPr/>
          <p:nvPr/>
        </p:nvSpPr>
        <p:spPr>
          <a:xfrm>
            <a:off x="2764048" y="2931688"/>
            <a:ext cx="640080" cy="119299"/>
          </a:xfrm>
          <a:prstGeom prst="rect">
            <a:avLst/>
          </a:prstGeom>
          <a:solidFill>
            <a:srgbClr val="FFFFFF"/>
          </a:solidFill>
          <a:ln w="6350">
            <a:solidFill>
              <a:srgbClr val="E2E2E2"/>
            </a:solidFill>
            <a:prstDash val="solid"/>
          </a:ln>
        </p:spPr>
      </p:sp>
      <p:sp>
        <p:nvSpPr>
          <p:cNvPr id="95" name="Shape 87"/>
          <p:cNvSpPr/>
          <p:nvPr/>
        </p:nvSpPr>
        <p:spPr>
          <a:xfrm>
            <a:off x="3404128" y="2931688"/>
            <a:ext cx="640080" cy="119299"/>
          </a:xfrm>
          <a:prstGeom prst="rect">
            <a:avLst/>
          </a:prstGeom>
          <a:solidFill>
            <a:srgbClr val="FFFFFF"/>
          </a:solidFill>
          <a:ln w="6350">
            <a:solidFill>
              <a:srgbClr val="E2E2E2"/>
            </a:solidFill>
            <a:prstDash val="solid"/>
          </a:ln>
        </p:spPr>
      </p:sp>
      <p:sp>
        <p:nvSpPr>
          <p:cNvPr id="96" name="Shape 88"/>
          <p:cNvSpPr/>
          <p:nvPr/>
        </p:nvSpPr>
        <p:spPr>
          <a:xfrm>
            <a:off x="4044208" y="2931688"/>
            <a:ext cx="640080" cy="119299"/>
          </a:xfrm>
          <a:prstGeom prst="rect">
            <a:avLst/>
          </a:prstGeom>
          <a:solidFill>
            <a:srgbClr val="FFFFFF"/>
          </a:solidFill>
          <a:ln w="6350">
            <a:solidFill>
              <a:srgbClr val="E2E2E2"/>
            </a:solidFill>
            <a:prstDash val="solid"/>
          </a:ln>
        </p:spPr>
      </p:sp>
      <p:sp>
        <p:nvSpPr>
          <p:cNvPr id="97" name="Shape 89"/>
          <p:cNvSpPr/>
          <p:nvPr/>
        </p:nvSpPr>
        <p:spPr>
          <a:xfrm>
            <a:off x="587776" y="3050987"/>
            <a:ext cx="256032" cy="119299"/>
          </a:xfrm>
          <a:prstGeom prst="rect">
            <a:avLst/>
          </a:prstGeom>
          <a:solidFill>
            <a:srgbClr val="F8F9FA"/>
          </a:solidFill>
          <a:ln w="6350">
            <a:solidFill>
              <a:srgbClr val="DDDDDD"/>
            </a:solidFill>
            <a:prstDash val="solid"/>
          </a:ln>
        </p:spPr>
      </p:sp>
      <p:sp>
        <p:nvSpPr>
          <p:cNvPr id="98" name="Text 90"/>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99" name="Shape 91"/>
          <p:cNvSpPr/>
          <p:nvPr/>
        </p:nvSpPr>
        <p:spPr>
          <a:xfrm>
            <a:off x="843808" y="3050987"/>
            <a:ext cx="640080" cy="119299"/>
          </a:xfrm>
          <a:prstGeom prst="rect">
            <a:avLst/>
          </a:prstGeom>
          <a:solidFill>
            <a:srgbClr val="FFFFFF"/>
          </a:solidFill>
          <a:ln w="6350">
            <a:solidFill>
              <a:srgbClr val="E2E2E2"/>
            </a:solidFill>
            <a:prstDash val="solid"/>
          </a:ln>
        </p:spPr>
      </p:sp>
      <p:sp>
        <p:nvSpPr>
          <p:cNvPr id="100" name="Shape 92"/>
          <p:cNvSpPr/>
          <p:nvPr/>
        </p:nvSpPr>
        <p:spPr>
          <a:xfrm>
            <a:off x="1483888" y="3050987"/>
            <a:ext cx="640080" cy="119299"/>
          </a:xfrm>
          <a:prstGeom prst="rect">
            <a:avLst/>
          </a:prstGeom>
          <a:solidFill>
            <a:srgbClr val="FFFFFF"/>
          </a:solidFill>
          <a:ln w="6350">
            <a:solidFill>
              <a:srgbClr val="E2E2E2"/>
            </a:solidFill>
            <a:prstDash val="solid"/>
          </a:ln>
        </p:spPr>
      </p:sp>
      <p:sp>
        <p:nvSpPr>
          <p:cNvPr id="101" name="Shape 93"/>
          <p:cNvSpPr/>
          <p:nvPr/>
        </p:nvSpPr>
        <p:spPr>
          <a:xfrm>
            <a:off x="2123968" y="3050987"/>
            <a:ext cx="640080" cy="119299"/>
          </a:xfrm>
          <a:prstGeom prst="rect">
            <a:avLst/>
          </a:prstGeom>
          <a:solidFill>
            <a:srgbClr val="FFFFFF"/>
          </a:solidFill>
          <a:ln w="6350">
            <a:solidFill>
              <a:srgbClr val="E2E2E2"/>
            </a:solidFill>
            <a:prstDash val="solid"/>
          </a:ln>
        </p:spPr>
      </p:sp>
      <p:sp>
        <p:nvSpPr>
          <p:cNvPr id="102" name="Shape 94"/>
          <p:cNvSpPr/>
          <p:nvPr/>
        </p:nvSpPr>
        <p:spPr>
          <a:xfrm>
            <a:off x="2764048" y="3050987"/>
            <a:ext cx="640080" cy="119299"/>
          </a:xfrm>
          <a:prstGeom prst="rect">
            <a:avLst/>
          </a:prstGeom>
          <a:solidFill>
            <a:srgbClr val="FFFFFF"/>
          </a:solidFill>
          <a:ln w="6350">
            <a:solidFill>
              <a:srgbClr val="E2E2E2"/>
            </a:solidFill>
            <a:prstDash val="solid"/>
          </a:ln>
        </p:spPr>
      </p:sp>
      <p:sp>
        <p:nvSpPr>
          <p:cNvPr id="103" name="Shape 95"/>
          <p:cNvSpPr/>
          <p:nvPr/>
        </p:nvSpPr>
        <p:spPr>
          <a:xfrm>
            <a:off x="3404128" y="3050987"/>
            <a:ext cx="640080" cy="119299"/>
          </a:xfrm>
          <a:prstGeom prst="rect">
            <a:avLst/>
          </a:prstGeom>
          <a:solidFill>
            <a:srgbClr val="FFFFFF"/>
          </a:solidFill>
          <a:ln w="6350">
            <a:solidFill>
              <a:srgbClr val="E2E2E2"/>
            </a:solidFill>
            <a:prstDash val="solid"/>
          </a:ln>
        </p:spPr>
      </p:sp>
      <p:sp>
        <p:nvSpPr>
          <p:cNvPr id="104" name="Shape 96"/>
          <p:cNvSpPr/>
          <p:nvPr/>
        </p:nvSpPr>
        <p:spPr>
          <a:xfrm>
            <a:off x="4044208" y="3050987"/>
            <a:ext cx="640080" cy="119299"/>
          </a:xfrm>
          <a:prstGeom prst="rect">
            <a:avLst/>
          </a:prstGeom>
          <a:solidFill>
            <a:srgbClr val="FFFFFF"/>
          </a:solidFill>
          <a:ln w="6350">
            <a:solidFill>
              <a:srgbClr val="E2E2E2"/>
            </a:solidFill>
            <a:prstDash val="solid"/>
          </a:ln>
        </p:spPr>
      </p:sp>
      <p:sp>
        <p:nvSpPr>
          <p:cNvPr id="105" name="Shape 97"/>
          <p:cNvSpPr/>
          <p:nvPr/>
        </p:nvSpPr>
        <p:spPr>
          <a:xfrm>
            <a:off x="587776" y="3170287"/>
            <a:ext cx="256032" cy="119299"/>
          </a:xfrm>
          <a:prstGeom prst="rect">
            <a:avLst/>
          </a:prstGeom>
          <a:solidFill>
            <a:srgbClr val="F8F9FA"/>
          </a:solidFill>
          <a:ln w="6350">
            <a:solidFill>
              <a:srgbClr val="DDDDDD"/>
            </a:solidFill>
            <a:prstDash val="solid"/>
          </a:ln>
        </p:spPr>
      </p:sp>
      <p:sp>
        <p:nvSpPr>
          <p:cNvPr id="106" name="Text 98"/>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07" name="Shape 99"/>
          <p:cNvSpPr/>
          <p:nvPr/>
        </p:nvSpPr>
        <p:spPr>
          <a:xfrm>
            <a:off x="843808" y="3170287"/>
            <a:ext cx="640080" cy="119299"/>
          </a:xfrm>
          <a:prstGeom prst="rect">
            <a:avLst/>
          </a:prstGeom>
          <a:solidFill>
            <a:srgbClr val="FFFFFF"/>
          </a:solidFill>
          <a:ln w="6350">
            <a:solidFill>
              <a:srgbClr val="E2E2E2"/>
            </a:solidFill>
            <a:prstDash val="solid"/>
          </a:ln>
        </p:spPr>
      </p:sp>
      <p:sp>
        <p:nvSpPr>
          <p:cNvPr id="108" name="Shape 100"/>
          <p:cNvSpPr/>
          <p:nvPr/>
        </p:nvSpPr>
        <p:spPr>
          <a:xfrm>
            <a:off x="1483888" y="3170287"/>
            <a:ext cx="640080" cy="119299"/>
          </a:xfrm>
          <a:prstGeom prst="rect">
            <a:avLst/>
          </a:prstGeom>
          <a:solidFill>
            <a:srgbClr val="FFFFFF"/>
          </a:solidFill>
          <a:ln w="6350">
            <a:solidFill>
              <a:srgbClr val="E2E2E2"/>
            </a:solidFill>
            <a:prstDash val="solid"/>
          </a:ln>
        </p:spPr>
      </p:sp>
      <p:sp>
        <p:nvSpPr>
          <p:cNvPr id="109" name="Shape 101"/>
          <p:cNvSpPr/>
          <p:nvPr/>
        </p:nvSpPr>
        <p:spPr>
          <a:xfrm>
            <a:off x="2123968" y="3170287"/>
            <a:ext cx="640080" cy="119299"/>
          </a:xfrm>
          <a:prstGeom prst="rect">
            <a:avLst/>
          </a:prstGeom>
          <a:solidFill>
            <a:srgbClr val="FFFFFF"/>
          </a:solidFill>
          <a:ln w="6350">
            <a:solidFill>
              <a:srgbClr val="E2E2E2"/>
            </a:solidFill>
            <a:prstDash val="solid"/>
          </a:ln>
        </p:spPr>
      </p:sp>
      <p:sp>
        <p:nvSpPr>
          <p:cNvPr id="110" name="Shape 102"/>
          <p:cNvSpPr/>
          <p:nvPr/>
        </p:nvSpPr>
        <p:spPr>
          <a:xfrm>
            <a:off x="2764048" y="3170287"/>
            <a:ext cx="640080" cy="119299"/>
          </a:xfrm>
          <a:prstGeom prst="rect">
            <a:avLst/>
          </a:prstGeom>
          <a:solidFill>
            <a:srgbClr val="FFFFFF"/>
          </a:solidFill>
          <a:ln w="6350">
            <a:solidFill>
              <a:srgbClr val="E2E2E2"/>
            </a:solidFill>
            <a:prstDash val="solid"/>
          </a:ln>
        </p:spPr>
      </p:sp>
      <p:sp>
        <p:nvSpPr>
          <p:cNvPr id="111" name="Shape 103"/>
          <p:cNvSpPr/>
          <p:nvPr/>
        </p:nvSpPr>
        <p:spPr>
          <a:xfrm>
            <a:off x="3404128" y="3170287"/>
            <a:ext cx="640080" cy="119299"/>
          </a:xfrm>
          <a:prstGeom prst="rect">
            <a:avLst/>
          </a:prstGeom>
          <a:solidFill>
            <a:srgbClr val="FFFFFF"/>
          </a:solidFill>
          <a:ln w="6350">
            <a:solidFill>
              <a:srgbClr val="E2E2E2"/>
            </a:solidFill>
            <a:prstDash val="solid"/>
          </a:ln>
        </p:spPr>
      </p:sp>
      <p:sp>
        <p:nvSpPr>
          <p:cNvPr id="112" name="Shape 104"/>
          <p:cNvSpPr/>
          <p:nvPr/>
        </p:nvSpPr>
        <p:spPr>
          <a:xfrm>
            <a:off x="4044208" y="3170287"/>
            <a:ext cx="640080" cy="119299"/>
          </a:xfrm>
          <a:prstGeom prst="rect">
            <a:avLst/>
          </a:prstGeom>
          <a:solidFill>
            <a:srgbClr val="FFFFFF"/>
          </a:solidFill>
          <a:ln w="6350">
            <a:solidFill>
              <a:srgbClr val="E2E2E2"/>
            </a:solidFill>
            <a:prstDash val="solid"/>
          </a:ln>
        </p:spPr>
      </p:sp>
      <p:sp>
        <p:nvSpPr>
          <p:cNvPr id="113" name="Shape 105"/>
          <p:cNvSpPr/>
          <p:nvPr/>
        </p:nvSpPr>
        <p:spPr>
          <a:xfrm>
            <a:off x="587776" y="3289586"/>
            <a:ext cx="256032" cy="119299"/>
          </a:xfrm>
          <a:prstGeom prst="rect">
            <a:avLst/>
          </a:prstGeom>
          <a:solidFill>
            <a:srgbClr val="F8F9FA"/>
          </a:solidFill>
          <a:ln w="6350">
            <a:solidFill>
              <a:srgbClr val="DDDDDD"/>
            </a:solidFill>
            <a:prstDash val="solid"/>
          </a:ln>
        </p:spPr>
      </p:sp>
      <p:sp>
        <p:nvSpPr>
          <p:cNvPr id="114" name="Text 10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15" name="Shape 107"/>
          <p:cNvSpPr/>
          <p:nvPr/>
        </p:nvSpPr>
        <p:spPr>
          <a:xfrm>
            <a:off x="843808" y="3289586"/>
            <a:ext cx="640080" cy="119299"/>
          </a:xfrm>
          <a:prstGeom prst="rect">
            <a:avLst/>
          </a:prstGeom>
          <a:solidFill>
            <a:srgbClr val="FFFFFF"/>
          </a:solidFill>
          <a:ln w="6350">
            <a:solidFill>
              <a:srgbClr val="E2E2E2"/>
            </a:solidFill>
            <a:prstDash val="solid"/>
          </a:ln>
        </p:spPr>
      </p:sp>
      <p:sp>
        <p:nvSpPr>
          <p:cNvPr id="116" name="Shape 108"/>
          <p:cNvSpPr/>
          <p:nvPr/>
        </p:nvSpPr>
        <p:spPr>
          <a:xfrm>
            <a:off x="1483888" y="3289586"/>
            <a:ext cx="640080" cy="119299"/>
          </a:xfrm>
          <a:prstGeom prst="rect">
            <a:avLst/>
          </a:prstGeom>
          <a:solidFill>
            <a:srgbClr val="FFFFFF"/>
          </a:solidFill>
          <a:ln w="6350">
            <a:solidFill>
              <a:srgbClr val="E2E2E2"/>
            </a:solidFill>
            <a:prstDash val="solid"/>
          </a:ln>
        </p:spPr>
      </p:sp>
      <p:sp>
        <p:nvSpPr>
          <p:cNvPr id="117" name="Shape 109"/>
          <p:cNvSpPr/>
          <p:nvPr/>
        </p:nvSpPr>
        <p:spPr>
          <a:xfrm>
            <a:off x="2123968" y="3289586"/>
            <a:ext cx="640080" cy="119299"/>
          </a:xfrm>
          <a:prstGeom prst="rect">
            <a:avLst/>
          </a:prstGeom>
          <a:solidFill>
            <a:srgbClr val="FFFFFF"/>
          </a:solidFill>
          <a:ln w="6350">
            <a:solidFill>
              <a:srgbClr val="E2E2E2"/>
            </a:solidFill>
            <a:prstDash val="solid"/>
          </a:ln>
        </p:spPr>
      </p:sp>
      <p:sp>
        <p:nvSpPr>
          <p:cNvPr id="118" name="Shape 110"/>
          <p:cNvSpPr/>
          <p:nvPr/>
        </p:nvSpPr>
        <p:spPr>
          <a:xfrm>
            <a:off x="2764048" y="3289586"/>
            <a:ext cx="640080" cy="119299"/>
          </a:xfrm>
          <a:prstGeom prst="rect">
            <a:avLst/>
          </a:prstGeom>
          <a:solidFill>
            <a:srgbClr val="FFFFFF"/>
          </a:solidFill>
          <a:ln w="6350">
            <a:solidFill>
              <a:srgbClr val="E2E2E2"/>
            </a:solidFill>
            <a:prstDash val="solid"/>
          </a:ln>
        </p:spPr>
      </p:sp>
      <p:sp>
        <p:nvSpPr>
          <p:cNvPr id="119" name="Shape 111"/>
          <p:cNvSpPr/>
          <p:nvPr/>
        </p:nvSpPr>
        <p:spPr>
          <a:xfrm>
            <a:off x="3404128" y="3289586"/>
            <a:ext cx="640080" cy="119299"/>
          </a:xfrm>
          <a:prstGeom prst="rect">
            <a:avLst/>
          </a:prstGeom>
          <a:solidFill>
            <a:srgbClr val="FFFFFF"/>
          </a:solidFill>
          <a:ln w="6350">
            <a:solidFill>
              <a:srgbClr val="E2E2E2"/>
            </a:solidFill>
            <a:prstDash val="solid"/>
          </a:ln>
        </p:spPr>
      </p:sp>
      <p:sp>
        <p:nvSpPr>
          <p:cNvPr id="120" name="Shape 112"/>
          <p:cNvSpPr/>
          <p:nvPr/>
        </p:nvSpPr>
        <p:spPr>
          <a:xfrm>
            <a:off x="4044208" y="3289586"/>
            <a:ext cx="640080" cy="119299"/>
          </a:xfrm>
          <a:prstGeom prst="rect">
            <a:avLst/>
          </a:prstGeom>
          <a:solidFill>
            <a:srgbClr val="FFFFFF"/>
          </a:solidFill>
          <a:ln w="6350">
            <a:solidFill>
              <a:srgbClr val="E2E2E2"/>
            </a:solidFill>
            <a:prstDash val="solid"/>
          </a:ln>
        </p:spPr>
      </p:sp>
      <p:sp>
        <p:nvSpPr>
          <p:cNvPr id="121" name="Shape 113"/>
          <p:cNvSpPr/>
          <p:nvPr/>
        </p:nvSpPr>
        <p:spPr>
          <a:xfrm>
            <a:off x="587776" y="3408885"/>
            <a:ext cx="256032" cy="119299"/>
          </a:xfrm>
          <a:prstGeom prst="rect">
            <a:avLst/>
          </a:prstGeom>
          <a:solidFill>
            <a:srgbClr val="F8F9FA"/>
          </a:solidFill>
          <a:ln w="6350">
            <a:solidFill>
              <a:srgbClr val="DDDDDD"/>
            </a:solidFill>
            <a:prstDash val="solid"/>
          </a:ln>
        </p:spPr>
      </p:sp>
      <p:sp>
        <p:nvSpPr>
          <p:cNvPr id="122" name="Text 114"/>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23" name="Shape 115"/>
          <p:cNvSpPr/>
          <p:nvPr/>
        </p:nvSpPr>
        <p:spPr>
          <a:xfrm>
            <a:off x="843808" y="3408885"/>
            <a:ext cx="640080" cy="119299"/>
          </a:xfrm>
          <a:prstGeom prst="rect">
            <a:avLst/>
          </a:prstGeom>
          <a:solidFill>
            <a:srgbClr val="FFFFFF"/>
          </a:solidFill>
          <a:ln w="6350">
            <a:solidFill>
              <a:srgbClr val="E2E2E2"/>
            </a:solidFill>
            <a:prstDash val="solid"/>
          </a:ln>
        </p:spPr>
      </p:sp>
      <p:sp>
        <p:nvSpPr>
          <p:cNvPr id="124" name="Shape 116"/>
          <p:cNvSpPr/>
          <p:nvPr/>
        </p:nvSpPr>
        <p:spPr>
          <a:xfrm>
            <a:off x="1483888" y="3408885"/>
            <a:ext cx="640080" cy="119299"/>
          </a:xfrm>
          <a:prstGeom prst="rect">
            <a:avLst/>
          </a:prstGeom>
          <a:solidFill>
            <a:srgbClr val="FFFFFF"/>
          </a:solidFill>
          <a:ln w="6350">
            <a:solidFill>
              <a:srgbClr val="E2E2E2"/>
            </a:solidFill>
            <a:prstDash val="solid"/>
          </a:ln>
        </p:spPr>
      </p:sp>
      <p:sp>
        <p:nvSpPr>
          <p:cNvPr id="125" name="Shape 117"/>
          <p:cNvSpPr/>
          <p:nvPr/>
        </p:nvSpPr>
        <p:spPr>
          <a:xfrm>
            <a:off x="2123968" y="3408885"/>
            <a:ext cx="640080" cy="119299"/>
          </a:xfrm>
          <a:prstGeom prst="rect">
            <a:avLst/>
          </a:prstGeom>
          <a:solidFill>
            <a:srgbClr val="FFFFFF"/>
          </a:solidFill>
          <a:ln w="6350">
            <a:solidFill>
              <a:srgbClr val="E2E2E2"/>
            </a:solidFill>
            <a:prstDash val="solid"/>
          </a:ln>
        </p:spPr>
      </p:sp>
      <p:sp>
        <p:nvSpPr>
          <p:cNvPr id="126" name="Shape 118"/>
          <p:cNvSpPr/>
          <p:nvPr/>
        </p:nvSpPr>
        <p:spPr>
          <a:xfrm>
            <a:off x="2764048" y="3408885"/>
            <a:ext cx="640080" cy="119299"/>
          </a:xfrm>
          <a:prstGeom prst="rect">
            <a:avLst/>
          </a:prstGeom>
          <a:solidFill>
            <a:srgbClr val="FFFFFF"/>
          </a:solidFill>
          <a:ln w="6350">
            <a:solidFill>
              <a:srgbClr val="E2E2E2"/>
            </a:solidFill>
            <a:prstDash val="solid"/>
          </a:ln>
        </p:spPr>
      </p:sp>
      <p:sp>
        <p:nvSpPr>
          <p:cNvPr id="127" name="Shape 119"/>
          <p:cNvSpPr/>
          <p:nvPr/>
        </p:nvSpPr>
        <p:spPr>
          <a:xfrm>
            <a:off x="3404128" y="3408885"/>
            <a:ext cx="640080" cy="119299"/>
          </a:xfrm>
          <a:prstGeom prst="rect">
            <a:avLst/>
          </a:prstGeom>
          <a:solidFill>
            <a:srgbClr val="FFFFFF"/>
          </a:solidFill>
          <a:ln w="6350">
            <a:solidFill>
              <a:srgbClr val="E2E2E2"/>
            </a:solidFill>
            <a:prstDash val="solid"/>
          </a:ln>
        </p:spPr>
      </p:sp>
      <p:sp>
        <p:nvSpPr>
          <p:cNvPr id="128" name="Shape 120"/>
          <p:cNvSpPr/>
          <p:nvPr/>
        </p:nvSpPr>
        <p:spPr>
          <a:xfrm>
            <a:off x="4044208" y="3408885"/>
            <a:ext cx="640080" cy="119299"/>
          </a:xfrm>
          <a:prstGeom prst="rect">
            <a:avLst/>
          </a:prstGeom>
          <a:solidFill>
            <a:srgbClr val="FFFFFF"/>
          </a:solidFill>
          <a:ln w="6350">
            <a:solidFill>
              <a:srgbClr val="E2E2E2"/>
            </a:solidFill>
            <a:prstDash val="solid"/>
          </a:ln>
        </p:spPr>
      </p:sp>
      <p:sp>
        <p:nvSpPr>
          <p:cNvPr id="129" name="Shape 121"/>
          <p:cNvSpPr/>
          <p:nvPr/>
        </p:nvSpPr>
        <p:spPr>
          <a:xfrm>
            <a:off x="587776" y="3528185"/>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31" name="Shape 123"/>
          <p:cNvSpPr/>
          <p:nvPr/>
        </p:nvSpPr>
        <p:spPr>
          <a:xfrm>
            <a:off x="843808" y="3528185"/>
            <a:ext cx="640080" cy="119299"/>
          </a:xfrm>
          <a:prstGeom prst="rect">
            <a:avLst/>
          </a:prstGeom>
          <a:solidFill>
            <a:srgbClr val="FFFFFF"/>
          </a:solidFill>
          <a:ln w="6350">
            <a:solidFill>
              <a:srgbClr val="E2E2E2"/>
            </a:solidFill>
            <a:prstDash val="solid"/>
          </a:ln>
        </p:spPr>
      </p:sp>
      <p:sp>
        <p:nvSpPr>
          <p:cNvPr id="132" name="Shape 124"/>
          <p:cNvSpPr/>
          <p:nvPr/>
        </p:nvSpPr>
        <p:spPr>
          <a:xfrm>
            <a:off x="1483888" y="3528185"/>
            <a:ext cx="640080" cy="119299"/>
          </a:xfrm>
          <a:prstGeom prst="rect">
            <a:avLst/>
          </a:prstGeom>
          <a:solidFill>
            <a:srgbClr val="FFFFFF"/>
          </a:solidFill>
          <a:ln w="6350">
            <a:solidFill>
              <a:srgbClr val="E2E2E2"/>
            </a:solidFill>
            <a:prstDash val="solid"/>
          </a:ln>
        </p:spPr>
      </p:sp>
      <p:sp>
        <p:nvSpPr>
          <p:cNvPr id="133" name="Shape 125"/>
          <p:cNvSpPr/>
          <p:nvPr/>
        </p:nvSpPr>
        <p:spPr>
          <a:xfrm>
            <a:off x="2123968" y="3528185"/>
            <a:ext cx="640080" cy="119299"/>
          </a:xfrm>
          <a:prstGeom prst="rect">
            <a:avLst/>
          </a:prstGeom>
          <a:solidFill>
            <a:srgbClr val="FFFFFF"/>
          </a:solidFill>
          <a:ln w="6350">
            <a:solidFill>
              <a:srgbClr val="E2E2E2"/>
            </a:solidFill>
            <a:prstDash val="solid"/>
          </a:ln>
        </p:spPr>
      </p:sp>
      <p:sp>
        <p:nvSpPr>
          <p:cNvPr id="134" name="Shape 126"/>
          <p:cNvSpPr/>
          <p:nvPr/>
        </p:nvSpPr>
        <p:spPr>
          <a:xfrm>
            <a:off x="2764048" y="3528185"/>
            <a:ext cx="640080" cy="119299"/>
          </a:xfrm>
          <a:prstGeom prst="rect">
            <a:avLst/>
          </a:prstGeom>
          <a:solidFill>
            <a:srgbClr val="FFFFFF"/>
          </a:solidFill>
          <a:ln w="6350">
            <a:solidFill>
              <a:srgbClr val="E2E2E2"/>
            </a:solidFill>
            <a:prstDash val="solid"/>
          </a:ln>
        </p:spPr>
      </p:sp>
      <p:sp>
        <p:nvSpPr>
          <p:cNvPr id="135" name="Shape 127"/>
          <p:cNvSpPr/>
          <p:nvPr/>
        </p:nvSpPr>
        <p:spPr>
          <a:xfrm>
            <a:off x="3404128" y="3528185"/>
            <a:ext cx="640080" cy="119299"/>
          </a:xfrm>
          <a:prstGeom prst="rect">
            <a:avLst/>
          </a:prstGeom>
          <a:solidFill>
            <a:srgbClr val="FFFFFF"/>
          </a:solidFill>
          <a:ln w="6350">
            <a:solidFill>
              <a:srgbClr val="E2E2E2"/>
            </a:solidFill>
            <a:prstDash val="solid"/>
          </a:ln>
        </p:spPr>
      </p:sp>
      <p:sp>
        <p:nvSpPr>
          <p:cNvPr id="136" name="Shape 128"/>
          <p:cNvSpPr/>
          <p:nvPr/>
        </p:nvSpPr>
        <p:spPr>
          <a:xfrm>
            <a:off x="4044208" y="3528185"/>
            <a:ext cx="640080" cy="119299"/>
          </a:xfrm>
          <a:prstGeom prst="rect">
            <a:avLst/>
          </a:prstGeom>
          <a:solidFill>
            <a:srgbClr val="FFFFFF"/>
          </a:solidFill>
          <a:ln w="6350">
            <a:solidFill>
              <a:srgbClr val="E2E2E2"/>
            </a:solidFill>
            <a:prstDash val="solid"/>
          </a:ln>
        </p:spPr>
      </p:sp>
      <p:sp>
        <p:nvSpPr>
          <p:cNvPr id="137" name="Shape 129"/>
          <p:cNvSpPr/>
          <p:nvPr/>
        </p:nvSpPr>
        <p:spPr>
          <a:xfrm>
            <a:off x="587776" y="3647484"/>
            <a:ext cx="256032" cy="119299"/>
          </a:xfrm>
          <a:prstGeom prst="rect">
            <a:avLst/>
          </a:prstGeom>
          <a:solidFill>
            <a:srgbClr val="F8F9FA"/>
          </a:solidFill>
          <a:ln w="6350">
            <a:solidFill>
              <a:srgbClr val="DDDDDD"/>
            </a:solidFill>
            <a:prstDash val="solid"/>
          </a:ln>
        </p:spPr>
      </p:sp>
      <p:sp>
        <p:nvSpPr>
          <p:cNvPr id="138" name="Text 130"/>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39" name="Shape 131"/>
          <p:cNvSpPr/>
          <p:nvPr/>
        </p:nvSpPr>
        <p:spPr>
          <a:xfrm>
            <a:off x="843808" y="3647484"/>
            <a:ext cx="640080" cy="119299"/>
          </a:xfrm>
          <a:prstGeom prst="rect">
            <a:avLst/>
          </a:prstGeom>
          <a:solidFill>
            <a:srgbClr val="FFFFFF"/>
          </a:solidFill>
          <a:ln w="6350">
            <a:solidFill>
              <a:srgbClr val="E2E2E2"/>
            </a:solidFill>
            <a:prstDash val="solid"/>
          </a:ln>
        </p:spPr>
      </p:sp>
      <p:sp>
        <p:nvSpPr>
          <p:cNvPr id="140" name="Shape 132"/>
          <p:cNvSpPr/>
          <p:nvPr/>
        </p:nvSpPr>
        <p:spPr>
          <a:xfrm>
            <a:off x="1483888" y="3647484"/>
            <a:ext cx="640080" cy="119299"/>
          </a:xfrm>
          <a:prstGeom prst="rect">
            <a:avLst/>
          </a:prstGeom>
          <a:solidFill>
            <a:srgbClr val="FFFFFF"/>
          </a:solidFill>
          <a:ln w="6350">
            <a:solidFill>
              <a:srgbClr val="E2E2E2"/>
            </a:solidFill>
            <a:prstDash val="solid"/>
          </a:ln>
        </p:spPr>
      </p:sp>
      <p:sp>
        <p:nvSpPr>
          <p:cNvPr id="141" name="Shape 133"/>
          <p:cNvSpPr/>
          <p:nvPr/>
        </p:nvSpPr>
        <p:spPr>
          <a:xfrm>
            <a:off x="2123968" y="3647484"/>
            <a:ext cx="640080" cy="119299"/>
          </a:xfrm>
          <a:prstGeom prst="rect">
            <a:avLst/>
          </a:prstGeom>
          <a:solidFill>
            <a:srgbClr val="FFFFFF"/>
          </a:solidFill>
          <a:ln w="6350">
            <a:solidFill>
              <a:srgbClr val="E2E2E2"/>
            </a:solidFill>
            <a:prstDash val="solid"/>
          </a:ln>
        </p:spPr>
      </p:sp>
      <p:sp>
        <p:nvSpPr>
          <p:cNvPr id="142" name="Shape 134"/>
          <p:cNvSpPr/>
          <p:nvPr/>
        </p:nvSpPr>
        <p:spPr>
          <a:xfrm>
            <a:off x="2764048" y="3647484"/>
            <a:ext cx="640080" cy="119299"/>
          </a:xfrm>
          <a:prstGeom prst="rect">
            <a:avLst/>
          </a:prstGeom>
          <a:solidFill>
            <a:srgbClr val="FFFFFF"/>
          </a:solidFill>
          <a:ln w="6350">
            <a:solidFill>
              <a:srgbClr val="E2E2E2"/>
            </a:solidFill>
            <a:prstDash val="solid"/>
          </a:ln>
        </p:spPr>
      </p:sp>
      <p:sp>
        <p:nvSpPr>
          <p:cNvPr id="143" name="Shape 135"/>
          <p:cNvSpPr/>
          <p:nvPr/>
        </p:nvSpPr>
        <p:spPr>
          <a:xfrm>
            <a:off x="3404128" y="3647484"/>
            <a:ext cx="640080" cy="119299"/>
          </a:xfrm>
          <a:prstGeom prst="rect">
            <a:avLst/>
          </a:prstGeom>
          <a:solidFill>
            <a:srgbClr val="FFFFFF"/>
          </a:solidFill>
          <a:ln w="6350">
            <a:solidFill>
              <a:srgbClr val="E2E2E2"/>
            </a:solidFill>
            <a:prstDash val="solid"/>
          </a:ln>
        </p:spPr>
      </p:sp>
      <p:sp>
        <p:nvSpPr>
          <p:cNvPr id="144" name="Shape 136"/>
          <p:cNvSpPr/>
          <p:nvPr/>
        </p:nvSpPr>
        <p:spPr>
          <a:xfrm>
            <a:off x="4044208" y="3647484"/>
            <a:ext cx="640080" cy="119299"/>
          </a:xfrm>
          <a:prstGeom prst="rect">
            <a:avLst/>
          </a:prstGeom>
          <a:solidFill>
            <a:srgbClr val="FFFFFF"/>
          </a:solidFill>
          <a:ln w="6350">
            <a:solidFill>
              <a:srgbClr val="E2E2E2"/>
            </a:solidFill>
            <a:prstDash val="solid"/>
          </a:ln>
        </p:spPr>
      </p:sp>
      <p:sp>
        <p:nvSpPr>
          <p:cNvPr id="145" name="Shape 137"/>
          <p:cNvSpPr/>
          <p:nvPr/>
        </p:nvSpPr>
        <p:spPr>
          <a:xfrm>
            <a:off x="843808" y="2693089"/>
            <a:ext cx="3840480" cy="119299"/>
          </a:xfrm>
          <a:prstGeom prst="rect">
            <a:avLst/>
          </a:prstGeom>
          <a:solidFill>
            <a:srgbClr val="1A73E8">
              <a:alpha val="12000"/>
            </a:srgbClr>
          </a:solidFill>
          <a:ln w="19050">
            <a:solidFill>
              <a:srgbClr val="1A73E8"/>
            </a:solidFill>
            <a:prstDash val="solid"/>
          </a:ln>
        </p:spPr>
      </p:sp>
      <p:sp>
        <p:nvSpPr>
          <p:cNvPr id="146" name="Shape 138"/>
          <p:cNvSpPr/>
          <p:nvPr/>
        </p:nvSpPr>
        <p:spPr>
          <a:xfrm>
            <a:off x="587776" y="3794216"/>
            <a:ext cx="4950927" cy="201168"/>
          </a:xfrm>
          <a:prstGeom prst="rect">
            <a:avLst/>
          </a:prstGeom>
          <a:solidFill>
            <a:srgbClr val="F8F9FA"/>
          </a:solidFill>
          <a:ln w="12700">
            <a:solidFill>
              <a:srgbClr val="F8F9FA"/>
            </a:solidFill>
            <a:prstDash val="solid"/>
          </a:ln>
        </p:spPr>
      </p:sp>
      <p:sp>
        <p:nvSpPr>
          <p:cNvPr id="147" name="Text 139"/>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48" name="Text 140"/>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Data</a:t>
            </a:r>
            <a:endParaRPr lang="en-US" sz="700" dirty="0"/>
          </a:p>
        </p:txBody>
      </p:sp>
      <p:sp>
        <p:nvSpPr>
          <p:cNvPr id="149" name="Text 141"/>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Ringkasan</a:t>
            </a:r>
            <a:endParaRPr lang="en-US" sz="700" dirty="0"/>
          </a:p>
        </p:txBody>
      </p:sp>
      <p:sp>
        <p:nvSpPr>
          <p:cNvPr id="150" name="Shape 142"/>
          <p:cNvSpPr/>
          <p:nvPr/>
        </p:nvSpPr>
        <p:spPr>
          <a:xfrm>
            <a:off x="2690896" y="3794216"/>
            <a:ext cx="731520" cy="201168"/>
          </a:xfrm>
          <a:prstGeom prst="rect">
            <a:avLst/>
          </a:prstGeom>
          <a:solidFill>
            <a:srgbClr val="E1EFFE"/>
          </a:solidFill>
          <a:ln w="12700">
            <a:solidFill>
              <a:srgbClr val="E1EFFE"/>
            </a:solidFill>
            <a:prstDash val="solid"/>
          </a:ln>
        </p:spPr>
      </p:sp>
      <p:sp>
        <p:nvSpPr>
          <p:cNvPr id="151" name="Text 143"/>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Dashboard</a:t>
            </a:r>
            <a:endParaRPr lang="en-US" sz="700" dirty="0"/>
          </a:p>
        </p:txBody>
      </p:sp>
      <p:sp>
        <p:nvSpPr>
          <p:cNvPr id="152" name="Shape 144"/>
          <p:cNvSpPr/>
          <p:nvPr/>
        </p:nvSpPr>
        <p:spPr>
          <a:xfrm>
            <a:off x="843808" y="2693089"/>
            <a:ext cx="3840480" cy="119299"/>
          </a:xfrm>
          <a:prstGeom prst="rect">
            <a:avLst/>
          </a:prstGeom>
          <a:solidFill>
            <a:srgbClr val="0F4C3A"/>
          </a:solidFill>
          <a:ln w="12700">
            <a:solidFill>
              <a:srgbClr val="0F4C3A"/>
            </a:solidFill>
            <a:prstDash val="solid"/>
          </a:ln>
        </p:spPr>
      </p:sp>
      <p:sp>
        <p:nvSpPr>
          <p:cNvPr id="153" name="Text 145"/>
          <p:cNvSpPr txBox="1"/>
          <p:nvPr/>
        </p:nvSpPr>
        <p:spPr>
          <a:xfrm>
            <a:off x="843808" y="2693089"/>
            <a:ext cx="3840480" cy="119299"/>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DASHBOARD KELAS 8 (DATA FIKTIF)</a:t>
            </a:r>
            <a:endParaRPr lang="en-US" sz="700" dirty="0"/>
          </a:p>
        </p:txBody>
      </p:sp>
      <p:sp>
        <p:nvSpPr>
          <p:cNvPr id="154" name="Shape 146"/>
          <p:cNvSpPr/>
          <p:nvPr/>
        </p:nvSpPr>
        <p:spPr>
          <a:xfrm>
            <a:off x="3660160" y="2080013"/>
            <a:ext cx="237744" cy="219456"/>
          </a:xfrm>
          <a:prstGeom prst="roundRect">
            <a:avLst>
              <a:gd name="adj" fmla="val 20833"/>
            </a:avLst>
          </a:prstGeom>
          <a:solidFill>
            <a:srgbClr val="FFFFFF">
              <a:alpha val="0"/>
            </a:srgbClr>
          </a:solidFill>
          <a:ln w="31750">
            <a:solidFill>
              <a:srgbClr val="E53935"/>
            </a:solidFill>
            <a:prstDash val="solid"/>
          </a:ln>
        </p:spPr>
      </p:sp>
      <p:sp>
        <p:nvSpPr>
          <p:cNvPr id="155" name="Shape 147"/>
          <p:cNvSpPr/>
          <p:nvPr/>
        </p:nvSpPr>
        <p:spPr>
          <a:xfrm>
            <a:off x="3760744" y="1942853"/>
            <a:ext cx="274320" cy="274320"/>
          </a:xfrm>
          <a:prstGeom prst="ellipse">
            <a:avLst/>
          </a:prstGeom>
          <a:solidFill>
            <a:srgbClr val="E53935"/>
          </a:solidFill>
          <a:ln w="12700">
            <a:solidFill>
              <a:srgbClr val="FFFFFF"/>
            </a:solidFill>
            <a:prstDash val="solid"/>
          </a:ln>
        </p:spPr>
      </p:sp>
      <p:sp>
        <p:nvSpPr>
          <p:cNvPr id="156" name="Text 148"/>
          <p:cNvSpPr txBox="1"/>
          <p:nvPr/>
        </p:nvSpPr>
        <p:spPr>
          <a:xfrm>
            <a:off x="3760744" y="194285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57" name="Image 6" descr="preencoded.png">    </p:cNvPr>
          <p:cNvPicPr>
            <a:picLocks noChangeAspect="1"/>
          </p:cNvPicPr>
          <p:nvPr/>
        </p:nvPicPr>
        <p:blipFill>
          <a:blip r:embed="rId7"/>
          <a:stretch>
            <a:fillRect/>
          </a:stretch>
        </p:blipFill>
        <p:spPr>
          <a:xfrm>
            <a:off x="3789091" y="2198885"/>
            <a:ext cx="237744" cy="237744"/>
          </a:xfrm>
          <a:prstGeom prst="rect">
            <a:avLst/>
          </a:prstGeom>
        </p:spPr>
      </p:pic>
      <p:sp>
        <p:nvSpPr>
          <p:cNvPr id="158" name="Shape 149"/>
          <p:cNvSpPr/>
          <p:nvPr/>
        </p:nvSpPr>
        <p:spPr>
          <a:xfrm>
            <a:off x="825520" y="2674801"/>
            <a:ext cx="3877056" cy="155875"/>
          </a:xfrm>
          <a:prstGeom prst="roundRect">
            <a:avLst>
              <a:gd name="adj" fmla="val 29331"/>
            </a:avLst>
          </a:prstGeom>
          <a:solidFill>
            <a:srgbClr val="FFFFFF">
              <a:alpha val="0"/>
            </a:srgbClr>
          </a:solidFill>
          <a:ln w="31750">
            <a:solidFill>
              <a:srgbClr val="E53935"/>
            </a:solidFill>
            <a:prstDash val="solid"/>
          </a:ln>
        </p:spPr>
      </p:sp>
      <p:sp>
        <p:nvSpPr>
          <p:cNvPr id="159" name="Shape 150"/>
          <p:cNvSpPr/>
          <p:nvPr/>
        </p:nvSpPr>
        <p:spPr>
          <a:xfrm>
            <a:off x="4565416" y="2537641"/>
            <a:ext cx="274320" cy="274320"/>
          </a:xfrm>
          <a:prstGeom prst="ellipse">
            <a:avLst/>
          </a:prstGeom>
          <a:solidFill>
            <a:srgbClr val="E53935"/>
          </a:solidFill>
          <a:ln w="12700">
            <a:solidFill>
              <a:srgbClr val="FFFFFF"/>
            </a:solidFill>
            <a:prstDash val="solid"/>
          </a:ln>
        </p:spPr>
      </p:sp>
      <p:sp>
        <p:nvSpPr>
          <p:cNvPr id="160" name="Text 151"/>
          <p:cNvSpPr txBox="1"/>
          <p:nvPr/>
        </p:nvSpPr>
        <p:spPr>
          <a:xfrm>
            <a:off x="4565416" y="253764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61" name="Image 7" descr="preencoded.png">    </p:cNvPr>
          <p:cNvPicPr>
            <a:picLocks noChangeAspect="1"/>
          </p:cNvPicPr>
          <p:nvPr/>
        </p:nvPicPr>
        <p:blipFill>
          <a:blip r:embed="rId8"/>
          <a:stretch>
            <a:fillRect/>
          </a:stretch>
        </p:blipFill>
        <p:spPr>
          <a:xfrm>
            <a:off x="2956072" y="2758703"/>
            <a:ext cx="237744" cy="237744"/>
          </a:xfrm>
          <a:prstGeom prst="rect">
            <a:avLst/>
          </a:prstGeom>
        </p:spPr>
      </p:pic>
      <p:sp>
        <p:nvSpPr>
          <p:cNvPr id="162" name="Text 15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163" name="Text 15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Buat judul: gabungkan sel A1:F1</a:t>
            </a:r>
            <a:endParaRPr lang="en-US" sz="1800" dirty="0"/>
          </a:p>
        </p:txBody>
      </p:sp>
      <p:sp>
        <p:nvSpPr>
          <p:cNvPr id="164" name="Text 15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Ketik judul di A1. Pilih A1 sampai F1, klik ikon Merge cells. Perbesar huruf dan beri warna.</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Kartu Angka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6400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483888" y="2573789"/>
            <a:ext cx="640080" cy="119299"/>
          </a:xfrm>
          <a:prstGeom prst="rect">
            <a:avLst/>
          </a:prstGeom>
          <a:solidFill>
            <a:srgbClr val="F8F9FA"/>
          </a:solidFill>
          <a:ln w="6350">
            <a:solidFill>
              <a:srgbClr val="DDDDDD"/>
            </a:solidFill>
            <a:prstDash val="solid"/>
          </a:ln>
        </p:spPr>
      </p:sp>
      <p:sp>
        <p:nvSpPr>
          <p:cNvPr id="64" name="Text 56"/>
          <p:cNvSpPr txBox="1"/>
          <p:nvPr/>
        </p:nvSpPr>
        <p:spPr>
          <a:xfrm>
            <a:off x="148388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12396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212396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764048" y="2573789"/>
            <a:ext cx="640080" cy="119299"/>
          </a:xfrm>
          <a:prstGeom prst="rect">
            <a:avLst/>
          </a:prstGeom>
          <a:solidFill>
            <a:srgbClr val="F8F9FA"/>
          </a:solidFill>
          <a:ln w="6350">
            <a:solidFill>
              <a:srgbClr val="DDDDDD"/>
            </a:solidFill>
            <a:prstDash val="solid"/>
          </a:ln>
        </p:spPr>
      </p:sp>
      <p:sp>
        <p:nvSpPr>
          <p:cNvPr id="68" name="Text 60"/>
          <p:cNvSpPr txBox="1"/>
          <p:nvPr/>
        </p:nvSpPr>
        <p:spPr>
          <a:xfrm>
            <a:off x="276404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404128" y="2573789"/>
            <a:ext cx="640080" cy="119299"/>
          </a:xfrm>
          <a:prstGeom prst="rect">
            <a:avLst/>
          </a:prstGeom>
          <a:solidFill>
            <a:srgbClr val="F8F9FA"/>
          </a:solidFill>
          <a:ln w="6350">
            <a:solidFill>
              <a:srgbClr val="DDDDDD"/>
            </a:solidFill>
            <a:prstDash val="solid"/>
          </a:ln>
        </p:spPr>
      </p:sp>
      <p:sp>
        <p:nvSpPr>
          <p:cNvPr id="70" name="Text 62"/>
          <p:cNvSpPr txBox="1"/>
          <p:nvPr/>
        </p:nvSpPr>
        <p:spPr>
          <a:xfrm>
            <a:off x="34041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4044208" y="2573789"/>
            <a:ext cx="640080" cy="119299"/>
          </a:xfrm>
          <a:prstGeom prst="rect">
            <a:avLst/>
          </a:prstGeom>
          <a:solidFill>
            <a:srgbClr val="F8F9FA"/>
          </a:solidFill>
          <a:ln w="6350">
            <a:solidFill>
              <a:srgbClr val="DDDDDD"/>
            </a:solidFill>
            <a:prstDash val="solid"/>
          </a:ln>
        </p:spPr>
      </p:sp>
      <p:sp>
        <p:nvSpPr>
          <p:cNvPr id="72" name="Text 64"/>
          <p:cNvSpPr txBox="1"/>
          <p:nvPr/>
        </p:nvSpPr>
        <p:spPr>
          <a:xfrm>
            <a:off x="40442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640080" cy="119299"/>
          </a:xfrm>
          <a:prstGeom prst="rect">
            <a:avLst/>
          </a:prstGeom>
          <a:solidFill>
            <a:srgbClr val="FFFFFF"/>
          </a:solidFill>
          <a:ln w="6350">
            <a:solidFill>
              <a:srgbClr val="E2E2E2"/>
            </a:solidFill>
            <a:prstDash val="solid"/>
          </a:ln>
        </p:spPr>
      </p:sp>
      <p:sp>
        <p:nvSpPr>
          <p:cNvPr id="76" name="Shape 68"/>
          <p:cNvSpPr/>
          <p:nvPr/>
        </p:nvSpPr>
        <p:spPr>
          <a:xfrm>
            <a:off x="1483888" y="2693089"/>
            <a:ext cx="640080" cy="119299"/>
          </a:xfrm>
          <a:prstGeom prst="rect">
            <a:avLst/>
          </a:prstGeom>
          <a:solidFill>
            <a:srgbClr val="FFFFFF"/>
          </a:solidFill>
          <a:ln w="6350">
            <a:solidFill>
              <a:srgbClr val="E2E2E2"/>
            </a:solidFill>
            <a:prstDash val="solid"/>
          </a:ln>
        </p:spPr>
      </p:sp>
      <p:sp>
        <p:nvSpPr>
          <p:cNvPr id="77" name="Shape 69"/>
          <p:cNvSpPr/>
          <p:nvPr/>
        </p:nvSpPr>
        <p:spPr>
          <a:xfrm>
            <a:off x="2123968" y="2693089"/>
            <a:ext cx="640080" cy="119299"/>
          </a:xfrm>
          <a:prstGeom prst="rect">
            <a:avLst/>
          </a:prstGeom>
          <a:solidFill>
            <a:srgbClr val="FFFFFF"/>
          </a:solidFill>
          <a:ln w="6350">
            <a:solidFill>
              <a:srgbClr val="E2E2E2"/>
            </a:solidFill>
            <a:prstDash val="solid"/>
          </a:ln>
        </p:spPr>
      </p:sp>
      <p:sp>
        <p:nvSpPr>
          <p:cNvPr id="78" name="Shape 70"/>
          <p:cNvSpPr/>
          <p:nvPr/>
        </p:nvSpPr>
        <p:spPr>
          <a:xfrm>
            <a:off x="2764048" y="2693089"/>
            <a:ext cx="640080" cy="119299"/>
          </a:xfrm>
          <a:prstGeom prst="rect">
            <a:avLst/>
          </a:prstGeom>
          <a:solidFill>
            <a:srgbClr val="FFFFFF"/>
          </a:solidFill>
          <a:ln w="6350">
            <a:solidFill>
              <a:srgbClr val="E2E2E2"/>
            </a:solidFill>
            <a:prstDash val="solid"/>
          </a:ln>
        </p:spPr>
      </p:sp>
      <p:sp>
        <p:nvSpPr>
          <p:cNvPr id="79" name="Shape 71"/>
          <p:cNvSpPr/>
          <p:nvPr/>
        </p:nvSpPr>
        <p:spPr>
          <a:xfrm>
            <a:off x="3404128" y="2693089"/>
            <a:ext cx="640080" cy="119299"/>
          </a:xfrm>
          <a:prstGeom prst="rect">
            <a:avLst/>
          </a:prstGeom>
          <a:solidFill>
            <a:srgbClr val="FFFFFF"/>
          </a:solidFill>
          <a:ln w="6350">
            <a:solidFill>
              <a:srgbClr val="E2E2E2"/>
            </a:solidFill>
            <a:prstDash val="solid"/>
          </a:ln>
        </p:spPr>
      </p:sp>
      <p:sp>
        <p:nvSpPr>
          <p:cNvPr id="80" name="Shape 72"/>
          <p:cNvSpPr/>
          <p:nvPr/>
        </p:nvSpPr>
        <p:spPr>
          <a:xfrm>
            <a:off x="4044208" y="2693089"/>
            <a:ext cx="640080" cy="119299"/>
          </a:xfrm>
          <a:prstGeom prst="rect">
            <a:avLst/>
          </a:prstGeom>
          <a:solidFill>
            <a:srgbClr val="FFFFFF"/>
          </a:solidFill>
          <a:ln w="6350">
            <a:solidFill>
              <a:srgbClr val="E2E2E2"/>
            </a:solidFill>
            <a:prstDash val="solid"/>
          </a:ln>
        </p:spPr>
      </p:sp>
      <p:sp>
        <p:nvSpPr>
          <p:cNvPr id="81" name="Shape 73"/>
          <p:cNvSpPr/>
          <p:nvPr/>
        </p:nvSpPr>
        <p:spPr>
          <a:xfrm>
            <a:off x="587776" y="2812388"/>
            <a:ext cx="256032" cy="119299"/>
          </a:xfrm>
          <a:prstGeom prst="rect">
            <a:avLst/>
          </a:prstGeom>
          <a:solidFill>
            <a:srgbClr val="F8F9FA"/>
          </a:solidFill>
          <a:ln w="6350">
            <a:solidFill>
              <a:srgbClr val="DDDDDD"/>
            </a:solidFill>
            <a:prstDash val="solid"/>
          </a:ln>
        </p:spPr>
      </p:sp>
      <p:sp>
        <p:nvSpPr>
          <p:cNvPr id="82" name="Text 74"/>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3" name="Shape 75"/>
          <p:cNvSpPr/>
          <p:nvPr/>
        </p:nvSpPr>
        <p:spPr>
          <a:xfrm>
            <a:off x="843808" y="2812388"/>
            <a:ext cx="640080" cy="119299"/>
          </a:xfrm>
          <a:prstGeom prst="rect">
            <a:avLst/>
          </a:prstGeom>
          <a:solidFill>
            <a:srgbClr val="FFFFFF"/>
          </a:solidFill>
          <a:ln w="6350">
            <a:solidFill>
              <a:srgbClr val="E2E2E2"/>
            </a:solidFill>
            <a:prstDash val="solid"/>
          </a:ln>
        </p:spPr>
      </p:sp>
      <p:sp>
        <p:nvSpPr>
          <p:cNvPr id="84" name="Shape 76"/>
          <p:cNvSpPr/>
          <p:nvPr/>
        </p:nvSpPr>
        <p:spPr>
          <a:xfrm>
            <a:off x="1483888" y="2812388"/>
            <a:ext cx="640080" cy="119299"/>
          </a:xfrm>
          <a:prstGeom prst="rect">
            <a:avLst/>
          </a:prstGeom>
          <a:solidFill>
            <a:srgbClr val="FFFFFF"/>
          </a:solidFill>
          <a:ln w="6350">
            <a:solidFill>
              <a:srgbClr val="E2E2E2"/>
            </a:solidFill>
            <a:prstDash val="solid"/>
          </a:ln>
        </p:spPr>
      </p:sp>
      <p:sp>
        <p:nvSpPr>
          <p:cNvPr id="85" name="Shape 77"/>
          <p:cNvSpPr/>
          <p:nvPr/>
        </p:nvSpPr>
        <p:spPr>
          <a:xfrm>
            <a:off x="2123968" y="2812388"/>
            <a:ext cx="640080" cy="119299"/>
          </a:xfrm>
          <a:prstGeom prst="rect">
            <a:avLst/>
          </a:prstGeom>
          <a:solidFill>
            <a:srgbClr val="FFFFFF"/>
          </a:solidFill>
          <a:ln w="6350">
            <a:solidFill>
              <a:srgbClr val="E2E2E2"/>
            </a:solidFill>
            <a:prstDash val="solid"/>
          </a:ln>
        </p:spPr>
      </p:sp>
      <p:sp>
        <p:nvSpPr>
          <p:cNvPr id="86" name="Shape 78"/>
          <p:cNvSpPr/>
          <p:nvPr/>
        </p:nvSpPr>
        <p:spPr>
          <a:xfrm>
            <a:off x="2764048" y="2812388"/>
            <a:ext cx="640080" cy="119299"/>
          </a:xfrm>
          <a:prstGeom prst="rect">
            <a:avLst/>
          </a:prstGeom>
          <a:solidFill>
            <a:srgbClr val="FFFFFF"/>
          </a:solidFill>
          <a:ln w="6350">
            <a:solidFill>
              <a:srgbClr val="E2E2E2"/>
            </a:solidFill>
            <a:prstDash val="solid"/>
          </a:ln>
        </p:spPr>
      </p:sp>
      <p:sp>
        <p:nvSpPr>
          <p:cNvPr id="87" name="Shape 79"/>
          <p:cNvSpPr/>
          <p:nvPr/>
        </p:nvSpPr>
        <p:spPr>
          <a:xfrm>
            <a:off x="3404128" y="2812388"/>
            <a:ext cx="640080" cy="119299"/>
          </a:xfrm>
          <a:prstGeom prst="rect">
            <a:avLst/>
          </a:prstGeom>
          <a:solidFill>
            <a:srgbClr val="FFFFFF"/>
          </a:solidFill>
          <a:ln w="6350">
            <a:solidFill>
              <a:srgbClr val="E2E2E2"/>
            </a:solidFill>
            <a:prstDash val="solid"/>
          </a:ln>
        </p:spPr>
      </p:sp>
      <p:sp>
        <p:nvSpPr>
          <p:cNvPr id="88" name="Shape 80"/>
          <p:cNvSpPr/>
          <p:nvPr/>
        </p:nvSpPr>
        <p:spPr>
          <a:xfrm>
            <a:off x="4044208" y="2812388"/>
            <a:ext cx="640080" cy="119299"/>
          </a:xfrm>
          <a:prstGeom prst="rect">
            <a:avLst/>
          </a:prstGeom>
          <a:solidFill>
            <a:srgbClr val="FFFFFF"/>
          </a:solidFill>
          <a:ln w="6350">
            <a:solidFill>
              <a:srgbClr val="E2E2E2"/>
            </a:solidFill>
            <a:prstDash val="solid"/>
          </a:ln>
        </p:spPr>
      </p:sp>
      <p:sp>
        <p:nvSpPr>
          <p:cNvPr id="89" name="Shape 81"/>
          <p:cNvSpPr/>
          <p:nvPr/>
        </p:nvSpPr>
        <p:spPr>
          <a:xfrm>
            <a:off x="587776" y="2931688"/>
            <a:ext cx="256032" cy="119299"/>
          </a:xfrm>
          <a:prstGeom prst="rect">
            <a:avLst/>
          </a:prstGeom>
          <a:solidFill>
            <a:srgbClr val="F8F9FA"/>
          </a:solidFill>
          <a:ln w="6350">
            <a:solidFill>
              <a:srgbClr val="DDDDDD"/>
            </a:solidFill>
            <a:prstDash val="solid"/>
          </a:ln>
        </p:spPr>
      </p:sp>
      <p:sp>
        <p:nvSpPr>
          <p:cNvPr id="90" name="Text 82"/>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1" name="Shape 83"/>
          <p:cNvSpPr/>
          <p:nvPr/>
        </p:nvSpPr>
        <p:spPr>
          <a:xfrm>
            <a:off x="843808" y="2931688"/>
            <a:ext cx="640080" cy="119299"/>
          </a:xfrm>
          <a:prstGeom prst="rect">
            <a:avLst/>
          </a:prstGeom>
          <a:solidFill>
            <a:srgbClr val="FFFFFF"/>
          </a:solidFill>
          <a:ln w="6350">
            <a:solidFill>
              <a:srgbClr val="E2E2E2"/>
            </a:solidFill>
            <a:prstDash val="solid"/>
          </a:ln>
        </p:spPr>
      </p:sp>
      <p:sp>
        <p:nvSpPr>
          <p:cNvPr id="92" name="Text 84"/>
          <p:cNvSpPr txBox="1"/>
          <p:nvPr/>
        </p:nvSpPr>
        <p:spPr>
          <a:xfrm>
            <a:off x="871240" y="2931688"/>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Jumlah santri</a:t>
            </a:r>
            <a:endParaRPr lang="en-US" sz="600" dirty="0"/>
          </a:p>
        </p:txBody>
      </p:sp>
      <p:sp>
        <p:nvSpPr>
          <p:cNvPr id="93" name="Shape 85"/>
          <p:cNvSpPr/>
          <p:nvPr/>
        </p:nvSpPr>
        <p:spPr>
          <a:xfrm>
            <a:off x="1483888" y="2931688"/>
            <a:ext cx="640080" cy="119299"/>
          </a:xfrm>
          <a:prstGeom prst="rect">
            <a:avLst/>
          </a:prstGeom>
          <a:solidFill>
            <a:srgbClr val="FFFFFF"/>
          </a:solidFill>
          <a:ln w="6350">
            <a:solidFill>
              <a:srgbClr val="E2E2E2"/>
            </a:solidFill>
            <a:prstDash val="solid"/>
          </a:ln>
        </p:spPr>
      </p:sp>
      <p:sp>
        <p:nvSpPr>
          <p:cNvPr id="94" name="Shape 86"/>
          <p:cNvSpPr/>
          <p:nvPr/>
        </p:nvSpPr>
        <p:spPr>
          <a:xfrm>
            <a:off x="2123968" y="2931688"/>
            <a:ext cx="640080" cy="119299"/>
          </a:xfrm>
          <a:prstGeom prst="rect">
            <a:avLst/>
          </a:prstGeom>
          <a:solidFill>
            <a:srgbClr val="FFFFFF"/>
          </a:solidFill>
          <a:ln w="6350">
            <a:solidFill>
              <a:srgbClr val="E2E2E2"/>
            </a:solidFill>
            <a:prstDash val="solid"/>
          </a:ln>
        </p:spPr>
      </p:sp>
      <p:sp>
        <p:nvSpPr>
          <p:cNvPr id="95" name="Text 87"/>
          <p:cNvSpPr txBox="1"/>
          <p:nvPr/>
        </p:nvSpPr>
        <p:spPr>
          <a:xfrm>
            <a:off x="2151400" y="2931688"/>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Rata-rata juz</a:t>
            </a:r>
            <a:endParaRPr lang="en-US" sz="600" dirty="0"/>
          </a:p>
        </p:txBody>
      </p:sp>
      <p:sp>
        <p:nvSpPr>
          <p:cNvPr id="96" name="Shape 88"/>
          <p:cNvSpPr/>
          <p:nvPr/>
        </p:nvSpPr>
        <p:spPr>
          <a:xfrm>
            <a:off x="2764048" y="2931688"/>
            <a:ext cx="640080" cy="119299"/>
          </a:xfrm>
          <a:prstGeom prst="rect">
            <a:avLst/>
          </a:prstGeom>
          <a:solidFill>
            <a:srgbClr val="FFFFFF"/>
          </a:solidFill>
          <a:ln w="6350">
            <a:solidFill>
              <a:srgbClr val="E2E2E2"/>
            </a:solidFill>
            <a:prstDash val="solid"/>
          </a:ln>
        </p:spPr>
      </p:sp>
      <p:sp>
        <p:nvSpPr>
          <p:cNvPr id="97" name="Shape 89"/>
          <p:cNvSpPr/>
          <p:nvPr/>
        </p:nvSpPr>
        <p:spPr>
          <a:xfrm>
            <a:off x="3404128" y="2931688"/>
            <a:ext cx="640080" cy="119299"/>
          </a:xfrm>
          <a:prstGeom prst="rect">
            <a:avLst/>
          </a:prstGeom>
          <a:solidFill>
            <a:srgbClr val="FFFFFF"/>
          </a:solidFill>
          <a:ln w="6350">
            <a:solidFill>
              <a:srgbClr val="E2E2E2"/>
            </a:solidFill>
            <a:prstDash val="solid"/>
          </a:ln>
        </p:spPr>
      </p:sp>
      <p:sp>
        <p:nvSpPr>
          <p:cNvPr id="98" name="Text 90"/>
          <p:cNvSpPr txBox="1"/>
          <p:nvPr/>
        </p:nvSpPr>
        <p:spPr>
          <a:xfrm>
            <a:off x="3431560" y="2931688"/>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Juz tertinggi</a:t>
            </a:r>
            <a:endParaRPr lang="en-US" sz="600" dirty="0"/>
          </a:p>
        </p:txBody>
      </p:sp>
      <p:sp>
        <p:nvSpPr>
          <p:cNvPr id="99" name="Shape 91"/>
          <p:cNvSpPr/>
          <p:nvPr/>
        </p:nvSpPr>
        <p:spPr>
          <a:xfrm>
            <a:off x="4044208" y="2931688"/>
            <a:ext cx="640080" cy="119299"/>
          </a:xfrm>
          <a:prstGeom prst="rect">
            <a:avLst/>
          </a:prstGeom>
          <a:solidFill>
            <a:srgbClr val="FFFFFF"/>
          </a:solidFill>
          <a:ln w="6350">
            <a:solidFill>
              <a:srgbClr val="E2E2E2"/>
            </a:solidFill>
            <a:prstDash val="solid"/>
          </a:ln>
        </p:spPr>
      </p:sp>
      <p:sp>
        <p:nvSpPr>
          <p:cNvPr id="100" name="Shape 92"/>
          <p:cNvSpPr/>
          <p:nvPr/>
        </p:nvSpPr>
        <p:spPr>
          <a:xfrm>
            <a:off x="587776" y="3050987"/>
            <a:ext cx="256032" cy="119299"/>
          </a:xfrm>
          <a:prstGeom prst="rect">
            <a:avLst/>
          </a:prstGeom>
          <a:solidFill>
            <a:srgbClr val="F8F9FA"/>
          </a:solidFill>
          <a:ln w="6350">
            <a:solidFill>
              <a:srgbClr val="DDDDDD"/>
            </a:solidFill>
            <a:prstDash val="solid"/>
          </a:ln>
        </p:spPr>
      </p:sp>
      <p:sp>
        <p:nvSpPr>
          <p:cNvPr id="101" name="Text 93"/>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02" name="Shape 94"/>
          <p:cNvSpPr/>
          <p:nvPr/>
        </p:nvSpPr>
        <p:spPr>
          <a:xfrm>
            <a:off x="843808" y="3050987"/>
            <a:ext cx="640080" cy="119299"/>
          </a:xfrm>
          <a:prstGeom prst="rect">
            <a:avLst/>
          </a:prstGeom>
          <a:solidFill>
            <a:srgbClr val="FFFFFF"/>
          </a:solidFill>
          <a:ln w="6350">
            <a:solidFill>
              <a:srgbClr val="E2E2E2"/>
            </a:solidFill>
            <a:prstDash val="solid"/>
          </a:ln>
        </p:spPr>
      </p:sp>
      <p:sp>
        <p:nvSpPr>
          <p:cNvPr id="103" name="Shape 95"/>
          <p:cNvSpPr/>
          <p:nvPr/>
        </p:nvSpPr>
        <p:spPr>
          <a:xfrm>
            <a:off x="1483888" y="3050987"/>
            <a:ext cx="640080" cy="119299"/>
          </a:xfrm>
          <a:prstGeom prst="rect">
            <a:avLst/>
          </a:prstGeom>
          <a:solidFill>
            <a:srgbClr val="FFFFFF"/>
          </a:solidFill>
          <a:ln w="6350">
            <a:solidFill>
              <a:srgbClr val="E2E2E2"/>
            </a:solidFill>
            <a:prstDash val="solid"/>
          </a:ln>
        </p:spPr>
      </p:sp>
      <p:sp>
        <p:nvSpPr>
          <p:cNvPr id="104" name="Shape 96"/>
          <p:cNvSpPr/>
          <p:nvPr/>
        </p:nvSpPr>
        <p:spPr>
          <a:xfrm>
            <a:off x="2123968" y="3050987"/>
            <a:ext cx="640080" cy="119299"/>
          </a:xfrm>
          <a:prstGeom prst="rect">
            <a:avLst/>
          </a:prstGeom>
          <a:solidFill>
            <a:srgbClr val="FFFFFF"/>
          </a:solidFill>
          <a:ln w="6350">
            <a:solidFill>
              <a:srgbClr val="E2E2E2"/>
            </a:solidFill>
            <a:prstDash val="solid"/>
          </a:ln>
        </p:spPr>
      </p:sp>
      <p:sp>
        <p:nvSpPr>
          <p:cNvPr id="105" name="Shape 97"/>
          <p:cNvSpPr/>
          <p:nvPr/>
        </p:nvSpPr>
        <p:spPr>
          <a:xfrm>
            <a:off x="2764048" y="3050987"/>
            <a:ext cx="640080" cy="119299"/>
          </a:xfrm>
          <a:prstGeom prst="rect">
            <a:avLst/>
          </a:prstGeom>
          <a:solidFill>
            <a:srgbClr val="FFFFFF"/>
          </a:solidFill>
          <a:ln w="6350">
            <a:solidFill>
              <a:srgbClr val="E2E2E2"/>
            </a:solidFill>
            <a:prstDash val="solid"/>
          </a:ln>
        </p:spPr>
      </p:sp>
      <p:sp>
        <p:nvSpPr>
          <p:cNvPr id="106" name="Shape 98"/>
          <p:cNvSpPr/>
          <p:nvPr/>
        </p:nvSpPr>
        <p:spPr>
          <a:xfrm>
            <a:off x="3404128" y="3050987"/>
            <a:ext cx="640080" cy="119299"/>
          </a:xfrm>
          <a:prstGeom prst="rect">
            <a:avLst/>
          </a:prstGeom>
          <a:solidFill>
            <a:srgbClr val="FFFFFF"/>
          </a:solidFill>
          <a:ln w="6350">
            <a:solidFill>
              <a:srgbClr val="E2E2E2"/>
            </a:solidFill>
            <a:prstDash val="solid"/>
          </a:ln>
        </p:spPr>
      </p:sp>
      <p:sp>
        <p:nvSpPr>
          <p:cNvPr id="107" name="Shape 99"/>
          <p:cNvSpPr/>
          <p:nvPr/>
        </p:nvSpPr>
        <p:spPr>
          <a:xfrm>
            <a:off x="4044208" y="3050987"/>
            <a:ext cx="640080" cy="119299"/>
          </a:xfrm>
          <a:prstGeom prst="rect">
            <a:avLst/>
          </a:prstGeom>
          <a:solidFill>
            <a:srgbClr val="FFFFFF"/>
          </a:solidFill>
          <a:ln w="6350">
            <a:solidFill>
              <a:srgbClr val="E2E2E2"/>
            </a:solidFill>
            <a:prstDash val="solid"/>
          </a:ln>
        </p:spPr>
      </p:sp>
      <p:sp>
        <p:nvSpPr>
          <p:cNvPr id="108" name="Shape 100"/>
          <p:cNvSpPr/>
          <p:nvPr/>
        </p:nvSpPr>
        <p:spPr>
          <a:xfrm>
            <a:off x="587776" y="3170287"/>
            <a:ext cx="256032" cy="119299"/>
          </a:xfrm>
          <a:prstGeom prst="rect">
            <a:avLst/>
          </a:prstGeom>
          <a:solidFill>
            <a:srgbClr val="F8F9FA"/>
          </a:solidFill>
          <a:ln w="6350">
            <a:solidFill>
              <a:srgbClr val="DDDDDD"/>
            </a:solidFill>
            <a:prstDash val="solid"/>
          </a:ln>
        </p:spPr>
      </p:sp>
      <p:sp>
        <p:nvSpPr>
          <p:cNvPr id="109" name="Text 101"/>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10" name="Shape 102"/>
          <p:cNvSpPr/>
          <p:nvPr/>
        </p:nvSpPr>
        <p:spPr>
          <a:xfrm>
            <a:off x="843808" y="3170287"/>
            <a:ext cx="640080" cy="119299"/>
          </a:xfrm>
          <a:prstGeom prst="rect">
            <a:avLst/>
          </a:prstGeom>
          <a:solidFill>
            <a:srgbClr val="FFFFFF"/>
          </a:solidFill>
          <a:ln w="6350">
            <a:solidFill>
              <a:srgbClr val="E2E2E2"/>
            </a:solidFill>
            <a:prstDash val="solid"/>
          </a:ln>
        </p:spPr>
      </p:sp>
      <p:sp>
        <p:nvSpPr>
          <p:cNvPr id="111" name="Shape 103"/>
          <p:cNvSpPr/>
          <p:nvPr/>
        </p:nvSpPr>
        <p:spPr>
          <a:xfrm>
            <a:off x="1483888" y="3170287"/>
            <a:ext cx="640080" cy="119299"/>
          </a:xfrm>
          <a:prstGeom prst="rect">
            <a:avLst/>
          </a:prstGeom>
          <a:solidFill>
            <a:srgbClr val="FFFFFF"/>
          </a:solidFill>
          <a:ln w="6350">
            <a:solidFill>
              <a:srgbClr val="E2E2E2"/>
            </a:solidFill>
            <a:prstDash val="solid"/>
          </a:ln>
        </p:spPr>
      </p:sp>
      <p:sp>
        <p:nvSpPr>
          <p:cNvPr id="112" name="Shape 104"/>
          <p:cNvSpPr/>
          <p:nvPr/>
        </p:nvSpPr>
        <p:spPr>
          <a:xfrm>
            <a:off x="2123968" y="3170287"/>
            <a:ext cx="640080" cy="119299"/>
          </a:xfrm>
          <a:prstGeom prst="rect">
            <a:avLst/>
          </a:prstGeom>
          <a:solidFill>
            <a:srgbClr val="FFFFFF"/>
          </a:solidFill>
          <a:ln w="6350">
            <a:solidFill>
              <a:srgbClr val="E2E2E2"/>
            </a:solidFill>
            <a:prstDash val="solid"/>
          </a:ln>
        </p:spPr>
      </p:sp>
      <p:sp>
        <p:nvSpPr>
          <p:cNvPr id="113" name="Shape 105"/>
          <p:cNvSpPr/>
          <p:nvPr/>
        </p:nvSpPr>
        <p:spPr>
          <a:xfrm>
            <a:off x="2764048" y="3170287"/>
            <a:ext cx="640080" cy="119299"/>
          </a:xfrm>
          <a:prstGeom prst="rect">
            <a:avLst/>
          </a:prstGeom>
          <a:solidFill>
            <a:srgbClr val="FFFFFF"/>
          </a:solidFill>
          <a:ln w="6350">
            <a:solidFill>
              <a:srgbClr val="E2E2E2"/>
            </a:solidFill>
            <a:prstDash val="solid"/>
          </a:ln>
        </p:spPr>
      </p:sp>
      <p:sp>
        <p:nvSpPr>
          <p:cNvPr id="114" name="Shape 106"/>
          <p:cNvSpPr/>
          <p:nvPr/>
        </p:nvSpPr>
        <p:spPr>
          <a:xfrm>
            <a:off x="3404128" y="3170287"/>
            <a:ext cx="640080" cy="119299"/>
          </a:xfrm>
          <a:prstGeom prst="rect">
            <a:avLst/>
          </a:prstGeom>
          <a:solidFill>
            <a:srgbClr val="FFFFFF"/>
          </a:solidFill>
          <a:ln w="6350">
            <a:solidFill>
              <a:srgbClr val="E2E2E2"/>
            </a:solidFill>
            <a:prstDash val="solid"/>
          </a:ln>
        </p:spPr>
      </p:sp>
      <p:sp>
        <p:nvSpPr>
          <p:cNvPr id="115" name="Shape 107"/>
          <p:cNvSpPr/>
          <p:nvPr/>
        </p:nvSpPr>
        <p:spPr>
          <a:xfrm>
            <a:off x="4044208" y="3170287"/>
            <a:ext cx="640080" cy="119299"/>
          </a:xfrm>
          <a:prstGeom prst="rect">
            <a:avLst/>
          </a:prstGeom>
          <a:solidFill>
            <a:srgbClr val="FFFFFF"/>
          </a:solidFill>
          <a:ln w="6350">
            <a:solidFill>
              <a:srgbClr val="E2E2E2"/>
            </a:solidFill>
            <a:prstDash val="solid"/>
          </a:ln>
        </p:spPr>
      </p:sp>
      <p:sp>
        <p:nvSpPr>
          <p:cNvPr id="116" name="Shape 108"/>
          <p:cNvSpPr/>
          <p:nvPr/>
        </p:nvSpPr>
        <p:spPr>
          <a:xfrm>
            <a:off x="587776" y="3289586"/>
            <a:ext cx="256032" cy="119299"/>
          </a:xfrm>
          <a:prstGeom prst="rect">
            <a:avLst/>
          </a:prstGeom>
          <a:solidFill>
            <a:srgbClr val="F8F9FA"/>
          </a:solidFill>
          <a:ln w="6350">
            <a:solidFill>
              <a:srgbClr val="DDDDDD"/>
            </a:solidFill>
            <a:prstDash val="solid"/>
          </a:ln>
        </p:spPr>
      </p:sp>
      <p:sp>
        <p:nvSpPr>
          <p:cNvPr id="117" name="Text 109"/>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18" name="Shape 110"/>
          <p:cNvSpPr/>
          <p:nvPr/>
        </p:nvSpPr>
        <p:spPr>
          <a:xfrm>
            <a:off x="843808" y="3289586"/>
            <a:ext cx="640080" cy="119299"/>
          </a:xfrm>
          <a:prstGeom prst="rect">
            <a:avLst/>
          </a:prstGeom>
          <a:solidFill>
            <a:srgbClr val="FFFFFF"/>
          </a:solidFill>
          <a:ln w="6350">
            <a:solidFill>
              <a:srgbClr val="E2E2E2"/>
            </a:solidFill>
            <a:prstDash val="solid"/>
          </a:ln>
        </p:spPr>
      </p:sp>
      <p:sp>
        <p:nvSpPr>
          <p:cNvPr id="119" name="Shape 111"/>
          <p:cNvSpPr/>
          <p:nvPr/>
        </p:nvSpPr>
        <p:spPr>
          <a:xfrm>
            <a:off x="1483888" y="3289586"/>
            <a:ext cx="640080" cy="119299"/>
          </a:xfrm>
          <a:prstGeom prst="rect">
            <a:avLst/>
          </a:prstGeom>
          <a:solidFill>
            <a:srgbClr val="FFFFFF"/>
          </a:solidFill>
          <a:ln w="6350">
            <a:solidFill>
              <a:srgbClr val="E2E2E2"/>
            </a:solidFill>
            <a:prstDash val="solid"/>
          </a:ln>
        </p:spPr>
      </p:sp>
      <p:sp>
        <p:nvSpPr>
          <p:cNvPr id="120" name="Shape 112"/>
          <p:cNvSpPr/>
          <p:nvPr/>
        </p:nvSpPr>
        <p:spPr>
          <a:xfrm>
            <a:off x="2123968" y="3289586"/>
            <a:ext cx="640080" cy="119299"/>
          </a:xfrm>
          <a:prstGeom prst="rect">
            <a:avLst/>
          </a:prstGeom>
          <a:solidFill>
            <a:srgbClr val="FFFFFF"/>
          </a:solidFill>
          <a:ln w="6350">
            <a:solidFill>
              <a:srgbClr val="E2E2E2"/>
            </a:solidFill>
            <a:prstDash val="solid"/>
          </a:ln>
        </p:spPr>
      </p:sp>
      <p:sp>
        <p:nvSpPr>
          <p:cNvPr id="121" name="Shape 113"/>
          <p:cNvSpPr/>
          <p:nvPr/>
        </p:nvSpPr>
        <p:spPr>
          <a:xfrm>
            <a:off x="2764048" y="3289586"/>
            <a:ext cx="640080" cy="119299"/>
          </a:xfrm>
          <a:prstGeom prst="rect">
            <a:avLst/>
          </a:prstGeom>
          <a:solidFill>
            <a:srgbClr val="FFFFFF"/>
          </a:solidFill>
          <a:ln w="6350">
            <a:solidFill>
              <a:srgbClr val="E2E2E2"/>
            </a:solidFill>
            <a:prstDash val="solid"/>
          </a:ln>
        </p:spPr>
      </p:sp>
      <p:sp>
        <p:nvSpPr>
          <p:cNvPr id="122" name="Shape 114"/>
          <p:cNvSpPr/>
          <p:nvPr/>
        </p:nvSpPr>
        <p:spPr>
          <a:xfrm>
            <a:off x="3404128" y="3289586"/>
            <a:ext cx="640080" cy="119299"/>
          </a:xfrm>
          <a:prstGeom prst="rect">
            <a:avLst/>
          </a:prstGeom>
          <a:solidFill>
            <a:srgbClr val="FFFFFF"/>
          </a:solidFill>
          <a:ln w="6350">
            <a:solidFill>
              <a:srgbClr val="E2E2E2"/>
            </a:solidFill>
            <a:prstDash val="solid"/>
          </a:ln>
        </p:spPr>
      </p:sp>
      <p:sp>
        <p:nvSpPr>
          <p:cNvPr id="123" name="Shape 115"/>
          <p:cNvSpPr/>
          <p:nvPr/>
        </p:nvSpPr>
        <p:spPr>
          <a:xfrm>
            <a:off x="4044208" y="3289586"/>
            <a:ext cx="640080" cy="119299"/>
          </a:xfrm>
          <a:prstGeom prst="rect">
            <a:avLst/>
          </a:prstGeom>
          <a:solidFill>
            <a:srgbClr val="FFFFFF"/>
          </a:solidFill>
          <a:ln w="6350">
            <a:solidFill>
              <a:srgbClr val="E2E2E2"/>
            </a:solidFill>
            <a:prstDash val="solid"/>
          </a:ln>
        </p:spPr>
      </p:sp>
      <p:sp>
        <p:nvSpPr>
          <p:cNvPr id="124" name="Shape 116"/>
          <p:cNvSpPr/>
          <p:nvPr/>
        </p:nvSpPr>
        <p:spPr>
          <a:xfrm>
            <a:off x="587776" y="3408885"/>
            <a:ext cx="256032" cy="119299"/>
          </a:xfrm>
          <a:prstGeom prst="rect">
            <a:avLst/>
          </a:prstGeom>
          <a:solidFill>
            <a:srgbClr val="F8F9FA"/>
          </a:solidFill>
          <a:ln w="6350">
            <a:solidFill>
              <a:srgbClr val="DDDDDD"/>
            </a:solidFill>
            <a:prstDash val="solid"/>
          </a:ln>
        </p:spPr>
      </p:sp>
      <p:sp>
        <p:nvSpPr>
          <p:cNvPr id="125" name="Text 117"/>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26" name="Shape 118"/>
          <p:cNvSpPr/>
          <p:nvPr/>
        </p:nvSpPr>
        <p:spPr>
          <a:xfrm>
            <a:off x="843808" y="3408885"/>
            <a:ext cx="640080" cy="119299"/>
          </a:xfrm>
          <a:prstGeom prst="rect">
            <a:avLst/>
          </a:prstGeom>
          <a:solidFill>
            <a:srgbClr val="FFFFFF"/>
          </a:solidFill>
          <a:ln w="6350">
            <a:solidFill>
              <a:srgbClr val="E2E2E2"/>
            </a:solidFill>
            <a:prstDash val="solid"/>
          </a:ln>
        </p:spPr>
      </p:sp>
      <p:sp>
        <p:nvSpPr>
          <p:cNvPr id="127" name="Shape 119"/>
          <p:cNvSpPr/>
          <p:nvPr/>
        </p:nvSpPr>
        <p:spPr>
          <a:xfrm>
            <a:off x="1483888" y="3408885"/>
            <a:ext cx="640080" cy="119299"/>
          </a:xfrm>
          <a:prstGeom prst="rect">
            <a:avLst/>
          </a:prstGeom>
          <a:solidFill>
            <a:srgbClr val="FFFFFF"/>
          </a:solidFill>
          <a:ln w="6350">
            <a:solidFill>
              <a:srgbClr val="E2E2E2"/>
            </a:solidFill>
            <a:prstDash val="solid"/>
          </a:ln>
        </p:spPr>
      </p:sp>
      <p:sp>
        <p:nvSpPr>
          <p:cNvPr id="128" name="Shape 120"/>
          <p:cNvSpPr/>
          <p:nvPr/>
        </p:nvSpPr>
        <p:spPr>
          <a:xfrm>
            <a:off x="2123968" y="3408885"/>
            <a:ext cx="640080" cy="119299"/>
          </a:xfrm>
          <a:prstGeom prst="rect">
            <a:avLst/>
          </a:prstGeom>
          <a:solidFill>
            <a:srgbClr val="FFFFFF"/>
          </a:solidFill>
          <a:ln w="6350">
            <a:solidFill>
              <a:srgbClr val="E2E2E2"/>
            </a:solidFill>
            <a:prstDash val="solid"/>
          </a:ln>
        </p:spPr>
      </p:sp>
      <p:sp>
        <p:nvSpPr>
          <p:cNvPr id="129" name="Shape 121"/>
          <p:cNvSpPr/>
          <p:nvPr/>
        </p:nvSpPr>
        <p:spPr>
          <a:xfrm>
            <a:off x="2764048" y="3408885"/>
            <a:ext cx="640080" cy="119299"/>
          </a:xfrm>
          <a:prstGeom prst="rect">
            <a:avLst/>
          </a:prstGeom>
          <a:solidFill>
            <a:srgbClr val="FFFFFF"/>
          </a:solidFill>
          <a:ln w="6350">
            <a:solidFill>
              <a:srgbClr val="E2E2E2"/>
            </a:solidFill>
            <a:prstDash val="solid"/>
          </a:ln>
        </p:spPr>
      </p:sp>
      <p:sp>
        <p:nvSpPr>
          <p:cNvPr id="130" name="Shape 122"/>
          <p:cNvSpPr/>
          <p:nvPr/>
        </p:nvSpPr>
        <p:spPr>
          <a:xfrm>
            <a:off x="3404128" y="3408885"/>
            <a:ext cx="640080" cy="119299"/>
          </a:xfrm>
          <a:prstGeom prst="rect">
            <a:avLst/>
          </a:prstGeom>
          <a:solidFill>
            <a:srgbClr val="FFFFFF"/>
          </a:solidFill>
          <a:ln w="6350">
            <a:solidFill>
              <a:srgbClr val="E2E2E2"/>
            </a:solidFill>
            <a:prstDash val="solid"/>
          </a:ln>
        </p:spPr>
      </p:sp>
      <p:sp>
        <p:nvSpPr>
          <p:cNvPr id="131" name="Shape 123"/>
          <p:cNvSpPr/>
          <p:nvPr/>
        </p:nvSpPr>
        <p:spPr>
          <a:xfrm>
            <a:off x="4044208" y="3408885"/>
            <a:ext cx="640080" cy="119299"/>
          </a:xfrm>
          <a:prstGeom prst="rect">
            <a:avLst/>
          </a:prstGeom>
          <a:solidFill>
            <a:srgbClr val="FFFFFF"/>
          </a:solidFill>
          <a:ln w="6350">
            <a:solidFill>
              <a:srgbClr val="E2E2E2"/>
            </a:solidFill>
            <a:prstDash val="solid"/>
          </a:ln>
        </p:spPr>
      </p:sp>
      <p:sp>
        <p:nvSpPr>
          <p:cNvPr id="132" name="Shape 124"/>
          <p:cNvSpPr/>
          <p:nvPr/>
        </p:nvSpPr>
        <p:spPr>
          <a:xfrm>
            <a:off x="587776" y="3528185"/>
            <a:ext cx="256032" cy="119299"/>
          </a:xfrm>
          <a:prstGeom prst="rect">
            <a:avLst/>
          </a:prstGeom>
          <a:solidFill>
            <a:srgbClr val="F8F9FA"/>
          </a:solidFill>
          <a:ln w="6350">
            <a:solidFill>
              <a:srgbClr val="DDDDDD"/>
            </a:solidFill>
            <a:prstDash val="solid"/>
          </a:ln>
        </p:spPr>
      </p:sp>
      <p:sp>
        <p:nvSpPr>
          <p:cNvPr id="133" name="Text 125"/>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34" name="Shape 126"/>
          <p:cNvSpPr/>
          <p:nvPr/>
        </p:nvSpPr>
        <p:spPr>
          <a:xfrm>
            <a:off x="843808" y="3528185"/>
            <a:ext cx="640080" cy="119299"/>
          </a:xfrm>
          <a:prstGeom prst="rect">
            <a:avLst/>
          </a:prstGeom>
          <a:solidFill>
            <a:srgbClr val="FFFFFF"/>
          </a:solidFill>
          <a:ln w="6350">
            <a:solidFill>
              <a:srgbClr val="E2E2E2"/>
            </a:solidFill>
            <a:prstDash val="solid"/>
          </a:ln>
        </p:spPr>
      </p:sp>
      <p:sp>
        <p:nvSpPr>
          <p:cNvPr id="135" name="Shape 127"/>
          <p:cNvSpPr/>
          <p:nvPr/>
        </p:nvSpPr>
        <p:spPr>
          <a:xfrm>
            <a:off x="1483888" y="3528185"/>
            <a:ext cx="640080" cy="119299"/>
          </a:xfrm>
          <a:prstGeom prst="rect">
            <a:avLst/>
          </a:prstGeom>
          <a:solidFill>
            <a:srgbClr val="FFFFFF"/>
          </a:solidFill>
          <a:ln w="6350">
            <a:solidFill>
              <a:srgbClr val="E2E2E2"/>
            </a:solidFill>
            <a:prstDash val="solid"/>
          </a:ln>
        </p:spPr>
      </p:sp>
      <p:sp>
        <p:nvSpPr>
          <p:cNvPr id="136" name="Shape 128"/>
          <p:cNvSpPr/>
          <p:nvPr/>
        </p:nvSpPr>
        <p:spPr>
          <a:xfrm>
            <a:off x="2123968" y="3528185"/>
            <a:ext cx="640080" cy="119299"/>
          </a:xfrm>
          <a:prstGeom prst="rect">
            <a:avLst/>
          </a:prstGeom>
          <a:solidFill>
            <a:srgbClr val="FFFFFF"/>
          </a:solidFill>
          <a:ln w="6350">
            <a:solidFill>
              <a:srgbClr val="E2E2E2"/>
            </a:solidFill>
            <a:prstDash val="solid"/>
          </a:ln>
        </p:spPr>
      </p:sp>
      <p:sp>
        <p:nvSpPr>
          <p:cNvPr id="137" name="Shape 129"/>
          <p:cNvSpPr/>
          <p:nvPr/>
        </p:nvSpPr>
        <p:spPr>
          <a:xfrm>
            <a:off x="2764048" y="3528185"/>
            <a:ext cx="640080" cy="119299"/>
          </a:xfrm>
          <a:prstGeom prst="rect">
            <a:avLst/>
          </a:prstGeom>
          <a:solidFill>
            <a:srgbClr val="FFFFFF"/>
          </a:solidFill>
          <a:ln w="6350">
            <a:solidFill>
              <a:srgbClr val="E2E2E2"/>
            </a:solidFill>
            <a:prstDash val="solid"/>
          </a:ln>
        </p:spPr>
      </p:sp>
      <p:sp>
        <p:nvSpPr>
          <p:cNvPr id="138" name="Shape 130"/>
          <p:cNvSpPr/>
          <p:nvPr/>
        </p:nvSpPr>
        <p:spPr>
          <a:xfrm>
            <a:off x="3404128" y="3528185"/>
            <a:ext cx="640080" cy="119299"/>
          </a:xfrm>
          <a:prstGeom prst="rect">
            <a:avLst/>
          </a:prstGeom>
          <a:solidFill>
            <a:srgbClr val="FFFFFF"/>
          </a:solidFill>
          <a:ln w="6350">
            <a:solidFill>
              <a:srgbClr val="E2E2E2"/>
            </a:solidFill>
            <a:prstDash val="solid"/>
          </a:ln>
        </p:spPr>
      </p:sp>
      <p:sp>
        <p:nvSpPr>
          <p:cNvPr id="139" name="Shape 131"/>
          <p:cNvSpPr/>
          <p:nvPr/>
        </p:nvSpPr>
        <p:spPr>
          <a:xfrm>
            <a:off x="4044208" y="3528185"/>
            <a:ext cx="640080" cy="119299"/>
          </a:xfrm>
          <a:prstGeom prst="rect">
            <a:avLst/>
          </a:prstGeom>
          <a:solidFill>
            <a:srgbClr val="FFFFFF"/>
          </a:solidFill>
          <a:ln w="6350">
            <a:solidFill>
              <a:srgbClr val="E2E2E2"/>
            </a:solidFill>
            <a:prstDash val="solid"/>
          </a:ln>
        </p:spPr>
      </p:sp>
      <p:sp>
        <p:nvSpPr>
          <p:cNvPr id="140" name="Shape 132"/>
          <p:cNvSpPr/>
          <p:nvPr/>
        </p:nvSpPr>
        <p:spPr>
          <a:xfrm>
            <a:off x="587776" y="3647484"/>
            <a:ext cx="256032" cy="119299"/>
          </a:xfrm>
          <a:prstGeom prst="rect">
            <a:avLst/>
          </a:prstGeom>
          <a:solidFill>
            <a:srgbClr val="F8F9FA"/>
          </a:solidFill>
          <a:ln w="6350">
            <a:solidFill>
              <a:srgbClr val="DDDDDD"/>
            </a:solidFill>
            <a:prstDash val="solid"/>
          </a:ln>
        </p:spPr>
      </p:sp>
      <p:sp>
        <p:nvSpPr>
          <p:cNvPr id="141" name="Text 133"/>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42" name="Shape 134"/>
          <p:cNvSpPr/>
          <p:nvPr/>
        </p:nvSpPr>
        <p:spPr>
          <a:xfrm>
            <a:off x="843808" y="3647484"/>
            <a:ext cx="640080" cy="119299"/>
          </a:xfrm>
          <a:prstGeom prst="rect">
            <a:avLst/>
          </a:prstGeom>
          <a:solidFill>
            <a:srgbClr val="FFFFFF"/>
          </a:solidFill>
          <a:ln w="6350">
            <a:solidFill>
              <a:srgbClr val="E2E2E2"/>
            </a:solidFill>
            <a:prstDash val="solid"/>
          </a:ln>
        </p:spPr>
      </p:sp>
      <p:sp>
        <p:nvSpPr>
          <p:cNvPr id="143" name="Shape 135"/>
          <p:cNvSpPr/>
          <p:nvPr/>
        </p:nvSpPr>
        <p:spPr>
          <a:xfrm>
            <a:off x="1483888" y="3647484"/>
            <a:ext cx="640080" cy="119299"/>
          </a:xfrm>
          <a:prstGeom prst="rect">
            <a:avLst/>
          </a:prstGeom>
          <a:solidFill>
            <a:srgbClr val="FFFFFF"/>
          </a:solidFill>
          <a:ln w="6350">
            <a:solidFill>
              <a:srgbClr val="E2E2E2"/>
            </a:solidFill>
            <a:prstDash val="solid"/>
          </a:ln>
        </p:spPr>
      </p:sp>
      <p:sp>
        <p:nvSpPr>
          <p:cNvPr id="144" name="Shape 136"/>
          <p:cNvSpPr/>
          <p:nvPr/>
        </p:nvSpPr>
        <p:spPr>
          <a:xfrm>
            <a:off x="2123968" y="3647484"/>
            <a:ext cx="640080" cy="119299"/>
          </a:xfrm>
          <a:prstGeom prst="rect">
            <a:avLst/>
          </a:prstGeom>
          <a:solidFill>
            <a:srgbClr val="FFFFFF"/>
          </a:solidFill>
          <a:ln w="6350">
            <a:solidFill>
              <a:srgbClr val="E2E2E2"/>
            </a:solidFill>
            <a:prstDash val="solid"/>
          </a:ln>
        </p:spPr>
      </p:sp>
      <p:sp>
        <p:nvSpPr>
          <p:cNvPr id="145" name="Shape 137"/>
          <p:cNvSpPr/>
          <p:nvPr/>
        </p:nvSpPr>
        <p:spPr>
          <a:xfrm>
            <a:off x="2764048" y="3647484"/>
            <a:ext cx="640080" cy="119299"/>
          </a:xfrm>
          <a:prstGeom prst="rect">
            <a:avLst/>
          </a:prstGeom>
          <a:solidFill>
            <a:srgbClr val="FFFFFF"/>
          </a:solidFill>
          <a:ln w="6350">
            <a:solidFill>
              <a:srgbClr val="E2E2E2"/>
            </a:solidFill>
            <a:prstDash val="solid"/>
          </a:ln>
        </p:spPr>
      </p:sp>
      <p:sp>
        <p:nvSpPr>
          <p:cNvPr id="146" name="Shape 138"/>
          <p:cNvSpPr/>
          <p:nvPr/>
        </p:nvSpPr>
        <p:spPr>
          <a:xfrm>
            <a:off x="3404128" y="3647484"/>
            <a:ext cx="640080" cy="119299"/>
          </a:xfrm>
          <a:prstGeom prst="rect">
            <a:avLst/>
          </a:prstGeom>
          <a:solidFill>
            <a:srgbClr val="FFFFFF"/>
          </a:solidFill>
          <a:ln w="6350">
            <a:solidFill>
              <a:srgbClr val="E2E2E2"/>
            </a:solidFill>
            <a:prstDash val="solid"/>
          </a:ln>
        </p:spPr>
      </p:sp>
      <p:sp>
        <p:nvSpPr>
          <p:cNvPr id="147" name="Shape 139"/>
          <p:cNvSpPr/>
          <p:nvPr/>
        </p:nvSpPr>
        <p:spPr>
          <a:xfrm>
            <a:off x="4044208" y="3647484"/>
            <a:ext cx="640080" cy="119299"/>
          </a:xfrm>
          <a:prstGeom prst="rect">
            <a:avLst/>
          </a:prstGeom>
          <a:solidFill>
            <a:srgbClr val="FFFFFF"/>
          </a:solidFill>
          <a:ln w="6350">
            <a:solidFill>
              <a:srgbClr val="E2E2E2"/>
            </a:solidFill>
            <a:prstDash val="solid"/>
          </a:ln>
        </p:spPr>
      </p:sp>
      <p:sp>
        <p:nvSpPr>
          <p:cNvPr id="148" name="Shape 140"/>
          <p:cNvSpPr/>
          <p:nvPr/>
        </p:nvSpPr>
        <p:spPr>
          <a:xfrm>
            <a:off x="843808" y="2931688"/>
            <a:ext cx="3840480" cy="119299"/>
          </a:xfrm>
          <a:prstGeom prst="rect">
            <a:avLst/>
          </a:prstGeom>
          <a:solidFill>
            <a:srgbClr val="1A73E8">
              <a:alpha val="12000"/>
            </a:srgbClr>
          </a:solidFill>
          <a:ln w="19050">
            <a:solidFill>
              <a:srgbClr val="1A73E8"/>
            </a:solidFill>
            <a:prstDash val="solid"/>
          </a:ln>
        </p:spPr>
      </p:sp>
      <p:sp>
        <p:nvSpPr>
          <p:cNvPr id="149" name="Shape 141"/>
          <p:cNvSpPr/>
          <p:nvPr/>
        </p:nvSpPr>
        <p:spPr>
          <a:xfrm>
            <a:off x="587776" y="3794216"/>
            <a:ext cx="4950927" cy="201168"/>
          </a:xfrm>
          <a:prstGeom prst="rect">
            <a:avLst/>
          </a:prstGeom>
          <a:solidFill>
            <a:srgbClr val="F8F9FA"/>
          </a:solidFill>
          <a:ln w="12700">
            <a:solidFill>
              <a:srgbClr val="F8F9FA"/>
            </a:solidFill>
            <a:prstDash val="solid"/>
          </a:ln>
        </p:spPr>
      </p:sp>
      <p:sp>
        <p:nvSpPr>
          <p:cNvPr id="150" name="Text 142"/>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51" name="Text 143"/>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Data</a:t>
            </a:r>
            <a:endParaRPr lang="en-US" sz="700" dirty="0"/>
          </a:p>
        </p:txBody>
      </p:sp>
      <p:sp>
        <p:nvSpPr>
          <p:cNvPr id="152" name="Text 144"/>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Ringkasan</a:t>
            </a:r>
            <a:endParaRPr lang="en-US" sz="700" dirty="0"/>
          </a:p>
        </p:txBody>
      </p:sp>
      <p:sp>
        <p:nvSpPr>
          <p:cNvPr id="153" name="Shape 145"/>
          <p:cNvSpPr/>
          <p:nvPr/>
        </p:nvSpPr>
        <p:spPr>
          <a:xfrm>
            <a:off x="2690896" y="3794216"/>
            <a:ext cx="731520" cy="201168"/>
          </a:xfrm>
          <a:prstGeom prst="rect">
            <a:avLst/>
          </a:prstGeom>
          <a:solidFill>
            <a:srgbClr val="E1EFFE"/>
          </a:solidFill>
          <a:ln w="12700">
            <a:solidFill>
              <a:srgbClr val="E1EFFE"/>
            </a:solidFill>
            <a:prstDash val="solid"/>
          </a:ln>
        </p:spPr>
      </p:sp>
      <p:sp>
        <p:nvSpPr>
          <p:cNvPr id="154" name="Text 146"/>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Dashboard</a:t>
            </a:r>
            <a:endParaRPr lang="en-US" sz="700" dirty="0"/>
          </a:p>
        </p:txBody>
      </p:sp>
      <p:sp>
        <p:nvSpPr>
          <p:cNvPr id="155" name="Shape 147"/>
          <p:cNvSpPr/>
          <p:nvPr/>
        </p:nvSpPr>
        <p:spPr>
          <a:xfrm>
            <a:off x="825520" y="2913400"/>
            <a:ext cx="3877056" cy="155875"/>
          </a:xfrm>
          <a:prstGeom prst="roundRect">
            <a:avLst>
              <a:gd name="adj" fmla="val 29331"/>
            </a:avLst>
          </a:prstGeom>
          <a:solidFill>
            <a:srgbClr val="FFFFFF">
              <a:alpha val="0"/>
            </a:srgbClr>
          </a:solidFill>
          <a:ln w="31750">
            <a:solidFill>
              <a:srgbClr val="E53935"/>
            </a:solidFill>
            <a:prstDash val="solid"/>
          </a:ln>
        </p:spPr>
      </p:sp>
      <p:sp>
        <p:nvSpPr>
          <p:cNvPr id="156" name="Shape 148"/>
          <p:cNvSpPr/>
          <p:nvPr/>
        </p:nvSpPr>
        <p:spPr>
          <a:xfrm>
            <a:off x="4565416" y="2776240"/>
            <a:ext cx="274320" cy="274320"/>
          </a:xfrm>
          <a:prstGeom prst="ellipse">
            <a:avLst/>
          </a:prstGeom>
          <a:solidFill>
            <a:srgbClr val="E53935"/>
          </a:solidFill>
          <a:ln w="12700">
            <a:solidFill>
              <a:srgbClr val="FFFFFF"/>
            </a:solidFill>
            <a:prstDash val="solid"/>
          </a:ln>
        </p:spPr>
      </p:sp>
      <p:sp>
        <p:nvSpPr>
          <p:cNvPr id="157" name="Text 149"/>
          <p:cNvSpPr txBox="1"/>
          <p:nvPr/>
        </p:nvSpPr>
        <p:spPr>
          <a:xfrm>
            <a:off x="4565416" y="27762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158" name="Image 6" descr="preencoded.png">    </p:cNvPr>
          <p:cNvPicPr>
            <a:picLocks noChangeAspect="1"/>
          </p:cNvPicPr>
          <p:nvPr/>
        </p:nvPicPr>
        <p:blipFill>
          <a:blip r:embed="rId7"/>
          <a:stretch>
            <a:fillRect/>
          </a:stretch>
        </p:blipFill>
        <p:spPr>
          <a:xfrm>
            <a:off x="2956072" y="2997302"/>
            <a:ext cx="237744" cy="237744"/>
          </a:xfrm>
          <a:prstGeom prst="rect">
            <a:avLst/>
          </a:prstGeom>
        </p:spPr>
      </p:pic>
      <p:sp>
        <p:nvSpPr>
          <p:cNvPr id="159" name="Text 15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160" name="Text 15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label kartu di baris 3</a:t>
            </a:r>
            <a:endParaRPr lang="en-US" sz="1800" dirty="0"/>
          </a:p>
        </p:txBody>
      </p:sp>
      <p:sp>
        <p:nvSpPr>
          <p:cNvPr id="161" name="Text 15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A3: Jumlah santri · C3: Rata-rata juz · E3: Juz tertinggi. Huruf kecil, abu-abu.</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Kartu Angka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C4</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r>
              <a:rPr lang="en-US" sz="800" dirty="0">
                <a:solidFill>
                  <a:srgbClr val="1E2A26"/>
                </a:solidFill>
                <a:latin typeface="Courier New" pitchFamily="34" charset="0"/>
                <a:ea typeface="Courier New" pitchFamily="34" charset="-122"/>
                <a:cs typeface="Courier New" pitchFamily="34" charset="-120"/>
              </a:rPr>
              <a:t>=AVERAGE(Data!F2:F30)</a:t>
            </a: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6400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483888" y="2573789"/>
            <a:ext cx="640080" cy="119299"/>
          </a:xfrm>
          <a:prstGeom prst="rect">
            <a:avLst/>
          </a:prstGeom>
          <a:solidFill>
            <a:srgbClr val="F8F9FA"/>
          </a:solidFill>
          <a:ln w="6350">
            <a:solidFill>
              <a:srgbClr val="DDDDDD"/>
            </a:solidFill>
            <a:prstDash val="solid"/>
          </a:ln>
        </p:spPr>
      </p:sp>
      <p:sp>
        <p:nvSpPr>
          <p:cNvPr id="64" name="Text 56"/>
          <p:cNvSpPr txBox="1"/>
          <p:nvPr/>
        </p:nvSpPr>
        <p:spPr>
          <a:xfrm>
            <a:off x="148388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12396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212396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764048" y="2573789"/>
            <a:ext cx="640080" cy="119299"/>
          </a:xfrm>
          <a:prstGeom prst="rect">
            <a:avLst/>
          </a:prstGeom>
          <a:solidFill>
            <a:srgbClr val="F8F9FA"/>
          </a:solidFill>
          <a:ln w="6350">
            <a:solidFill>
              <a:srgbClr val="DDDDDD"/>
            </a:solidFill>
            <a:prstDash val="solid"/>
          </a:ln>
        </p:spPr>
      </p:sp>
      <p:sp>
        <p:nvSpPr>
          <p:cNvPr id="68" name="Text 60"/>
          <p:cNvSpPr txBox="1"/>
          <p:nvPr/>
        </p:nvSpPr>
        <p:spPr>
          <a:xfrm>
            <a:off x="276404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404128" y="2573789"/>
            <a:ext cx="640080" cy="119299"/>
          </a:xfrm>
          <a:prstGeom prst="rect">
            <a:avLst/>
          </a:prstGeom>
          <a:solidFill>
            <a:srgbClr val="F8F9FA"/>
          </a:solidFill>
          <a:ln w="6350">
            <a:solidFill>
              <a:srgbClr val="DDDDDD"/>
            </a:solidFill>
            <a:prstDash val="solid"/>
          </a:ln>
        </p:spPr>
      </p:sp>
      <p:sp>
        <p:nvSpPr>
          <p:cNvPr id="70" name="Text 62"/>
          <p:cNvSpPr txBox="1"/>
          <p:nvPr/>
        </p:nvSpPr>
        <p:spPr>
          <a:xfrm>
            <a:off x="34041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4044208" y="2573789"/>
            <a:ext cx="640080" cy="119299"/>
          </a:xfrm>
          <a:prstGeom prst="rect">
            <a:avLst/>
          </a:prstGeom>
          <a:solidFill>
            <a:srgbClr val="F8F9FA"/>
          </a:solidFill>
          <a:ln w="6350">
            <a:solidFill>
              <a:srgbClr val="DDDDDD"/>
            </a:solidFill>
            <a:prstDash val="solid"/>
          </a:ln>
        </p:spPr>
      </p:sp>
      <p:sp>
        <p:nvSpPr>
          <p:cNvPr id="72" name="Text 64"/>
          <p:cNvSpPr txBox="1"/>
          <p:nvPr/>
        </p:nvSpPr>
        <p:spPr>
          <a:xfrm>
            <a:off x="40442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640080" cy="119299"/>
          </a:xfrm>
          <a:prstGeom prst="rect">
            <a:avLst/>
          </a:prstGeom>
          <a:solidFill>
            <a:srgbClr val="FFFFFF"/>
          </a:solidFill>
          <a:ln w="6350">
            <a:solidFill>
              <a:srgbClr val="E2E2E2"/>
            </a:solidFill>
            <a:prstDash val="solid"/>
          </a:ln>
        </p:spPr>
      </p:sp>
      <p:sp>
        <p:nvSpPr>
          <p:cNvPr id="76" name="Shape 68"/>
          <p:cNvSpPr/>
          <p:nvPr/>
        </p:nvSpPr>
        <p:spPr>
          <a:xfrm>
            <a:off x="1483888" y="2693089"/>
            <a:ext cx="640080" cy="119299"/>
          </a:xfrm>
          <a:prstGeom prst="rect">
            <a:avLst/>
          </a:prstGeom>
          <a:solidFill>
            <a:srgbClr val="FFFFFF"/>
          </a:solidFill>
          <a:ln w="6350">
            <a:solidFill>
              <a:srgbClr val="E2E2E2"/>
            </a:solidFill>
            <a:prstDash val="solid"/>
          </a:ln>
        </p:spPr>
      </p:sp>
      <p:sp>
        <p:nvSpPr>
          <p:cNvPr id="77" name="Shape 69"/>
          <p:cNvSpPr/>
          <p:nvPr/>
        </p:nvSpPr>
        <p:spPr>
          <a:xfrm>
            <a:off x="2123968" y="2693089"/>
            <a:ext cx="640080" cy="119299"/>
          </a:xfrm>
          <a:prstGeom prst="rect">
            <a:avLst/>
          </a:prstGeom>
          <a:solidFill>
            <a:srgbClr val="FFFFFF"/>
          </a:solidFill>
          <a:ln w="6350">
            <a:solidFill>
              <a:srgbClr val="E2E2E2"/>
            </a:solidFill>
            <a:prstDash val="solid"/>
          </a:ln>
        </p:spPr>
      </p:sp>
      <p:sp>
        <p:nvSpPr>
          <p:cNvPr id="78" name="Shape 70"/>
          <p:cNvSpPr/>
          <p:nvPr/>
        </p:nvSpPr>
        <p:spPr>
          <a:xfrm>
            <a:off x="2764048" y="2693089"/>
            <a:ext cx="640080" cy="119299"/>
          </a:xfrm>
          <a:prstGeom prst="rect">
            <a:avLst/>
          </a:prstGeom>
          <a:solidFill>
            <a:srgbClr val="FFFFFF"/>
          </a:solidFill>
          <a:ln w="6350">
            <a:solidFill>
              <a:srgbClr val="E2E2E2"/>
            </a:solidFill>
            <a:prstDash val="solid"/>
          </a:ln>
        </p:spPr>
      </p:sp>
      <p:sp>
        <p:nvSpPr>
          <p:cNvPr id="79" name="Shape 71"/>
          <p:cNvSpPr/>
          <p:nvPr/>
        </p:nvSpPr>
        <p:spPr>
          <a:xfrm>
            <a:off x="3404128" y="2693089"/>
            <a:ext cx="640080" cy="119299"/>
          </a:xfrm>
          <a:prstGeom prst="rect">
            <a:avLst/>
          </a:prstGeom>
          <a:solidFill>
            <a:srgbClr val="FFFFFF"/>
          </a:solidFill>
          <a:ln w="6350">
            <a:solidFill>
              <a:srgbClr val="E2E2E2"/>
            </a:solidFill>
            <a:prstDash val="solid"/>
          </a:ln>
        </p:spPr>
      </p:sp>
      <p:sp>
        <p:nvSpPr>
          <p:cNvPr id="80" name="Shape 72"/>
          <p:cNvSpPr/>
          <p:nvPr/>
        </p:nvSpPr>
        <p:spPr>
          <a:xfrm>
            <a:off x="4044208" y="2693089"/>
            <a:ext cx="640080" cy="119299"/>
          </a:xfrm>
          <a:prstGeom prst="rect">
            <a:avLst/>
          </a:prstGeom>
          <a:solidFill>
            <a:srgbClr val="FFFFFF"/>
          </a:solidFill>
          <a:ln w="6350">
            <a:solidFill>
              <a:srgbClr val="E2E2E2"/>
            </a:solidFill>
            <a:prstDash val="solid"/>
          </a:ln>
        </p:spPr>
      </p:sp>
      <p:sp>
        <p:nvSpPr>
          <p:cNvPr id="81" name="Shape 73"/>
          <p:cNvSpPr/>
          <p:nvPr/>
        </p:nvSpPr>
        <p:spPr>
          <a:xfrm>
            <a:off x="587776" y="2812388"/>
            <a:ext cx="256032" cy="119299"/>
          </a:xfrm>
          <a:prstGeom prst="rect">
            <a:avLst/>
          </a:prstGeom>
          <a:solidFill>
            <a:srgbClr val="F8F9FA"/>
          </a:solidFill>
          <a:ln w="6350">
            <a:solidFill>
              <a:srgbClr val="DDDDDD"/>
            </a:solidFill>
            <a:prstDash val="solid"/>
          </a:ln>
        </p:spPr>
      </p:sp>
      <p:sp>
        <p:nvSpPr>
          <p:cNvPr id="82" name="Text 74"/>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3" name="Shape 75"/>
          <p:cNvSpPr/>
          <p:nvPr/>
        </p:nvSpPr>
        <p:spPr>
          <a:xfrm>
            <a:off x="843808" y="2812388"/>
            <a:ext cx="640080" cy="119299"/>
          </a:xfrm>
          <a:prstGeom prst="rect">
            <a:avLst/>
          </a:prstGeom>
          <a:solidFill>
            <a:srgbClr val="FFFFFF"/>
          </a:solidFill>
          <a:ln w="6350">
            <a:solidFill>
              <a:srgbClr val="E2E2E2"/>
            </a:solidFill>
            <a:prstDash val="solid"/>
          </a:ln>
        </p:spPr>
      </p:sp>
      <p:sp>
        <p:nvSpPr>
          <p:cNvPr id="84" name="Shape 76"/>
          <p:cNvSpPr/>
          <p:nvPr/>
        </p:nvSpPr>
        <p:spPr>
          <a:xfrm>
            <a:off x="1483888" y="2812388"/>
            <a:ext cx="640080" cy="119299"/>
          </a:xfrm>
          <a:prstGeom prst="rect">
            <a:avLst/>
          </a:prstGeom>
          <a:solidFill>
            <a:srgbClr val="FFFFFF"/>
          </a:solidFill>
          <a:ln w="6350">
            <a:solidFill>
              <a:srgbClr val="E2E2E2"/>
            </a:solidFill>
            <a:prstDash val="solid"/>
          </a:ln>
        </p:spPr>
      </p:sp>
      <p:sp>
        <p:nvSpPr>
          <p:cNvPr id="85" name="Shape 77"/>
          <p:cNvSpPr/>
          <p:nvPr/>
        </p:nvSpPr>
        <p:spPr>
          <a:xfrm>
            <a:off x="2123968" y="2812388"/>
            <a:ext cx="640080" cy="119299"/>
          </a:xfrm>
          <a:prstGeom prst="rect">
            <a:avLst/>
          </a:prstGeom>
          <a:solidFill>
            <a:srgbClr val="FFFFFF"/>
          </a:solidFill>
          <a:ln w="6350">
            <a:solidFill>
              <a:srgbClr val="E2E2E2"/>
            </a:solidFill>
            <a:prstDash val="solid"/>
          </a:ln>
        </p:spPr>
      </p:sp>
      <p:sp>
        <p:nvSpPr>
          <p:cNvPr id="86" name="Shape 78"/>
          <p:cNvSpPr/>
          <p:nvPr/>
        </p:nvSpPr>
        <p:spPr>
          <a:xfrm>
            <a:off x="2764048" y="2812388"/>
            <a:ext cx="640080" cy="119299"/>
          </a:xfrm>
          <a:prstGeom prst="rect">
            <a:avLst/>
          </a:prstGeom>
          <a:solidFill>
            <a:srgbClr val="FFFFFF"/>
          </a:solidFill>
          <a:ln w="6350">
            <a:solidFill>
              <a:srgbClr val="E2E2E2"/>
            </a:solidFill>
            <a:prstDash val="solid"/>
          </a:ln>
        </p:spPr>
      </p:sp>
      <p:sp>
        <p:nvSpPr>
          <p:cNvPr id="87" name="Shape 79"/>
          <p:cNvSpPr/>
          <p:nvPr/>
        </p:nvSpPr>
        <p:spPr>
          <a:xfrm>
            <a:off x="3404128" y="2812388"/>
            <a:ext cx="640080" cy="119299"/>
          </a:xfrm>
          <a:prstGeom prst="rect">
            <a:avLst/>
          </a:prstGeom>
          <a:solidFill>
            <a:srgbClr val="FFFFFF"/>
          </a:solidFill>
          <a:ln w="6350">
            <a:solidFill>
              <a:srgbClr val="E2E2E2"/>
            </a:solidFill>
            <a:prstDash val="solid"/>
          </a:ln>
        </p:spPr>
      </p:sp>
      <p:sp>
        <p:nvSpPr>
          <p:cNvPr id="88" name="Shape 80"/>
          <p:cNvSpPr/>
          <p:nvPr/>
        </p:nvSpPr>
        <p:spPr>
          <a:xfrm>
            <a:off x="4044208" y="2812388"/>
            <a:ext cx="640080" cy="119299"/>
          </a:xfrm>
          <a:prstGeom prst="rect">
            <a:avLst/>
          </a:prstGeom>
          <a:solidFill>
            <a:srgbClr val="FFFFFF"/>
          </a:solidFill>
          <a:ln w="6350">
            <a:solidFill>
              <a:srgbClr val="E2E2E2"/>
            </a:solidFill>
            <a:prstDash val="solid"/>
          </a:ln>
        </p:spPr>
      </p:sp>
      <p:sp>
        <p:nvSpPr>
          <p:cNvPr id="89" name="Shape 81"/>
          <p:cNvSpPr/>
          <p:nvPr/>
        </p:nvSpPr>
        <p:spPr>
          <a:xfrm>
            <a:off x="587776" y="2931688"/>
            <a:ext cx="256032" cy="119299"/>
          </a:xfrm>
          <a:prstGeom prst="rect">
            <a:avLst/>
          </a:prstGeom>
          <a:solidFill>
            <a:srgbClr val="F8F9FA"/>
          </a:solidFill>
          <a:ln w="6350">
            <a:solidFill>
              <a:srgbClr val="DDDDDD"/>
            </a:solidFill>
            <a:prstDash val="solid"/>
          </a:ln>
        </p:spPr>
      </p:sp>
      <p:sp>
        <p:nvSpPr>
          <p:cNvPr id="90" name="Text 82"/>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1" name="Shape 83"/>
          <p:cNvSpPr/>
          <p:nvPr/>
        </p:nvSpPr>
        <p:spPr>
          <a:xfrm>
            <a:off x="843808" y="2931688"/>
            <a:ext cx="640080" cy="119299"/>
          </a:xfrm>
          <a:prstGeom prst="rect">
            <a:avLst/>
          </a:prstGeom>
          <a:solidFill>
            <a:srgbClr val="FFFFFF"/>
          </a:solidFill>
          <a:ln w="6350">
            <a:solidFill>
              <a:srgbClr val="E2E2E2"/>
            </a:solidFill>
            <a:prstDash val="solid"/>
          </a:ln>
        </p:spPr>
      </p:sp>
      <p:sp>
        <p:nvSpPr>
          <p:cNvPr id="92" name="Text 84"/>
          <p:cNvSpPr txBox="1"/>
          <p:nvPr/>
        </p:nvSpPr>
        <p:spPr>
          <a:xfrm>
            <a:off x="871240" y="2931688"/>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Jumlah santri</a:t>
            </a:r>
            <a:endParaRPr lang="en-US" sz="600" dirty="0"/>
          </a:p>
        </p:txBody>
      </p:sp>
      <p:sp>
        <p:nvSpPr>
          <p:cNvPr id="93" name="Shape 85"/>
          <p:cNvSpPr/>
          <p:nvPr/>
        </p:nvSpPr>
        <p:spPr>
          <a:xfrm>
            <a:off x="1483888" y="2931688"/>
            <a:ext cx="640080" cy="119299"/>
          </a:xfrm>
          <a:prstGeom prst="rect">
            <a:avLst/>
          </a:prstGeom>
          <a:solidFill>
            <a:srgbClr val="FFFFFF"/>
          </a:solidFill>
          <a:ln w="6350">
            <a:solidFill>
              <a:srgbClr val="E2E2E2"/>
            </a:solidFill>
            <a:prstDash val="solid"/>
          </a:ln>
        </p:spPr>
      </p:sp>
      <p:sp>
        <p:nvSpPr>
          <p:cNvPr id="94" name="Shape 86"/>
          <p:cNvSpPr/>
          <p:nvPr/>
        </p:nvSpPr>
        <p:spPr>
          <a:xfrm>
            <a:off x="2123968" y="2931688"/>
            <a:ext cx="640080" cy="119299"/>
          </a:xfrm>
          <a:prstGeom prst="rect">
            <a:avLst/>
          </a:prstGeom>
          <a:solidFill>
            <a:srgbClr val="FFFFFF"/>
          </a:solidFill>
          <a:ln w="6350">
            <a:solidFill>
              <a:srgbClr val="E2E2E2"/>
            </a:solidFill>
            <a:prstDash val="solid"/>
          </a:ln>
        </p:spPr>
      </p:sp>
      <p:sp>
        <p:nvSpPr>
          <p:cNvPr id="95" name="Text 87"/>
          <p:cNvSpPr txBox="1"/>
          <p:nvPr/>
        </p:nvSpPr>
        <p:spPr>
          <a:xfrm>
            <a:off x="2151400" y="2931688"/>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Rata-rata juz</a:t>
            </a:r>
            <a:endParaRPr lang="en-US" sz="600" dirty="0"/>
          </a:p>
        </p:txBody>
      </p:sp>
      <p:sp>
        <p:nvSpPr>
          <p:cNvPr id="96" name="Shape 88"/>
          <p:cNvSpPr/>
          <p:nvPr/>
        </p:nvSpPr>
        <p:spPr>
          <a:xfrm>
            <a:off x="2764048" y="2931688"/>
            <a:ext cx="640080" cy="119299"/>
          </a:xfrm>
          <a:prstGeom prst="rect">
            <a:avLst/>
          </a:prstGeom>
          <a:solidFill>
            <a:srgbClr val="FFFFFF"/>
          </a:solidFill>
          <a:ln w="6350">
            <a:solidFill>
              <a:srgbClr val="E2E2E2"/>
            </a:solidFill>
            <a:prstDash val="solid"/>
          </a:ln>
        </p:spPr>
      </p:sp>
      <p:sp>
        <p:nvSpPr>
          <p:cNvPr id="97" name="Shape 89"/>
          <p:cNvSpPr/>
          <p:nvPr/>
        </p:nvSpPr>
        <p:spPr>
          <a:xfrm>
            <a:off x="3404128" y="2931688"/>
            <a:ext cx="640080" cy="119299"/>
          </a:xfrm>
          <a:prstGeom prst="rect">
            <a:avLst/>
          </a:prstGeom>
          <a:solidFill>
            <a:srgbClr val="FFFFFF"/>
          </a:solidFill>
          <a:ln w="6350">
            <a:solidFill>
              <a:srgbClr val="E2E2E2"/>
            </a:solidFill>
            <a:prstDash val="solid"/>
          </a:ln>
        </p:spPr>
      </p:sp>
      <p:sp>
        <p:nvSpPr>
          <p:cNvPr id="98" name="Text 90"/>
          <p:cNvSpPr txBox="1"/>
          <p:nvPr/>
        </p:nvSpPr>
        <p:spPr>
          <a:xfrm>
            <a:off x="3431560" y="2931688"/>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Juz tertinggi</a:t>
            </a:r>
            <a:endParaRPr lang="en-US" sz="600" dirty="0"/>
          </a:p>
        </p:txBody>
      </p:sp>
      <p:sp>
        <p:nvSpPr>
          <p:cNvPr id="99" name="Shape 91"/>
          <p:cNvSpPr/>
          <p:nvPr/>
        </p:nvSpPr>
        <p:spPr>
          <a:xfrm>
            <a:off x="4044208" y="2931688"/>
            <a:ext cx="640080" cy="119299"/>
          </a:xfrm>
          <a:prstGeom prst="rect">
            <a:avLst/>
          </a:prstGeom>
          <a:solidFill>
            <a:srgbClr val="FFFFFF"/>
          </a:solidFill>
          <a:ln w="6350">
            <a:solidFill>
              <a:srgbClr val="E2E2E2"/>
            </a:solidFill>
            <a:prstDash val="solid"/>
          </a:ln>
        </p:spPr>
      </p:sp>
      <p:sp>
        <p:nvSpPr>
          <p:cNvPr id="100" name="Shape 92"/>
          <p:cNvSpPr/>
          <p:nvPr/>
        </p:nvSpPr>
        <p:spPr>
          <a:xfrm>
            <a:off x="587776" y="3050987"/>
            <a:ext cx="256032" cy="119299"/>
          </a:xfrm>
          <a:prstGeom prst="rect">
            <a:avLst/>
          </a:prstGeom>
          <a:solidFill>
            <a:srgbClr val="F8F9FA"/>
          </a:solidFill>
          <a:ln w="6350">
            <a:solidFill>
              <a:srgbClr val="DDDDDD"/>
            </a:solidFill>
            <a:prstDash val="solid"/>
          </a:ln>
        </p:spPr>
      </p:sp>
      <p:sp>
        <p:nvSpPr>
          <p:cNvPr id="101" name="Text 93"/>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02" name="Shape 94"/>
          <p:cNvSpPr/>
          <p:nvPr/>
        </p:nvSpPr>
        <p:spPr>
          <a:xfrm>
            <a:off x="843808" y="3050987"/>
            <a:ext cx="640080" cy="119299"/>
          </a:xfrm>
          <a:prstGeom prst="rect">
            <a:avLst/>
          </a:prstGeom>
          <a:solidFill>
            <a:srgbClr val="FFFFFF"/>
          </a:solidFill>
          <a:ln w="6350">
            <a:solidFill>
              <a:srgbClr val="E2E2E2"/>
            </a:solidFill>
            <a:prstDash val="solid"/>
          </a:ln>
        </p:spPr>
      </p:sp>
      <p:sp>
        <p:nvSpPr>
          <p:cNvPr id="103" name="Text 95"/>
          <p:cNvSpPr txBox="1"/>
          <p:nvPr/>
        </p:nvSpPr>
        <p:spPr>
          <a:xfrm>
            <a:off x="871240" y="30509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16</a:t>
            </a:r>
            <a:endParaRPr lang="en-US" sz="600" dirty="0"/>
          </a:p>
        </p:txBody>
      </p:sp>
      <p:sp>
        <p:nvSpPr>
          <p:cNvPr id="104" name="Shape 96"/>
          <p:cNvSpPr/>
          <p:nvPr/>
        </p:nvSpPr>
        <p:spPr>
          <a:xfrm>
            <a:off x="1483888" y="3050987"/>
            <a:ext cx="640080" cy="119299"/>
          </a:xfrm>
          <a:prstGeom prst="rect">
            <a:avLst/>
          </a:prstGeom>
          <a:solidFill>
            <a:srgbClr val="FFFFFF"/>
          </a:solidFill>
          <a:ln w="6350">
            <a:solidFill>
              <a:srgbClr val="E2E2E2"/>
            </a:solidFill>
            <a:prstDash val="solid"/>
          </a:ln>
        </p:spPr>
      </p:sp>
      <p:sp>
        <p:nvSpPr>
          <p:cNvPr id="105" name="Shape 97"/>
          <p:cNvSpPr/>
          <p:nvPr/>
        </p:nvSpPr>
        <p:spPr>
          <a:xfrm>
            <a:off x="2123968" y="3050987"/>
            <a:ext cx="640080" cy="119299"/>
          </a:xfrm>
          <a:prstGeom prst="rect">
            <a:avLst/>
          </a:prstGeom>
          <a:solidFill>
            <a:srgbClr val="FFFFFF"/>
          </a:solidFill>
          <a:ln w="6350">
            <a:solidFill>
              <a:srgbClr val="E2E2E2"/>
            </a:solidFill>
            <a:prstDash val="solid"/>
          </a:ln>
        </p:spPr>
      </p:sp>
      <p:sp>
        <p:nvSpPr>
          <p:cNvPr id="106" name="Text 98"/>
          <p:cNvSpPr txBox="1"/>
          <p:nvPr/>
        </p:nvSpPr>
        <p:spPr>
          <a:xfrm>
            <a:off x="2151400" y="30509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3.3</a:t>
            </a:r>
            <a:endParaRPr lang="en-US" sz="600" dirty="0"/>
          </a:p>
        </p:txBody>
      </p:sp>
      <p:sp>
        <p:nvSpPr>
          <p:cNvPr id="107" name="Shape 99"/>
          <p:cNvSpPr/>
          <p:nvPr/>
        </p:nvSpPr>
        <p:spPr>
          <a:xfrm>
            <a:off x="2764048" y="3050987"/>
            <a:ext cx="640080" cy="119299"/>
          </a:xfrm>
          <a:prstGeom prst="rect">
            <a:avLst/>
          </a:prstGeom>
          <a:solidFill>
            <a:srgbClr val="FFFFFF"/>
          </a:solidFill>
          <a:ln w="6350">
            <a:solidFill>
              <a:srgbClr val="E2E2E2"/>
            </a:solidFill>
            <a:prstDash val="solid"/>
          </a:ln>
        </p:spPr>
      </p:sp>
      <p:sp>
        <p:nvSpPr>
          <p:cNvPr id="108" name="Shape 100"/>
          <p:cNvSpPr/>
          <p:nvPr/>
        </p:nvSpPr>
        <p:spPr>
          <a:xfrm>
            <a:off x="3404128" y="3050987"/>
            <a:ext cx="640080" cy="119299"/>
          </a:xfrm>
          <a:prstGeom prst="rect">
            <a:avLst/>
          </a:prstGeom>
          <a:solidFill>
            <a:srgbClr val="FFFFFF"/>
          </a:solidFill>
          <a:ln w="6350">
            <a:solidFill>
              <a:srgbClr val="E2E2E2"/>
            </a:solidFill>
            <a:prstDash val="solid"/>
          </a:ln>
        </p:spPr>
      </p:sp>
      <p:sp>
        <p:nvSpPr>
          <p:cNvPr id="109" name="Text 101"/>
          <p:cNvSpPr txBox="1"/>
          <p:nvPr/>
        </p:nvSpPr>
        <p:spPr>
          <a:xfrm>
            <a:off x="3431560" y="30509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10" name="Shape 102"/>
          <p:cNvSpPr/>
          <p:nvPr/>
        </p:nvSpPr>
        <p:spPr>
          <a:xfrm>
            <a:off x="4044208" y="3050987"/>
            <a:ext cx="640080" cy="119299"/>
          </a:xfrm>
          <a:prstGeom prst="rect">
            <a:avLst/>
          </a:prstGeom>
          <a:solidFill>
            <a:srgbClr val="FFFFFF"/>
          </a:solidFill>
          <a:ln w="6350">
            <a:solidFill>
              <a:srgbClr val="E2E2E2"/>
            </a:solidFill>
            <a:prstDash val="solid"/>
          </a:ln>
        </p:spPr>
      </p:sp>
      <p:sp>
        <p:nvSpPr>
          <p:cNvPr id="111" name="Shape 103"/>
          <p:cNvSpPr/>
          <p:nvPr/>
        </p:nvSpPr>
        <p:spPr>
          <a:xfrm>
            <a:off x="587776" y="3170287"/>
            <a:ext cx="256032" cy="119299"/>
          </a:xfrm>
          <a:prstGeom prst="rect">
            <a:avLst/>
          </a:prstGeom>
          <a:solidFill>
            <a:srgbClr val="F8F9FA"/>
          </a:solidFill>
          <a:ln w="6350">
            <a:solidFill>
              <a:srgbClr val="DDDDDD"/>
            </a:solidFill>
            <a:prstDash val="solid"/>
          </a:ln>
        </p:spPr>
      </p:sp>
      <p:sp>
        <p:nvSpPr>
          <p:cNvPr id="112" name="Text 104"/>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13" name="Shape 105"/>
          <p:cNvSpPr/>
          <p:nvPr/>
        </p:nvSpPr>
        <p:spPr>
          <a:xfrm>
            <a:off x="843808" y="3170287"/>
            <a:ext cx="640080" cy="119299"/>
          </a:xfrm>
          <a:prstGeom prst="rect">
            <a:avLst/>
          </a:prstGeom>
          <a:solidFill>
            <a:srgbClr val="FFFFFF"/>
          </a:solidFill>
          <a:ln w="6350">
            <a:solidFill>
              <a:srgbClr val="E2E2E2"/>
            </a:solidFill>
            <a:prstDash val="solid"/>
          </a:ln>
        </p:spPr>
      </p:sp>
      <p:sp>
        <p:nvSpPr>
          <p:cNvPr id="114" name="Shape 106"/>
          <p:cNvSpPr/>
          <p:nvPr/>
        </p:nvSpPr>
        <p:spPr>
          <a:xfrm>
            <a:off x="1483888" y="3170287"/>
            <a:ext cx="640080" cy="119299"/>
          </a:xfrm>
          <a:prstGeom prst="rect">
            <a:avLst/>
          </a:prstGeom>
          <a:solidFill>
            <a:srgbClr val="FFFFFF"/>
          </a:solidFill>
          <a:ln w="6350">
            <a:solidFill>
              <a:srgbClr val="E2E2E2"/>
            </a:solidFill>
            <a:prstDash val="solid"/>
          </a:ln>
        </p:spPr>
      </p:sp>
      <p:sp>
        <p:nvSpPr>
          <p:cNvPr id="115" name="Shape 107"/>
          <p:cNvSpPr/>
          <p:nvPr/>
        </p:nvSpPr>
        <p:spPr>
          <a:xfrm>
            <a:off x="2123968" y="3170287"/>
            <a:ext cx="640080" cy="119299"/>
          </a:xfrm>
          <a:prstGeom prst="rect">
            <a:avLst/>
          </a:prstGeom>
          <a:solidFill>
            <a:srgbClr val="FFFFFF"/>
          </a:solidFill>
          <a:ln w="6350">
            <a:solidFill>
              <a:srgbClr val="E2E2E2"/>
            </a:solidFill>
            <a:prstDash val="solid"/>
          </a:ln>
        </p:spPr>
      </p:sp>
      <p:sp>
        <p:nvSpPr>
          <p:cNvPr id="116" name="Shape 108"/>
          <p:cNvSpPr/>
          <p:nvPr/>
        </p:nvSpPr>
        <p:spPr>
          <a:xfrm>
            <a:off x="2764048" y="3170287"/>
            <a:ext cx="640080" cy="119299"/>
          </a:xfrm>
          <a:prstGeom prst="rect">
            <a:avLst/>
          </a:prstGeom>
          <a:solidFill>
            <a:srgbClr val="FFFFFF"/>
          </a:solidFill>
          <a:ln w="6350">
            <a:solidFill>
              <a:srgbClr val="E2E2E2"/>
            </a:solidFill>
            <a:prstDash val="solid"/>
          </a:ln>
        </p:spPr>
      </p:sp>
      <p:sp>
        <p:nvSpPr>
          <p:cNvPr id="117" name="Shape 109"/>
          <p:cNvSpPr/>
          <p:nvPr/>
        </p:nvSpPr>
        <p:spPr>
          <a:xfrm>
            <a:off x="3404128" y="3170287"/>
            <a:ext cx="640080" cy="119299"/>
          </a:xfrm>
          <a:prstGeom prst="rect">
            <a:avLst/>
          </a:prstGeom>
          <a:solidFill>
            <a:srgbClr val="FFFFFF"/>
          </a:solidFill>
          <a:ln w="6350">
            <a:solidFill>
              <a:srgbClr val="E2E2E2"/>
            </a:solidFill>
            <a:prstDash val="solid"/>
          </a:ln>
        </p:spPr>
      </p:sp>
      <p:sp>
        <p:nvSpPr>
          <p:cNvPr id="118" name="Shape 110"/>
          <p:cNvSpPr/>
          <p:nvPr/>
        </p:nvSpPr>
        <p:spPr>
          <a:xfrm>
            <a:off x="4044208" y="3170287"/>
            <a:ext cx="640080" cy="119299"/>
          </a:xfrm>
          <a:prstGeom prst="rect">
            <a:avLst/>
          </a:prstGeom>
          <a:solidFill>
            <a:srgbClr val="FFFFFF"/>
          </a:solidFill>
          <a:ln w="6350">
            <a:solidFill>
              <a:srgbClr val="E2E2E2"/>
            </a:solidFill>
            <a:prstDash val="solid"/>
          </a:ln>
        </p:spPr>
      </p:sp>
      <p:sp>
        <p:nvSpPr>
          <p:cNvPr id="119" name="Shape 111"/>
          <p:cNvSpPr/>
          <p:nvPr/>
        </p:nvSpPr>
        <p:spPr>
          <a:xfrm>
            <a:off x="587776" y="3289586"/>
            <a:ext cx="256032" cy="119299"/>
          </a:xfrm>
          <a:prstGeom prst="rect">
            <a:avLst/>
          </a:prstGeom>
          <a:solidFill>
            <a:srgbClr val="F8F9FA"/>
          </a:solidFill>
          <a:ln w="6350">
            <a:solidFill>
              <a:srgbClr val="DDDDDD"/>
            </a:solidFill>
            <a:prstDash val="solid"/>
          </a:ln>
        </p:spPr>
      </p:sp>
      <p:sp>
        <p:nvSpPr>
          <p:cNvPr id="120" name="Text 112"/>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21" name="Shape 113"/>
          <p:cNvSpPr/>
          <p:nvPr/>
        </p:nvSpPr>
        <p:spPr>
          <a:xfrm>
            <a:off x="843808" y="3289586"/>
            <a:ext cx="640080" cy="119299"/>
          </a:xfrm>
          <a:prstGeom prst="rect">
            <a:avLst/>
          </a:prstGeom>
          <a:solidFill>
            <a:srgbClr val="FFFFFF"/>
          </a:solidFill>
          <a:ln w="6350">
            <a:solidFill>
              <a:srgbClr val="E2E2E2"/>
            </a:solidFill>
            <a:prstDash val="solid"/>
          </a:ln>
        </p:spPr>
      </p:sp>
      <p:sp>
        <p:nvSpPr>
          <p:cNvPr id="122" name="Shape 114"/>
          <p:cNvSpPr/>
          <p:nvPr/>
        </p:nvSpPr>
        <p:spPr>
          <a:xfrm>
            <a:off x="1483888" y="3289586"/>
            <a:ext cx="640080" cy="119299"/>
          </a:xfrm>
          <a:prstGeom prst="rect">
            <a:avLst/>
          </a:prstGeom>
          <a:solidFill>
            <a:srgbClr val="FFFFFF"/>
          </a:solidFill>
          <a:ln w="6350">
            <a:solidFill>
              <a:srgbClr val="E2E2E2"/>
            </a:solidFill>
            <a:prstDash val="solid"/>
          </a:ln>
        </p:spPr>
      </p:sp>
      <p:sp>
        <p:nvSpPr>
          <p:cNvPr id="123" name="Shape 115"/>
          <p:cNvSpPr/>
          <p:nvPr/>
        </p:nvSpPr>
        <p:spPr>
          <a:xfrm>
            <a:off x="2123968" y="3289586"/>
            <a:ext cx="640080" cy="119299"/>
          </a:xfrm>
          <a:prstGeom prst="rect">
            <a:avLst/>
          </a:prstGeom>
          <a:solidFill>
            <a:srgbClr val="FFFFFF"/>
          </a:solidFill>
          <a:ln w="6350">
            <a:solidFill>
              <a:srgbClr val="E2E2E2"/>
            </a:solidFill>
            <a:prstDash val="solid"/>
          </a:ln>
        </p:spPr>
      </p:sp>
      <p:sp>
        <p:nvSpPr>
          <p:cNvPr id="124" name="Shape 116"/>
          <p:cNvSpPr/>
          <p:nvPr/>
        </p:nvSpPr>
        <p:spPr>
          <a:xfrm>
            <a:off x="2764048" y="3289586"/>
            <a:ext cx="640080" cy="119299"/>
          </a:xfrm>
          <a:prstGeom prst="rect">
            <a:avLst/>
          </a:prstGeom>
          <a:solidFill>
            <a:srgbClr val="FFFFFF"/>
          </a:solidFill>
          <a:ln w="6350">
            <a:solidFill>
              <a:srgbClr val="E2E2E2"/>
            </a:solidFill>
            <a:prstDash val="solid"/>
          </a:ln>
        </p:spPr>
      </p:sp>
      <p:sp>
        <p:nvSpPr>
          <p:cNvPr id="125" name="Shape 117"/>
          <p:cNvSpPr/>
          <p:nvPr/>
        </p:nvSpPr>
        <p:spPr>
          <a:xfrm>
            <a:off x="3404128" y="3289586"/>
            <a:ext cx="640080" cy="119299"/>
          </a:xfrm>
          <a:prstGeom prst="rect">
            <a:avLst/>
          </a:prstGeom>
          <a:solidFill>
            <a:srgbClr val="FFFFFF"/>
          </a:solidFill>
          <a:ln w="6350">
            <a:solidFill>
              <a:srgbClr val="E2E2E2"/>
            </a:solidFill>
            <a:prstDash val="solid"/>
          </a:ln>
        </p:spPr>
      </p:sp>
      <p:sp>
        <p:nvSpPr>
          <p:cNvPr id="126" name="Shape 118"/>
          <p:cNvSpPr/>
          <p:nvPr/>
        </p:nvSpPr>
        <p:spPr>
          <a:xfrm>
            <a:off x="4044208" y="3289586"/>
            <a:ext cx="640080" cy="119299"/>
          </a:xfrm>
          <a:prstGeom prst="rect">
            <a:avLst/>
          </a:prstGeom>
          <a:solidFill>
            <a:srgbClr val="FFFFFF"/>
          </a:solidFill>
          <a:ln w="6350">
            <a:solidFill>
              <a:srgbClr val="E2E2E2"/>
            </a:solidFill>
            <a:prstDash val="solid"/>
          </a:ln>
        </p:spPr>
      </p:sp>
      <p:sp>
        <p:nvSpPr>
          <p:cNvPr id="127" name="Shape 119"/>
          <p:cNvSpPr/>
          <p:nvPr/>
        </p:nvSpPr>
        <p:spPr>
          <a:xfrm>
            <a:off x="587776" y="3408885"/>
            <a:ext cx="256032" cy="119299"/>
          </a:xfrm>
          <a:prstGeom prst="rect">
            <a:avLst/>
          </a:prstGeom>
          <a:solidFill>
            <a:srgbClr val="F8F9FA"/>
          </a:solidFill>
          <a:ln w="6350">
            <a:solidFill>
              <a:srgbClr val="DDDDDD"/>
            </a:solidFill>
            <a:prstDash val="solid"/>
          </a:ln>
        </p:spPr>
      </p:sp>
      <p:sp>
        <p:nvSpPr>
          <p:cNvPr id="128" name="Text 120"/>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29" name="Shape 121"/>
          <p:cNvSpPr/>
          <p:nvPr/>
        </p:nvSpPr>
        <p:spPr>
          <a:xfrm>
            <a:off x="843808" y="3408885"/>
            <a:ext cx="640080" cy="119299"/>
          </a:xfrm>
          <a:prstGeom prst="rect">
            <a:avLst/>
          </a:prstGeom>
          <a:solidFill>
            <a:srgbClr val="FFFFFF"/>
          </a:solidFill>
          <a:ln w="6350">
            <a:solidFill>
              <a:srgbClr val="E2E2E2"/>
            </a:solidFill>
            <a:prstDash val="solid"/>
          </a:ln>
        </p:spPr>
      </p:sp>
      <p:sp>
        <p:nvSpPr>
          <p:cNvPr id="130" name="Shape 122"/>
          <p:cNvSpPr/>
          <p:nvPr/>
        </p:nvSpPr>
        <p:spPr>
          <a:xfrm>
            <a:off x="1483888" y="3408885"/>
            <a:ext cx="640080" cy="119299"/>
          </a:xfrm>
          <a:prstGeom prst="rect">
            <a:avLst/>
          </a:prstGeom>
          <a:solidFill>
            <a:srgbClr val="FFFFFF"/>
          </a:solidFill>
          <a:ln w="6350">
            <a:solidFill>
              <a:srgbClr val="E2E2E2"/>
            </a:solidFill>
            <a:prstDash val="solid"/>
          </a:ln>
        </p:spPr>
      </p:sp>
      <p:sp>
        <p:nvSpPr>
          <p:cNvPr id="131" name="Shape 123"/>
          <p:cNvSpPr/>
          <p:nvPr/>
        </p:nvSpPr>
        <p:spPr>
          <a:xfrm>
            <a:off x="2123968" y="3408885"/>
            <a:ext cx="640080" cy="119299"/>
          </a:xfrm>
          <a:prstGeom prst="rect">
            <a:avLst/>
          </a:prstGeom>
          <a:solidFill>
            <a:srgbClr val="FFFFFF"/>
          </a:solidFill>
          <a:ln w="6350">
            <a:solidFill>
              <a:srgbClr val="E2E2E2"/>
            </a:solidFill>
            <a:prstDash val="solid"/>
          </a:ln>
        </p:spPr>
      </p:sp>
      <p:sp>
        <p:nvSpPr>
          <p:cNvPr id="132" name="Shape 124"/>
          <p:cNvSpPr/>
          <p:nvPr/>
        </p:nvSpPr>
        <p:spPr>
          <a:xfrm>
            <a:off x="2764048" y="3408885"/>
            <a:ext cx="640080" cy="119299"/>
          </a:xfrm>
          <a:prstGeom prst="rect">
            <a:avLst/>
          </a:prstGeom>
          <a:solidFill>
            <a:srgbClr val="FFFFFF"/>
          </a:solidFill>
          <a:ln w="6350">
            <a:solidFill>
              <a:srgbClr val="E2E2E2"/>
            </a:solidFill>
            <a:prstDash val="solid"/>
          </a:ln>
        </p:spPr>
      </p:sp>
      <p:sp>
        <p:nvSpPr>
          <p:cNvPr id="133" name="Shape 125"/>
          <p:cNvSpPr/>
          <p:nvPr/>
        </p:nvSpPr>
        <p:spPr>
          <a:xfrm>
            <a:off x="3404128" y="3408885"/>
            <a:ext cx="640080" cy="119299"/>
          </a:xfrm>
          <a:prstGeom prst="rect">
            <a:avLst/>
          </a:prstGeom>
          <a:solidFill>
            <a:srgbClr val="FFFFFF"/>
          </a:solidFill>
          <a:ln w="6350">
            <a:solidFill>
              <a:srgbClr val="E2E2E2"/>
            </a:solidFill>
            <a:prstDash val="solid"/>
          </a:ln>
        </p:spPr>
      </p:sp>
      <p:sp>
        <p:nvSpPr>
          <p:cNvPr id="134" name="Shape 126"/>
          <p:cNvSpPr/>
          <p:nvPr/>
        </p:nvSpPr>
        <p:spPr>
          <a:xfrm>
            <a:off x="4044208" y="3408885"/>
            <a:ext cx="640080" cy="119299"/>
          </a:xfrm>
          <a:prstGeom prst="rect">
            <a:avLst/>
          </a:prstGeom>
          <a:solidFill>
            <a:srgbClr val="FFFFFF"/>
          </a:solidFill>
          <a:ln w="6350">
            <a:solidFill>
              <a:srgbClr val="E2E2E2"/>
            </a:solidFill>
            <a:prstDash val="solid"/>
          </a:ln>
        </p:spPr>
      </p:sp>
      <p:sp>
        <p:nvSpPr>
          <p:cNvPr id="135" name="Shape 127"/>
          <p:cNvSpPr/>
          <p:nvPr/>
        </p:nvSpPr>
        <p:spPr>
          <a:xfrm>
            <a:off x="587776" y="3528185"/>
            <a:ext cx="256032" cy="119299"/>
          </a:xfrm>
          <a:prstGeom prst="rect">
            <a:avLst/>
          </a:prstGeom>
          <a:solidFill>
            <a:srgbClr val="F8F9FA"/>
          </a:solidFill>
          <a:ln w="6350">
            <a:solidFill>
              <a:srgbClr val="DDDDDD"/>
            </a:solidFill>
            <a:prstDash val="solid"/>
          </a:ln>
        </p:spPr>
      </p:sp>
      <p:sp>
        <p:nvSpPr>
          <p:cNvPr id="136" name="Text 128"/>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37" name="Shape 129"/>
          <p:cNvSpPr/>
          <p:nvPr/>
        </p:nvSpPr>
        <p:spPr>
          <a:xfrm>
            <a:off x="843808" y="3528185"/>
            <a:ext cx="640080" cy="119299"/>
          </a:xfrm>
          <a:prstGeom prst="rect">
            <a:avLst/>
          </a:prstGeom>
          <a:solidFill>
            <a:srgbClr val="FFFFFF"/>
          </a:solidFill>
          <a:ln w="6350">
            <a:solidFill>
              <a:srgbClr val="E2E2E2"/>
            </a:solidFill>
            <a:prstDash val="solid"/>
          </a:ln>
        </p:spPr>
      </p:sp>
      <p:sp>
        <p:nvSpPr>
          <p:cNvPr id="138" name="Shape 130"/>
          <p:cNvSpPr/>
          <p:nvPr/>
        </p:nvSpPr>
        <p:spPr>
          <a:xfrm>
            <a:off x="1483888" y="3528185"/>
            <a:ext cx="640080" cy="119299"/>
          </a:xfrm>
          <a:prstGeom prst="rect">
            <a:avLst/>
          </a:prstGeom>
          <a:solidFill>
            <a:srgbClr val="FFFFFF"/>
          </a:solidFill>
          <a:ln w="6350">
            <a:solidFill>
              <a:srgbClr val="E2E2E2"/>
            </a:solidFill>
            <a:prstDash val="solid"/>
          </a:ln>
        </p:spPr>
      </p:sp>
      <p:sp>
        <p:nvSpPr>
          <p:cNvPr id="139" name="Shape 131"/>
          <p:cNvSpPr/>
          <p:nvPr/>
        </p:nvSpPr>
        <p:spPr>
          <a:xfrm>
            <a:off x="2123968" y="3528185"/>
            <a:ext cx="640080" cy="119299"/>
          </a:xfrm>
          <a:prstGeom prst="rect">
            <a:avLst/>
          </a:prstGeom>
          <a:solidFill>
            <a:srgbClr val="FFFFFF"/>
          </a:solidFill>
          <a:ln w="6350">
            <a:solidFill>
              <a:srgbClr val="E2E2E2"/>
            </a:solidFill>
            <a:prstDash val="solid"/>
          </a:ln>
        </p:spPr>
      </p:sp>
      <p:sp>
        <p:nvSpPr>
          <p:cNvPr id="140" name="Shape 132"/>
          <p:cNvSpPr/>
          <p:nvPr/>
        </p:nvSpPr>
        <p:spPr>
          <a:xfrm>
            <a:off x="2764048" y="3528185"/>
            <a:ext cx="640080" cy="119299"/>
          </a:xfrm>
          <a:prstGeom prst="rect">
            <a:avLst/>
          </a:prstGeom>
          <a:solidFill>
            <a:srgbClr val="FFFFFF"/>
          </a:solidFill>
          <a:ln w="6350">
            <a:solidFill>
              <a:srgbClr val="E2E2E2"/>
            </a:solidFill>
            <a:prstDash val="solid"/>
          </a:ln>
        </p:spPr>
      </p:sp>
      <p:sp>
        <p:nvSpPr>
          <p:cNvPr id="141" name="Shape 133"/>
          <p:cNvSpPr/>
          <p:nvPr/>
        </p:nvSpPr>
        <p:spPr>
          <a:xfrm>
            <a:off x="3404128" y="3528185"/>
            <a:ext cx="640080" cy="119299"/>
          </a:xfrm>
          <a:prstGeom prst="rect">
            <a:avLst/>
          </a:prstGeom>
          <a:solidFill>
            <a:srgbClr val="FFFFFF"/>
          </a:solidFill>
          <a:ln w="6350">
            <a:solidFill>
              <a:srgbClr val="E2E2E2"/>
            </a:solidFill>
            <a:prstDash val="solid"/>
          </a:ln>
        </p:spPr>
      </p:sp>
      <p:sp>
        <p:nvSpPr>
          <p:cNvPr id="142" name="Shape 134"/>
          <p:cNvSpPr/>
          <p:nvPr/>
        </p:nvSpPr>
        <p:spPr>
          <a:xfrm>
            <a:off x="4044208" y="3528185"/>
            <a:ext cx="640080" cy="119299"/>
          </a:xfrm>
          <a:prstGeom prst="rect">
            <a:avLst/>
          </a:prstGeom>
          <a:solidFill>
            <a:srgbClr val="FFFFFF"/>
          </a:solidFill>
          <a:ln w="6350">
            <a:solidFill>
              <a:srgbClr val="E2E2E2"/>
            </a:solidFill>
            <a:prstDash val="solid"/>
          </a:ln>
        </p:spPr>
      </p:sp>
      <p:sp>
        <p:nvSpPr>
          <p:cNvPr id="143" name="Shape 135"/>
          <p:cNvSpPr/>
          <p:nvPr/>
        </p:nvSpPr>
        <p:spPr>
          <a:xfrm>
            <a:off x="587776" y="3647484"/>
            <a:ext cx="256032" cy="119299"/>
          </a:xfrm>
          <a:prstGeom prst="rect">
            <a:avLst/>
          </a:prstGeom>
          <a:solidFill>
            <a:srgbClr val="F8F9FA"/>
          </a:solidFill>
          <a:ln w="6350">
            <a:solidFill>
              <a:srgbClr val="DDDDDD"/>
            </a:solidFill>
            <a:prstDash val="solid"/>
          </a:ln>
        </p:spPr>
      </p:sp>
      <p:sp>
        <p:nvSpPr>
          <p:cNvPr id="144" name="Text 136"/>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45" name="Shape 137"/>
          <p:cNvSpPr/>
          <p:nvPr/>
        </p:nvSpPr>
        <p:spPr>
          <a:xfrm>
            <a:off x="843808" y="3647484"/>
            <a:ext cx="640080" cy="119299"/>
          </a:xfrm>
          <a:prstGeom prst="rect">
            <a:avLst/>
          </a:prstGeom>
          <a:solidFill>
            <a:srgbClr val="FFFFFF"/>
          </a:solidFill>
          <a:ln w="6350">
            <a:solidFill>
              <a:srgbClr val="E2E2E2"/>
            </a:solidFill>
            <a:prstDash val="solid"/>
          </a:ln>
        </p:spPr>
      </p:sp>
      <p:sp>
        <p:nvSpPr>
          <p:cNvPr id="146" name="Shape 138"/>
          <p:cNvSpPr/>
          <p:nvPr/>
        </p:nvSpPr>
        <p:spPr>
          <a:xfrm>
            <a:off x="1483888" y="3647484"/>
            <a:ext cx="640080" cy="119299"/>
          </a:xfrm>
          <a:prstGeom prst="rect">
            <a:avLst/>
          </a:prstGeom>
          <a:solidFill>
            <a:srgbClr val="FFFFFF"/>
          </a:solidFill>
          <a:ln w="6350">
            <a:solidFill>
              <a:srgbClr val="E2E2E2"/>
            </a:solidFill>
            <a:prstDash val="solid"/>
          </a:ln>
        </p:spPr>
      </p:sp>
      <p:sp>
        <p:nvSpPr>
          <p:cNvPr id="147" name="Shape 139"/>
          <p:cNvSpPr/>
          <p:nvPr/>
        </p:nvSpPr>
        <p:spPr>
          <a:xfrm>
            <a:off x="2123968" y="3647484"/>
            <a:ext cx="640080" cy="119299"/>
          </a:xfrm>
          <a:prstGeom prst="rect">
            <a:avLst/>
          </a:prstGeom>
          <a:solidFill>
            <a:srgbClr val="FFFFFF"/>
          </a:solidFill>
          <a:ln w="6350">
            <a:solidFill>
              <a:srgbClr val="E2E2E2"/>
            </a:solidFill>
            <a:prstDash val="solid"/>
          </a:ln>
        </p:spPr>
      </p:sp>
      <p:sp>
        <p:nvSpPr>
          <p:cNvPr id="148" name="Shape 140"/>
          <p:cNvSpPr/>
          <p:nvPr/>
        </p:nvSpPr>
        <p:spPr>
          <a:xfrm>
            <a:off x="2764048" y="3647484"/>
            <a:ext cx="640080" cy="119299"/>
          </a:xfrm>
          <a:prstGeom prst="rect">
            <a:avLst/>
          </a:prstGeom>
          <a:solidFill>
            <a:srgbClr val="FFFFFF"/>
          </a:solidFill>
          <a:ln w="6350">
            <a:solidFill>
              <a:srgbClr val="E2E2E2"/>
            </a:solidFill>
            <a:prstDash val="solid"/>
          </a:ln>
        </p:spPr>
      </p:sp>
      <p:sp>
        <p:nvSpPr>
          <p:cNvPr id="149" name="Shape 141"/>
          <p:cNvSpPr/>
          <p:nvPr/>
        </p:nvSpPr>
        <p:spPr>
          <a:xfrm>
            <a:off x="3404128" y="3647484"/>
            <a:ext cx="640080" cy="119299"/>
          </a:xfrm>
          <a:prstGeom prst="rect">
            <a:avLst/>
          </a:prstGeom>
          <a:solidFill>
            <a:srgbClr val="FFFFFF"/>
          </a:solidFill>
          <a:ln w="6350">
            <a:solidFill>
              <a:srgbClr val="E2E2E2"/>
            </a:solidFill>
            <a:prstDash val="solid"/>
          </a:ln>
        </p:spPr>
      </p:sp>
      <p:sp>
        <p:nvSpPr>
          <p:cNvPr id="150" name="Shape 142"/>
          <p:cNvSpPr/>
          <p:nvPr/>
        </p:nvSpPr>
        <p:spPr>
          <a:xfrm>
            <a:off x="4044208" y="3647484"/>
            <a:ext cx="640080" cy="119299"/>
          </a:xfrm>
          <a:prstGeom prst="rect">
            <a:avLst/>
          </a:prstGeom>
          <a:solidFill>
            <a:srgbClr val="FFFFFF"/>
          </a:solidFill>
          <a:ln w="6350">
            <a:solidFill>
              <a:srgbClr val="E2E2E2"/>
            </a:solidFill>
            <a:prstDash val="solid"/>
          </a:ln>
        </p:spPr>
      </p:sp>
      <p:sp>
        <p:nvSpPr>
          <p:cNvPr id="151" name="Shape 143"/>
          <p:cNvSpPr/>
          <p:nvPr/>
        </p:nvSpPr>
        <p:spPr>
          <a:xfrm>
            <a:off x="2123968" y="3050987"/>
            <a:ext cx="640080" cy="119299"/>
          </a:xfrm>
          <a:prstGeom prst="rect">
            <a:avLst/>
          </a:prstGeom>
          <a:solidFill>
            <a:srgbClr val="1A73E8">
              <a:alpha val="12000"/>
            </a:srgbClr>
          </a:solidFill>
          <a:ln w="19050">
            <a:solidFill>
              <a:srgbClr val="1A73E8"/>
            </a:solidFill>
            <a:prstDash val="solid"/>
          </a:ln>
        </p:spPr>
      </p:sp>
      <p:sp>
        <p:nvSpPr>
          <p:cNvPr id="152" name="Shape 144"/>
          <p:cNvSpPr/>
          <p:nvPr/>
        </p:nvSpPr>
        <p:spPr>
          <a:xfrm>
            <a:off x="587776" y="3794216"/>
            <a:ext cx="4950927" cy="201168"/>
          </a:xfrm>
          <a:prstGeom prst="rect">
            <a:avLst/>
          </a:prstGeom>
          <a:solidFill>
            <a:srgbClr val="F8F9FA"/>
          </a:solidFill>
          <a:ln w="12700">
            <a:solidFill>
              <a:srgbClr val="F8F9FA"/>
            </a:solidFill>
            <a:prstDash val="solid"/>
          </a:ln>
        </p:spPr>
      </p:sp>
      <p:sp>
        <p:nvSpPr>
          <p:cNvPr id="153" name="Text 145"/>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54" name="Text 146"/>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Data</a:t>
            </a:r>
            <a:endParaRPr lang="en-US" sz="700" dirty="0"/>
          </a:p>
        </p:txBody>
      </p:sp>
      <p:sp>
        <p:nvSpPr>
          <p:cNvPr id="155" name="Text 147"/>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Ringkasan</a:t>
            </a:r>
            <a:endParaRPr lang="en-US" sz="700" dirty="0"/>
          </a:p>
        </p:txBody>
      </p:sp>
      <p:sp>
        <p:nvSpPr>
          <p:cNvPr id="156" name="Shape 148"/>
          <p:cNvSpPr/>
          <p:nvPr/>
        </p:nvSpPr>
        <p:spPr>
          <a:xfrm>
            <a:off x="2690896" y="3794216"/>
            <a:ext cx="731520" cy="201168"/>
          </a:xfrm>
          <a:prstGeom prst="rect">
            <a:avLst/>
          </a:prstGeom>
          <a:solidFill>
            <a:srgbClr val="E1EFFE"/>
          </a:solidFill>
          <a:ln w="12700">
            <a:solidFill>
              <a:srgbClr val="E1EFFE"/>
            </a:solidFill>
            <a:prstDash val="solid"/>
          </a:ln>
        </p:spPr>
      </p:sp>
      <p:sp>
        <p:nvSpPr>
          <p:cNvPr id="157" name="Text 149"/>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Dashboard</a:t>
            </a:r>
            <a:endParaRPr lang="en-US" sz="700" dirty="0"/>
          </a:p>
        </p:txBody>
      </p:sp>
      <p:sp>
        <p:nvSpPr>
          <p:cNvPr id="158" name="Shape 150"/>
          <p:cNvSpPr/>
          <p:nvPr/>
        </p:nvSpPr>
        <p:spPr>
          <a:xfrm>
            <a:off x="1282720" y="2336045"/>
            <a:ext cx="4164543" cy="237744"/>
          </a:xfrm>
          <a:prstGeom prst="roundRect">
            <a:avLst>
              <a:gd name="adj" fmla="val 19231"/>
            </a:avLst>
          </a:prstGeom>
          <a:solidFill>
            <a:srgbClr val="FFFFFF">
              <a:alpha val="0"/>
            </a:srgbClr>
          </a:solidFill>
          <a:ln w="31750">
            <a:solidFill>
              <a:srgbClr val="E53935"/>
            </a:solidFill>
            <a:prstDash val="solid"/>
          </a:ln>
        </p:spPr>
      </p:sp>
      <p:sp>
        <p:nvSpPr>
          <p:cNvPr id="159" name="Shape 151"/>
          <p:cNvSpPr/>
          <p:nvPr/>
        </p:nvSpPr>
        <p:spPr>
          <a:xfrm>
            <a:off x="5310104" y="2198885"/>
            <a:ext cx="274320" cy="274320"/>
          </a:xfrm>
          <a:prstGeom prst="ellipse">
            <a:avLst/>
          </a:prstGeom>
          <a:solidFill>
            <a:srgbClr val="E53935"/>
          </a:solidFill>
          <a:ln w="12700">
            <a:solidFill>
              <a:srgbClr val="FFFFFF"/>
            </a:solidFill>
            <a:prstDash val="solid"/>
          </a:ln>
        </p:spPr>
      </p:sp>
      <p:sp>
        <p:nvSpPr>
          <p:cNvPr id="160" name="Text 152"/>
          <p:cNvSpPr txBox="1"/>
          <p:nvPr/>
        </p:nvSpPr>
        <p:spPr>
          <a:xfrm>
            <a:off x="5310104" y="21988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61" name="Image 6" descr="preencoded.png">    </p:cNvPr>
          <p:cNvPicPr>
            <a:picLocks noChangeAspect="1"/>
          </p:cNvPicPr>
          <p:nvPr/>
        </p:nvPicPr>
        <p:blipFill>
          <a:blip r:embed="rId7"/>
          <a:stretch>
            <a:fillRect/>
          </a:stretch>
        </p:blipFill>
        <p:spPr>
          <a:xfrm>
            <a:off x="3571390" y="2464976"/>
            <a:ext cx="237744" cy="237744"/>
          </a:xfrm>
          <a:prstGeom prst="rect">
            <a:avLst/>
          </a:prstGeom>
        </p:spPr>
      </p:pic>
      <p:sp>
        <p:nvSpPr>
          <p:cNvPr id="162" name="Shape 153"/>
          <p:cNvSpPr/>
          <p:nvPr/>
        </p:nvSpPr>
        <p:spPr>
          <a:xfrm>
            <a:off x="825520" y="3032699"/>
            <a:ext cx="3877056" cy="155875"/>
          </a:xfrm>
          <a:prstGeom prst="roundRect">
            <a:avLst>
              <a:gd name="adj" fmla="val 29331"/>
            </a:avLst>
          </a:prstGeom>
          <a:solidFill>
            <a:srgbClr val="FFFFFF">
              <a:alpha val="0"/>
            </a:srgbClr>
          </a:solidFill>
          <a:ln w="31750">
            <a:solidFill>
              <a:srgbClr val="E53935"/>
            </a:solidFill>
            <a:prstDash val="solid"/>
          </a:ln>
        </p:spPr>
      </p:sp>
      <p:sp>
        <p:nvSpPr>
          <p:cNvPr id="163" name="Shape 154"/>
          <p:cNvSpPr/>
          <p:nvPr/>
        </p:nvSpPr>
        <p:spPr>
          <a:xfrm>
            <a:off x="4565416" y="2895539"/>
            <a:ext cx="274320" cy="274320"/>
          </a:xfrm>
          <a:prstGeom prst="ellipse">
            <a:avLst/>
          </a:prstGeom>
          <a:solidFill>
            <a:srgbClr val="E53935"/>
          </a:solidFill>
          <a:ln w="12700">
            <a:solidFill>
              <a:srgbClr val="FFFFFF"/>
            </a:solidFill>
            <a:prstDash val="solid"/>
          </a:ln>
        </p:spPr>
      </p:sp>
      <p:sp>
        <p:nvSpPr>
          <p:cNvPr id="164" name="Text 155"/>
          <p:cNvSpPr txBox="1"/>
          <p:nvPr/>
        </p:nvSpPr>
        <p:spPr>
          <a:xfrm>
            <a:off x="4565416" y="289553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65" name="Image 7" descr="preencoded.png">    </p:cNvPr>
          <p:cNvPicPr>
            <a:picLocks noChangeAspect="1"/>
          </p:cNvPicPr>
          <p:nvPr/>
        </p:nvPicPr>
        <p:blipFill>
          <a:blip r:embed="rId8"/>
          <a:stretch>
            <a:fillRect/>
          </a:stretch>
        </p:blipFill>
        <p:spPr>
          <a:xfrm>
            <a:off x="2956072" y="3116602"/>
            <a:ext cx="237744" cy="237744"/>
          </a:xfrm>
          <a:prstGeom prst="rect">
            <a:avLst/>
          </a:prstGeom>
        </p:spPr>
      </p:pic>
      <p:sp>
        <p:nvSpPr>
          <p:cNvPr id="166" name="Text 15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167" name="Text 15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Isi rumus di baris 4</a:t>
            </a:r>
            <a:endParaRPr lang="en-US" sz="1800" dirty="0"/>
          </a:p>
        </p:txBody>
      </p:sp>
      <p:sp>
        <p:nvSpPr>
          <p:cNvPr id="168" name="Text 15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A4: =COUNTA(Data!A2:A30) · C4: =AVERAGE(Data!F2:F30) · E4: =MAX(Data!F2:F30)</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Kartu Angka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6400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483888" y="2573789"/>
            <a:ext cx="640080" cy="119299"/>
          </a:xfrm>
          <a:prstGeom prst="rect">
            <a:avLst/>
          </a:prstGeom>
          <a:solidFill>
            <a:srgbClr val="F8F9FA"/>
          </a:solidFill>
          <a:ln w="6350">
            <a:solidFill>
              <a:srgbClr val="DDDDDD"/>
            </a:solidFill>
            <a:prstDash val="solid"/>
          </a:ln>
        </p:spPr>
      </p:sp>
      <p:sp>
        <p:nvSpPr>
          <p:cNvPr id="64" name="Text 56"/>
          <p:cNvSpPr txBox="1"/>
          <p:nvPr/>
        </p:nvSpPr>
        <p:spPr>
          <a:xfrm>
            <a:off x="148388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12396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212396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764048" y="2573789"/>
            <a:ext cx="640080" cy="119299"/>
          </a:xfrm>
          <a:prstGeom prst="rect">
            <a:avLst/>
          </a:prstGeom>
          <a:solidFill>
            <a:srgbClr val="F8F9FA"/>
          </a:solidFill>
          <a:ln w="6350">
            <a:solidFill>
              <a:srgbClr val="DDDDDD"/>
            </a:solidFill>
            <a:prstDash val="solid"/>
          </a:ln>
        </p:spPr>
      </p:sp>
      <p:sp>
        <p:nvSpPr>
          <p:cNvPr id="68" name="Text 60"/>
          <p:cNvSpPr txBox="1"/>
          <p:nvPr/>
        </p:nvSpPr>
        <p:spPr>
          <a:xfrm>
            <a:off x="276404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404128" y="2573789"/>
            <a:ext cx="640080" cy="119299"/>
          </a:xfrm>
          <a:prstGeom prst="rect">
            <a:avLst/>
          </a:prstGeom>
          <a:solidFill>
            <a:srgbClr val="F8F9FA"/>
          </a:solidFill>
          <a:ln w="6350">
            <a:solidFill>
              <a:srgbClr val="DDDDDD"/>
            </a:solidFill>
            <a:prstDash val="solid"/>
          </a:ln>
        </p:spPr>
      </p:sp>
      <p:sp>
        <p:nvSpPr>
          <p:cNvPr id="70" name="Text 62"/>
          <p:cNvSpPr txBox="1"/>
          <p:nvPr/>
        </p:nvSpPr>
        <p:spPr>
          <a:xfrm>
            <a:off x="34041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4044208" y="2573789"/>
            <a:ext cx="640080" cy="119299"/>
          </a:xfrm>
          <a:prstGeom prst="rect">
            <a:avLst/>
          </a:prstGeom>
          <a:solidFill>
            <a:srgbClr val="F8F9FA"/>
          </a:solidFill>
          <a:ln w="6350">
            <a:solidFill>
              <a:srgbClr val="DDDDDD"/>
            </a:solidFill>
            <a:prstDash val="solid"/>
          </a:ln>
        </p:spPr>
      </p:sp>
      <p:sp>
        <p:nvSpPr>
          <p:cNvPr id="72" name="Text 64"/>
          <p:cNvSpPr txBox="1"/>
          <p:nvPr/>
        </p:nvSpPr>
        <p:spPr>
          <a:xfrm>
            <a:off x="40442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640080" cy="119299"/>
          </a:xfrm>
          <a:prstGeom prst="rect">
            <a:avLst/>
          </a:prstGeom>
          <a:solidFill>
            <a:srgbClr val="FFFFFF"/>
          </a:solidFill>
          <a:ln w="6350">
            <a:solidFill>
              <a:srgbClr val="E2E2E2"/>
            </a:solidFill>
            <a:prstDash val="solid"/>
          </a:ln>
        </p:spPr>
      </p:sp>
      <p:sp>
        <p:nvSpPr>
          <p:cNvPr id="76" name="Shape 68"/>
          <p:cNvSpPr/>
          <p:nvPr/>
        </p:nvSpPr>
        <p:spPr>
          <a:xfrm>
            <a:off x="1483888" y="2693089"/>
            <a:ext cx="640080" cy="119299"/>
          </a:xfrm>
          <a:prstGeom prst="rect">
            <a:avLst/>
          </a:prstGeom>
          <a:solidFill>
            <a:srgbClr val="FFFFFF"/>
          </a:solidFill>
          <a:ln w="6350">
            <a:solidFill>
              <a:srgbClr val="E2E2E2"/>
            </a:solidFill>
            <a:prstDash val="solid"/>
          </a:ln>
        </p:spPr>
      </p:sp>
      <p:sp>
        <p:nvSpPr>
          <p:cNvPr id="77" name="Shape 69"/>
          <p:cNvSpPr/>
          <p:nvPr/>
        </p:nvSpPr>
        <p:spPr>
          <a:xfrm>
            <a:off x="2123968" y="2693089"/>
            <a:ext cx="640080" cy="119299"/>
          </a:xfrm>
          <a:prstGeom prst="rect">
            <a:avLst/>
          </a:prstGeom>
          <a:solidFill>
            <a:srgbClr val="FFFFFF"/>
          </a:solidFill>
          <a:ln w="6350">
            <a:solidFill>
              <a:srgbClr val="E2E2E2"/>
            </a:solidFill>
            <a:prstDash val="solid"/>
          </a:ln>
        </p:spPr>
      </p:sp>
      <p:sp>
        <p:nvSpPr>
          <p:cNvPr id="78" name="Shape 70"/>
          <p:cNvSpPr/>
          <p:nvPr/>
        </p:nvSpPr>
        <p:spPr>
          <a:xfrm>
            <a:off x="2764048" y="2693089"/>
            <a:ext cx="640080" cy="119299"/>
          </a:xfrm>
          <a:prstGeom prst="rect">
            <a:avLst/>
          </a:prstGeom>
          <a:solidFill>
            <a:srgbClr val="FFFFFF"/>
          </a:solidFill>
          <a:ln w="6350">
            <a:solidFill>
              <a:srgbClr val="E2E2E2"/>
            </a:solidFill>
            <a:prstDash val="solid"/>
          </a:ln>
        </p:spPr>
      </p:sp>
      <p:sp>
        <p:nvSpPr>
          <p:cNvPr id="79" name="Shape 71"/>
          <p:cNvSpPr/>
          <p:nvPr/>
        </p:nvSpPr>
        <p:spPr>
          <a:xfrm>
            <a:off x="3404128" y="2693089"/>
            <a:ext cx="640080" cy="119299"/>
          </a:xfrm>
          <a:prstGeom prst="rect">
            <a:avLst/>
          </a:prstGeom>
          <a:solidFill>
            <a:srgbClr val="FFFFFF"/>
          </a:solidFill>
          <a:ln w="6350">
            <a:solidFill>
              <a:srgbClr val="E2E2E2"/>
            </a:solidFill>
            <a:prstDash val="solid"/>
          </a:ln>
        </p:spPr>
      </p:sp>
      <p:sp>
        <p:nvSpPr>
          <p:cNvPr id="80" name="Shape 72"/>
          <p:cNvSpPr/>
          <p:nvPr/>
        </p:nvSpPr>
        <p:spPr>
          <a:xfrm>
            <a:off x="4044208" y="2693089"/>
            <a:ext cx="640080" cy="119299"/>
          </a:xfrm>
          <a:prstGeom prst="rect">
            <a:avLst/>
          </a:prstGeom>
          <a:solidFill>
            <a:srgbClr val="FFFFFF"/>
          </a:solidFill>
          <a:ln w="6350">
            <a:solidFill>
              <a:srgbClr val="E2E2E2"/>
            </a:solidFill>
            <a:prstDash val="solid"/>
          </a:ln>
        </p:spPr>
      </p:sp>
      <p:sp>
        <p:nvSpPr>
          <p:cNvPr id="81" name="Shape 73"/>
          <p:cNvSpPr/>
          <p:nvPr/>
        </p:nvSpPr>
        <p:spPr>
          <a:xfrm>
            <a:off x="587776" y="2812388"/>
            <a:ext cx="256032" cy="119299"/>
          </a:xfrm>
          <a:prstGeom prst="rect">
            <a:avLst/>
          </a:prstGeom>
          <a:solidFill>
            <a:srgbClr val="F8F9FA"/>
          </a:solidFill>
          <a:ln w="6350">
            <a:solidFill>
              <a:srgbClr val="DDDDDD"/>
            </a:solidFill>
            <a:prstDash val="solid"/>
          </a:ln>
        </p:spPr>
      </p:sp>
      <p:sp>
        <p:nvSpPr>
          <p:cNvPr id="82" name="Text 74"/>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3" name="Shape 75"/>
          <p:cNvSpPr/>
          <p:nvPr/>
        </p:nvSpPr>
        <p:spPr>
          <a:xfrm>
            <a:off x="843808" y="2812388"/>
            <a:ext cx="640080" cy="119299"/>
          </a:xfrm>
          <a:prstGeom prst="rect">
            <a:avLst/>
          </a:prstGeom>
          <a:solidFill>
            <a:srgbClr val="FFFFFF"/>
          </a:solidFill>
          <a:ln w="6350">
            <a:solidFill>
              <a:srgbClr val="E2E2E2"/>
            </a:solidFill>
            <a:prstDash val="solid"/>
          </a:ln>
        </p:spPr>
      </p:sp>
      <p:sp>
        <p:nvSpPr>
          <p:cNvPr id="84" name="Shape 76"/>
          <p:cNvSpPr/>
          <p:nvPr/>
        </p:nvSpPr>
        <p:spPr>
          <a:xfrm>
            <a:off x="1483888" y="2812388"/>
            <a:ext cx="640080" cy="119299"/>
          </a:xfrm>
          <a:prstGeom prst="rect">
            <a:avLst/>
          </a:prstGeom>
          <a:solidFill>
            <a:srgbClr val="FFFFFF"/>
          </a:solidFill>
          <a:ln w="6350">
            <a:solidFill>
              <a:srgbClr val="E2E2E2"/>
            </a:solidFill>
            <a:prstDash val="solid"/>
          </a:ln>
        </p:spPr>
      </p:sp>
      <p:sp>
        <p:nvSpPr>
          <p:cNvPr id="85" name="Shape 77"/>
          <p:cNvSpPr/>
          <p:nvPr/>
        </p:nvSpPr>
        <p:spPr>
          <a:xfrm>
            <a:off x="2123968" y="2812388"/>
            <a:ext cx="640080" cy="119299"/>
          </a:xfrm>
          <a:prstGeom prst="rect">
            <a:avLst/>
          </a:prstGeom>
          <a:solidFill>
            <a:srgbClr val="FFFFFF"/>
          </a:solidFill>
          <a:ln w="6350">
            <a:solidFill>
              <a:srgbClr val="E2E2E2"/>
            </a:solidFill>
            <a:prstDash val="solid"/>
          </a:ln>
        </p:spPr>
      </p:sp>
      <p:sp>
        <p:nvSpPr>
          <p:cNvPr id="86" name="Shape 78"/>
          <p:cNvSpPr/>
          <p:nvPr/>
        </p:nvSpPr>
        <p:spPr>
          <a:xfrm>
            <a:off x="2764048" y="2812388"/>
            <a:ext cx="640080" cy="119299"/>
          </a:xfrm>
          <a:prstGeom prst="rect">
            <a:avLst/>
          </a:prstGeom>
          <a:solidFill>
            <a:srgbClr val="FFFFFF"/>
          </a:solidFill>
          <a:ln w="6350">
            <a:solidFill>
              <a:srgbClr val="E2E2E2"/>
            </a:solidFill>
            <a:prstDash val="solid"/>
          </a:ln>
        </p:spPr>
      </p:sp>
      <p:sp>
        <p:nvSpPr>
          <p:cNvPr id="87" name="Shape 79"/>
          <p:cNvSpPr/>
          <p:nvPr/>
        </p:nvSpPr>
        <p:spPr>
          <a:xfrm>
            <a:off x="3404128" y="2812388"/>
            <a:ext cx="640080" cy="119299"/>
          </a:xfrm>
          <a:prstGeom prst="rect">
            <a:avLst/>
          </a:prstGeom>
          <a:solidFill>
            <a:srgbClr val="FFFFFF"/>
          </a:solidFill>
          <a:ln w="6350">
            <a:solidFill>
              <a:srgbClr val="E2E2E2"/>
            </a:solidFill>
            <a:prstDash val="solid"/>
          </a:ln>
        </p:spPr>
      </p:sp>
      <p:sp>
        <p:nvSpPr>
          <p:cNvPr id="88" name="Shape 80"/>
          <p:cNvSpPr/>
          <p:nvPr/>
        </p:nvSpPr>
        <p:spPr>
          <a:xfrm>
            <a:off x="4044208" y="2812388"/>
            <a:ext cx="640080" cy="119299"/>
          </a:xfrm>
          <a:prstGeom prst="rect">
            <a:avLst/>
          </a:prstGeom>
          <a:solidFill>
            <a:srgbClr val="FFFFFF"/>
          </a:solidFill>
          <a:ln w="6350">
            <a:solidFill>
              <a:srgbClr val="E2E2E2"/>
            </a:solidFill>
            <a:prstDash val="solid"/>
          </a:ln>
        </p:spPr>
      </p:sp>
      <p:sp>
        <p:nvSpPr>
          <p:cNvPr id="89" name="Shape 81"/>
          <p:cNvSpPr/>
          <p:nvPr/>
        </p:nvSpPr>
        <p:spPr>
          <a:xfrm>
            <a:off x="587776" y="2931688"/>
            <a:ext cx="256032" cy="119299"/>
          </a:xfrm>
          <a:prstGeom prst="rect">
            <a:avLst/>
          </a:prstGeom>
          <a:solidFill>
            <a:srgbClr val="F8F9FA"/>
          </a:solidFill>
          <a:ln w="6350">
            <a:solidFill>
              <a:srgbClr val="DDDDDD"/>
            </a:solidFill>
            <a:prstDash val="solid"/>
          </a:ln>
        </p:spPr>
      </p:sp>
      <p:sp>
        <p:nvSpPr>
          <p:cNvPr id="90" name="Text 82"/>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1" name="Shape 83"/>
          <p:cNvSpPr/>
          <p:nvPr/>
        </p:nvSpPr>
        <p:spPr>
          <a:xfrm>
            <a:off x="843808" y="2931688"/>
            <a:ext cx="640080" cy="119299"/>
          </a:xfrm>
          <a:prstGeom prst="rect">
            <a:avLst/>
          </a:prstGeom>
          <a:solidFill>
            <a:srgbClr val="FFFFFF"/>
          </a:solidFill>
          <a:ln w="6350">
            <a:solidFill>
              <a:srgbClr val="E2E2E2"/>
            </a:solidFill>
            <a:prstDash val="solid"/>
          </a:ln>
        </p:spPr>
      </p:sp>
      <p:sp>
        <p:nvSpPr>
          <p:cNvPr id="92" name="Shape 84"/>
          <p:cNvSpPr/>
          <p:nvPr/>
        </p:nvSpPr>
        <p:spPr>
          <a:xfrm>
            <a:off x="1483888" y="2931688"/>
            <a:ext cx="640080" cy="119299"/>
          </a:xfrm>
          <a:prstGeom prst="rect">
            <a:avLst/>
          </a:prstGeom>
          <a:solidFill>
            <a:srgbClr val="FFFFFF"/>
          </a:solidFill>
          <a:ln w="6350">
            <a:solidFill>
              <a:srgbClr val="E2E2E2"/>
            </a:solidFill>
            <a:prstDash val="solid"/>
          </a:ln>
        </p:spPr>
      </p:sp>
      <p:sp>
        <p:nvSpPr>
          <p:cNvPr id="93" name="Shape 85"/>
          <p:cNvSpPr/>
          <p:nvPr/>
        </p:nvSpPr>
        <p:spPr>
          <a:xfrm>
            <a:off x="2123968" y="2931688"/>
            <a:ext cx="640080" cy="119299"/>
          </a:xfrm>
          <a:prstGeom prst="rect">
            <a:avLst/>
          </a:prstGeom>
          <a:solidFill>
            <a:srgbClr val="FFFFFF"/>
          </a:solidFill>
          <a:ln w="6350">
            <a:solidFill>
              <a:srgbClr val="E2E2E2"/>
            </a:solidFill>
            <a:prstDash val="solid"/>
          </a:ln>
        </p:spPr>
      </p:sp>
      <p:sp>
        <p:nvSpPr>
          <p:cNvPr id="94" name="Shape 86"/>
          <p:cNvSpPr/>
          <p:nvPr/>
        </p:nvSpPr>
        <p:spPr>
          <a:xfrm>
            <a:off x="2764048" y="2931688"/>
            <a:ext cx="640080" cy="119299"/>
          </a:xfrm>
          <a:prstGeom prst="rect">
            <a:avLst/>
          </a:prstGeom>
          <a:solidFill>
            <a:srgbClr val="FFFFFF"/>
          </a:solidFill>
          <a:ln w="6350">
            <a:solidFill>
              <a:srgbClr val="E2E2E2"/>
            </a:solidFill>
            <a:prstDash val="solid"/>
          </a:ln>
        </p:spPr>
      </p:sp>
      <p:sp>
        <p:nvSpPr>
          <p:cNvPr id="95" name="Shape 87"/>
          <p:cNvSpPr/>
          <p:nvPr/>
        </p:nvSpPr>
        <p:spPr>
          <a:xfrm>
            <a:off x="3404128" y="2931688"/>
            <a:ext cx="640080" cy="119299"/>
          </a:xfrm>
          <a:prstGeom prst="rect">
            <a:avLst/>
          </a:prstGeom>
          <a:solidFill>
            <a:srgbClr val="FFFFFF"/>
          </a:solidFill>
          <a:ln w="6350">
            <a:solidFill>
              <a:srgbClr val="E2E2E2"/>
            </a:solidFill>
            <a:prstDash val="solid"/>
          </a:ln>
        </p:spPr>
      </p:sp>
      <p:sp>
        <p:nvSpPr>
          <p:cNvPr id="96" name="Shape 88"/>
          <p:cNvSpPr/>
          <p:nvPr/>
        </p:nvSpPr>
        <p:spPr>
          <a:xfrm>
            <a:off x="4044208" y="2931688"/>
            <a:ext cx="640080" cy="119299"/>
          </a:xfrm>
          <a:prstGeom prst="rect">
            <a:avLst/>
          </a:prstGeom>
          <a:solidFill>
            <a:srgbClr val="FFFFFF"/>
          </a:solidFill>
          <a:ln w="6350">
            <a:solidFill>
              <a:srgbClr val="E2E2E2"/>
            </a:solidFill>
            <a:prstDash val="solid"/>
          </a:ln>
        </p:spPr>
      </p:sp>
      <p:sp>
        <p:nvSpPr>
          <p:cNvPr id="97" name="Shape 89"/>
          <p:cNvSpPr/>
          <p:nvPr/>
        </p:nvSpPr>
        <p:spPr>
          <a:xfrm>
            <a:off x="587776" y="3050987"/>
            <a:ext cx="256032" cy="119299"/>
          </a:xfrm>
          <a:prstGeom prst="rect">
            <a:avLst/>
          </a:prstGeom>
          <a:solidFill>
            <a:srgbClr val="F8F9FA"/>
          </a:solidFill>
          <a:ln w="6350">
            <a:solidFill>
              <a:srgbClr val="DDDDDD"/>
            </a:solidFill>
            <a:prstDash val="solid"/>
          </a:ln>
        </p:spPr>
      </p:sp>
      <p:sp>
        <p:nvSpPr>
          <p:cNvPr id="98" name="Text 90"/>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99" name="Shape 91"/>
          <p:cNvSpPr/>
          <p:nvPr/>
        </p:nvSpPr>
        <p:spPr>
          <a:xfrm>
            <a:off x="843808" y="3050987"/>
            <a:ext cx="640080" cy="119299"/>
          </a:xfrm>
          <a:prstGeom prst="rect">
            <a:avLst/>
          </a:prstGeom>
          <a:solidFill>
            <a:srgbClr val="FFFFFF"/>
          </a:solidFill>
          <a:ln w="6350">
            <a:solidFill>
              <a:srgbClr val="E2E2E2"/>
            </a:solidFill>
            <a:prstDash val="solid"/>
          </a:ln>
        </p:spPr>
      </p:sp>
      <p:sp>
        <p:nvSpPr>
          <p:cNvPr id="100" name="Shape 92"/>
          <p:cNvSpPr/>
          <p:nvPr/>
        </p:nvSpPr>
        <p:spPr>
          <a:xfrm>
            <a:off x="1483888" y="3050987"/>
            <a:ext cx="640080" cy="119299"/>
          </a:xfrm>
          <a:prstGeom prst="rect">
            <a:avLst/>
          </a:prstGeom>
          <a:solidFill>
            <a:srgbClr val="FFFFFF"/>
          </a:solidFill>
          <a:ln w="6350">
            <a:solidFill>
              <a:srgbClr val="E2E2E2"/>
            </a:solidFill>
            <a:prstDash val="solid"/>
          </a:ln>
        </p:spPr>
      </p:sp>
      <p:sp>
        <p:nvSpPr>
          <p:cNvPr id="101" name="Shape 93"/>
          <p:cNvSpPr/>
          <p:nvPr/>
        </p:nvSpPr>
        <p:spPr>
          <a:xfrm>
            <a:off x="2123968" y="3050987"/>
            <a:ext cx="640080" cy="119299"/>
          </a:xfrm>
          <a:prstGeom prst="rect">
            <a:avLst/>
          </a:prstGeom>
          <a:solidFill>
            <a:srgbClr val="FFFFFF"/>
          </a:solidFill>
          <a:ln w="6350">
            <a:solidFill>
              <a:srgbClr val="E2E2E2"/>
            </a:solidFill>
            <a:prstDash val="solid"/>
          </a:ln>
        </p:spPr>
      </p:sp>
      <p:sp>
        <p:nvSpPr>
          <p:cNvPr id="102" name="Shape 94"/>
          <p:cNvSpPr/>
          <p:nvPr/>
        </p:nvSpPr>
        <p:spPr>
          <a:xfrm>
            <a:off x="2764048" y="3050987"/>
            <a:ext cx="640080" cy="119299"/>
          </a:xfrm>
          <a:prstGeom prst="rect">
            <a:avLst/>
          </a:prstGeom>
          <a:solidFill>
            <a:srgbClr val="FFFFFF"/>
          </a:solidFill>
          <a:ln w="6350">
            <a:solidFill>
              <a:srgbClr val="E2E2E2"/>
            </a:solidFill>
            <a:prstDash val="solid"/>
          </a:ln>
        </p:spPr>
      </p:sp>
      <p:sp>
        <p:nvSpPr>
          <p:cNvPr id="103" name="Shape 95"/>
          <p:cNvSpPr/>
          <p:nvPr/>
        </p:nvSpPr>
        <p:spPr>
          <a:xfrm>
            <a:off x="3404128" y="3050987"/>
            <a:ext cx="640080" cy="119299"/>
          </a:xfrm>
          <a:prstGeom prst="rect">
            <a:avLst/>
          </a:prstGeom>
          <a:solidFill>
            <a:srgbClr val="FFFFFF"/>
          </a:solidFill>
          <a:ln w="6350">
            <a:solidFill>
              <a:srgbClr val="E2E2E2"/>
            </a:solidFill>
            <a:prstDash val="solid"/>
          </a:ln>
        </p:spPr>
      </p:sp>
      <p:sp>
        <p:nvSpPr>
          <p:cNvPr id="104" name="Shape 96"/>
          <p:cNvSpPr/>
          <p:nvPr/>
        </p:nvSpPr>
        <p:spPr>
          <a:xfrm>
            <a:off x="4044208" y="3050987"/>
            <a:ext cx="640080" cy="119299"/>
          </a:xfrm>
          <a:prstGeom prst="rect">
            <a:avLst/>
          </a:prstGeom>
          <a:solidFill>
            <a:srgbClr val="FFFFFF"/>
          </a:solidFill>
          <a:ln w="6350">
            <a:solidFill>
              <a:srgbClr val="E2E2E2"/>
            </a:solidFill>
            <a:prstDash val="solid"/>
          </a:ln>
        </p:spPr>
      </p:sp>
      <p:sp>
        <p:nvSpPr>
          <p:cNvPr id="105" name="Shape 97"/>
          <p:cNvSpPr/>
          <p:nvPr/>
        </p:nvSpPr>
        <p:spPr>
          <a:xfrm>
            <a:off x="587776" y="3170287"/>
            <a:ext cx="256032" cy="119299"/>
          </a:xfrm>
          <a:prstGeom prst="rect">
            <a:avLst/>
          </a:prstGeom>
          <a:solidFill>
            <a:srgbClr val="F8F9FA"/>
          </a:solidFill>
          <a:ln w="6350">
            <a:solidFill>
              <a:srgbClr val="DDDDDD"/>
            </a:solidFill>
            <a:prstDash val="solid"/>
          </a:ln>
        </p:spPr>
      </p:sp>
      <p:sp>
        <p:nvSpPr>
          <p:cNvPr id="106" name="Text 98"/>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07" name="Shape 99"/>
          <p:cNvSpPr/>
          <p:nvPr/>
        </p:nvSpPr>
        <p:spPr>
          <a:xfrm>
            <a:off x="843808" y="3170287"/>
            <a:ext cx="640080" cy="119299"/>
          </a:xfrm>
          <a:prstGeom prst="rect">
            <a:avLst/>
          </a:prstGeom>
          <a:solidFill>
            <a:srgbClr val="FFFFFF"/>
          </a:solidFill>
          <a:ln w="6350">
            <a:solidFill>
              <a:srgbClr val="E2E2E2"/>
            </a:solidFill>
            <a:prstDash val="solid"/>
          </a:ln>
        </p:spPr>
      </p:sp>
      <p:sp>
        <p:nvSpPr>
          <p:cNvPr id="108" name="Shape 100"/>
          <p:cNvSpPr/>
          <p:nvPr/>
        </p:nvSpPr>
        <p:spPr>
          <a:xfrm>
            <a:off x="1483888" y="3170287"/>
            <a:ext cx="640080" cy="119299"/>
          </a:xfrm>
          <a:prstGeom prst="rect">
            <a:avLst/>
          </a:prstGeom>
          <a:solidFill>
            <a:srgbClr val="FFFFFF"/>
          </a:solidFill>
          <a:ln w="6350">
            <a:solidFill>
              <a:srgbClr val="E2E2E2"/>
            </a:solidFill>
            <a:prstDash val="solid"/>
          </a:ln>
        </p:spPr>
      </p:sp>
      <p:sp>
        <p:nvSpPr>
          <p:cNvPr id="109" name="Shape 101"/>
          <p:cNvSpPr/>
          <p:nvPr/>
        </p:nvSpPr>
        <p:spPr>
          <a:xfrm>
            <a:off x="2123968" y="3170287"/>
            <a:ext cx="640080" cy="119299"/>
          </a:xfrm>
          <a:prstGeom prst="rect">
            <a:avLst/>
          </a:prstGeom>
          <a:solidFill>
            <a:srgbClr val="FFFFFF"/>
          </a:solidFill>
          <a:ln w="6350">
            <a:solidFill>
              <a:srgbClr val="E2E2E2"/>
            </a:solidFill>
            <a:prstDash val="solid"/>
          </a:ln>
        </p:spPr>
      </p:sp>
      <p:sp>
        <p:nvSpPr>
          <p:cNvPr id="110" name="Shape 102"/>
          <p:cNvSpPr/>
          <p:nvPr/>
        </p:nvSpPr>
        <p:spPr>
          <a:xfrm>
            <a:off x="2764048" y="3170287"/>
            <a:ext cx="640080" cy="119299"/>
          </a:xfrm>
          <a:prstGeom prst="rect">
            <a:avLst/>
          </a:prstGeom>
          <a:solidFill>
            <a:srgbClr val="FFFFFF"/>
          </a:solidFill>
          <a:ln w="6350">
            <a:solidFill>
              <a:srgbClr val="E2E2E2"/>
            </a:solidFill>
            <a:prstDash val="solid"/>
          </a:ln>
        </p:spPr>
      </p:sp>
      <p:sp>
        <p:nvSpPr>
          <p:cNvPr id="111" name="Shape 103"/>
          <p:cNvSpPr/>
          <p:nvPr/>
        </p:nvSpPr>
        <p:spPr>
          <a:xfrm>
            <a:off x="3404128" y="3170287"/>
            <a:ext cx="640080" cy="119299"/>
          </a:xfrm>
          <a:prstGeom prst="rect">
            <a:avLst/>
          </a:prstGeom>
          <a:solidFill>
            <a:srgbClr val="FFFFFF"/>
          </a:solidFill>
          <a:ln w="6350">
            <a:solidFill>
              <a:srgbClr val="E2E2E2"/>
            </a:solidFill>
            <a:prstDash val="solid"/>
          </a:ln>
        </p:spPr>
      </p:sp>
      <p:sp>
        <p:nvSpPr>
          <p:cNvPr id="112" name="Shape 104"/>
          <p:cNvSpPr/>
          <p:nvPr/>
        </p:nvSpPr>
        <p:spPr>
          <a:xfrm>
            <a:off x="4044208" y="3170287"/>
            <a:ext cx="640080" cy="119299"/>
          </a:xfrm>
          <a:prstGeom prst="rect">
            <a:avLst/>
          </a:prstGeom>
          <a:solidFill>
            <a:srgbClr val="FFFFFF"/>
          </a:solidFill>
          <a:ln w="6350">
            <a:solidFill>
              <a:srgbClr val="E2E2E2"/>
            </a:solidFill>
            <a:prstDash val="solid"/>
          </a:ln>
        </p:spPr>
      </p:sp>
      <p:sp>
        <p:nvSpPr>
          <p:cNvPr id="113" name="Shape 105"/>
          <p:cNvSpPr/>
          <p:nvPr/>
        </p:nvSpPr>
        <p:spPr>
          <a:xfrm>
            <a:off x="587776" y="3289586"/>
            <a:ext cx="256032" cy="119299"/>
          </a:xfrm>
          <a:prstGeom prst="rect">
            <a:avLst/>
          </a:prstGeom>
          <a:solidFill>
            <a:srgbClr val="F8F9FA"/>
          </a:solidFill>
          <a:ln w="6350">
            <a:solidFill>
              <a:srgbClr val="DDDDDD"/>
            </a:solidFill>
            <a:prstDash val="solid"/>
          </a:ln>
        </p:spPr>
      </p:sp>
      <p:sp>
        <p:nvSpPr>
          <p:cNvPr id="114" name="Text 10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15" name="Shape 107"/>
          <p:cNvSpPr/>
          <p:nvPr/>
        </p:nvSpPr>
        <p:spPr>
          <a:xfrm>
            <a:off x="843808" y="3289586"/>
            <a:ext cx="640080" cy="119299"/>
          </a:xfrm>
          <a:prstGeom prst="rect">
            <a:avLst/>
          </a:prstGeom>
          <a:solidFill>
            <a:srgbClr val="FFFFFF"/>
          </a:solidFill>
          <a:ln w="6350">
            <a:solidFill>
              <a:srgbClr val="E2E2E2"/>
            </a:solidFill>
            <a:prstDash val="solid"/>
          </a:ln>
        </p:spPr>
      </p:sp>
      <p:sp>
        <p:nvSpPr>
          <p:cNvPr id="116" name="Shape 108"/>
          <p:cNvSpPr/>
          <p:nvPr/>
        </p:nvSpPr>
        <p:spPr>
          <a:xfrm>
            <a:off x="1483888" y="3289586"/>
            <a:ext cx="640080" cy="119299"/>
          </a:xfrm>
          <a:prstGeom prst="rect">
            <a:avLst/>
          </a:prstGeom>
          <a:solidFill>
            <a:srgbClr val="FFFFFF"/>
          </a:solidFill>
          <a:ln w="6350">
            <a:solidFill>
              <a:srgbClr val="E2E2E2"/>
            </a:solidFill>
            <a:prstDash val="solid"/>
          </a:ln>
        </p:spPr>
      </p:sp>
      <p:sp>
        <p:nvSpPr>
          <p:cNvPr id="117" name="Shape 109"/>
          <p:cNvSpPr/>
          <p:nvPr/>
        </p:nvSpPr>
        <p:spPr>
          <a:xfrm>
            <a:off x="2123968" y="3289586"/>
            <a:ext cx="640080" cy="119299"/>
          </a:xfrm>
          <a:prstGeom prst="rect">
            <a:avLst/>
          </a:prstGeom>
          <a:solidFill>
            <a:srgbClr val="FFFFFF"/>
          </a:solidFill>
          <a:ln w="6350">
            <a:solidFill>
              <a:srgbClr val="E2E2E2"/>
            </a:solidFill>
            <a:prstDash val="solid"/>
          </a:ln>
        </p:spPr>
      </p:sp>
      <p:sp>
        <p:nvSpPr>
          <p:cNvPr id="118" name="Shape 110"/>
          <p:cNvSpPr/>
          <p:nvPr/>
        </p:nvSpPr>
        <p:spPr>
          <a:xfrm>
            <a:off x="2764048" y="3289586"/>
            <a:ext cx="640080" cy="119299"/>
          </a:xfrm>
          <a:prstGeom prst="rect">
            <a:avLst/>
          </a:prstGeom>
          <a:solidFill>
            <a:srgbClr val="FFFFFF"/>
          </a:solidFill>
          <a:ln w="6350">
            <a:solidFill>
              <a:srgbClr val="E2E2E2"/>
            </a:solidFill>
            <a:prstDash val="solid"/>
          </a:ln>
        </p:spPr>
      </p:sp>
      <p:sp>
        <p:nvSpPr>
          <p:cNvPr id="119" name="Shape 111"/>
          <p:cNvSpPr/>
          <p:nvPr/>
        </p:nvSpPr>
        <p:spPr>
          <a:xfrm>
            <a:off x="3404128" y="3289586"/>
            <a:ext cx="640080" cy="119299"/>
          </a:xfrm>
          <a:prstGeom prst="rect">
            <a:avLst/>
          </a:prstGeom>
          <a:solidFill>
            <a:srgbClr val="FFFFFF"/>
          </a:solidFill>
          <a:ln w="6350">
            <a:solidFill>
              <a:srgbClr val="E2E2E2"/>
            </a:solidFill>
            <a:prstDash val="solid"/>
          </a:ln>
        </p:spPr>
      </p:sp>
      <p:sp>
        <p:nvSpPr>
          <p:cNvPr id="120" name="Shape 112"/>
          <p:cNvSpPr/>
          <p:nvPr/>
        </p:nvSpPr>
        <p:spPr>
          <a:xfrm>
            <a:off x="4044208" y="3289586"/>
            <a:ext cx="640080" cy="119299"/>
          </a:xfrm>
          <a:prstGeom prst="rect">
            <a:avLst/>
          </a:prstGeom>
          <a:solidFill>
            <a:srgbClr val="FFFFFF"/>
          </a:solidFill>
          <a:ln w="6350">
            <a:solidFill>
              <a:srgbClr val="E2E2E2"/>
            </a:solidFill>
            <a:prstDash val="solid"/>
          </a:ln>
        </p:spPr>
      </p:sp>
      <p:sp>
        <p:nvSpPr>
          <p:cNvPr id="121" name="Shape 113"/>
          <p:cNvSpPr/>
          <p:nvPr/>
        </p:nvSpPr>
        <p:spPr>
          <a:xfrm>
            <a:off x="587776" y="3408885"/>
            <a:ext cx="256032" cy="119299"/>
          </a:xfrm>
          <a:prstGeom prst="rect">
            <a:avLst/>
          </a:prstGeom>
          <a:solidFill>
            <a:srgbClr val="F8F9FA"/>
          </a:solidFill>
          <a:ln w="6350">
            <a:solidFill>
              <a:srgbClr val="DDDDDD"/>
            </a:solidFill>
            <a:prstDash val="solid"/>
          </a:ln>
        </p:spPr>
      </p:sp>
      <p:sp>
        <p:nvSpPr>
          <p:cNvPr id="122" name="Text 114"/>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23" name="Shape 115"/>
          <p:cNvSpPr/>
          <p:nvPr/>
        </p:nvSpPr>
        <p:spPr>
          <a:xfrm>
            <a:off x="843808" y="3408885"/>
            <a:ext cx="640080" cy="119299"/>
          </a:xfrm>
          <a:prstGeom prst="rect">
            <a:avLst/>
          </a:prstGeom>
          <a:solidFill>
            <a:srgbClr val="FFFFFF"/>
          </a:solidFill>
          <a:ln w="6350">
            <a:solidFill>
              <a:srgbClr val="E2E2E2"/>
            </a:solidFill>
            <a:prstDash val="solid"/>
          </a:ln>
        </p:spPr>
      </p:sp>
      <p:sp>
        <p:nvSpPr>
          <p:cNvPr id="124" name="Shape 116"/>
          <p:cNvSpPr/>
          <p:nvPr/>
        </p:nvSpPr>
        <p:spPr>
          <a:xfrm>
            <a:off x="1483888" y="3408885"/>
            <a:ext cx="640080" cy="119299"/>
          </a:xfrm>
          <a:prstGeom prst="rect">
            <a:avLst/>
          </a:prstGeom>
          <a:solidFill>
            <a:srgbClr val="FFFFFF"/>
          </a:solidFill>
          <a:ln w="6350">
            <a:solidFill>
              <a:srgbClr val="E2E2E2"/>
            </a:solidFill>
            <a:prstDash val="solid"/>
          </a:ln>
        </p:spPr>
      </p:sp>
      <p:sp>
        <p:nvSpPr>
          <p:cNvPr id="125" name="Shape 117"/>
          <p:cNvSpPr/>
          <p:nvPr/>
        </p:nvSpPr>
        <p:spPr>
          <a:xfrm>
            <a:off x="2123968" y="3408885"/>
            <a:ext cx="640080" cy="119299"/>
          </a:xfrm>
          <a:prstGeom prst="rect">
            <a:avLst/>
          </a:prstGeom>
          <a:solidFill>
            <a:srgbClr val="FFFFFF"/>
          </a:solidFill>
          <a:ln w="6350">
            <a:solidFill>
              <a:srgbClr val="E2E2E2"/>
            </a:solidFill>
            <a:prstDash val="solid"/>
          </a:ln>
        </p:spPr>
      </p:sp>
      <p:sp>
        <p:nvSpPr>
          <p:cNvPr id="126" name="Shape 118"/>
          <p:cNvSpPr/>
          <p:nvPr/>
        </p:nvSpPr>
        <p:spPr>
          <a:xfrm>
            <a:off x="2764048" y="3408885"/>
            <a:ext cx="640080" cy="119299"/>
          </a:xfrm>
          <a:prstGeom prst="rect">
            <a:avLst/>
          </a:prstGeom>
          <a:solidFill>
            <a:srgbClr val="FFFFFF"/>
          </a:solidFill>
          <a:ln w="6350">
            <a:solidFill>
              <a:srgbClr val="E2E2E2"/>
            </a:solidFill>
            <a:prstDash val="solid"/>
          </a:ln>
        </p:spPr>
      </p:sp>
      <p:sp>
        <p:nvSpPr>
          <p:cNvPr id="127" name="Shape 119"/>
          <p:cNvSpPr/>
          <p:nvPr/>
        </p:nvSpPr>
        <p:spPr>
          <a:xfrm>
            <a:off x="3404128" y="3408885"/>
            <a:ext cx="640080" cy="119299"/>
          </a:xfrm>
          <a:prstGeom prst="rect">
            <a:avLst/>
          </a:prstGeom>
          <a:solidFill>
            <a:srgbClr val="FFFFFF"/>
          </a:solidFill>
          <a:ln w="6350">
            <a:solidFill>
              <a:srgbClr val="E2E2E2"/>
            </a:solidFill>
            <a:prstDash val="solid"/>
          </a:ln>
        </p:spPr>
      </p:sp>
      <p:sp>
        <p:nvSpPr>
          <p:cNvPr id="128" name="Shape 120"/>
          <p:cNvSpPr/>
          <p:nvPr/>
        </p:nvSpPr>
        <p:spPr>
          <a:xfrm>
            <a:off x="4044208" y="3408885"/>
            <a:ext cx="640080" cy="119299"/>
          </a:xfrm>
          <a:prstGeom prst="rect">
            <a:avLst/>
          </a:prstGeom>
          <a:solidFill>
            <a:srgbClr val="FFFFFF"/>
          </a:solidFill>
          <a:ln w="6350">
            <a:solidFill>
              <a:srgbClr val="E2E2E2"/>
            </a:solidFill>
            <a:prstDash val="solid"/>
          </a:ln>
        </p:spPr>
      </p:sp>
      <p:sp>
        <p:nvSpPr>
          <p:cNvPr id="129" name="Shape 121"/>
          <p:cNvSpPr/>
          <p:nvPr/>
        </p:nvSpPr>
        <p:spPr>
          <a:xfrm>
            <a:off x="587776" y="3528185"/>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31" name="Shape 123"/>
          <p:cNvSpPr/>
          <p:nvPr/>
        </p:nvSpPr>
        <p:spPr>
          <a:xfrm>
            <a:off x="843808" y="3528185"/>
            <a:ext cx="640080" cy="119299"/>
          </a:xfrm>
          <a:prstGeom prst="rect">
            <a:avLst/>
          </a:prstGeom>
          <a:solidFill>
            <a:srgbClr val="FFFFFF"/>
          </a:solidFill>
          <a:ln w="6350">
            <a:solidFill>
              <a:srgbClr val="E2E2E2"/>
            </a:solidFill>
            <a:prstDash val="solid"/>
          </a:ln>
        </p:spPr>
      </p:sp>
      <p:sp>
        <p:nvSpPr>
          <p:cNvPr id="132" name="Shape 124"/>
          <p:cNvSpPr/>
          <p:nvPr/>
        </p:nvSpPr>
        <p:spPr>
          <a:xfrm>
            <a:off x="1483888" y="3528185"/>
            <a:ext cx="640080" cy="119299"/>
          </a:xfrm>
          <a:prstGeom prst="rect">
            <a:avLst/>
          </a:prstGeom>
          <a:solidFill>
            <a:srgbClr val="FFFFFF"/>
          </a:solidFill>
          <a:ln w="6350">
            <a:solidFill>
              <a:srgbClr val="E2E2E2"/>
            </a:solidFill>
            <a:prstDash val="solid"/>
          </a:ln>
        </p:spPr>
      </p:sp>
      <p:sp>
        <p:nvSpPr>
          <p:cNvPr id="133" name="Shape 125"/>
          <p:cNvSpPr/>
          <p:nvPr/>
        </p:nvSpPr>
        <p:spPr>
          <a:xfrm>
            <a:off x="2123968" y="3528185"/>
            <a:ext cx="640080" cy="119299"/>
          </a:xfrm>
          <a:prstGeom prst="rect">
            <a:avLst/>
          </a:prstGeom>
          <a:solidFill>
            <a:srgbClr val="FFFFFF"/>
          </a:solidFill>
          <a:ln w="6350">
            <a:solidFill>
              <a:srgbClr val="E2E2E2"/>
            </a:solidFill>
            <a:prstDash val="solid"/>
          </a:ln>
        </p:spPr>
      </p:sp>
      <p:sp>
        <p:nvSpPr>
          <p:cNvPr id="134" name="Shape 126"/>
          <p:cNvSpPr/>
          <p:nvPr/>
        </p:nvSpPr>
        <p:spPr>
          <a:xfrm>
            <a:off x="2764048" y="3528185"/>
            <a:ext cx="640080" cy="119299"/>
          </a:xfrm>
          <a:prstGeom prst="rect">
            <a:avLst/>
          </a:prstGeom>
          <a:solidFill>
            <a:srgbClr val="FFFFFF"/>
          </a:solidFill>
          <a:ln w="6350">
            <a:solidFill>
              <a:srgbClr val="E2E2E2"/>
            </a:solidFill>
            <a:prstDash val="solid"/>
          </a:ln>
        </p:spPr>
      </p:sp>
      <p:sp>
        <p:nvSpPr>
          <p:cNvPr id="135" name="Shape 127"/>
          <p:cNvSpPr/>
          <p:nvPr/>
        </p:nvSpPr>
        <p:spPr>
          <a:xfrm>
            <a:off x="3404128" y="3528185"/>
            <a:ext cx="640080" cy="119299"/>
          </a:xfrm>
          <a:prstGeom prst="rect">
            <a:avLst/>
          </a:prstGeom>
          <a:solidFill>
            <a:srgbClr val="FFFFFF"/>
          </a:solidFill>
          <a:ln w="6350">
            <a:solidFill>
              <a:srgbClr val="E2E2E2"/>
            </a:solidFill>
            <a:prstDash val="solid"/>
          </a:ln>
        </p:spPr>
      </p:sp>
      <p:sp>
        <p:nvSpPr>
          <p:cNvPr id="136" name="Shape 128"/>
          <p:cNvSpPr/>
          <p:nvPr/>
        </p:nvSpPr>
        <p:spPr>
          <a:xfrm>
            <a:off x="4044208" y="3528185"/>
            <a:ext cx="640080" cy="119299"/>
          </a:xfrm>
          <a:prstGeom prst="rect">
            <a:avLst/>
          </a:prstGeom>
          <a:solidFill>
            <a:srgbClr val="FFFFFF"/>
          </a:solidFill>
          <a:ln w="6350">
            <a:solidFill>
              <a:srgbClr val="E2E2E2"/>
            </a:solidFill>
            <a:prstDash val="solid"/>
          </a:ln>
        </p:spPr>
      </p:sp>
      <p:sp>
        <p:nvSpPr>
          <p:cNvPr id="137" name="Shape 129"/>
          <p:cNvSpPr/>
          <p:nvPr/>
        </p:nvSpPr>
        <p:spPr>
          <a:xfrm>
            <a:off x="587776" y="3647484"/>
            <a:ext cx="256032" cy="119299"/>
          </a:xfrm>
          <a:prstGeom prst="rect">
            <a:avLst/>
          </a:prstGeom>
          <a:solidFill>
            <a:srgbClr val="F8F9FA"/>
          </a:solidFill>
          <a:ln w="6350">
            <a:solidFill>
              <a:srgbClr val="DDDDDD"/>
            </a:solidFill>
            <a:prstDash val="solid"/>
          </a:ln>
        </p:spPr>
      </p:sp>
      <p:sp>
        <p:nvSpPr>
          <p:cNvPr id="138" name="Text 130"/>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39" name="Shape 131"/>
          <p:cNvSpPr/>
          <p:nvPr/>
        </p:nvSpPr>
        <p:spPr>
          <a:xfrm>
            <a:off x="843808" y="3647484"/>
            <a:ext cx="640080" cy="119299"/>
          </a:xfrm>
          <a:prstGeom prst="rect">
            <a:avLst/>
          </a:prstGeom>
          <a:solidFill>
            <a:srgbClr val="FFFFFF"/>
          </a:solidFill>
          <a:ln w="6350">
            <a:solidFill>
              <a:srgbClr val="E2E2E2"/>
            </a:solidFill>
            <a:prstDash val="solid"/>
          </a:ln>
        </p:spPr>
      </p:sp>
      <p:sp>
        <p:nvSpPr>
          <p:cNvPr id="140" name="Shape 132"/>
          <p:cNvSpPr/>
          <p:nvPr/>
        </p:nvSpPr>
        <p:spPr>
          <a:xfrm>
            <a:off x="1483888" y="3647484"/>
            <a:ext cx="640080" cy="119299"/>
          </a:xfrm>
          <a:prstGeom prst="rect">
            <a:avLst/>
          </a:prstGeom>
          <a:solidFill>
            <a:srgbClr val="FFFFFF"/>
          </a:solidFill>
          <a:ln w="6350">
            <a:solidFill>
              <a:srgbClr val="E2E2E2"/>
            </a:solidFill>
            <a:prstDash val="solid"/>
          </a:ln>
        </p:spPr>
      </p:sp>
      <p:sp>
        <p:nvSpPr>
          <p:cNvPr id="141" name="Shape 133"/>
          <p:cNvSpPr/>
          <p:nvPr/>
        </p:nvSpPr>
        <p:spPr>
          <a:xfrm>
            <a:off x="2123968" y="3647484"/>
            <a:ext cx="640080" cy="119299"/>
          </a:xfrm>
          <a:prstGeom prst="rect">
            <a:avLst/>
          </a:prstGeom>
          <a:solidFill>
            <a:srgbClr val="FFFFFF"/>
          </a:solidFill>
          <a:ln w="6350">
            <a:solidFill>
              <a:srgbClr val="E2E2E2"/>
            </a:solidFill>
            <a:prstDash val="solid"/>
          </a:ln>
        </p:spPr>
      </p:sp>
      <p:sp>
        <p:nvSpPr>
          <p:cNvPr id="142" name="Shape 134"/>
          <p:cNvSpPr/>
          <p:nvPr/>
        </p:nvSpPr>
        <p:spPr>
          <a:xfrm>
            <a:off x="2764048" y="3647484"/>
            <a:ext cx="640080" cy="119299"/>
          </a:xfrm>
          <a:prstGeom prst="rect">
            <a:avLst/>
          </a:prstGeom>
          <a:solidFill>
            <a:srgbClr val="FFFFFF"/>
          </a:solidFill>
          <a:ln w="6350">
            <a:solidFill>
              <a:srgbClr val="E2E2E2"/>
            </a:solidFill>
            <a:prstDash val="solid"/>
          </a:ln>
        </p:spPr>
      </p:sp>
      <p:sp>
        <p:nvSpPr>
          <p:cNvPr id="143" name="Shape 135"/>
          <p:cNvSpPr/>
          <p:nvPr/>
        </p:nvSpPr>
        <p:spPr>
          <a:xfrm>
            <a:off x="3404128" y="3647484"/>
            <a:ext cx="640080" cy="119299"/>
          </a:xfrm>
          <a:prstGeom prst="rect">
            <a:avLst/>
          </a:prstGeom>
          <a:solidFill>
            <a:srgbClr val="FFFFFF"/>
          </a:solidFill>
          <a:ln w="6350">
            <a:solidFill>
              <a:srgbClr val="E2E2E2"/>
            </a:solidFill>
            <a:prstDash val="solid"/>
          </a:ln>
        </p:spPr>
      </p:sp>
      <p:sp>
        <p:nvSpPr>
          <p:cNvPr id="144" name="Shape 136"/>
          <p:cNvSpPr/>
          <p:nvPr/>
        </p:nvSpPr>
        <p:spPr>
          <a:xfrm>
            <a:off x="4044208" y="3647484"/>
            <a:ext cx="640080" cy="119299"/>
          </a:xfrm>
          <a:prstGeom prst="rect">
            <a:avLst/>
          </a:prstGeom>
          <a:solidFill>
            <a:srgbClr val="FFFFFF"/>
          </a:solidFill>
          <a:ln w="6350">
            <a:solidFill>
              <a:srgbClr val="E2E2E2"/>
            </a:solidFill>
            <a:prstDash val="solid"/>
          </a:ln>
        </p:spPr>
      </p:sp>
      <p:sp>
        <p:nvSpPr>
          <p:cNvPr id="145" name="Shape 137"/>
          <p:cNvSpPr/>
          <p:nvPr/>
        </p:nvSpPr>
        <p:spPr>
          <a:xfrm>
            <a:off x="587776" y="3794216"/>
            <a:ext cx="4950927" cy="201168"/>
          </a:xfrm>
          <a:prstGeom prst="rect">
            <a:avLst/>
          </a:prstGeom>
          <a:solidFill>
            <a:srgbClr val="F8F9FA"/>
          </a:solidFill>
          <a:ln w="12700">
            <a:solidFill>
              <a:srgbClr val="F8F9FA"/>
            </a:solidFill>
            <a:prstDash val="solid"/>
          </a:ln>
        </p:spPr>
      </p:sp>
      <p:sp>
        <p:nvSpPr>
          <p:cNvPr id="146" name="Text 138"/>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47" name="Text 139"/>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Data</a:t>
            </a:r>
            <a:endParaRPr lang="en-US" sz="700" dirty="0"/>
          </a:p>
        </p:txBody>
      </p:sp>
      <p:sp>
        <p:nvSpPr>
          <p:cNvPr id="148" name="Text 140"/>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Ringkasan</a:t>
            </a:r>
            <a:endParaRPr lang="en-US" sz="700" dirty="0"/>
          </a:p>
        </p:txBody>
      </p:sp>
      <p:sp>
        <p:nvSpPr>
          <p:cNvPr id="149" name="Shape 141"/>
          <p:cNvSpPr/>
          <p:nvPr/>
        </p:nvSpPr>
        <p:spPr>
          <a:xfrm>
            <a:off x="2690896" y="3794216"/>
            <a:ext cx="731520" cy="201168"/>
          </a:xfrm>
          <a:prstGeom prst="rect">
            <a:avLst/>
          </a:prstGeom>
          <a:solidFill>
            <a:srgbClr val="E1EFFE"/>
          </a:solidFill>
          <a:ln w="12700">
            <a:solidFill>
              <a:srgbClr val="E1EFFE"/>
            </a:solidFill>
            <a:prstDash val="solid"/>
          </a:ln>
        </p:spPr>
      </p:sp>
      <p:sp>
        <p:nvSpPr>
          <p:cNvPr id="150" name="Text 142"/>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Dashboard</a:t>
            </a:r>
            <a:endParaRPr lang="en-US" sz="700" dirty="0"/>
          </a:p>
        </p:txBody>
      </p:sp>
      <p:sp>
        <p:nvSpPr>
          <p:cNvPr id="151" name="Shape 143"/>
          <p:cNvSpPr/>
          <p:nvPr/>
        </p:nvSpPr>
        <p:spPr>
          <a:xfrm>
            <a:off x="843808" y="2931688"/>
            <a:ext cx="1243584" cy="357898"/>
          </a:xfrm>
          <a:prstGeom prst="roundRect">
            <a:avLst>
              <a:gd name="adj" fmla="val 10220"/>
            </a:avLst>
          </a:prstGeom>
          <a:solidFill>
            <a:srgbClr val="FFFFFF"/>
          </a:solidFill>
          <a:ln w="9525">
            <a:solidFill>
              <a:srgbClr val="DDDDDD"/>
            </a:solidFill>
            <a:prstDash val="solid"/>
          </a:ln>
        </p:spPr>
      </p:sp>
      <p:sp>
        <p:nvSpPr>
          <p:cNvPr id="152" name="Shape 144"/>
          <p:cNvSpPr/>
          <p:nvPr/>
        </p:nvSpPr>
        <p:spPr>
          <a:xfrm>
            <a:off x="843808" y="2931688"/>
            <a:ext cx="45720" cy="357898"/>
          </a:xfrm>
          <a:prstGeom prst="rect">
            <a:avLst/>
          </a:prstGeom>
          <a:solidFill>
            <a:srgbClr val="1F7A5C"/>
          </a:solidFill>
          <a:ln w="12700">
            <a:solidFill>
              <a:srgbClr val="1F7A5C"/>
            </a:solidFill>
            <a:prstDash val="solid"/>
          </a:ln>
        </p:spPr>
      </p:sp>
      <p:sp>
        <p:nvSpPr>
          <p:cNvPr id="153" name="Text 145"/>
          <p:cNvSpPr txBox="1"/>
          <p:nvPr/>
        </p:nvSpPr>
        <p:spPr>
          <a:xfrm>
            <a:off x="935248" y="2959120"/>
            <a:ext cx="1106424" cy="125264"/>
          </a:xfrm>
          <a:prstGeom prst="rect">
            <a:avLst/>
          </a:prstGeom>
          <a:noFill/>
          <a:ln/>
        </p:spPr>
        <p:txBody>
          <a:bodyPr wrap="square" lIns="0" tIns="0" rIns="0" bIns="0" rtlCol="0" anchor="ctr"/>
          <a:lstStyle/>
          <a:p>
            <a:pPr indent="0" marL="0">
              <a:buNone/>
            </a:pPr>
            <a:r>
              <a:rPr lang="en-US" sz="550" dirty="0">
                <a:solidFill>
                  <a:srgbClr val="555555"/>
                </a:solidFill>
                <a:latin typeface="Calibri" pitchFamily="34" charset="0"/>
                <a:ea typeface="Calibri" pitchFamily="34" charset="-122"/>
                <a:cs typeface="Calibri" pitchFamily="34" charset="-120"/>
              </a:rPr>
              <a:t>Jumlah santri</a:t>
            </a:r>
            <a:endParaRPr lang="en-US" sz="550" dirty="0"/>
          </a:p>
        </p:txBody>
      </p:sp>
      <p:sp>
        <p:nvSpPr>
          <p:cNvPr id="154" name="Text 146"/>
          <p:cNvSpPr txBox="1"/>
          <p:nvPr/>
        </p:nvSpPr>
        <p:spPr>
          <a:xfrm>
            <a:off x="935248" y="3056952"/>
            <a:ext cx="1106424" cy="214739"/>
          </a:xfrm>
          <a:prstGeom prst="rect">
            <a:avLst/>
          </a:prstGeom>
          <a:noFill/>
          <a:ln/>
        </p:spPr>
        <p:txBody>
          <a:bodyPr wrap="square" lIns="0" tIns="0" rIns="0" bIns="0" rtlCol="0" anchor="ctr"/>
          <a:lstStyle/>
          <a:p>
            <a:pPr indent="0" marL="0">
              <a:buNone/>
            </a:pPr>
            <a:r>
              <a:rPr lang="en-US" sz="1252" b="1" dirty="0">
                <a:solidFill>
                  <a:srgbClr val="1F7A5C"/>
                </a:solidFill>
                <a:latin typeface="Calibri" pitchFamily="34" charset="0"/>
                <a:ea typeface="Calibri" pitchFamily="34" charset="-122"/>
                <a:cs typeface="Calibri" pitchFamily="34" charset="-120"/>
              </a:rPr>
              <a:t>16</a:t>
            </a:r>
            <a:endParaRPr lang="en-US" sz="1252" dirty="0"/>
          </a:p>
        </p:txBody>
      </p:sp>
      <p:sp>
        <p:nvSpPr>
          <p:cNvPr id="155" name="Shape 147"/>
          <p:cNvSpPr/>
          <p:nvPr/>
        </p:nvSpPr>
        <p:spPr>
          <a:xfrm>
            <a:off x="2142256" y="2931688"/>
            <a:ext cx="1243584" cy="357898"/>
          </a:xfrm>
          <a:prstGeom prst="roundRect">
            <a:avLst>
              <a:gd name="adj" fmla="val 10220"/>
            </a:avLst>
          </a:prstGeom>
          <a:solidFill>
            <a:srgbClr val="FFFFFF"/>
          </a:solidFill>
          <a:ln w="9525">
            <a:solidFill>
              <a:srgbClr val="DDDDDD"/>
            </a:solidFill>
            <a:prstDash val="solid"/>
          </a:ln>
        </p:spPr>
      </p:sp>
      <p:sp>
        <p:nvSpPr>
          <p:cNvPr id="156" name="Shape 148"/>
          <p:cNvSpPr/>
          <p:nvPr/>
        </p:nvSpPr>
        <p:spPr>
          <a:xfrm>
            <a:off x="2142256" y="2931688"/>
            <a:ext cx="45720" cy="357898"/>
          </a:xfrm>
          <a:prstGeom prst="rect">
            <a:avLst/>
          </a:prstGeom>
          <a:solidFill>
            <a:srgbClr val="D4A017"/>
          </a:solidFill>
          <a:ln w="12700">
            <a:solidFill>
              <a:srgbClr val="D4A017"/>
            </a:solidFill>
            <a:prstDash val="solid"/>
          </a:ln>
        </p:spPr>
      </p:sp>
      <p:sp>
        <p:nvSpPr>
          <p:cNvPr id="157" name="Text 149"/>
          <p:cNvSpPr txBox="1"/>
          <p:nvPr/>
        </p:nvSpPr>
        <p:spPr>
          <a:xfrm>
            <a:off x="2233696" y="2959120"/>
            <a:ext cx="1106424" cy="125264"/>
          </a:xfrm>
          <a:prstGeom prst="rect">
            <a:avLst/>
          </a:prstGeom>
          <a:noFill/>
          <a:ln/>
        </p:spPr>
        <p:txBody>
          <a:bodyPr wrap="square" lIns="0" tIns="0" rIns="0" bIns="0" rtlCol="0" anchor="ctr"/>
          <a:lstStyle/>
          <a:p>
            <a:pPr indent="0" marL="0">
              <a:buNone/>
            </a:pPr>
            <a:r>
              <a:rPr lang="en-US" sz="550" dirty="0">
                <a:solidFill>
                  <a:srgbClr val="555555"/>
                </a:solidFill>
                <a:latin typeface="Calibri" pitchFamily="34" charset="0"/>
                <a:ea typeface="Calibri" pitchFamily="34" charset="-122"/>
                <a:cs typeface="Calibri" pitchFamily="34" charset="-120"/>
              </a:rPr>
              <a:t>Rata-rata juz</a:t>
            </a:r>
            <a:endParaRPr lang="en-US" sz="550" dirty="0"/>
          </a:p>
        </p:txBody>
      </p:sp>
      <p:sp>
        <p:nvSpPr>
          <p:cNvPr id="158" name="Text 150"/>
          <p:cNvSpPr txBox="1"/>
          <p:nvPr/>
        </p:nvSpPr>
        <p:spPr>
          <a:xfrm>
            <a:off x="2233696" y="3056952"/>
            <a:ext cx="1106424" cy="214739"/>
          </a:xfrm>
          <a:prstGeom prst="rect">
            <a:avLst/>
          </a:prstGeom>
          <a:noFill/>
          <a:ln/>
        </p:spPr>
        <p:txBody>
          <a:bodyPr wrap="square" lIns="0" tIns="0" rIns="0" bIns="0" rtlCol="0" anchor="ctr"/>
          <a:lstStyle/>
          <a:p>
            <a:pPr indent="0" marL="0">
              <a:buNone/>
            </a:pPr>
            <a:r>
              <a:rPr lang="en-US" sz="1252" b="1" dirty="0">
                <a:solidFill>
                  <a:srgbClr val="D4A017"/>
                </a:solidFill>
                <a:latin typeface="Calibri" pitchFamily="34" charset="0"/>
                <a:ea typeface="Calibri" pitchFamily="34" charset="-122"/>
                <a:cs typeface="Calibri" pitchFamily="34" charset="-120"/>
              </a:rPr>
              <a:t>3,3</a:t>
            </a:r>
            <a:endParaRPr lang="en-US" sz="1252" dirty="0"/>
          </a:p>
        </p:txBody>
      </p:sp>
      <p:sp>
        <p:nvSpPr>
          <p:cNvPr id="159" name="Shape 151"/>
          <p:cNvSpPr/>
          <p:nvPr/>
        </p:nvSpPr>
        <p:spPr>
          <a:xfrm>
            <a:off x="3440704" y="2931688"/>
            <a:ext cx="1243584" cy="357898"/>
          </a:xfrm>
          <a:prstGeom prst="roundRect">
            <a:avLst>
              <a:gd name="adj" fmla="val 10220"/>
            </a:avLst>
          </a:prstGeom>
          <a:solidFill>
            <a:srgbClr val="FFFFFF"/>
          </a:solidFill>
          <a:ln w="9525">
            <a:solidFill>
              <a:srgbClr val="DDDDDD"/>
            </a:solidFill>
            <a:prstDash val="solid"/>
          </a:ln>
        </p:spPr>
      </p:sp>
      <p:sp>
        <p:nvSpPr>
          <p:cNvPr id="160" name="Shape 152"/>
          <p:cNvSpPr/>
          <p:nvPr/>
        </p:nvSpPr>
        <p:spPr>
          <a:xfrm>
            <a:off x="3440704" y="2931688"/>
            <a:ext cx="45720" cy="357898"/>
          </a:xfrm>
          <a:prstGeom prst="rect">
            <a:avLst/>
          </a:prstGeom>
          <a:solidFill>
            <a:srgbClr val="1A73E8"/>
          </a:solidFill>
          <a:ln w="12700">
            <a:solidFill>
              <a:srgbClr val="1A73E8"/>
            </a:solidFill>
            <a:prstDash val="solid"/>
          </a:ln>
        </p:spPr>
      </p:sp>
      <p:sp>
        <p:nvSpPr>
          <p:cNvPr id="161" name="Text 153"/>
          <p:cNvSpPr txBox="1"/>
          <p:nvPr/>
        </p:nvSpPr>
        <p:spPr>
          <a:xfrm>
            <a:off x="3532144" y="2959120"/>
            <a:ext cx="1106424" cy="125264"/>
          </a:xfrm>
          <a:prstGeom prst="rect">
            <a:avLst/>
          </a:prstGeom>
          <a:noFill/>
          <a:ln/>
        </p:spPr>
        <p:txBody>
          <a:bodyPr wrap="square" lIns="0" tIns="0" rIns="0" bIns="0" rtlCol="0" anchor="ctr"/>
          <a:lstStyle/>
          <a:p>
            <a:pPr indent="0" marL="0">
              <a:buNone/>
            </a:pPr>
            <a:r>
              <a:rPr lang="en-US" sz="550" dirty="0">
                <a:solidFill>
                  <a:srgbClr val="555555"/>
                </a:solidFill>
                <a:latin typeface="Calibri" pitchFamily="34" charset="0"/>
                <a:ea typeface="Calibri" pitchFamily="34" charset="-122"/>
                <a:cs typeface="Calibri" pitchFamily="34" charset="-120"/>
              </a:rPr>
              <a:t>Juz tertinggi</a:t>
            </a:r>
            <a:endParaRPr lang="en-US" sz="550" dirty="0"/>
          </a:p>
        </p:txBody>
      </p:sp>
      <p:sp>
        <p:nvSpPr>
          <p:cNvPr id="162" name="Text 154"/>
          <p:cNvSpPr txBox="1"/>
          <p:nvPr/>
        </p:nvSpPr>
        <p:spPr>
          <a:xfrm>
            <a:off x="3532144" y="3056952"/>
            <a:ext cx="1106424" cy="214739"/>
          </a:xfrm>
          <a:prstGeom prst="rect">
            <a:avLst/>
          </a:prstGeom>
          <a:noFill/>
          <a:ln/>
        </p:spPr>
        <p:txBody>
          <a:bodyPr wrap="square" lIns="0" tIns="0" rIns="0" bIns="0" rtlCol="0" anchor="ctr"/>
          <a:lstStyle/>
          <a:p>
            <a:pPr indent="0" marL="0">
              <a:buNone/>
            </a:pPr>
            <a:r>
              <a:rPr lang="en-US" sz="1252" b="1" dirty="0">
                <a:solidFill>
                  <a:srgbClr val="1A73E8"/>
                </a:solidFill>
                <a:latin typeface="Calibri" pitchFamily="34" charset="0"/>
                <a:ea typeface="Calibri" pitchFamily="34" charset="-122"/>
                <a:cs typeface="Calibri" pitchFamily="34" charset="-120"/>
              </a:rPr>
              <a:t>6</a:t>
            </a:r>
            <a:endParaRPr lang="en-US" sz="1252" dirty="0"/>
          </a:p>
        </p:txBody>
      </p:sp>
      <p:sp>
        <p:nvSpPr>
          <p:cNvPr id="163" name="Shape 155"/>
          <p:cNvSpPr/>
          <p:nvPr/>
        </p:nvSpPr>
        <p:spPr>
          <a:xfrm>
            <a:off x="825520" y="2913400"/>
            <a:ext cx="3877056" cy="394474"/>
          </a:xfrm>
          <a:prstGeom prst="roundRect">
            <a:avLst>
              <a:gd name="adj" fmla="val 11590"/>
            </a:avLst>
          </a:prstGeom>
          <a:solidFill>
            <a:srgbClr val="FFFFFF">
              <a:alpha val="0"/>
            </a:srgbClr>
          </a:solidFill>
          <a:ln w="31750">
            <a:solidFill>
              <a:srgbClr val="E53935"/>
            </a:solidFill>
            <a:prstDash val="solid"/>
          </a:ln>
        </p:spPr>
      </p:sp>
      <p:sp>
        <p:nvSpPr>
          <p:cNvPr id="164" name="Shape 156"/>
          <p:cNvSpPr/>
          <p:nvPr/>
        </p:nvSpPr>
        <p:spPr>
          <a:xfrm>
            <a:off x="4565416" y="2776240"/>
            <a:ext cx="274320" cy="274320"/>
          </a:xfrm>
          <a:prstGeom prst="ellipse">
            <a:avLst/>
          </a:prstGeom>
          <a:solidFill>
            <a:srgbClr val="E53935"/>
          </a:solidFill>
          <a:ln w="12700">
            <a:solidFill>
              <a:srgbClr val="FFFFFF"/>
            </a:solidFill>
            <a:prstDash val="solid"/>
          </a:ln>
        </p:spPr>
      </p:sp>
      <p:sp>
        <p:nvSpPr>
          <p:cNvPr id="165" name="Text 157"/>
          <p:cNvSpPr txBox="1"/>
          <p:nvPr/>
        </p:nvSpPr>
        <p:spPr>
          <a:xfrm>
            <a:off x="4565416" y="27762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166" name="Image 6" descr="preencoded.png">    </p:cNvPr>
          <p:cNvPicPr>
            <a:picLocks noChangeAspect="1"/>
          </p:cNvPicPr>
          <p:nvPr/>
        </p:nvPicPr>
        <p:blipFill>
          <a:blip r:embed="rId7"/>
          <a:stretch>
            <a:fillRect/>
          </a:stretch>
        </p:blipFill>
        <p:spPr>
          <a:xfrm>
            <a:off x="2956072" y="3128532"/>
            <a:ext cx="237744" cy="237744"/>
          </a:xfrm>
          <a:prstGeom prst="rect">
            <a:avLst/>
          </a:prstGeom>
        </p:spPr>
      </p:pic>
      <p:sp>
        <p:nvSpPr>
          <p:cNvPr id="167" name="Text 15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168" name="Text 15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Jadikan angka besar seperti kartu</a:t>
            </a:r>
            <a:endParaRPr lang="en-US" sz="1800" dirty="0"/>
          </a:p>
        </p:txBody>
      </p:sp>
      <p:sp>
        <p:nvSpPr>
          <p:cNvPr id="169" name="Text 16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Gabungkan A4:B4, C4:D4, E4:F4. Huruf ukuran 24, tebal, berwarna. Beri garis tepi dan warna latar lembut.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Uji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6400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483888" y="2573789"/>
            <a:ext cx="640080" cy="119299"/>
          </a:xfrm>
          <a:prstGeom prst="rect">
            <a:avLst/>
          </a:prstGeom>
          <a:solidFill>
            <a:srgbClr val="F8F9FA"/>
          </a:solidFill>
          <a:ln w="6350">
            <a:solidFill>
              <a:srgbClr val="DDDDDD"/>
            </a:solidFill>
            <a:prstDash val="solid"/>
          </a:ln>
        </p:spPr>
      </p:sp>
      <p:sp>
        <p:nvSpPr>
          <p:cNvPr id="64" name="Text 56"/>
          <p:cNvSpPr txBox="1"/>
          <p:nvPr/>
        </p:nvSpPr>
        <p:spPr>
          <a:xfrm>
            <a:off x="148388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12396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212396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764048" y="2573789"/>
            <a:ext cx="640080" cy="119299"/>
          </a:xfrm>
          <a:prstGeom prst="rect">
            <a:avLst/>
          </a:prstGeom>
          <a:solidFill>
            <a:srgbClr val="F8F9FA"/>
          </a:solidFill>
          <a:ln w="6350">
            <a:solidFill>
              <a:srgbClr val="DDDDDD"/>
            </a:solidFill>
            <a:prstDash val="solid"/>
          </a:ln>
        </p:spPr>
      </p:sp>
      <p:sp>
        <p:nvSpPr>
          <p:cNvPr id="68" name="Text 60"/>
          <p:cNvSpPr txBox="1"/>
          <p:nvPr/>
        </p:nvSpPr>
        <p:spPr>
          <a:xfrm>
            <a:off x="276404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404128" y="2573789"/>
            <a:ext cx="640080" cy="119299"/>
          </a:xfrm>
          <a:prstGeom prst="rect">
            <a:avLst/>
          </a:prstGeom>
          <a:solidFill>
            <a:srgbClr val="F8F9FA"/>
          </a:solidFill>
          <a:ln w="6350">
            <a:solidFill>
              <a:srgbClr val="DDDDDD"/>
            </a:solidFill>
            <a:prstDash val="solid"/>
          </a:ln>
        </p:spPr>
      </p:sp>
      <p:sp>
        <p:nvSpPr>
          <p:cNvPr id="70" name="Text 62"/>
          <p:cNvSpPr txBox="1"/>
          <p:nvPr/>
        </p:nvSpPr>
        <p:spPr>
          <a:xfrm>
            <a:off x="34041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4044208" y="2573789"/>
            <a:ext cx="640080" cy="119299"/>
          </a:xfrm>
          <a:prstGeom prst="rect">
            <a:avLst/>
          </a:prstGeom>
          <a:solidFill>
            <a:srgbClr val="F8F9FA"/>
          </a:solidFill>
          <a:ln w="6350">
            <a:solidFill>
              <a:srgbClr val="DDDDDD"/>
            </a:solidFill>
            <a:prstDash val="solid"/>
          </a:ln>
        </p:spPr>
      </p:sp>
      <p:sp>
        <p:nvSpPr>
          <p:cNvPr id="72" name="Text 64"/>
          <p:cNvSpPr txBox="1"/>
          <p:nvPr/>
        </p:nvSpPr>
        <p:spPr>
          <a:xfrm>
            <a:off x="40442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640080" cy="119299"/>
          </a:xfrm>
          <a:prstGeom prst="rect">
            <a:avLst/>
          </a:prstGeom>
          <a:solidFill>
            <a:srgbClr val="FFFFFF"/>
          </a:solidFill>
          <a:ln w="6350">
            <a:solidFill>
              <a:srgbClr val="E2E2E2"/>
            </a:solidFill>
            <a:prstDash val="solid"/>
          </a:ln>
        </p:spPr>
      </p:sp>
      <p:sp>
        <p:nvSpPr>
          <p:cNvPr id="76" name="Shape 68"/>
          <p:cNvSpPr/>
          <p:nvPr/>
        </p:nvSpPr>
        <p:spPr>
          <a:xfrm>
            <a:off x="1483888" y="2693089"/>
            <a:ext cx="640080" cy="119299"/>
          </a:xfrm>
          <a:prstGeom prst="rect">
            <a:avLst/>
          </a:prstGeom>
          <a:solidFill>
            <a:srgbClr val="FFFFFF"/>
          </a:solidFill>
          <a:ln w="6350">
            <a:solidFill>
              <a:srgbClr val="E2E2E2"/>
            </a:solidFill>
            <a:prstDash val="solid"/>
          </a:ln>
        </p:spPr>
      </p:sp>
      <p:sp>
        <p:nvSpPr>
          <p:cNvPr id="77" name="Shape 69"/>
          <p:cNvSpPr/>
          <p:nvPr/>
        </p:nvSpPr>
        <p:spPr>
          <a:xfrm>
            <a:off x="2123968" y="2693089"/>
            <a:ext cx="640080" cy="119299"/>
          </a:xfrm>
          <a:prstGeom prst="rect">
            <a:avLst/>
          </a:prstGeom>
          <a:solidFill>
            <a:srgbClr val="FFFFFF"/>
          </a:solidFill>
          <a:ln w="6350">
            <a:solidFill>
              <a:srgbClr val="E2E2E2"/>
            </a:solidFill>
            <a:prstDash val="solid"/>
          </a:ln>
        </p:spPr>
      </p:sp>
      <p:sp>
        <p:nvSpPr>
          <p:cNvPr id="78" name="Shape 70"/>
          <p:cNvSpPr/>
          <p:nvPr/>
        </p:nvSpPr>
        <p:spPr>
          <a:xfrm>
            <a:off x="2764048" y="2693089"/>
            <a:ext cx="640080" cy="119299"/>
          </a:xfrm>
          <a:prstGeom prst="rect">
            <a:avLst/>
          </a:prstGeom>
          <a:solidFill>
            <a:srgbClr val="FFFFFF"/>
          </a:solidFill>
          <a:ln w="6350">
            <a:solidFill>
              <a:srgbClr val="E2E2E2"/>
            </a:solidFill>
            <a:prstDash val="solid"/>
          </a:ln>
        </p:spPr>
      </p:sp>
      <p:sp>
        <p:nvSpPr>
          <p:cNvPr id="79" name="Shape 71"/>
          <p:cNvSpPr/>
          <p:nvPr/>
        </p:nvSpPr>
        <p:spPr>
          <a:xfrm>
            <a:off x="3404128" y="2693089"/>
            <a:ext cx="640080" cy="119299"/>
          </a:xfrm>
          <a:prstGeom prst="rect">
            <a:avLst/>
          </a:prstGeom>
          <a:solidFill>
            <a:srgbClr val="FFFFFF"/>
          </a:solidFill>
          <a:ln w="6350">
            <a:solidFill>
              <a:srgbClr val="E2E2E2"/>
            </a:solidFill>
            <a:prstDash val="solid"/>
          </a:ln>
        </p:spPr>
      </p:sp>
      <p:sp>
        <p:nvSpPr>
          <p:cNvPr id="80" name="Shape 72"/>
          <p:cNvSpPr/>
          <p:nvPr/>
        </p:nvSpPr>
        <p:spPr>
          <a:xfrm>
            <a:off x="4044208" y="2693089"/>
            <a:ext cx="640080" cy="119299"/>
          </a:xfrm>
          <a:prstGeom prst="rect">
            <a:avLst/>
          </a:prstGeom>
          <a:solidFill>
            <a:srgbClr val="FFFFFF"/>
          </a:solidFill>
          <a:ln w="6350">
            <a:solidFill>
              <a:srgbClr val="E2E2E2"/>
            </a:solidFill>
            <a:prstDash val="solid"/>
          </a:ln>
        </p:spPr>
      </p:sp>
      <p:sp>
        <p:nvSpPr>
          <p:cNvPr id="81" name="Shape 73"/>
          <p:cNvSpPr/>
          <p:nvPr/>
        </p:nvSpPr>
        <p:spPr>
          <a:xfrm>
            <a:off x="587776" y="2812388"/>
            <a:ext cx="256032" cy="119299"/>
          </a:xfrm>
          <a:prstGeom prst="rect">
            <a:avLst/>
          </a:prstGeom>
          <a:solidFill>
            <a:srgbClr val="F8F9FA"/>
          </a:solidFill>
          <a:ln w="6350">
            <a:solidFill>
              <a:srgbClr val="DDDDDD"/>
            </a:solidFill>
            <a:prstDash val="solid"/>
          </a:ln>
        </p:spPr>
      </p:sp>
      <p:sp>
        <p:nvSpPr>
          <p:cNvPr id="82" name="Text 74"/>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3" name="Shape 75"/>
          <p:cNvSpPr/>
          <p:nvPr/>
        </p:nvSpPr>
        <p:spPr>
          <a:xfrm>
            <a:off x="843808" y="2812388"/>
            <a:ext cx="640080" cy="119299"/>
          </a:xfrm>
          <a:prstGeom prst="rect">
            <a:avLst/>
          </a:prstGeom>
          <a:solidFill>
            <a:srgbClr val="FFFFFF"/>
          </a:solidFill>
          <a:ln w="6350">
            <a:solidFill>
              <a:srgbClr val="E2E2E2"/>
            </a:solidFill>
            <a:prstDash val="solid"/>
          </a:ln>
        </p:spPr>
      </p:sp>
      <p:sp>
        <p:nvSpPr>
          <p:cNvPr id="84" name="Shape 76"/>
          <p:cNvSpPr/>
          <p:nvPr/>
        </p:nvSpPr>
        <p:spPr>
          <a:xfrm>
            <a:off x="1483888" y="2812388"/>
            <a:ext cx="640080" cy="119299"/>
          </a:xfrm>
          <a:prstGeom prst="rect">
            <a:avLst/>
          </a:prstGeom>
          <a:solidFill>
            <a:srgbClr val="FFFFFF"/>
          </a:solidFill>
          <a:ln w="6350">
            <a:solidFill>
              <a:srgbClr val="E2E2E2"/>
            </a:solidFill>
            <a:prstDash val="solid"/>
          </a:ln>
        </p:spPr>
      </p:sp>
      <p:sp>
        <p:nvSpPr>
          <p:cNvPr id="85" name="Shape 77"/>
          <p:cNvSpPr/>
          <p:nvPr/>
        </p:nvSpPr>
        <p:spPr>
          <a:xfrm>
            <a:off x="2123968" y="2812388"/>
            <a:ext cx="640080" cy="119299"/>
          </a:xfrm>
          <a:prstGeom prst="rect">
            <a:avLst/>
          </a:prstGeom>
          <a:solidFill>
            <a:srgbClr val="FFFFFF"/>
          </a:solidFill>
          <a:ln w="6350">
            <a:solidFill>
              <a:srgbClr val="E2E2E2"/>
            </a:solidFill>
            <a:prstDash val="solid"/>
          </a:ln>
        </p:spPr>
      </p:sp>
      <p:sp>
        <p:nvSpPr>
          <p:cNvPr id="86" name="Shape 78"/>
          <p:cNvSpPr/>
          <p:nvPr/>
        </p:nvSpPr>
        <p:spPr>
          <a:xfrm>
            <a:off x="2764048" y="2812388"/>
            <a:ext cx="640080" cy="119299"/>
          </a:xfrm>
          <a:prstGeom prst="rect">
            <a:avLst/>
          </a:prstGeom>
          <a:solidFill>
            <a:srgbClr val="FFFFFF"/>
          </a:solidFill>
          <a:ln w="6350">
            <a:solidFill>
              <a:srgbClr val="E2E2E2"/>
            </a:solidFill>
            <a:prstDash val="solid"/>
          </a:ln>
        </p:spPr>
      </p:sp>
      <p:sp>
        <p:nvSpPr>
          <p:cNvPr id="87" name="Shape 79"/>
          <p:cNvSpPr/>
          <p:nvPr/>
        </p:nvSpPr>
        <p:spPr>
          <a:xfrm>
            <a:off x="3404128" y="2812388"/>
            <a:ext cx="640080" cy="119299"/>
          </a:xfrm>
          <a:prstGeom prst="rect">
            <a:avLst/>
          </a:prstGeom>
          <a:solidFill>
            <a:srgbClr val="FFFFFF"/>
          </a:solidFill>
          <a:ln w="6350">
            <a:solidFill>
              <a:srgbClr val="E2E2E2"/>
            </a:solidFill>
            <a:prstDash val="solid"/>
          </a:ln>
        </p:spPr>
      </p:sp>
      <p:sp>
        <p:nvSpPr>
          <p:cNvPr id="88" name="Shape 80"/>
          <p:cNvSpPr/>
          <p:nvPr/>
        </p:nvSpPr>
        <p:spPr>
          <a:xfrm>
            <a:off x="4044208" y="2812388"/>
            <a:ext cx="640080" cy="119299"/>
          </a:xfrm>
          <a:prstGeom prst="rect">
            <a:avLst/>
          </a:prstGeom>
          <a:solidFill>
            <a:srgbClr val="FFFFFF"/>
          </a:solidFill>
          <a:ln w="6350">
            <a:solidFill>
              <a:srgbClr val="E2E2E2"/>
            </a:solidFill>
            <a:prstDash val="solid"/>
          </a:ln>
        </p:spPr>
      </p:sp>
      <p:sp>
        <p:nvSpPr>
          <p:cNvPr id="89" name="Shape 81"/>
          <p:cNvSpPr/>
          <p:nvPr/>
        </p:nvSpPr>
        <p:spPr>
          <a:xfrm>
            <a:off x="587776" y="2931688"/>
            <a:ext cx="256032" cy="119299"/>
          </a:xfrm>
          <a:prstGeom prst="rect">
            <a:avLst/>
          </a:prstGeom>
          <a:solidFill>
            <a:srgbClr val="F8F9FA"/>
          </a:solidFill>
          <a:ln w="6350">
            <a:solidFill>
              <a:srgbClr val="DDDDDD"/>
            </a:solidFill>
            <a:prstDash val="solid"/>
          </a:ln>
        </p:spPr>
      </p:sp>
      <p:sp>
        <p:nvSpPr>
          <p:cNvPr id="90" name="Text 82"/>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1" name="Shape 83"/>
          <p:cNvSpPr/>
          <p:nvPr/>
        </p:nvSpPr>
        <p:spPr>
          <a:xfrm>
            <a:off x="843808" y="2931688"/>
            <a:ext cx="640080" cy="119299"/>
          </a:xfrm>
          <a:prstGeom prst="rect">
            <a:avLst/>
          </a:prstGeom>
          <a:solidFill>
            <a:srgbClr val="FFFFFF"/>
          </a:solidFill>
          <a:ln w="6350">
            <a:solidFill>
              <a:srgbClr val="E2E2E2"/>
            </a:solidFill>
            <a:prstDash val="solid"/>
          </a:ln>
        </p:spPr>
      </p:sp>
      <p:sp>
        <p:nvSpPr>
          <p:cNvPr id="92" name="Shape 84"/>
          <p:cNvSpPr/>
          <p:nvPr/>
        </p:nvSpPr>
        <p:spPr>
          <a:xfrm>
            <a:off x="1483888" y="2931688"/>
            <a:ext cx="640080" cy="119299"/>
          </a:xfrm>
          <a:prstGeom prst="rect">
            <a:avLst/>
          </a:prstGeom>
          <a:solidFill>
            <a:srgbClr val="FFFFFF"/>
          </a:solidFill>
          <a:ln w="6350">
            <a:solidFill>
              <a:srgbClr val="E2E2E2"/>
            </a:solidFill>
            <a:prstDash val="solid"/>
          </a:ln>
        </p:spPr>
      </p:sp>
      <p:sp>
        <p:nvSpPr>
          <p:cNvPr id="93" name="Shape 85"/>
          <p:cNvSpPr/>
          <p:nvPr/>
        </p:nvSpPr>
        <p:spPr>
          <a:xfrm>
            <a:off x="2123968" y="2931688"/>
            <a:ext cx="640080" cy="119299"/>
          </a:xfrm>
          <a:prstGeom prst="rect">
            <a:avLst/>
          </a:prstGeom>
          <a:solidFill>
            <a:srgbClr val="FFFFFF"/>
          </a:solidFill>
          <a:ln w="6350">
            <a:solidFill>
              <a:srgbClr val="E2E2E2"/>
            </a:solidFill>
            <a:prstDash val="solid"/>
          </a:ln>
        </p:spPr>
      </p:sp>
      <p:sp>
        <p:nvSpPr>
          <p:cNvPr id="94" name="Shape 86"/>
          <p:cNvSpPr/>
          <p:nvPr/>
        </p:nvSpPr>
        <p:spPr>
          <a:xfrm>
            <a:off x="2764048" y="2931688"/>
            <a:ext cx="640080" cy="119299"/>
          </a:xfrm>
          <a:prstGeom prst="rect">
            <a:avLst/>
          </a:prstGeom>
          <a:solidFill>
            <a:srgbClr val="FFFFFF"/>
          </a:solidFill>
          <a:ln w="6350">
            <a:solidFill>
              <a:srgbClr val="E2E2E2"/>
            </a:solidFill>
            <a:prstDash val="solid"/>
          </a:ln>
        </p:spPr>
      </p:sp>
      <p:sp>
        <p:nvSpPr>
          <p:cNvPr id="95" name="Shape 87"/>
          <p:cNvSpPr/>
          <p:nvPr/>
        </p:nvSpPr>
        <p:spPr>
          <a:xfrm>
            <a:off x="3404128" y="2931688"/>
            <a:ext cx="640080" cy="119299"/>
          </a:xfrm>
          <a:prstGeom prst="rect">
            <a:avLst/>
          </a:prstGeom>
          <a:solidFill>
            <a:srgbClr val="FFFFFF"/>
          </a:solidFill>
          <a:ln w="6350">
            <a:solidFill>
              <a:srgbClr val="E2E2E2"/>
            </a:solidFill>
            <a:prstDash val="solid"/>
          </a:ln>
        </p:spPr>
      </p:sp>
      <p:sp>
        <p:nvSpPr>
          <p:cNvPr id="96" name="Shape 88"/>
          <p:cNvSpPr/>
          <p:nvPr/>
        </p:nvSpPr>
        <p:spPr>
          <a:xfrm>
            <a:off x="4044208" y="2931688"/>
            <a:ext cx="640080" cy="119299"/>
          </a:xfrm>
          <a:prstGeom prst="rect">
            <a:avLst/>
          </a:prstGeom>
          <a:solidFill>
            <a:srgbClr val="FFFFFF"/>
          </a:solidFill>
          <a:ln w="6350">
            <a:solidFill>
              <a:srgbClr val="E2E2E2"/>
            </a:solidFill>
            <a:prstDash val="solid"/>
          </a:ln>
        </p:spPr>
      </p:sp>
      <p:sp>
        <p:nvSpPr>
          <p:cNvPr id="97" name="Shape 89"/>
          <p:cNvSpPr/>
          <p:nvPr/>
        </p:nvSpPr>
        <p:spPr>
          <a:xfrm>
            <a:off x="587776" y="3050987"/>
            <a:ext cx="256032" cy="119299"/>
          </a:xfrm>
          <a:prstGeom prst="rect">
            <a:avLst/>
          </a:prstGeom>
          <a:solidFill>
            <a:srgbClr val="F8F9FA"/>
          </a:solidFill>
          <a:ln w="6350">
            <a:solidFill>
              <a:srgbClr val="DDDDDD"/>
            </a:solidFill>
            <a:prstDash val="solid"/>
          </a:ln>
        </p:spPr>
      </p:sp>
      <p:sp>
        <p:nvSpPr>
          <p:cNvPr id="98" name="Text 90"/>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99" name="Shape 91"/>
          <p:cNvSpPr/>
          <p:nvPr/>
        </p:nvSpPr>
        <p:spPr>
          <a:xfrm>
            <a:off x="843808" y="3050987"/>
            <a:ext cx="640080" cy="119299"/>
          </a:xfrm>
          <a:prstGeom prst="rect">
            <a:avLst/>
          </a:prstGeom>
          <a:solidFill>
            <a:srgbClr val="FFFFFF"/>
          </a:solidFill>
          <a:ln w="6350">
            <a:solidFill>
              <a:srgbClr val="E2E2E2"/>
            </a:solidFill>
            <a:prstDash val="solid"/>
          </a:ln>
        </p:spPr>
      </p:sp>
      <p:sp>
        <p:nvSpPr>
          <p:cNvPr id="100" name="Shape 92"/>
          <p:cNvSpPr/>
          <p:nvPr/>
        </p:nvSpPr>
        <p:spPr>
          <a:xfrm>
            <a:off x="1483888" y="3050987"/>
            <a:ext cx="640080" cy="119299"/>
          </a:xfrm>
          <a:prstGeom prst="rect">
            <a:avLst/>
          </a:prstGeom>
          <a:solidFill>
            <a:srgbClr val="FFFFFF"/>
          </a:solidFill>
          <a:ln w="6350">
            <a:solidFill>
              <a:srgbClr val="E2E2E2"/>
            </a:solidFill>
            <a:prstDash val="solid"/>
          </a:ln>
        </p:spPr>
      </p:sp>
      <p:sp>
        <p:nvSpPr>
          <p:cNvPr id="101" name="Shape 93"/>
          <p:cNvSpPr/>
          <p:nvPr/>
        </p:nvSpPr>
        <p:spPr>
          <a:xfrm>
            <a:off x="2123968" y="3050987"/>
            <a:ext cx="640080" cy="119299"/>
          </a:xfrm>
          <a:prstGeom prst="rect">
            <a:avLst/>
          </a:prstGeom>
          <a:solidFill>
            <a:srgbClr val="FFFFFF"/>
          </a:solidFill>
          <a:ln w="6350">
            <a:solidFill>
              <a:srgbClr val="E2E2E2"/>
            </a:solidFill>
            <a:prstDash val="solid"/>
          </a:ln>
        </p:spPr>
      </p:sp>
      <p:sp>
        <p:nvSpPr>
          <p:cNvPr id="102" name="Shape 94"/>
          <p:cNvSpPr/>
          <p:nvPr/>
        </p:nvSpPr>
        <p:spPr>
          <a:xfrm>
            <a:off x="2764048" y="3050987"/>
            <a:ext cx="640080" cy="119299"/>
          </a:xfrm>
          <a:prstGeom prst="rect">
            <a:avLst/>
          </a:prstGeom>
          <a:solidFill>
            <a:srgbClr val="FFFFFF"/>
          </a:solidFill>
          <a:ln w="6350">
            <a:solidFill>
              <a:srgbClr val="E2E2E2"/>
            </a:solidFill>
            <a:prstDash val="solid"/>
          </a:ln>
        </p:spPr>
      </p:sp>
      <p:sp>
        <p:nvSpPr>
          <p:cNvPr id="103" name="Shape 95"/>
          <p:cNvSpPr/>
          <p:nvPr/>
        </p:nvSpPr>
        <p:spPr>
          <a:xfrm>
            <a:off x="3404128" y="3050987"/>
            <a:ext cx="640080" cy="119299"/>
          </a:xfrm>
          <a:prstGeom prst="rect">
            <a:avLst/>
          </a:prstGeom>
          <a:solidFill>
            <a:srgbClr val="FFFFFF"/>
          </a:solidFill>
          <a:ln w="6350">
            <a:solidFill>
              <a:srgbClr val="E2E2E2"/>
            </a:solidFill>
            <a:prstDash val="solid"/>
          </a:ln>
        </p:spPr>
      </p:sp>
      <p:sp>
        <p:nvSpPr>
          <p:cNvPr id="104" name="Shape 96"/>
          <p:cNvSpPr/>
          <p:nvPr/>
        </p:nvSpPr>
        <p:spPr>
          <a:xfrm>
            <a:off x="4044208" y="3050987"/>
            <a:ext cx="640080" cy="119299"/>
          </a:xfrm>
          <a:prstGeom prst="rect">
            <a:avLst/>
          </a:prstGeom>
          <a:solidFill>
            <a:srgbClr val="FFFFFF"/>
          </a:solidFill>
          <a:ln w="6350">
            <a:solidFill>
              <a:srgbClr val="E2E2E2"/>
            </a:solidFill>
            <a:prstDash val="solid"/>
          </a:ln>
        </p:spPr>
      </p:sp>
      <p:sp>
        <p:nvSpPr>
          <p:cNvPr id="105" name="Shape 97"/>
          <p:cNvSpPr/>
          <p:nvPr/>
        </p:nvSpPr>
        <p:spPr>
          <a:xfrm>
            <a:off x="587776" y="3170287"/>
            <a:ext cx="256032" cy="119299"/>
          </a:xfrm>
          <a:prstGeom prst="rect">
            <a:avLst/>
          </a:prstGeom>
          <a:solidFill>
            <a:srgbClr val="F8F9FA"/>
          </a:solidFill>
          <a:ln w="6350">
            <a:solidFill>
              <a:srgbClr val="DDDDDD"/>
            </a:solidFill>
            <a:prstDash val="solid"/>
          </a:ln>
        </p:spPr>
      </p:sp>
      <p:sp>
        <p:nvSpPr>
          <p:cNvPr id="106" name="Text 98"/>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07" name="Shape 99"/>
          <p:cNvSpPr/>
          <p:nvPr/>
        </p:nvSpPr>
        <p:spPr>
          <a:xfrm>
            <a:off x="843808" y="3170287"/>
            <a:ext cx="640080" cy="119299"/>
          </a:xfrm>
          <a:prstGeom prst="rect">
            <a:avLst/>
          </a:prstGeom>
          <a:solidFill>
            <a:srgbClr val="FFFFFF"/>
          </a:solidFill>
          <a:ln w="6350">
            <a:solidFill>
              <a:srgbClr val="E2E2E2"/>
            </a:solidFill>
            <a:prstDash val="solid"/>
          </a:ln>
        </p:spPr>
      </p:sp>
      <p:sp>
        <p:nvSpPr>
          <p:cNvPr id="108" name="Shape 100"/>
          <p:cNvSpPr/>
          <p:nvPr/>
        </p:nvSpPr>
        <p:spPr>
          <a:xfrm>
            <a:off x="1483888" y="3170287"/>
            <a:ext cx="640080" cy="119299"/>
          </a:xfrm>
          <a:prstGeom prst="rect">
            <a:avLst/>
          </a:prstGeom>
          <a:solidFill>
            <a:srgbClr val="FFFFFF"/>
          </a:solidFill>
          <a:ln w="6350">
            <a:solidFill>
              <a:srgbClr val="E2E2E2"/>
            </a:solidFill>
            <a:prstDash val="solid"/>
          </a:ln>
        </p:spPr>
      </p:sp>
      <p:sp>
        <p:nvSpPr>
          <p:cNvPr id="109" name="Shape 101"/>
          <p:cNvSpPr/>
          <p:nvPr/>
        </p:nvSpPr>
        <p:spPr>
          <a:xfrm>
            <a:off x="2123968" y="3170287"/>
            <a:ext cx="640080" cy="119299"/>
          </a:xfrm>
          <a:prstGeom prst="rect">
            <a:avLst/>
          </a:prstGeom>
          <a:solidFill>
            <a:srgbClr val="FFFFFF"/>
          </a:solidFill>
          <a:ln w="6350">
            <a:solidFill>
              <a:srgbClr val="E2E2E2"/>
            </a:solidFill>
            <a:prstDash val="solid"/>
          </a:ln>
        </p:spPr>
      </p:sp>
      <p:sp>
        <p:nvSpPr>
          <p:cNvPr id="110" name="Shape 102"/>
          <p:cNvSpPr/>
          <p:nvPr/>
        </p:nvSpPr>
        <p:spPr>
          <a:xfrm>
            <a:off x="2764048" y="3170287"/>
            <a:ext cx="640080" cy="119299"/>
          </a:xfrm>
          <a:prstGeom prst="rect">
            <a:avLst/>
          </a:prstGeom>
          <a:solidFill>
            <a:srgbClr val="FFFFFF"/>
          </a:solidFill>
          <a:ln w="6350">
            <a:solidFill>
              <a:srgbClr val="E2E2E2"/>
            </a:solidFill>
            <a:prstDash val="solid"/>
          </a:ln>
        </p:spPr>
      </p:sp>
      <p:sp>
        <p:nvSpPr>
          <p:cNvPr id="111" name="Shape 103"/>
          <p:cNvSpPr/>
          <p:nvPr/>
        </p:nvSpPr>
        <p:spPr>
          <a:xfrm>
            <a:off x="3404128" y="3170287"/>
            <a:ext cx="640080" cy="119299"/>
          </a:xfrm>
          <a:prstGeom prst="rect">
            <a:avLst/>
          </a:prstGeom>
          <a:solidFill>
            <a:srgbClr val="FFFFFF"/>
          </a:solidFill>
          <a:ln w="6350">
            <a:solidFill>
              <a:srgbClr val="E2E2E2"/>
            </a:solidFill>
            <a:prstDash val="solid"/>
          </a:ln>
        </p:spPr>
      </p:sp>
      <p:sp>
        <p:nvSpPr>
          <p:cNvPr id="112" name="Shape 104"/>
          <p:cNvSpPr/>
          <p:nvPr/>
        </p:nvSpPr>
        <p:spPr>
          <a:xfrm>
            <a:off x="4044208" y="3170287"/>
            <a:ext cx="640080" cy="119299"/>
          </a:xfrm>
          <a:prstGeom prst="rect">
            <a:avLst/>
          </a:prstGeom>
          <a:solidFill>
            <a:srgbClr val="FFFFFF"/>
          </a:solidFill>
          <a:ln w="6350">
            <a:solidFill>
              <a:srgbClr val="E2E2E2"/>
            </a:solidFill>
            <a:prstDash val="solid"/>
          </a:ln>
        </p:spPr>
      </p:sp>
      <p:sp>
        <p:nvSpPr>
          <p:cNvPr id="113" name="Shape 105"/>
          <p:cNvSpPr/>
          <p:nvPr/>
        </p:nvSpPr>
        <p:spPr>
          <a:xfrm>
            <a:off x="587776" y="3289586"/>
            <a:ext cx="256032" cy="119299"/>
          </a:xfrm>
          <a:prstGeom prst="rect">
            <a:avLst/>
          </a:prstGeom>
          <a:solidFill>
            <a:srgbClr val="F8F9FA"/>
          </a:solidFill>
          <a:ln w="6350">
            <a:solidFill>
              <a:srgbClr val="DDDDDD"/>
            </a:solidFill>
            <a:prstDash val="solid"/>
          </a:ln>
        </p:spPr>
      </p:sp>
      <p:sp>
        <p:nvSpPr>
          <p:cNvPr id="114" name="Text 10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15" name="Shape 107"/>
          <p:cNvSpPr/>
          <p:nvPr/>
        </p:nvSpPr>
        <p:spPr>
          <a:xfrm>
            <a:off x="843808" y="3289586"/>
            <a:ext cx="640080" cy="119299"/>
          </a:xfrm>
          <a:prstGeom prst="rect">
            <a:avLst/>
          </a:prstGeom>
          <a:solidFill>
            <a:srgbClr val="FFFFFF"/>
          </a:solidFill>
          <a:ln w="6350">
            <a:solidFill>
              <a:srgbClr val="E2E2E2"/>
            </a:solidFill>
            <a:prstDash val="solid"/>
          </a:ln>
        </p:spPr>
      </p:sp>
      <p:sp>
        <p:nvSpPr>
          <p:cNvPr id="116" name="Shape 108"/>
          <p:cNvSpPr/>
          <p:nvPr/>
        </p:nvSpPr>
        <p:spPr>
          <a:xfrm>
            <a:off x="1483888" y="3289586"/>
            <a:ext cx="640080" cy="119299"/>
          </a:xfrm>
          <a:prstGeom prst="rect">
            <a:avLst/>
          </a:prstGeom>
          <a:solidFill>
            <a:srgbClr val="FFFFFF"/>
          </a:solidFill>
          <a:ln w="6350">
            <a:solidFill>
              <a:srgbClr val="E2E2E2"/>
            </a:solidFill>
            <a:prstDash val="solid"/>
          </a:ln>
        </p:spPr>
      </p:sp>
      <p:sp>
        <p:nvSpPr>
          <p:cNvPr id="117" name="Shape 109"/>
          <p:cNvSpPr/>
          <p:nvPr/>
        </p:nvSpPr>
        <p:spPr>
          <a:xfrm>
            <a:off x="2123968" y="3289586"/>
            <a:ext cx="640080" cy="119299"/>
          </a:xfrm>
          <a:prstGeom prst="rect">
            <a:avLst/>
          </a:prstGeom>
          <a:solidFill>
            <a:srgbClr val="FFFFFF"/>
          </a:solidFill>
          <a:ln w="6350">
            <a:solidFill>
              <a:srgbClr val="E2E2E2"/>
            </a:solidFill>
            <a:prstDash val="solid"/>
          </a:ln>
        </p:spPr>
      </p:sp>
      <p:sp>
        <p:nvSpPr>
          <p:cNvPr id="118" name="Shape 110"/>
          <p:cNvSpPr/>
          <p:nvPr/>
        </p:nvSpPr>
        <p:spPr>
          <a:xfrm>
            <a:off x="2764048" y="3289586"/>
            <a:ext cx="640080" cy="119299"/>
          </a:xfrm>
          <a:prstGeom prst="rect">
            <a:avLst/>
          </a:prstGeom>
          <a:solidFill>
            <a:srgbClr val="FFFFFF"/>
          </a:solidFill>
          <a:ln w="6350">
            <a:solidFill>
              <a:srgbClr val="E2E2E2"/>
            </a:solidFill>
            <a:prstDash val="solid"/>
          </a:ln>
        </p:spPr>
      </p:sp>
      <p:sp>
        <p:nvSpPr>
          <p:cNvPr id="119" name="Shape 111"/>
          <p:cNvSpPr/>
          <p:nvPr/>
        </p:nvSpPr>
        <p:spPr>
          <a:xfrm>
            <a:off x="3404128" y="3289586"/>
            <a:ext cx="640080" cy="119299"/>
          </a:xfrm>
          <a:prstGeom prst="rect">
            <a:avLst/>
          </a:prstGeom>
          <a:solidFill>
            <a:srgbClr val="FFFFFF"/>
          </a:solidFill>
          <a:ln w="6350">
            <a:solidFill>
              <a:srgbClr val="E2E2E2"/>
            </a:solidFill>
            <a:prstDash val="solid"/>
          </a:ln>
        </p:spPr>
      </p:sp>
      <p:sp>
        <p:nvSpPr>
          <p:cNvPr id="120" name="Shape 112"/>
          <p:cNvSpPr/>
          <p:nvPr/>
        </p:nvSpPr>
        <p:spPr>
          <a:xfrm>
            <a:off x="4044208" y="3289586"/>
            <a:ext cx="640080" cy="119299"/>
          </a:xfrm>
          <a:prstGeom prst="rect">
            <a:avLst/>
          </a:prstGeom>
          <a:solidFill>
            <a:srgbClr val="FFFFFF"/>
          </a:solidFill>
          <a:ln w="6350">
            <a:solidFill>
              <a:srgbClr val="E2E2E2"/>
            </a:solidFill>
            <a:prstDash val="solid"/>
          </a:ln>
        </p:spPr>
      </p:sp>
      <p:sp>
        <p:nvSpPr>
          <p:cNvPr id="121" name="Shape 113"/>
          <p:cNvSpPr/>
          <p:nvPr/>
        </p:nvSpPr>
        <p:spPr>
          <a:xfrm>
            <a:off x="587776" y="3408885"/>
            <a:ext cx="256032" cy="119299"/>
          </a:xfrm>
          <a:prstGeom prst="rect">
            <a:avLst/>
          </a:prstGeom>
          <a:solidFill>
            <a:srgbClr val="F8F9FA"/>
          </a:solidFill>
          <a:ln w="6350">
            <a:solidFill>
              <a:srgbClr val="DDDDDD"/>
            </a:solidFill>
            <a:prstDash val="solid"/>
          </a:ln>
        </p:spPr>
      </p:sp>
      <p:sp>
        <p:nvSpPr>
          <p:cNvPr id="122" name="Text 114"/>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23" name="Shape 115"/>
          <p:cNvSpPr/>
          <p:nvPr/>
        </p:nvSpPr>
        <p:spPr>
          <a:xfrm>
            <a:off x="843808" y="3408885"/>
            <a:ext cx="640080" cy="119299"/>
          </a:xfrm>
          <a:prstGeom prst="rect">
            <a:avLst/>
          </a:prstGeom>
          <a:solidFill>
            <a:srgbClr val="FFFFFF"/>
          </a:solidFill>
          <a:ln w="6350">
            <a:solidFill>
              <a:srgbClr val="E2E2E2"/>
            </a:solidFill>
            <a:prstDash val="solid"/>
          </a:ln>
        </p:spPr>
      </p:sp>
      <p:sp>
        <p:nvSpPr>
          <p:cNvPr id="124" name="Shape 116"/>
          <p:cNvSpPr/>
          <p:nvPr/>
        </p:nvSpPr>
        <p:spPr>
          <a:xfrm>
            <a:off x="1483888" y="3408885"/>
            <a:ext cx="640080" cy="119299"/>
          </a:xfrm>
          <a:prstGeom prst="rect">
            <a:avLst/>
          </a:prstGeom>
          <a:solidFill>
            <a:srgbClr val="FFFFFF"/>
          </a:solidFill>
          <a:ln w="6350">
            <a:solidFill>
              <a:srgbClr val="E2E2E2"/>
            </a:solidFill>
            <a:prstDash val="solid"/>
          </a:ln>
        </p:spPr>
      </p:sp>
      <p:sp>
        <p:nvSpPr>
          <p:cNvPr id="125" name="Shape 117"/>
          <p:cNvSpPr/>
          <p:nvPr/>
        </p:nvSpPr>
        <p:spPr>
          <a:xfrm>
            <a:off x="2123968" y="3408885"/>
            <a:ext cx="640080" cy="119299"/>
          </a:xfrm>
          <a:prstGeom prst="rect">
            <a:avLst/>
          </a:prstGeom>
          <a:solidFill>
            <a:srgbClr val="FFFFFF"/>
          </a:solidFill>
          <a:ln w="6350">
            <a:solidFill>
              <a:srgbClr val="E2E2E2"/>
            </a:solidFill>
            <a:prstDash val="solid"/>
          </a:ln>
        </p:spPr>
      </p:sp>
      <p:sp>
        <p:nvSpPr>
          <p:cNvPr id="126" name="Shape 118"/>
          <p:cNvSpPr/>
          <p:nvPr/>
        </p:nvSpPr>
        <p:spPr>
          <a:xfrm>
            <a:off x="2764048" y="3408885"/>
            <a:ext cx="640080" cy="119299"/>
          </a:xfrm>
          <a:prstGeom prst="rect">
            <a:avLst/>
          </a:prstGeom>
          <a:solidFill>
            <a:srgbClr val="FFFFFF"/>
          </a:solidFill>
          <a:ln w="6350">
            <a:solidFill>
              <a:srgbClr val="E2E2E2"/>
            </a:solidFill>
            <a:prstDash val="solid"/>
          </a:ln>
        </p:spPr>
      </p:sp>
      <p:sp>
        <p:nvSpPr>
          <p:cNvPr id="127" name="Shape 119"/>
          <p:cNvSpPr/>
          <p:nvPr/>
        </p:nvSpPr>
        <p:spPr>
          <a:xfrm>
            <a:off x="3404128" y="3408885"/>
            <a:ext cx="640080" cy="119299"/>
          </a:xfrm>
          <a:prstGeom prst="rect">
            <a:avLst/>
          </a:prstGeom>
          <a:solidFill>
            <a:srgbClr val="FFFFFF"/>
          </a:solidFill>
          <a:ln w="6350">
            <a:solidFill>
              <a:srgbClr val="E2E2E2"/>
            </a:solidFill>
            <a:prstDash val="solid"/>
          </a:ln>
        </p:spPr>
      </p:sp>
      <p:sp>
        <p:nvSpPr>
          <p:cNvPr id="128" name="Shape 120"/>
          <p:cNvSpPr/>
          <p:nvPr/>
        </p:nvSpPr>
        <p:spPr>
          <a:xfrm>
            <a:off x="4044208" y="3408885"/>
            <a:ext cx="640080" cy="119299"/>
          </a:xfrm>
          <a:prstGeom prst="rect">
            <a:avLst/>
          </a:prstGeom>
          <a:solidFill>
            <a:srgbClr val="FFFFFF"/>
          </a:solidFill>
          <a:ln w="6350">
            <a:solidFill>
              <a:srgbClr val="E2E2E2"/>
            </a:solidFill>
            <a:prstDash val="solid"/>
          </a:ln>
        </p:spPr>
      </p:sp>
      <p:sp>
        <p:nvSpPr>
          <p:cNvPr id="129" name="Shape 121"/>
          <p:cNvSpPr/>
          <p:nvPr/>
        </p:nvSpPr>
        <p:spPr>
          <a:xfrm>
            <a:off x="587776" y="3528185"/>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31" name="Shape 123"/>
          <p:cNvSpPr/>
          <p:nvPr/>
        </p:nvSpPr>
        <p:spPr>
          <a:xfrm>
            <a:off x="843808" y="3528185"/>
            <a:ext cx="640080" cy="119299"/>
          </a:xfrm>
          <a:prstGeom prst="rect">
            <a:avLst/>
          </a:prstGeom>
          <a:solidFill>
            <a:srgbClr val="FFFFFF"/>
          </a:solidFill>
          <a:ln w="6350">
            <a:solidFill>
              <a:srgbClr val="E2E2E2"/>
            </a:solidFill>
            <a:prstDash val="solid"/>
          </a:ln>
        </p:spPr>
      </p:sp>
      <p:sp>
        <p:nvSpPr>
          <p:cNvPr id="132" name="Shape 124"/>
          <p:cNvSpPr/>
          <p:nvPr/>
        </p:nvSpPr>
        <p:spPr>
          <a:xfrm>
            <a:off x="1483888" y="3528185"/>
            <a:ext cx="640080" cy="119299"/>
          </a:xfrm>
          <a:prstGeom prst="rect">
            <a:avLst/>
          </a:prstGeom>
          <a:solidFill>
            <a:srgbClr val="FFFFFF"/>
          </a:solidFill>
          <a:ln w="6350">
            <a:solidFill>
              <a:srgbClr val="E2E2E2"/>
            </a:solidFill>
            <a:prstDash val="solid"/>
          </a:ln>
        </p:spPr>
      </p:sp>
      <p:sp>
        <p:nvSpPr>
          <p:cNvPr id="133" name="Shape 125"/>
          <p:cNvSpPr/>
          <p:nvPr/>
        </p:nvSpPr>
        <p:spPr>
          <a:xfrm>
            <a:off x="2123968" y="3528185"/>
            <a:ext cx="640080" cy="119299"/>
          </a:xfrm>
          <a:prstGeom prst="rect">
            <a:avLst/>
          </a:prstGeom>
          <a:solidFill>
            <a:srgbClr val="FFFFFF"/>
          </a:solidFill>
          <a:ln w="6350">
            <a:solidFill>
              <a:srgbClr val="E2E2E2"/>
            </a:solidFill>
            <a:prstDash val="solid"/>
          </a:ln>
        </p:spPr>
      </p:sp>
      <p:sp>
        <p:nvSpPr>
          <p:cNvPr id="134" name="Shape 126"/>
          <p:cNvSpPr/>
          <p:nvPr/>
        </p:nvSpPr>
        <p:spPr>
          <a:xfrm>
            <a:off x="2764048" y="3528185"/>
            <a:ext cx="640080" cy="119299"/>
          </a:xfrm>
          <a:prstGeom prst="rect">
            <a:avLst/>
          </a:prstGeom>
          <a:solidFill>
            <a:srgbClr val="FFFFFF"/>
          </a:solidFill>
          <a:ln w="6350">
            <a:solidFill>
              <a:srgbClr val="E2E2E2"/>
            </a:solidFill>
            <a:prstDash val="solid"/>
          </a:ln>
        </p:spPr>
      </p:sp>
      <p:sp>
        <p:nvSpPr>
          <p:cNvPr id="135" name="Shape 127"/>
          <p:cNvSpPr/>
          <p:nvPr/>
        </p:nvSpPr>
        <p:spPr>
          <a:xfrm>
            <a:off x="3404128" y="3528185"/>
            <a:ext cx="640080" cy="119299"/>
          </a:xfrm>
          <a:prstGeom prst="rect">
            <a:avLst/>
          </a:prstGeom>
          <a:solidFill>
            <a:srgbClr val="FFFFFF"/>
          </a:solidFill>
          <a:ln w="6350">
            <a:solidFill>
              <a:srgbClr val="E2E2E2"/>
            </a:solidFill>
            <a:prstDash val="solid"/>
          </a:ln>
        </p:spPr>
      </p:sp>
      <p:sp>
        <p:nvSpPr>
          <p:cNvPr id="136" name="Shape 128"/>
          <p:cNvSpPr/>
          <p:nvPr/>
        </p:nvSpPr>
        <p:spPr>
          <a:xfrm>
            <a:off x="4044208" y="3528185"/>
            <a:ext cx="640080" cy="119299"/>
          </a:xfrm>
          <a:prstGeom prst="rect">
            <a:avLst/>
          </a:prstGeom>
          <a:solidFill>
            <a:srgbClr val="FFFFFF"/>
          </a:solidFill>
          <a:ln w="6350">
            <a:solidFill>
              <a:srgbClr val="E2E2E2"/>
            </a:solidFill>
            <a:prstDash val="solid"/>
          </a:ln>
        </p:spPr>
      </p:sp>
      <p:sp>
        <p:nvSpPr>
          <p:cNvPr id="137" name="Shape 129"/>
          <p:cNvSpPr/>
          <p:nvPr/>
        </p:nvSpPr>
        <p:spPr>
          <a:xfrm>
            <a:off x="587776" y="3647484"/>
            <a:ext cx="256032" cy="119299"/>
          </a:xfrm>
          <a:prstGeom prst="rect">
            <a:avLst/>
          </a:prstGeom>
          <a:solidFill>
            <a:srgbClr val="F8F9FA"/>
          </a:solidFill>
          <a:ln w="6350">
            <a:solidFill>
              <a:srgbClr val="DDDDDD"/>
            </a:solidFill>
            <a:prstDash val="solid"/>
          </a:ln>
        </p:spPr>
      </p:sp>
      <p:sp>
        <p:nvSpPr>
          <p:cNvPr id="138" name="Text 130"/>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39" name="Shape 131"/>
          <p:cNvSpPr/>
          <p:nvPr/>
        </p:nvSpPr>
        <p:spPr>
          <a:xfrm>
            <a:off x="843808" y="3647484"/>
            <a:ext cx="640080" cy="119299"/>
          </a:xfrm>
          <a:prstGeom prst="rect">
            <a:avLst/>
          </a:prstGeom>
          <a:solidFill>
            <a:srgbClr val="FFFFFF"/>
          </a:solidFill>
          <a:ln w="6350">
            <a:solidFill>
              <a:srgbClr val="E2E2E2"/>
            </a:solidFill>
            <a:prstDash val="solid"/>
          </a:ln>
        </p:spPr>
      </p:sp>
      <p:sp>
        <p:nvSpPr>
          <p:cNvPr id="140" name="Shape 132"/>
          <p:cNvSpPr/>
          <p:nvPr/>
        </p:nvSpPr>
        <p:spPr>
          <a:xfrm>
            <a:off x="1483888" y="3647484"/>
            <a:ext cx="640080" cy="119299"/>
          </a:xfrm>
          <a:prstGeom prst="rect">
            <a:avLst/>
          </a:prstGeom>
          <a:solidFill>
            <a:srgbClr val="FFFFFF"/>
          </a:solidFill>
          <a:ln w="6350">
            <a:solidFill>
              <a:srgbClr val="E2E2E2"/>
            </a:solidFill>
            <a:prstDash val="solid"/>
          </a:ln>
        </p:spPr>
      </p:sp>
      <p:sp>
        <p:nvSpPr>
          <p:cNvPr id="141" name="Shape 133"/>
          <p:cNvSpPr/>
          <p:nvPr/>
        </p:nvSpPr>
        <p:spPr>
          <a:xfrm>
            <a:off x="2123968" y="3647484"/>
            <a:ext cx="640080" cy="119299"/>
          </a:xfrm>
          <a:prstGeom prst="rect">
            <a:avLst/>
          </a:prstGeom>
          <a:solidFill>
            <a:srgbClr val="FFFFFF"/>
          </a:solidFill>
          <a:ln w="6350">
            <a:solidFill>
              <a:srgbClr val="E2E2E2"/>
            </a:solidFill>
            <a:prstDash val="solid"/>
          </a:ln>
        </p:spPr>
      </p:sp>
      <p:sp>
        <p:nvSpPr>
          <p:cNvPr id="142" name="Shape 134"/>
          <p:cNvSpPr/>
          <p:nvPr/>
        </p:nvSpPr>
        <p:spPr>
          <a:xfrm>
            <a:off x="2764048" y="3647484"/>
            <a:ext cx="640080" cy="119299"/>
          </a:xfrm>
          <a:prstGeom prst="rect">
            <a:avLst/>
          </a:prstGeom>
          <a:solidFill>
            <a:srgbClr val="FFFFFF"/>
          </a:solidFill>
          <a:ln w="6350">
            <a:solidFill>
              <a:srgbClr val="E2E2E2"/>
            </a:solidFill>
            <a:prstDash val="solid"/>
          </a:ln>
        </p:spPr>
      </p:sp>
      <p:sp>
        <p:nvSpPr>
          <p:cNvPr id="143" name="Shape 135"/>
          <p:cNvSpPr/>
          <p:nvPr/>
        </p:nvSpPr>
        <p:spPr>
          <a:xfrm>
            <a:off x="3404128" y="3647484"/>
            <a:ext cx="640080" cy="119299"/>
          </a:xfrm>
          <a:prstGeom prst="rect">
            <a:avLst/>
          </a:prstGeom>
          <a:solidFill>
            <a:srgbClr val="FFFFFF"/>
          </a:solidFill>
          <a:ln w="6350">
            <a:solidFill>
              <a:srgbClr val="E2E2E2"/>
            </a:solidFill>
            <a:prstDash val="solid"/>
          </a:ln>
        </p:spPr>
      </p:sp>
      <p:sp>
        <p:nvSpPr>
          <p:cNvPr id="144" name="Shape 136"/>
          <p:cNvSpPr/>
          <p:nvPr/>
        </p:nvSpPr>
        <p:spPr>
          <a:xfrm>
            <a:off x="4044208" y="3647484"/>
            <a:ext cx="640080" cy="119299"/>
          </a:xfrm>
          <a:prstGeom prst="rect">
            <a:avLst/>
          </a:prstGeom>
          <a:solidFill>
            <a:srgbClr val="FFFFFF"/>
          </a:solidFill>
          <a:ln w="6350">
            <a:solidFill>
              <a:srgbClr val="E2E2E2"/>
            </a:solidFill>
            <a:prstDash val="solid"/>
          </a:ln>
        </p:spPr>
      </p:sp>
      <p:sp>
        <p:nvSpPr>
          <p:cNvPr id="145" name="Shape 137"/>
          <p:cNvSpPr/>
          <p:nvPr/>
        </p:nvSpPr>
        <p:spPr>
          <a:xfrm>
            <a:off x="587776" y="3794216"/>
            <a:ext cx="4950927" cy="201168"/>
          </a:xfrm>
          <a:prstGeom prst="rect">
            <a:avLst/>
          </a:prstGeom>
          <a:solidFill>
            <a:srgbClr val="F8F9FA"/>
          </a:solidFill>
          <a:ln w="12700">
            <a:solidFill>
              <a:srgbClr val="F8F9FA"/>
            </a:solidFill>
            <a:prstDash val="solid"/>
          </a:ln>
        </p:spPr>
      </p:sp>
      <p:sp>
        <p:nvSpPr>
          <p:cNvPr id="146" name="Text 138"/>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47" name="Text 139"/>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Data</a:t>
            </a:r>
            <a:endParaRPr lang="en-US" sz="700" dirty="0"/>
          </a:p>
        </p:txBody>
      </p:sp>
      <p:sp>
        <p:nvSpPr>
          <p:cNvPr id="148" name="Text 140"/>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Ringkasan</a:t>
            </a:r>
            <a:endParaRPr lang="en-US" sz="700" dirty="0"/>
          </a:p>
        </p:txBody>
      </p:sp>
      <p:sp>
        <p:nvSpPr>
          <p:cNvPr id="149" name="Shape 141"/>
          <p:cNvSpPr/>
          <p:nvPr/>
        </p:nvSpPr>
        <p:spPr>
          <a:xfrm>
            <a:off x="2690896" y="3794216"/>
            <a:ext cx="731520" cy="201168"/>
          </a:xfrm>
          <a:prstGeom prst="rect">
            <a:avLst/>
          </a:prstGeom>
          <a:solidFill>
            <a:srgbClr val="E1EFFE"/>
          </a:solidFill>
          <a:ln w="12700">
            <a:solidFill>
              <a:srgbClr val="E1EFFE"/>
            </a:solidFill>
            <a:prstDash val="solid"/>
          </a:ln>
        </p:spPr>
      </p:sp>
      <p:sp>
        <p:nvSpPr>
          <p:cNvPr id="150" name="Text 142"/>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Dashboard</a:t>
            </a:r>
            <a:endParaRPr lang="en-US" sz="700" dirty="0"/>
          </a:p>
        </p:txBody>
      </p:sp>
      <p:sp>
        <p:nvSpPr>
          <p:cNvPr id="151" name="Shape 143"/>
          <p:cNvSpPr/>
          <p:nvPr/>
        </p:nvSpPr>
        <p:spPr>
          <a:xfrm>
            <a:off x="843808" y="2931688"/>
            <a:ext cx="1243584" cy="357898"/>
          </a:xfrm>
          <a:prstGeom prst="roundRect">
            <a:avLst>
              <a:gd name="adj" fmla="val 10220"/>
            </a:avLst>
          </a:prstGeom>
          <a:solidFill>
            <a:srgbClr val="FFFFFF"/>
          </a:solidFill>
          <a:ln w="9525">
            <a:solidFill>
              <a:srgbClr val="DDDDDD"/>
            </a:solidFill>
            <a:prstDash val="solid"/>
          </a:ln>
        </p:spPr>
      </p:sp>
      <p:sp>
        <p:nvSpPr>
          <p:cNvPr id="152" name="Shape 144"/>
          <p:cNvSpPr/>
          <p:nvPr/>
        </p:nvSpPr>
        <p:spPr>
          <a:xfrm>
            <a:off x="843808" y="2931688"/>
            <a:ext cx="45720" cy="357898"/>
          </a:xfrm>
          <a:prstGeom prst="rect">
            <a:avLst/>
          </a:prstGeom>
          <a:solidFill>
            <a:srgbClr val="1F7A5C"/>
          </a:solidFill>
          <a:ln w="12700">
            <a:solidFill>
              <a:srgbClr val="1F7A5C"/>
            </a:solidFill>
            <a:prstDash val="solid"/>
          </a:ln>
        </p:spPr>
      </p:sp>
      <p:sp>
        <p:nvSpPr>
          <p:cNvPr id="153" name="Text 145"/>
          <p:cNvSpPr txBox="1"/>
          <p:nvPr/>
        </p:nvSpPr>
        <p:spPr>
          <a:xfrm>
            <a:off x="935248" y="2959120"/>
            <a:ext cx="1106424" cy="125264"/>
          </a:xfrm>
          <a:prstGeom prst="rect">
            <a:avLst/>
          </a:prstGeom>
          <a:noFill/>
          <a:ln/>
        </p:spPr>
        <p:txBody>
          <a:bodyPr wrap="square" lIns="0" tIns="0" rIns="0" bIns="0" rtlCol="0" anchor="ctr"/>
          <a:lstStyle/>
          <a:p>
            <a:pPr indent="0" marL="0">
              <a:buNone/>
            </a:pPr>
            <a:r>
              <a:rPr lang="en-US" sz="550" dirty="0">
                <a:solidFill>
                  <a:srgbClr val="555555"/>
                </a:solidFill>
                <a:latin typeface="Calibri" pitchFamily="34" charset="0"/>
                <a:ea typeface="Calibri" pitchFamily="34" charset="-122"/>
                <a:cs typeface="Calibri" pitchFamily="34" charset="-120"/>
              </a:rPr>
              <a:t>Jumlah santri</a:t>
            </a:r>
            <a:endParaRPr lang="en-US" sz="550" dirty="0"/>
          </a:p>
        </p:txBody>
      </p:sp>
      <p:sp>
        <p:nvSpPr>
          <p:cNvPr id="154" name="Text 146"/>
          <p:cNvSpPr txBox="1"/>
          <p:nvPr/>
        </p:nvSpPr>
        <p:spPr>
          <a:xfrm>
            <a:off x="935248" y="3056952"/>
            <a:ext cx="1106424" cy="214739"/>
          </a:xfrm>
          <a:prstGeom prst="rect">
            <a:avLst/>
          </a:prstGeom>
          <a:noFill/>
          <a:ln/>
        </p:spPr>
        <p:txBody>
          <a:bodyPr wrap="square" lIns="0" tIns="0" rIns="0" bIns="0" rtlCol="0" anchor="ctr"/>
          <a:lstStyle/>
          <a:p>
            <a:pPr indent="0" marL="0">
              <a:buNone/>
            </a:pPr>
            <a:r>
              <a:rPr lang="en-US" sz="1252" b="1" dirty="0">
                <a:solidFill>
                  <a:srgbClr val="1F7A5C"/>
                </a:solidFill>
                <a:latin typeface="Calibri" pitchFamily="34" charset="0"/>
                <a:ea typeface="Calibri" pitchFamily="34" charset="-122"/>
                <a:cs typeface="Calibri" pitchFamily="34" charset="-120"/>
              </a:rPr>
              <a:t>17</a:t>
            </a:r>
            <a:endParaRPr lang="en-US" sz="1252" dirty="0"/>
          </a:p>
        </p:txBody>
      </p:sp>
      <p:sp>
        <p:nvSpPr>
          <p:cNvPr id="155" name="Shape 147"/>
          <p:cNvSpPr/>
          <p:nvPr/>
        </p:nvSpPr>
        <p:spPr>
          <a:xfrm>
            <a:off x="2142256" y="2931688"/>
            <a:ext cx="1243584" cy="357898"/>
          </a:xfrm>
          <a:prstGeom prst="roundRect">
            <a:avLst>
              <a:gd name="adj" fmla="val 10220"/>
            </a:avLst>
          </a:prstGeom>
          <a:solidFill>
            <a:srgbClr val="FFFFFF"/>
          </a:solidFill>
          <a:ln w="9525">
            <a:solidFill>
              <a:srgbClr val="DDDDDD"/>
            </a:solidFill>
            <a:prstDash val="solid"/>
          </a:ln>
        </p:spPr>
      </p:sp>
      <p:sp>
        <p:nvSpPr>
          <p:cNvPr id="156" name="Shape 148"/>
          <p:cNvSpPr/>
          <p:nvPr/>
        </p:nvSpPr>
        <p:spPr>
          <a:xfrm>
            <a:off x="2142256" y="2931688"/>
            <a:ext cx="45720" cy="357898"/>
          </a:xfrm>
          <a:prstGeom prst="rect">
            <a:avLst/>
          </a:prstGeom>
          <a:solidFill>
            <a:srgbClr val="D4A017"/>
          </a:solidFill>
          <a:ln w="12700">
            <a:solidFill>
              <a:srgbClr val="D4A017"/>
            </a:solidFill>
            <a:prstDash val="solid"/>
          </a:ln>
        </p:spPr>
      </p:sp>
      <p:sp>
        <p:nvSpPr>
          <p:cNvPr id="157" name="Text 149"/>
          <p:cNvSpPr txBox="1"/>
          <p:nvPr/>
        </p:nvSpPr>
        <p:spPr>
          <a:xfrm>
            <a:off x="2233696" y="2959120"/>
            <a:ext cx="1106424" cy="125264"/>
          </a:xfrm>
          <a:prstGeom prst="rect">
            <a:avLst/>
          </a:prstGeom>
          <a:noFill/>
          <a:ln/>
        </p:spPr>
        <p:txBody>
          <a:bodyPr wrap="square" lIns="0" tIns="0" rIns="0" bIns="0" rtlCol="0" anchor="ctr"/>
          <a:lstStyle/>
          <a:p>
            <a:pPr indent="0" marL="0">
              <a:buNone/>
            </a:pPr>
            <a:r>
              <a:rPr lang="en-US" sz="550" dirty="0">
                <a:solidFill>
                  <a:srgbClr val="555555"/>
                </a:solidFill>
                <a:latin typeface="Calibri" pitchFamily="34" charset="0"/>
                <a:ea typeface="Calibri" pitchFamily="34" charset="-122"/>
                <a:cs typeface="Calibri" pitchFamily="34" charset="-120"/>
              </a:rPr>
              <a:t>Rata-rata juz</a:t>
            </a:r>
            <a:endParaRPr lang="en-US" sz="550" dirty="0"/>
          </a:p>
        </p:txBody>
      </p:sp>
      <p:sp>
        <p:nvSpPr>
          <p:cNvPr id="158" name="Text 150"/>
          <p:cNvSpPr txBox="1"/>
          <p:nvPr/>
        </p:nvSpPr>
        <p:spPr>
          <a:xfrm>
            <a:off x="2233696" y="3056952"/>
            <a:ext cx="1106424" cy="214739"/>
          </a:xfrm>
          <a:prstGeom prst="rect">
            <a:avLst/>
          </a:prstGeom>
          <a:noFill/>
          <a:ln/>
        </p:spPr>
        <p:txBody>
          <a:bodyPr wrap="square" lIns="0" tIns="0" rIns="0" bIns="0" rtlCol="0" anchor="ctr"/>
          <a:lstStyle/>
          <a:p>
            <a:pPr indent="0" marL="0">
              <a:buNone/>
            </a:pPr>
            <a:r>
              <a:rPr lang="en-US" sz="1252" b="1" dirty="0">
                <a:solidFill>
                  <a:srgbClr val="D4A017"/>
                </a:solidFill>
                <a:latin typeface="Calibri" pitchFamily="34" charset="0"/>
                <a:ea typeface="Calibri" pitchFamily="34" charset="-122"/>
                <a:cs typeface="Calibri" pitchFamily="34" charset="-120"/>
              </a:rPr>
              <a:t>3,4</a:t>
            </a:r>
            <a:endParaRPr lang="en-US" sz="1252" dirty="0"/>
          </a:p>
        </p:txBody>
      </p:sp>
      <p:sp>
        <p:nvSpPr>
          <p:cNvPr id="159" name="Shape 151"/>
          <p:cNvSpPr/>
          <p:nvPr/>
        </p:nvSpPr>
        <p:spPr>
          <a:xfrm>
            <a:off x="3440704" y="2931688"/>
            <a:ext cx="1243584" cy="357898"/>
          </a:xfrm>
          <a:prstGeom prst="roundRect">
            <a:avLst>
              <a:gd name="adj" fmla="val 10220"/>
            </a:avLst>
          </a:prstGeom>
          <a:solidFill>
            <a:srgbClr val="FFFFFF"/>
          </a:solidFill>
          <a:ln w="9525">
            <a:solidFill>
              <a:srgbClr val="DDDDDD"/>
            </a:solidFill>
            <a:prstDash val="solid"/>
          </a:ln>
        </p:spPr>
      </p:sp>
      <p:sp>
        <p:nvSpPr>
          <p:cNvPr id="160" name="Shape 152"/>
          <p:cNvSpPr/>
          <p:nvPr/>
        </p:nvSpPr>
        <p:spPr>
          <a:xfrm>
            <a:off x="3440704" y="2931688"/>
            <a:ext cx="45720" cy="357898"/>
          </a:xfrm>
          <a:prstGeom prst="rect">
            <a:avLst/>
          </a:prstGeom>
          <a:solidFill>
            <a:srgbClr val="1A73E8"/>
          </a:solidFill>
          <a:ln w="12700">
            <a:solidFill>
              <a:srgbClr val="1A73E8"/>
            </a:solidFill>
            <a:prstDash val="solid"/>
          </a:ln>
        </p:spPr>
      </p:sp>
      <p:sp>
        <p:nvSpPr>
          <p:cNvPr id="161" name="Text 153"/>
          <p:cNvSpPr txBox="1"/>
          <p:nvPr/>
        </p:nvSpPr>
        <p:spPr>
          <a:xfrm>
            <a:off x="3532144" y="2959120"/>
            <a:ext cx="1106424" cy="125264"/>
          </a:xfrm>
          <a:prstGeom prst="rect">
            <a:avLst/>
          </a:prstGeom>
          <a:noFill/>
          <a:ln/>
        </p:spPr>
        <p:txBody>
          <a:bodyPr wrap="square" lIns="0" tIns="0" rIns="0" bIns="0" rtlCol="0" anchor="ctr"/>
          <a:lstStyle/>
          <a:p>
            <a:pPr indent="0" marL="0">
              <a:buNone/>
            </a:pPr>
            <a:r>
              <a:rPr lang="en-US" sz="550" dirty="0">
                <a:solidFill>
                  <a:srgbClr val="555555"/>
                </a:solidFill>
                <a:latin typeface="Calibri" pitchFamily="34" charset="0"/>
                <a:ea typeface="Calibri" pitchFamily="34" charset="-122"/>
                <a:cs typeface="Calibri" pitchFamily="34" charset="-120"/>
              </a:rPr>
              <a:t>Juz tertinggi</a:t>
            </a:r>
            <a:endParaRPr lang="en-US" sz="550" dirty="0"/>
          </a:p>
        </p:txBody>
      </p:sp>
      <p:sp>
        <p:nvSpPr>
          <p:cNvPr id="162" name="Text 154"/>
          <p:cNvSpPr txBox="1"/>
          <p:nvPr/>
        </p:nvSpPr>
        <p:spPr>
          <a:xfrm>
            <a:off x="3532144" y="3056952"/>
            <a:ext cx="1106424" cy="214739"/>
          </a:xfrm>
          <a:prstGeom prst="rect">
            <a:avLst/>
          </a:prstGeom>
          <a:noFill/>
          <a:ln/>
        </p:spPr>
        <p:txBody>
          <a:bodyPr wrap="square" lIns="0" tIns="0" rIns="0" bIns="0" rtlCol="0" anchor="ctr"/>
          <a:lstStyle/>
          <a:p>
            <a:pPr indent="0" marL="0">
              <a:buNone/>
            </a:pPr>
            <a:r>
              <a:rPr lang="en-US" sz="1252" b="1" dirty="0">
                <a:solidFill>
                  <a:srgbClr val="1A73E8"/>
                </a:solidFill>
                <a:latin typeface="Calibri" pitchFamily="34" charset="0"/>
                <a:ea typeface="Calibri" pitchFamily="34" charset="-122"/>
                <a:cs typeface="Calibri" pitchFamily="34" charset="-120"/>
              </a:rPr>
              <a:t>7</a:t>
            </a:r>
            <a:endParaRPr lang="en-US" sz="1252" dirty="0"/>
          </a:p>
        </p:txBody>
      </p:sp>
      <p:sp>
        <p:nvSpPr>
          <p:cNvPr id="163" name="Shape 155"/>
          <p:cNvSpPr/>
          <p:nvPr/>
        </p:nvSpPr>
        <p:spPr>
          <a:xfrm>
            <a:off x="1118128" y="3775928"/>
            <a:ext cx="768096" cy="237744"/>
          </a:xfrm>
          <a:prstGeom prst="roundRect">
            <a:avLst>
              <a:gd name="adj" fmla="val 19231"/>
            </a:avLst>
          </a:prstGeom>
          <a:solidFill>
            <a:srgbClr val="FFFFFF">
              <a:alpha val="0"/>
            </a:srgbClr>
          </a:solidFill>
          <a:ln w="31750">
            <a:solidFill>
              <a:srgbClr val="E53935"/>
            </a:solidFill>
            <a:prstDash val="solid"/>
          </a:ln>
        </p:spPr>
      </p:sp>
      <p:sp>
        <p:nvSpPr>
          <p:cNvPr id="164" name="Shape 156"/>
          <p:cNvSpPr/>
          <p:nvPr/>
        </p:nvSpPr>
        <p:spPr>
          <a:xfrm>
            <a:off x="1749064" y="3638768"/>
            <a:ext cx="274320" cy="274320"/>
          </a:xfrm>
          <a:prstGeom prst="ellipse">
            <a:avLst/>
          </a:prstGeom>
          <a:solidFill>
            <a:srgbClr val="E53935"/>
          </a:solidFill>
          <a:ln w="12700">
            <a:solidFill>
              <a:srgbClr val="FFFFFF"/>
            </a:solidFill>
            <a:prstDash val="solid"/>
          </a:ln>
        </p:spPr>
      </p:sp>
      <p:sp>
        <p:nvSpPr>
          <p:cNvPr id="165" name="Text 157"/>
          <p:cNvSpPr txBox="1"/>
          <p:nvPr/>
        </p:nvSpPr>
        <p:spPr>
          <a:xfrm>
            <a:off x="1749064" y="36387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66" name="Image 6" descr="preencoded.png">    </p:cNvPr>
          <p:cNvPicPr>
            <a:picLocks noChangeAspect="1"/>
          </p:cNvPicPr>
          <p:nvPr/>
        </p:nvPicPr>
        <p:blipFill>
          <a:blip r:embed="rId7"/>
          <a:stretch>
            <a:fillRect/>
          </a:stretch>
        </p:blipFill>
        <p:spPr>
          <a:xfrm>
            <a:off x="1538752" y="3904858"/>
            <a:ext cx="237744" cy="237744"/>
          </a:xfrm>
          <a:prstGeom prst="rect">
            <a:avLst/>
          </a:prstGeom>
        </p:spPr>
      </p:pic>
      <p:sp>
        <p:nvSpPr>
          <p:cNvPr id="167" name="Shape 158"/>
          <p:cNvSpPr/>
          <p:nvPr/>
        </p:nvSpPr>
        <p:spPr>
          <a:xfrm>
            <a:off x="825520" y="2913400"/>
            <a:ext cx="1280160" cy="394474"/>
          </a:xfrm>
          <a:prstGeom prst="roundRect">
            <a:avLst>
              <a:gd name="adj" fmla="val 11590"/>
            </a:avLst>
          </a:prstGeom>
          <a:solidFill>
            <a:srgbClr val="FFFFFF">
              <a:alpha val="0"/>
            </a:srgbClr>
          </a:solidFill>
          <a:ln w="31750">
            <a:solidFill>
              <a:srgbClr val="E53935"/>
            </a:solidFill>
            <a:prstDash val="solid"/>
          </a:ln>
        </p:spPr>
      </p:sp>
      <p:sp>
        <p:nvSpPr>
          <p:cNvPr id="168" name="Shape 159"/>
          <p:cNvSpPr/>
          <p:nvPr/>
        </p:nvSpPr>
        <p:spPr>
          <a:xfrm>
            <a:off x="1968520" y="2776240"/>
            <a:ext cx="274320" cy="274320"/>
          </a:xfrm>
          <a:prstGeom prst="ellipse">
            <a:avLst/>
          </a:prstGeom>
          <a:solidFill>
            <a:srgbClr val="E53935"/>
          </a:solidFill>
          <a:ln w="12700">
            <a:solidFill>
              <a:srgbClr val="FFFFFF"/>
            </a:solidFill>
            <a:prstDash val="solid"/>
          </a:ln>
        </p:spPr>
      </p:sp>
      <p:sp>
        <p:nvSpPr>
          <p:cNvPr id="169" name="Text 160"/>
          <p:cNvSpPr txBox="1"/>
          <p:nvPr/>
        </p:nvSpPr>
        <p:spPr>
          <a:xfrm>
            <a:off x="1968520" y="27762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70" name="Image 7" descr="preencoded.png">    </p:cNvPr>
          <p:cNvPicPr>
            <a:picLocks noChangeAspect="1"/>
          </p:cNvPicPr>
          <p:nvPr/>
        </p:nvPicPr>
        <p:blipFill>
          <a:blip r:embed="rId8"/>
          <a:stretch>
            <a:fillRect/>
          </a:stretch>
        </p:blipFill>
        <p:spPr>
          <a:xfrm>
            <a:off x="1527780" y="3128532"/>
            <a:ext cx="237744" cy="237744"/>
          </a:xfrm>
          <a:prstGeom prst="rect">
            <a:avLst/>
          </a:prstGeom>
        </p:spPr>
      </p:pic>
      <p:sp>
        <p:nvSpPr>
          <p:cNvPr id="171" name="Text 16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172" name="Text 16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Uji: tambah 1 santri di lembar Data</a:t>
            </a:r>
            <a:endParaRPr lang="en-US" sz="1800" dirty="0"/>
          </a:p>
        </p:txBody>
      </p:sp>
      <p:sp>
        <p:nvSpPr>
          <p:cNvPr id="173" name="Text 16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lembar Data, tambah 1 record fiktif baru. Kembali ke Dashboard: jumlah santri bertambah otomatis.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10</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Tambahkan ke Dashboard kelompok:</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Kartu ke-4: Jumlah santri kelas 8A dengan =COUNTIF(Data!C2:C30,"8A").</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Kartu ke-5: Juz terendah dengan =MIN(...).</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Atur rata-rata juz menjadi 1 angka di belakang koma.</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Tulis di bawah judul: Sumber: lembar Data (data fiktif).</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Lembar Dashboard sudah dibuat</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4 kartu angka dengan rumus</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Angka terhubung ke lembar Data</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Tata letak rapi</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pimpinan membutuhkan dashboard?</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Angka apa yang paling penting di dashboard kelasmu?</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Tampilkan angka yang benar, sekalipun hasilnya kurang memuaskan. Kejujuran data adalah amanah.</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Memilih dan memasang grafik di dashboard.</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11</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Grafik untuk Dashboard</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Memilih grafik yang tepat dan AVERAGEIF</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4: Dashboard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Mana yang lebih cepat dipahami: tabel 4 baris angka, atau satu grafik lingkaran?</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11</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Memilih jenis grafik sesuai tujuan</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Menghitung rata-rata per kategori dengan AVERAGEIF</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Memasang dan merapikan grafik di lembar Dashboard</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Pilih Grafik Sesuai Pertanyaan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Proporsi → Lingkaran</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"Berapa persen santri di tiap ekskul?" Maksimal 5 bagian.</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Perbandingan → Batang</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"Kelas mana rata-rata juznya lebih tinggi?"</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Perubahan → Garis</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"Bagaimana hafalan naik dari bulan ke bulan?"</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Peringkat → Batang Mendatar</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"Siapa 5 santri dengan hafalan tertinggi?"</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AVERAGEIF: Rata-rata Jika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43000"/>
            <a:ext cx="8229600" cy="1051560"/>
          </a:xfrm>
          <a:prstGeom prst="roundRect">
            <a:avLst>
              <a:gd name="adj" fmla="val 6957"/>
            </a:avLst>
          </a:prstGeom>
          <a:solidFill>
            <a:srgbClr val="FFFFFF"/>
          </a:solidFill>
          <a:ln w="19050">
            <a:solidFill>
              <a:srgbClr val="1F7A5C"/>
            </a:solidFill>
            <a:prstDash val="solid"/>
          </a:ln>
        </p:spPr>
      </p:sp>
      <p:sp>
        <p:nvSpPr>
          <p:cNvPr id="10" name="Text 6"/>
          <p:cNvSpPr txBox="1"/>
          <p:nvPr/>
        </p:nvSpPr>
        <p:spPr>
          <a:xfrm>
            <a:off x="548640" y="1188720"/>
            <a:ext cx="8046720" cy="960120"/>
          </a:xfrm>
          <a:prstGeom prst="rect">
            <a:avLst/>
          </a:prstGeom>
          <a:noFill/>
          <a:ln/>
        </p:spPr>
        <p:txBody>
          <a:bodyPr wrap="square" lIns="0" tIns="0" rIns="0" bIns="0" rtlCol="0" anchor="ctr"/>
          <a:lstStyle/>
          <a:p>
            <a:pPr algn="ctr" indent="0" marL="0">
              <a:buNone/>
            </a:pPr>
            <a:r>
              <a:rPr lang="en-US" sz="2200" b="1" dirty="0">
                <a:solidFill>
                  <a:srgbClr val="0078D4"/>
                </a:solidFill>
                <a:latin typeface="Courier New" pitchFamily="34" charset="0"/>
                <a:ea typeface="Courier New" pitchFamily="34" charset="-122"/>
                <a:cs typeface="Courier New" pitchFamily="34" charset="-120"/>
              </a:rPr>
              <a:t>=AVERAGEIF(</a:t>
            </a:r>
            <a:pPr algn="ctr" indent="0" marL="0">
              <a:buNone/>
            </a:pPr>
            <a:r>
              <a:rPr lang="en-US" sz="2200" b="1" dirty="0">
                <a:solidFill>
                  <a:srgbClr val="1F7A5C"/>
                </a:solidFill>
                <a:latin typeface="Courier New" pitchFamily="34" charset="0"/>
                <a:ea typeface="Courier New" pitchFamily="34" charset="-122"/>
                <a:cs typeface="Courier New" pitchFamily="34" charset="-120"/>
              </a:rPr>
              <a:t>Data!C2:C30</a:t>
            </a:r>
            <a:pPr algn="ctr" indent="0" marL="0">
              <a:buNone/>
            </a:pPr>
            <a:r>
              <a:rPr lang="en-US" sz="2200" dirty="0">
                <a:solidFill>
                  <a:srgbClr val="1E2A26"/>
                </a:solidFill>
                <a:latin typeface="Courier New" pitchFamily="34" charset="0"/>
                <a:ea typeface="Courier New" pitchFamily="34" charset="-122"/>
                <a:cs typeface="Courier New" pitchFamily="34" charset="-120"/>
              </a:rPr>
              <a:t>,</a:t>
            </a:r>
            <a:pPr algn="ctr" indent="0" marL="0">
              <a:buNone/>
            </a:pPr>
            <a:r>
              <a:rPr lang="en-US" sz="2200" b="1" dirty="0">
                <a:solidFill>
                  <a:srgbClr val="E53935"/>
                </a:solidFill>
                <a:latin typeface="Courier New" pitchFamily="34" charset="0"/>
                <a:ea typeface="Courier New" pitchFamily="34" charset="-122"/>
                <a:cs typeface="Courier New" pitchFamily="34" charset="-120"/>
              </a:rPr>
              <a:t>"8A"</a:t>
            </a:r>
            <a:pPr algn="ctr" indent="0" marL="0">
              <a:buNone/>
            </a:pPr>
            <a:r>
              <a:rPr lang="en-US" sz="2200" dirty="0">
                <a:solidFill>
                  <a:srgbClr val="1E2A26"/>
                </a:solidFill>
                <a:latin typeface="Courier New" pitchFamily="34" charset="0"/>
                <a:ea typeface="Courier New" pitchFamily="34" charset="-122"/>
                <a:cs typeface="Courier New" pitchFamily="34" charset="-120"/>
              </a:rPr>
              <a:t>,</a:t>
            </a:r>
            <a:pPr algn="ctr" indent="0" marL="0">
              <a:buNone/>
            </a:pPr>
            <a:r>
              <a:rPr lang="en-US" sz="2200" b="1" dirty="0">
                <a:solidFill>
                  <a:srgbClr val="8E44AD"/>
                </a:solidFill>
                <a:latin typeface="Courier New" pitchFamily="34" charset="0"/>
                <a:ea typeface="Courier New" pitchFamily="34" charset="-122"/>
                <a:cs typeface="Courier New" pitchFamily="34" charset="-120"/>
              </a:rPr>
              <a:t>Data!F2:F30</a:t>
            </a:r>
            <a:pPr algn="ctr" indent="0" marL="0">
              <a:buNone/>
            </a:pPr>
            <a:r>
              <a:rPr lang="en-US" sz="2200" b="1" dirty="0">
                <a:solidFill>
                  <a:srgbClr val="0078D4"/>
                </a:solidFill>
                <a:latin typeface="Courier New" pitchFamily="34" charset="0"/>
                <a:ea typeface="Courier New" pitchFamily="34" charset="-122"/>
                <a:cs typeface="Courier New" pitchFamily="34" charset="-120"/>
              </a:rPr>
              <a:t>)</a:t>
            </a:r>
            <a:endParaRPr lang="en-US" sz="2200" dirty="0"/>
          </a:p>
        </p:txBody>
      </p:sp>
      <p:sp>
        <p:nvSpPr>
          <p:cNvPr id="11" name="Shape 7"/>
          <p:cNvSpPr/>
          <p:nvPr/>
        </p:nvSpPr>
        <p:spPr>
          <a:xfrm>
            <a:off x="457200" y="2423160"/>
            <a:ext cx="2606040" cy="1280160"/>
          </a:xfrm>
          <a:prstGeom prst="roundRect">
            <a:avLst>
              <a:gd name="adj" fmla="val 7143"/>
            </a:avLst>
          </a:prstGeom>
          <a:solidFill>
            <a:srgbClr val="E6F2EC"/>
          </a:solidFill>
          <a:ln w="12700">
            <a:solidFill>
              <a:srgbClr val="E6F2EC"/>
            </a:solidFill>
            <a:prstDash val="solid"/>
          </a:ln>
        </p:spPr>
      </p:sp>
      <p:sp>
        <p:nvSpPr>
          <p:cNvPr id="12" name="Text 8"/>
          <p:cNvSpPr txBox="1"/>
          <p:nvPr/>
        </p:nvSpPr>
        <p:spPr>
          <a:xfrm>
            <a:off x="594360" y="2514600"/>
            <a:ext cx="2377440" cy="365760"/>
          </a:xfrm>
          <a:prstGeom prst="rect">
            <a:avLst/>
          </a:prstGeom>
          <a:noFill/>
          <a:ln/>
        </p:spPr>
        <p:txBody>
          <a:bodyPr wrap="square" lIns="0" tIns="0" rIns="0" bIns="0" rtlCol="0" anchor="t"/>
          <a:lstStyle/>
          <a:p>
            <a:pPr indent="0" marL="0">
              <a:buNone/>
            </a:pPr>
            <a:r>
              <a:rPr lang="en-US" sz="1400" b="1" dirty="0">
                <a:solidFill>
                  <a:srgbClr val="1F7A5C"/>
                </a:solidFill>
                <a:latin typeface="Courier New" pitchFamily="34" charset="0"/>
                <a:ea typeface="Courier New" pitchFamily="34" charset="-122"/>
                <a:cs typeface="Courier New" pitchFamily="34" charset="-120"/>
              </a:rPr>
              <a:t>Data!C2:C30</a:t>
            </a:r>
            <a:endParaRPr lang="en-US" sz="1400" dirty="0"/>
          </a:p>
        </p:txBody>
      </p:sp>
      <p:sp>
        <p:nvSpPr>
          <p:cNvPr id="13" name="Text 9"/>
          <p:cNvSpPr txBox="1"/>
          <p:nvPr/>
        </p:nvSpPr>
        <p:spPr>
          <a:xfrm>
            <a:off x="594360" y="2926080"/>
            <a:ext cx="2377440" cy="68580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Kolom yang diperiksa: Kelas</a:t>
            </a:r>
            <a:endParaRPr lang="en-US" sz="1250" dirty="0"/>
          </a:p>
        </p:txBody>
      </p:sp>
      <p:sp>
        <p:nvSpPr>
          <p:cNvPr id="14" name="Shape 10"/>
          <p:cNvSpPr/>
          <p:nvPr/>
        </p:nvSpPr>
        <p:spPr>
          <a:xfrm>
            <a:off x="3246120" y="2423160"/>
            <a:ext cx="2606040" cy="1280160"/>
          </a:xfrm>
          <a:prstGeom prst="roundRect">
            <a:avLst>
              <a:gd name="adj" fmla="val 7143"/>
            </a:avLst>
          </a:prstGeom>
          <a:solidFill>
            <a:srgbClr val="E6F2EC"/>
          </a:solidFill>
          <a:ln w="12700">
            <a:solidFill>
              <a:srgbClr val="E6F2EC"/>
            </a:solidFill>
            <a:prstDash val="solid"/>
          </a:ln>
        </p:spPr>
      </p:sp>
      <p:sp>
        <p:nvSpPr>
          <p:cNvPr id="15" name="Text 11"/>
          <p:cNvSpPr txBox="1"/>
          <p:nvPr/>
        </p:nvSpPr>
        <p:spPr>
          <a:xfrm>
            <a:off x="3383280" y="2514600"/>
            <a:ext cx="2377440" cy="365760"/>
          </a:xfrm>
          <a:prstGeom prst="rect">
            <a:avLst/>
          </a:prstGeom>
          <a:noFill/>
          <a:ln/>
        </p:spPr>
        <p:txBody>
          <a:bodyPr wrap="square" lIns="0" tIns="0" rIns="0" bIns="0" rtlCol="0" anchor="t"/>
          <a:lstStyle/>
          <a:p>
            <a:pPr indent="0" marL="0">
              <a:buNone/>
            </a:pPr>
            <a:r>
              <a:rPr lang="en-US" sz="1400" b="1" dirty="0">
                <a:solidFill>
                  <a:srgbClr val="E53935"/>
                </a:solidFill>
                <a:latin typeface="Courier New" pitchFamily="34" charset="0"/>
                <a:ea typeface="Courier New" pitchFamily="34" charset="-122"/>
                <a:cs typeface="Courier New" pitchFamily="34" charset="-120"/>
              </a:rPr>
              <a:t>"8A"</a:t>
            </a:r>
            <a:endParaRPr lang="en-US" sz="1400" dirty="0"/>
          </a:p>
        </p:txBody>
      </p:sp>
      <p:sp>
        <p:nvSpPr>
          <p:cNvPr id="16" name="Text 12"/>
          <p:cNvSpPr txBox="1"/>
          <p:nvPr/>
        </p:nvSpPr>
        <p:spPr>
          <a:xfrm>
            <a:off x="3383280" y="2926080"/>
            <a:ext cx="2377440" cy="68580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Syaratnya: hanya kelas 8A</a:t>
            </a:r>
            <a:endParaRPr lang="en-US" sz="1250" dirty="0"/>
          </a:p>
        </p:txBody>
      </p:sp>
      <p:sp>
        <p:nvSpPr>
          <p:cNvPr id="17" name="Shape 13"/>
          <p:cNvSpPr/>
          <p:nvPr/>
        </p:nvSpPr>
        <p:spPr>
          <a:xfrm>
            <a:off x="6035040" y="2423160"/>
            <a:ext cx="2606040" cy="1280160"/>
          </a:xfrm>
          <a:prstGeom prst="roundRect">
            <a:avLst>
              <a:gd name="adj" fmla="val 7143"/>
            </a:avLst>
          </a:prstGeom>
          <a:solidFill>
            <a:srgbClr val="E6F2EC"/>
          </a:solidFill>
          <a:ln w="12700">
            <a:solidFill>
              <a:srgbClr val="E6F2EC"/>
            </a:solidFill>
            <a:prstDash val="solid"/>
          </a:ln>
        </p:spPr>
      </p:sp>
      <p:sp>
        <p:nvSpPr>
          <p:cNvPr id="18" name="Text 14"/>
          <p:cNvSpPr txBox="1"/>
          <p:nvPr/>
        </p:nvSpPr>
        <p:spPr>
          <a:xfrm>
            <a:off x="6172200" y="2514600"/>
            <a:ext cx="2377440" cy="365760"/>
          </a:xfrm>
          <a:prstGeom prst="rect">
            <a:avLst/>
          </a:prstGeom>
          <a:noFill/>
          <a:ln/>
        </p:spPr>
        <p:txBody>
          <a:bodyPr wrap="square" lIns="0" tIns="0" rIns="0" bIns="0" rtlCol="0" anchor="t"/>
          <a:lstStyle/>
          <a:p>
            <a:pPr indent="0" marL="0">
              <a:buNone/>
            </a:pPr>
            <a:r>
              <a:rPr lang="en-US" sz="1400" b="1" dirty="0">
                <a:solidFill>
                  <a:srgbClr val="8E44AD"/>
                </a:solidFill>
                <a:latin typeface="Courier New" pitchFamily="34" charset="0"/>
                <a:ea typeface="Courier New" pitchFamily="34" charset="-122"/>
                <a:cs typeface="Courier New" pitchFamily="34" charset="-120"/>
              </a:rPr>
              <a:t>Data!F2:F30</a:t>
            </a:r>
            <a:endParaRPr lang="en-US" sz="1400" dirty="0"/>
          </a:p>
        </p:txBody>
      </p:sp>
      <p:sp>
        <p:nvSpPr>
          <p:cNvPr id="19" name="Text 15"/>
          <p:cNvSpPr txBox="1"/>
          <p:nvPr/>
        </p:nvSpPr>
        <p:spPr>
          <a:xfrm>
            <a:off x="6172200" y="2926080"/>
            <a:ext cx="2377440" cy="68580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Kolom yang dirata-rata: Juz</a:t>
            </a:r>
            <a:endParaRPr lang="en-US" sz="1250" dirty="0"/>
          </a:p>
        </p:txBody>
      </p:sp>
      <p:sp>
        <p:nvSpPr>
          <p:cNvPr id="20" name="Shape 16"/>
          <p:cNvSpPr/>
          <p:nvPr/>
        </p:nvSpPr>
        <p:spPr>
          <a:xfrm>
            <a:off x="457200" y="3886200"/>
            <a:ext cx="8229600" cy="685800"/>
          </a:xfrm>
          <a:prstGeom prst="roundRect">
            <a:avLst>
              <a:gd name="adj" fmla="val 13333"/>
            </a:avLst>
          </a:prstGeom>
          <a:solidFill>
            <a:srgbClr val="FBF1D3"/>
          </a:solidFill>
          <a:ln w="12700">
            <a:solidFill>
              <a:srgbClr val="FBF1D3"/>
            </a:solidFill>
            <a:prstDash val="solid"/>
          </a:ln>
        </p:spPr>
      </p:sp>
      <p:sp>
        <p:nvSpPr>
          <p:cNvPr id="21" name="Text 17"/>
          <p:cNvSpPr txBox="1"/>
          <p:nvPr/>
        </p:nvSpPr>
        <p:spPr>
          <a:xfrm>
            <a:off x="640080" y="3886200"/>
            <a:ext cx="7863840" cy="685800"/>
          </a:xfrm>
          <a:prstGeom prst="rect">
            <a:avLst/>
          </a:prstGeom>
          <a:noFill/>
          <a:ln/>
        </p:spPr>
        <p:txBody>
          <a:bodyPr wrap="square" lIns="0" tIns="0" rIns="0" bIns="0" rtlCol="0" anchor="ctr"/>
          <a:lstStyle/>
          <a:p>
            <a:pPr indent="0" marL="0">
              <a:buNone/>
            </a:pPr>
            <a:r>
              <a:rPr lang="en-US" sz="1350" b="1" dirty="0">
                <a:solidFill>
                  <a:srgbClr val="0F4C3A"/>
                </a:solidFill>
                <a:latin typeface="Calibri" pitchFamily="34" charset="0"/>
                <a:ea typeface="Calibri" pitchFamily="34" charset="-122"/>
                <a:cs typeface="Calibri" pitchFamily="34" charset="-120"/>
              </a:rPr>
              <a:t>Artinya: rata-rata juz, tetapi hanya untuk santri kelas 8A. Hasil: 3,5 (data fiktif).</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Memasang Grafik di Dashboard</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Lanjutkan file database kelompok</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Grafik lingkaran proporsi ekskul</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AVERAGEIF dan grafik batang</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Menata dashboard</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Grafik Lingkaran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91440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9144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758208" y="2573789"/>
            <a:ext cx="914400" cy="119299"/>
          </a:xfrm>
          <a:prstGeom prst="rect">
            <a:avLst/>
          </a:prstGeom>
          <a:solidFill>
            <a:srgbClr val="F8F9FA"/>
          </a:solidFill>
          <a:ln w="6350">
            <a:solidFill>
              <a:srgbClr val="DDDDDD"/>
            </a:solidFill>
            <a:prstDash val="solid"/>
          </a:ln>
        </p:spPr>
      </p:sp>
      <p:sp>
        <p:nvSpPr>
          <p:cNvPr id="64" name="Text 56"/>
          <p:cNvSpPr txBox="1"/>
          <p:nvPr/>
        </p:nvSpPr>
        <p:spPr>
          <a:xfrm>
            <a:off x="1758208" y="2573789"/>
            <a:ext cx="9144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672608" y="2573789"/>
            <a:ext cx="731520" cy="119299"/>
          </a:xfrm>
          <a:prstGeom prst="rect">
            <a:avLst/>
          </a:prstGeom>
          <a:solidFill>
            <a:srgbClr val="F8F9FA"/>
          </a:solidFill>
          <a:ln w="6350">
            <a:solidFill>
              <a:srgbClr val="DDDDDD"/>
            </a:solidFill>
            <a:prstDash val="solid"/>
          </a:ln>
        </p:spPr>
      </p:sp>
      <p:sp>
        <p:nvSpPr>
          <p:cNvPr id="66" name="Text 58"/>
          <p:cNvSpPr txBox="1"/>
          <p:nvPr/>
        </p:nvSpPr>
        <p:spPr>
          <a:xfrm>
            <a:off x="267260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3404128" y="2573789"/>
            <a:ext cx="731520" cy="119299"/>
          </a:xfrm>
          <a:prstGeom prst="rect">
            <a:avLst/>
          </a:prstGeom>
          <a:solidFill>
            <a:srgbClr val="F8F9FA"/>
          </a:solidFill>
          <a:ln w="6350">
            <a:solidFill>
              <a:srgbClr val="DDDDDD"/>
            </a:solidFill>
            <a:prstDash val="solid"/>
          </a:ln>
        </p:spPr>
      </p:sp>
      <p:sp>
        <p:nvSpPr>
          <p:cNvPr id="68" name="Text 60"/>
          <p:cNvSpPr txBox="1"/>
          <p:nvPr/>
        </p:nvSpPr>
        <p:spPr>
          <a:xfrm>
            <a:off x="340412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587776" y="2693089"/>
            <a:ext cx="256032" cy="119299"/>
          </a:xfrm>
          <a:prstGeom prst="rect">
            <a:avLst/>
          </a:prstGeom>
          <a:solidFill>
            <a:srgbClr val="F8F9FA"/>
          </a:solidFill>
          <a:ln w="6350">
            <a:solidFill>
              <a:srgbClr val="DDDDDD"/>
            </a:solidFill>
            <a:prstDash val="solid"/>
          </a:ln>
        </p:spPr>
      </p:sp>
      <p:sp>
        <p:nvSpPr>
          <p:cNvPr id="70" name="Text 62"/>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1" name="Shape 63"/>
          <p:cNvSpPr/>
          <p:nvPr/>
        </p:nvSpPr>
        <p:spPr>
          <a:xfrm>
            <a:off x="843808" y="2693089"/>
            <a:ext cx="914400" cy="119299"/>
          </a:xfrm>
          <a:prstGeom prst="rect">
            <a:avLst/>
          </a:prstGeom>
          <a:solidFill>
            <a:srgbClr val="0F4C3A"/>
          </a:solidFill>
          <a:ln w="6350">
            <a:solidFill>
              <a:srgbClr val="E2E2E2"/>
            </a:solidFill>
            <a:prstDash val="solid"/>
          </a:ln>
        </p:spPr>
      </p:sp>
      <p:sp>
        <p:nvSpPr>
          <p:cNvPr id="72" name="Text 64"/>
          <p:cNvSpPr txBox="1"/>
          <p:nvPr/>
        </p:nvSpPr>
        <p:spPr>
          <a:xfrm>
            <a:off x="871240" y="2693089"/>
            <a:ext cx="8595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Ekskul</a:t>
            </a:r>
            <a:endParaRPr lang="en-US" sz="600" dirty="0"/>
          </a:p>
        </p:txBody>
      </p:sp>
      <p:sp>
        <p:nvSpPr>
          <p:cNvPr id="73" name="Shape 65"/>
          <p:cNvSpPr/>
          <p:nvPr/>
        </p:nvSpPr>
        <p:spPr>
          <a:xfrm>
            <a:off x="1758208" y="2693089"/>
            <a:ext cx="914400" cy="119299"/>
          </a:xfrm>
          <a:prstGeom prst="rect">
            <a:avLst/>
          </a:prstGeom>
          <a:solidFill>
            <a:srgbClr val="0F4C3A"/>
          </a:solidFill>
          <a:ln w="6350">
            <a:solidFill>
              <a:srgbClr val="E2E2E2"/>
            </a:solidFill>
            <a:prstDash val="solid"/>
          </a:ln>
        </p:spPr>
      </p:sp>
      <p:sp>
        <p:nvSpPr>
          <p:cNvPr id="74" name="Text 66"/>
          <p:cNvSpPr txBox="1"/>
          <p:nvPr/>
        </p:nvSpPr>
        <p:spPr>
          <a:xfrm>
            <a:off x="1785640" y="2693089"/>
            <a:ext cx="8595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Jumlah Santri</a:t>
            </a:r>
            <a:endParaRPr lang="en-US" sz="600" dirty="0"/>
          </a:p>
        </p:txBody>
      </p:sp>
      <p:sp>
        <p:nvSpPr>
          <p:cNvPr id="75" name="Shape 67"/>
          <p:cNvSpPr/>
          <p:nvPr/>
        </p:nvSpPr>
        <p:spPr>
          <a:xfrm>
            <a:off x="2672608" y="2693089"/>
            <a:ext cx="731520" cy="119299"/>
          </a:xfrm>
          <a:prstGeom prst="rect">
            <a:avLst/>
          </a:prstGeom>
          <a:solidFill>
            <a:srgbClr val="0F4C3A"/>
          </a:solidFill>
          <a:ln w="6350">
            <a:solidFill>
              <a:srgbClr val="E2E2E2"/>
            </a:solidFill>
            <a:prstDash val="solid"/>
          </a:ln>
        </p:spPr>
      </p:sp>
      <p:sp>
        <p:nvSpPr>
          <p:cNvPr id="76" name="Shape 68"/>
          <p:cNvSpPr/>
          <p:nvPr/>
        </p:nvSpPr>
        <p:spPr>
          <a:xfrm>
            <a:off x="3404128" y="2693089"/>
            <a:ext cx="731520" cy="119299"/>
          </a:xfrm>
          <a:prstGeom prst="rect">
            <a:avLst/>
          </a:prstGeom>
          <a:solidFill>
            <a:srgbClr val="0F4C3A"/>
          </a:solidFill>
          <a:ln w="6350">
            <a:solidFill>
              <a:srgbClr val="E2E2E2"/>
            </a:solidFill>
            <a:prstDash val="solid"/>
          </a:ln>
        </p:spPr>
      </p:sp>
      <p:sp>
        <p:nvSpPr>
          <p:cNvPr id="77" name="Shape 69"/>
          <p:cNvSpPr/>
          <p:nvPr/>
        </p:nvSpPr>
        <p:spPr>
          <a:xfrm>
            <a:off x="587776" y="2812388"/>
            <a:ext cx="256032" cy="119299"/>
          </a:xfrm>
          <a:prstGeom prst="rect">
            <a:avLst/>
          </a:prstGeom>
          <a:solidFill>
            <a:srgbClr val="F8F9FA"/>
          </a:solidFill>
          <a:ln w="6350">
            <a:solidFill>
              <a:srgbClr val="DDDDDD"/>
            </a:solidFill>
            <a:prstDash val="solid"/>
          </a:ln>
        </p:spPr>
      </p:sp>
      <p:sp>
        <p:nvSpPr>
          <p:cNvPr id="78" name="Text 7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79" name="Shape 71"/>
          <p:cNvSpPr/>
          <p:nvPr/>
        </p:nvSpPr>
        <p:spPr>
          <a:xfrm>
            <a:off x="843808" y="2812388"/>
            <a:ext cx="914400" cy="119299"/>
          </a:xfrm>
          <a:prstGeom prst="rect">
            <a:avLst/>
          </a:prstGeom>
          <a:solidFill>
            <a:srgbClr val="FFFFFF"/>
          </a:solidFill>
          <a:ln w="6350">
            <a:solidFill>
              <a:srgbClr val="E2E2E2"/>
            </a:solidFill>
            <a:prstDash val="solid"/>
          </a:ln>
        </p:spPr>
      </p:sp>
      <p:sp>
        <p:nvSpPr>
          <p:cNvPr id="80" name="Text 72"/>
          <p:cNvSpPr txBox="1"/>
          <p:nvPr/>
        </p:nvSpPr>
        <p:spPr>
          <a:xfrm>
            <a:off x="871240" y="2812388"/>
            <a:ext cx="859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81" name="Shape 73"/>
          <p:cNvSpPr/>
          <p:nvPr/>
        </p:nvSpPr>
        <p:spPr>
          <a:xfrm>
            <a:off x="1758208" y="2812388"/>
            <a:ext cx="914400" cy="119299"/>
          </a:xfrm>
          <a:prstGeom prst="rect">
            <a:avLst/>
          </a:prstGeom>
          <a:solidFill>
            <a:srgbClr val="FFFFFF"/>
          </a:solidFill>
          <a:ln w="6350">
            <a:solidFill>
              <a:srgbClr val="E2E2E2"/>
            </a:solidFill>
            <a:prstDash val="solid"/>
          </a:ln>
        </p:spPr>
      </p:sp>
      <p:sp>
        <p:nvSpPr>
          <p:cNvPr id="82" name="Text 74"/>
          <p:cNvSpPr txBox="1"/>
          <p:nvPr/>
        </p:nvSpPr>
        <p:spPr>
          <a:xfrm>
            <a:off x="1785640" y="2812388"/>
            <a:ext cx="8595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83" name="Shape 75"/>
          <p:cNvSpPr/>
          <p:nvPr/>
        </p:nvSpPr>
        <p:spPr>
          <a:xfrm>
            <a:off x="2672608" y="2812388"/>
            <a:ext cx="731520" cy="119299"/>
          </a:xfrm>
          <a:prstGeom prst="rect">
            <a:avLst/>
          </a:prstGeom>
          <a:solidFill>
            <a:srgbClr val="FFFFFF"/>
          </a:solidFill>
          <a:ln w="6350">
            <a:solidFill>
              <a:srgbClr val="E2E2E2"/>
            </a:solidFill>
            <a:prstDash val="solid"/>
          </a:ln>
        </p:spPr>
      </p:sp>
      <p:sp>
        <p:nvSpPr>
          <p:cNvPr id="84" name="Shape 76"/>
          <p:cNvSpPr/>
          <p:nvPr/>
        </p:nvSpPr>
        <p:spPr>
          <a:xfrm>
            <a:off x="3404128" y="2812388"/>
            <a:ext cx="731520" cy="119299"/>
          </a:xfrm>
          <a:prstGeom prst="rect">
            <a:avLst/>
          </a:prstGeom>
          <a:solidFill>
            <a:srgbClr val="FFFFFF"/>
          </a:solidFill>
          <a:ln w="6350">
            <a:solidFill>
              <a:srgbClr val="E2E2E2"/>
            </a:solidFill>
            <a:prstDash val="solid"/>
          </a:ln>
        </p:spPr>
      </p:sp>
      <p:sp>
        <p:nvSpPr>
          <p:cNvPr id="85" name="Shape 77"/>
          <p:cNvSpPr/>
          <p:nvPr/>
        </p:nvSpPr>
        <p:spPr>
          <a:xfrm>
            <a:off x="587776" y="2931688"/>
            <a:ext cx="256032" cy="119299"/>
          </a:xfrm>
          <a:prstGeom prst="rect">
            <a:avLst/>
          </a:prstGeom>
          <a:solidFill>
            <a:srgbClr val="F8F9FA"/>
          </a:solidFill>
          <a:ln w="6350">
            <a:solidFill>
              <a:srgbClr val="DDDDDD"/>
            </a:solidFill>
            <a:prstDash val="solid"/>
          </a:ln>
        </p:spPr>
      </p:sp>
      <p:sp>
        <p:nvSpPr>
          <p:cNvPr id="86" name="Text 78"/>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87" name="Shape 79"/>
          <p:cNvSpPr/>
          <p:nvPr/>
        </p:nvSpPr>
        <p:spPr>
          <a:xfrm>
            <a:off x="843808" y="2931688"/>
            <a:ext cx="914400" cy="119299"/>
          </a:xfrm>
          <a:prstGeom prst="rect">
            <a:avLst/>
          </a:prstGeom>
          <a:solidFill>
            <a:srgbClr val="FFFFFF"/>
          </a:solidFill>
          <a:ln w="6350">
            <a:solidFill>
              <a:srgbClr val="E2E2E2"/>
            </a:solidFill>
            <a:prstDash val="solid"/>
          </a:ln>
        </p:spPr>
      </p:sp>
      <p:sp>
        <p:nvSpPr>
          <p:cNvPr id="88" name="Text 80"/>
          <p:cNvSpPr txBox="1"/>
          <p:nvPr/>
        </p:nvSpPr>
        <p:spPr>
          <a:xfrm>
            <a:off x="871240" y="2931688"/>
            <a:ext cx="859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89" name="Shape 81"/>
          <p:cNvSpPr/>
          <p:nvPr/>
        </p:nvSpPr>
        <p:spPr>
          <a:xfrm>
            <a:off x="1758208" y="2931688"/>
            <a:ext cx="914400" cy="119299"/>
          </a:xfrm>
          <a:prstGeom prst="rect">
            <a:avLst/>
          </a:prstGeom>
          <a:solidFill>
            <a:srgbClr val="FFFFFF"/>
          </a:solidFill>
          <a:ln w="6350">
            <a:solidFill>
              <a:srgbClr val="E2E2E2"/>
            </a:solidFill>
            <a:prstDash val="solid"/>
          </a:ln>
        </p:spPr>
      </p:sp>
      <p:sp>
        <p:nvSpPr>
          <p:cNvPr id="90" name="Text 82"/>
          <p:cNvSpPr txBox="1"/>
          <p:nvPr/>
        </p:nvSpPr>
        <p:spPr>
          <a:xfrm>
            <a:off x="1785640" y="2931688"/>
            <a:ext cx="8595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91" name="Shape 83"/>
          <p:cNvSpPr/>
          <p:nvPr/>
        </p:nvSpPr>
        <p:spPr>
          <a:xfrm>
            <a:off x="2672608" y="2931688"/>
            <a:ext cx="731520" cy="119299"/>
          </a:xfrm>
          <a:prstGeom prst="rect">
            <a:avLst/>
          </a:prstGeom>
          <a:solidFill>
            <a:srgbClr val="FFFFFF"/>
          </a:solidFill>
          <a:ln w="6350">
            <a:solidFill>
              <a:srgbClr val="E2E2E2"/>
            </a:solidFill>
            <a:prstDash val="solid"/>
          </a:ln>
        </p:spPr>
      </p:sp>
      <p:sp>
        <p:nvSpPr>
          <p:cNvPr id="92" name="Shape 84"/>
          <p:cNvSpPr/>
          <p:nvPr/>
        </p:nvSpPr>
        <p:spPr>
          <a:xfrm>
            <a:off x="3404128" y="2931688"/>
            <a:ext cx="731520" cy="119299"/>
          </a:xfrm>
          <a:prstGeom prst="rect">
            <a:avLst/>
          </a:prstGeom>
          <a:solidFill>
            <a:srgbClr val="FFFFFF"/>
          </a:solidFill>
          <a:ln w="6350">
            <a:solidFill>
              <a:srgbClr val="E2E2E2"/>
            </a:solidFill>
            <a:prstDash val="solid"/>
          </a:ln>
        </p:spPr>
      </p:sp>
      <p:sp>
        <p:nvSpPr>
          <p:cNvPr id="93" name="Shape 85"/>
          <p:cNvSpPr/>
          <p:nvPr/>
        </p:nvSpPr>
        <p:spPr>
          <a:xfrm>
            <a:off x="587776" y="3050987"/>
            <a:ext cx="256032" cy="119299"/>
          </a:xfrm>
          <a:prstGeom prst="rect">
            <a:avLst/>
          </a:prstGeom>
          <a:solidFill>
            <a:srgbClr val="F8F9FA"/>
          </a:solidFill>
          <a:ln w="6350">
            <a:solidFill>
              <a:srgbClr val="DDDDDD"/>
            </a:solidFill>
            <a:prstDash val="solid"/>
          </a:ln>
        </p:spPr>
      </p:sp>
      <p:sp>
        <p:nvSpPr>
          <p:cNvPr id="94" name="Text 86"/>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95" name="Shape 87"/>
          <p:cNvSpPr/>
          <p:nvPr/>
        </p:nvSpPr>
        <p:spPr>
          <a:xfrm>
            <a:off x="843808" y="3050987"/>
            <a:ext cx="914400" cy="119299"/>
          </a:xfrm>
          <a:prstGeom prst="rect">
            <a:avLst/>
          </a:prstGeom>
          <a:solidFill>
            <a:srgbClr val="FFFFFF"/>
          </a:solidFill>
          <a:ln w="6350">
            <a:solidFill>
              <a:srgbClr val="E2E2E2"/>
            </a:solidFill>
            <a:prstDash val="solid"/>
          </a:ln>
        </p:spPr>
      </p:sp>
      <p:sp>
        <p:nvSpPr>
          <p:cNvPr id="96" name="Text 88"/>
          <p:cNvSpPr txBox="1"/>
          <p:nvPr/>
        </p:nvSpPr>
        <p:spPr>
          <a:xfrm>
            <a:off x="871240" y="3050987"/>
            <a:ext cx="859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97" name="Shape 89"/>
          <p:cNvSpPr/>
          <p:nvPr/>
        </p:nvSpPr>
        <p:spPr>
          <a:xfrm>
            <a:off x="1758208" y="3050987"/>
            <a:ext cx="914400" cy="119299"/>
          </a:xfrm>
          <a:prstGeom prst="rect">
            <a:avLst/>
          </a:prstGeom>
          <a:solidFill>
            <a:srgbClr val="FFFFFF"/>
          </a:solidFill>
          <a:ln w="6350">
            <a:solidFill>
              <a:srgbClr val="E2E2E2"/>
            </a:solidFill>
            <a:prstDash val="solid"/>
          </a:ln>
        </p:spPr>
      </p:sp>
      <p:sp>
        <p:nvSpPr>
          <p:cNvPr id="98" name="Text 90"/>
          <p:cNvSpPr txBox="1"/>
          <p:nvPr/>
        </p:nvSpPr>
        <p:spPr>
          <a:xfrm>
            <a:off x="1785640" y="3050987"/>
            <a:ext cx="8595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99" name="Shape 91"/>
          <p:cNvSpPr/>
          <p:nvPr/>
        </p:nvSpPr>
        <p:spPr>
          <a:xfrm>
            <a:off x="2672608" y="3050987"/>
            <a:ext cx="731520" cy="119299"/>
          </a:xfrm>
          <a:prstGeom prst="rect">
            <a:avLst/>
          </a:prstGeom>
          <a:solidFill>
            <a:srgbClr val="FFFFFF"/>
          </a:solidFill>
          <a:ln w="6350">
            <a:solidFill>
              <a:srgbClr val="E2E2E2"/>
            </a:solidFill>
            <a:prstDash val="solid"/>
          </a:ln>
        </p:spPr>
      </p:sp>
      <p:sp>
        <p:nvSpPr>
          <p:cNvPr id="100" name="Shape 92"/>
          <p:cNvSpPr/>
          <p:nvPr/>
        </p:nvSpPr>
        <p:spPr>
          <a:xfrm>
            <a:off x="3404128" y="3050987"/>
            <a:ext cx="731520" cy="119299"/>
          </a:xfrm>
          <a:prstGeom prst="rect">
            <a:avLst/>
          </a:prstGeom>
          <a:solidFill>
            <a:srgbClr val="FFFFFF"/>
          </a:solidFill>
          <a:ln w="6350">
            <a:solidFill>
              <a:srgbClr val="E2E2E2"/>
            </a:solidFill>
            <a:prstDash val="solid"/>
          </a:ln>
        </p:spPr>
      </p:sp>
      <p:sp>
        <p:nvSpPr>
          <p:cNvPr id="101" name="Shape 93"/>
          <p:cNvSpPr/>
          <p:nvPr/>
        </p:nvSpPr>
        <p:spPr>
          <a:xfrm>
            <a:off x="587776" y="3170287"/>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03" name="Shape 95"/>
          <p:cNvSpPr/>
          <p:nvPr/>
        </p:nvSpPr>
        <p:spPr>
          <a:xfrm>
            <a:off x="843808" y="3170287"/>
            <a:ext cx="914400" cy="119299"/>
          </a:xfrm>
          <a:prstGeom prst="rect">
            <a:avLst/>
          </a:prstGeom>
          <a:solidFill>
            <a:srgbClr val="FFFFFF"/>
          </a:solidFill>
          <a:ln w="6350">
            <a:solidFill>
              <a:srgbClr val="E2E2E2"/>
            </a:solidFill>
            <a:prstDash val="solid"/>
          </a:ln>
        </p:spPr>
      </p:sp>
      <p:sp>
        <p:nvSpPr>
          <p:cNvPr id="104" name="Text 96"/>
          <p:cNvSpPr txBox="1"/>
          <p:nvPr/>
        </p:nvSpPr>
        <p:spPr>
          <a:xfrm>
            <a:off x="871240" y="3170287"/>
            <a:ext cx="859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Tahsin</a:t>
            </a:r>
            <a:endParaRPr lang="en-US" sz="600" dirty="0"/>
          </a:p>
        </p:txBody>
      </p:sp>
      <p:sp>
        <p:nvSpPr>
          <p:cNvPr id="105" name="Shape 97"/>
          <p:cNvSpPr/>
          <p:nvPr/>
        </p:nvSpPr>
        <p:spPr>
          <a:xfrm>
            <a:off x="1758208" y="3170287"/>
            <a:ext cx="914400" cy="119299"/>
          </a:xfrm>
          <a:prstGeom prst="rect">
            <a:avLst/>
          </a:prstGeom>
          <a:solidFill>
            <a:srgbClr val="FFFFFF"/>
          </a:solidFill>
          <a:ln w="6350">
            <a:solidFill>
              <a:srgbClr val="E2E2E2"/>
            </a:solidFill>
            <a:prstDash val="solid"/>
          </a:ln>
        </p:spPr>
      </p:sp>
      <p:sp>
        <p:nvSpPr>
          <p:cNvPr id="106" name="Text 98"/>
          <p:cNvSpPr txBox="1"/>
          <p:nvPr/>
        </p:nvSpPr>
        <p:spPr>
          <a:xfrm>
            <a:off x="1785640" y="3170287"/>
            <a:ext cx="8595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07" name="Shape 99"/>
          <p:cNvSpPr/>
          <p:nvPr/>
        </p:nvSpPr>
        <p:spPr>
          <a:xfrm>
            <a:off x="2672608" y="3170287"/>
            <a:ext cx="731520" cy="119299"/>
          </a:xfrm>
          <a:prstGeom prst="rect">
            <a:avLst/>
          </a:prstGeom>
          <a:solidFill>
            <a:srgbClr val="FFFFFF"/>
          </a:solidFill>
          <a:ln w="6350">
            <a:solidFill>
              <a:srgbClr val="E2E2E2"/>
            </a:solidFill>
            <a:prstDash val="solid"/>
          </a:ln>
        </p:spPr>
      </p:sp>
      <p:sp>
        <p:nvSpPr>
          <p:cNvPr id="108" name="Shape 100"/>
          <p:cNvSpPr/>
          <p:nvPr/>
        </p:nvSpPr>
        <p:spPr>
          <a:xfrm>
            <a:off x="3404128" y="3170287"/>
            <a:ext cx="731520" cy="119299"/>
          </a:xfrm>
          <a:prstGeom prst="rect">
            <a:avLst/>
          </a:prstGeom>
          <a:solidFill>
            <a:srgbClr val="FFFFFF"/>
          </a:solidFill>
          <a:ln w="6350">
            <a:solidFill>
              <a:srgbClr val="E2E2E2"/>
            </a:solidFill>
            <a:prstDash val="solid"/>
          </a:ln>
        </p:spPr>
      </p:sp>
      <p:sp>
        <p:nvSpPr>
          <p:cNvPr id="109" name="Shape 101"/>
          <p:cNvSpPr/>
          <p:nvPr/>
        </p:nvSpPr>
        <p:spPr>
          <a:xfrm>
            <a:off x="587776" y="3289586"/>
            <a:ext cx="256032" cy="119299"/>
          </a:xfrm>
          <a:prstGeom prst="rect">
            <a:avLst/>
          </a:prstGeom>
          <a:solidFill>
            <a:srgbClr val="F8F9FA"/>
          </a:solidFill>
          <a:ln w="6350">
            <a:solidFill>
              <a:srgbClr val="DDDDDD"/>
            </a:solidFill>
            <a:prstDash val="solid"/>
          </a:ln>
        </p:spPr>
      </p:sp>
      <p:sp>
        <p:nvSpPr>
          <p:cNvPr id="110" name="Text 102"/>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11" name="Shape 103"/>
          <p:cNvSpPr/>
          <p:nvPr/>
        </p:nvSpPr>
        <p:spPr>
          <a:xfrm>
            <a:off x="843808" y="3289586"/>
            <a:ext cx="914400" cy="119299"/>
          </a:xfrm>
          <a:prstGeom prst="rect">
            <a:avLst/>
          </a:prstGeom>
          <a:solidFill>
            <a:srgbClr val="FFFFFF"/>
          </a:solidFill>
          <a:ln w="6350">
            <a:solidFill>
              <a:srgbClr val="E2E2E2"/>
            </a:solidFill>
            <a:prstDash val="solid"/>
          </a:ln>
        </p:spPr>
      </p:sp>
      <p:sp>
        <p:nvSpPr>
          <p:cNvPr id="112" name="Shape 104"/>
          <p:cNvSpPr/>
          <p:nvPr/>
        </p:nvSpPr>
        <p:spPr>
          <a:xfrm>
            <a:off x="1758208" y="3289586"/>
            <a:ext cx="914400" cy="119299"/>
          </a:xfrm>
          <a:prstGeom prst="rect">
            <a:avLst/>
          </a:prstGeom>
          <a:solidFill>
            <a:srgbClr val="FFFFFF"/>
          </a:solidFill>
          <a:ln w="6350">
            <a:solidFill>
              <a:srgbClr val="E2E2E2"/>
            </a:solidFill>
            <a:prstDash val="solid"/>
          </a:ln>
        </p:spPr>
      </p:sp>
      <p:sp>
        <p:nvSpPr>
          <p:cNvPr id="113" name="Shape 105"/>
          <p:cNvSpPr/>
          <p:nvPr/>
        </p:nvSpPr>
        <p:spPr>
          <a:xfrm>
            <a:off x="2672608" y="3289586"/>
            <a:ext cx="731520" cy="119299"/>
          </a:xfrm>
          <a:prstGeom prst="rect">
            <a:avLst/>
          </a:prstGeom>
          <a:solidFill>
            <a:srgbClr val="FFFFFF"/>
          </a:solidFill>
          <a:ln w="6350">
            <a:solidFill>
              <a:srgbClr val="E2E2E2"/>
            </a:solidFill>
            <a:prstDash val="solid"/>
          </a:ln>
        </p:spPr>
      </p:sp>
      <p:sp>
        <p:nvSpPr>
          <p:cNvPr id="114" name="Shape 106"/>
          <p:cNvSpPr/>
          <p:nvPr/>
        </p:nvSpPr>
        <p:spPr>
          <a:xfrm>
            <a:off x="3404128" y="3289586"/>
            <a:ext cx="731520" cy="119299"/>
          </a:xfrm>
          <a:prstGeom prst="rect">
            <a:avLst/>
          </a:prstGeom>
          <a:solidFill>
            <a:srgbClr val="FFFFFF"/>
          </a:solidFill>
          <a:ln w="6350">
            <a:solidFill>
              <a:srgbClr val="E2E2E2"/>
            </a:solidFill>
            <a:prstDash val="solid"/>
          </a:ln>
        </p:spPr>
      </p:sp>
      <p:sp>
        <p:nvSpPr>
          <p:cNvPr id="115" name="Shape 107"/>
          <p:cNvSpPr/>
          <p:nvPr/>
        </p:nvSpPr>
        <p:spPr>
          <a:xfrm>
            <a:off x="587776" y="3408885"/>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17" name="Shape 109"/>
          <p:cNvSpPr/>
          <p:nvPr/>
        </p:nvSpPr>
        <p:spPr>
          <a:xfrm>
            <a:off x="843808" y="3408885"/>
            <a:ext cx="914400" cy="119299"/>
          </a:xfrm>
          <a:prstGeom prst="rect">
            <a:avLst/>
          </a:prstGeom>
          <a:solidFill>
            <a:srgbClr val="FFFFFF"/>
          </a:solidFill>
          <a:ln w="6350">
            <a:solidFill>
              <a:srgbClr val="E2E2E2"/>
            </a:solidFill>
            <a:prstDash val="solid"/>
          </a:ln>
        </p:spPr>
      </p:sp>
      <p:sp>
        <p:nvSpPr>
          <p:cNvPr id="118" name="Shape 110"/>
          <p:cNvSpPr/>
          <p:nvPr/>
        </p:nvSpPr>
        <p:spPr>
          <a:xfrm>
            <a:off x="1758208" y="3408885"/>
            <a:ext cx="914400" cy="119299"/>
          </a:xfrm>
          <a:prstGeom prst="rect">
            <a:avLst/>
          </a:prstGeom>
          <a:solidFill>
            <a:srgbClr val="FFFFFF"/>
          </a:solidFill>
          <a:ln w="6350">
            <a:solidFill>
              <a:srgbClr val="E2E2E2"/>
            </a:solidFill>
            <a:prstDash val="solid"/>
          </a:ln>
        </p:spPr>
      </p:sp>
      <p:sp>
        <p:nvSpPr>
          <p:cNvPr id="119" name="Shape 111"/>
          <p:cNvSpPr/>
          <p:nvPr/>
        </p:nvSpPr>
        <p:spPr>
          <a:xfrm>
            <a:off x="2672608" y="3408885"/>
            <a:ext cx="731520" cy="119299"/>
          </a:xfrm>
          <a:prstGeom prst="rect">
            <a:avLst/>
          </a:prstGeom>
          <a:solidFill>
            <a:srgbClr val="FFFFFF"/>
          </a:solidFill>
          <a:ln w="6350">
            <a:solidFill>
              <a:srgbClr val="E2E2E2"/>
            </a:solidFill>
            <a:prstDash val="solid"/>
          </a:ln>
        </p:spPr>
      </p:sp>
      <p:sp>
        <p:nvSpPr>
          <p:cNvPr id="120" name="Shape 112"/>
          <p:cNvSpPr/>
          <p:nvPr/>
        </p:nvSpPr>
        <p:spPr>
          <a:xfrm>
            <a:off x="3404128" y="3408885"/>
            <a:ext cx="731520" cy="119299"/>
          </a:xfrm>
          <a:prstGeom prst="rect">
            <a:avLst/>
          </a:prstGeom>
          <a:solidFill>
            <a:srgbClr val="FFFFFF"/>
          </a:solidFill>
          <a:ln w="6350">
            <a:solidFill>
              <a:srgbClr val="E2E2E2"/>
            </a:solidFill>
            <a:prstDash val="solid"/>
          </a:ln>
        </p:spPr>
      </p:sp>
      <p:sp>
        <p:nvSpPr>
          <p:cNvPr id="121" name="Shape 113"/>
          <p:cNvSpPr/>
          <p:nvPr/>
        </p:nvSpPr>
        <p:spPr>
          <a:xfrm>
            <a:off x="587776" y="3528185"/>
            <a:ext cx="256032" cy="119299"/>
          </a:xfrm>
          <a:prstGeom prst="rect">
            <a:avLst/>
          </a:prstGeom>
          <a:solidFill>
            <a:srgbClr val="F8F9FA"/>
          </a:solidFill>
          <a:ln w="6350">
            <a:solidFill>
              <a:srgbClr val="DDDDDD"/>
            </a:solidFill>
            <a:prstDash val="solid"/>
          </a:ln>
        </p:spPr>
      </p:sp>
      <p:sp>
        <p:nvSpPr>
          <p:cNvPr id="122" name="Text 114"/>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23" name="Shape 115"/>
          <p:cNvSpPr/>
          <p:nvPr/>
        </p:nvSpPr>
        <p:spPr>
          <a:xfrm>
            <a:off x="843808" y="3528185"/>
            <a:ext cx="914400" cy="119299"/>
          </a:xfrm>
          <a:prstGeom prst="rect">
            <a:avLst/>
          </a:prstGeom>
          <a:solidFill>
            <a:srgbClr val="FFFFFF"/>
          </a:solidFill>
          <a:ln w="6350">
            <a:solidFill>
              <a:srgbClr val="E2E2E2"/>
            </a:solidFill>
            <a:prstDash val="solid"/>
          </a:ln>
        </p:spPr>
      </p:sp>
      <p:sp>
        <p:nvSpPr>
          <p:cNvPr id="124" name="Shape 116"/>
          <p:cNvSpPr/>
          <p:nvPr/>
        </p:nvSpPr>
        <p:spPr>
          <a:xfrm>
            <a:off x="1758208" y="3528185"/>
            <a:ext cx="914400" cy="119299"/>
          </a:xfrm>
          <a:prstGeom prst="rect">
            <a:avLst/>
          </a:prstGeom>
          <a:solidFill>
            <a:srgbClr val="FFFFFF"/>
          </a:solidFill>
          <a:ln w="6350">
            <a:solidFill>
              <a:srgbClr val="E2E2E2"/>
            </a:solidFill>
            <a:prstDash val="solid"/>
          </a:ln>
        </p:spPr>
      </p:sp>
      <p:sp>
        <p:nvSpPr>
          <p:cNvPr id="125" name="Shape 117"/>
          <p:cNvSpPr/>
          <p:nvPr/>
        </p:nvSpPr>
        <p:spPr>
          <a:xfrm>
            <a:off x="2672608" y="3528185"/>
            <a:ext cx="731520" cy="119299"/>
          </a:xfrm>
          <a:prstGeom prst="rect">
            <a:avLst/>
          </a:prstGeom>
          <a:solidFill>
            <a:srgbClr val="FFFFFF"/>
          </a:solidFill>
          <a:ln w="6350">
            <a:solidFill>
              <a:srgbClr val="E2E2E2"/>
            </a:solidFill>
            <a:prstDash val="solid"/>
          </a:ln>
        </p:spPr>
      </p:sp>
      <p:sp>
        <p:nvSpPr>
          <p:cNvPr id="126" name="Shape 118"/>
          <p:cNvSpPr/>
          <p:nvPr/>
        </p:nvSpPr>
        <p:spPr>
          <a:xfrm>
            <a:off x="3404128" y="3528185"/>
            <a:ext cx="731520" cy="119299"/>
          </a:xfrm>
          <a:prstGeom prst="rect">
            <a:avLst/>
          </a:prstGeom>
          <a:solidFill>
            <a:srgbClr val="FFFFFF"/>
          </a:solidFill>
          <a:ln w="6350">
            <a:solidFill>
              <a:srgbClr val="E2E2E2"/>
            </a:solidFill>
            <a:prstDash val="solid"/>
          </a:ln>
        </p:spPr>
      </p:sp>
      <p:sp>
        <p:nvSpPr>
          <p:cNvPr id="127" name="Shape 119"/>
          <p:cNvSpPr/>
          <p:nvPr/>
        </p:nvSpPr>
        <p:spPr>
          <a:xfrm>
            <a:off x="587776" y="3647484"/>
            <a:ext cx="256032" cy="119299"/>
          </a:xfrm>
          <a:prstGeom prst="rect">
            <a:avLst/>
          </a:prstGeom>
          <a:solidFill>
            <a:srgbClr val="F8F9FA"/>
          </a:solidFill>
          <a:ln w="6350">
            <a:solidFill>
              <a:srgbClr val="DDDDDD"/>
            </a:solidFill>
            <a:prstDash val="solid"/>
          </a:ln>
        </p:spPr>
      </p:sp>
      <p:sp>
        <p:nvSpPr>
          <p:cNvPr id="128" name="Text 120"/>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29" name="Shape 121"/>
          <p:cNvSpPr/>
          <p:nvPr/>
        </p:nvSpPr>
        <p:spPr>
          <a:xfrm>
            <a:off x="843808" y="3647484"/>
            <a:ext cx="914400" cy="119299"/>
          </a:xfrm>
          <a:prstGeom prst="rect">
            <a:avLst/>
          </a:prstGeom>
          <a:solidFill>
            <a:srgbClr val="FFFFFF"/>
          </a:solidFill>
          <a:ln w="6350">
            <a:solidFill>
              <a:srgbClr val="E2E2E2"/>
            </a:solidFill>
            <a:prstDash val="solid"/>
          </a:ln>
        </p:spPr>
      </p:sp>
      <p:sp>
        <p:nvSpPr>
          <p:cNvPr id="130" name="Shape 122"/>
          <p:cNvSpPr/>
          <p:nvPr/>
        </p:nvSpPr>
        <p:spPr>
          <a:xfrm>
            <a:off x="1758208" y="3647484"/>
            <a:ext cx="914400" cy="119299"/>
          </a:xfrm>
          <a:prstGeom prst="rect">
            <a:avLst/>
          </a:prstGeom>
          <a:solidFill>
            <a:srgbClr val="FFFFFF"/>
          </a:solidFill>
          <a:ln w="6350">
            <a:solidFill>
              <a:srgbClr val="E2E2E2"/>
            </a:solidFill>
            <a:prstDash val="solid"/>
          </a:ln>
        </p:spPr>
      </p:sp>
      <p:sp>
        <p:nvSpPr>
          <p:cNvPr id="131" name="Shape 123"/>
          <p:cNvSpPr/>
          <p:nvPr/>
        </p:nvSpPr>
        <p:spPr>
          <a:xfrm>
            <a:off x="2672608" y="3647484"/>
            <a:ext cx="731520" cy="119299"/>
          </a:xfrm>
          <a:prstGeom prst="rect">
            <a:avLst/>
          </a:prstGeom>
          <a:solidFill>
            <a:srgbClr val="FFFFFF"/>
          </a:solidFill>
          <a:ln w="6350">
            <a:solidFill>
              <a:srgbClr val="E2E2E2"/>
            </a:solidFill>
            <a:prstDash val="solid"/>
          </a:ln>
        </p:spPr>
      </p:sp>
      <p:sp>
        <p:nvSpPr>
          <p:cNvPr id="132" name="Shape 124"/>
          <p:cNvSpPr/>
          <p:nvPr/>
        </p:nvSpPr>
        <p:spPr>
          <a:xfrm>
            <a:off x="3404128" y="3647484"/>
            <a:ext cx="731520" cy="119299"/>
          </a:xfrm>
          <a:prstGeom prst="rect">
            <a:avLst/>
          </a:prstGeom>
          <a:solidFill>
            <a:srgbClr val="FFFFFF"/>
          </a:solidFill>
          <a:ln w="6350">
            <a:solidFill>
              <a:srgbClr val="E2E2E2"/>
            </a:solidFill>
            <a:prstDash val="solid"/>
          </a:ln>
        </p:spPr>
      </p:sp>
      <p:sp>
        <p:nvSpPr>
          <p:cNvPr id="133" name="Shape 125"/>
          <p:cNvSpPr/>
          <p:nvPr/>
        </p:nvSpPr>
        <p:spPr>
          <a:xfrm>
            <a:off x="843808" y="2693089"/>
            <a:ext cx="1828800" cy="596497"/>
          </a:xfrm>
          <a:prstGeom prst="rect">
            <a:avLst/>
          </a:prstGeom>
          <a:solidFill>
            <a:srgbClr val="1A73E8">
              <a:alpha val="12000"/>
            </a:srgbClr>
          </a:solidFill>
          <a:ln w="19050">
            <a:solidFill>
              <a:srgbClr val="1A73E8"/>
            </a:solidFill>
            <a:prstDash val="solid"/>
          </a:ln>
        </p:spPr>
      </p:sp>
      <p:sp>
        <p:nvSpPr>
          <p:cNvPr id="134" name="Shape 126"/>
          <p:cNvSpPr/>
          <p:nvPr/>
        </p:nvSpPr>
        <p:spPr>
          <a:xfrm>
            <a:off x="587776" y="3794216"/>
            <a:ext cx="4950927" cy="201168"/>
          </a:xfrm>
          <a:prstGeom prst="rect">
            <a:avLst/>
          </a:prstGeom>
          <a:solidFill>
            <a:srgbClr val="F8F9FA"/>
          </a:solidFill>
          <a:ln w="12700">
            <a:solidFill>
              <a:srgbClr val="F8F9FA"/>
            </a:solidFill>
            <a:prstDash val="solid"/>
          </a:ln>
        </p:spPr>
      </p:sp>
      <p:sp>
        <p:nvSpPr>
          <p:cNvPr id="135" name="Text 127"/>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36" name="Text 128"/>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Data</a:t>
            </a:r>
            <a:endParaRPr lang="en-US" sz="700" dirty="0"/>
          </a:p>
        </p:txBody>
      </p:sp>
      <p:sp>
        <p:nvSpPr>
          <p:cNvPr id="137" name="Shape 129"/>
          <p:cNvSpPr/>
          <p:nvPr/>
        </p:nvSpPr>
        <p:spPr>
          <a:xfrm>
            <a:off x="1913656" y="3794216"/>
            <a:ext cx="731520" cy="201168"/>
          </a:xfrm>
          <a:prstGeom prst="rect">
            <a:avLst/>
          </a:prstGeom>
          <a:solidFill>
            <a:srgbClr val="E1EFFE"/>
          </a:solidFill>
          <a:ln w="12700">
            <a:solidFill>
              <a:srgbClr val="E1EFFE"/>
            </a:solidFill>
            <a:prstDash val="solid"/>
          </a:ln>
        </p:spPr>
      </p:sp>
      <p:sp>
        <p:nvSpPr>
          <p:cNvPr id="138" name="Text 130"/>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Ringkasan</a:t>
            </a:r>
            <a:endParaRPr lang="en-US" sz="700" dirty="0"/>
          </a:p>
        </p:txBody>
      </p:sp>
      <p:sp>
        <p:nvSpPr>
          <p:cNvPr id="139" name="Text 131"/>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Dashboard</a:t>
            </a:r>
            <a:endParaRPr lang="en-US" sz="700" dirty="0"/>
          </a:p>
        </p:txBody>
      </p:sp>
      <p:sp>
        <p:nvSpPr>
          <p:cNvPr id="140" name="Shape 132"/>
          <p:cNvSpPr/>
          <p:nvPr/>
        </p:nvSpPr>
        <p:spPr>
          <a:xfrm>
            <a:off x="1813072" y="2043437"/>
            <a:ext cx="1417320" cy="1060704"/>
          </a:xfrm>
          <a:prstGeom prst="rect">
            <a:avLst/>
          </a:prstGeom>
          <a:solidFill>
            <a:srgbClr val="FFFFFF"/>
          </a:solidFill>
          <a:ln w="9525">
            <a:solidFill>
              <a:srgbClr val="AAAAAA"/>
            </a:solidFill>
            <a:prstDash val="solid"/>
          </a:ln>
        </p:spPr>
      </p:sp>
      <p:sp>
        <p:nvSpPr>
          <p:cNvPr id="141" name="Text 133"/>
          <p:cNvSpPr txBox="1"/>
          <p:nvPr/>
        </p:nvSpPr>
        <p:spPr>
          <a:xfrm>
            <a:off x="1922800" y="2070869"/>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Cells               ›</a:t>
            </a:r>
            <a:endParaRPr lang="en-US" sz="800" dirty="0"/>
          </a:p>
        </p:txBody>
      </p:sp>
      <p:sp>
        <p:nvSpPr>
          <p:cNvPr id="142" name="Text 134"/>
          <p:cNvSpPr txBox="1"/>
          <p:nvPr/>
        </p:nvSpPr>
        <p:spPr>
          <a:xfrm>
            <a:off x="1922800" y="2272037"/>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Rows               ›</a:t>
            </a:r>
            <a:endParaRPr lang="en-US" sz="800" dirty="0"/>
          </a:p>
        </p:txBody>
      </p:sp>
      <p:sp>
        <p:nvSpPr>
          <p:cNvPr id="143" name="Shape 135"/>
          <p:cNvSpPr/>
          <p:nvPr/>
        </p:nvSpPr>
        <p:spPr>
          <a:xfrm>
            <a:off x="1849648" y="2564645"/>
            <a:ext cx="1344168" cy="0"/>
          </a:xfrm>
          <a:prstGeom prst="line">
            <a:avLst/>
          </a:prstGeom>
          <a:noFill/>
          <a:ln w="6350">
            <a:solidFill>
              <a:srgbClr val="DDDDDD"/>
            </a:solidFill>
            <a:prstDash val="solid"/>
          </a:ln>
        </p:spPr>
      </p:sp>
      <p:sp>
        <p:nvSpPr>
          <p:cNvPr id="144" name="Text 136"/>
          <p:cNvSpPr txBox="1"/>
          <p:nvPr/>
        </p:nvSpPr>
        <p:spPr>
          <a:xfrm>
            <a:off x="1922800" y="2674373"/>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Chart</a:t>
            </a:r>
            <a:endParaRPr lang="en-US" sz="800" dirty="0"/>
          </a:p>
        </p:txBody>
      </p:sp>
      <p:sp>
        <p:nvSpPr>
          <p:cNvPr id="145" name="Text 137"/>
          <p:cNvSpPr txBox="1"/>
          <p:nvPr/>
        </p:nvSpPr>
        <p:spPr>
          <a:xfrm>
            <a:off x="1922800" y="2875541"/>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Image             ›</a:t>
            </a:r>
            <a:endParaRPr lang="en-US" sz="800" dirty="0"/>
          </a:p>
        </p:txBody>
      </p:sp>
      <p:sp>
        <p:nvSpPr>
          <p:cNvPr id="146" name="Shape 138"/>
          <p:cNvSpPr/>
          <p:nvPr/>
        </p:nvSpPr>
        <p:spPr>
          <a:xfrm>
            <a:off x="825520" y="2674801"/>
            <a:ext cx="1865376" cy="633073"/>
          </a:xfrm>
          <a:prstGeom prst="roundRect">
            <a:avLst>
              <a:gd name="adj" fmla="val 7222"/>
            </a:avLst>
          </a:prstGeom>
          <a:solidFill>
            <a:srgbClr val="FFFFFF">
              <a:alpha val="0"/>
            </a:srgbClr>
          </a:solidFill>
          <a:ln w="31750">
            <a:solidFill>
              <a:srgbClr val="E53935"/>
            </a:solidFill>
            <a:prstDash val="solid"/>
          </a:ln>
        </p:spPr>
      </p:sp>
      <p:sp>
        <p:nvSpPr>
          <p:cNvPr id="147" name="Shape 139"/>
          <p:cNvSpPr/>
          <p:nvPr/>
        </p:nvSpPr>
        <p:spPr>
          <a:xfrm>
            <a:off x="2553736" y="2537641"/>
            <a:ext cx="274320" cy="274320"/>
          </a:xfrm>
          <a:prstGeom prst="ellipse">
            <a:avLst/>
          </a:prstGeom>
          <a:solidFill>
            <a:srgbClr val="E53935"/>
          </a:solidFill>
          <a:ln w="12700">
            <a:solidFill>
              <a:srgbClr val="FFFFFF"/>
            </a:solidFill>
            <a:prstDash val="solid"/>
          </a:ln>
        </p:spPr>
      </p:sp>
      <p:sp>
        <p:nvSpPr>
          <p:cNvPr id="148" name="Text 140"/>
          <p:cNvSpPr txBox="1"/>
          <p:nvPr/>
        </p:nvSpPr>
        <p:spPr>
          <a:xfrm>
            <a:off x="2553736" y="253764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49" name="Image 6" descr="preencoded.png">    </p:cNvPr>
          <p:cNvPicPr>
            <a:picLocks noChangeAspect="1"/>
          </p:cNvPicPr>
          <p:nvPr/>
        </p:nvPicPr>
        <p:blipFill>
          <a:blip r:embed="rId7"/>
          <a:stretch>
            <a:fillRect/>
          </a:stretch>
        </p:blipFill>
        <p:spPr>
          <a:xfrm>
            <a:off x="1849648" y="3021162"/>
            <a:ext cx="237744" cy="237744"/>
          </a:xfrm>
          <a:prstGeom prst="rect">
            <a:avLst/>
          </a:prstGeom>
        </p:spPr>
      </p:pic>
      <p:sp>
        <p:nvSpPr>
          <p:cNvPr id="150" name="Shape 141"/>
          <p:cNvSpPr/>
          <p:nvPr/>
        </p:nvSpPr>
        <p:spPr>
          <a:xfrm>
            <a:off x="1831360" y="2656085"/>
            <a:ext cx="1380744" cy="228600"/>
          </a:xfrm>
          <a:prstGeom prst="roundRect">
            <a:avLst>
              <a:gd name="adj" fmla="val 20000"/>
            </a:avLst>
          </a:prstGeom>
          <a:solidFill>
            <a:srgbClr val="FFFFFF">
              <a:alpha val="0"/>
            </a:srgbClr>
          </a:solidFill>
          <a:ln w="31750">
            <a:solidFill>
              <a:srgbClr val="E53935"/>
            </a:solidFill>
            <a:prstDash val="solid"/>
          </a:ln>
        </p:spPr>
      </p:sp>
      <p:sp>
        <p:nvSpPr>
          <p:cNvPr id="151" name="Shape 142"/>
          <p:cNvSpPr/>
          <p:nvPr/>
        </p:nvSpPr>
        <p:spPr>
          <a:xfrm>
            <a:off x="3074944" y="2518925"/>
            <a:ext cx="274320" cy="274320"/>
          </a:xfrm>
          <a:prstGeom prst="ellipse">
            <a:avLst/>
          </a:prstGeom>
          <a:solidFill>
            <a:srgbClr val="E53935"/>
          </a:solidFill>
          <a:ln w="12700">
            <a:solidFill>
              <a:srgbClr val="FFFFFF"/>
            </a:solidFill>
            <a:prstDash val="solid"/>
          </a:ln>
        </p:spPr>
      </p:sp>
      <p:sp>
        <p:nvSpPr>
          <p:cNvPr id="152" name="Text 143"/>
          <p:cNvSpPr txBox="1"/>
          <p:nvPr/>
        </p:nvSpPr>
        <p:spPr>
          <a:xfrm>
            <a:off x="3074944" y="251892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53" name="Image 7" descr="preencoded.png">    </p:cNvPr>
          <p:cNvPicPr>
            <a:picLocks noChangeAspect="1"/>
          </p:cNvPicPr>
          <p:nvPr/>
        </p:nvPicPr>
        <p:blipFill>
          <a:blip r:embed="rId8"/>
          <a:stretch>
            <a:fillRect/>
          </a:stretch>
        </p:blipFill>
        <p:spPr>
          <a:xfrm>
            <a:off x="2588941" y="2779986"/>
            <a:ext cx="237744" cy="237744"/>
          </a:xfrm>
          <a:prstGeom prst="rect">
            <a:avLst/>
          </a:prstGeom>
        </p:spPr>
      </p:pic>
      <p:sp>
        <p:nvSpPr>
          <p:cNvPr id="154" name="Text 14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155" name="Text 14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Di lembar Ringkasan: pilih A1:B5 › Insert › Chart</a:t>
            </a:r>
            <a:endParaRPr lang="en-US" sz="1800" dirty="0"/>
          </a:p>
        </p:txBody>
      </p:sp>
      <p:sp>
        <p:nvSpPr>
          <p:cNvPr id="156" name="Text 14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lembar Ringkasan. Pilih tabel ekskul dan jumlahnya (A1:B5). Klik Insert › Chart.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Grafik Lingkaran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91440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9144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758208" y="2573789"/>
            <a:ext cx="914400" cy="119299"/>
          </a:xfrm>
          <a:prstGeom prst="rect">
            <a:avLst/>
          </a:prstGeom>
          <a:solidFill>
            <a:srgbClr val="F8F9FA"/>
          </a:solidFill>
          <a:ln w="6350">
            <a:solidFill>
              <a:srgbClr val="DDDDDD"/>
            </a:solidFill>
            <a:prstDash val="solid"/>
          </a:ln>
        </p:spPr>
      </p:sp>
      <p:sp>
        <p:nvSpPr>
          <p:cNvPr id="64" name="Text 56"/>
          <p:cNvSpPr txBox="1"/>
          <p:nvPr/>
        </p:nvSpPr>
        <p:spPr>
          <a:xfrm>
            <a:off x="1758208" y="2573789"/>
            <a:ext cx="9144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672608" y="2573789"/>
            <a:ext cx="731520" cy="119299"/>
          </a:xfrm>
          <a:prstGeom prst="rect">
            <a:avLst/>
          </a:prstGeom>
          <a:solidFill>
            <a:srgbClr val="F8F9FA"/>
          </a:solidFill>
          <a:ln w="6350">
            <a:solidFill>
              <a:srgbClr val="DDDDDD"/>
            </a:solidFill>
            <a:prstDash val="solid"/>
          </a:ln>
        </p:spPr>
      </p:sp>
      <p:sp>
        <p:nvSpPr>
          <p:cNvPr id="66" name="Text 58"/>
          <p:cNvSpPr txBox="1"/>
          <p:nvPr/>
        </p:nvSpPr>
        <p:spPr>
          <a:xfrm>
            <a:off x="267260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3404128" y="2573789"/>
            <a:ext cx="731520" cy="119299"/>
          </a:xfrm>
          <a:prstGeom prst="rect">
            <a:avLst/>
          </a:prstGeom>
          <a:solidFill>
            <a:srgbClr val="F8F9FA"/>
          </a:solidFill>
          <a:ln w="6350">
            <a:solidFill>
              <a:srgbClr val="DDDDDD"/>
            </a:solidFill>
            <a:prstDash val="solid"/>
          </a:ln>
        </p:spPr>
      </p:sp>
      <p:sp>
        <p:nvSpPr>
          <p:cNvPr id="68" name="Text 60"/>
          <p:cNvSpPr txBox="1"/>
          <p:nvPr/>
        </p:nvSpPr>
        <p:spPr>
          <a:xfrm>
            <a:off x="340412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587776" y="2693089"/>
            <a:ext cx="256032" cy="119299"/>
          </a:xfrm>
          <a:prstGeom prst="rect">
            <a:avLst/>
          </a:prstGeom>
          <a:solidFill>
            <a:srgbClr val="F8F9FA"/>
          </a:solidFill>
          <a:ln w="6350">
            <a:solidFill>
              <a:srgbClr val="DDDDDD"/>
            </a:solidFill>
            <a:prstDash val="solid"/>
          </a:ln>
        </p:spPr>
      </p:sp>
      <p:sp>
        <p:nvSpPr>
          <p:cNvPr id="70" name="Text 62"/>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1" name="Shape 63"/>
          <p:cNvSpPr/>
          <p:nvPr/>
        </p:nvSpPr>
        <p:spPr>
          <a:xfrm>
            <a:off x="843808" y="2693089"/>
            <a:ext cx="914400" cy="119299"/>
          </a:xfrm>
          <a:prstGeom prst="rect">
            <a:avLst/>
          </a:prstGeom>
          <a:solidFill>
            <a:srgbClr val="0F4C3A"/>
          </a:solidFill>
          <a:ln w="6350">
            <a:solidFill>
              <a:srgbClr val="E2E2E2"/>
            </a:solidFill>
            <a:prstDash val="solid"/>
          </a:ln>
        </p:spPr>
      </p:sp>
      <p:sp>
        <p:nvSpPr>
          <p:cNvPr id="72" name="Text 64"/>
          <p:cNvSpPr txBox="1"/>
          <p:nvPr/>
        </p:nvSpPr>
        <p:spPr>
          <a:xfrm>
            <a:off x="871240" y="2693089"/>
            <a:ext cx="8595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Ekskul</a:t>
            </a:r>
            <a:endParaRPr lang="en-US" sz="600" dirty="0"/>
          </a:p>
        </p:txBody>
      </p:sp>
      <p:sp>
        <p:nvSpPr>
          <p:cNvPr id="73" name="Shape 65"/>
          <p:cNvSpPr/>
          <p:nvPr/>
        </p:nvSpPr>
        <p:spPr>
          <a:xfrm>
            <a:off x="1758208" y="2693089"/>
            <a:ext cx="914400" cy="119299"/>
          </a:xfrm>
          <a:prstGeom prst="rect">
            <a:avLst/>
          </a:prstGeom>
          <a:solidFill>
            <a:srgbClr val="0F4C3A"/>
          </a:solidFill>
          <a:ln w="6350">
            <a:solidFill>
              <a:srgbClr val="E2E2E2"/>
            </a:solidFill>
            <a:prstDash val="solid"/>
          </a:ln>
        </p:spPr>
      </p:sp>
      <p:sp>
        <p:nvSpPr>
          <p:cNvPr id="74" name="Text 66"/>
          <p:cNvSpPr txBox="1"/>
          <p:nvPr/>
        </p:nvSpPr>
        <p:spPr>
          <a:xfrm>
            <a:off x="1785640" y="2693089"/>
            <a:ext cx="8595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Jumlah Santri</a:t>
            </a:r>
            <a:endParaRPr lang="en-US" sz="600" dirty="0"/>
          </a:p>
        </p:txBody>
      </p:sp>
      <p:sp>
        <p:nvSpPr>
          <p:cNvPr id="75" name="Shape 67"/>
          <p:cNvSpPr/>
          <p:nvPr/>
        </p:nvSpPr>
        <p:spPr>
          <a:xfrm>
            <a:off x="2672608" y="2693089"/>
            <a:ext cx="731520" cy="119299"/>
          </a:xfrm>
          <a:prstGeom prst="rect">
            <a:avLst/>
          </a:prstGeom>
          <a:solidFill>
            <a:srgbClr val="0F4C3A"/>
          </a:solidFill>
          <a:ln w="6350">
            <a:solidFill>
              <a:srgbClr val="E2E2E2"/>
            </a:solidFill>
            <a:prstDash val="solid"/>
          </a:ln>
        </p:spPr>
      </p:sp>
      <p:sp>
        <p:nvSpPr>
          <p:cNvPr id="76" name="Shape 68"/>
          <p:cNvSpPr/>
          <p:nvPr/>
        </p:nvSpPr>
        <p:spPr>
          <a:xfrm>
            <a:off x="3404128" y="2693089"/>
            <a:ext cx="731520" cy="119299"/>
          </a:xfrm>
          <a:prstGeom prst="rect">
            <a:avLst/>
          </a:prstGeom>
          <a:solidFill>
            <a:srgbClr val="0F4C3A"/>
          </a:solidFill>
          <a:ln w="6350">
            <a:solidFill>
              <a:srgbClr val="E2E2E2"/>
            </a:solidFill>
            <a:prstDash val="solid"/>
          </a:ln>
        </p:spPr>
      </p:sp>
      <p:sp>
        <p:nvSpPr>
          <p:cNvPr id="77" name="Shape 69"/>
          <p:cNvSpPr/>
          <p:nvPr/>
        </p:nvSpPr>
        <p:spPr>
          <a:xfrm>
            <a:off x="587776" y="2812388"/>
            <a:ext cx="256032" cy="119299"/>
          </a:xfrm>
          <a:prstGeom prst="rect">
            <a:avLst/>
          </a:prstGeom>
          <a:solidFill>
            <a:srgbClr val="F8F9FA"/>
          </a:solidFill>
          <a:ln w="6350">
            <a:solidFill>
              <a:srgbClr val="DDDDDD"/>
            </a:solidFill>
            <a:prstDash val="solid"/>
          </a:ln>
        </p:spPr>
      </p:sp>
      <p:sp>
        <p:nvSpPr>
          <p:cNvPr id="78" name="Text 7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79" name="Shape 71"/>
          <p:cNvSpPr/>
          <p:nvPr/>
        </p:nvSpPr>
        <p:spPr>
          <a:xfrm>
            <a:off x="843808" y="2812388"/>
            <a:ext cx="914400" cy="119299"/>
          </a:xfrm>
          <a:prstGeom prst="rect">
            <a:avLst/>
          </a:prstGeom>
          <a:solidFill>
            <a:srgbClr val="FFFFFF"/>
          </a:solidFill>
          <a:ln w="6350">
            <a:solidFill>
              <a:srgbClr val="E2E2E2"/>
            </a:solidFill>
            <a:prstDash val="solid"/>
          </a:ln>
        </p:spPr>
      </p:sp>
      <p:sp>
        <p:nvSpPr>
          <p:cNvPr id="80" name="Text 72"/>
          <p:cNvSpPr txBox="1"/>
          <p:nvPr/>
        </p:nvSpPr>
        <p:spPr>
          <a:xfrm>
            <a:off x="871240" y="2812388"/>
            <a:ext cx="859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81" name="Shape 73"/>
          <p:cNvSpPr/>
          <p:nvPr/>
        </p:nvSpPr>
        <p:spPr>
          <a:xfrm>
            <a:off x="1758208" y="2812388"/>
            <a:ext cx="914400" cy="119299"/>
          </a:xfrm>
          <a:prstGeom prst="rect">
            <a:avLst/>
          </a:prstGeom>
          <a:solidFill>
            <a:srgbClr val="FFFFFF"/>
          </a:solidFill>
          <a:ln w="6350">
            <a:solidFill>
              <a:srgbClr val="E2E2E2"/>
            </a:solidFill>
            <a:prstDash val="solid"/>
          </a:ln>
        </p:spPr>
      </p:sp>
      <p:sp>
        <p:nvSpPr>
          <p:cNvPr id="82" name="Text 74"/>
          <p:cNvSpPr txBox="1"/>
          <p:nvPr/>
        </p:nvSpPr>
        <p:spPr>
          <a:xfrm>
            <a:off x="1785640" y="2812388"/>
            <a:ext cx="8595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83" name="Shape 75"/>
          <p:cNvSpPr/>
          <p:nvPr/>
        </p:nvSpPr>
        <p:spPr>
          <a:xfrm>
            <a:off x="2672608" y="2812388"/>
            <a:ext cx="731520" cy="119299"/>
          </a:xfrm>
          <a:prstGeom prst="rect">
            <a:avLst/>
          </a:prstGeom>
          <a:solidFill>
            <a:srgbClr val="FFFFFF"/>
          </a:solidFill>
          <a:ln w="6350">
            <a:solidFill>
              <a:srgbClr val="E2E2E2"/>
            </a:solidFill>
            <a:prstDash val="solid"/>
          </a:ln>
        </p:spPr>
      </p:sp>
      <p:sp>
        <p:nvSpPr>
          <p:cNvPr id="84" name="Shape 76"/>
          <p:cNvSpPr/>
          <p:nvPr/>
        </p:nvSpPr>
        <p:spPr>
          <a:xfrm>
            <a:off x="3404128" y="2812388"/>
            <a:ext cx="731520" cy="119299"/>
          </a:xfrm>
          <a:prstGeom prst="rect">
            <a:avLst/>
          </a:prstGeom>
          <a:solidFill>
            <a:srgbClr val="FFFFFF"/>
          </a:solidFill>
          <a:ln w="6350">
            <a:solidFill>
              <a:srgbClr val="E2E2E2"/>
            </a:solidFill>
            <a:prstDash val="solid"/>
          </a:ln>
        </p:spPr>
      </p:sp>
      <p:sp>
        <p:nvSpPr>
          <p:cNvPr id="85" name="Shape 77"/>
          <p:cNvSpPr/>
          <p:nvPr/>
        </p:nvSpPr>
        <p:spPr>
          <a:xfrm>
            <a:off x="587776" y="2931688"/>
            <a:ext cx="256032" cy="119299"/>
          </a:xfrm>
          <a:prstGeom prst="rect">
            <a:avLst/>
          </a:prstGeom>
          <a:solidFill>
            <a:srgbClr val="F8F9FA"/>
          </a:solidFill>
          <a:ln w="6350">
            <a:solidFill>
              <a:srgbClr val="DDDDDD"/>
            </a:solidFill>
            <a:prstDash val="solid"/>
          </a:ln>
        </p:spPr>
      </p:sp>
      <p:sp>
        <p:nvSpPr>
          <p:cNvPr id="86" name="Text 78"/>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87" name="Shape 79"/>
          <p:cNvSpPr/>
          <p:nvPr/>
        </p:nvSpPr>
        <p:spPr>
          <a:xfrm>
            <a:off x="843808" y="2931688"/>
            <a:ext cx="914400" cy="119299"/>
          </a:xfrm>
          <a:prstGeom prst="rect">
            <a:avLst/>
          </a:prstGeom>
          <a:solidFill>
            <a:srgbClr val="FFFFFF"/>
          </a:solidFill>
          <a:ln w="6350">
            <a:solidFill>
              <a:srgbClr val="E2E2E2"/>
            </a:solidFill>
            <a:prstDash val="solid"/>
          </a:ln>
        </p:spPr>
      </p:sp>
      <p:sp>
        <p:nvSpPr>
          <p:cNvPr id="88" name="Text 80"/>
          <p:cNvSpPr txBox="1"/>
          <p:nvPr/>
        </p:nvSpPr>
        <p:spPr>
          <a:xfrm>
            <a:off x="871240" y="2931688"/>
            <a:ext cx="859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89" name="Shape 81"/>
          <p:cNvSpPr/>
          <p:nvPr/>
        </p:nvSpPr>
        <p:spPr>
          <a:xfrm>
            <a:off x="1758208" y="2931688"/>
            <a:ext cx="914400" cy="119299"/>
          </a:xfrm>
          <a:prstGeom prst="rect">
            <a:avLst/>
          </a:prstGeom>
          <a:solidFill>
            <a:srgbClr val="FFFFFF"/>
          </a:solidFill>
          <a:ln w="6350">
            <a:solidFill>
              <a:srgbClr val="E2E2E2"/>
            </a:solidFill>
            <a:prstDash val="solid"/>
          </a:ln>
        </p:spPr>
      </p:sp>
      <p:sp>
        <p:nvSpPr>
          <p:cNvPr id="90" name="Text 82"/>
          <p:cNvSpPr txBox="1"/>
          <p:nvPr/>
        </p:nvSpPr>
        <p:spPr>
          <a:xfrm>
            <a:off x="1785640" y="2931688"/>
            <a:ext cx="8595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91" name="Shape 83"/>
          <p:cNvSpPr/>
          <p:nvPr/>
        </p:nvSpPr>
        <p:spPr>
          <a:xfrm>
            <a:off x="2672608" y="2931688"/>
            <a:ext cx="731520" cy="119299"/>
          </a:xfrm>
          <a:prstGeom prst="rect">
            <a:avLst/>
          </a:prstGeom>
          <a:solidFill>
            <a:srgbClr val="FFFFFF"/>
          </a:solidFill>
          <a:ln w="6350">
            <a:solidFill>
              <a:srgbClr val="E2E2E2"/>
            </a:solidFill>
            <a:prstDash val="solid"/>
          </a:ln>
        </p:spPr>
      </p:sp>
      <p:sp>
        <p:nvSpPr>
          <p:cNvPr id="92" name="Shape 84"/>
          <p:cNvSpPr/>
          <p:nvPr/>
        </p:nvSpPr>
        <p:spPr>
          <a:xfrm>
            <a:off x="3404128" y="2931688"/>
            <a:ext cx="731520" cy="119299"/>
          </a:xfrm>
          <a:prstGeom prst="rect">
            <a:avLst/>
          </a:prstGeom>
          <a:solidFill>
            <a:srgbClr val="FFFFFF"/>
          </a:solidFill>
          <a:ln w="6350">
            <a:solidFill>
              <a:srgbClr val="E2E2E2"/>
            </a:solidFill>
            <a:prstDash val="solid"/>
          </a:ln>
        </p:spPr>
      </p:sp>
      <p:sp>
        <p:nvSpPr>
          <p:cNvPr id="93" name="Shape 85"/>
          <p:cNvSpPr/>
          <p:nvPr/>
        </p:nvSpPr>
        <p:spPr>
          <a:xfrm>
            <a:off x="587776" y="3050987"/>
            <a:ext cx="256032" cy="119299"/>
          </a:xfrm>
          <a:prstGeom prst="rect">
            <a:avLst/>
          </a:prstGeom>
          <a:solidFill>
            <a:srgbClr val="F8F9FA"/>
          </a:solidFill>
          <a:ln w="6350">
            <a:solidFill>
              <a:srgbClr val="DDDDDD"/>
            </a:solidFill>
            <a:prstDash val="solid"/>
          </a:ln>
        </p:spPr>
      </p:sp>
      <p:sp>
        <p:nvSpPr>
          <p:cNvPr id="94" name="Text 86"/>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95" name="Shape 87"/>
          <p:cNvSpPr/>
          <p:nvPr/>
        </p:nvSpPr>
        <p:spPr>
          <a:xfrm>
            <a:off x="843808" y="3050987"/>
            <a:ext cx="914400" cy="119299"/>
          </a:xfrm>
          <a:prstGeom prst="rect">
            <a:avLst/>
          </a:prstGeom>
          <a:solidFill>
            <a:srgbClr val="FFFFFF"/>
          </a:solidFill>
          <a:ln w="6350">
            <a:solidFill>
              <a:srgbClr val="E2E2E2"/>
            </a:solidFill>
            <a:prstDash val="solid"/>
          </a:ln>
        </p:spPr>
      </p:sp>
      <p:sp>
        <p:nvSpPr>
          <p:cNvPr id="96" name="Text 88"/>
          <p:cNvSpPr txBox="1"/>
          <p:nvPr/>
        </p:nvSpPr>
        <p:spPr>
          <a:xfrm>
            <a:off x="871240" y="3050987"/>
            <a:ext cx="859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97" name="Shape 89"/>
          <p:cNvSpPr/>
          <p:nvPr/>
        </p:nvSpPr>
        <p:spPr>
          <a:xfrm>
            <a:off x="1758208" y="3050987"/>
            <a:ext cx="914400" cy="119299"/>
          </a:xfrm>
          <a:prstGeom prst="rect">
            <a:avLst/>
          </a:prstGeom>
          <a:solidFill>
            <a:srgbClr val="FFFFFF"/>
          </a:solidFill>
          <a:ln w="6350">
            <a:solidFill>
              <a:srgbClr val="E2E2E2"/>
            </a:solidFill>
            <a:prstDash val="solid"/>
          </a:ln>
        </p:spPr>
      </p:sp>
      <p:sp>
        <p:nvSpPr>
          <p:cNvPr id="98" name="Text 90"/>
          <p:cNvSpPr txBox="1"/>
          <p:nvPr/>
        </p:nvSpPr>
        <p:spPr>
          <a:xfrm>
            <a:off x="1785640" y="3050987"/>
            <a:ext cx="8595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99" name="Shape 91"/>
          <p:cNvSpPr/>
          <p:nvPr/>
        </p:nvSpPr>
        <p:spPr>
          <a:xfrm>
            <a:off x="2672608" y="3050987"/>
            <a:ext cx="731520" cy="119299"/>
          </a:xfrm>
          <a:prstGeom prst="rect">
            <a:avLst/>
          </a:prstGeom>
          <a:solidFill>
            <a:srgbClr val="FFFFFF"/>
          </a:solidFill>
          <a:ln w="6350">
            <a:solidFill>
              <a:srgbClr val="E2E2E2"/>
            </a:solidFill>
            <a:prstDash val="solid"/>
          </a:ln>
        </p:spPr>
      </p:sp>
      <p:sp>
        <p:nvSpPr>
          <p:cNvPr id="100" name="Shape 92"/>
          <p:cNvSpPr/>
          <p:nvPr/>
        </p:nvSpPr>
        <p:spPr>
          <a:xfrm>
            <a:off x="3404128" y="3050987"/>
            <a:ext cx="731520" cy="119299"/>
          </a:xfrm>
          <a:prstGeom prst="rect">
            <a:avLst/>
          </a:prstGeom>
          <a:solidFill>
            <a:srgbClr val="FFFFFF"/>
          </a:solidFill>
          <a:ln w="6350">
            <a:solidFill>
              <a:srgbClr val="E2E2E2"/>
            </a:solidFill>
            <a:prstDash val="solid"/>
          </a:ln>
        </p:spPr>
      </p:sp>
      <p:sp>
        <p:nvSpPr>
          <p:cNvPr id="101" name="Shape 93"/>
          <p:cNvSpPr/>
          <p:nvPr/>
        </p:nvSpPr>
        <p:spPr>
          <a:xfrm>
            <a:off x="587776" y="3170287"/>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03" name="Shape 95"/>
          <p:cNvSpPr/>
          <p:nvPr/>
        </p:nvSpPr>
        <p:spPr>
          <a:xfrm>
            <a:off x="843808" y="3170287"/>
            <a:ext cx="914400" cy="119299"/>
          </a:xfrm>
          <a:prstGeom prst="rect">
            <a:avLst/>
          </a:prstGeom>
          <a:solidFill>
            <a:srgbClr val="FFFFFF"/>
          </a:solidFill>
          <a:ln w="6350">
            <a:solidFill>
              <a:srgbClr val="E2E2E2"/>
            </a:solidFill>
            <a:prstDash val="solid"/>
          </a:ln>
        </p:spPr>
      </p:sp>
      <p:sp>
        <p:nvSpPr>
          <p:cNvPr id="104" name="Text 96"/>
          <p:cNvSpPr txBox="1"/>
          <p:nvPr/>
        </p:nvSpPr>
        <p:spPr>
          <a:xfrm>
            <a:off x="871240" y="3170287"/>
            <a:ext cx="859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Tahsin</a:t>
            </a:r>
            <a:endParaRPr lang="en-US" sz="600" dirty="0"/>
          </a:p>
        </p:txBody>
      </p:sp>
      <p:sp>
        <p:nvSpPr>
          <p:cNvPr id="105" name="Shape 97"/>
          <p:cNvSpPr/>
          <p:nvPr/>
        </p:nvSpPr>
        <p:spPr>
          <a:xfrm>
            <a:off x="1758208" y="3170287"/>
            <a:ext cx="914400" cy="119299"/>
          </a:xfrm>
          <a:prstGeom prst="rect">
            <a:avLst/>
          </a:prstGeom>
          <a:solidFill>
            <a:srgbClr val="FFFFFF"/>
          </a:solidFill>
          <a:ln w="6350">
            <a:solidFill>
              <a:srgbClr val="E2E2E2"/>
            </a:solidFill>
            <a:prstDash val="solid"/>
          </a:ln>
        </p:spPr>
      </p:sp>
      <p:sp>
        <p:nvSpPr>
          <p:cNvPr id="106" name="Text 98"/>
          <p:cNvSpPr txBox="1"/>
          <p:nvPr/>
        </p:nvSpPr>
        <p:spPr>
          <a:xfrm>
            <a:off x="1785640" y="3170287"/>
            <a:ext cx="8595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07" name="Shape 99"/>
          <p:cNvSpPr/>
          <p:nvPr/>
        </p:nvSpPr>
        <p:spPr>
          <a:xfrm>
            <a:off x="2672608" y="3170287"/>
            <a:ext cx="731520" cy="119299"/>
          </a:xfrm>
          <a:prstGeom prst="rect">
            <a:avLst/>
          </a:prstGeom>
          <a:solidFill>
            <a:srgbClr val="FFFFFF"/>
          </a:solidFill>
          <a:ln w="6350">
            <a:solidFill>
              <a:srgbClr val="E2E2E2"/>
            </a:solidFill>
            <a:prstDash val="solid"/>
          </a:ln>
        </p:spPr>
      </p:sp>
      <p:sp>
        <p:nvSpPr>
          <p:cNvPr id="108" name="Shape 100"/>
          <p:cNvSpPr/>
          <p:nvPr/>
        </p:nvSpPr>
        <p:spPr>
          <a:xfrm>
            <a:off x="3404128" y="3170287"/>
            <a:ext cx="731520" cy="119299"/>
          </a:xfrm>
          <a:prstGeom prst="rect">
            <a:avLst/>
          </a:prstGeom>
          <a:solidFill>
            <a:srgbClr val="FFFFFF"/>
          </a:solidFill>
          <a:ln w="6350">
            <a:solidFill>
              <a:srgbClr val="E2E2E2"/>
            </a:solidFill>
            <a:prstDash val="solid"/>
          </a:ln>
        </p:spPr>
      </p:sp>
      <p:sp>
        <p:nvSpPr>
          <p:cNvPr id="109" name="Shape 101"/>
          <p:cNvSpPr/>
          <p:nvPr/>
        </p:nvSpPr>
        <p:spPr>
          <a:xfrm>
            <a:off x="587776" y="3289586"/>
            <a:ext cx="256032" cy="119299"/>
          </a:xfrm>
          <a:prstGeom prst="rect">
            <a:avLst/>
          </a:prstGeom>
          <a:solidFill>
            <a:srgbClr val="F8F9FA"/>
          </a:solidFill>
          <a:ln w="6350">
            <a:solidFill>
              <a:srgbClr val="DDDDDD"/>
            </a:solidFill>
            <a:prstDash val="solid"/>
          </a:ln>
        </p:spPr>
      </p:sp>
      <p:sp>
        <p:nvSpPr>
          <p:cNvPr id="110" name="Text 102"/>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11" name="Shape 103"/>
          <p:cNvSpPr/>
          <p:nvPr/>
        </p:nvSpPr>
        <p:spPr>
          <a:xfrm>
            <a:off x="843808" y="3289586"/>
            <a:ext cx="914400" cy="119299"/>
          </a:xfrm>
          <a:prstGeom prst="rect">
            <a:avLst/>
          </a:prstGeom>
          <a:solidFill>
            <a:srgbClr val="FFFFFF"/>
          </a:solidFill>
          <a:ln w="6350">
            <a:solidFill>
              <a:srgbClr val="E2E2E2"/>
            </a:solidFill>
            <a:prstDash val="solid"/>
          </a:ln>
        </p:spPr>
      </p:sp>
      <p:sp>
        <p:nvSpPr>
          <p:cNvPr id="112" name="Shape 104"/>
          <p:cNvSpPr/>
          <p:nvPr/>
        </p:nvSpPr>
        <p:spPr>
          <a:xfrm>
            <a:off x="1758208" y="3289586"/>
            <a:ext cx="914400" cy="119299"/>
          </a:xfrm>
          <a:prstGeom prst="rect">
            <a:avLst/>
          </a:prstGeom>
          <a:solidFill>
            <a:srgbClr val="FFFFFF"/>
          </a:solidFill>
          <a:ln w="6350">
            <a:solidFill>
              <a:srgbClr val="E2E2E2"/>
            </a:solidFill>
            <a:prstDash val="solid"/>
          </a:ln>
        </p:spPr>
      </p:sp>
      <p:sp>
        <p:nvSpPr>
          <p:cNvPr id="113" name="Shape 105"/>
          <p:cNvSpPr/>
          <p:nvPr/>
        </p:nvSpPr>
        <p:spPr>
          <a:xfrm>
            <a:off x="2672608" y="3289586"/>
            <a:ext cx="731520" cy="119299"/>
          </a:xfrm>
          <a:prstGeom prst="rect">
            <a:avLst/>
          </a:prstGeom>
          <a:solidFill>
            <a:srgbClr val="FFFFFF"/>
          </a:solidFill>
          <a:ln w="6350">
            <a:solidFill>
              <a:srgbClr val="E2E2E2"/>
            </a:solidFill>
            <a:prstDash val="solid"/>
          </a:ln>
        </p:spPr>
      </p:sp>
      <p:sp>
        <p:nvSpPr>
          <p:cNvPr id="114" name="Shape 106"/>
          <p:cNvSpPr/>
          <p:nvPr/>
        </p:nvSpPr>
        <p:spPr>
          <a:xfrm>
            <a:off x="3404128" y="3289586"/>
            <a:ext cx="731520" cy="119299"/>
          </a:xfrm>
          <a:prstGeom prst="rect">
            <a:avLst/>
          </a:prstGeom>
          <a:solidFill>
            <a:srgbClr val="FFFFFF"/>
          </a:solidFill>
          <a:ln w="6350">
            <a:solidFill>
              <a:srgbClr val="E2E2E2"/>
            </a:solidFill>
            <a:prstDash val="solid"/>
          </a:ln>
        </p:spPr>
      </p:sp>
      <p:sp>
        <p:nvSpPr>
          <p:cNvPr id="115" name="Shape 107"/>
          <p:cNvSpPr/>
          <p:nvPr/>
        </p:nvSpPr>
        <p:spPr>
          <a:xfrm>
            <a:off x="587776" y="3408885"/>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17" name="Shape 109"/>
          <p:cNvSpPr/>
          <p:nvPr/>
        </p:nvSpPr>
        <p:spPr>
          <a:xfrm>
            <a:off x="843808" y="3408885"/>
            <a:ext cx="914400" cy="119299"/>
          </a:xfrm>
          <a:prstGeom prst="rect">
            <a:avLst/>
          </a:prstGeom>
          <a:solidFill>
            <a:srgbClr val="FFFFFF"/>
          </a:solidFill>
          <a:ln w="6350">
            <a:solidFill>
              <a:srgbClr val="E2E2E2"/>
            </a:solidFill>
            <a:prstDash val="solid"/>
          </a:ln>
        </p:spPr>
      </p:sp>
      <p:sp>
        <p:nvSpPr>
          <p:cNvPr id="118" name="Shape 110"/>
          <p:cNvSpPr/>
          <p:nvPr/>
        </p:nvSpPr>
        <p:spPr>
          <a:xfrm>
            <a:off x="1758208" y="3408885"/>
            <a:ext cx="914400" cy="119299"/>
          </a:xfrm>
          <a:prstGeom prst="rect">
            <a:avLst/>
          </a:prstGeom>
          <a:solidFill>
            <a:srgbClr val="FFFFFF"/>
          </a:solidFill>
          <a:ln w="6350">
            <a:solidFill>
              <a:srgbClr val="E2E2E2"/>
            </a:solidFill>
            <a:prstDash val="solid"/>
          </a:ln>
        </p:spPr>
      </p:sp>
      <p:sp>
        <p:nvSpPr>
          <p:cNvPr id="119" name="Shape 111"/>
          <p:cNvSpPr/>
          <p:nvPr/>
        </p:nvSpPr>
        <p:spPr>
          <a:xfrm>
            <a:off x="2672608" y="3408885"/>
            <a:ext cx="731520" cy="119299"/>
          </a:xfrm>
          <a:prstGeom prst="rect">
            <a:avLst/>
          </a:prstGeom>
          <a:solidFill>
            <a:srgbClr val="FFFFFF"/>
          </a:solidFill>
          <a:ln w="6350">
            <a:solidFill>
              <a:srgbClr val="E2E2E2"/>
            </a:solidFill>
            <a:prstDash val="solid"/>
          </a:ln>
        </p:spPr>
      </p:sp>
      <p:sp>
        <p:nvSpPr>
          <p:cNvPr id="120" name="Shape 112"/>
          <p:cNvSpPr/>
          <p:nvPr/>
        </p:nvSpPr>
        <p:spPr>
          <a:xfrm>
            <a:off x="3404128" y="3408885"/>
            <a:ext cx="731520" cy="119299"/>
          </a:xfrm>
          <a:prstGeom prst="rect">
            <a:avLst/>
          </a:prstGeom>
          <a:solidFill>
            <a:srgbClr val="FFFFFF"/>
          </a:solidFill>
          <a:ln w="6350">
            <a:solidFill>
              <a:srgbClr val="E2E2E2"/>
            </a:solidFill>
            <a:prstDash val="solid"/>
          </a:ln>
        </p:spPr>
      </p:sp>
      <p:sp>
        <p:nvSpPr>
          <p:cNvPr id="121" name="Shape 113"/>
          <p:cNvSpPr/>
          <p:nvPr/>
        </p:nvSpPr>
        <p:spPr>
          <a:xfrm>
            <a:off x="587776" y="3528185"/>
            <a:ext cx="256032" cy="119299"/>
          </a:xfrm>
          <a:prstGeom prst="rect">
            <a:avLst/>
          </a:prstGeom>
          <a:solidFill>
            <a:srgbClr val="F8F9FA"/>
          </a:solidFill>
          <a:ln w="6350">
            <a:solidFill>
              <a:srgbClr val="DDDDDD"/>
            </a:solidFill>
            <a:prstDash val="solid"/>
          </a:ln>
        </p:spPr>
      </p:sp>
      <p:sp>
        <p:nvSpPr>
          <p:cNvPr id="122" name="Text 114"/>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23" name="Shape 115"/>
          <p:cNvSpPr/>
          <p:nvPr/>
        </p:nvSpPr>
        <p:spPr>
          <a:xfrm>
            <a:off x="843808" y="3528185"/>
            <a:ext cx="914400" cy="119299"/>
          </a:xfrm>
          <a:prstGeom prst="rect">
            <a:avLst/>
          </a:prstGeom>
          <a:solidFill>
            <a:srgbClr val="FFFFFF"/>
          </a:solidFill>
          <a:ln w="6350">
            <a:solidFill>
              <a:srgbClr val="E2E2E2"/>
            </a:solidFill>
            <a:prstDash val="solid"/>
          </a:ln>
        </p:spPr>
      </p:sp>
      <p:sp>
        <p:nvSpPr>
          <p:cNvPr id="124" name="Shape 116"/>
          <p:cNvSpPr/>
          <p:nvPr/>
        </p:nvSpPr>
        <p:spPr>
          <a:xfrm>
            <a:off x="1758208" y="3528185"/>
            <a:ext cx="914400" cy="119299"/>
          </a:xfrm>
          <a:prstGeom prst="rect">
            <a:avLst/>
          </a:prstGeom>
          <a:solidFill>
            <a:srgbClr val="FFFFFF"/>
          </a:solidFill>
          <a:ln w="6350">
            <a:solidFill>
              <a:srgbClr val="E2E2E2"/>
            </a:solidFill>
            <a:prstDash val="solid"/>
          </a:ln>
        </p:spPr>
      </p:sp>
      <p:sp>
        <p:nvSpPr>
          <p:cNvPr id="125" name="Shape 117"/>
          <p:cNvSpPr/>
          <p:nvPr/>
        </p:nvSpPr>
        <p:spPr>
          <a:xfrm>
            <a:off x="2672608" y="3528185"/>
            <a:ext cx="731520" cy="119299"/>
          </a:xfrm>
          <a:prstGeom prst="rect">
            <a:avLst/>
          </a:prstGeom>
          <a:solidFill>
            <a:srgbClr val="FFFFFF"/>
          </a:solidFill>
          <a:ln w="6350">
            <a:solidFill>
              <a:srgbClr val="E2E2E2"/>
            </a:solidFill>
            <a:prstDash val="solid"/>
          </a:ln>
        </p:spPr>
      </p:sp>
      <p:sp>
        <p:nvSpPr>
          <p:cNvPr id="126" name="Shape 118"/>
          <p:cNvSpPr/>
          <p:nvPr/>
        </p:nvSpPr>
        <p:spPr>
          <a:xfrm>
            <a:off x="3404128" y="3528185"/>
            <a:ext cx="731520" cy="119299"/>
          </a:xfrm>
          <a:prstGeom prst="rect">
            <a:avLst/>
          </a:prstGeom>
          <a:solidFill>
            <a:srgbClr val="FFFFFF"/>
          </a:solidFill>
          <a:ln w="6350">
            <a:solidFill>
              <a:srgbClr val="E2E2E2"/>
            </a:solidFill>
            <a:prstDash val="solid"/>
          </a:ln>
        </p:spPr>
      </p:sp>
      <p:sp>
        <p:nvSpPr>
          <p:cNvPr id="127" name="Shape 119"/>
          <p:cNvSpPr/>
          <p:nvPr/>
        </p:nvSpPr>
        <p:spPr>
          <a:xfrm>
            <a:off x="587776" y="3647484"/>
            <a:ext cx="256032" cy="119299"/>
          </a:xfrm>
          <a:prstGeom prst="rect">
            <a:avLst/>
          </a:prstGeom>
          <a:solidFill>
            <a:srgbClr val="F8F9FA"/>
          </a:solidFill>
          <a:ln w="6350">
            <a:solidFill>
              <a:srgbClr val="DDDDDD"/>
            </a:solidFill>
            <a:prstDash val="solid"/>
          </a:ln>
        </p:spPr>
      </p:sp>
      <p:sp>
        <p:nvSpPr>
          <p:cNvPr id="128" name="Text 120"/>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29" name="Shape 121"/>
          <p:cNvSpPr/>
          <p:nvPr/>
        </p:nvSpPr>
        <p:spPr>
          <a:xfrm>
            <a:off x="843808" y="3647484"/>
            <a:ext cx="914400" cy="119299"/>
          </a:xfrm>
          <a:prstGeom prst="rect">
            <a:avLst/>
          </a:prstGeom>
          <a:solidFill>
            <a:srgbClr val="FFFFFF"/>
          </a:solidFill>
          <a:ln w="6350">
            <a:solidFill>
              <a:srgbClr val="E2E2E2"/>
            </a:solidFill>
            <a:prstDash val="solid"/>
          </a:ln>
        </p:spPr>
      </p:sp>
      <p:sp>
        <p:nvSpPr>
          <p:cNvPr id="130" name="Shape 122"/>
          <p:cNvSpPr/>
          <p:nvPr/>
        </p:nvSpPr>
        <p:spPr>
          <a:xfrm>
            <a:off x="1758208" y="3647484"/>
            <a:ext cx="914400" cy="119299"/>
          </a:xfrm>
          <a:prstGeom prst="rect">
            <a:avLst/>
          </a:prstGeom>
          <a:solidFill>
            <a:srgbClr val="FFFFFF"/>
          </a:solidFill>
          <a:ln w="6350">
            <a:solidFill>
              <a:srgbClr val="E2E2E2"/>
            </a:solidFill>
            <a:prstDash val="solid"/>
          </a:ln>
        </p:spPr>
      </p:sp>
      <p:sp>
        <p:nvSpPr>
          <p:cNvPr id="131" name="Shape 123"/>
          <p:cNvSpPr/>
          <p:nvPr/>
        </p:nvSpPr>
        <p:spPr>
          <a:xfrm>
            <a:off x="2672608" y="3647484"/>
            <a:ext cx="731520" cy="119299"/>
          </a:xfrm>
          <a:prstGeom prst="rect">
            <a:avLst/>
          </a:prstGeom>
          <a:solidFill>
            <a:srgbClr val="FFFFFF"/>
          </a:solidFill>
          <a:ln w="6350">
            <a:solidFill>
              <a:srgbClr val="E2E2E2"/>
            </a:solidFill>
            <a:prstDash val="solid"/>
          </a:ln>
        </p:spPr>
      </p:sp>
      <p:sp>
        <p:nvSpPr>
          <p:cNvPr id="132" name="Shape 124"/>
          <p:cNvSpPr/>
          <p:nvPr/>
        </p:nvSpPr>
        <p:spPr>
          <a:xfrm>
            <a:off x="3404128" y="3647484"/>
            <a:ext cx="731520" cy="119299"/>
          </a:xfrm>
          <a:prstGeom prst="rect">
            <a:avLst/>
          </a:prstGeom>
          <a:solidFill>
            <a:srgbClr val="FFFFFF"/>
          </a:solidFill>
          <a:ln w="6350">
            <a:solidFill>
              <a:srgbClr val="E2E2E2"/>
            </a:solidFill>
            <a:prstDash val="solid"/>
          </a:ln>
        </p:spPr>
      </p:sp>
      <p:sp>
        <p:nvSpPr>
          <p:cNvPr id="133" name="Shape 125"/>
          <p:cNvSpPr/>
          <p:nvPr/>
        </p:nvSpPr>
        <p:spPr>
          <a:xfrm>
            <a:off x="587776" y="3794216"/>
            <a:ext cx="4950927" cy="201168"/>
          </a:xfrm>
          <a:prstGeom prst="rect">
            <a:avLst/>
          </a:prstGeom>
          <a:solidFill>
            <a:srgbClr val="F8F9FA"/>
          </a:solidFill>
          <a:ln w="12700">
            <a:solidFill>
              <a:srgbClr val="F8F9FA"/>
            </a:solidFill>
            <a:prstDash val="solid"/>
          </a:ln>
        </p:spPr>
      </p:sp>
      <p:sp>
        <p:nvSpPr>
          <p:cNvPr id="134" name="Text 126"/>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35" name="Text 127"/>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Data</a:t>
            </a:r>
            <a:endParaRPr lang="en-US" sz="700" dirty="0"/>
          </a:p>
        </p:txBody>
      </p:sp>
      <p:sp>
        <p:nvSpPr>
          <p:cNvPr id="136" name="Shape 128"/>
          <p:cNvSpPr/>
          <p:nvPr/>
        </p:nvSpPr>
        <p:spPr>
          <a:xfrm>
            <a:off x="1913656" y="3794216"/>
            <a:ext cx="731520" cy="201168"/>
          </a:xfrm>
          <a:prstGeom prst="rect">
            <a:avLst/>
          </a:prstGeom>
          <a:solidFill>
            <a:srgbClr val="E1EFFE"/>
          </a:solidFill>
          <a:ln w="12700">
            <a:solidFill>
              <a:srgbClr val="E1EFFE"/>
            </a:solidFill>
            <a:prstDash val="solid"/>
          </a:ln>
        </p:spPr>
      </p:sp>
      <p:sp>
        <p:nvSpPr>
          <p:cNvPr id="137" name="Text 129"/>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Ringkasan</a:t>
            </a:r>
            <a:endParaRPr lang="en-US" sz="700" dirty="0"/>
          </a:p>
        </p:txBody>
      </p:sp>
      <p:sp>
        <p:nvSpPr>
          <p:cNvPr id="138" name="Text 130"/>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Dashboard</a:t>
            </a:r>
            <a:endParaRPr lang="en-US" sz="700" dirty="0"/>
          </a:p>
        </p:txBody>
      </p:sp>
      <p:sp>
        <p:nvSpPr>
          <p:cNvPr id="139" name="Shape 131"/>
          <p:cNvSpPr/>
          <p:nvPr/>
        </p:nvSpPr>
        <p:spPr>
          <a:xfrm>
            <a:off x="2325136" y="2756669"/>
            <a:ext cx="1828800" cy="1371600"/>
          </a:xfrm>
          <a:prstGeom prst="roundRect">
            <a:avLst>
              <a:gd name="adj" fmla="val 2000"/>
            </a:avLst>
          </a:prstGeom>
          <a:solidFill>
            <a:srgbClr val="FFFFFF"/>
          </a:solidFill>
          <a:ln w="9525">
            <a:solidFill>
              <a:srgbClr val="DDDDDD"/>
            </a:solidFill>
            <a:prstDash val="solid"/>
          </a:ln>
        </p:spPr>
      </p:sp>
      <p:sp>
        <p:nvSpPr>
          <p:cNvPr id="140" name="Text 132"/>
          <p:cNvSpPr txBox="1"/>
          <p:nvPr/>
        </p:nvSpPr>
        <p:spPr>
          <a:xfrm>
            <a:off x="2325136" y="2774957"/>
            <a:ext cx="1828800" cy="146304"/>
          </a:xfrm>
          <a:prstGeom prst="rect">
            <a:avLst/>
          </a:prstGeom>
          <a:noFill/>
          <a:ln/>
        </p:spPr>
        <p:txBody>
          <a:bodyPr wrap="square" lIns="0" tIns="0" rIns="0" bIns="0" rtlCol="0" anchor="t"/>
          <a:lstStyle/>
          <a:p>
            <a:pPr algn="ctr" indent="0" marL="0">
              <a:buNone/>
            </a:pPr>
            <a:r>
              <a:rPr lang="en-US" sz="650" b="1" dirty="0">
                <a:solidFill>
                  <a:srgbClr val="1E2A26"/>
                </a:solidFill>
                <a:latin typeface="Calibri" pitchFamily="34" charset="0"/>
                <a:ea typeface="Calibri" pitchFamily="34" charset="-122"/>
                <a:cs typeface="Calibri" pitchFamily="34" charset="-120"/>
              </a:rPr>
              <a:t>Santri per Ekskul</a:t>
            </a:r>
            <a:endParaRPr lang="en-US" sz="650" dirty="0"/>
          </a:p>
        </p:txBody>
      </p:sp>
      <p:sp>
        <p:nvSpPr>
          <p:cNvPr id="141" name="Shape 133"/>
          <p:cNvSpPr/>
          <p:nvPr/>
        </p:nvSpPr>
        <p:spPr>
          <a:xfrm>
            <a:off x="2398288" y="2957837"/>
            <a:ext cx="914400" cy="914400"/>
          </a:xfrm>
          <a:prstGeom prst="pie">
            <a:avLst>
              <a:gd name="adj1" fmla="val 0"/>
              <a:gd name="adj2" fmla="val 8100000"/>
            </a:avLst>
          </a:prstGeom>
          <a:solidFill>
            <a:srgbClr val="1F7A5C"/>
          </a:solidFill>
          <a:ln/>
        </p:spPr>
      </p:sp>
      <p:sp>
        <p:nvSpPr>
          <p:cNvPr id="142" name="Shape 134"/>
          <p:cNvSpPr/>
          <p:nvPr/>
        </p:nvSpPr>
        <p:spPr>
          <a:xfrm>
            <a:off x="2398288" y="2957837"/>
            <a:ext cx="914400" cy="914400"/>
          </a:xfrm>
          <a:prstGeom prst="pie">
            <a:avLst>
              <a:gd name="adj1" fmla="val 8100000"/>
              <a:gd name="adj2" fmla="val 13500000"/>
            </a:avLst>
          </a:prstGeom>
          <a:solidFill>
            <a:srgbClr val="D4A017"/>
          </a:solidFill>
          <a:ln/>
        </p:spPr>
      </p:sp>
      <p:sp>
        <p:nvSpPr>
          <p:cNvPr id="143" name="Shape 135"/>
          <p:cNvSpPr/>
          <p:nvPr/>
        </p:nvSpPr>
        <p:spPr>
          <a:xfrm>
            <a:off x="2398288" y="2957837"/>
            <a:ext cx="914400" cy="914400"/>
          </a:xfrm>
          <a:prstGeom prst="pie">
            <a:avLst>
              <a:gd name="adj1" fmla="val 13500000"/>
              <a:gd name="adj2" fmla="val 18900000"/>
            </a:avLst>
          </a:prstGeom>
          <a:solidFill>
            <a:srgbClr val="4285F4"/>
          </a:solidFill>
          <a:ln/>
        </p:spPr>
      </p:sp>
      <p:sp>
        <p:nvSpPr>
          <p:cNvPr id="144" name="Shape 136"/>
          <p:cNvSpPr/>
          <p:nvPr/>
        </p:nvSpPr>
        <p:spPr>
          <a:xfrm>
            <a:off x="2398288" y="2957837"/>
            <a:ext cx="914400" cy="914400"/>
          </a:xfrm>
          <a:prstGeom prst="pie">
            <a:avLst>
              <a:gd name="adj1" fmla="val 18900000"/>
              <a:gd name="adj2" fmla="val 21600000"/>
            </a:avLst>
          </a:prstGeom>
          <a:solidFill>
            <a:srgbClr val="EA4335"/>
          </a:solidFill>
          <a:ln/>
        </p:spPr>
      </p:sp>
      <p:sp>
        <p:nvSpPr>
          <p:cNvPr id="145" name="Shape 137"/>
          <p:cNvSpPr/>
          <p:nvPr/>
        </p:nvSpPr>
        <p:spPr>
          <a:xfrm>
            <a:off x="3376696" y="3012701"/>
            <a:ext cx="73152" cy="73152"/>
          </a:xfrm>
          <a:prstGeom prst="rect">
            <a:avLst/>
          </a:prstGeom>
          <a:solidFill>
            <a:srgbClr val="1F7A5C"/>
          </a:solidFill>
          <a:ln w="12700">
            <a:solidFill>
              <a:srgbClr val="1F7A5C"/>
            </a:solidFill>
            <a:prstDash val="solid"/>
          </a:ln>
        </p:spPr>
      </p:sp>
      <p:sp>
        <p:nvSpPr>
          <p:cNvPr id="146" name="Text 138"/>
          <p:cNvSpPr txBox="1"/>
          <p:nvPr/>
        </p:nvSpPr>
        <p:spPr>
          <a:xfrm>
            <a:off x="3477280" y="2976125"/>
            <a:ext cx="640080" cy="137160"/>
          </a:xfrm>
          <a:prstGeom prst="rect">
            <a:avLst/>
          </a:prstGeom>
          <a:noFill/>
          <a:ln/>
        </p:spPr>
        <p:txBody>
          <a:bodyPr wrap="square" lIns="0" tIns="0" rIns="0" bIns="0" rtlCol="0" anchor="t"/>
          <a:lstStyle/>
          <a:p>
            <a:pPr indent="0" marL="0">
              <a:buNone/>
            </a:pPr>
            <a:r>
              <a:rPr lang="en-US" sz="550" dirty="0">
                <a:solidFill>
                  <a:srgbClr val="1E2A26"/>
                </a:solidFill>
                <a:latin typeface="Calibri" pitchFamily="34" charset="0"/>
                <a:ea typeface="Calibri" pitchFamily="34" charset="-122"/>
                <a:cs typeface="Calibri" pitchFamily="34" charset="-120"/>
              </a:rPr>
              <a:t>Pramuka 38%</a:t>
            </a:r>
            <a:endParaRPr lang="en-US" sz="550" dirty="0"/>
          </a:p>
        </p:txBody>
      </p:sp>
      <p:sp>
        <p:nvSpPr>
          <p:cNvPr id="147" name="Shape 139"/>
          <p:cNvSpPr/>
          <p:nvPr/>
        </p:nvSpPr>
        <p:spPr>
          <a:xfrm>
            <a:off x="3376696" y="3149861"/>
            <a:ext cx="73152" cy="73152"/>
          </a:xfrm>
          <a:prstGeom prst="rect">
            <a:avLst/>
          </a:prstGeom>
          <a:solidFill>
            <a:srgbClr val="D4A017"/>
          </a:solidFill>
          <a:ln w="12700">
            <a:solidFill>
              <a:srgbClr val="D4A017"/>
            </a:solidFill>
            <a:prstDash val="solid"/>
          </a:ln>
        </p:spPr>
      </p:sp>
      <p:sp>
        <p:nvSpPr>
          <p:cNvPr id="148" name="Text 140"/>
          <p:cNvSpPr txBox="1"/>
          <p:nvPr/>
        </p:nvSpPr>
        <p:spPr>
          <a:xfrm>
            <a:off x="3477280" y="3113285"/>
            <a:ext cx="640080" cy="137160"/>
          </a:xfrm>
          <a:prstGeom prst="rect">
            <a:avLst/>
          </a:prstGeom>
          <a:noFill/>
          <a:ln/>
        </p:spPr>
        <p:txBody>
          <a:bodyPr wrap="square" lIns="0" tIns="0" rIns="0" bIns="0" rtlCol="0" anchor="t"/>
          <a:lstStyle/>
          <a:p>
            <a:pPr indent="0" marL="0">
              <a:buNone/>
            </a:pPr>
            <a:r>
              <a:rPr lang="en-US" sz="550" dirty="0">
                <a:solidFill>
                  <a:srgbClr val="1E2A26"/>
                </a:solidFill>
                <a:latin typeface="Calibri" pitchFamily="34" charset="0"/>
                <a:ea typeface="Calibri" pitchFamily="34" charset="-122"/>
                <a:cs typeface="Calibri" pitchFamily="34" charset="-120"/>
              </a:rPr>
              <a:t>Kaligrafi 25%</a:t>
            </a:r>
            <a:endParaRPr lang="en-US" sz="550" dirty="0"/>
          </a:p>
        </p:txBody>
      </p:sp>
      <p:sp>
        <p:nvSpPr>
          <p:cNvPr id="149" name="Shape 141"/>
          <p:cNvSpPr/>
          <p:nvPr/>
        </p:nvSpPr>
        <p:spPr>
          <a:xfrm>
            <a:off x="3376696" y="3287021"/>
            <a:ext cx="73152" cy="73152"/>
          </a:xfrm>
          <a:prstGeom prst="rect">
            <a:avLst/>
          </a:prstGeom>
          <a:solidFill>
            <a:srgbClr val="4285F4"/>
          </a:solidFill>
          <a:ln w="12700">
            <a:solidFill>
              <a:srgbClr val="4285F4"/>
            </a:solidFill>
            <a:prstDash val="solid"/>
          </a:ln>
        </p:spPr>
      </p:sp>
      <p:sp>
        <p:nvSpPr>
          <p:cNvPr id="150" name="Text 142"/>
          <p:cNvSpPr txBox="1"/>
          <p:nvPr/>
        </p:nvSpPr>
        <p:spPr>
          <a:xfrm>
            <a:off x="3477280" y="3250445"/>
            <a:ext cx="640080" cy="137160"/>
          </a:xfrm>
          <a:prstGeom prst="rect">
            <a:avLst/>
          </a:prstGeom>
          <a:noFill/>
          <a:ln/>
        </p:spPr>
        <p:txBody>
          <a:bodyPr wrap="square" lIns="0" tIns="0" rIns="0" bIns="0" rtlCol="0" anchor="t"/>
          <a:lstStyle/>
          <a:p>
            <a:pPr indent="0" marL="0">
              <a:buNone/>
            </a:pPr>
            <a:r>
              <a:rPr lang="en-US" sz="550" dirty="0">
                <a:solidFill>
                  <a:srgbClr val="1E2A26"/>
                </a:solidFill>
                <a:latin typeface="Calibri" pitchFamily="34" charset="0"/>
                <a:ea typeface="Calibri" pitchFamily="34" charset="-122"/>
                <a:cs typeface="Calibri" pitchFamily="34" charset="-120"/>
              </a:rPr>
              <a:t>Futsal 25%</a:t>
            </a:r>
            <a:endParaRPr lang="en-US" sz="550" dirty="0"/>
          </a:p>
        </p:txBody>
      </p:sp>
      <p:sp>
        <p:nvSpPr>
          <p:cNvPr id="151" name="Shape 143"/>
          <p:cNvSpPr/>
          <p:nvPr/>
        </p:nvSpPr>
        <p:spPr>
          <a:xfrm>
            <a:off x="3376696" y="3424181"/>
            <a:ext cx="73152" cy="73152"/>
          </a:xfrm>
          <a:prstGeom prst="rect">
            <a:avLst/>
          </a:prstGeom>
          <a:solidFill>
            <a:srgbClr val="EA4335"/>
          </a:solidFill>
          <a:ln w="12700">
            <a:solidFill>
              <a:srgbClr val="EA4335"/>
            </a:solidFill>
            <a:prstDash val="solid"/>
          </a:ln>
        </p:spPr>
      </p:sp>
      <p:sp>
        <p:nvSpPr>
          <p:cNvPr id="152" name="Text 144"/>
          <p:cNvSpPr txBox="1"/>
          <p:nvPr/>
        </p:nvSpPr>
        <p:spPr>
          <a:xfrm>
            <a:off x="3477280" y="3387605"/>
            <a:ext cx="640080" cy="137160"/>
          </a:xfrm>
          <a:prstGeom prst="rect">
            <a:avLst/>
          </a:prstGeom>
          <a:noFill/>
          <a:ln/>
        </p:spPr>
        <p:txBody>
          <a:bodyPr wrap="square" lIns="0" tIns="0" rIns="0" bIns="0" rtlCol="0" anchor="t"/>
          <a:lstStyle/>
          <a:p>
            <a:pPr indent="0" marL="0">
              <a:buNone/>
            </a:pPr>
            <a:r>
              <a:rPr lang="en-US" sz="550" dirty="0">
                <a:solidFill>
                  <a:srgbClr val="1E2A26"/>
                </a:solidFill>
                <a:latin typeface="Calibri" pitchFamily="34" charset="0"/>
                <a:ea typeface="Calibri" pitchFamily="34" charset="-122"/>
                <a:cs typeface="Calibri" pitchFamily="34" charset="-120"/>
              </a:rPr>
              <a:t>Tahsin 12%</a:t>
            </a:r>
            <a:endParaRPr lang="en-US" sz="550" dirty="0"/>
          </a:p>
        </p:txBody>
      </p:sp>
      <p:sp>
        <p:nvSpPr>
          <p:cNvPr id="153" name="Shape 145"/>
          <p:cNvSpPr/>
          <p:nvPr/>
        </p:nvSpPr>
        <p:spPr>
          <a:xfrm>
            <a:off x="2297704" y="2729237"/>
            <a:ext cx="1883664" cy="1426464"/>
          </a:xfrm>
          <a:prstGeom prst="roundRect">
            <a:avLst>
              <a:gd name="adj" fmla="val 3205"/>
            </a:avLst>
          </a:prstGeom>
          <a:solidFill>
            <a:srgbClr val="FFFFFF">
              <a:alpha val="0"/>
            </a:srgbClr>
          </a:solidFill>
          <a:ln w="31750">
            <a:solidFill>
              <a:srgbClr val="E53935"/>
            </a:solidFill>
            <a:prstDash val="solid"/>
          </a:ln>
        </p:spPr>
      </p:sp>
      <p:sp>
        <p:nvSpPr>
          <p:cNvPr id="154" name="Shape 146"/>
          <p:cNvSpPr/>
          <p:nvPr/>
        </p:nvSpPr>
        <p:spPr>
          <a:xfrm>
            <a:off x="4044208" y="2592077"/>
            <a:ext cx="274320" cy="274320"/>
          </a:xfrm>
          <a:prstGeom prst="ellipse">
            <a:avLst/>
          </a:prstGeom>
          <a:solidFill>
            <a:srgbClr val="E53935"/>
          </a:solidFill>
          <a:ln w="12700">
            <a:solidFill>
              <a:srgbClr val="FFFFFF"/>
            </a:solidFill>
            <a:prstDash val="solid"/>
          </a:ln>
        </p:spPr>
      </p:sp>
      <p:sp>
        <p:nvSpPr>
          <p:cNvPr id="155" name="Text 147"/>
          <p:cNvSpPr txBox="1"/>
          <p:nvPr/>
        </p:nvSpPr>
        <p:spPr>
          <a:xfrm>
            <a:off x="4044208" y="25920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156" name="Image 6" descr="preencoded.png">    </p:cNvPr>
          <p:cNvPicPr>
            <a:picLocks noChangeAspect="1"/>
          </p:cNvPicPr>
          <p:nvPr/>
        </p:nvPicPr>
        <p:blipFill>
          <a:blip r:embed="rId7"/>
          <a:stretch>
            <a:fillRect/>
          </a:stretch>
        </p:blipFill>
        <p:spPr>
          <a:xfrm>
            <a:off x="3330976" y="3511049"/>
            <a:ext cx="237744" cy="237744"/>
          </a:xfrm>
          <a:prstGeom prst="rect">
            <a:avLst/>
          </a:prstGeom>
        </p:spPr>
      </p:pic>
      <p:sp>
        <p:nvSpPr>
          <p:cNvPr id="157" name="Text 14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158" name="Text 14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Chart type: Pie chart, beri judul</a:t>
            </a:r>
            <a:endParaRPr lang="en-US" sz="1800" dirty="0"/>
          </a:p>
        </p:txBody>
      </p:sp>
      <p:sp>
        <p:nvSpPr>
          <p:cNvPr id="159" name="Text 15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Chart editor, pilih Pie chart. Customize › Chart &amp; axis titles: "Santri per Ekskul". Centang Pie slice label: Percentage.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Grafik Batang</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E2</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r>
              <a:rPr lang="en-US" sz="800" dirty="0">
                <a:solidFill>
                  <a:srgbClr val="1E2A26"/>
                </a:solidFill>
                <a:latin typeface="Courier New" pitchFamily="34" charset="0"/>
                <a:ea typeface="Courier New" pitchFamily="34" charset="-122"/>
                <a:cs typeface="Courier New" pitchFamily="34" charset="-120"/>
              </a:rPr>
              <a:t>=AVERAGEIF(Data!C2:C30,D2,Data!F2:F30)</a:t>
            </a: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77724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7772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621048" y="2573789"/>
            <a:ext cx="777240" cy="119299"/>
          </a:xfrm>
          <a:prstGeom prst="rect">
            <a:avLst/>
          </a:prstGeom>
          <a:solidFill>
            <a:srgbClr val="F8F9FA"/>
          </a:solidFill>
          <a:ln w="6350">
            <a:solidFill>
              <a:srgbClr val="DDDDDD"/>
            </a:solidFill>
            <a:prstDash val="solid"/>
          </a:ln>
        </p:spPr>
      </p:sp>
      <p:sp>
        <p:nvSpPr>
          <p:cNvPr id="64" name="Text 56"/>
          <p:cNvSpPr txBox="1"/>
          <p:nvPr/>
        </p:nvSpPr>
        <p:spPr>
          <a:xfrm>
            <a:off x="1621048" y="2573789"/>
            <a:ext cx="7772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398288" y="2573789"/>
            <a:ext cx="182880" cy="119299"/>
          </a:xfrm>
          <a:prstGeom prst="rect">
            <a:avLst/>
          </a:prstGeom>
          <a:solidFill>
            <a:srgbClr val="F8F9FA"/>
          </a:solidFill>
          <a:ln w="6350">
            <a:solidFill>
              <a:srgbClr val="DDDDDD"/>
            </a:solidFill>
            <a:prstDash val="solid"/>
          </a:ln>
        </p:spPr>
      </p:sp>
      <p:sp>
        <p:nvSpPr>
          <p:cNvPr id="66" name="Text 58"/>
          <p:cNvSpPr txBox="1"/>
          <p:nvPr/>
        </p:nvSpPr>
        <p:spPr>
          <a:xfrm>
            <a:off x="2398288" y="2573789"/>
            <a:ext cx="1828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581168" y="2573789"/>
            <a:ext cx="548640" cy="119299"/>
          </a:xfrm>
          <a:prstGeom prst="rect">
            <a:avLst/>
          </a:prstGeom>
          <a:solidFill>
            <a:srgbClr val="F8F9FA"/>
          </a:solidFill>
          <a:ln w="6350">
            <a:solidFill>
              <a:srgbClr val="DDDDDD"/>
            </a:solidFill>
            <a:prstDash val="solid"/>
          </a:ln>
        </p:spPr>
      </p:sp>
      <p:sp>
        <p:nvSpPr>
          <p:cNvPr id="68" name="Text 60"/>
          <p:cNvSpPr txBox="1"/>
          <p:nvPr/>
        </p:nvSpPr>
        <p:spPr>
          <a:xfrm>
            <a:off x="258116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129808" y="2573789"/>
            <a:ext cx="868680" cy="119299"/>
          </a:xfrm>
          <a:prstGeom prst="rect">
            <a:avLst/>
          </a:prstGeom>
          <a:solidFill>
            <a:srgbClr val="F8F9FA"/>
          </a:solidFill>
          <a:ln w="6350">
            <a:solidFill>
              <a:srgbClr val="DDDDDD"/>
            </a:solidFill>
            <a:prstDash val="solid"/>
          </a:ln>
        </p:spPr>
      </p:sp>
      <p:sp>
        <p:nvSpPr>
          <p:cNvPr id="70" name="Text 62"/>
          <p:cNvSpPr txBox="1"/>
          <p:nvPr/>
        </p:nvSpPr>
        <p:spPr>
          <a:xfrm>
            <a:off x="3129808" y="2573789"/>
            <a:ext cx="8686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587776" y="2693089"/>
            <a:ext cx="256032" cy="119299"/>
          </a:xfrm>
          <a:prstGeom prst="rect">
            <a:avLst/>
          </a:prstGeom>
          <a:solidFill>
            <a:srgbClr val="F8F9FA"/>
          </a:solidFill>
          <a:ln w="6350">
            <a:solidFill>
              <a:srgbClr val="DDDDDD"/>
            </a:solidFill>
            <a:prstDash val="solid"/>
          </a:ln>
        </p:spPr>
      </p:sp>
      <p:sp>
        <p:nvSpPr>
          <p:cNvPr id="72" name="Text 64"/>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3" name="Shape 65"/>
          <p:cNvSpPr/>
          <p:nvPr/>
        </p:nvSpPr>
        <p:spPr>
          <a:xfrm>
            <a:off x="843808" y="2693089"/>
            <a:ext cx="777240" cy="119299"/>
          </a:xfrm>
          <a:prstGeom prst="rect">
            <a:avLst/>
          </a:prstGeom>
          <a:solidFill>
            <a:srgbClr val="0F4C3A"/>
          </a:solidFill>
          <a:ln w="6350">
            <a:solidFill>
              <a:srgbClr val="E2E2E2"/>
            </a:solidFill>
            <a:prstDash val="solid"/>
          </a:ln>
        </p:spPr>
      </p:sp>
      <p:sp>
        <p:nvSpPr>
          <p:cNvPr id="74" name="Text 66"/>
          <p:cNvSpPr txBox="1"/>
          <p:nvPr/>
        </p:nvSpPr>
        <p:spPr>
          <a:xfrm>
            <a:off x="871240" y="2693089"/>
            <a:ext cx="7223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Ekskul</a:t>
            </a:r>
            <a:endParaRPr lang="en-US" sz="600" dirty="0"/>
          </a:p>
        </p:txBody>
      </p:sp>
      <p:sp>
        <p:nvSpPr>
          <p:cNvPr id="75" name="Shape 67"/>
          <p:cNvSpPr/>
          <p:nvPr/>
        </p:nvSpPr>
        <p:spPr>
          <a:xfrm>
            <a:off x="1621048" y="2693089"/>
            <a:ext cx="777240" cy="119299"/>
          </a:xfrm>
          <a:prstGeom prst="rect">
            <a:avLst/>
          </a:prstGeom>
          <a:solidFill>
            <a:srgbClr val="0F4C3A"/>
          </a:solidFill>
          <a:ln w="6350">
            <a:solidFill>
              <a:srgbClr val="E2E2E2"/>
            </a:solidFill>
            <a:prstDash val="solid"/>
          </a:ln>
        </p:spPr>
      </p:sp>
      <p:sp>
        <p:nvSpPr>
          <p:cNvPr id="76" name="Text 68"/>
          <p:cNvSpPr txBox="1"/>
          <p:nvPr/>
        </p:nvSpPr>
        <p:spPr>
          <a:xfrm>
            <a:off x="1648480" y="2693089"/>
            <a:ext cx="7223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Jumlah</a:t>
            </a:r>
            <a:endParaRPr lang="en-US" sz="600" dirty="0"/>
          </a:p>
        </p:txBody>
      </p:sp>
      <p:sp>
        <p:nvSpPr>
          <p:cNvPr id="77" name="Shape 69"/>
          <p:cNvSpPr/>
          <p:nvPr/>
        </p:nvSpPr>
        <p:spPr>
          <a:xfrm>
            <a:off x="2398288" y="2693089"/>
            <a:ext cx="182880" cy="119299"/>
          </a:xfrm>
          <a:prstGeom prst="rect">
            <a:avLst/>
          </a:prstGeom>
          <a:solidFill>
            <a:srgbClr val="0F4C3A"/>
          </a:solidFill>
          <a:ln w="6350">
            <a:solidFill>
              <a:srgbClr val="E2E2E2"/>
            </a:solidFill>
            <a:prstDash val="solid"/>
          </a:ln>
        </p:spPr>
      </p:sp>
      <p:sp>
        <p:nvSpPr>
          <p:cNvPr id="78" name="Shape 70"/>
          <p:cNvSpPr/>
          <p:nvPr/>
        </p:nvSpPr>
        <p:spPr>
          <a:xfrm>
            <a:off x="2581168" y="2693089"/>
            <a:ext cx="548640" cy="119299"/>
          </a:xfrm>
          <a:prstGeom prst="rect">
            <a:avLst/>
          </a:prstGeom>
          <a:solidFill>
            <a:srgbClr val="0F4C3A"/>
          </a:solidFill>
          <a:ln w="6350">
            <a:solidFill>
              <a:srgbClr val="E2E2E2"/>
            </a:solidFill>
            <a:prstDash val="solid"/>
          </a:ln>
        </p:spPr>
      </p:sp>
      <p:sp>
        <p:nvSpPr>
          <p:cNvPr id="79" name="Text 71"/>
          <p:cNvSpPr txBox="1"/>
          <p:nvPr/>
        </p:nvSpPr>
        <p:spPr>
          <a:xfrm>
            <a:off x="2608600" y="2693089"/>
            <a:ext cx="4937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80" name="Shape 72"/>
          <p:cNvSpPr/>
          <p:nvPr/>
        </p:nvSpPr>
        <p:spPr>
          <a:xfrm>
            <a:off x="3129808" y="2693089"/>
            <a:ext cx="868680" cy="119299"/>
          </a:xfrm>
          <a:prstGeom prst="rect">
            <a:avLst/>
          </a:prstGeom>
          <a:solidFill>
            <a:srgbClr val="0F4C3A"/>
          </a:solidFill>
          <a:ln w="6350">
            <a:solidFill>
              <a:srgbClr val="E2E2E2"/>
            </a:solidFill>
            <a:prstDash val="solid"/>
          </a:ln>
        </p:spPr>
      </p:sp>
      <p:sp>
        <p:nvSpPr>
          <p:cNvPr id="81" name="Text 73"/>
          <p:cNvSpPr txBox="1"/>
          <p:nvPr/>
        </p:nvSpPr>
        <p:spPr>
          <a:xfrm>
            <a:off x="3157240" y="2693089"/>
            <a:ext cx="8138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Rata-rata Juz</a:t>
            </a:r>
            <a:endParaRPr lang="en-US" sz="600" dirty="0"/>
          </a:p>
        </p:txBody>
      </p:sp>
      <p:sp>
        <p:nvSpPr>
          <p:cNvPr id="82" name="Shape 74"/>
          <p:cNvSpPr/>
          <p:nvPr/>
        </p:nvSpPr>
        <p:spPr>
          <a:xfrm>
            <a:off x="587776" y="2812388"/>
            <a:ext cx="256032" cy="119299"/>
          </a:xfrm>
          <a:prstGeom prst="rect">
            <a:avLst/>
          </a:prstGeom>
          <a:solidFill>
            <a:srgbClr val="F8F9FA"/>
          </a:solidFill>
          <a:ln w="6350">
            <a:solidFill>
              <a:srgbClr val="DDDDDD"/>
            </a:solidFill>
            <a:prstDash val="solid"/>
          </a:ln>
        </p:spPr>
      </p:sp>
      <p:sp>
        <p:nvSpPr>
          <p:cNvPr id="83" name="Text 75"/>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4" name="Shape 76"/>
          <p:cNvSpPr/>
          <p:nvPr/>
        </p:nvSpPr>
        <p:spPr>
          <a:xfrm>
            <a:off x="843808" y="2812388"/>
            <a:ext cx="777240" cy="119299"/>
          </a:xfrm>
          <a:prstGeom prst="rect">
            <a:avLst/>
          </a:prstGeom>
          <a:solidFill>
            <a:srgbClr val="FFFFFF"/>
          </a:solidFill>
          <a:ln w="6350">
            <a:solidFill>
              <a:srgbClr val="E2E2E2"/>
            </a:solidFill>
            <a:prstDash val="solid"/>
          </a:ln>
        </p:spPr>
      </p:sp>
      <p:sp>
        <p:nvSpPr>
          <p:cNvPr id="85" name="Text 77"/>
          <p:cNvSpPr txBox="1"/>
          <p:nvPr/>
        </p:nvSpPr>
        <p:spPr>
          <a:xfrm>
            <a:off x="871240" y="2812388"/>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86" name="Shape 78"/>
          <p:cNvSpPr/>
          <p:nvPr/>
        </p:nvSpPr>
        <p:spPr>
          <a:xfrm>
            <a:off x="1621048" y="2812388"/>
            <a:ext cx="777240" cy="119299"/>
          </a:xfrm>
          <a:prstGeom prst="rect">
            <a:avLst/>
          </a:prstGeom>
          <a:solidFill>
            <a:srgbClr val="FFFFFF"/>
          </a:solidFill>
          <a:ln w="6350">
            <a:solidFill>
              <a:srgbClr val="E2E2E2"/>
            </a:solidFill>
            <a:prstDash val="solid"/>
          </a:ln>
        </p:spPr>
      </p:sp>
      <p:sp>
        <p:nvSpPr>
          <p:cNvPr id="87" name="Text 79"/>
          <p:cNvSpPr txBox="1"/>
          <p:nvPr/>
        </p:nvSpPr>
        <p:spPr>
          <a:xfrm>
            <a:off x="1648480" y="2812388"/>
            <a:ext cx="7223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88" name="Shape 80"/>
          <p:cNvSpPr/>
          <p:nvPr/>
        </p:nvSpPr>
        <p:spPr>
          <a:xfrm>
            <a:off x="2398288" y="2812388"/>
            <a:ext cx="182880" cy="119299"/>
          </a:xfrm>
          <a:prstGeom prst="rect">
            <a:avLst/>
          </a:prstGeom>
          <a:solidFill>
            <a:srgbClr val="FFFFFF"/>
          </a:solidFill>
          <a:ln w="6350">
            <a:solidFill>
              <a:srgbClr val="E2E2E2"/>
            </a:solidFill>
            <a:prstDash val="solid"/>
          </a:ln>
        </p:spPr>
      </p:sp>
      <p:sp>
        <p:nvSpPr>
          <p:cNvPr id="89" name="Shape 81"/>
          <p:cNvSpPr/>
          <p:nvPr/>
        </p:nvSpPr>
        <p:spPr>
          <a:xfrm>
            <a:off x="2581168" y="2812388"/>
            <a:ext cx="548640" cy="119299"/>
          </a:xfrm>
          <a:prstGeom prst="rect">
            <a:avLst/>
          </a:prstGeom>
          <a:solidFill>
            <a:srgbClr val="FFFFFF"/>
          </a:solidFill>
          <a:ln w="6350">
            <a:solidFill>
              <a:srgbClr val="E2E2E2"/>
            </a:solidFill>
            <a:prstDash val="solid"/>
          </a:ln>
        </p:spPr>
      </p:sp>
      <p:sp>
        <p:nvSpPr>
          <p:cNvPr id="90" name="Text 82"/>
          <p:cNvSpPr txBox="1"/>
          <p:nvPr/>
        </p:nvSpPr>
        <p:spPr>
          <a:xfrm>
            <a:off x="2608600" y="2812388"/>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91" name="Shape 83"/>
          <p:cNvSpPr/>
          <p:nvPr/>
        </p:nvSpPr>
        <p:spPr>
          <a:xfrm>
            <a:off x="3129808" y="2812388"/>
            <a:ext cx="868680" cy="119299"/>
          </a:xfrm>
          <a:prstGeom prst="rect">
            <a:avLst/>
          </a:prstGeom>
          <a:solidFill>
            <a:srgbClr val="FFFFFF"/>
          </a:solidFill>
          <a:ln w="6350">
            <a:solidFill>
              <a:srgbClr val="E2E2E2"/>
            </a:solidFill>
            <a:prstDash val="solid"/>
          </a:ln>
        </p:spPr>
      </p:sp>
      <p:sp>
        <p:nvSpPr>
          <p:cNvPr id="92" name="Text 84"/>
          <p:cNvSpPr txBox="1"/>
          <p:nvPr/>
        </p:nvSpPr>
        <p:spPr>
          <a:xfrm>
            <a:off x="3157240" y="2812388"/>
            <a:ext cx="8138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3.5</a:t>
            </a:r>
            <a:endParaRPr lang="en-US" sz="600" dirty="0"/>
          </a:p>
        </p:txBody>
      </p:sp>
      <p:sp>
        <p:nvSpPr>
          <p:cNvPr id="93" name="Shape 85"/>
          <p:cNvSpPr/>
          <p:nvPr/>
        </p:nvSpPr>
        <p:spPr>
          <a:xfrm>
            <a:off x="587776" y="2931688"/>
            <a:ext cx="256032" cy="119299"/>
          </a:xfrm>
          <a:prstGeom prst="rect">
            <a:avLst/>
          </a:prstGeom>
          <a:solidFill>
            <a:srgbClr val="F8F9FA"/>
          </a:solidFill>
          <a:ln w="6350">
            <a:solidFill>
              <a:srgbClr val="DDDDDD"/>
            </a:solidFill>
            <a:prstDash val="solid"/>
          </a:ln>
        </p:spPr>
      </p:sp>
      <p:sp>
        <p:nvSpPr>
          <p:cNvPr id="94" name="Text 86"/>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5" name="Shape 87"/>
          <p:cNvSpPr/>
          <p:nvPr/>
        </p:nvSpPr>
        <p:spPr>
          <a:xfrm>
            <a:off x="843808" y="2931688"/>
            <a:ext cx="777240" cy="119299"/>
          </a:xfrm>
          <a:prstGeom prst="rect">
            <a:avLst/>
          </a:prstGeom>
          <a:solidFill>
            <a:srgbClr val="FFFFFF"/>
          </a:solidFill>
          <a:ln w="6350">
            <a:solidFill>
              <a:srgbClr val="E2E2E2"/>
            </a:solidFill>
            <a:prstDash val="solid"/>
          </a:ln>
        </p:spPr>
      </p:sp>
      <p:sp>
        <p:nvSpPr>
          <p:cNvPr id="96" name="Text 88"/>
          <p:cNvSpPr txBox="1"/>
          <p:nvPr/>
        </p:nvSpPr>
        <p:spPr>
          <a:xfrm>
            <a:off x="871240" y="2931688"/>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97" name="Shape 89"/>
          <p:cNvSpPr/>
          <p:nvPr/>
        </p:nvSpPr>
        <p:spPr>
          <a:xfrm>
            <a:off x="1621048" y="2931688"/>
            <a:ext cx="777240" cy="119299"/>
          </a:xfrm>
          <a:prstGeom prst="rect">
            <a:avLst/>
          </a:prstGeom>
          <a:solidFill>
            <a:srgbClr val="FFFFFF"/>
          </a:solidFill>
          <a:ln w="6350">
            <a:solidFill>
              <a:srgbClr val="E2E2E2"/>
            </a:solidFill>
            <a:prstDash val="solid"/>
          </a:ln>
        </p:spPr>
      </p:sp>
      <p:sp>
        <p:nvSpPr>
          <p:cNvPr id="98" name="Text 90"/>
          <p:cNvSpPr txBox="1"/>
          <p:nvPr/>
        </p:nvSpPr>
        <p:spPr>
          <a:xfrm>
            <a:off x="1648480" y="2931688"/>
            <a:ext cx="7223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99" name="Shape 91"/>
          <p:cNvSpPr/>
          <p:nvPr/>
        </p:nvSpPr>
        <p:spPr>
          <a:xfrm>
            <a:off x="2398288" y="2931688"/>
            <a:ext cx="182880" cy="119299"/>
          </a:xfrm>
          <a:prstGeom prst="rect">
            <a:avLst/>
          </a:prstGeom>
          <a:solidFill>
            <a:srgbClr val="FFFFFF"/>
          </a:solidFill>
          <a:ln w="6350">
            <a:solidFill>
              <a:srgbClr val="E2E2E2"/>
            </a:solidFill>
            <a:prstDash val="solid"/>
          </a:ln>
        </p:spPr>
      </p:sp>
      <p:sp>
        <p:nvSpPr>
          <p:cNvPr id="100" name="Shape 92"/>
          <p:cNvSpPr/>
          <p:nvPr/>
        </p:nvSpPr>
        <p:spPr>
          <a:xfrm>
            <a:off x="2581168" y="2931688"/>
            <a:ext cx="548640" cy="119299"/>
          </a:xfrm>
          <a:prstGeom prst="rect">
            <a:avLst/>
          </a:prstGeom>
          <a:solidFill>
            <a:srgbClr val="FFFFFF"/>
          </a:solidFill>
          <a:ln w="6350">
            <a:solidFill>
              <a:srgbClr val="E2E2E2"/>
            </a:solidFill>
            <a:prstDash val="solid"/>
          </a:ln>
        </p:spPr>
      </p:sp>
      <p:sp>
        <p:nvSpPr>
          <p:cNvPr id="101" name="Text 93"/>
          <p:cNvSpPr txBox="1"/>
          <p:nvPr/>
        </p:nvSpPr>
        <p:spPr>
          <a:xfrm>
            <a:off x="2608600" y="2931688"/>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02" name="Shape 94"/>
          <p:cNvSpPr/>
          <p:nvPr/>
        </p:nvSpPr>
        <p:spPr>
          <a:xfrm>
            <a:off x="3129808" y="2931688"/>
            <a:ext cx="868680" cy="119299"/>
          </a:xfrm>
          <a:prstGeom prst="rect">
            <a:avLst/>
          </a:prstGeom>
          <a:solidFill>
            <a:srgbClr val="FFFFFF"/>
          </a:solidFill>
          <a:ln w="6350">
            <a:solidFill>
              <a:srgbClr val="E2E2E2"/>
            </a:solidFill>
            <a:prstDash val="solid"/>
          </a:ln>
        </p:spPr>
      </p:sp>
      <p:sp>
        <p:nvSpPr>
          <p:cNvPr id="103" name="Text 95"/>
          <p:cNvSpPr txBox="1"/>
          <p:nvPr/>
        </p:nvSpPr>
        <p:spPr>
          <a:xfrm>
            <a:off x="3157240" y="2931688"/>
            <a:ext cx="8138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3.1</a:t>
            </a:r>
            <a:endParaRPr lang="en-US" sz="600" dirty="0"/>
          </a:p>
        </p:txBody>
      </p:sp>
      <p:sp>
        <p:nvSpPr>
          <p:cNvPr id="104" name="Shape 96"/>
          <p:cNvSpPr/>
          <p:nvPr/>
        </p:nvSpPr>
        <p:spPr>
          <a:xfrm>
            <a:off x="587776" y="3050987"/>
            <a:ext cx="256032" cy="119299"/>
          </a:xfrm>
          <a:prstGeom prst="rect">
            <a:avLst/>
          </a:prstGeom>
          <a:solidFill>
            <a:srgbClr val="F8F9FA"/>
          </a:solidFill>
          <a:ln w="6350">
            <a:solidFill>
              <a:srgbClr val="DDDDDD"/>
            </a:solidFill>
            <a:prstDash val="solid"/>
          </a:ln>
        </p:spPr>
      </p:sp>
      <p:sp>
        <p:nvSpPr>
          <p:cNvPr id="105" name="Text 97"/>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06" name="Shape 98"/>
          <p:cNvSpPr/>
          <p:nvPr/>
        </p:nvSpPr>
        <p:spPr>
          <a:xfrm>
            <a:off x="843808" y="3050987"/>
            <a:ext cx="777240" cy="119299"/>
          </a:xfrm>
          <a:prstGeom prst="rect">
            <a:avLst/>
          </a:prstGeom>
          <a:solidFill>
            <a:srgbClr val="FFFFFF"/>
          </a:solidFill>
          <a:ln w="6350">
            <a:solidFill>
              <a:srgbClr val="E2E2E2"/>
            </a:solidFill>
            <a:prstDash val="solid"/>
          </a:ln>
        </p:spPr>
      </p:sp>
      <p:sp>
        <p:nvSpPr>
          <p:cNvPr id="107" name="Text 99"/>
          <p:cNvSpPr txBox="1"/>
          <p:nvPr/>
        </p:nvSpPr>
        <p:spPr>
          <a:xfrm>
            <a:off x="871240" y="3050987"/>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08" name="Shape 100"/>
          <p:cNvSpPr/>
          <p:nvPr/>
        </p:nvSpPr>
        <p:spPr>
          <a:xfrm>
            <a:off x="1621048" y="3050987"/>
            <a:ext cx="777240" cy="119299"/>
          </a:xfrm>
          <a:prstGeom prst="rect">
            <a:avLst/>
          </a:prstGeom>
          <a:solidFill>
            <a:srgbClr val="FFFFFF"/>
          </a:solidFill>
          <a:ln w="6350">
            <a:solidFill>
              <a:srgbClr val="E2E2E2"/>
            </a:solidFill>
            <a:prstDash val="solid"/>
          </a:ln>
        </p:spPr>
      </p:sp>
      <p:sp>
        <p:nvSpPr>
          <p:cNvPr id="109" name="Text 101"/>
          <p:cNvSpPr txBox="1"/>
          <p:nvPr/>
        </p:nvSpPr>
        <p:spPr>
          <a:xfrm>
            <a:off x="1648480" y="3050987"/>
            <a:ext cx="7223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10" name="Shape 102"/>
          <p:cNvSpPr/>
          <p:nvPr/>
        </p:nvSpPr>
        <p:spPr>
          <a:xfrm>
            <a:off x="2398288" y="3050987"/>
            <a:ext cx="182880" cy="119299"/>
          </a:xfrm>
          <a:prstGeom prst="rect">
            <a:avLst/>
          </a:prstGeom>
          <a:solidFill>
            <a:srgbClr val="FFFFFF"/>
          </a:solidFill>
          <a:ln w="6350">
            <a:solidFill>
              <a:srgbClr val="E2E2E2"/>
            </a:solidFill>
            <a:prstDash val="solid"/>
          </a:ln>
        </p:spPr>
      </p:sp>
      <p:sp>
        <p:nvSpPr>
          <p:cNvPr id="111" name="Shape 103"/>
          <p:cNvSpPr/>
          <p:nvPr/>
        </p:nvSpPr>
        <p:spPr>
          <a:xfrm>
            <a:off x="2581168" y="3050987"/>
            <a:ext cx="548640" cy="119299"/>
          </a:xfrm>
          <a:prstGeom prst="rect">
            <a:avLst/>
          </a:prstGeom>
          <a:solidFill>
            <a:srgbClr val="FFFFFF"/>
          </a:solidFill>
          <a:ln w="6350">
            <a:solidFill>
              <a:srgbClr val="E2E2E2"/>
            </a:solidFill>
            <a:prstDash val="solid"/>
          </a:ln>
        </p:spPr>
      </p:sp>
      <p:sp>
        <p:nvSpPr>
          <p:cNvPr id="112" name="Shape 104"/>
          <p:cNvSpPr/>
          <p:nvPr/>
        </p:nvSpPr>
        <p:spPr>
          <a:xfrm>
            <a:off x="3129808" y="3050987"/>
            <a:ext cx="868680" cy="119299"/>
          </a:xfrm>
          <a:prstGeom prst="rect">
            <a:avLst/>
          </a:prstGeom>
          <a:solidFill>
            <a:srgbClr val="FFFFFF"/>
          </a:solidFill>
          <a:ln w="6350">
            <a:solidFill>
              <a:srgbClr val="E2E2E2"/>
            </a:solidFill>
            <a:prstDash val="solid"/>
          </a:ln>
        </p:spPr>
      </p:sp>
      <p:sp>
        <p:nvSpPr>
          <p:cNvPr id="113" name="Shape 105"/>
          <p:cNvSpPr/>
          <p:nvPr/>
        </p:nvSpPr>
        <p:spPr>
          <a:xfrm>
            <a:off x="587776" y="3170287"/>
            <a:ext cx="256032" cy="119299"/>
          </a:xfrm>
          <a:prstGeom prst="rect">
            <a:avLst/>
          </a:prstGeom>
          <a:solidFill>
            <a:srgbClr val="F8F9FA"/>
          </a:solidFill>
          <a:ln w="6350">
            <a:solidFill>
              <a:srgbClr val="DDDDDD"/>
            </a:solidFill>
            <a:prstDash val="solid"/>
          </a:ln>
        </p:spPr>
      </p:sp>
      <p:sp>
        <p:nvSpPr>
          <p:cNvPr id="114" name="Text 106"/>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15" name="Shape 107"/>
          <p:cNvSpPr/>
          <p:nvPr/>
        </p:nvSpPr>
        <p:spPr>
          <a:xfrm>
            <a:off x="843808" y="3170287"/>
            <a:ext cx="777240" cy="119299"/>
          </a:xfrm>
          <a:prstGeom prst="rect">
            <a:avLst/>
          </a:prstGeom>
          <a:solidFill>
            <a:srgbClr val="FFFFFF"/>
          </a:solidFill>
          <a:ln w="6350">
            <a:solidFill>
              <a:srgbClr val="E2E2E2"/>
            </a:solidFill>
            <a:prstDash val="solid"/>
          </a:ln>
        </p:spPr>
      </p:sp>
      <p:sp>
        <p:nvSpPr>
          <p:cNvPr id="116" name="Text 108"/>
          <p:cNvSpPr txBox="1"/>
          <p:nvPr/>
        </p:nvSpPr>
        <p:spPr>
          <a:xfrm>
            <a:off x="871240" y="3170287"/>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Tahsin</a:t>
            </a:r>
            <a:endParaRPr lang="en-US" sz="600" dirty="0"/>
          </a:p>
        </p:txBody>
      </p:sp>
      <p:sp>
        <p:nvSpPr>
          <p:cNvPr id="117" name="Shape 109"/>
          <p:cNvSpPr/>
          <p:nvPr/>
        </p:nvSpPr>
        <p:spPr>
          <a:xfrm>
            <a:off x="1621048" y="3170287"/>
            <a:ext cx="777240" cy="119299"/>
          </a:xfrm>
          <a:prstGeom prst="rect">
            <a:avLst/>
          </a:prstGeom>
          <a:solidFill>
            <a:srgbClr val="FFFFFF"/>
          </a:solidFill>
          <a:ln w="6350">
            <a:solidFill>
              <a:srgbClr val="E2E2E2"/>
            </a:solidFill>
            <a:prstDash val="solid"/>
          </a:ln>
        </p:spPr>
      </p:sp>
      <p:sp>
        <p:nvSpPr>
          <p:cNvPr id="118" name="Text 110"/>
          <p:cNvSpPr txBox="1"/>
          <p:nvPr/>
        </p:nvSpPr>
        <p:spPr>
          <a:xfrm>
            <a:off x="1648480" y="3170287"/>
            <a:ext cx="7223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19" name="Shape 111"/>
          <p:cNvSpPr/>
          <p:nvPr/>
        </p:nvSpPr>
        <p:spPr>
          <a:xfrm>
            <a:off x="2398288" y="3170287"/>
            <a:ext cx="182880" cy="119299"/>
          </a:xfrm>
          <a:prstGeom prst="rect">
            <a:avLst/>
          </a:prstGeom>
          <a:solidFill>
            <a:srgbClr val="FFFFFF"/>
          </a:solidFill>
          <a:ln w="6350">
            <a:solidFill>
              <a:srgbClr val="E2E2E2"/>
            </a:solidFill>
            <a:prstDash val="solid"/>
          </a:ln>
        </p:spPr>
      </p:sp>
      <p:sp>
        <p:nvSpPr>
          <p:cNvPr id="120" name="Shape 112"/>
          <p:cNvSpPr/>
          <p:nvPr/>
        </p:nvSpPr>
        <p:spPr>
          <a:xfrm>
            <a:off x="2581168" y="3170287"/>
            <a:ext cx="548640" cy="119299"/>
          </a:xfrm>
          <a:prstGeom prst="rect">
            <a:avLst/>
          </a:prstGeom>
          <a:solidFill>
            <a:srgbClr val="FFFFFF"/>
          </a:solidFill>
          <a:ln w="6350">
            <a:solidFill>
              <a:srgbClr val="E2E2E2"/>
            </a:solidFill>
            <a:prstDash val="solid"/>
          </a:ln>
        </p:spPr>
      </p:sp>
      <p:sp>
        <p:nvSpPr>
          <p:cNvPr id="121" name="Shape 113"/>
          <p:cNvSpPr/>
          <p:nvPr/>
        </p:nvSpPr>
        <p:spPr>
          <a:xfrm>
            <a:off x="3129808" y="3170287"/>
            <a:ext cx="868680" cy="119299"/>
          </a:xfrm>
          <a:prstGeom prst="rect">
            <a:avLst/>
          </a:prstGeom>
          <a:solidFill>
            <a:srgbClr val="FFFFFF"/>
          </a:solidFill>
          <a:ln w="6350">
            <a:solidFill>
              <a:srgbClr val="E2E2E2"/>
            </a:solidFill>
            <a:prstDash val="solid"/>
          </a:ln>
        </p:spPr>
      </p:sp>
      <p:sp>
        <p:nvSpPr>
          <p:cNvPr id="122" name="Shape 114"/>
          <p:cNvSpPr/>
          <p:nvPr/>
        </p:nvSpPr>
        <p:spPr>
          <a:xfrm>
            <a:off x="587776" y="3289586"/>
            <a:ext cx="256032" cy="119299"/>
          </a:xfrm>
          <a:prstGeom prst="rect">
            <a:avLst/>
          </a:prstGeom>
          <a:solidFill>
            <a:srgbClr val="F8F9FA"/>
          </a:solidFill>
          <a:ln w="6350">
            <a:solidFill>
              <a:srgbClr val="DDDDDD"/>
            </a:solidFill>
            <a:prstDash val="solid"/>
          </a:ln>
        </p:spPr>
      </p:sp>
      <p:sp>
        <p:nvSpPr>
          <p:cNvPr id="123" name="Text 115"/>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24" name="Shape 116"/>
          <p:cNvSpPr/>
          <p:nvPr/>
        </p:nvSpPr>
        <p:spPr>
          <a:xfrm>
            <a:off x="843808" y="3289586"/>
            <a:ext cx="777240" cy="119299"/>
          </a:xfrm>
          <a:prstGeom prst="rect">
            <a:avLst/>
          </a:prstGeom>
          <a:solidFill>
            <a:srgbClr val="FFFFFF"/>
          </a:solidFill>
          <a:ln w="6350">
            <a:solidFill>
              <a:srgbClr val="E2E2E2"/>
            </a:solidFill>
            <a:prstDash val="solid"/>
          </a:ln>
        </p:spPr>
      </p:sp>
      <p:sp>
        <p:nvSpPr>
          <p:cNvPr id="125" name="Shape 117"/>
          <p:cNvSpPr/>
          <p:nvPr/>
        </p:nvSpPr>
        <p:spPr>
          <a:xfrm>
            <a:off x="1621048" y="3289586"/>
            <a:ext cx="777240" cy="119299"/>
          </a:xfrm>
          <a:prstGeom prst="rect">
            <a:avLst/>
          </a:prstGeom>
          <a:solidFill>
            <a:srgbClr val="FFFFFF"/>
          </a:solidFill>
          <a:ln w="6350">
            <a:solidFill>
              <a:srgbClr val="E2E2E2"/>
            </a:solidFill>
            <a:prstDash val="solid"/>
          </a:ln>
        </p:spPr>
      </p:sp>
      <p:sp>
        <p:nvSpPr>
          <p:cNvPr id="126" name="Shape 118"/>
          <p:cNvSpPr/>
          <p:nvPr/>
        </p:nvSpPr>
        <p:spPr>
          <a:xfrm>
            <a:off x="2398288" y="3289586"/>
            <a:ext cx="182880" cy="119299"/>
          </a:xfrm>
          <a:prstGeom prst="rect">
            <a:avLst/>
          </a:prstGeom>
          <a:solidFill>
            <a:srgbClr val="FFFFFF"/>
          </a:solidFill>
          <a:ln w="6350">
            <a:solidFill>
              <a:srgbClr val="E2E2E2"/>
            </a:solidFill>
            <a:prstDash val="solid"/>
          </a:ln>
        </p:spPr>
      </p:sp>
      <p:sp>
        <p:nvSpPr>
          <p:cNvPr id="127" name="Shape 119"/>
          <p:cNvSpPr/>
          <p:nvPr/>
        </p:nvSpPr>
        <p:spPr>
          <a:xfrm>
            <a:off x="2581168" y="3289586"/>
            <a:ext cx="548640" cy="119299"/>
          </a:xfrm>
          <a:prstGeom prst="rect">
            <a:avLst/>
          </a:prstGeom>
          <a:solidFill>
            <a:srgbClr val="FFFFFF"/>
          </a:solidFill>
          <a:ln w="6350">
            <a:solidFill>
              <a:srgbClr val="E2E2E2"/>
            </a:solidFill>
            <a:prstDash val="solid"/>
          </a:ln>
        </p:spPr>
      </p:sp>
      <p:sp>
        <p:nvSpPr>
          <p:cNvPr id="128" name="Shape 120"/>
          <p:cNvSpPr/>
          <p:nvPr/>
        </p:nvSpPr>
        <p:spPr>
          <a:xfrm>
            <a:off x="3129808" y="3289586"/>
            <a:ext cx="868680" cy="119299"/>
          </a:xfrm>
          <a:prstGeom prst="rect">
            <a:avLst/>
          </a:prstGeom>
          <a:solidFill>
            <a:srgbClr val="FFFFFF"/>
          </a:solidFill>
          <a:ln w="6350">
            <a:solidFill>
              <a:srgbClr val="E2E2E2"/>
            </a:solidFill>
            <a:prstDash val="solid"/>
          </a:ln>
        </p:spPr>
      </p:sp>
      <p:sp>
        <p:nvSpPr>
          <p:cNvPr id="129" name="Shape 121"/>
          <p:cNvSpPr/>
          <p:nvPr/>
        </p:nvSpPr>
        <p:spPr>
          <a:xfrm>
            <a:off x="587776" y="3408885"/>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31" name="Shape 123"/>
          <p:cNvSpPr/>
          <p:nvPr/>
        </p:nvSpPr>
        <p:spPr>
          <a:xfrm>
            <a:off x="843808" y="3408885"/>
            <a:ext cx="777240" cy="119299"/>
          </a:xfrm>
          <a:prstGeom prst="rect">
            <a:avLst/>
          </a:prstGeom>
          <a:solidFill>
            <a:srgbClr val="FFFFFF"/>
          </a:solidFill>
          <a:ln w="6350">
            <a:solidFill>
              <a:srgbClr val="E2E2E2"/>
            </a:solidFill>
            <a:prstDash val="solid"/>
          </a:ln>
        </p:spPr>
      </p:sp>
      <p:sp>
        <p:nvSpPr>
          <p:cNvPr id="132" name="Shape 124"/>
          <p:cNvSpPr/>
          <p:nvPr/>
        </p:nvSpPr>
        <p:spPr>
          <a:xfrm>
            <a:off x="1621048" y="3408885"/>
            <a:ext cx="777240" cy="119299"/>
          </a:xfrm>
          <a:prstGeom prst="rect">
            <a:avLst/>
          </a:prstGeom>
          <a:solidFill>
            <a:srgbClr val="FFFFFF"/>
          </a:solidFill>
          <a:ln w="6350">
            <a:solidFill>
              <a:srgbClr val="E2E2E2"/>
            </a:solidFill>
            <a:prstDash val="solid"/>
          </a:ln>
        </p:spPr>
      </p:sp>
      <p:sp>
        <p:nvSpPr>
          <p:cNvPr id="133" name="Shape 125"/>
          <p:cNvSpPr/>
          <p:nvPr/>
        </p:nvSpPr>
        <p:spPr>
          <a:xfrm>
            <a:off x="2398288" y="3408885"/>
            <a:ext cx="182880" cy="119299"/>
          </a:xfrm>
          <a:prstGeom prst="rect">
            <a:avLst/>
          </a:prstGeom>
          <a:solidFill>
            <a:srgbClr val="FFFFFF"/>
          </a:solidFill>
          <a:ln w="6350">
            <a:solidFill>
              <a:srgbClr val="E2E2E2"/>
            </a:solidFill>
            <a:prstDash val="solid"/>
          </a:ln>
        </p:spPr>
      </p:sp>
      <p:sp>
        <p:nvSpPr>
          <p:cNvPr id="134" name="Shape 126"/>
          <p:cNvSpPr/>
          <p:nvPr/>
        </p:nvSpPr>
        <p:spPr>
          <a:xfrm>
            <a:off x="2581168" y="3408885"/>
            <a:ext cx="548640" cy="119299"/>
          </a:xfrm>
          <a:prstGeom prst="rect">
            <a:avLst/>
          </a:prstGeom>
          <a:solidFill>
            <a:srgbClr val="FFFFFF"/>
          </a:solidFill>
          <a:ln w="6350">
            <a:solidFill>
              <a:srgbClr val="E2E2E2"/>
            </a:solidFill>
            <a:prstDash val="solid"/>
          </a:ln>
        </p:spPr>
      </p:sp>
      <p:sp>
        <p:nvSpPr>
          <p:cNvPr id="135" name="Shape 127"/>
          <p:cNvSpPr/>
          <p:nvPr/>
        </p:nvSpPr>
        <p:spPr>
          <a:xfrm>
            <a:off x="3129808" y="3408885"/>
            <a:ext cx="868680" cy="119299"/>
          </a:xfrm>
          <a:prstGeom prst="rect">
            <a:avLst/>
          </a:prstGeom>
          <a:solidFill>
            <a:srgbClr val="FFFFFF"/>
          </a:solidFill>
          <a:ln w="6350">
            <a:solidFill>
              <a:srgbClr val="E2E2E2"/>
            </a:solidFill>
            <a:prstDash val="solid"/>
          </a:ln>
        </p:spPr>
      </p:sp>
      <p:sp>
        <p:nvSpPr>
          <p:cNvPr id="136" name="Shape 128"/>
          <p:cNvSpPr/>
          <p:nvPr/>
        </p:nvSpPr>
        <p:spPr>
          <a:xfrm>
            <a:off x="587776" y="3528185"/>
            <a:ext cx="256032" cy="119299"/>
          </a:xfrm>
          <a:prstGeom prst="rect">
            <a:avLst/>
          </a:prstGeom>
          <a:solidFill>
            <a:srgbClr val="F8F9FA"/>
          </a:solidFill>
          <a:ln w="6350">
            <a:solidFill>
              <a:srgbClr val="DDDDDD"/>
            </a:solidFill>
            <a:prstDash val="solid"/>
          </a:ln>
        </p:spPr>
      </p:sp>
      <p:sp>
        <p:nvSpPr>
          <p:cNvPr id="137" name="Text 129"/>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38" name="Shape 130"/>
          <p:cNvSpPr/>
          <p:nvPr/>
        </p:nvSpPr>
        <p:spPr>
          <a:xfrm>
            <a:off x="843808" y="3528185"/>
            <a:ext cx="777240" cy="119299"/>
          </a:xfrm>
          <a:prstGeom prst="rect">
            <a:avLst/>
          </a:prstGeom>
          <a:solidFill>
            <a:srgbClr val="FFFFFF"/>
          </a:solidFill>
          <a:ln w="6350">
            <a:solidFill>
              <a:srgbClr val="E2E2E2"/>
            </a:solidFill>
            <a:prstDash val="solid"/>
          </a:ln>
        </p:spPr>
      </p:sp>
      <p:sp>
        <p:nvSpPr>
          <p:cNvPr id="139" name="Shape 131"/>
          <p:cNvSpPr/>
          <p:nvPr/>
        </p:nvSpPr>
        <p:spPr>
          <a:xfrm>
            <a:off x="1621048" y="3528185"/>
            <a:ext cx="777240" cy="119299"/>
          </a:xfrm>
          <a:prstGeom prst="rect">
            <a:avLst/>
          </a:prstGeom>
          <a:solidFill>
            <a:srgbClr val="FFFFFF"/>
          </a:solidFill>
          <a:ln w="6350">
            <a:solidFill>
              <a:srgbClr val="E2E2E2"/>
            </a:solidFill>
            <a:prstDash val="solid"/>
          </a:ln>
        </p:spPr>
      </p:sp>
      <p:sp>
        <p:nvSpPr>
          <p:cNvPr id="140" name="Shape 132"/>
          <p:cNvSpPr/>
          <p:nvPr/>
        </p:nvSpPr>
        <p:spPr>
          <a:xfrm>
            <a:off x="2398288" y="3528185"/>
            <a:ext cx="182880" cy="119299"/>
          </a:xfrm>
          <a:prstGeom prst="rect">
            <a:avLst/>
          </a:prstGeom>
          <a:solidFill>
            <a:srgbClr val="FFFFFF"/>
          </a:solidFill>
          <a:ln w="6350">
            <a:solidFill>
              <a:srgbClr val="E2E2E2"/>
            </a:solidFill>
            <a:prstDash val="solid"/>
          </a:ln>
        </p:spPr>
      </p:sp>
      <p:sp>
        <p:nvSpPr>
          <p:cNvPr id="141" name="Shape 133"/>
          <p:cNvSpPr/>
          <p:nvPr/>
        </p:nvSpPr>
        <p:spPr>
          <a:xfrm>
            <a:off x="2581168" y="3528185"/>
            <a:ext cx="548640" cy="119299"/>
          </a:xfrm>
          <a:prstGeom prst="rect">
            <a:avLst/>
          </a:prstGeom>
          <a:solidFill>
            <a:srgbClr val="FFFFFF"/>
          </a:solidFill>
          <a:ln w="6350">
            <a:solidFill>
              <a:srgbClr val="E2E2E2"/>
            </a:solidFill>
            <a:prstDash val="solid"/>
          </a:ln>
        </p:spPr>
      </p:sp>
      <p:sp>
        <p:nvSpPr>
          <p:cNvPr id="142" name="Shape 134"/>
          <p:cNvSpPr/>
          <p:nvPr/>
        </p:nvSpPr>
        <p:spPr>
          <a:xfrm>
            <a:off x="3129808" y="3528185"/>
            <a:ext cx="868680" cy="119299"/>
          </a:xfrm>
          <a:prstGeom prst="rect">
            <a:avLst/>
          </a:prstGeom>
          <a:solidFill>
            <a:srgbClr val="FFFFFF"/>
          </a:solidFill>
          <a:ln w="6350">
            <a:solidFill>
              <a:srgbClr val="E2E2E2"/>
            </a:solidFill>
            <a:prstDash val="solid"/>
          </a:ln>
        </p:spPr>
      </p:sp>
      <p:sp>
        <p:nvSpPr>
          <p:cNvPr id="143" name="Shape 135"/>
          <p:cNvSpPr/>
          <p:nvPr/>
        </p:nvSpPr>
        <p:spPr>
          <a:xfrm>
            <a:off x="587776" y="3647484"/>
            <a:ext cx="256032" cy="119299"/>
          </a:xfrm>
          <a:prstGeom prst="rect">
            <a:avLst/>
          </a:prstGeom>
          <a:solidFill>
            <a:srgbClr val="F8F9FA"/>
          </a:solidFill>
          <a:ln w="6350">
            <a:solidFill>
              <a:srgbClr val="DDDDDD"/>
            </a:solidFill>
            <a:prstDash val="solid"/>
          </a:ln>
        </p:spPr>
      </p:sp>
      <p:sp>
        <p:nvSpPr>
          <p:cNvPr id="144" name="Text 136"/>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45" name="Shape 137"/>
          <p:cNvSpPr/>
          <p:nvPr/>
        </p:nvSpPr>
        <p:spPr>
          <a:xfrm>
            <a:off x="843808" y="3647484"/>
            <a:ext cx="777240" cy="119299"/>
          </a:xfrm>
          <a:prstGeom prst="rect">
            <a:avLst/>
          </a:prstGeom>
          <a:solidFill>
            <a:srgbClr val="FFFFFF"/>
          </a:solidFill>
          <a:ln w="6350">
            <a:solidFill>
              <a:srgbClr val="E2E2E2"/>
            </a:solidFill>
            <a:prstDash val="solid"/>
          </a:ln>
        </p:spPr>
      </p:sp>
      <p:sp>
        <p:nvSpPr>
          <p:cNvPr id="146" name="Shape 138"/>
          <p:cNvSpPr/>
          <p:nvPr/>
        </p:nvSpPr>
        <p:spPr>
          <a:xfrm>
            <a:off x="1621048" y="3647484"/>
            <a:ext cx="777240" cy="119299"/>
          </a:xfrm>
          <a:prstGeom prst="rect">
            <a:avLst/>
          </a:prstGeom>
          <a:solidFill>
            <a:srgbClr val="FFFFFF"/>
          </a:solidFill>
          <a:ln w="6350">
            <a:solidFill>
              <a:srgbClr val="E2E2E2"/>
            </a:solidFill>
            <a:prstDash val="solid"/>
          </a:ln>
        </p:spPr>
      </p:sp>
      <p:sp>
        <p:nvSpPr>
          <p:cNvPr id="147" name="Shape 139"/>
          <p:cNvSpPr/>
          <p:nvPr/>
        </p:nvSpPr>
        <p:spPr>
          <a:xfrm>
            <a:off x="2398288" y="3647484"/>
            <a:ext cx="182880" cy="119299"/>
          </a:xfrm>
          <a:prstGeom prst="rect">
            <a:avLst/>
          </a:prstGeom>
          <a:solidFill>
            <a:srgbClr val="FFFFFF"/>
          </a:solidFill>
          <a:ln w="6350">
            <a:solidFill>
              <a:srgbClr val="E2E2E2"/>
            </a:solidFill>
            <a:prstDash val="solid"/>
          </a:ln>
        </p:spPr>
      </p:sp>
      <p:sp>
        <p:nvSpPr>
          <p:cNvPr id="148" name="Shape 140"/>
          <p:cNvSpPr/>
          <p:nvPr/>
        </p:nvSpPr>
        <p:spPr>
          <a:xfrm>
            <a:off x="2581168" y="3647484"/>
            <a:ext cx="548640" cy="119299"/>
          </a:xfrm>
          <a:prstGeom prst="rect">
            <a:avLst/>
          </a:prstGeom>
          <a:solidFill>
            <a:srgbClr val="FFFFFF"/>
          </a:solidFill>
          <a:ln w="6350">
            <a:solidFill>
              <a:srgbClr val="E2E2E2"/>
            </a:solidFill>
            <a:prstDash val="solid"/>
          </a:ln>
        </p:spPr>
      </p:sp>
      <p:sp>
        <p:nvSpPr>
          <p:cNvPr id="149" name="Shape 141"/>
          <p:cNvSpPr/>
          <p:nvPr/>
        </p:nvSpPr>
        <p:spPr>
          <a:xfrm>
            <a:off x="3129808" y="3647484"/>
            <a:ext cx="868680" cy="119299"/>
          </a:xfrm>
          <a:prstGeom prst="rect">
            <a:avLst/>
          </a:prstGeom>
          <a:solidFill>
            <a:srgbClr val="FFFFFF"/>
          </a:solidFill>
          <a:ln w="6350">
            <a:solidFill>
              <a:srgbClr val="E2E2E2"/>
            </a:solidFill>
            <a:prstDash val="solid"/>
          </a:ln>
        </p:spPr>
      </p:sp>
      <p:sp>
        <p:nvSpPr>
          <p:cNvPr id="150" name="Shape 142"/>
          <p:cNvSpPr/>
          <p:nvPr/>
        </p:nvSpPr>
        <p:spPr>
          <a:xfrm>
            <a:off x="3129808" y="2812388"/>
            <a:ext cx="868680" cy="238599"/>
          </a:xfrm>
          <a:prstGeom prst="rect">
            <a:avLst/>
          </a:prstGeom>
          <a:solidFill>
            <a:srgbClr val="1A73E8">
              <a:alpha val="12000"/>
            </a:srgbClr>
          </a:solidFill>
          <a:ln w="19050">
            <a:solidFill>
              <a:srgbClr val="1A73E8"/>
            </a:solidFill>
            <a:prstDash val="solid"/>
          </a:ln>
        </p:spPr>
      </p:sp>
      <p:sp>
        <p:nvSpPr>
          <p:cNvPr id="151" name="Shape 143"/>
          <p:cNvSpPr/>
          <p:nvPr/>
        </p:nvSpPr>
        <p:spPr>
          <a:xfrm>
            <a:off x="587776" y="3794216"/>
            <a:ext cx="4950927" cy="201168"/>
          </a:xfrm>
          <a:prstGeom prst="rect">
            <a:avLst/>
          </a:prstGeom>
          <a:solidFill>
            <a:srgbClr val="F8F9FA"/>
          </a:solidFill>
          <a:ln w="12700">
            <a:solidFill>
              <a:srgbClr val="F8F9FA"/>
            </a:solidFill>
            <a:prstDash val="solid"/>
          </a:ln>
        </p:spPr>
      </p:sp>
      <p:sp>
        <p:nvSpPr>
          <p:cNvPr id="152" name="Text 144"/>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53" name="Text 145"/>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Data</a:t>
            </a:r>
            <a:endParaRPr lang="en-US" sz="700" dirty="0"/>
          </a:p>
        </p:txBody>
      </p:sp>
      <p:sp>
        <p:nvSpPr>
          <p:cNvPr id="154" name="Shape 146"/>
          <p:cNvSpPr/>
          <p:nvPr/>
        </p:nvSpPr>
        <p:spPr>
          <a:xfrm>
            <a:off x="1913656" y="3794216"/>
            <a:ext cx="731520" cy="201168"/>
          </a:xfrm>
          <a:prstGeom prst="rect">
            <a:avLst/>
          </a:prstGeom>
          <a:solidFill>
            <a:srgbClr val="E1EFFE"/>
          </a:solidFill>
          <a:ln w="12700">
            <a:solidFill>
              <a:srgbClr val="E1EFFE"/>
            </a:solidFill>
            <a:prstDash val="solid"/>
          </a:ln>
        </p:spPr>
      </p:sp>
      <p:sp>
        <p:nvSpPr>
          <p:cNvPr id="155" name="Text 147"/>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Ringkasan</a:t>
            </a:r>
            <a:endParaRPr lang="en-US" sz="700" dirty="0"/>
          </a:p>
        </p:txBody>
      </p:sp>
      <p:sp>
        <p:nvSpPr>
          <p:cNvPr id="156" name="Text 148"/>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Dashboard</a:t>
            </a:r>
            <a:endParaRPr lang="en-US" sz="700" dirty="0"/>
          </a:p>
        </p:txBody>
      </p:sp>
      <p:sp>
        <p:nvSpPr>
          <p:cNvPr id="157" name="Shape 149"/>
          <p:cNvSpPr/>
          <p:nvPr/>
        </p:nvSpPr>
        <p:spPr>
          <a:xfrm>
            <a:off x="1282720" y="2336045"/>
            <a:ext cx="4164543" cy="237744"/>
          </a:xfrm>
          <a:prstGeom prst="roundRect">
            <a:avLst>
              <a:gd name="adj" fmla="val 19231"/>
            </a:avLst>
          </a:prstGeom>
          <a:solidFill>
            <a:srgbClr val="FFFFFF">
              <a:alpha val="0"/>
            </a:srgbClr>
          </a:solidFill>
          <a:ln w="31750">
            <a:solidFill>
              <a:srgbClr val="E53935"/>
            </a:solidFill>
            <a:prstDash val="solid"/>
          </a:ln>
        </p:spPr>
      </p:sp>
      <p:sp>
        <p:nvSpPr>
          <p:cNvPr id="158" name="Shape 150"/>
          <p:cNvSpPr/>
          <p:nvPr/>
        </p:nvSpPr>
        <p:spPr>
          <a:xfrm>
            <a:off x="5310104" y="2198885"/>
            <a:ext cx="274320" cy="274320"/>
          </a:xfrm>
          <a:prstGeom prst="ellipse">
            <a:avLst/>
          </a:prstGeom>
          <a:solidFill>
            <a:srgbClr val="E53935"/>
          </a:solidFill>
          <a:ln w="12700">
            <a:solidFill>
              <a:srgbClr val="FFFFFF"/>
            </a:solidFill>
            <a:prstDash val="solid"/>
          </a:ln>
        </p:spPr>
      </p:sp>
      <p:sp>
        <p:nvSpPr>
          <p:cNvPr id="159" name="Text 151"/>
          <p:cNvSpPr txBox="1"/>
          <p:nvPr/>
        </p:nvSpPr>
        <p:spPr>
          <a:xfrm>
            <a:off x="5310104" y="21988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60" name="Image 6" descr="preencoded.png">    </p:cNvPr>
          <p:cNvPicPr>
            <a:picLocks noChangeAspect="1"/>
          </p:cNvPicPr>
          <p:nvPr/>
        </p:nvPicPr>
        <p:blipFill>
          <a:blip r:embed="rId7"/>
          <a:stretch>
            <a:fillRect/>
          </a:stretch>
        </p:blipFill>
        <p:spPr>
          <a:xfrm>
            <a:off x="3571390" y="2464976"/>
            <a:ext cx="237744" cy="237744"/>
          </a:xfrm>
          <a:prstGeom prst="rect">
            <a:avLst/>
          </a:prstGeom>
        </p:spPr>
      </p:pic>
      <p:sp>
        <p:nvSpPr>
          <p:cNvPr id="161" name="Shape 152"/>
          <p:cNvSpPr/>
          <p:nvPr/>
        </p:nvSpPr>
        <p:spPr>
          <a:xfrm>
            <a:off x="2562880" y="2674801"/>
            <a:ext cx="1453896" cy="394474"/>
          </a:xfrm>
          <a:prstGeom prst="roundRect">
            <a:avLst>
              <a:gd name="adj" fmla="val 11590"/>
            </a:avLst>
          </a:prstGeom>
          <a:solidFill>
            <a:srgbClr val="FFFFFF">
              <a:alpha val="0"/>
            </a:srgbClr>
          </a:solidFill>
          <a:ln w="31750">
            <a:solidFill>
              <a:srgbClr val="E53935"/>
            </a:solidFill>
            <a:prstDash val="solid"/>
          </a:ln>
        </p:spPr>
      </p:sp>
      <p:sp>
        <p:nvSpPr>
          <p:cNvPr id="162" name="Shape 153"/>
          <p:cNvSpPr/>
          <p:nvPr/>
        </p:nvSpPr>
        <p:spPr>
          <a:xfrm>
            <a:off x="3879616" y="2537641"/>
            <a:ext cx="274320" cy="274320"/>
          </a:xfrm>
          <a:prstGeom prst="ellipse">
            <a:avLst/>
          </a:prstGeom>
          <a:solidFill>
            <a:srgbClr val="E53935"/>
          </a:solidFill>
          <a:ln w="12700">
            <a:solidFill>
              <a:srgbClr val="FFFFFF"/>
            </a:solidFill>
            <a:prstDash val="solid"/>
          </a:ln>
        </p:spPr>
      </p:sp>
      <p:sp>
        <p:nvSpPr>
          <p:cNvPr id="163" name="Text 154"/>
          <p:cNvSpPr txBox="1"/>
          <p:nvPr/>
        </p:nvSpPr>
        <p:spPr>
          <a:xfrm>
            <a:off x="3879616" y="253764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64" name="Image 7" descr="preencoded.png">    </p:cNvPr>
          <p:cNvPicPr>
            <a:picLocks noChangeAspect="1"/>
          </p:cNvPicPr>
          <p:nvPr/>
        </p:nvPicPr>
        <p:blipFill>
          <a:blip r:embed="rId8"/>
          <a:stretch>
            <a:fillRect/>
          </a:stretch>
        </p:blipFill>
        <p:spPr>
          <a:xfrm>
            <a:off x="3360694" y="2889933"/>
            <a:ext cx="237744" cy="237744"/>
          </a:xfrm>
          <a:prstGeom prst="rect">
            <a:avLst/>
          </a:prstGeom>
        </p:spPr>
      </p:pic>
      <p:sp>
        <p:nvSpPr>
          <p:cNvPr id="165" name="Text 15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166" name="Text 15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Buat tabel per kelas dengan AVERAGEIF</a:t>
            </a:r>
            <a:endParaRPr lang="en-US" sz="1800" dirty="0"/>
          </a:p>
        </p:txBody>
      </p:sp>
      <p:sp>
        <p:nvSpPr>
          <p:cNvPr id="167" name="Text 15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lembar Ringkasan, D1: Kelas, E1: Rata-rata Juz. D2: 8A, D3: 8B. E2: =AVERAGEIF(Data!C2:C30,D2,Data!F2:F30). Salin ke E3.</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Grafik Batang</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77724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7772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621048" y="2573789"/>
            <a:ext cx="777240" cy="119299"/>
          </a:xfrm>
          <a:prstGeom prst="rect">
            <a:avLst/>
          </a:prstGeom>
          <a:solidFill>
            <a:srgbClr val="F8F9FA"/>
          </a:solidFill>
          <a:ln w="6350">
            <a:solidFill>
              <a:srgbClr val="DDDDDD"/>
            </a:solidFill>
            <a:prstDash val="solid"/>
          </a:ln>
        </p:spPr>
      </p:sp>
      <p:sp>
        <p:nvSpPr>
          <p:cNvPr id="64" name="Text 56"/>
          <p:cNvSpPr txBox="1"/>
          <p:nvPr/>
        </p:nvSpPr>
        <p:spPr>
          <a:xfrm>
            <a:off x="1621048" y="2573789"/>
            <a:ext cx="7772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398288" y="2573789"/>
            <a:ext cx="182880" cy="119299"/>
          </a:xfrm>
          <a:prstGeom prst="rect">
            <a:avLst/>
          </a:prstGeom>
          <a:solidFill>
            <a:srgbClr val="F8F9FA"/>
          </a:solidFill>
          <a:ln w="6350">
            <a:solidFill>
              <a:srgbClr val="DDDDDD"/>
            </a:solidFill>
            <a:prstDash val="solid"/>
          </a:ln>
        </p:spPr>
      </p:sp>
      <p:sp>
        <p:nvSpPr>
          <p:cNvPr id="66" name="Text 58"/>
          <p:cNvSpPr txBox="1"/>
          <p:nvPr/>
        </p:nvSpPr>
        <p:spPr>
          <a:xfrm>
            <a:off x="2398288" y="2573789"/>
            <a:ext cx="1828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581168" y="2573789"/>
            <a:ext cx="548640" cy="119299"/>
          </a:xfrm>
          <a:prstGeom prst="rect">
            <a:avLst/>
          </a:prstGeom>
          <a:solidFill>
            <a:srgbClr val="F8F9FA"/>
          </a:solidFill>
          <a:ln w="6350">
            <a:solidFill>
              <a:srgbClr val="DDDDDD"/>
            </a:solidFill>
            <a:prstDash val="solid"/>
          </a:ln>
        </p:spPr>
      </p:sp>
      <p:sp>
        <p:nvSpPr>
          <p:cNvPr id="68" name="Text 60"/>
          <p:cNvSpPr txBox="1"/>
          <p:nvPr/>
        </p:nvSpPr>
        <p:spPr>
          <a:xfrm>
            <a:off x="258116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129808" y="2573789"/>
            <a:ext cx="868680" cy="119299"/>
          </a:xfrm>
          <a:prstGeom prst="rect">
            <a:avLst/>
          </a:prstGeom>
          <a:solidFill>
            <a:srgbClr val="F8F9FA"/>
          </a:solidFill>
          <a:ln w="6350">
            <a:solidFill>
              <a:srgbClr val="DDDDDD"/>
            </a:solidFill>
            <a:prstDash val="solid"/>
          </a:ln>
        </p:spPr>
      </p:sp>
      <p:sp>
        <p:nvSpPr>
          <p:cNvPr id="70" name="Text 62"/>
          <p:cNvSpPr txBox="1"/>
          <p:nvPr/>
        </p:nvSpPr>
        <p:spPr>
          <a:xfrm>
            <a:off x="3129808" y="2573789"/>
            <a:ext cx="8686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587776" y="2693089"/>
            <a:ext cx="256032" cy="119299"/>
          </a:xfrm>
          <a:prstGeom prst="rect">
            <a:avLst/>
          </a:prstGeom>
          <a:solidFill>
            <a:srgbClr val="F8F9FA"/>
          </a:solidFill>
          <a:ln w="6350">
            <a:solidFill>
              <a:srgbClr val="DDDDDD"/>
            </a:solidFill>
            <a:prstDash val="solid"/>
          </a:ln>
        </p:spPr>
      </p:sp>
      <p:sp>
        <p:nvSpPr>
          <p:cNvPr id="72" name="Text 64"/>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3" name="Shape 65"/>
          <p:cNvSpPr/>
          <p:nvPr/>
        </p:nvSpPr>
        <p:spPr>
          <a:xfrm>
            <a:off x="843808" y="2693089"/>
            <a:ext cx="777240" cy="119299"/>
          </a:xfrm>
          <a:prstGeom prst="rect">
            <a:avLst/>
          </a:prstGeom>
          <a:solidFill>
            <a:srgbClr val="0F4C3A"/>
          </a:solidFill>
          <a:ln w="6350">
            <a:solidFill>
              <a:srgbClr val="E2E2E2"/>
            </a:solidFill>
            <a:prstDash val="solid"/>
          </a:ln>
        </p:spPr>
      </p:sp>
      <p:sp>
        <p:nvSpPr>
          <p:cNvPr id="74" name="Text 66"/>
          <p:cNvSpPr txBox="1"/>
          <p:nvPr/>
        </p:nvSpPr>
        <p:spPr>
          <a:xfrm>
            <a:off x="871240" y="2693089"/>
            <a:ext cx="7223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Ekskul</a:t>
            </a:r>
            <a:endParaRPr lang="en-US" sz="600" dirty="0"/>
          </a:p>
        </p:txBody>
      </p:sp>
      <p:sp>
        <p:nvSpPr>
          <p:cNvPr id="75" name="Shape 67"/>
          <p:cNvSpPr/>
          <p:nvPr/>
        </p:nvSpPr>
        <p:spPr>
          <a:xfrm>
            <a:off x="1621048" y="2693089"/>
            <a:ext cx="777240" cy="119299"/>
          </a:xfrm>
          <a:prstGeom prst="rect">
            <a:avLst/>
          </a:prstGeom>
          <a:solidFill>
            <a:srgbClr val="0F4C3A"/>
          </a:solidFill>
          <a:ln w="6350">
            <a:solidFill>
              <a:srgbClr val="E2E2E2"/>
            </a:solidFill>
            <a:prstDash val="solid"/>
          </a:ln>
        </p:spPr>
      </p:sp>
      <p:sp>
        <p:nvSpPr>
          <p:cNvPr id="76" name="Text 68"/>
          <p:cNvSpPr txBox="1"/>
          <p:nvPr/>
        </p:nvSpPr>
        <p:spPr>
          <a:xfrm>
            <a:off x="1648480" y="2693089"/>
            <a:ext cx="7223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Jumlah</a:t>
            </a:r>
            <a:endParaRPr lang="en-US" sz="600" dirty="0"/>
          </a:p>
        </p:txBody>
      </p:sp>
      <p:sp>
        <p:nvSpPr>
          <p:cNvPr id="77" name="Shape 69"/>
          <p:cNvSpPr/>
          <p:nvPr/>
        </p:nvSpPr>
        <p:spPr>
          <a:xfrm>
            <a:off x="2398288" y="2693089"/>
            <a:ext cx="182880" cy="119299"/>
          </a:xfrm>
          <a:prstGeom prst="rect">
            <a:avLst/>
          </a:prstGeom>
          <a:solidFill>
            <a:srgbClr val="0F4C3A"/>
          </a:solidFill>
          <a:ln w="6350">
            <a:solidFill>
              <a:srgbClr val="E2E2E2"/>
            </a:solidFill>
            <a:prstDash val="solid"/>
          </a:ln>
        </p:spPr>
      </p:sp>
      <p:sp>
        <p:nvSpPr>
          <p:cNvPr id="78" name="Shape 70"/>
          <p:cNvSpPr/>
          <p:nvPr/>
        </p:nvSpPr>
        <p:spPr>
          <a:xfrm>
            <a:off x="2581168" y="2693089"/>
            <a:ext cx="548640" cy="119299"/>
          </a:xfrm>
          <a:prstGeom prst="rect">
            <a:avLst/>
          </a:prstGeom>
          <a:solidFill>
            <a:srgbClr val="0F4C3A"/>
          </a:solidFill>
          <a:ln w="6350">
            <a:solidFill>
              <a:srgbClr val="E2E2E2"/>
            </a:solidFill>
            <a:prstDash val="solid"/>
          </a:ln>
        </p:spPr>
      </p:sp>
      <p:sp>
        <p:nvSpPr>
          <p:cNvPr id="79" name="Text 71"/>
          <p:cNvSpPr txBox="1"/>
          <p:nvPr/>
        </p:nvSpPr>
        <p:spPr>
          <a:xfrm>
            <a:off x="2608600" y="2693089"/>
            <a:ext cx="4937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80" name="Shape 72"/>
          <p:cNvSpPr/>
          <p:nvPr/>
        </p:nvSpPr>
        <p:spPr>
          <a:xfrm>
            <a:off x="3129808" y="2693089"/>
            <a:ext cx="868680" cy="119299"/>
          </a:xfrm>
          <a:prstGeom prst="rect">
            <a:avLst/>
          </a:prstGeom>
          <a:solidFill>
            <a:srgbClr val="0F4C3A"/>
          </a:solidFill>
          <a:ln w="6350">
            <a:solidFill>
              <a:srgbClr val="E2E2E2"/>
            </a:solidFill>
            <a:prstDash val="solid"/>
          </a:ln>
        </p:spPr>
      </p:sp>
      <p:sp>
        <p:nvSpPr>
          <p:cNvPr id="81" name="Text 73"/>
          <p:cNvSpPr txBox="1"/>
          <p:nvPr/>
        </p:nvSpPr>
        <p:spPr>
          <a:xfrm>
            <a:off x="3157240" y="2693089"/>
            <a:ext cx="8138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Rata-rata Juz</a:t>
            </a:r>
            <a:endParaRPr lang="en-US" sz="600" dirty="0"/>
          </a:p>
        </p:txBody>
      </p:sp>
      <p:sp>
        <p:nvSpPr>
          <p:cNvPr id="82" name="Shape 74"/>
          <p:cNvSpPr/>
          <p:nvPr/>
        </p:nvSpPr>
        <p:spPr>
          <a:xfrm>
            <a:off x="587776" y="2812388"/>
            <a:ext cx="256032" cy="119299"/>
          </a:xfrm>
          <a:prstGeom prst="rect">
            <a:avLst/>
          </a:prstGeom>
          <a:solidFill>
            <a:srgbClr val="F8F9FA"/>
          </a:solidFill>
          <a:ln w="6350">
            <a:solidFill>
              <a:srgbClr val="DDDDDD"/>
            </a:solidFill>
            <a:prstDash val="solid"/>
          </a:ln>
        </p:spPr>
      </p:sp>
      <p:sp>
        <p:nvSpPr>
          <p:cNvPr id="83" name="Text 75"/>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4" name="Shape 76"/>
          <p:cNvSpPr/>
          <p:nvPr/>
        </p:nvSpPr>
        <p:spPr>
          <a:xfrm>
            <a:off x="843808" y="2812388"/>
            <a:ext cx="777240" cy="119299"/>
          </a:xfrm>
          <a:prstGeom prst="rect">
            <a:avLst/>
          </a:prstGeom>
          <a:solidFill>
            <a:srgbClr val="FFFFFF"/>
          </a:solidFill>
          <a:ln w="6350">
            <a:solidFill>
              <a:srgbClr val="E2E2E2"/>
            </a:solidFill>
            <a:prstDash val="solid"/>
          </a:ln>
        </p:spPr>
      </p:sp>
      <p:sp>
        <p:nvSpPr>
          <p:cNvPr id="85" name="Text 77"/>
          <p:cNvSpPr txBox="1"/>
          <p:nvPr/>
        </p:nvSpPr>
        <p:spPr>
          <a:xfrm>
            <a:off x="871240" y="2812388"/>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86" name="Shape 78"/>
          <p:cNvSpPr/>
          <p:nvPr/>
        </p:nvSpPr>
        <p:spPr>
          <a:xfrm>
            <a:off x="1621048" y="2812388"/>
            <a:ext cx="777240" cy="119299"/>
          </a:xfrm>
          <a:prstGeom prst="rect">
            <a:avLst/>
          </a:prstGeom>
          <a:solidFill>
            <a:srgbClr val="FFFFFF"/>
          </a:solidFill>
          <a:ln w="6350">
            <a:solidFill>
              <a:srgbClr val="E2E2E2"/>
            </a:solidFill>
            <a:prstDash val="solid"/>
          </a:ln>
        </p:spPr>
      </p:sp>
      <p:sp>
        <p:nvSpPr>
          <p:cNvPr id="87" name="Text 79"/>
          <p:cNvSpPr txBox="1"/>
          <p:nvPr/>
        </p:nvSpPr>
        <p:spPr>
          <a:xfrm>
            <a:off x="1648480" y="2812388"/>
            <a:ext cx="7223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88" name="Shape 80"/>
          <p:cNvSpPr/>
          <p:nvPr/>
        </p:nvSpPr>
        <p:spPr>
          <a:xfrm>
            <a:off x="2398288" y="2812388"/>
            <a:ext cx="182880" cy="119299"/>
          </a:xfrm>
          <a:prstGeom prst="rect">
            <a:avLst/>
          </a:prstGeom>
          <a:solidFill>
            <a:srgbClr val="FFFFFF"/>
          </a:solidFill>
          <a:ln w="6350">
            <a:solidFill>
              <a:srgbClr val="E2E2E2"/>
            </a:solidFill>
            <a:prstDash val="solid"/>
          </a:ln>
        </p:spPr>
      </p:sp>
      <p:sp>
        <p:nvSpPr>
          <p:cNvPr id="89" name="Shape 81"/>
          <p:cNvSpPr/>
          <p:nvPr/>
        </p:nvSpPr>
        <p:spPr>
          <a:xfrm>
            <a:off x="2581168" y="2812388"/>
            <a:ext cx="548640" cy="119299"/>
          </a:xfrm>
          <a:prstGeom prst="rect">
            <a:avLst/>
          </a:prstGeom>
          <a:solidFill>
            <a:srgbClr val="FFFFFF"/>
          </a:solidFill>
          <a:ln w="6350">
            <a:solidFill>
              <a:srgbClr val="E2E2E2"/>
            </a:solidFill>
            <a:prstDash val="solid"/>
          </a:ln>
        </p:spPr>
      </p:sp>
      <p:sp>
        <p:nvSpPr>
          <p:cNvPr id="90" name="Text 82"/>
          <p:cNvSpPr txBox="1"/>
          <p:nvPr/>
        </p:nvSpPr>
        <p:spPr>
          <a:xfrm>
            <a:off x="2608600" y="2812388"/>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91" name="Shape 83"/>
          <p:cNvSpPr/>
          <p:nvPr/>
        </p:nvSpPr>
        <p:spPr>
          <a:xfrm>
            <a:off x="3129808" y="2812388"/>
            <a:ext cx="868680" cy="119299"/>
          </a:xfrm>
          <a:prstGeom prst="rect">
            <a:avLst/>
          </a:prstGeom>
          <a:solidFill>
            <a:srgbClr val="FFFFFF"/>
          </a:solidFill>
          <a:ln w="6350">
            <a:solidFill>
              <a:srgbClr val="E2E2E2"/>
            </a:solidFill>
            <a:prstDash val="solid"/>
          </a:ln>
        </p:spPr>
      </p:sp>
      <p:sp>
        <p:nvSpPr>
          <p:cNvPr id="92" name="Text 84"/>
          <p:cNvSpPr txBox="1"/>
          <p:nvPr/>
        </p:nvSpPr>
        <p:spPr>
          <a:xfrm>
            <a:off x="3157240" y="2812388"/>
            <a:ext cx="8138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3.5</a:t>
            </a:r>
            <a:endParaRPr lang="en-US" sz="600" dirty="0"/>
          </a:p>
        </p:txBody>
      </p:sp>
      <p:sp>
        <p:nvSpPr>
          <p:cNvPr id="93" name="Shape 85"/>
          <p:cNvSpPr/>
          <p:nvPr/>
        </p:nvSpPr>
        <p:spPr>
          <a:xfrm>
            <a:off x="587776" y="2931688"/>
            <a:ext cx="256032" cy="119299"/>
          </a:xfrm>
          <a:prstGeom prst="rect">
            <a:avLst/>
          </a:prstGeom>
          <a:solidFill>
            <a:srgbClr val="F8F9FA"/>
          </a:solidFill>
          <a:ln w="6350">
            <a:solidFill>
              <a:srgbClr val="DDDDDD"/>
            </a:solidFill>
            <a:prstDash val="solid"/>
          </a:ln>
        </p:spPr>
      </p:sp>
      <p:sp>
        <p:nvSpPr>
          <p:cNvPr id="94" name="Text 86"/>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5" name="Shape 87"/>
          <p:cNvSpPr/>
          <p:nvPr/>
        </p:nvSpPr>
        <p:spPr>
          <a:xfrm>
            <a:off x="843808" y="2931688"/>
            <a:ext cx="777240" cy="119299"/>
          </a:xfrm>
          <a:prstGeom prst="rect">
            <a:avLst/>
          </a:prstGeom>
          <a:solidFill>
            <a:srgbClr val="FFFFFF"/>
          </a:solidFill>
          <a:ln w="6350">
            <a:solidFill>
              <a:srgbClr val="E2E2E2"/>
            </a:solidFill>
            <a:prstDash val="solid"/>
          </a:ln>
        </p:spPr>
      </p:sp>
      <p:sp>
        <p:nvSpPr>
          <p:cNvPr id="96" name="Text 88"/>
          <p:cNvSpPr txBox="1"/>
          <p:nvPr/>
        </p:nvSpPr>
        <p:spPr>
          <a:xfrm>
            <a:off x="871240" y="2931688"/>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97" name="Shape 89"/>
          <p:cNvSpPr/>
          <p:nvPr/>
        </p:nvSpPr>
        <p:spPr>
          <a:xfrm>
            <a:off x="1621048" y="2931688"/>
            <a:ext cx="777240" cy="119299"/>
          </a:xfrm>
          <a:prstGeom prst="rect">
            <a:avLst/>
          </a:prstGeom>
          <a:solidFill>
            <a:srgbClr val="FFFFFF"/>
          </a:solidFill>
          <a:ln w="6350">
            <a:solidFill>
              <a:srgbClr val="E2E2E2"/>
            </a:solidFill>
            <a:prstDash val="solid"/>
          </a:ln>
        </p:spPr>
      </p:sp>
      <p:sp>
        <p:nvSpPr>
          <p:cNvPr id="98" name="Text 90"/>
          <p:cNvSpPr txBox="1"/>
          <p:nvPr/>
        </p:nvSpPr>
        <p:spPr>
          <a:xfrm>
            <a:off x="1648480" y="2931688"/>
            <a:ext cx="7223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99" name="Shape 91"/>
          <p:cNvSpPr/>
          <p:nvPr/>
        </p:nvSpPr>
        <p:spPr>
          <a:xfrm>
            <a:off x="2398288" y="2931688"/>
            <a:ext cx="182880" cy="119299"/>
          </a:xfrm>
          <a:prstGeom prst="rect">
            <a:avLst/>
          </a:prstGeom>
          <a:solidFill>
            <a:srgbClr val="FFFFFF"/>
          </a:solidFill>
          <a:ln w="6350">
            <a:solidFill>
              <a:srgbClr val="E2E2E2"/>
            </a:solidFill>
            <a:prstDash val="solid"/>
          </a:ln>
        </p:spPr>
      </p:sp>
      <p:sp>
        <p:nvSpPr>
          <p:cNvPr id="100" name="Shape 92"/>
          <p:cNvSpPr/>
          <p:nvPr/>
        </p:nvSpPr>
        <p:spPr>
          <a:xfrm>
            <a:off x="2581168" y="2931688"/>
            <a:ext cx="548640" cy="119299"/>
          </a:xfrm>
          <a:prstGeom prst="rect">
            <a:avLst/>
          </a:prstGeom>
          <a:solidFill>
            <a:srgbClr val="FFFFFF"/>
          </a:solidFill>
          <a:ln w="6350">
            <a:solidFill>
              <a:srgbClr val="E2E2E2"/>
            </a:solidFill>
            <a:prstDash val="solid"/>
          </a:ln>
        </p:spPr>
      </p:sp>
      <p:sp>
        <p:nvSpPr>
          <p:cNvPr id="101" name="Text 93"/>
          <p:cNvSpPr txBox="1"/>
          <p:nvPr/>
        </p:nvSpPr>
        <p:spPr>
          <a:xfrm>
            <a:off x="2608600" y="2931688"/>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02" name="Shape 94"/>
          <p:cNvSpPr/>
          <p:nvPr/>
        </p:nvSpPr>
        <p:spPr>
          <a:xfrm>
            <a:off x="3129808" y="2931688"/>
            <a:ext cx="868680" cy="119299"/>
          </a:xfrm>
          <a:prstGeom prst="rect">
            <a:avLst/>
          </a:prstGeom>
          <a:solidFill>
            <a:srgbClr val="FFFFFF"/>
          </a:solidFill>
          <a:ln w="6350">
            <a:solidFill>
              <a:srgbClr val="E2E2E2"/>
            </a:solidFill>
            <a:prstDash val="solid"/>
          </a:ln>
        </p:spPr>
      </p:sp>
      <p:sp>
        <p:nvSpPr>
          <p:cNvPr id="103" name="Text 95"/>
          <p:cNvSpPr txBox="1"/>
          <p:nvPr/>
        </p:nvSpPr>
        <p:spPr>
          <a:xfrm>
            <a:off x="3157240" y="2931688"/>
            <a:ext cx="8138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3.1</a:t>
            </a:r>
            <a:endParaRPr lang="en-US" sz="600" dirty="0"/>
          </a:p>
        </p:txBody>
      </p:sp>
      <p:sp>
        <p:nvSpPr>
          <p:cNvPr id="104" name="Shape 96"/>
          <p:cNvSpPr/>
          <p:nvPr/>
        </p:nvSpPr>
        <p:spPr>
          <a:xfrm>
            <a:off x="587776" y="3050987"/>
            <a:ext cx="256032" cy="119299"/>
          </a:xfrm>
          <a:prstGeom prst="rect">
            <a:avLst/>
          </a:prstGeom>
          <a:solidFill>
            <a:srgbClr val="F8F9FA"/>
          </a:solidFill>
          <a:ln w="6350">
            <a:solidFill>
              <a:srgbClr val="DDDDDD"/>
            </a:solidFill>
            <a:prstDash val="solid"/>
          </a:ln>
        </p:spPr>
      </p:sp>
      <p:sp>
        <p:nvSpPr>
          <p:cNvPr id="105" name="Text 97"/>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06" name="Shape 98"/>
          <p:cNvSpPr/>
          <p:nvPr/>
        </p:nvSpPr>
        <p:spPr>
          <a:xfrm>
            <a:off x="843808" y="3050987"/>
            <a:ext cx="777240" cy="119299"/>
          </a:xfrm>
          <a:prstGeom prst="rect">
            <a:avLst/>
          </a:prstGeom>
          <a:solidFill>
            <a:srgbClr val="FFFFFF"/>
          </a:solidFill>
          <a:ln w="6350">
            <a:solidFill>
              <a:srgbClr val="E2E2E2"/>
            </a:solidFill>
            <a:prstDash val="solid"/>
          </a:ln>
        </p:spPr>
      </p:sp>
      <p:sp>
        <p:nvSpPr>
          <p:cNvPr id="107" name="Text 99"/>
          <p:cNvSpPr txBox="1"/>
          <p:nvPr/>
        </p:nvSpPr>
        <p:spPr>
          <a:xfrm>
            <a:off x="871240" y="3050987"/>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08" name="Shape 100"/>
          <p:cNvSpPr/>
          <p:nvPr/>
        </p:nvSpPr>
        <p:spPr>
          <a:xfrm>
            <a:off x="1621048" y="3050987"/>
            <a:ext cx="777240" cy="119299"/>
          </a:xfrm>
          <a:prstGeom prst="rect">
            <a:avLst/>
          </a:prstGeom>
          <a:solidFill>
            <a:srgbClr val="FFFFFF"/>
          </a:solidFill>
          <a:ln w="6350">
            <a:solidFill>
              <a:srgbClr val="E2E2E2"/>
            </a:solidFill>
            <a:prstDash val="solid"/>
          </a:ln>
        </p:spPr>
      </p:sp>
      <p:sp>
        <p:nvSpPr>
          <p:cNvPr id="109" name="Text 101"/>
          <p:cNvSpPr txBox="1"/>
          <p:nvPr/>
        </p:nvSpPr>
        <p:spPr>
          <a:xfrm>
            <a:off x="1648480" y="3050987"/>
            <a:ext cx="7223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10" name="Shape 102"/>
          <p:cNvSpPr/>
          <p:nvPr/>
        </p:nvSpPr>
        <p:spPr>
          <a:xfrm>
            <a:off x="2398288" y="3050987"/>
            <a:ext cx="182880" cy="119299"/>
          </a:xfrm>
          <a:prstGeom prst="rect">
            <a:avLst/>
          </a:prstGeom>
          <a:solidFill>
            <a:srgbClr val="FFFFFF"/>
          </a:solidFill>
          <a:ln w="6350">
            <a:solidFill>
              <a:srgbClr val="E2E2E2"/>
            </a:solidFill>
            <a:prstDash val="solid"/>
          </a:ln>
        </p:spPr>
      </p:sp>
      <p:sp>
        <p:nvSpPr>
          <p:cNvPr id="111" name="Shape 103"/>
          <p:cNvSpPr/>
          <p:nvPr/>
        </p:nvSpPr>
        <p:spPr>
          <a:xfrm>
            <a:off x="2581168" y="3050987"/>
            <a:ext cx="548640" cy="119299"/>
          </a:xfrm>
          <a:prstGeom prst="rect">
            <a:avLst/>
          </a:prstGeom>
          <a:solidFill>
            <a:srgbClr val="FFFFFF"/>
          </a:solidFill>
          <a:ln w="6350">
            <a:solidFill>
              <a:srgbClr val="E2E2E2"/>
            </a:solidFill>
            <a:prstDash val="solid"/>
          </a:ln>
        </p:spPr>
      </p:sp>
      <p:sp>
        <p:nvSpPr>
          <p:cNvPr id="112" name="Shape 104"/>
          <p:cNvSpPr/>
          <p:nvPr/>
        </p:nvSpPr>
        <p:spPr>
          <a:xfrm>
            <a:off x="3129808" y="3050987"/>
            <a:ext cx="868680" cy="119299"/>
          </a:xfrm>
          <a:prstGeom prst="rect">
            <a:avLst/>
          </a:prstGeom>
          <a:solidFill>
            <a:srgbClr val="FFFFFF"/>
          </a:solidFill>
          <a:ln w="6350">
            <a:solidFill>
              <a:srgbClr val="E2E2E2"/>
            </a:solidFill>
            <a:prstDash val="solid"/>
          </a:ln>
        </p:spPr>
      </p:sp>
      <p:sp>
        <p:nvSpPr>
          <p:cNvPr id="113" name="Shape 105"/>
          <p:cNvSpPr/>
          <p:nvPr/>
        </p:nvSpPr>
        <p:spPr>
          <a:xfrm>
            <a:off x="587776" y="3170287"/>
            <a:ext cx="256032" cy="119299"/>
          </a:xfrm>
          <a:prstGeom prst="rect">
            <a:avLst/>
          </a:prstGeom>
          <a:solidFill>
            <a:srgbClr val="F8F9FA"/>
          </a:solidFill>
          <a:ln w="6350">
            <a:solidFill>
              <a:srgbClr val="DDDDDD"/>
            </a:solidFill>
            <a:prstDash val="solid"/>
          </a:ln>
        </p:spPr>
      </p:sp>
      <p:sp>
        <p:nvSpPr>
          <p:cNvPr id="114" name="Text 106"/>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15" name="Shape 107"/>
          <p:cNvSpPr/>
          <p:nvPr/>
        </p:nvSpPr>
        <p:spPr>
          <a:xfrm>
            <a:off x="843808" y="3170287"/>
            <a:ext cx="777240" cy="119299"/>
          </a:xfrm>
          <a:prstGeom prst="rect">
            <a:avLst/>
          </a:prstGeom>
          <a:solidFill>
            <a:srgbClr val="FFFFFF"/>
          </a:solidFill>
          <a:ln w="6350">
            <a:solidFill>
              <a:srgbClr val="E2E2E2"/>
            </a:solidFill>
            <a:prstDash val="solid"/>
          </a:ln>
        </p:spPr>
      </p:sp>
      <p:sp>
        <p:nvSpPr>
          <p:cNvPr id="116" name="Text 108"/>
          <p:cNvSpPr txBox="1"/>
          <p:nvPr/>
        </p:nvSpPr>
        <p:spPr>
          <a:xfrm>
            <a:off x="871240" y="3170287"/>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Tahsin</a:t>
            </a:r>
            <a:endParaRPr lang="en-US" sz="600" dirty="0"/>
          </a:p>
        </p:txBody>
      </p:sp>
      <p:sp>
        <p:nvSpPr>
          <p:cNvPr id="117" name="Shape 109"/>
          <p:cNvSpPr/>
          <p:nvPr/>
        </p:nvSpPr>
        <p:spPr>
          <a:xfrm>
            <a:off x="1621048" y="3170287"/>
            <a:ext cx="777240" cy="119299"/>
          </a:xfrm>
          <a:prstGeom prst="rect">
            <a:avLst/>
          </a:prstGeom>
          <a:solidFill>
            <a:srgbClr val="FFFFFF"/>
          </a:solidFill>
          <a:ln w="6350">
            <a:solidFill>
              <a:srgbClr val="E2E2E2"/>
            </a:solidFill>
            <a:prstDash val="solid"/>
          </a:ln>
        </p:spPr>
      </p:sp>
      <p:sp>
        <p:nvSpPr>
          <p:cNvPr id="118" name="Text 110"/>
          <p:cNvSpPr txBox="1"/>
          <p:nvPr/>
        </p:nvSpPr>
        <p:spPr>
          <a:xfrm>
            <a:off x="1648480" y="3170287"/>
            <a:ext cx="7223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19" name="Shape 111"/>
          <p:cNvSpPr/>
          <p:nvPr/>
        </p:nvSpPr>
        <p:spPr>
          <a:xfrm>
            <a:off x="2398288" y="3170287"/>
            <a:ext cx="182880" cy="119299"/>
          </a:xfrm>
          <a:prstGeom prst="rect">
            <a:avLst/>
          </a:prstGeom>
          <a:solidFill>
            <a:srgbClr val="FFFFFF"/>
          </a:solidFill>
          <a:ln w="6350">
            <a:solidFill>
              <a:srgbClr val="E2E2E2"/>
            </a:solidFill>
            <a:prstDash val="solid"/>
          </a:ln>
        </p:spPr>
      </p:sp>
      <p:sp>
        <p:nvSpPr>
          <p:cNvPr id="120" name="Shape 112"/>
          <p:cNvSpPr/>
          <p:nvPr/>
        </p:nvSpPr>
        <p:spPr>
          <a:xfrm>
            <a:off x="2581168" y="3170287"/>
            <a:ext cx="548640" cy="119299"/>
          </a:xfrm>
          <a:prstGeom prst="rect">
            <a:avLst/>
          </a:prstGeom>
          <a:solidFill>
            <a:srgbClr val="FFFFFF"/>
          </a:solidFill>
          <a:ln w="6350">
            <a:solidFill>
              <a:srgbClr val="E2E2E2"/>
            </a:solidFill>
            <a:prstDash val="solid"/>
          </a:ln>
        </p:spPr>
      </p:sp>
      <p:sp>
        <p:nvSpPr>
          <p:cNvPr id="121" name="Shape 113"/>
          <p:cNvSpPr/>
          <p:nvPr/>
        </p:nvSpPr>
        <p:spPr>
          <a:xfrm>
            <a:off x="3129808" y="3170287"/>
            <a:ext cx="868680" cy="119299"/>
          </a:xfrm>
          <a:prstGeom prst="rect">
            <a:avLst/>
          </a:prstGeom>
          <a:solidFill>
            <a:srgbClr val="FFFFFF"/>
          </a:solidFill>
          <a:ln w="6350">
            <a:solidFill>
              <a:srgbClr val="E2E2E2"/>
            </a:solidFill>
            <a:prstDash val="solid"/>
          </a:ln>
        </p:spPr>
      </p:sp>
      <p:sp>
        <p:nvSpPr>
          <p:cNvPr id="122" name="Shape 114"/>
          <p:cNvSpPr/>
          <p:nvPr/>
        </p:nvSpPr>
        <p:spPr>
          <a:xfrm>
            <a:off x="587776" y="3289586"/>
            <a:ext cx="256032" cy="119299"/>
          </a:xfrm>
          <a:prstGeom prst="rect">
            <a:avLst/>
          </a:prstGeom>
          <a:solidFill>
            <a:srgbClr val="F8F9FA"/>
          </a:solidFill>
          <a:ln w="6350">
            <a:solidFill>
              <a:srgbClr val="DDDDDD"/>
            </a:solidFill>
            <a:prstDash val="solid"/>
          </a:ln>
        </p:spPr>
      </p:sp>
      <p:sp>
        <p:nvSpPr>
          <p:cNvPr id="123" name="Text 115"/>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24" name="Shape 116"/>
          <p:cNvSpPr/>
          <p:nvPr/>
        </p:nvSpPr>
        <p:spPr>
          <a:xfrm>
            <a:off x="843808" y="3289586"/>
            <a:ext cx="777240" cy="119299"/>
          </a:xfrm>
          <a:prstGeom prst="rect">
            <a:avLst/>
          </a:prstGeom>
          <a:solidFill>
            <a:srgbClr val="FFFFFF"/>
          </a:solidFill>
          <a:ln w="6350">
            <a:solidFill>
              <a:srgbClr val="E2E2E2"/>
            </a:solidFill>
            <a:prstDash val="solid"/>
          </a:ln>
        </p:spPr>
      </p:sp>
      <p:sp>
        <p:nvSpPr>
          <p:cNvPr id="125" name="Shape 117"/>
          <p:cNvSpPr/>
          <p:nvPr/>
        </p:nvSpPr>
        <p:spPr>
          <a:xfrm>
            <a:off x="1621048" y="3289586"/>
            <a:ext cx="777240" cy="119299"/>
          </a:xfrm>
          <a:prstGeom prst="rect">
            <a:avLst/>
          </a:prstGeom>
          <a:solidFill>
            <a:srgbClr val="FFFFFF"/>
          </a:solidFill>
          <a:ln w="6350">
            <a:solidFill>
              <a:srgbClr val="E2E2E2"/>
            </a:solidFill>
            <a:prstDash val="solid"/>
          </a:ln>
        </p:spPr>
      </p:sp>
      <p:sp>
        <p:nvSpPr>
          <p:cNvPr id="126" name="Shape 118"/>
          <p:cNvSpPr/>
          <p:nvPr/>
        </p:nvSpPr>
        <p:spPr>
          <a:xfrm>
            <a:off x="2398288" y="3289586"/>
            <a:ext cx="182880" cy="119299"/>
          </a:xfrm>
          <a:prstGeom prst="rect">
            <a:avLst/>
          </a:prstGeom>
          <a:solidFill>
            <a:srgbClr val="FFFFFF"/>
          </a:solidFill>
          <a:ln w="6350">
            <a:solidFill>
              <a:srgbClr val="E2E2E2"/>
            </a:solidFill>
            <a:prstDash val="solid"/>
          </a:ln>
        </p:spPr>
      </p:sp>
      <p:sp>
        <p:nvSpPr>
          <p:cNvPr id="127" name="Shape 119"/>
          <p:cNvSpPr/>
          <p:nvPr/>
        </p:nvSpPr>
        <p:spPr>
          <a:xfrm>
            <a:off x="2581168" y="3289586"/>
            <a:ext cx="548640" cy="119299"/>
          </a:xfrm>
          <a:prstGeom prst="rect">
            <a:avLst/>
          </a:prstGeom>
          <a:solidFill>
            <a:srgbClr val="FFFFFF"/>
          </a:solidFill>
          <a:ln w="6350">
            <a:solidFill>
              <a:srgbClr val="E2E2E2"/>
            </a:solidFill>
            <a:prstDash val="solid"/>
          </a:ln>
        </p:spPr>
      </p:sp>
      <p:sp>
        <p:nvSpPr>
          <p:cNvPr id="128" name="Shape 120"/>
          <p:cNvSpPr/>
          <p:nvPr/>
        </p:nvSpPr>
        <p:spPr>
          <a:xfrm>
            <a:off x="3129808" y="3289586"/>
            <a:ext cx="868680" cy="119299"/>
          </a:xfrm>
          <a:prstGeom prst="rect">
            <a:avLst/>
          </a:prstGeom>
          <a:solidFill>
            <a:srgbClr val="FFFFFF"/>
          </a:solidFill>
          <a:ln w="6350">
            <a:solidFill>
              <a:srgbClr val="E2E2E2"/>
            </a:solidFill>
            <a:prstDash val="solid"/>
          </a:ln>
        </p:spPr>
      </p:sp>
      <p:sp>
        <p:nvSpPr>
          <p:cNvPr id="129" name="Shape 121"/>
          <p:cNvSpPr/>
          <p:nvPr/>
        </p:nvSpPr>
        <p:spPr>
          <a:xfrm>
            <a:off x="587776" y="3408885"/>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31" name="Shape 123"/>
          <p:cNvSpPr/>
          <p:nvPr/>
        </p:nvSpPr>
        <p:spPr>
          <a:xfrm>
            <a:off x="843808" y="3408885"/>
            <a:ext cx="777240" cy="119299"/>
          </a:xfrm>
          <a:prstGeom prst="rect">
            <a:avLst/>
          </a:prstGeom>
          <a:solidFill>
            <a:srgbClr val="FFFFFF"/>
          </a:solidFill>
          <a:ln w="6350">
            <a:solidFill>
              <a:srgbClr val="E2E2E2"/>
            </a:solidFill>
            <a:prstDash val="solid"/>
          </a:ln>
        </p:spPr>
      </p:sp>
      <p:sp>
        <p:nvSpPr>
          <p:cNvPr id="132" name="Shape 124"/>
          <p:cNvSpPr/>
          <p:nvPr/>
        </p:nvSpPr>
        <p:spPr>
          <a:xfrm>
            <a:off x="1621048" y="3408885"/>
            <a:ext cx="777240" cy="119299"/>
          </a:xfrm>
          <a:prstGeom prst="rect">
            <a:avLst/>
          </a:prstGeom>
          <a:solidFill>
            <a:srgbClr val="FFFFFF"/>
          </a:solidFill>
          <a:ln w="6350">
            <a:solidFill>
              <a:srgbClr val="E2E2E2"/>
            </a:solidFill>
            <a:prstDash val="solid"/>
          </a:ln>
        </p:spPr>
      </p:sp>
      <p:sp>
        <p:nvSpPr>
          <p:cNvPr id="133" name="Shape 125"/>
          <p:cNvSpPr/>
          <p:nvPr/>
        </p:nvSpPr>
        <p:spPr>
          <a:xfrm>
            <a:off x="2398288" y="3408885"/>
            <a:ext cx="182880" cy="119299"/>
          </a:xfrm>
          <a:prstGeom prst="rect">
            <a:avLst/>
          </a:prstGeom>
          <a:solidFill>
            <a:srgbClr val="FFFFFF"/>
          </a:solidFill>
          <a:ln w="6350">
            <a:solidFill>
              <a:srgbClr val="E2E2E2"/>
            </a:solidFill>
            <a:prstDash val="solid"/>
          </a:ln>
        </p:spPr>
      </p:sp>
      <p:sp>
        <p:nvSpPr>
          <p:cNvPr id="134" name="Shape 126"/>
          <p:cNvSpPr/>
          <p:nvPr/>
        </p:nvSpPr>
        <p:spPr>
          <a:xfrm>
            <a:off x="2581168" y="3408885"/>
            <a:ext cx="548640" cy="119299"/>
          </a:xfrm>
          <a:prstGeom prst="rect">
            <a:avLst/>
          </a:prstGeom>
          <a:solidFill>
            <a:srgbClr val="FFFFFF"/>
          </a:solidFill>
          <a:ln w="6350">
            <a:solidFill>
              <a:srgbClr val="E2E2E2"/>
            </a:solidFill>
            <a:prstDash val="solid"/>
          </a:ln>
        </p:spPr>
      </p:sp>
      <p:sp>
        <p:nvSpPr>
          <p:cNvPr id="135" name="Shape 127"/>
          <p:cNvSpPr/>
          <p:nvPr/>
        </p:nvSpPr>
        <p:spPr>
          <a:xfrm>
            <a:off x="3129808" y="3408885"/>
            <a:ext cx="868680" cy="119299"/>
          </a:xfrm>
          <a:prstGeom prst="rect">
            <a:avLst/>
          </a:prstGeom>
          <a:solidFill>
            <a:srgbClr val="FFFFFF"/>
          </a:solidFill>
          <a:ln w="6350">
            <a:solidFill>
              <a:srgbClr val="E2E2E2"/>
            </a:solidFill>
            <a:prstDash val="solid"/>
          </a:ln>
        </p:spPr>
      </p:sp>
      <p:sp>
        <p:nvSpPr>
          <p:cNvPr id="136" name="Shape 128"/>
          <p:cNvSpPr/>
          <p:nvPr/>
        </p:nvSpPr>
        <p:spPr>
          <a:xfrm>
            <a:off x="587776" y="3528185"/>
            <a:ext cx="256032" cy="119299"/>
          </a:xfrm>
          <a:prstGeom prst="rect">
            <a:avLst/>
          </a:prstGeom>
          <a:solidFill>
            <a:srgbClr val="F8F9FA"/>
          </a:solidFill>
          <a:ln w="6350">
            <a:solidFill>
              <a:srgbClr val="DDDDDD"/>
            </a:solidFill>
            <a:prstDash val="solid"/>
          </a:ln>
        </p:spPr>
      </p:sp>
      <p:sp>
        <p:nvSpPr>
          <p:cNvPr id="137" name="Text 129"/>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38" name="Shape 130"/>
          <p:cNvSpPr/>
          <p:nvPr/>
        </p:nvSpPr>
        <p:spPr>
          <a:xfrm>
            <a:off x="843808" y="3528185"/>
            <a:ext cx="777240" cy="119299"/>
          </a:xfrm>
          <a:prstGeom prst="rect">
            <a:avLst/>
          </a:prstGeom>
          <a:solidFill>
            <a:srgbClr val="FFFFFF"/>
          </a:solidFill>
          <a:ln w="6350">
            <a:solidFill>
              <a:srgbClr val="E2E2E2"/>
            </a:solidFill>
            <a:prstDash val="solid"/>
          </a:ln>
        </p:spPr>
      </p:sp>
      <p:sp>
        <p:nvSpPr>
          <p:cNvPr id="139" name="Shape 131"/>
          <p:cNvSpPr/>
          <p:nvPr/>
        </p:nvSpPr>
        <p:spPr>
          <a:xfrm>
            <a:off x="1621048" y="3528185"/>
            <a:ext cx="777240" cy="119299"/>
          </a:xfrm>
          <a:prstGeom prst="rect">
            <a:avLst/>
          </a:prstGeom>
          <a:solidFill>
            <a:srgbClr val="FFFFFF"/>
          </a:solidFill>
          <a:ln w="6350">
            <a:solidFill>
              <a:srgbClr val="E2E2E2"/>
            </a:solidFill>
            <a:prstDash val="solid"/>
          </a:ln>
        </p:spPr>
      </p:sp>
      <p:sp>
        <p:nvSpPr>
          <p:cNvPr id="140" name="Shape 132"/>
          <p:cNvSpPr/>
          <p:nvPr/>
        </p:nvSpPr>
        <p:spPr>
          <a:xfrm>
            <a:off x="2398288" y="3528185"/>
            <a:ext cx="182880" cy="119299"/>
          </a:xfrm>
          <a:prstGeom prst="rect">
            <a:avLst/>
          </a:prstGeom>
          <a:solidFill>
            <a:srgbClr val="FFFFFF"/>
          </a:solidFill>
          <a:ln w="6350">
            <a:solidFill>
              <a:srgbClr val="E2E2E2"/>
            </a:solidFill>
            <a:prstDash val="solid"/>
          </a:ln>
        </p:spPr>
      </p:sp>
      <p:sp>
        <p:nvSpPr>
          <p:cNvPr id="141" name="Shape 133"/>
          <p:cNvSpPr/>
          <p:nvPr/>
        </p:nvSpPr>
        <p:spPr>
          <a:xfrm>
            <a:off x="2581168" y="3528185"/>
            <a:ext cx="548640" cy="119299"/>
          </a:xfrm>
          <a:prstGeom prst="rect">
            <a:avLst/>
          </a:prstGeom>
          <a:solidFill>
            <a:srgbClr val="FFFFFF"/>
          </a:solidFill>
          <a:ln w="6350">
            <a:solidFill>
              <a:srgbClr val="E2E2E2"/>
            </a:solidFill>
            <a:prstDash val="solid"/>
          </a:ln>
        </p:spPr>
      </p:sp>
      <p:sp>
        <p:nvSpPr>
          <p:cNvPr id="142" name="Shape 134"/>
          <p:cNvSpPr/>
          <p:nvPr/>
        </p:nvSpPr>
        <p:spPr>
          <a:xfrm>
            <a:off x="3129808" y="3528185"/>
            <a:ext cx="868680" cy="119299"/>
          </a:xfrm>
          <a:prstGeom prst="rect">
            <a:avLst/>
          </a:prstGeom>
          <a:solidFill>
            <a:srgbClr val="FFFFFF"/>
          </a:solidFill>
          <a:ln w="6350">
            <a:solidFill>
              <a:srgbClr val="E2E2E2"/>
            </a:solidFill>
            <a:prstDash val="solid"/>
          </a:ln>
        </p:spPr>
      </p:sp>
      <p:sp>
        <p:nvSpPr>
          <p:cNvPr id="143" name="Shape 135"/>
          <p:cNvSpPr/>
          <p:nvPr/>
        </p:nvSpPr>
        <p:spPr>
          <a:xfrm>
            <a:off x="587776" y="3647484"/>
            <a:ext cx="256032" cy="119299"/>
          </a:xfrm>
          <a:prstGeom prst="rect">
            <a:avLst/>
          </a:prstGeom>
          <a:solidFill>
            <a:srgbClr val="F8F9FA"/>
          </a:solidFill>
          <a:ln w="6350">
            <a:solidFill>
              <a:srgbClr val="DDDDDD"/>
            </a:solidFill>
            <a:prstDash val="solid"/>
          </a:ln>
        </p:spPr>
      </p:sp>
      <p:sp>
        <p:nvSpPr>
          <p:cNvPr id="144" name="Text 136"/>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45" name="Shape 137"/>
          <p:cNvSpPr/>
          <p:nvPr/>
        </p:nvSpPr>
        <p:spPr>
          <a:xfrm>
            <a:off x="843808" y="3647484"/>
            <a:ext cx="777240" cy="119299"/>
          </a:xfrm>
          <a:prstGeom prst="rect">
            <a:avLst/>
          </a:prstGeom>
          <a:solidFill>
            <a:srgbClr val="FFFFFF"/>
          </a:solidFill>
          <a:ln w="6350">
            <a:solidFill>
              <a:srgbClr val="E2E2E2"/>
            </a:solidFill>
            <a:prstDash val="solid"/>
          </a:ln>
        </p:spPr>
      </p:sp>
      <p:sp>
        <p:nvSpPr>
          <p:cNvPr id="146" name="Shape 138"/>
          <p:cNvSpPr/>
          <p:nvPr/>
        </p:nvSpPr>
        <p:spPr>
          <a:xfrm>
            <a:off x="1621048" y="3647484"/>
            <a:ext cx="777240" cy="119299"/>
          </a:xfrm>
          <a:prstGeom prst="rect">
            <a:avLst/>
          </a:prstGeom>
          <a:solidFill>
            <a:srgbClr val="FFFFFF"/>
          </a:solidFill>
          <a:ln w="6350">
            <a:solidFill>
              <a:srgbClr val="E2E2E2"/>
            </a:solidFill>
            <a:prstDash val="solid"/>
          </a:ln>
        </p:spPr>
      </p:sp>
      <p:sp>
        <p:nvSpPr>
          <p:cNvPr id="147" name="Shape 139"/>
          <p:cNvSpPr/>
          <p:nvPr/>
        </p:nvSpPr>
        <p:spPr>
          <a:xfrm>
            <a:off x="2398288" y="3647484"/>
            <a:ext cx="182880" cy="119299"/>
          </a:xfrm>
          <a:prstGeom prst="rect">
            <a:avLst/>
          </a:prstGeom>
          <a:solidFill>
            <a:srgbClr val="FFFFFF"/>
          </a:solidFill>
          <a:ln w="6350">
            <a:solidFill>
              <a:srgbClr val="E2E2E2"/>
            </a:solidFill>
            <a:prstDash val="solid"/>
          </a:ln>
        </p:spPr>
      </p:sp>
      <p:sp>
        <p:nvSpPr>
          <p:cNvPr id="148" name="Shape 140"/>
          <p:cNvSpPr/>
          <p:nvPr/>
        </p:nvSpPr>
        <p:spPr>
          <a:xfrm>
            <a:off x="2581168" y="3647484"/>
            <a:ext cx="548640" cy="119299"/>
          </a:xfrm>
          <a:prstGeom prst="rect">
            <a:avLst/>
          </a:prstGeom>
          <a:solidFill>
            <a:srgbClr val="FFFFFF"/>
          </a:solidFill>
          <a:ln w="6350">
            <a:solidFill>
              <a:srgbClr val="E2E2E2"/>
            </a:solidFill>
            <a:prstDash val="solid"/>
          </a:ln>
        </p:spPr>
      </p:sp>
      <p:sp>
        <p:nvSpPr>
          <p:cNvPr id="149" name="Shape 141"/>
          <p:cNvSpPr/>
          <p:nvPr/>
        </p:nvSpPr>
        <p:spPr>
          <a:xfrm>
            <a:off x="3129808" y="3647484"/>
            <a:ext cx="868680" cy="119299"/>
          </a:xfrm>
          <a:prstGeom prst="rect">
            <a:avLst/>
          </a:prstGeom>
          <a:solidFill>
            <a:srgbClr val="FFFFFF"/>
          </a:solidFill>
          <a:ln w="6350">
            <a:solidFill>
              <a:srgbClr val="E2E2E2"/>
            </a:solidFill>
            <a:prstDash val="solid"/>
          </a:ln>
        </p:spPr>
      </p:sp>
      <p:sp>
        <p:nvSpPr>
          <p:cNvPr id="150" name="Shape 142"/>
          <p:cNvSpPr/>
          <p:nvPr/>
        </p:nvSpPr>
        <p:spPr>
          <a:xfrm>
            <a:off x="587776" y="3794216"/>
            <a:ext cx="4950927" cy="201168"/>
          </a:xfrm>
          <a:prstGeom prst="rect">
            <a:avLst/>
          </a:prstGeom>
          <a:solidFill>
            <a:srgbClr val="F8F9FA"/>
          </a:solidFill>
          <a:ln w="12700">
            <a:solidFill>
              <a:srgbClr val="F8F9FA"/>
            </a:solidFill>
            <a:prstDash val="solid"/>
          </a:ln>
        </p:spPr>
      </p:sp>
      <p:sp>
        <p:nvSpPr>
          <p:cNvPr id="151" name="Text 143"/>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52" name="Text 144"/>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Data</a:t>
            </a:r>
            <a:endParaRPr lang="en-US" sz="700" dirty="0"/>
          </a:p>
        </p:txBody>
      </p:sp>
      <p:sp>
        <p:nvSpPr>
          <p:cNvPr id="153" name="Shape 145"/>
          <p:cNvSpPr/>
          <p:nvPr/>
        </p:nvSpPr>
        <p:spPr>
          <a:xfrm>
            <a:off x="1913656" y="3794216"/>
            <a:ext cx="731520" cy="201168"/>
          </a:xfrm>
          <a:prstGeom prst="rect">
            <a:avLst/>
          </a:prstGeom>
          <a:solidFill>
            <a:srgbClr val="E1EFFE"/>
          </a:solidFill>
          <a:ln w="12700">
            <a:solidFill>
              <a:srgbClr val="E1EFFE"/>
            </a:solidFill>
            <a:prstDash val="solid"/>
          </a:ln>
        </p:spPr>
      </p:sp>
      <p:sp>
        <p:nvSpPr>
          <p:cNvPr id="154" name="Text 146"/>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Ringkasan</a:t>
            </a:r>
            <a:endParaRPr lang="en-US" sz="700" dirty="0"/>
          </a:p>
        </p:txBody>
      </p:sp>
      <p:sp>
        <p:nvSpPr>
          <p:cNvPr id="155" name="Text 147"/>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Dashboard</a:t>
            </a:r>
            <a:endParaRPr lang="en-US" sz="700" dirty="0"/>
          </a:p>
        </p:txBody>
      </p:sp>
      <p:sp>
        <p:nvSpPr>
          <p:cNvPr id="156" name="Shape 148"/>
          <p:cNvSpPr/>
          <p:nvPr/>
        </p:nvSpPr>
        <p:spPr>
          <a:xfrm>
            <a:off x="3755624" y="2848109"/>
            <a:ext cx="1645920" cy="1188720"/>
          </a:xfrm>
          <a:prstGeom prst="rect">
            <a:avLst/>
          </a:prstGeom>
          <a:solidFill>
            <a:srgbClr val="FFFFFF"/>
          </a:solidFill>
          <a:ln w="9525">
            <a:solidFill>
              <a:srgbClr val="BBBBBB"/>
            </a:solidFill>
            <a:prstDash val="solid"/>
          </a:ln>
        </p:spPr>
      </p:sp>
      <p:sp>
        <p:nvSpPr>
          <p:cNvPr id="157" name="Text 149"/>
          <p:cNvSpPr txBox="1"/>
          <p:nvPr/>
        </p:nvSpPr>
        <p:spPr>
          <a:xfrm>
            <a:off x="3755624" y="2884685"/>
            <a:ext cx="1645920" cy="164592"/>
          </a:xfrm>
          <a:prstGeom prst="rect">
            <a:avLst/>
          </a:prstGeom>
          <a:noFill/>
          <a:ln/>
        </p:spPr>
        <p:txBody>
          <a:bodyPr wrap="square" lIns="0" tIns="0" rIns="0" bIns="0" rtlCol="0" anchor="t"/>
          <a:lstStyle/>
          <a:p>
            <a:pPr algn="ctr" indent="0" marL="0">
              <a:buNone/>
            </a:pPr>
            <a:r>
              <a:rPr lang="en-US" sz="750" b="1" dirty="0">
                <a:solidFill>
                  <a:srgbClr val="1E2A26"/>
                </a:solidFill>
                <a:latin typeface="Calibri" pitchFamily="34" charset="0"/>
                <a:ea typeface="Calibri" pitchFamily="34" charset="-122"/>
                <a:cs typeface="Calibri" pitchFamily="34" charset="-120"/>
              </a:rPr>
              <a:t>Rata-rata Juz per Kelas</a:t>
            </a:r>
            <a:endParaRPr lang="en-US" sz="750" dirty="0"/>
          </a:p>
        </p:txBody>
      </p:sp>
      <p:sp>
        <p:nvSpPr>
          <p:cNvPr id="158" name="Shape 150"/>
          <p:cNvSpPr/>
          <p:nvPr/>
        </p:nvSpPr>
        <p:spPr>
          <a:xfrm>
            <a:off x="4080236" y="3094997"/>
            <a:ext cx="448056" cy="685800"/>
          </a:xfrm>
          <a:prstGeom prst="rect">
            <a:avLst/>
          </a:prstGeom>
          <a:solidFill>
            <a:srgbClr val="1F7A5C"/>
          </a:solidFill>
          <a:ln w="12700">
            <a:solidFill>
              <a:srgbClr val="1F7A5C"/>
            </a:solidFill>
            <a:prstDash val="solid"/>
          </a:ln>
        </p:spPr>
      </p:sp>
      <p:sp>
        <p:nvSpPr>
          <p:cNvPr id="159" name="Text 151"/>
          <p:cNvSpPr txBox="1"/>
          <p:nvPr/>
        </p:nvSpPr>
        <p:spPr>
          <a:xfrm>
            <a:off x="3984224" y="3789941"/>
            <a:ext cx="64008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8A</a:t>
            </a:r>
            <a:endParaRPr lang="en-US" sz="500" dirty="0"/>
          </a:p>
        </p:txBody>
      </p:sp>
      <p:sp>
        <p:nvSpPr>
          <p:cNvPr id="160" name="Shape 152"/>
          <p:cNvSpPr/>
          <p:nvPr/>
        </p:nvSpPr>
        <p:spPr>
          <a:xfrm>
            <a:off x="4720316" y="3173374"/>
            <a:ext cx="448056" cy="607423"/>
          </a:xfrm>
          <a:prstGeom prst="rect">
            <a:avLst/>
          </a:prstGeom>
          <a:solidFill>
            <a:srgbClr val="1F7A5C"/>
          </a:solidFill>
          <a:ln w="12700">
            <a:solidFill>
              <a:srgbClr val="1F7A5C"/>
            </a:solidFill>
            <a:prstDash val="solid"/>
          </a:ln>
        </p:spPr>
      </p:sp>
      <p:sp>
        <p:nvSpPr>
          <p:cNvPr id="161" name="Text 153"/>
          <p:cNvSpPr txBox="1"/>
          <p:nvPr/>
        </p:nvSpPr>
        <p:spPr>
          <a:xfrm>
            <a:off x="4624304" y="3789941"/>
            <a:ext cx="64008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8B</a:t>
            </a:r>
            <a:endParaRPr lang="en-US" sz="500" dirty="0"/>
          </a:p>
        </p:txBody>
      </p:sp>
      <p:sp>
        <p:nvSpPr>
          <p:cNvPr id="162" name="Shape 154"/>
          <p:cNvSpPr/>
          <p:nvPr/>
        </p:nvSpPr>
        <p:spPr>
          <a:xfrm>
            <a:off x="3956792" y="3780797"/>
            <a:ext cx="1325880" cy="0"/>
          </a:xfrm>
          <a:prstGeom prst="line">
            <a:avLst/>
          </a:prstGeom>
          <a:noFill/>
          <a:ln w="6350">
            <a:solidFill>
              <a:srgbClr val="888888"/>
            </a:solidFill>
            <a:prstDash val="solid"/>
          </a:ln>
        </p:spPr>
      </p:sp>
      <p:sp>
        <p:nvSpPr>
          <p:cNvPr id="163" name="Shape 155"/>
          <p:cNvSpPr/>
          <p:nvPr/>
        </p:nvSpPr>
        <p:spPr>
          <a:xfrm>
            <a:off x="3728192" y="2820677"/>
            <a:ext cx="1700784" cy="1243584"/>
          </a:xfrm>
          <a:prstGeom prst="roundRect">
            <a:avLst>
              <a:gd name="adj" fmla="val 3676"/>
            </a:avLst>
          </a:prstGeom>
          <a:solidFill>
            <a:srgbClr val="FFFFFF">
              <a:alpha val="0"/>
            </a:srgbClr>
          </a:solidFill>
          <a:ln w="31750">
            <a:solidFill>
              <a:srgbClr val="E53935"/>
            </a:solidFill>
            <a:prstDash val="solid"/>
          </a:ln>
        </p:spPr>
      </p:sp>
      <p:sp>
        <p:nvSpPr>
          <p:cNvPr id="164" name="Shape 156"/>
          <p:cNvSpPr/>
          <p:nvPr/>
        </p:nvSpPr>
        <p:spPr>
          <a:xfrm>
            <a:off x="5291816" y="2683517"/>
            <a:ext cx="274320" cy="274320"/>
          </a:xfrm>
          <a:prstGeom prst="ellipse">
            <a:avLst/>
          </a:prstGeom>
          <a:solidFill>
            <a:srgbClr val="E53935"/>
          </a:solidFill>
          <a:ln w="12700">
            <a:solidFill>
              <a:srgbClr val="FFFFFF"/>
            </a:solidFill>
            <a:prstDash val="solid"/>
          </a:ln>
        </p:spPr>
      </p:sp>
      <p:sp>
        <p:nvSpPr>
          <p:cNvPr id="165" name="Text 157"/>
          <p:cNvSpPr txBox="1"/>
          <p:nvPr/>
        </p:nvSpPr>
        <p:spPr>
          <a:xfrm>
            <a:off x="5291816" y="26835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166" name="Image 6" descr="preencoded.png">    </p:cNvPr>
          <p:cNvPicPr>
            <a:picLocks noChangeAspect="1"/>
          </p:cNvPicPr>
          <p:nvPr/>
        </p:nvPicPr>
        <p:blipFill>
          <a:blip r:embed="rId7"/>
          <a:stretch>
            <a:fillRect/>
          </a:stretch>
        </p:blipFill>
        <p:spPr>
          <a:xfrm>
            <a:off x="4660880" y="3501905"/>
            <a:ext cx="237744" cy="237744"/>
          </a:xfrm>
          <a:prstGeom prst="rect">
            <a:avLst/>
          </a:prstGeom>
        </p:spPr>
      </p:pic>
      <p:sp>
        <p:nvSpPr>
          <p:cNvPr id="167" name="Text 15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168" name="Text 15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Pilih D1:E3 › Insert › Chart › Column</a:t>
            </a:r>
            <a:endParaRPr lang="en-US" sz="1800" dirty="0"/>
          </a:p>
        </p:txBody>
      </p:sp>
      <p:sp>
        <p:nvSpPr>
          <p:cNvPr id="169" name="Text 16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Pilih tabel kelas. Insert › Chart. Pilih Column chart. Judul: Rata-rata Juz per Kelas.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Grafik Batang</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77724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7772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621048" y="2573789"/>
            <a:ext cx="777240" cy="119299"/>
          </a:xfrm>
          <a:prstGeom prst="rect">
            <a:avLst/>
          </a:prstGeom>
          <a:solidFill>
            <a:srgbClr val="F8F9FA"/>
          </a:solidFill>
          <a:ln w="6350">
            <a:solidFill>
              <a:srgbClr val="DDDDDD"/>
            </a:solidFill>
            <a:prstDash val="solid"/>
          </a:ln>
        </p:spPr>
      </p:sp>
      <p:sp>
        <p:nvSpPr>
          <p:cNvPr id="64" name="Text 56"/>
          <p:cNvSpPr txBox="1"/>
          <p:nvPr/>
        </p:nvSpPr>
        <p:spPr>
          <a:xfrm>
            <a:off x="1621048" y="2573789"/>
            <a:ext cx="7772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398288" y="2573789"/>
            <a:ext cx="182880" cy="119299"/>
          </a:xfrm>
          <a:prstGeom prst="rect">
            <a:avLst/>
          </a:prstGeom>
          <a:solidFill>
            <a:srgbClr val="F8F9FA"/>
          </a:solidFill>
          <a:ln w="6350">
            <a:solidFill>
              <a:srgbClr val="DDDDDD"/>
            </a:solidFill>
            <a:prstDash val="solid"/>
          </a:ln>
        </p:spPr>
      </p:sp>
      <p:sp>
        <p:nvSpPr>
          <p:cNvPr id="66" name="Text 58"/>
          <p:cNvSpPr txBox="1"/>
          <p:nvPr/>
        </p:nvSpPr>
        <p:spPr>
          <a:xfrm>
            <a:off x="2398288" y="2573789"/>
            <a:ext cx="1828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581168" y="2573789"/>
            <a:ext cx="548640" cy="119299"/>
          </a:xfrm>
          <a:prstGeom prst="rect">
            <a:avLst/>
          </a:prstGeom>
          <a:solidFill>
            <a:srgbClr val="F8F9FA"/>
          </a:solidFill>
          <a:ln w="6350">
            <a:solidFill>
              <a:srgbClr val="DDDDDD"/>
            </a:solidFill>
            <a:prstDash val="solid"/>
          </a:ln>
        </p:spPr>
      </p:sp>
      <p:sp>
        <p:nvSpPr>
          <p:cNvPr id="68" name="Text 60"/>
          <p:cNvSpPr txBox="1"/>
          <p:nvPr/>
        </p:nvSpPr>
        <p:spPr>
          <a:xfrm>
            <a:off x="258116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129808" y="2573789"/>
            <a:ext cx="868680" cy="119299"/>
          </a:xfrm>
          <a:prstGeom prst="rect">
            <a:avLst/>
          </a:prstGeom>
          <a:solidFill>
            <a:srgbClr val="F8F9FA"/>
          </a:solidFill>
          <a:ln w="6350">
            <a:solidFill>
              <a:srgbClr val="DDDDDD"/>
            </a:solidFill>
            <a:prstDash val="solid"/>
          </a:ln>
        </p:spPr>
      </p:sp>
      <p:sp>
        <p:nvSpPr>
          <p:cNvPr id="70" name="Text 62"/>
          <p:cNvSpPr txBox="1"/>
          <p:nvPr/>
        </p:nvSpPr>
        <p:spPr>
          <a:xfrm>
            <a:off x="3129808" y="2573789"/>
            <a:ext cx="8686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587776" y="2693089"/>
            <a:ext cx="256032" cy="119299"/>
          </a:xfrm>
          <a:prstGeom prst="rect">
            <a:avLst/>
          </a:prstGeom>
          <a:solidFill>
            <a:srgbClr val="F8F9FA"/>
          </a:solidFill>
          <a:ln w="6350">
            <a:solidFill>
              <a:srgbClr val="DDDDDD"/>
            </a:solidFill>
            <a:prstDash val="solid"/>
          </a:ln>
        </p:spPr>
      </p:sp>
      <p:sp>
        <p:nvSpPr>
          <p:cNvPr id="72" name="Text 64"/>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3" name="Shape 65"/>
          <p:cNvSpPr/>
          <p:nvPr/>
        </p:nvSpPr>
        <p:spPr>
          <a:xfrm>
            <a:off x="843808" y="2693089"/>
            <a:ext cx="777240" cy="119299"/>
          </a:xfrm>
          <a:prstGeom prst="rect">
            <a:avLst/>
          </a:prstGeom>
          <a:solidFill>
            <a:srgbClr val="0F4C3A"/>
          </a:solidFill>
          <a:ln w="6350">
            <a:solidFill>
              <a:srgbClr val="E2E2E2"/>
            </a:solidFill>
            <a:prstDash val="solid"/>
          </a:ln>
        </p:spPr>
      </p:sp>
      <p:sp>
        <p:nvSpPr>
          <p:cNvPr id="74" name="Text 66"/>
          <p:cNvSpPr txBox="1"/>
          <p:nvPr/>
        </p:nvSpPr>
        <p:spPr>
          <a:xfrm>
            <a:off x="871240" y="2693089"/>
            <a:ext cx="7223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Ekskul</a:t>
            </a:r>
            <a:endParaRPr lang="en-US" sz="600" dirty="0"/>
          </a:p>
        </p:txBody>
      </p:sp>
      <p:sp>
        <p:nvSpPr>
          <p:cNvPr id="75" name="Shape 67"/>
          <p:cNvSpPr/>
          <p:nvPr/>
        </p:nvSpPr>
        <p:spPr>
          <a:xfrm>
            <a:off x="1621048" y="2693089"/>
            <a:ext cx="777240" cy="119299"/>
          </a:xfrm>
          <a:prstGeom prst="rect">
            <a:avLst/>
          </a:prstGeom>
          <a:solidFill>
            <a:srgbClr val="0F4C3A"/>
          </a:solidFill>
          <a:ln w="6350">
            <a:solidFill>
              <a:srgbClr val="E2E2E2"/>
            </a:solidFill>
            <a:prstDash val="solid"/>
          </a:ln>
        </p:spPr>
      </p:sp>
      <p:sp>
        <p:nvSpPr>
          <p:cNvPr id="76" name="Text 68"/>
          <p:cNvSpPr txBox="1"/>
          <p:nvPr/>
        </p:nvSpPr>
        <p:spPr>
          <a:xfrm>
            <a:off x="1648480" y="2693089"/>
            <a:ext cx="7223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Jumlah</a:t>
            </a:r>
            <a:endParaRPr lang="en-US" sz="600" dirty="0"/>
          </a:p>
        </p:txBody>
      </p:sp>
      <p:sp>
        <p:nvSpPr>
          <p:cNvPr id="77" name="Shape 69"/>
          <p:cNvSpPr/>
          <p:nvPr/>
        </p:nvSpPr>
        <p:spPr>
          <a:xfrm>
            <a:off x="2398288" y="2693089"/>
            <a:ext cx="182880" cy="119299"/>
          </a:xfrm>
          <a:prstGeom prst="rect">
            <a:avLst/>
          </a:prstGeom>
          <a:solidFill>
            <a:srgbClr val="0F4C3A"/>
          </a:solidFill>
          <a:ln w="6350">
            <a:solidFill>
              <a:srgbClr val="E2E2E2"/>
            </a:solidFill>
            <a:prstDash val="solid"/>
          </a:ln>
        </p:spPr>
      </p:sp>
      <p:sp>
        <p:nvSpPr>
          <p:cNvPr id="78" name="Shape 70"/>
          <p:cNvSpPr/>
          <p:nvPr/>
        </p:nvSpPr>
        <p:spPr>
          <a:xfrm>
            <a:off x="2581168" y="2693089"/>
            <a:ext cx="548640" cy="119299"/>
          </a:xfrm>
          <a:prstGeom prst="rect">
            <a:avLst/>
          </a:prstGeom>
          <a:solidFill>
            <a:srgbClr val="0F4C3A"/>
          </a:solidFill>
          <a:ln w="6350">
            <a:solidFill>
              <a:srgbClr val="E2E2E2"/>
            </a:solidFill>
            <a:prstDash val="solid"/>
          </a:ln>
        </p:spPr>
      </p:sp>
      <p:sp>
        <p:nvSpPr>
          <p:cNvPr id="79" name="Shape 71"/>
          <p:cNvSpPr/>
          <p:nvPr/>
        </p:nvSpPr>
        <p:spPr>
          <a:xfrm>
            <a:off x="3129808" y="2693089"/>
            <a:ext cx="868680" cy="119299"/>
          </a:xfrm>
          <a:prstGeom prst="rect">
            <a:avLst/>
          </a:prstGeom>
          <a:solidFill>
            <a:srgbClr val="0F4C3A"/>
          </a:solidFill>
          <a:ln w="6350">
            <a:solidFill>
              <a:srgbClr val="E2E2E2"/>
            </a:solidFill>
            <a:prstDash val="solid"/>
          </a:ln>
        </p:spPr>
      </p:sp>
      <p:sp>
        <p:nvSpPr>
          <p:cNvPr id="80" name="Shape 72"/>
          <p:cNvSpPr/>
          <p:nvPr/>
        </p:nvSpPr>
        <p:spPr>
          <a:xfrm>
            <a:off x="587776" y="2812388"/>
            <a:ext cx="256032" cy="119299"/>
          </a:xfrm>
          <a:prstGeom prst="rect">
            <a:avLst/>
          </a:prstGeom>
          <a:solidFill>
            <a:srgbClr val="F8F9FA"/>
          </a:solidFill>
          <a:ln w="6350">
            <a:solidFill>
              <a:srgbClr val="DDDDDD"/>
            </a:solidFill>
            <a:prstDash val="solid"/>
          </a:ln>
        </p:spPr>
      </p:sp>
      <p:sp>
        <p:nvSpPr>
          <p:cNvPr id="81" name="Text 73"/>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2" name="Shape 74"/>
          <p:cNvSpPr/>
          <p:nvPr/>
        </p:nvSpPr>
        <p:spPr>
          <a:xfrm>
            <a:off x="843808" y="2812388"/>
            <a:ext cx="777240" cy="119299"/>
          </a:xfrm>
          <a:prstGeom prst="rect">
            <a:avLst/>
          </a:prstGeom>
          <a:solidFill>
            <a:srgbClr val="FFFFFF"/>
          </a:solidFill>
          <a:ln w="6350">
            <a:solidFill>
              <a:srgbClr val="E2E2E2"/>
            </a:solidFill>
            <a:prstDash val="solid"/>
          </a:ln>
        </p:spPr>
      </p:sp>
      <p:sp>
        <p:nvSpPr>
          <p:cNvPr id="83" name="Shape 75"/>
          <p:cNvSpPr/>
          <p:nvPr/>
        </p:nvSpPr>
        <p:spPr>
          <a:xfrm>
            <a:off x="1621048" y="2812388"/>
            <a:ext cx="777240" cy="119299"/>
          </a:xfrm>
          <a:prstGeom prst="rect">
            <a:avLst/>
          </a:prstGeom>
          <a:solidFill>
            <a:srgbClr val="FFFFFF"/>
          </a:solidFill>
          <a:ln w="6350">
            <a:solidFill>
              <a:srgbClr val="E2E2E2"/>
            </a:solidFill>
            <a:prstDash val="solid"/>
          </a:ln>
        </p:spPr>
      </p:sp>
      <p:sp>
        <p:nvSpPr>
          <p:cNvPr id="84" name="Shape 76"/>
          <p:cNvSpPr/>
          <p:nvPr/>
        </p:nvSpPr>
        <p:spPr>
          <a:xfrm>
            <a:off x="2398288" y="2812388"/>
            <a:ext cx="182880" cy="119299"/>
          </a:xfrm>
          <a:prstGeom prst="rect">
            <a:avLst/>
          </a:prstGeom>
          <a:solidFill>
            <a:srgbClr val="FFFFFF"/>
          </a:solidFill>
          <a:ln w="6350">
            <a:solidFill>
              <a:srgbClr val="E2E2E2"/>
            </a:solidFill>
            <a:prstDash val="solid"/>
          </a:ln>
        </p:spPr>
      </p:sp>
      <p:sp>
        <p:nvSpPr>
          <p:cNvPr id="85" name="Shape 77"/>
          <p:cNvSpPr/>
          <p:nvPr/>
        </p:nvSpPr>
        <p:spPr>
          <a:xfrm>
            <a:off x="2581168" y="2812388"/>
            <a:ext cx="548640" cy="119299"/>
          </a:xfrm>
          <a:prstGeom prst="rect">
            <a:avLst/>
          </a:prstGeom>
          <a:solidFill>
            <a:srgbClr val="FFFFFF"/>
          </a:solidFill>
          <a:ln w="6350">
            <a:solidFill>
              <a:srgbClr val="E2E2E2"/>
            </a:solidFill>
            <a:prstDash val="solid"/>
          </a:ln>
        </p:spPr>
      </p:sp>
      <p:sp>
        <p:nvSpPr>
          <p:cNvPr id="86" name="Shape 78"/>
          <p:cNvSpPr/>
          <p:nvPr/>
        </p:nvSpPr>
        <p:spPr>
          <a:xfrm>
            <a:off x="3129808" y="2812388"/>
            <a:ext cx="868680" cy="119299"/>
          </a:xfrm>
          <a:prstGeom prst="rect">
            <a:avLst/>
          </a:prstGeom>
          <a:solidFill>
            <a:srgbClr val="FFFFFF"/>
          </a:solidFill>
          <a:ln w="6350">
            <a:solidFill>
              <a:srgbClr val="E2E2E2"/>
            </a:solidFill>
            <a:prstDash val="solid"/>
          </a:ln>
        </p:spPr>
      </p:sp>
      <p:sp>
        <p:nvSpPr>
          <p:cNvPr id="87" name="Shape 79"/>
          <p:cNvSpPr/>
          <p:nvPr/>
        </p:nvSpPr>
        <p:spPr>
          <a:xfrm>
            <a:off x="587776" y="29316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89" name="Shape 81"/>
          <p:cNvSpPr/>
          <p:nvPr/>
        </p:nvSpPr>
        <p:spPr>
          <a:xfrm>
            <a:off x="843808" y="2931688"/>
            <a:ext cx="777240" cy="119299"/>
          </a:xfrm>
          <a:prstGeom prst="rect">
            <a:avLst/>
          </a:prstGeom>
          <a:solidFill>
            <a:srgbClr val="FFFFFF"/>
          </a:solidFill>
          <a:ln w="6350">
            <a:solidFill>
              <a:srgbClr val="E2E2E2"/>
            </a:solidFill>
            <a:prstDash val="solid"/>
          </a:ln>
        </p:spPr>
      </p:sp>
      <p:sp>
        <p:nvSpPr>
          <p:cNvPr id="90" name="Shape 82"/>
          <p:cNvSpPr/>
          <p:nvPr/>
        </p:nvSpPr>
        <p:spPr>
          <a:xfrm>
            <a:off x="1621048" y="2931688"/>
            <a:ext cx="777240" cy="119299"/>
          </a:xfrm>
          <a:prstGeom prst="rect">
            <a:avLst/>
          </a:prstGeom>
          <a:solidFill>
            <a:srgbClr val="FFFFFF"/>
          </a:solidFill>
          <a:ln w="6350">
            <a:solidFill>
              <a:srgbClr val="E2E2E2"/>
            </a:solidFill>
            <a:prstDash val="solid"/>
          </a:ln>
        </p:spPr>
      </p:sp>
      <p:sp>
        <p:nvSpPr>
          <p:cNvPr id="91" name="Shape 83"/>
          <p:cNvSpPr/>
          <p:nvPr/>
        </p:nvSpPr>
        <p:spPr>
          <a:xfrm>
            <a:off x="2398288" y="2931688"/>
            <a:ext cx="182880" cy="119299"/>
          </a:xfrm>
          <a:prstGeom prst="rect">
            <a:avLst/>
          </a:prstGeom>
          <a:solidFill>
            <a:srgbClr val="FFFFFF"/>
          </a:solidFill>
          <a:ln w="6350">
            <a:solidFill>
              <a:srgbClr val="E2E2E2"/>
            </a:solidFill>
            <a:prstDash val="solid"/>
          </a:ln>
        </p:spPr>
      </p:sp>
      <p:sp>
        <p:nvSpPr>
          <p:cNvPr id="92" name="Shape 84"/>
          <p:cNvSpPr/>
          <p:nvPr/>
        </p:nvSpPr>
        <p:spPr>
          <a:xfrm>
            <a:off x="2581168" y="2931688"/>
            <a:ext cx="548640" cy="119299"/>
          </a:xfrm>
          <a:prstGeom prst="rect">
            <a:avLst/>
          </a:prstGeom>
          <a:solidFill>
            <a:srgbClr val="FFFFFF"/>
          </a:solidFill>
          <a:ln w="6350">
            <a:solidFill>
              <a:srgbClr val="E2E2E2"/>
            </a:solidFill>
            <a:prstDash val="solid"/>
          </a:ln>
        </p:spPr>
      </p:sp>
      <p:sp>
        <p:nvSpPr>
          <p:cNvPr id="93" name="Shape 85"/>
          <p:cNvSpPr/>
          <p:nvPr/>
        </p:nvSpPr>
        <p:spPr>
          <a:xfrm>
            <a:off x="3129808" y="2931688"/>
            <a:ext cx="868680" cy="119299"/>
          </a:xfrm>
          <a:prstGeom prst="rect">
            <a:avLst/>
          </a:prstGeom>
          <a:solidFill>
            <a:srgbClr val="FFFFFF"/>
          </a:solidFill>
          <a:ln w="6350">
            <a:solidFill>
              <a:srgbClr val="E2E2E2"/>
            </a:solidFill>
            <a:prstDash val="solid"/>
          </a:ln>
        </p:spPr>
      </p:sp>
      <p:sp>
        <p:nvSpPr>
          <p:cNvPr id="94" name="Shape 86"/>
          <p:cNvSpPr/>
          <p:nvPr/>
        </p:nvSpPr>
        <p:spPr>
          <a:xfrm>
            <a:off x="587776" y="3050987"/>
            <a:ext cx="256032" cy="119299"/>
          </a:xfrm>
          <a:prstGeom prst="rect">
            <a:avLst/>
          </a:prstGeom>
          <a:solidFill>
            <a:srgbClr val="F8F9FA"/>
          </a:solidFill>
          <a:ln w="6350">
            <a:solidFill>
              <a:srgbClr val="DDDDDD"/>
            </a:solidFill>
            <a:prstDash val="solid"/>
          </a:ln>
        </p:spPr>
      </p:sp>
      <p:sp>
        <p:nvSpPr>
          <p:cNvPr id="95" name="Text 87"/>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96" name="Shape 88"/>
          <p:cNvSpPr/>
          <p:nvPr/>
        </p:nvSpPr>
        <p:spPr>
          <a:xfrm>
            <a:off x="843808" y="3050987"/>
            <a:ext cx="777240" cy="119299"/>
          </a:xfrm>
          <a:prstGeom prst="rect">
            <a:avLst/>
          </a:prstGeom>
          <a:solidFill>
            <a:srgbClr val="FFFFFF"/>
          </a:solidFill>
          <a:ln w="6350">
            <a:solidFill>
              <a:srgbClr val="E2E2E2"/>
            </a:solidFill>
            <a:prstDash val="solid"/>
          </a:ln>
        </p:spPr>
      </p:sp>
      <p:sp>
        <p:nvSpPr>
          <p:cNvPr id="97" name="Shape 89"/>
          <p:cNvSpPr/>
          <p:nvPr/>
        </p:nvSpPr>
        <p:spPr>
          <a:xfrm>
            <a:off x="1621048" y="3050987"/>
            <a:ext cx="777240" cy="119299"/>
          </a:xfrm>
          <a:prstGeom prst="rect">
            <a:avLst/>
          </a:prstGeom>
          <a:solidFill>
            <a:srgbClr val="FFFFFF"/>
          </a:solidFill>
          <a:ln w="6350">
            <a:solidFill>
              <a:srgbClr val="E2E2E2"/>
            </a:solidFill>
            <a:prstDash val="solid"/>
          </a:ln>
        </p:spPr>
      </p:sp>
      <p:sp>
        <p:nvSpPr>
          <p:cNvPr id="98" name="Shape 90"/>
          <p:cNvSpPr/>
          <p:nvPr/>
        </p:nvSpPr>
        <p:spPr>
          <a:xfrm>
            <a:off x="2398288" y="3050987"/>
            <a:ext cx="182880" cy="119299"/>
          </a:xfrm>
          <a:prstGeom prst="rect">
            <a:avLst/>
          </a:prstGeom>
          <a:solidFill>
            <a:srgbClr val="FFFFFF"/>
          </a:solidFill>
          <a:ln w="6350">
            <a:solidFill>
              <a:srgbClr val="E2E2E2"/>
            </a:solidFill>
            <a:prstDash val="solid"/>
          </a:ln>
        </p:spPr>
      </p:sp>
      <p:sp>
        <p:nvSpPr>
          <p:cNvPr id="99" name="Shape 91"/>
          <p:cNvSpPr/>
          <p:nvPr/>
        </p:nvSpPr>
        <p:spPr>
          <a:xfrm>
            <a:off x="2581168" y="3050987"/>
            <a:ext cx="548640" cy="119299"/>
          </a:xfrm>
          <a:prstGeom prst="rect">
            <a:avLst/>
          </a:prstGeom>
          <a:solidFill>
            <a:srgbClr val="FFFFFF"/>
          </a:solidFill>
          <a:ln w="6350">
            <a:solidFill>
              <a:srgbClr val="E2E2E2"/>
            </a:solidFill>
            <a:prstDash val="solid"/>
          </a:ln>
        </p:spPr>
      </p:sp>
      <p:sp>
        <p:nvSpPr>
          <p:cNvPr id="100" name="Shape 92"/>
          <p:cNvSpPr/>
          <p:nvPr/>
        </p:nvSpPr>
        <p:spPr>
          <a:xfrm>
            <a:off x="3129808" y="3050987"/>
            <a:ext cx="868680" cy="119299"/>
          </a:xfrm>
          <a:prstGeom prst="rect">
            <a:avLst/>
          </a:prstGeom>
          <a:solidFill>
            <a:srgbClr val="FFFFFF"/>
          </a:solidFill>
          <a:ln w="6350">
            <a:solidFill>
              <a:srgbClr val="E2E2E2"/>
            </a:solidFill>
            <a:prstDash val="solid"/>
          </a:ln>
        </p:spPr>
      </p:sp>
      <p:sp>
        <p:nvSpPr>
          <p:cNvPr id="101" name="Shape 93"/>
          <p:cNvSpPr/>
          <p:nvPr/>
        </p:nvSpPr>
        <p:spPr>
          <a:xfrm>
            <a:off x="587776" y="3170287"/>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03" name="Shape 95"/>
          <p:cNvSpPr/>
          <p:nvPr/>
        </p:nvSpPr>
        <p:spPr>
          <a:xfrm>
            <a:off x="843808" y="3170287"/>
            <a:ext cx="777240" cy="119299"/>
          </a:xfrm>
          <a:prstGeom prst="rect">
            <a:avLst/>
          </a:prstGeom>
          <a:solidFill>
            <a:srgbClr val="FFFFFF"/>
          </a:solidFill>
          <a:ln w="6350">
            <a:solidFill>
              <a:srgbClr val="E2E2E2"/>
            </a:solidFill>
            <a:prstDash val="solid"/>
          </a:ln>
        </p:spPr>
      </p:sp>
      <p:sp>
        <p:nvSpPr>
          <p:cNvPr id="104" name="Shape 96"/>
          <p:cNvSpPr/>
          <p:nvPr/>
        </p:nvSpPr>
        <p:spPr>
          <a:xfrm>
            <a:off x="1621048" y="3170287"/>
            <a:ext cx="777240" cy="119299"/>
          </a:xfrm>
          <a:prstGeom prst="rect">
            <a:avLst/>
          </a:prstGeom>
          <a:solidFill>
            <a:srgbClr val="FFFFFF"/>
          </a:solidFill>
          <a:ln w="6350">
            <a:solidFill>
              <a:srgbClr val="E2E2E2"/>
            </a:solidFill>
            <a:prstDash val="solid"/>
          </a:ln>
        </p:spPr>
      </p:sp>
      <p:sp>
        <p:nvSpPr>
          <p:cNvPr id="105" name="Shape 97"/>
          <p:cNvSpPr/>
          <p:nvPr/>
        </p:nvSpPr>
        <p:spPr>
          <a:xfrm>
            <a:off x="2398288" y="3170287"/>
            <a:ext cx="182880" cy="119299"/>
          </a:xfrm>
          <a:prstGeom prst="rect">
            <a:avLst/>
          </a:prstGeom>
          <a:solidFill>
            <a:srgbClr val="FFFFFF"/>
          </a:solidFill>
          <a:ln w="6350">
            <a:solidFill>
              <a:srgbClr val="E2E2E2"/>
            </a:solidFill>
            <a:prstDash val="solid"/>
          </a:ln>
        </p:spPr>
      </p:sp>
      <p:sp>
        <p:nvSpPr>
          <p:cNvPr id="106" name="Shape 98"/>
          <p:cNvSpPr/>
          <p:nvPr/>
        </p:nvSpPr>
        <p:spPr>
          <a:xfrm>
            <a:off x="2581168" y="3170287"/>
            <a:ext cx="548640" cy="119299"/>
          </a:xfrm>
          <a:prstGeom prst="rect">
            <a:avLst/>
          </a:prstGeom>
          <a:solidFill>
            <a:srgbClr val="FFFFFF"/>
          </a:solidFill>
          <a:ln w="6350">
            <a:solidFill>
              <a:srgbClr val="E2E2E2"/>
            </a:solidFill>
            <a:prstDash val="solid"/>
          </a:ln>
        </p:spPr>
      </p:sp>
      <p:sp>
        <p:nvSpPr>
          <p:cNvPr id="107" name="Shape 99"/>
          <p:cNvSpPr/>
          <p:nvPr/>
        </p:nvSpPr>
        <p:spPr>
          <a:xfrm>
            <a:off x="3129808" y="3170287"/>
            <a:ext cx="868680" cy="119299"/>
          </a:xfrm>
          <a:prstGeom prst="rect">
            <a:avLst/>
          </a:prstGeom>
          <a:solidFill>
            <a:srgbClr val="FFFFFF"/>
          </a:solidFill>
          <a:ln w="6350">
            <a:solidFill>
              <a:srgbClr val="E2E2E2"/>
            </a:solidFill>
            <a:prstDash val="solid"/>
          </a:ln>
        </p:spPr>
      </p:sp>
      <p:sp>
        <p:nvSpPr>
          <p:cNvPr id="108" name="Shape 100"/>
          <p:cNvSpPr/>
          <p:nvPr/>
        </p:nvSpPr>
        <p:spPr>
          <a:xfrm>
            <a:off x="587776" y="3289586"/>
            <a:ext cx="256032" cy="119299"/>
          </a:xfrm>
          <a:prstGeom prst="rect">
            <a:avLst/>
          </a:prstGeom>
          <a:solidFill>
            <a:srgbClr val="F8F9FA"/>
          </a:solidFill>
          <a:ln w="6350">
            <a:solidFill>
              <a:srgbClr val="DDDDDD"/>
            </a:solidFill>
            <a:prstDash val="solid"/>
          </a:ln>
        </p:spPr>
      </p:sp>
      <p:sp>
        <p:nvSpPr>
          <p:cNvPr id="109" name="Text 101"/>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10" name="Shape 102"/>
          <p:cNvSpPr/>
          <p:nvPr/>
        </p:nvSpPr>
        <p:spPr>
          <a:xfrm>
            <a:off x="843808" y="3289586"/>
            <a:ext cx="777240" cy="119299"/>
          </a:xfrm>
          <a:prstGeom prst="rect">
            <a:avLst/>
          </a:prstGeom>
          <a:solidFill>
            <a:srgbClr val="FFFFFF"/>
          </a:solidFill>
          <a:ln w="6350">
            <a:solidFill>
              <a:srgbClr val="E2E2E2"/>
            </a:solidFill>
            <a:prstDash val="solid"/>
          </a:ln>
        </p:spPr>
      </p:sp>
      <p:sp>
        <p:nvSpPr>
          <p:cNvPr id="111" name="Shape 103"/>
          <p:cNvSpPr/>
          <p:nvPr/>
        </p:nvSpPr>
        <p:spPr>
          <a:xfrm>
            <a:off x="1621048" y="3289586"/>
            <a:ext cx="777240" cy="119299"/>
          </a:xfrm>
          <a:prstGeom prst="rect">
            <a:avLst/>
          </a:prstGeom>
          <a:solidFill>
            <a:srgbClr val="FFFFFF"/>
          </a:solidFill>
          <a:ln w="6350">
            <a:solidFill>
              <a:srgbClr val="E2E2E2"/>
            </a:solidFill>
            <a:prstDash val="solid"/>
          </a:ln>
        </p:spPr>
      </p:sp>
      <p:sp>
        <p:nvSpPr>
          <p:cNvPr id="112" name="Shape 104"/>
          <p:cNvSpPr/>
          <p:nvPr/>
        </p:nvSpPr>
        <p:spPr>
          <a:xfrm>
            <a:off x="2398288" y="3289586"/>
            <a:ext cx="182880" cy="119299"/>
          </a:xfrm>
          <a:prstGeom prst="rect">
            <a:avLst/>
          </a:prstGeom>
          <a:solidFill>
            <a:srgbClr val="FFFFFF"/>
          </a:solidFill>
          <a:ln w="6350">
            <a:solidFill>
              <a:srgbClr val="E2E2E2"/>
            </a:solidFill>
            <a:prstDash val="solid"/>
          </a:ln>
        </p:spPr>
      </p:sp>
      <p:sp>
        <p:nvSpPr>
          <p:cNvPr id="113" name="Shape 105"/>
          <p:cNvSpPr/>
          <p:nvPr/>
        </p:nvSpPr>
        <p:spPr>
          <a:xfrm>
            <a:off x="2581168" y="3289586"/>
            <a:ext cx="548640" cy="119299"/>
          </a:xfrm>
          <a:prstGeom prst="rect">
            <a:avLst/>
          </a:prstGeom>
          <a:solidFill>
            <a:srgbClr val="FFFFFF"/>
          </a:solidFill>
          <a:ln w="6350">
            <a:solidFill>
              <a:srgbClr val="E2E2E2"/>
            </a:solidFill>
            <a:prstDash val="solid"/>
          </a:ln>
        </p:spPr>
      </p:sp>
      <p:sp>
        <p:nvSpPr>
          <p:cNvPr id="114" name="Shape 106"/>
          <p:cNvSpPr/>
          <p:nvPr/>
        </p:nvSpPr>
        <p:spPr>
          <a:xfrm>
            <a:off x="3129808" y="3289586"/>
            <a:ext cx="868680" cy="119299"/>
          </a:xfrm>
          <a:prstGeom prst="rect">
            <a:avLst/>
          </a:prstGeom>
          <a:solidFill>
            <a:srgbClr val="FFFFFF"/>
          </a:solidFill>
          <a:ln w="6350">
            <a:solidFill>
              <a:srgbClr val="E2E2E2"/>
            </a:solidFill>
            <a:prstDash val="solid"/>
          </a:ln>
        </p:spPr>
      </p:sp>
      <p:sp>
        <p:nvSpPr>
          <p:cNvPr id="115" name="Shape 107"/>
          <p:cNvSpPr/>
          <p:nvPr/>
        </p:nvSpPr>
        <p:spPr>
          <a:xfrm>
            <a:off x="587776" y="3408885"/>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17" name="Shape 109"/>
          <p:cNvSpPr/>
          <p:nvPr/>
        </p:nvSpPr>
        <p:spPr>
          <a:xfrm>
            <a:off x="843808" y="3408885"/>
            <a:ext cx="777240" cy="119299"/>
          </a:xfrm>
          <a:prstGeom prst="rect">
            <a:avLst/>
          </a:prstGeom>
          <a:solidFill>
            <a:srgbClr val="FFFFFF"/>
          </a:solidFill>
          <a:ln w="6350">
            <a:solidFill>
              <a:srgbClr val="E2E2E2"/>
            </a:solidFill>
            <a:prstDash val="solid"/>
          </a:ln>
        </p:spPr>
      </p:sp>
      <p:sp>
        <p:nvSpPr>
          <p:cNvPr id="118" name="Shape 110"/>
          <p:cNvSpPr/>
          <p:nvPr/>
        </p:nvSpPr>
        <p:spPr>
          <a:xfrm>
            <a:off x="1621048" y="3408885"/>
            <a:ext cx="777240" cy="119299"/>
          </a:xfrm>
          <a:prstGeom prst="rect">
            <a:avLst/>
          </a:prstGeom>
          <a:solidFill>
            <a:srgbClr val="FFFFFF"/>
          </a:solidFill>
          <a:ln w="6350">
            <a:solidFill>
              <a:srgbClr val="E2E2E2"/>
            </a:solidFill>
            <a:prstDash val="solid"/>
          </a:ln>
        </p:spPr>
      </p:sp>
      <p:sp>
        <p:nvSpPr>
          <p:cNvPr id="119" name="Shape 111"/>
          <p:cNvSpPr/>
          <p:nvPr/>
        </p:nvSpPr>
        <p:spPr>
          <a:xfrm>
            <a:off x="2398288" y="3408885"/>
            <a:ext cx="182880" cy="119299"/>
          </a:xfrm>
          <a:prstGeom prst="rect">
            <a:avLst/>
          </a:prstGeom>
          <a:solidFill>
            <a:srgbClr val="FFFFFF"/>
          </a:solidFill>
          <a:ln w="6350">
            <a:solidFill>
              <a:srgbClr val="E2E2E2"/>
            </a:solidFill>
            <a:prstDash val="solid"/>
          </a:ln>
        </p:spPr>
      </p:sp>
      <p:sp>
        <p:nvSpPr>
          <p:cNvPr id="120" name="Shape 112"/>
          <p:cNvSpPr/>
          <p:nvPr/>
        </p:nvSpPr>
        <p:spPr>
          <a:xfrm>
            <a:off x="2581168" y="3408885"/>
            <a:ext cx="548640" cy="119299"/>
          </a:xfrm>
          <a:prstGeom prst="rect">
            <a:avLst/>
          </a:prstGeom>
          <a:solidFill>
            <a:srgbClr val="FFFFFF"/>
          </a:solidFill>
          <a:ln w="6350">
            <a:solidFill>
              <a:srgbClr val="E2E2E2"/>
            </a:solidFill>
            <a:prstDash val="solid"/>
          </a:ln>
        </p:spPr>
      </p:sp>
      <p:sp>
        <p:nvSpPr>
          <p:cNvPr id="121" name="Shape 113"/>
          <p:cNvSpPr/>
          <p:nvPr/>
        </p:nvSpPr>
        <p:spPr>
          <a:xfrm>
            <a:off x="3129808" y="3408885"/>
            <a:ext cx="868680" cy="119299"/>
          </a:xfrm>
          <a:prstGeom prst="rect">
            <a:avLst/>
          </a:prstGeom>
          <a:solidFill>
            <a:srgbClr val="FFFFFF"/>
          </a:solidFill>
          <a:ln w="6350">
            <a:solidFill>
              <a:srgbClr val="E2E2E2"/>
            </a:solidFill>
            <a:prstDash val="solid"/>
          </a:ln>
        </p:spPr>
      </p:sp>
      <p:sp>
        <p:nvSpPr>
          <p:cNvPr id="122" name="Shape 114"/>
          <p:cNvSpPr/>
          <p:nvPr/>
        </p:nvSpPr>
        <p:spPr>
          <a:xfrm>
            <a:off x="587776" y="3528185"/>
            <a:ext cx="256032" cy="119299"/>
          </a:xfrm>
          <a:prstGeom prst="rect">
            <a:avLst/>
          </a:prstGeom>
          <a:solidFill>
            <a:srgbClr val="F8F9FA"/>
          </a:solidFill>
          <a:ln w="6350">
            <a:solidFill>
              <a:srgbClr val="DDDDDD"/>
            </a:solidFill>
            <a:prstDash val="solid"/>
          </a:ln>
        </p:spPr>
      </p:sp>
      <p:sp>
        <p:nvSpPr>
          <p:cNvPr id="123" name="Text 115"/>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24" name="Shape 116"/>
          <p:cNvSpPr/>
          <p:nvPr/>
        </p:nvSpPr>
        <p:spPr>
          <a:xfrm>
            <a:off x="843808" y="3528185"/>
            <a:ext cx="777240" cy="119299"/>
          </a:xfrm>
          <a:prstGeom prst="rect">
            <a:avLst/>
          </a:prstGeom>
          <a:solidFill>
            <a:srgbClr val="FFFFFF"/>
          </a:solidFill>
          <a:ln w="6350">
            <a:solidFill>
              <a:srgbClr val="E2E2E2"/>
            </a:solidFill>
            <a:prstDash val="solid"/>
          </a:ln>
        </p:spPr>
      </p:sp>
      <p:sp>
        <p:nvSpPr>
          <p:cNvPr id="125" name="Shape 117"/>
          <p:cNvSpPr/>
          <p:nvPr/>
        </p:nvSpPr>
        <p:spPr>
          <a:xfrm>
            <a:off x="1621048" y="3528185"/>
            <a:ext cx="777240" cy="119299"/>
          </a:xfrm>
          <a:prstGeom prst="rect">
            <a:avLst/>
          </a:prstGeom>
          <a:solidFill>
            <a:srgbClr val="FFFFFF"/>
          </a:solidFill>
          <a:ln w="6350">
            <a:solidFill>
              <a:srgbClr val="E2E2E2"/>
            </a:solidFill>
            <a:prstDash val="solid"/>
          </a:ln>
        </p:spPr>
      </p:sp>
      <p:sp>
        <p:nvSpPr>
          <p:cNvPr id="126" name="Shape 118"/>
          <p:cNvSpPr/>
          <p:nvPr/>
        </p:nvSpPr>
        <p:spPr>
          <a:xfrm>
            <a:off x="2398288" y="3528185"/>
            <a:ext cx="182880" cy="119299"/>
          </a:xfrm>
          <a:prstGeom prst="rect">
            <a:avLst/>
          </a:prstGeom>
          <a:solidFill>
            <a:srgbClr val="FFFFFF"/>
          </a:solidFill>
          <a:ln w="6350">
            <a:solidFill>
              <a:srgbClr val="E2E2E2"/>
            </a:solidFill>
            <a:prstDash val="solid"/>
          </a:ln>
        </p:spPr>
      </p:sp>
      <p:sp>
        <p:nvSpPr>
          <p:cNvPr id="127" name="Shape 119"/>
          <p:cNvSpPr/>
          <p:nvPr/>
        </p:nvSpPr>
        <p:spPr>
          <a:xfrm>
            <a:off x="2581168" y="3528185"/>
            <a:ext cx="548640" cy="119299"/>
          </a:xfrm>
          <a:prstGeom prst="rect">
            <a:avLst/>
          </a:prstGeom>
          <a:solidFill>
            <a:srgbClr val="FFFFFF"/>
          </a:solidFill>
          <a:ln w="6350">
            <a:solidFill>
              <a:srgbClr val="E2E2E2"/>
            </a:solidFill>
            <a:prstDash val="solid"/>
          </a:ln>
        </p:spPr>
      </p:sp>
      <p:sp>
        <p:nvSpPr>
          <p:cNvPr id="128" name="Shape 120"/>
          <p:cNvSpPr/>
          <p:nvPr/>
        </p:nvSpPr>
        <p:spPr>
          <a:xfrm>
            <a:off x="3129808" y="3528185"/>
            <a:ext cx="868680" cy="119299"/>
          </a:xfrm>
          <a:prstGeom prst="rect">
            <a:avLst/>
          </a:prstGeom>
          <a:solidFill>
            <a:srgbClr val="FFFFFF"/>
          </a:solidFill>
          <a:ln w="6350">
            <a:solidFill>
              <a:srgbClr val="E2E2E2"/>
            </a:solidFill>
            <a:prstDash val="solid"/>
          </a:ln>
        </p:spPr>
      </p:sp>
      <p:sp>
        <p:nvSpPr>
          <p:cNvPr id="129" name="Shape 121"/>
          <p:cNvSpPr/>
          <p:nvPr/>
        </p:nvSpPr>
        <p:spPr>
          <a:xfrm>
            <a:off x="587776" y="3647484"/>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31" name="Shape 123"/>
          <p:cNvSpPr/>
          <p:nvPr/>
        </p:nvSpPr>
        <p:spPr>
          <a:xfrm>
            <a:off x="843808" y="3647484"/>
            <a:ext cx="777240" cy="119299"/>
          </a:xfrm>
          <a:prstGeom prst="rect">
            <a:avLst/>
          </a:prstGeom>
          <a:solidFill>
            <a:srgbClr val="FFFFFF"/>
          </a:solidFill>
          <a:ln w="6350">
            <a:solidFill>
              <a:srgbClr val="E2E2E2"/>
            </a:solidFill>
            <a:prstDash val="solid"/>
          </a:ln>
        </p:spPr>
      </p:sp>
      <p:sp>
        <p:nvSpPr>
          <p:cNvPr id="132" name="Shape 124"/>
          <p:cNvSpPr/>
          <p:nvPr/>
        </p:nvSpPr>
        <p:spPr>
          <a:xfrm>
            <a:off x="1621048" y="3647484"/>
            <a:ext cx="777240" cy="119299"/>
          </a:xfrm>
          <a:prstGeom prst="rect">
            <a:avLst/>
          </a:prstGeom>
          <a:solidFill>
            <a:srgbClr val="FFFFFF"/>
          </a:solidFill>
          <a:ln w="6350">
            <a:solidFill>
              <a:srgbClr val="E2E2E2"/>
            </a:solidFill>
            <a:prstDash val="solid"/>
          </a:ln>
        </p:spPr>
      </p:sp>
      <p:sp>
        <p:nvSpPr>
          <p:cNvPr id="133" name="Shape 125"/>
          <p:cNvSpPr/>
          <p:nvPr/>
        </p:nvSpPr>
        <p:spPr>
          <a:xfrm>
            <a:off x="2398288" y="3647484"/>
            <a:ext cx="182880" cy="119299"/>
          </a:xfrm>
          <a:prstGeom prst="rect">
            <a:avLst/>
          </a:prstGeom>
          <a:solidFill>
            <a:srgbClr val="FFFFFF"/>
          </a:solidFill>
          <a:ln w="6350">
            <a:solidFill>
              <a:srgbClr val="E2E2E2"/>
            </a:solidFill>
            <a:prstDash val="solid"/>
          </a:ln>
        </p:spPr>
      </p:sp>
      <p:sp>
        <p:nvSpPr>
          <p:cNvPr id="134" name="Shape 126"/>
          <p:cNvSpPr/>
          <p:nvPr/>
        </p:nvSpPr>
        <p:spPr>
          <a:xfrm>
            <a:off x="2581168" y="3647484"/>
            <a:ext cx="548640" cy="119299"/>
          </a:xfrm>
          <a:prstGeom prst="rect">
            <a:avLst/>
          </a:prstGeom>
          <a:solidFill>
            <a:srgbClr val="FFFFFF"/>
          </a:solidFill>
          <a:ln w="6350">
            <a:solidFill>
              <a:srgbClr val="E2E2E2"/>
            </a:solidFill>
            <a:prstDash val="solid"/>
          </a:ln>
        </p:spPr>
      </p:sp>
      <p:sp>
        <p:nvSpPr>
          <p:cNvPr id="135" name="Shape 127"/>
          <p:cNvSpPr/>
          <p:nvPr/>
        </p:nvSpPr>
        <p:spPr>
          <a:xfrm>
            <a:off x="3129808" y="3647484"/>
            <a:ext cx="868680" cy="119299"/>
          </a:xfrm>
          <a:prstGeom prst="rect">
            <a:avLst/>
          </a:prstGeom>
          <a:solidFill>
            <a:srgbClr val="FFFFFF"/>
          </a:solidFill>
          <a:ln w="6350">
            <a:solidFill>
              <a:srgbClr val="E2E2E2"/>
            </a:solidFill>
            <a:prstDash val="solid"/>
          </a:ln>
        </p:spPr>
      </p:sp>
      <p:sp>
        <p:nvSpPr>
          <p:cNvPr id="136" name="Shape 128"/>
          <p:cNvSpPr/>
          <p:nvPr/>
        </p:nvSpPr>
        <p:spPr>
          <a:xfrm>
            <a:off x="587776" y="3794216"/>
            <a:ext cx="4950927" cy="201168"/>
          </a:xfrm>
          <a:prstGeom prst="rect">
            <a:avLst/>
          </a:prstGeom>
          <a:solidFill>
            <a:srgbClr val="F8F9FA"/>
          </a:solidFill>
          <a:ln w="12700">
            <a:solidFill>
              <a:srgbClr val="F8F9FA"/>
            </a:solidFill>
            <a:prstDash val="solid"/>
          </a:ln>
        </p:spPr>
      </p:sp>
      <p:sp>
        <p:nvSpPr>
          <p:cNvPr id="137" name="Text 129"/>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38" name="Text 130"/>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Data</a:t>
            </a:r>
            <a:endParaRPr lang="en-US" sz="700" dirty="0"/>
          </a:p>
        </p:txBody>
      </p:sp>
      <p:sp>
        <p:nvSpPr>
          <p:cNvPr id="139" name="Shape 131"/>
          <p:cNvSpPr/>
          <p:nvPr/>
        </p:nvSpPr>
        <p:spPr>
          <a:xfrm>
            <a:off x="1913656" y="3794216"/>
            <a:ext cx="731520" cy="201168"/>
          </a:xfrm>
          <a:prstGeom prst="rect">
            <a:avLst/>
          </a:prstGeom>
          <a:solidFill>
            <a:srgbClr val="E1EFFE"/>
          </a:solidFill>
          <a:ln w="12700">
            <a:solidFill>
              <a:srgbClr val="E1EFFE"/>
            </a:solidFill>
            <a:prstDash val="solid"/>
          </a:ln>
        </p:spPr>
      </p:sp>
      <p:sp>
        <p:nvSpPr>
          <p:cNvPr id="140" name="Text 132"/>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Ringkasan</a:t>
            </a:r>
            <a:endParaRPr lang="en-US" sz="700" dirty="0"/>
          </a:p>
        </p:txBody>
      </p:sp>
      <p:sp>
        <p:nvSpPr>
          <p:cNvPr id="141" name="Text 133"/>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Dashboard</a:t>
            </a:r>
            <a:endParaRPr lang="en-US" sz="700" dirty="0"/>
          </a:p>
        </p:txBody>
      </p:sp>
      <p:sp>
        <p:nvSpPr>
          <p:cNvPr id="142" name="Shape 134"/>
          <p:cNvSpPr/>
          <p:nvPr/>
        </p:nvSpPr>
        <p:spPr>
          <a:xfrm>
            <a:off x="3755624" y="2848109"/>
            <a:ext cx="1645920" cy="1188720"/>
          </a:xfrm>
          <a:prstGeom prst="rect">
            <a:avLst/>
          </a:prstGeom>
          <a:solidFill>
            <a:srgbClr val="FFFFFF"/>
          </a:solidFill>
          <a:ln w="9525">
            <a:solidFill>
              <a:srgbClr val="BBBBBB"/>
            </a:solidFill>
            <a:prstDash val="solid"/>
          </a:ln>
        </p:spPr>
      </p:sp>
      <p:sp>
        <p:nvSpPr>
          <p:cNvPr id="143" name="Text 135"/>
          <p:cNvSpPr txBox="1"/>
          <p:nvPr/>
        </p:nvSpPr>
        <p:spPr>
          <a:xfrm>
            <a:off x="3755624" y="2884685"/>
            <a:ext cx="1645920" cy="164592"/>
          </a:xfrm>
          <a:prstGeom prst="rect">
            <a:avLst/>
          </a:prstGeom>
          <a:noFill/>
          <a:ln/>
        </p:spPr>
        <p:txBody>
          <a:bodyPr wrap="square" lIns="0" tIns="0" rIns="0" bIns="0" rtlCol="0" anchor="t"/>
          <a:lstStyle/>
          <a:p>
            <a:pPr algn="ctr" indent="0" marL="0">
              <a:buNone/>
            </a:pPr>
            <a:r>
              <a:rPr lang="en-US" sz="750" b="1" dirty="0">
                <a:solidFill>
                  <a:srgbClr val="1E2A26"/>
                </a:solidFill>
                <a:latin typeface="Calibri" pitchFamily="34" charset="0"/>
                <a:ea typeface="Calibri" pitchFamily="34" charset="-122"/>
                <a:cs typeface="Calibri" pitchFamily="34" charset="-120"/>
              </a:rPr>
              <a:t>Rata-rata Juz per Kelas</a:t>
            </a:r>
            <a:endParaRPr lang="en-US" sz="750" dirty="0"/>
          </a:p>
        </p:txBody>
      </p:sp>
      <p:sp>
        <p:nvSpPr>
          <p:cNvPr id="144" name="Shape 136"/>
          <p:cNvSpPr/>
          <p:nvPr/>
        </p:nvSpPr>
        <p:spPr>
          <a:xfrm>
            <a:off x="4080236" y="3094997"/>
            <a:ext cx="448056" cy="685800"/>
          </a:xfrm>
          <a:prstGeom prst="rect">
            <a:avLst/>
          </a:prstGeom>
          <a:solidFill>
            <a:srgbClr val="1F7A5C"/>
          </a:solidFill>
          <a:ln w="12700">
            <a:solidFill>
              <a:srgbClr val="1F7A5C"/>
            </a:solidFill>
            <a:prstDash val="solid"/>
          </a:ln>
        </p:spPr>
      </p:sp>
      <p:sp>
        <p:nvSpPr>
          <p:cNvPr id="145" name="Text 137"/>
          <p:cNvSpPr txBox="1"/>
          <p:nvPr/>
        </p:nvSpPr>
        <p:spPr>
          <a:xfrm>
            <a:off x="3984224" y="3789941"/>
            <a:ext cx="64008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8A</a:t>
            </a:r>
            <a:endParaRPr lang="en-US" sz="500" dirty="0"/>
          </a:p>
        </p:txBody>
      </p:sp>
      <p:sp>
        <p:nvSpPr>
          <p:cNvPr id="146" name="Shape 138"/>
          <p:cNvSpPr/>
          <p:nvPr/>
        </p:nvSpPr>
        <p:spPr>
          <a:xfrm>
            <a:off x="4720316" y="3173374"/>
            <a:ext cx="448056" cy="607423"/>
          </a:xfrm>
          <a:prstGeom prst="rect">
            <a:avLst/>
          </a:prstGeom>
          <a:solidFill>
            <a:srgbClr val="1F7A5C"/>
          </a:solidFill>
          <a:ln w="12700">
            <a:solidFill>
              <a:srgbClr val="1F7A5C"/>
            </a:solidFill>
            <a:prstDash val="solid"/>
          </a:ln>
        </p:spPr>
      </p:sp>
      <p:sp>
        <p:nvSpPr>
          <p:cNvPr id="147" name="Text 139"/>
          <p:cNvSpPr txBox="1"/>
          <p:nvPr/>
        </p:nvSpPr>
        <p:spPr>
          <a:xfrm>
            <a:off x="4624304" y="3789941"/>
            <a:ext cx="64008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8B</a:t>
            </a:r>
            <a:endParaRPr lang="en-US" sz="500" dirty="0"/>
          </a:p>
        </p:txBody>
      </p:sp>
      <p:sp>
        <p:nvSpPr>
          <p:cNvPr id="148" name="Shape 140"/>
          <p:cNvSpPr/>
          <p:nvPr/>
        </p:nvSpPr>
        <p:spPr>
          <a:xfrm>
            <a:off x="3956792" y="3780797"/>
            <a:ext cx="1325880" cy="0"/>
          </a:xfrm>
          <a:prstGeom prst="line">
            <a:avLst/>
          </a:prstGeom>
          <a:noFill/>
          <a:ln w="6350">
            <a:solidFill>
              <a:srgbClr val="888888"/>
            </a:solidFill>
            <a:prstDash val="solid"/>
          </a:ln>
        </p:spPr>
      </p:sp>
      <p:sp>
        <p:nvSpPr>
          <p:cNvPr id="149" name="Shape 141"/>
          <p:cNvSpPr/>
          <p:nvPr/>
        </p:nvSpPr>
        <p:spPr>
          <a:xfrm>
            <a:off x="4212824" y="3030989"/>
            <a:ext cx="1143000" cy="1060704"/>
          </a:xfrm>
          <a:prstGeom prst="rect">
            <a:avLst/>
          </a:prstGeom>
          <a:solidFill>
            <a:srgbClr val="FFFFFF"/>
          </a:solidFill>
          <a:ln w="9525">
            <a:solidFill>
              <a:srgbClr val="AAAAAA"/>
            </a:solidFill>
            <a:prstDash val="solid"/>
          </a:ln>
        </p:spPr>
      </p:sp>
      <p:sp>
        <p:nvSpPr>
          <p:cNvPr id="150" name="Text 142"/>
          <p:cNvSpPr txBox="1"/>
          <p:nvPr/>
        </p:nvSpPr>
        <p:spPr>
          <a:xfrm>
            <a:off x="4322552" y="3058421"/>
            <a:ext cx="9784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Edit chart</a:t>
            </a:r>
            <a:endParaRPr lang="en-US" sz="800" dirty="0"/>
          </a:p>
        </p:txBody>
      </p:sp>
      <p:sp>
        <p:nvSpPr>
          <p:cNvPr id="151" name="Text 143"/>
          <p:cNvSpPr txBox="1"/>
          <p:nvPr/>
        </p:nvSpPr>
        <p:spPr>
          <a:xfrm>
            <a:off x="4322552" y="3259589"/>
            <a:ext cx="9784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Delete chart</a:t>
            </a:r>
            <a:endParaRPr lang="en-US" sz="800" dirty="0"/>
          </a:p>
        </p:txBody>
      </p:sp>
      <p:sp>
        <p:nvSpPr>
          <p:cNvPr id="152" name="Shape 144"/>
          <p:cNvSpPr/>
          <p:nvPr/>
        </p:nvSpPr>
        <p:spPr>
          <a:xfrm>
            <a:off x="4249400" y="3552197"/>
            <a:ext cx="1069848" cy="0"/>
          </a:xfrm>
          <a:prstGeom prst="line">
            <a:avLst/>
          </a:prstGeom>
          <a:noFill/>
          <a:ln w="6350">
            <a:solidFill>
              <a:srgbClr val="DDDDDD"/>
            </a:solidFill>
            <a:prstDash val="solid"/>
          </a:ln>
        </p:spPr>
      </p:sp>
      <p:sp>
        <p:nvSpPr>
          <p:cNvPr id="153" name="Text 145"/>
          <p:cNvSpPr txBox="1"/>
          <p:nvPr/>
        </p:nvSpPr>
        <p:spPr>
          <a:xfrm>
            <a:off x="4322552" y="3661925"/>
            <a:ext cx="9784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Copy chart</a:t>
            </a:r>
            <a:endParaRPr lang="en-US" sz="800" dirty="0"/>
          </a:p>
        </p:txBody>
      </p:sp>
      <p:sp>
        <p:nvSpPr>
          <p:cNvPr id="154" name="Text 146"/>
          <p:cNvSpPr txBox="1"/>
          <p:nvPr/>
        </p:nvSpPr>
        <p:spPr>
          <a:xfrm>
            <a:off x="4322552" y="3863093"/>
            <a:ext cx="9784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Cut chart</a:t>
            </a:r>
            <a:endParaRPr lang="en-US" sz="800" dirty="0"/>
          </a:p>
        </p:txBody>
      </p:sp>
      <p:sp>
        <p:nvSpPr>
          <p:cNvPr id="155" name="Shape 147"/>
          <p:cNvSpPr/>
          <p:nvPr/>
        </p:nvSpPr>
        <p:spPr>
          <a:xfrm>
            <a:off x="4231112" y="3844805"/>
            <a:ext cx="1106424" cy="228600"/>
          </a:xfrm>
          <a:prstGeom prst="roundRect">
            <a:avLst>
              <a:gd name="adj" fmla="val 20000"/>
            </a:avLst>
          </a:prstGeom>
          <a:solidFill>
            <a:srgbClr val="FFFFFF">
              <a:alpha val="0"/>
            </a:srgbClr>
          </a:solidFill>
          <a:ln w="31750">
            <a:solidFill>
              <a:srgbClr val="E53935"/>
            </a:solidFill>
            <a:prstDash val="solid"/>
          </a:ln>
        </p:spPr>
      </p:sp>
      <p:sp>
        <p:nvSpPr>
          <p:cNvPr id="156" name="Shape 148"/>
          <p:cNvSpPr/>
          <p:nvPr/>
        </p:nvSpPr>
        <p:spPr>
          <a:xfrm>
            <a:off x="5200376" y="3707645"/>
            <a:ext cx="274320" cy="274320"/>
          </a:xfrm>
          <a:prstGeom prst="ellipse">
            <a:avLst/>
          </a:prstGeom>
          <a:solidFill>
            <a:srgbClr val="E53935"/>
          </a:solidFill>
          <a:ln w="12700">
            <a:solidFill>
              <a:srgbClr val="FFFFFF"/>
            </a:solidFill>
            <a:prstDash val="solid"/>
          </a:ln>
        </p:spPr>
      </p:sp>
      <p:sp>
        <p:nvSpPr>
          <p:cNvPr id="157" name="Text 149"/>
          <p:cNvSpPr txBox="1"/>
          <p:nvPr/>
        </p:nvSpPr>
        <p:spPr>
          <a:xfrm>
            <a:off x="5200376" y="370764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58" name="Image 6" descr="preencoded.png">    </p:cNvPr>
          <p:cNvPicPr>
            <a:picLocks noChangeAspect="1"/>
          </p:cNvPicPr>
          <p:nvPr/>
        </p:nvPicPr>
        <p:blipFill>
          <a:blip r:embed="rId7"/>
          <a:stretch>
            <a:fillRect/>
          </a:stretch>
        </p:blipFill>
        <p:spPr>
          <a:xfrm>
            <a:off x="4837816" y="3968706"/>
            <a:ext cx="237744" cy="237744"/>
          </a:xfrm>
          <a:prstGeom prst="rect">
            <a:avLst/>
          </a:prstGeom>
        </p:spPr>
      </p:pic>
      <p:sp>
        <p:nvSpPr>
          <p:cNvPr id="159" name="Shape 150"/>
          <p:cNvSpPr/>
          <p:nvPr/>
        </p:nvSpPr>
        <p:spPr>
          <a:xfrm>
            <a:off x="2672608" y="3775928"/>
            <a:ext cx="768096" cy="237744"/>
          </a:xfrm>
          <a:prstGeom prst="roundRect">
            <a:avLst>
              <a:gd name="adj" fmla="val 19231"/>
            </a:avLst>
          </a:prstGeom>
          <a:solidFill>
            <a:srgbClr val="FFFFFF">
              <a:alpha val="0"/>
            </a:srgbClr>
          </a:solidFill>
          <a:ln w="31750">
            <a:solidFill>
              <a:srgbClr val="E53935"/>
            </a:solidFill>
            <a:prstDash val="solid"/>
          </a:ln>
        </p:spPr>
      </p:sp>
      <p:sp>
        <p:nvSpPr>
          <p:cNvPr id="160" name="Shape 151"/>
          <p:cNvSpPr/>
          <p:nvPr/>
        </p:nvSpPr>
        <p:spPr>
          <a:xfrm>
            <a:off x="3303544" y="3638768"/>
            <a:ext cx="274320" cy="274320"/>
          </a:xfrm>
          <a:prstGeom prst="ellipse">
            <a:avLst/>
          </a:prstGeom>
          <a:solidFill>
            <a:srgbClr val="E53935"/>
          </a:solidFill>
          <a:ln w="12700">
            <a:solidFill>
              <a:srgbClr val="FFFFFF"/>
            </a:solidFill>
            <a:prstDash val="solid"/>
          </a:ln>
        </p:spPr>
      </p:sp>
      <p:sp>
        <p:nvSpPr>
          <p:cNvPr id="161" name="Text 152"/>
          <p:cNvSpPr txBox="1"/>
          <p:nvPr/>
        </p:nvSpPr>
        <p:spPr>
          <a:xfrm>
            <a:off x="3303544" y="36387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62" name="Image 7" descr="preencoded.png">    </p:cNvPr>
          <p:cNvPicPr>
            <a:picLocks noChangeAspect="1"/>
          </p:cNvPicPr>
          <p:nvPr/>
        </p:nvPicPr>
        <p:blipFill>
          <a:blip r:embed="rId8"/>
          <a:stretch>
            <a:fillRect/>
          </a:stretch>
        </p:blipFill>
        <p:spPr>
          <a:xfrm>
            <a:off x="3093232" y="3904858"/>
            <a:ext cx="237744" cy="237744"/>
          </a:xfrm>
          <a:prstGeom prst="rect">
            <a:avLst/>
          </a:prstGeom>
        </p:spPr>
      </p:pic>
      <p:sp>
        <p:nvSpPr>
          <p:cNvPr id="163" name="Text 15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164" name="Text 15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Pindahkan grafik ke lembar Dashboard</a:t>
            </a:r>
            <a:endParaRPr lang="en-US" sz="1800" dirty="0"/>
          </a:p>
        </p:txBody>
      </p:sp>
      <p:sp>
        <p:nvSpPr>
          <p:cNvPr id="165" name="Text 15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grafik › titik tiga di pojok kanan atas › Move to own sheet... atau Cut (Ctrl+X), buka lembar Dashboard, Paste (Ctrl+V).</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Menata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6400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483888" y="2573789"/>
            <a:ext cx="640080" cy="119299"/>
          </a:xfrm>
          <a:prstGeom prst="rect">
            <a:avLst/>
          </a:prstGeom>
          <a:solidFill>
            <a:srgbClr val="F8F9FA"/>
          </a:solidFill>
          <a:ln w="6350">
            <a:solidFill>
              <a:srgbClr val="DDDDDD"/>
            </a:solidFill>
            <a:prstDash val="solid"/>
          </a:ln>
        </p:spPr>
      </p:sp>
      <p:sp>
        <p:nvSpPr>
          <p:cNvPr id="64" name="Text 56"/>
          <p:cNvSpPr txBox="1"/>
          <p:nvPr/>
        </p:nvSpPr>
        <p:spPr>
          <a:xfrm>
            <a:off x="148388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12396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212396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764048" y="2573789"/>
            <a:ext cx="640080" cy="119299"/>
          </a:xfrm>
          <a:prstGeom prst="rect">
            <a:avLst/>
          </a:prstGeom>
          <a:solidFill>
            <a:srgbClr val="F8F9FA"/>
          </a:solidFill>
          <a:ln w="6350">
            <a:solidFill>
              <a:srgbClr val="DDDDDD"/>
            </a:solidFill>
            <a:prstDash val="solid"/>
          </a:ln>
        </p:spPr>
      </p:sp>
      <p:sp>
        <p:nvSpPr>
          <p:cNvPr id="68" name="Text 60"/>
          <p:cNvSpPr txBox="1"/>
          <p:nvPr/>
        </p:nvSpPr>
        <p:spPr>
          <a:xfrm>
            <a:off x="276404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404128" y="2573789"/>
            <a:ext cx="640080" cy="119299"/>
          </a:xfrm>
          <a:prstGeom prst="rect">
            <a:avLst/>
          </a:prstGeom>
          <a:solidFill>
            <a:srgbClr val="F8F9FA"/>
          </a:solidFill>
          <a:ln w="6350">
            <a:solidFill>
              <a:srgbClr val="DDDDDD"/>
            </a:solidFill>
            <a:prstDash val="solid"/>
          </a:ln>
        </p:spPr>
      </p:sp>
      <p:sp>
        <p:nvSpPr>
          <p:cNvPr id="70" name="Text 62"/>
          <p:cNvSpPr txBox="1"/>
          <p:nvPr/>
        </p:nvSpPr>
        <p:spPr>
          <a:xfrm>
            <a:off x="34041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4044208" y="2573789"/>
            <a:ext cx="640080" cy="119299"/>
          </a:xfrm>
          <a:prstGeom prst="rect">
            <a:avLst/>
          </a:prstGeom>
          <a:solidFill>
            <a:srgbClr val="F8F9FA"/>
          </a:solidFill>
          <a:ln w="6350">
            <a:solidFill>
              <a:srgbClr val="DDDDDD"/>
            </a:solidFill>
            <a:prstDash val="solid"/>
          </a:ln>
        </p:spPr>
      </p:sp>
      <p:sp>
        <p:nvSpPr>
          <p:cNvPr id="72" name="Text 64"/>
          <p:cNvSpPr txBox="1"/>
          <p:nvPr/>
        </p:nvSpPr>
        <p:spPr>
          <a:xfrm>
            <a:off x="40442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640080" cy="119299"/>
          </a:xfrm>
          <a:prstGeom prst="rect">
            <a:avLst/>
          </a:prstGeom>
          <a:solidFill>
            <a:srgbClr val="FFFFFF"/>
          </a:solidFill>
          <a:ln w="6350">
            <a:solidFill>
              <a:srgbClr val="E2E2E2"/>
            </a:solidFill>
            <a:prstDash val="solid"/>
          </a:ln>
        </p:spPr>
      </p:sp>
      <p:sp>
        <p:nvSpPr>
          <p:cNvPr id="76" name="Shape 68"/>
          <p:cNvSpPr/>
          <p:nvPr/>
        </p:nvSpPr>
        <p:spPr>
          <a:xfrm>
            <a:off x="1483888" y="2693089"/>
            <a:ext cx="640080" cy="119299"/>
          </a:xfrm>
          <a:prstGeom prst="rect">
            <a:avLst/>
          </a:prstGeom>
          <a:solidFill>
            <a:srgbClr val="FFFFFF"/>
          </a:solidFill>
          <a:ln w="6350">
            <a:solidFill>
              <a:srgbClr val="E2E2E2"/>
            </a:solidFill>
            <a:prstDash val="solid"/>
          </a:ln>
        </p:spPr>
      </p:sp>
      <p:sp>
        <p:nvSpPr>
          <p:cNvPr id="77" name="Shape 69"/>
          <p:cNvSpPr/>
          <p:nvPr/>
        </p:nvSpPr>
        <p:spPr>
          <a:xfrm>
            <a:off x="2123968" y="2693089"/>
            <a:ext cx="640080" cy="119299"/>
          </a:xfrm>
          <a:prstGeom prst="rect">
            <a:avLst/>
          </a:prstGeom>
          <a:solidFill>
            <a:srgbClr val="FFFFFF"/>
          </a:solidFill>
          <a:ln w="6350">
            <a:solidFill>
              <a:srgbClr val="E2E2E2"/>
            </a:solidFill>
            <a:prstDash val="solid"/>
          </a:ln>
        </p:spPr>
      </p:sp>
      <p:sp>
        <p:nvSpPr>
          <p:cNvPr id="78" name="Shape 70"/>
          <p:cNvSpPr/>
          <p:nvPr/>
        </p:nvSpPr>
        <p:spPr>
          <a:xfrm>
            <a:off x="2764048" y="2693089"/>
            <a:ext cx="640080" cy="119299"/>
          </a:xfrm>
          <a:prstGeom prst="rect">
            <a:avLst/>
          </a:prstGeom>
          <a:solidFill>
            <a:srgbClr val="FFFFFF"/>
          </a:solidFill>
          <a:ln w="6350">
            <a:solidFill>
              <a:srgbClr val="E2E2E2"/>
            </a:solidFill>
            <a:prstDash val="solid"/>
          </a:ln>
        </p:spPr>
      </p:sp>
      <p:sp>
        <p:nvSpPr>
          <p:cNvPr id="79" name="Shape 71"/>
          <p:cNvSpPr/>
          <p:nvPr/>
        </p:nvSpPr>
        <p:spPr>
          <a:xfrm>
            <a:off x="3404128" y="2693089"/>
            <a:ext cx="640080" cy="119299"/>
          </a:xfrm>
          <a:prstGeom prst="rect">
            <a:avLst/>
          </a:prstGeom>
          <a:solidFill>
            <a:srgbClr val="FFFFFF"/>
          </a:solidFill>
          <a:ln w="6350">
            <a:solidFill>
              <a:srgbClr val="E2E2E2"/>
            </a:solidFill>
            <a:prstDash val="solid"/>
          </a:ln>
        </p:spPr>
      </p:sp>
      <p:sp>
        <p:nvSpPr>
          <p:cNvPr id="80" name="Shape 72"/>
          <p:cNvSpPr/>
          <p:nvPr/>
        </p:nvSpPr>
        <p:spPr>
          <a:xfrm>
            <a:off x="4044208" y="2693089"/>
            <a:ext cx="640080" cy="119299"/>
          </a:xfrm>
          <a:prstGeom prst="rect">
            <a:avLst/>
          </a:prstGeom>
          <a:solidFill>
            <a:srgbClr val="FFFFFF"/>
          </a:solidFill>
          <a:ln w="6350">
            <a:solidFill>
              <a:srgbClr val="E2E2E2"/>
            </a:solidFill>
            <a:prstDash val="solid"/>
          </a:ln>
        </p:spPr>
      </p:sp>
      <p:sp>
        <p:nvSpPr>
          <p:cNvPr id="81" name="Shape 73"/>
          <p:cNvSpPr/>
          <p:nvPr/>
        </p:nvSpPr>
        <p:spPr>
          <a:xfrm>
            <a:off x="587776" y="2812388"/>
            <a:ext cx="256032" cy="119299"/>
          </a:xfrm>
          <a:prstGeom prst="rect">
            <a:avLst/>
          </a:prstGeom>
          <a:solidFill>
            <a:srgbClr val="F8F9FA"/>
          </a:solidFill>
          <a:ln w="6350">
            <a:solidFill>
              <a:srgbClr val="DDDDDD"/>
            </a:solidFill>
            <a:prstDash val="solid"/>
          </a:ln>
        </p:spPr>
      </p:sp>
      <p:sp>
        <p:nvSpPr>
          <p:cNvPr id="82" name="Text 74"/>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3" name="Shape 75"/>
          <p:cNvSpPr/>
          <p:nvPr/>
        </p:nvSpPr>
        <p:spPr>
          <a:xfrm>
            <a:off x="843808" y="2812388"/>
            <a:ext cx="640080" cy="119299"/>
          </a:xfrm>
          <a:prstGeom prst="rect">
            <a:avLst/>
          </a:prstGeom>
          <a:solidFill>
            <a:srgbClr val="FFFFFF"/>
          </a:solidFill>
          <a:ln w="6350">
            <a:solidFill>
              <a:srgbClr val="E2E2E2"/>
            </a:solidFill>
            <a:prstDash val="solid"/>
          </a:ln>
        </p:spPr>
      </p:sp>
      <p:sp>
        <p:nvSpPr>
          <p:cNvPr id="84" name="Shape 76"/>
          <p:cNvSpPr/>
          <p:nvPr/>
        </p:nvSpPr>
        <p:spPr>
          <a:xfrm>
            <a:off x="1483888" y="2812388"/>
            <a:ext cx="640080" cy="119299"/>
          </a:xfrm>
          <a:prstGeom prst="rect">
            <a:avLst/>
          </a:prstGeom>
          <a:solidFill>
            <a:srgbClr val="FFFFFF"/>
          </a:solidFill>
          <a:ln w="6350">
            <a:solidFill>
              <a:srgbClr val="E2E2E2"/>
            </a:solidFill>
            <a:prstDash val="solid"/>
          </a:ln>
        </p:spPr>
      </p:sp>
      <p:sp>
        <p:nvSpPr>
          <p:cNvPr id="85" name="Shape 77"/>
          <p:cNvSpPr/>
          <p:nvPr/>
        </p:nvSpPr>
        <p:spPr>
          <a:xfrm>
            <a:off x="2123968" y="2812388"/>
            <a:ext cx="640080" cy="119299"/>
          </a:xfrm>
          <a:prstGeom prst="rect">
            <a:avLst/>
          </a:prstGeom>
          <a:solidFill>
            <a:srgbClr val="FFFFFF"/>
          </a:solidFill>
          <a:ln w="6350">
            <a:solidFill>
              <a:srgbClr val="E2E2E2"/>
            </a:solidFill>
            <a:prstDash val="solid"/>
          </a:ln>
        </p:spPr>
      </p:sp>
      <p:sp>
        <p:nvSpPr>
          <p:cNvPr id="86" name="Shape 78"/>
          <p:cNvSpPr/>
          <p:nvPr/>
        </p:nvSpPr>
        <p:spPr>
          <a:xfrm>
            <a:off x="2764048" y="2812388"/>
            <a:ext cx="640080" cy="119299"/>
          </a:xfrm>
          <a:prstGeom prst="rect">
            <a:avLst/>
          </a:prstGeom>
          <a:solidFill>
            <a:srgbClr val="FFFFFF"/>
          </a:solidFill>
          <a:ln w="6350">
            <a:solidFill>
              <a:srgbClr val="E2E2E2"/>
            </a:solidFill>
            <a:prstDash val="solid"/>
          </a:ln>
        </p:spPr>
      </p:sp>
      <p:sp>
        <p:nvSpPr>
          <p:cNvPr id="87" name="Shape 79"/>
          <p:cNvSpPr/>
          <p:nvPr/>
        </p:nvSpPr>
        <p:spPr>
          <a:xfrm>
            <a:off x="3404128" y="2812388"/>
            <a:ext cx="640080" cy="119299"/>
          </a:xfrm>
          <a:prstGeom prst="rect">
            <a:avLst/>
          </a:prstGeom>
          <a:solidFill>
            <a:srgbClr val="FFFFFF"/>
          </a:solidFill>
          <a:ln w="6350">
            <a:solidFill>
              <a:srgbClr val="E2E2E2"/>
            </a:solidFill>
            <a:prstDash val="solid"/>
          </a:ln>
        </p:spPr>
      </p:sp>
      <p:sp>
        <p:nvSpPr>
          <p:cNvPr id="88" name="Shape 80"/>
          <p:cNvSpPr/>
          <p:nvPr/>
        </p:nvSpPr>
        <p:spPr>
          <a:xfrm>
            <a:off x="4044208" y="2812388"/>
            <a:ext cx="640080" cy="119299"/>
          </a:xfrm>
          <a:prstGeom prst="rect">
            <a:avLst/>
          </a:prstGeom>
          <a:solidFill>
            <a:srgbClr val="FFFFFF"/>
          </a:solidFill>
          <a:ln w="6350">
            <a:solidFill>
              <a:srgbClr val="E2E2E2"/>
            </a:solidFill>
            <a:prstDash val="solid"/>
          </a:ln>
        </p:spPr>
      </p:sp>
      <p:sp>
        <p:nvSpPr>
          <p:cNvPr id="89" name="Shape 81"/>
          <p:cNvSpPr/>
          <p:nvPr/>
        </p:nvSpPr>
        <p:spPr>
          <a:xfrm>
            <a:off x="587776" y="2931688"/>
            <a:ext cx="256032" cy="119299"/>
          </a:xfrm>
          <a:prstGeom prst="rect">
            <a:avLst/>
          </a:prstGeom>
          <a:solidFill>
            <a:srgbClr val="F8F9FA"/>
          </a:solidFill>
          <a:ln w="6350">
            <a:solidFill>
              <a:srgbClr val="DDDDDD"/>
            </a:solidFill>
            <a:prstDash val="solid"/>
          </a:ln>
        </p:spPr>
      </p:sp>
      <p:sp>
        <p:nvSpPr>
          <p:cNvPr id="90" name="Text 82"/>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1" name="Shape 83"/>
          <p:cNvSpPr/>
          <p:nvPr/>
        </p:nvSpPr>
        <p:spPr>
          <a:xfrm>
            <a:off x="843808" y="2931688"/>
            <a:ext cx="640080" cy="119299"/>
          </a:xfrm>
          <a:prstGeom prst="rect">
            <a:avLst/>
          </a:prstGeom>
          <a:solidFill>
            <a:srgbClr val="FFFFFF"/>
          </a:solidFill>
          <a:ln w="6350">
            <a:solidFill>
              <a:srgbClr val="E2E2E2"/>
            </a:solidFill>
            <a:prstDash val="solid"/>
          </a:ln>
        </p:spPr>
      </p:sp>
      <p:sp>
        <p:nvSpPr>
          <p:cNvPr id="92" name="Shape 84"/>
          <p:cNvSpPr/>
          <p:nvPr/>
        </p:nvSpPr>
        <p:spPr>
          <a:xfrm>
            <a:off x="1483888" y="2931688"/>
            <a:ext cx="640080" cy="119299"/>
          </a:xfrm>
          <a:prstGeom prst="rect">
            <a:avLst/>
          </a:prstGeom>
          <a:solidFill>
            <a:srgbClr val="FFFFFF"/>
          </a:solidFill>
          <a:ln w="6350">
            <a:solidFill>
              <a:srgbClr val="E2E2E2"/>
            </a:solidFill>
            <a:prstDash val="solid"/>
          </a:ln>
        </p:spPr>
      </p:sp>
      <p:sp>
        <p:nvSpPr>
          <p:cNvPr id="93" name="Shape 85"/>
          <p:cNvSpPr/>
          <p:nvPr/>
        </p:nvSpPr>
        <p:spPr>
          <a:xfrm>
            <a:off x="2123968" y="2931688"/>
            <a:ext cx="640080" cy="119299"/>
          </a:xfrm>
          <a:prstGeom prst="rect">
            <a:avLst/>
          </a:prstGeom>
          <a:solidFill>
            <a:srgbClr val="FFFFFF"/>
          </a:solidFill>
          <a:ln w="6350">
            <a:solidFill>
              <a:srgbClr val="E2E2E2"/>
            </a:solidFill>
            <a:prstDash val="solid"/>
          </a:ln>
        </p:spPr>
      </p:sp>
      <p:sp>
        <p:nvSpPr>
          <p:cNvPr id="94" name="Shape 86"/>
          <p:cNvSpPr/>
          <p:nvPr/>
        </p:nvSpPr>
        <p:spPr>
          <a:xfrm>
            <a:off x="2764048" y="2931688"/>
            <a:ext cx="640080" cy="119299"/>
          </a:xfrm>
          <a:prstGeom prst="rect">
            <a:avLst/>
          </a:prstGeom>
          <a:solidFill>
            <a:srgbClr val="FFFFFF"/>
          </a:solidFill>
          <a:ln w="6350">
            <a:solidFill>
              <a:srgbClr val="E2E2E2"/>
            </a:solidFill>
            <a:prstDash val="solid"/>
          </a:ln>
        </p:spPr>
      </p:sp>
      <p:sp>
        <p:nvSpPr>
          <p:cNvPr id="95" name="Shape 87"/>
          <p:cNvSpPr/>
          <p:nvPr/>
        </p:nvSpPr>
        <p:spPr>
          <a:xfrm>
            <a:off x="3404128" y="2931688"/>
            <a:ext cx="640080" cy="119299"/>
          </a:xfrm>
          <a:prstGeom prst="rect">
            <a:avLst/>
          </a:prstGeom>
          <a:solidFill>
            <a:srgbClr val="FFFFFF"/>
          </a:solidFill>
          <a:ln w="6350">
            <a:solidFill>
              <a:srgbClr val="E2E2E2"/>
            </a:solidFill>
            <a:prstDash val="solid"/>
          </a:ln>
        </p:spPr>
      </p:sp>
      <p:sp>
        <p:nvSpPr>
          <p:cNvPr id="96" name="Shape 88"/>
          <p:cNvSpPr/>
          <p:nvPr/>
        </p:nvSpPr>
        <p:spPr>
          <a:xfrm>
            <a:off x="4044208" y="2931688"/>
            <a:ext cx="640080" cy="119299"/>
          </a:xfrm>
          <a:prstGeom prst="rect">
            <a:avLst/>
          </a:prstGeom>
          <a:solidFill>
            <a:srgbClr val="FFFFFF"/>
          </a:solidFill>
          <a:ln w="6350">
            <a:solidFill>
              <a:srgbClr val="E2E2E2"/>
            </a:solidFill>
            <a:prstDash val="solid"/>
          </a:ln>
        </p:spPr>
      </p:sp>
      <p:sp>
        <p:nvSpPr>
          <p:cNvPr id="97" name="Shape 89"/>
          <p:cNvSpPr/>
          <p:nvPr/>
        </p:nvSpPr>
        <p:spPr>
          <a:xfrm>
            <a:off x="587776" y="3050987"/>
            <a:ext cx="256032" cy="119299"/>
          </a:xfrm>
          <a:prstGeom prst="rect">
            <a:avLst/>
          </a:prstGeom>
          <a:solidFill>
            <a:srgbClr val="F8F9FA"/>
          </a:solidFill>
          <a:ln w="6350">
            <a:solidFill>
              <a:srgbClr val="DDDDDD"/>
            </a:solidFill>
            <a:prstDash val="solid"/>
          </a:ln>
        </p:spPr>
      </p:sp>
      <p:sp>
        <p:nvSpPr>
          <p:cNvPr id="98" name="Text 90"/>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99" name="Shape 91"/>
          <p:cNvSpPr/>
          <p:nvPr/>
        </p:nvSpPr>
        <p:spPr>
          <a:xfrm>
            <a:off x="843808" y="3050987"/>
            <a:ext cx="640080" cy="119299"/>
          </a:xfrm>
          <a:prstGeom prst="rect">
            <a:avLst/>
          </a:prstGeom>
          <a:solidFill>
            <a:srgbClr val="FFFFFF"/>
          </a:solidFill>
          <a:ln w="6350">
            <a:solidFill>
              <a:srgbClr val="E2E2E2"/>
            </a:solidFill>
            <a:prstDash val="solid"/>
          </a:ln>
        </p:spPr>
      </p:sp>
      <p:sp>
        <p:nvSpPr>
          <p:cNvPr id="100" name="Shape 92"/>
          <p:cNvSpPr/>
          <p:nvPr/>
        </p:nvSpPr>
        <p:spPr>
          <a:xfrm>
            <a:off x="1483888" y="3050987"/>
            <a:ext cx="640080" cy="119299"/>
          </a:xfrm>
          <a:prstGeom prst="rect">
            <a:avLst/>
          </a:prstGeom>
          <a:solidFill>
            <a:srgbClr val="FFFFFF"/>
          </a:solidFill>
          <a:ln w="6350">
            <a:solidFill>
              <a:srgbClr val="E2E2E2"/>
            </a:solidFill>
            <a:prstDash val="solid"/>
          </a:ln>
        </p:spPr>
      </p:sp>
      <p:sp>
        <p:nvSpPr>
          <p:cNvPr id="101" name="Shape 93"/>
          <p:cNvSpPr/>
          <p:nvPr/>
        </p:nvSpPr>
        <p:spPr>
          <a:xfrm>
            <a:off x="2123968" y="3050987"/>
            <a:ext cx="640080" cy="119299"/>
          </a:xfrm>
          <a:prstGeom prst="rect">
            <a:avLst/>
          </a:prstGeom>
          <a:solidFill>
            <a:srgbClr val="FFFFFF"/>
          </a:solidFill>
          <a:ln w="6350">
            <a:solidFill>
              <a:srgbClr val="E2E2E2"/>
            </a:solidFill>
            <a:prstDash val="solid"/>
          </a:ln>
        </p:spPr>
      </p:sp>
      <p:sp>
        <p:nvSpPr>
          <p:cNvPr id="102" name="Shape 94"/>
          <p:cNvSpPr/>
          <p:nvPr/>
        </p:nvSpPr>
        <p:spPr>
          <a:xfrm>
            <a:off x="2764048" y="3050987"/>
            <a:ext cx="640080" cy="119299"/>
          </a:xfrm>
          <a:prstGeom prst="rect">
            <a:avLst/>
          </a:prstGeom>
          <a:solidFill>
            <a:srgbClr val="FFFFFF"/>
          </a:solidFill>
          <a:ln w="6350">
            <a:solidFill>
              <a:srgbClr val="E2E2E2"/>
            </a:solidFill>
            <a:prstDash val="solid"/>
          </a:ln>
        </p:spPr>
      </p:sp>
      <p:sp>
        <p:nvSpPr>
          <p:cNvPr id="103" name="Shape 95"/>
          <p:cNvSpPr/>
          <p:nvPr/>
        </p:nvSpPr>
        <p:spPr>
          <a:xfrm>
            <a:off x="3404128" y="3050987"/>
            <a:ext cx="640080" cy="119299"/>
          </a:xfrm>
          <a:prstGeom prst="rect">
            <a:avLst/>
          </a:prstGeom>
          <a:solidFill>
            <a:srgbClr val="FFFFFF"/>
          </a:solidFill>
          <a:ln w="6350">
            <a:solidFill>
              <a:srgbClr val="E2E2E2"/>
            </a:solidFill>
            <a:prstDash val="solid"/>
          </a:ln>
        </p:spPr>
      </p:sp>
      <p:sp>
        <p:nvSpPr>
          <p:cNvPr id="104" name="Shape 96"/>
          <p:cNvSpPr/>
          <p:nvPr/>
        </p:nvSpPr>
        <p:spPr>
          <a:xfrm>
            <a:off x="4044208" y="3050987"/>
            <a:ext cx="640080" cy="119299"/>
          </a:xfrm>
          <a:prstGeom prst="rect">
            <a:avLst/>
          </a:prstGeom>
          <a:solidFill>
            <a:srgbClr val="FFFFFF"/>
          </a:solidFill>
          <a:ln w="6350">
            <a:solidFill>
              <a:srgbClr val="E2E2E2"/>
            </a:solidFill>
            <a:prstDash val="solid"/>
          </a:ln>
        </p:spPr>
      </p:sp>
      <p:sp>
        <p:nvSpPr>
          <p:cNvPr id="105" name="Shape 97"/>
          <p:cNvSpPr/>
          <p:nvPr/>
        </p:nvSpPr>
        <p:spPr>
          <a:xfrm>
            <a:off x="587776" y="3170287"/>
            <a:ext cx="256032" cy="119299"/>
          </a:xfrm>
          <a:prstGeom prst="rect">
            <a:avLst/>
          </a:prstGeom>
          <a:solidFill>
            <a:srgbClr val="F8F9FA"/>
          </a:solidFill>
          <a:ln w="6350">
            <a:solidFill>
              <a:srgbClr val="DDDDDD"/>
            </a:solidFill>
            <a:prstDash val="solid"/>
          </a:ln>
        </p:spPr>
      </p:sp>
      <p:sp>
        <p:nvSpPr>
          <p:cNvPr id="106" name="Text 98"/>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07" name="Shape 99"/>
          <p:cNvSpPr/>
          <p:nvPr/>
        </p:nvSpPr>
        <p:spPr>
          <a:xfrm>
            <a:off x="843808" y="3170287"/>
            <a:ext cx="640080" cy="119299"/>
          </a:xfrm>
          <a:prstGeom prst="rect">
            <a:avLst/>
          </a:prstGeom>
          <a:solidFill>
            <a:srgbClr val="FFFFFF"/>
          </a:solidFill>
          <a:ln w="6350">
            <a:solidFill>
              <a:srgbClr val="E2E2E2"/>
            </a:solidFill>
            <a:prstDash val="solid"/>
          </a:ln>
        </p:spPr>
      </p:sp>
      <p:sp>
        <p:nvSpPr>
          <p:cNvPr id="108" name="Shape 100"/>
          <p:cNvSpPr/>
          <p:nvPr/>
        </p:nvSpPr>
        <p:spPr>
          <a:xfrm>
            <a:off x="1483888" y="3170287"/>
            <a:ext cx="640080" cy="119299"/>
          </a:xfrm>
          <a:prstGeom prst="rect">
            <a:avLst/>
          </a:prstGeom>
          <a:solidFill>
            <a:srgbClr val="FFFFFF"/>
          </a:solidFill>
          <a:ln w="6350">
            <a:solidFill>
              <a:srgbClr val="E2E2E2"/>
            </a:solidFill>
            <a:prstDash val="solid"/>
          </a:ln>
        </p:spPr>
      </p:sp>
      <p:sp>
        <p:nvSpPr>
          <p:cNvPr id="109" name="Shape 101"/>
          <p:cNvSpPr/>
          <p:nvPr/>
        </p:nvSpPr>
        <p:spPr>
          <a:xfrm>
            <a:off x="2123968" y="3170287"/>
            <a:ext cx="640080" cy="119299"/>
          </a:xfrm>
          <a:prstGeom prst="rect">
            <a:avLst/>
          </a:prstGeom>
          <a:solidFill>
            <a:srgbClr val="FFFFFF"/>
          </a:solidFill>
          <a:ln w="6350">
            <a:solidFill>
              <a:srgbClr val="E2E2E2"/>
            </a:solidFill>
            <a:prstDash val="solid"/>
          </a:ln>
        </p:spPr>
      </p:sp>
      <p:sp>
        <p:nvSpPr>
          <p:cNvPr id="110" name="Shape 102"/>
          <p:cNvSpPr/>
          <p:nvPr/>
        </p:nvSpPr>
        <p:spPr>
          <a:xfrm>
            <a:off x="2764048" y="3170287"/>
            <a:ext cx="640080" cy="119299"/>
          </a:xfrm>
          <a:prstGeom prst="rect">
            <a:avLst/>
          </a:prstGeom>
          <a:solidFill>
            <a:srgbClr val="FFFFFF"/>
          </a:solidFill>
          <a:ln w="6350">
            <a:solidFill>
              <a:srgbClr val="E2E2E2"/>
            </a:solidFill>
            <a:prstDash val="solid"/>
          </a:ln>
        </p:spPr>
      </p:sp>
      <p:sp>
        <p:nvSpPr>
          <p:cNvPr id="111" name="Shape 103"/>
          <p:cNvSpPr/>
          <p:nvPr/>
        </p:nvSpPr>
        <p:spPr>
          <a:xfrm>
            <a:off x="3404128" y="3170287"/>
            <a:ext cx="640080" cy="119299"/>
          </a:xfrm>
          <a:prstGeom prst="rect">
            <a:avLst/>
          </a:prstGeom>
          <a:solidFill>
            <a:srgbClr val="FFFFFF"/>
          </a:solidFill>
          <a:ln w="6350">
            <a:solidFill>
              <a:srgbClr val="E2E2E2"/>
            </a:solidFill>
            <a:prstDash val="solid"/>
          </a:ln>
        </p:spPr>
      </p:sp>
      <p:sp>
        <p:nvSpPr>
          <p:cNvPr id="112" name="Shape 104"/>
          <p:cNvSpPr/>
          <p:nvPr/>
        </p:nvSpPr>
        <p:spPr>
          <a:xfrm>
            <a:off x="4044208" y="3170287"/>
            <a:ext cx="640080" cy="119299"/>
          </a:xfrm>
          <a:prstGeom prst="rect">
            <a:avLst/>
          </a:prstGeom>
          <a:solidFill>
            <a:srgbClr val="FFFFFF"/>
          </a:solidFill>
          <a:ln w="6350">
            <a:solidFill>
              <a:srgbClr val="E2E2E2"/>
            </a:solidFill>
            <a:prstDash val="solid"/>
          </a:ln>
        </p:spPr>
      </p:sp>
      <p:sp>
        <p:nvSpPr>
          <p:cNvPr id="113" name="Shape 105"/>
          <p:cNvSpPr/>
          <p:nvPr/>
        </p:nvSpPr>
        <p:spPr>
          <a:xfrm>
            <a:off x="587776" y="3289586"/>
            <a:ext cx="256032" cy="119299"/>
          </a:xfrm>
          <a:prstGeom prst="rect">
            <a:avLst/>
          </a:prstGeom>
          <a:solidFill>
            <a:srgbClr val="F8F9FA"/>
          </a:solidFill>
          <a:ln w="6350">
            <a:solidFill>
              <a:srgbClr val="DDDDDD"/>
            </a:solidFill>
            <a:prstDash val="solid"/>
          </a:ln>
        </p:spPr>
      </p:sp>
      <p:sp>
        <p:nvSpPr>
          <p:cNvPr id="114" name="Text 10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15" name="Shape 107"/>
          <p:cNvSpPr/>
          <p:nvPr/>
        </p:nvSpPr>
        <p:spPr>
          <a:xfrm>
            <a:off x="843808" y="3289586"/>
            <a:ext cx="640080" cy="119299"/>
          </a:xfrm>
          <a:prstGeom prst="rect">
            <a:avLst/>
          </a:prstGeom>
          <a:solidFill>
            <a:srgbClr val="FFFFFF"/>
          </a:solidFill>
          <a:ln w="6350">
            <a:solidFill>
              <a:srgbClr val="E2E2E2"/>
            </a:solidFill>
            <a:prstDash val="solid"/>
          </a:ln>
        </p:spPr>
      </p:sp>
      <p:sp>
        <p:nvSpPr>
          <p:cNvPr id="116" name="Shape 108"/>
          <p:cNvSpPr/>
          <p:nvPr/>
        </p:nvSpPr>
        <p:spPr>
          <a:xfrm>
            <a:off x="1483888" y="3289586"/>
            <a:ext cx="640080" cy="119299"/>
          </a:xfrm>
          <a:prstGeom prst="rect">
            <a:avLst/>
          </a:prstGeom>
          <a:solidFill>
            <a:srgbClr val="FFFFFF"/>
          </a:solidFill>
          <a:ln w="6350">
            <a:solidFill>
              <a:srgbClr val="E2E2E2"/>
            </a:solidFill>
            <a:prstDash val="solid"/>
          </a:ln>
        </p:spPr>
      </p:sp>
      <p:sp>
        <p:nvSpPr>
          <p:cNvPr id="117" name="Shape 109"/>
          <p:cNvSpPr/>
          <p:nvPr/>
        </p:nvSpPr>
        <p:spPr>
          <a:xfrm>
            <a:off x="2123968" y="3289586"/>
            <a:ext cx="640080" cy="119299"/>
          </a:xfrm>
          <a:prstGeom prst="rect">
            <a:avLst/>
          </a:prstGeom>
          <a:solidFill>
            <a:srgbClr val="FFFFFF"/>
          </a:solidFill>
          <a:ln w="6350">
            <a:solidFill>
              <a:srgbClr val="E2E2E2"/>
            </a:solidFill>
            <a:prstDash val="solid"/>
          </a:ln>
        </p:spPr>
      </p:sp>
      <p:sp>
        <p:nvSpPr>
          <p:cNvPr id="118" name="Shape 110"/>
          <p:cNvSpPr/>
          <p:nvPr/>
        </p:nvSpPr>
        <p:spPr>
          <a:xfrm>
            <a:off x="2764048" y="3289586"/>
            <a:ext cx="640080" cy="119299"/>
          </a:xfrm>
          <a:prstGeom prst="rect">
            <a:avLst/>
          </a:prstGeom>
          <a:solidFill>
            <a:srgbClr val="FFFFFF"/>
          </a:solidFill>
          <a:ln w="6350">
            <a:solidFill>
              <a:srgbClr val="E2E2E2"/>
            </a:solidFill>
            <a:prstDash val="solid"/>
          </a:ln>
        </p:spPr>
      </p:sp>
      <p:sp>
        <p:nvSpPr>
          <p:cNvPr id="119" name="Shape 111"/>
          <p:cNvSpPr/>
          <p:nvPr/>
        </p:nvSpPr>
        <p:spPr>
          <a:xfrm>
            <a:off x="3404128" y="3289586"/>
            <a:ext cx="640080" cy="119299"/>
          </a:xfrm>
          <a:prstGeom prst="rect">
            <a:avLst/>
          </a:prstGeom>
          <a:solidFill>
            <a:srgbClr val="FFFFFF"/>
          </a:solidFill>
          <a:ln w="6350">
            <a:solidFill>
              <a:srgbClr val="E2E2E2"/>
            </a:solidFill>
            <a:prstDash val="solid"/>
          </a:ln>
        </p:spPr>
      </p:sp>
      <p:sp>
        <p:nvSpPr>
          <p:cNvPr id="120" name="Shape 112"/>
          <p:cNvSpPr/>
          <p:nvPr/>
        </p:nvSpPr>
        <p:spPr>
          <a:xfrm>
            <a:off x="4044208" y="3289586"/>
            <a:ext cx="640080" cy="119299"/>
          </a:xfrm>
          <a:prstGeom prst="rect">
            <a:avLst/>
          </a:prstGeom>
          <a:solidFill>
            <a:srgbClr val="FFFFFF"/>
          </a:solidFill>
          <a:ln w="6350">
            <a:solidFill>
              <a:srgbClr val="E2E2E2"/>
            </a:solidFill>
            <a:prstDash val="solid"/>
          </a:ln>
        </p:spPr>
      </p:sp>
      <p:sp>
        <p:nvSpPr>
          <p:cNvPr id="121" name="Shape 113"/>
          <p:cNvSpPr/>
          <p:nvPr/>
        </p:nvSpPr>
        <p:spPr>
          <a:xfrm>
            <a:off x="587776" y="3408885"/>
            <a:ext cx="256032" cy="119299"/>
          </a:xfrm>
          <a:prstGeom prst="rect">
            <a:avLst/>
          </a:prstGeom>
          <a:solidFill>
            <a:srgbClr val="F8F9FA"/>
          </a:solidFill>
          <a:ln w="6350">
            <a:solidFill>
              <a:srgbClr val="DDDDDD"/>
            </a:solidFill>
            <a:prstDash val="solid"/>
          </a:ln>
        </p:spPr>
      </p:sp>
      <p:sp>
        <p:nvSpPr>
          <p:cNvPr id="122" name="Text 114"/>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23" name="Shape 115"/>
          <p:cNvSpPr/>
          <p:nvPr/>
        </p:nvSpPr>
        <p:spPr>
          <a:xfrm>
            <a:off x="843808" y="3408885"/>
            <a:ext cx="640080" cy="119299"/>
          </a:xfrm>
          <a:prstGeom prst="rect">
            <a:avLst/>
          </a:prstGeom>
          <a:solidFill>
            <a:srgbClr val="FFFFFF"/>
          </a:solidFill>
          <a:ln w="6350">
            <a:solidFill>
              <a:srgbClr val="E2E2E2"/>
            </a:solidFill>
            <a:prstDash val="solid"/>
          </a:ln>
        </p:spPr>
      </p:sp>
      <p:sp>
        <p:nvSpPr>
          <p:cNvPr id="124" name="Shape 116"/>
          <p:cNvSpPr/>
          <p:nvPr/>
        </p:nvSpPr>
        <p:spPr>
          <a:xfrm>
            <a:off x="1483888" y="3408885"/>
            <a:ext cx="640080" cy="119299"/>
          </a:xfrm>
          <a:prstGeom prst="rect">
            <a:avLst/>
          </a:prstGeom>
          <a:solidFill>
            <a:srgbClr val="FFFFFF"/>
          </a:solidFill>
          <a:ln w="6350">
            <a:solidFill>
              <a:srgbClr val="E2E2E2"/>
            </a:solidFill>
            <a:prstDash val="solid"/>
          </a:ln>
        </p:spPr>
      </p:sp>
      <p:sp>
        <p:nvSpPr>
          <p:cNvPr id="125" name="Shape 117"/>
          <p:cNvSpPr/>
          <p:nvPr/>
        </p:nvSpPr>
        <p:spPr>
          <a:xfrm>
            <a:off x="2123968" y="3408885"/>
            <a:ext cx="640080" cy="119299"/>
          </a:xfrm>
          <a:prstGeom prst="rect">
            <a:avLst/>
          </a:prstGeom>
          <a:solidFill>
            <a:srgbClr val="FFFFFF"/>
          </a:solidFill>
          <a:ln w="6350">
            <a:solidFill>
              <a:srgbClr val="E2E2E2"/>
            </a:solidFill>
            <a:prstDash val="solid"/>
          </a:ln>
        </p:spPr>
      </p:sp>
      <p:sp>
        <p:nvSpPr>
          <p:cNvPr id="126" name="Shape 118"/>
          <p:cNvSpPr/>
          <p:nvPr/>
        </p:nvSpPr>
        <p:spPr>
          <a:xfrm>
            <a:off x="2764048" y="3408885"/>
            <a:ext cx="640080" cy="119299"/>
          </a:xfrm>
          <a:prstGeom prst="rect">
            <a:avLst/>
          </a:prstGeom>
          <a:solidFill>
            <a:srgbClr val="FFFFFF"/>
          </a:solidFill>
          <a:ln w="6350">
            <a:solidFill>
              <a:srgbClr val="E2E2E2"/>
            </a:solidFill>
            <a:prstDash val="solid"/>
          </a:ln>
        </p:spPr>
      </p:sp>
      <p:sp>
        <p:nvSpPr>
          <p:cNvPr id="127" name="Shape 119"/>
          <p:cNvSpPr/>
          <p:nvPr/>
        </p:nvSpPr>
        <p:spPr>
          <a:xfrm>
            <a:off x="3404128" y="3408885"/>
            <a:ext cx="640080" cy="119299"/>
          </a:xfrm>
          <a:prstGeom prst="rect">
            <a:avLst/>
          </a:prstGeom>
          <a:solidFill>
            <a:srgbClr val="FFFFFF"/>
          </a:solidFill>
          <a:ln w="6350">
            <a:solidFill>
              <a:srgbClr val="E2E2E2"/>
            </a:solidFill>
            <a:prstDash val="solid"/>
          </a:ln>
        </p:spPr>
      </p:sp>
      <p:sp>
        <p:nvSpPr>
          <p:cNvPr id="128" name="Shape 120"/>
          <p:cNvSpPr/>
          <p:nvPr/>
        </p:nvSpPr>
        <p:spPr>
          <a:xfrm>
            <a:off x="4044208" y="3408885"/>
            <a:ext cx="640080" cy="119299"/>
          </a:xfrm>
          <a:prstGeom prst="rect">
            <a:avLst/>
          </a:prstGeom>
          <a:solidFill>
            <a:srgbClr val="FFFFFF"/>
          </a:solidFill>
          <a:ln w="6350">
            <a:solidFill>
              <a:srgbClr val="E2E2E2"/>
            </a:solidFill>
            <a:prstDash val="solid"/>
          </a:ln>
        </p:spPr>
      </p:sp>
      <p:sp>
        <p:nvSpPr>
          <p:cNvPr id="129" name="Shape 121"/>
          <p:cNvSpPr/>
          <p:nvPr/>
        </p:nvSpPr>
        <p:spPr>
          <a:xfrm>
            <a:off x="587776" y="3528185"/>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31" name="Shape 123"/>
          <p:cNvSpPr/>
          <p:nvPr/>
        </p:nvSpPr>
        <p:spPr>
          <a:xfrm>
            <a:off x="843808" y="3528185"/>
            <a:ext cx="640080" cy="119299"/>
          </a:xfrm>
          <a:prstGeom prst="rect">
            <a:avLst/>
          </a:prstGeom>
          <a:solidFill>
            <a:srgbClr val="FFFFFF"/>
          </a:solidFill>
          <a:ln w="6350">
            <a:solidFill>
              <a:srgbClr val="E2E2E2"/>
            </a:solidFill>
            <a:prstDash val="solid"/>
          </a:ln>
        </p:spPr>
      </p:sp>
      <p:sp>
        <p:nvSpPr>
          <p:cNvPr id="132" name="Shape 124"/>
          <p:cNvSpPr/>
          <p:nvPr/>
        </p:nvSpPr>
        <p:spPr>
          <a:xfrm>
            <a:off x="1483888" y="3528185"/>
            <a:ext cx="640080" cy="119299"/>
          </a:xfrm>
          <a:prstGeom prst="rect">
            <a:avLst/>
          </a:prstGeom>
          <a:solidFill>
            <a:srgbClr val="FFFFFF"/>
          </a:solidFill>
          <a:ln w="6350">
            <a:solidFill>
              <a:srgbClr val="E2E2E2"/>
            </a:solidFill>
            <a:prstDash val="solid"/>
          </a:ln>
        </p:spPr>
      </p:sp>
      <p:sp>
        <p:nvSpPr>
          <p:cNvPr id="133" name="Shape 125"/>
          <p:cNvSpPr/>
          <p:nvPr/>
        </p:nvSpPr>
        <p:spPr>
          <a:xfrm>
            <a:off x="2123968" y="3528185"/>
            <a:ext cx="640080" cy="119299"/>
          </a:xfrm>
          <a:prstGeom prst="rect">
            <a:avLst/>
          </a:prstGeom>
          <a:solidFill>
            <a:srgbClr val="FFFFFF"/>
          </a:solidFill>
          <a:ln w="6350">
            <a:solidFill>
              <a:srgbClr val="E2E2E2"/>
            </a:solidFill>
            <a:prstDash val="solid"/>
          </a:ln>
        </p:spPr>
      </p:sp>
      <p:sp>
        <p:nvSpPr>
          <p:cNvPr id="134" name="Shape 126"/>
          <p:cNvSpPr/>
          <p:nvPr/>
        </p:nvSpPr>
        <p:spPr>
          <a:xfrm>
            <a:off x="2764048" y="3528185"/>
            <a:ext cx="640080" cy="119299"/>
          </a:xfrm>
          <a:prstGeom prst="rect">
            <a:avLst/>
          </a:prstGeom>
          <a:solidFill>
            <a:srgbClr val="FFFFFF"/>
          </a:solidFill>
          <a:ln w="6350">
            <a:solidFill>
              <a:srgbClr val="E2E2E2"/>
            </a:solidFill>
            <a:prstDash val="solid"/>
          </a:ln>
        </p:spPr>
      </p:sp>
      <p:sp>
        <p:nvSpPr>
          <p:cNvPr id="135" name="Shape 127"/>
          <p:cNvSpPr/>
          <p:nvPr/>
        </p:nvSpPr>
        <p:spPr>
          <a:xfrm>
            <a:off x="3404128" y="3528185"/>
            <a:ext cx="640080" cy="119299"/>
          </a:xfrm>
          <a:prstGeom prst="rect">
            <a:avLst/>
          </a:prstGeom>
          <a:solidFill>
            <a:srgbClr val="FFFFFF"/>
          </a:solidFill>
          <a:ln w="6350">
            <a:solidFill>
              <a:srgbClr val="E2E2E2"/>
            </a:solidFill>
            <a:prstDash val="solid"/>
          </a:ln>
        </p:spPr>
      </p:sp>
      <p:sp>
        <p:nvSpPr>
          <p:cNvPr id="136" name="Shape 128"/>
          <p:cNvSpPr/>
          <p:nvPr/>
        </p:nvSpPr>
        <p:spPr>
          <a:xfrm>
            <a:off x="4044208" y="3528185"/>
            <a:ext cx="640080" cy="119299"/>
          </a:xfrm>
          <a:prstGeom prst="rect">
            <a:avLst/>
          </a:prstGeom>
          <a:solidFill>
            <a:srgbClr val="FFFFFF"/>
          </a:solidFill>
          <a:ln w="6350">
            <a:solidFill>
              <a:srgbClr val="E2E2E2"/>
            </a:solidFill>
            <a:prstDash val="solid"/>
          </a:ln>
        </p:spPr>
      </p:sp>
      <p:sp>
        <p:nvSpPr>
          <p:cNvPr id="137" name="Shape 129"/>
          <p:cNvSpPr/>
          <p:nvPr/>
        </p:nvSpPr>
        <p:spPr>
          <a:xfrm>
            <a:off x="587776" y="3647484"/>
            <a:ext cx="256032" cy="119299"/>
          </a:xfrm>
          <a:prstGeom prst="rect">
            <a:avLst/>
          </a:prstGeom>
          <a:solidFill>
            <a:srgbClr val="F8F9FA"/>
          </a:solidFill>
          <a:ln w="6350">
            <a:solidFill>
              <a:srgbClr val="DDDDDD"/>
            </a:solidFill>
            <a:prstDash val="solid"/>
          </a:ln>
        </p:spPr>
      </p:sp>
      <p:sp>
        <p:nvSpPr>
          <p:cNvPr id="138" name="Text 130"/>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39" name="Shape 131"/>
          <p:cNvSpPr/>
          <p:nvPr/>
        </p:nvSpPr>
        <p:spPr>
          <a:xfrm>
            <a:off x="843808" y="3647484"/>
            <a:ext cx="640080" cy="119299"/>
          </a:xfrm>
          <a:prstGeom prst="rect">
            <a:avLst/>
          </a:prstGeom>
          <a:solidFill>
            <a:srgbClr val="FFFFFF"/>
          </a:solidFill>
          <a:ln w="6350">
            <a:solidFill>
              <a:srgbClr val="E2E2E2"/>
            </a:solidFill>
            <a:prstDash val="solid"/>
          </a:ln>
        </p:spPr>
      </p:sp>
      <p:sp>
        <p:nvSpPr>
          <p:cNvPr id="140" name="Shape 132"/>
          <p:cNvSpPr/>
          <p:nvPr/>
        </p:nvSpPr>
        <p:spPr>
          <a:xfrm>
            <a:off x="1483888" y="3647484"/>
            <a:ext cx="640080" cy="119299"/>
          </a:xfrm>
          <a:prstGeom prst="rect">
            <a:avLst/>
          </a:prstGeom>
          <a:solidFill>
            <a:srgbClr val="FFFFFF"/>
          </a:solidFill>
          <a:ln w="6350">
            <a:solidFill>
              <a:srgbClr val="E2E2E2"/>
            </a:solidFill>
            <a:prstDash val="solid"/>
          </a:ln>
        </p:spPr>
      </p:sp>
      <p:sp>
        <p:nvSpPr>
          <p:cNvPr id="141" name="Shape 133"/>
          <p:cNvSpPr/>
          <p:nvPr/>
        </p:nvSpPr>
        <p:spPr>
          <a:xfrm>
            <a:off x="2123968" y="3647484"/>
            <a:ext cx="640080" cy="119299"/>
          </a:xfrm>
          <a:prstGeom prst="rect">
            <a:avLst/>
          </a:prstGeom>
          <a:solidFill>
            <a:srgbClr val="FFFFFF"/>
          </a:solidFill>
          <a:ln w="6350">
            <a:solidFill>
              <a:srgbClr val="E2E2E2"/>
            </a:solidFill>
            <a:prstDash val="solid"/>
          </a:ln>
        </p:spPr>
      </p:sp>
      <p:sp>
        <p:nvSpPr>
          <p:cNvPr id="142" name="Shape 134"/>
          <p:cNvSpPr/>
          <p:nvPr/>
        </p:nvSpPr>
        <p:spPr>
          <a:xfrm>
            <a:off x="2764048" y="3647484"/>
            <a:ext cx="640080" cy="119299"/>
          </a:xfrm>
          <a:prstGeom prst="rect">
            <a:avLst/>
          </a:prstGeom>
          <a:solidFill>
            <a:srgbClr val="FFFFFF"/>
          </a:solidFill>
          <a:ln w="6350">
            <a:solidFill>
              <a:srgbClr val="E2E2E2"/>
            </a:solidFill>
            <a:prstDash val="solid"/>
          </a:ln>
        </p:spPr>
      </p:sp>
      <p:sp>
        <p:nvSpPr>
          <p:cNvPr id="143" name="Shape 135"/>
          <p:cNvSpPr/>
          <p:nvPr/>
        </p:nvSpPr>
        <p:spPr>
          <a:xfrm>
            <a:off x="3404128" y="3647484"/>
            <a:ext cx="640080" cy="119299"/>
          </a:xfrm>
          <a:prstGeom prst="rect">
            <a:avLst/>
          </a:prstGeom>
          <a:solidFill>
            <a:srgbClr val="FFFFFF"/>
          </a:solidFill>
          <a:ln w="6350">
            <a:solidFill>
              <a:srgbClr val="E2E2E2"/>
            </a:solidFill>
            <a:prstDash val="solid"/>
          </a:ln>
        </p:spPr>
      </p:sp>
      <p:sp>
        <p:nvSpPr>
          <p:cNvPr id="144" name="Shape 136"/>
          <p:cNvSpPr/>
          <p:nvPr/>
        </p:nvSpPr>
        <p:spPr>
          <a:xfrm>
            <a:off x="4044208" y="3647484"/>
            <a:ext cx="640080" cy="119299"/>
          </a:xfrm>
          <a:prstGeom prst="rect">
            <a:avLst/>
          </a:prstGeom>
          <a:solidFill>
            <a:srgbClr val="FFFFFF"/>
          </a:solidFill>
          <a:ln w="6350">
            <a:solidFill>
              <a:srgbClr val="E2E2E2"/>
            </a:solidFill>
            <a:prstDash val="solid"/>
          </a:ln>
        </p:spPr>
      </p:sp>
      <p:sp>
        <p:nvSpPr>
          <p:cNvPr id="145" name="Shape 137"/>
          <p:cNvSpPr/>
          <p:nvPr/>
        </p:nvSpPr>
        <p:spPr>
          <a:xfrm>
            <a:off x="587776" y="3794216"/>
            <a:ext cx="4950927" cy="201168"/>
          </a:xfrm>
          <a:prstGeom prst="rect">
            <a:avLst/>
          </a:prstGeom>
          <a:solidFill>
            <a:srgbClr val="F8F9FA"/>
          </a:solidFill>
          <a:ln w="12700">
            <a:solidFill>
              <a:srgbClr val="F8F9FA"/>
            </a:solidFill>
            <a:prstDash val="solid"/>
          </a:ln>
        </p:spPr>
      </p:sp>
      <p:sp>
        <p:nvSpPr>
          <p:cNvPr id="146" name="Text 138"/>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47" name="Text 139"/>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Data</a:t>
            </a:r>
            <a:endParaRPr lang="en-US" sz="700" dirty="0"/>
          </a:p>
        </p:txBody>
      </p:sp>
      <p:sp>
        <p:nvSpPr>
          <p:cNvPr id="148" name="Text 140"/>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Ringkasan</a:t>
            </a:r>
            <a:endParaRPr lang="en-US" sz="700" dirty="0"/>
          </a:p>
        </p:txBody>
      </p:sp>
      <p:sp>
        <p:nvSpPr>
          <p:cNvPr id="149" name="Shape 141"/>
          <p:cNvSpPr/>
          <p:nvPr/>
        </p:nvSpPr>
        <p:spPr>
          <a:xfrm>
            <a:off x="2690896" y="3794216"/>
            <a:ext cx="731520" cy="201168"/>
          </a:xfrm>
          <a:prstGeom prst="rect">
            <a:avLst/>
          </a:prstGeom>
          <a:solidFill>
            <a:srgbClr val="E1EFFE"/>
          </a:solidFill>
          <a:ln w="12700">
            <a:solidFill>
              <a:srgbClr val="E1EFFE"/>
            </a:solidFill>
            <a:prstDash val="solid"/>
          </a:ln>
        </p:spPr>
      </p:sp>
      <p:sp>
        <p:nvSpPr>
          <p:cNvPr id="150" name="Text 142"/>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Dashboard</a:t>
            </a:r>
            <a:endParaRPr lang="en-US" sz="700" dirty="0"/>
          </a:p>
        </p:txBody>
      </p:sp>
      <p:sp>
        <p:nvSpPr>
          <p:cNvPr id="151" name="Shape 143"/>
          <p:cNvSpPr/>
          <p:nvPr/>
        </p:nvSpPr>
        <p:spPr>
          <a:xfrm>
            <a:off x="633496" y="2372621"/>
            <a:ext cx="4859487" cy="1394163"/>
          </a:xfrm>
          <a:prstGeom prst="rect">
            <a:avLst/>
          </a:prstGeom>
          <a:solidFill>
            <a:srgbClr val="F3F6F4"/>
          </a:solidFill>
          <a:ln w="12700">
            <a:solidFill>
              <a:srgbClr val="F3F6F4"/>
            </a:solidFill>
            <a:prstDash val="solid"/>
          </a:ln>
        </p:spPr>
      </p:sp>
      <p:sp>
        <p:nvSpPr>
          <p:cNvPr id="152" name="Text 144"/>
          <p:cNvSpPr txBox="1"/>
          <p:nvPr/>
        </p:nvSpPr>
        <p:spPr>
          <a:xfrm>
            <a:off x="679216" y="2390909"/>
            <a:ext cx="4768047" cy="182880"/>
          </a:xfrm>
          <a:prstGeom prst="rect">
            <a:avLst/>
          </a:prstGeom>
          <a:noFill/>
          <a:ln/>
        </p:spPr>
        <p:txBody>
          <a:bodyPr wrap="square" lIns="0" tIns="0" rIns="0" bIns="0" rtlCol="0" anchor="t"/>
          <a:lstStyle/>
          <a:p>
            <a:pPr indent="0" marL="0">
              <a:buNone/>
            </a:pPr>
            <a:r>
              <a:rPr lang="en-US" sz="800" b="1" dirty="0">
                <a:solidFill>
                  <a:srgbClr val="0F4C3A"/>
                </a:solidFill>
                <a:latin typeface="Calibri" pitchFamily="34" charset="0"/>
                <a:ea typeface="Calibri" pitchFamily="34" charset="-122"/>
                <a:cs typeface="Calibri" pitchFamily="34" charset="-120"/>
              </a:rPr>
              <a:t>DASHBOARD KELAS 8 (DATA FIKTIF)</a:t>
            </a:r>
            <a:endParaRPr lang="en-US" sz="800" dirty="0"/>
          </a:p>
        </p:txBody>
      </p:sp>
      <p:sp>
        <p:nvSpPr>
          <p:cNvPr id="153" name="Shape 145"/>
          <p:cNvSpPr/>
          <p:nvPr/>
        </p:nvSpPr>
        <p:spPr>
          <a:xfrm>
            <a:off x="679216" y="2601221"/>
            <a:ext cx="1157722" cy="329184"/>
          </a:xfrm>
          <a:prstGeom prst="roundRect">
            <a:avLst>
              <a:gd name="adj" fmla="val 11111"/>
            </a:avLst>
          </a:prstGeom>
          <a:solidFill>
            <a:srgbClr val="FFFFFF"/>
          </a:solidFill>
          <a:ln w="9525">
            <a:solidFill>
              <a:srgbClr val="DDDDDD"/>
            </a:solidFill>
            <a:prstDash val="solid"/>
          </a:ln>
        </p:spPr>
      </p:sp>
      <p:sp>
        <p:nvSpPr>
          <p:cNvPr id="154" name="Shape 146"/>
          <p:cNvSpPr/>
          <p:nvPr/>
        </p:nvSpPr>
        <p:spPr>
          <a:xfrm>
            <a:off x="679216" y="2601221"/>
            <a:ext cx="45720" cy="329184"/>
          </a:xfrm>
          <a:prstGeom prst="rect">
            <a:avLst/>
          </a:prstGeom>
          <a:solidFill>
            <a:srgbClr val="1F7A5C"/>
          </a:solidFill>
          <a:ln w="12700">
            <a:solidFill>
              <a:srgbClr val="1F7A5C"/>
            </a:solidFill>
            <a:prstDash val="solid"/>
          </a:ln>
        </p:spPr>
      </p:sp>
      <p:sp>
        <p:nvSpPr>
          <p:cNvPr id="155" name="Text 147"/>
          <p:cNvSpPr txBox="1"/>
          <p:nvPr/>
        </p:nvSpPr>
        <p:spPr>
          <a:xfrm>
            <a:off x="770656" y="2628653"/>
            <a:ext cx="1020562" cy="115214"/>
          </a:xfrm>
          <a:prstGeom prst="rect">
            <a:avLst/>
          </a:prstGeom>
          <a:noFill/>
          <a:ln/>
        </p:spPr>
        <p:txBody>
          <a:bodyPr wrap="square" lIns="0" tIns="0" rIns="0" bIns="0" rtlCol="0" anchor="ctr"/>
          <a:lstStyle/>
          <a:p>
            <a:pPr indent="0" marL="0">
              <a:buNone/>
            </a:pPr>
            <a:r>
              <a:rPr lang="en-US" sz="550" dirty="0">
                <a:solidFill>
                  <a:srgbClr val="555555"/>
                </a:solidFill>
                <a:latin typeface="Calibri" pitchFamily="34" charset="0"/>
                <a:ea typeface="Calibri" pitchFamily="34" charset="-122"/>
                <a:cs typeface="Calibri" pitchFamily="34" charset="-120"/>
              </a:rPr>
              <a:t>Jumlah santri</a:t>
            </a:r>
            <a:endParaRPr lang="en-US" sz="550" dirty="0"/>
          </a:p>
        </p:txBody>
      </p:sp>
      <p:sp>
        <p:nvSpPr>
          <p:cNvPr id="156" name="Text 148"/>
          <p:cNvSpPr txBox="1"/>
          <p:nvPr/>
        </p:nvSpPr>
        <p:spPr>
          <a:xfrm>
            <a:off x="770656" y="2716436"/>
            <a:ext cx="1020562" cy="197510"/>
          </a:xfrm>
          <a:prstGeom prst="rect">
            <a:avLst/>
          </a:prstGeom>
          <a:noFill/>
          <a:ln/>
        </p:spPr>
        <p:txBody>
          <a:bodyPr wrap="square" lIns="0" tIns="0" rIns="0" bIns="0" rtlCol="0" anchor="ctr"/>
          <a:lstStyle/>
          <a:p>
            <a:pPr indent="0" marL="0">
              <a:buNone/>
            </a:pPr>
            <a:r>
              <a:rPr lang="en-US" sz="1152" b="1" dirty="0">
                <a:solidFill>
                  <a:srgbClr val="1F7A5C"/>
                </a:solidFill>
                <a:latin typeface="Calibri" pitchFamily="34" charset="0"/>
                <a:ea typeface="Calibri" pitchFamily="34" charset="-122"/>
                <a:cs typeface="Calibri" pitchFamily="34" charset="-120"/>
              </a:rPr>
              <a:t>16</a:t>
            </a:r>
            <a:endParaRPr lang="en-US" sz="1152" dirty="0"/>
          </a:p>
        </p:txBody>
      </p:sp>
      <p:sp>
        <p:nvSpPr>
          <p:cNvPr id="157" name="Shape 149"/>
          <p:cNvSpPr/>
          <p:nvPr/>
        </p:nvSpPr>
        <p:spPr>
          <a:xfrm>
            <a:off x="1882658" y="2601221"/>
            <a:ext cx="1157722" cy="329184"/>
          </a:xfrm>
          <a:prstGeom prst="roundRect">
            <a:avLst>
              <a:gd name="adj" fmla="val 11111"/>
            </a:avLst>
          </a:prstGeom>
          <a:solidFill>
            <a:srgbClr val="FFFFFF"/>
          </a:solidFill>
          <a:ln w="9525">
            <a:solidFill>
              <a:srgbClr val="DDDDDD"/>
            </a:solidFill>
            <a:prstDash val="solid"/>
          </a:ln>
        </p:spPr>
      </p:sp>
      <p:sp>
        <p:nvSpPr>
          <p:cNvPr id="158" name="Shape 150"/>
          <p:cNvSpPr/>
          <p:nvPr/>
        </p:nvSpPr>
        <p:spPr>
          <a:xfrm>
            <a:off x="1882658" y="2601221"/>
            <a:ext cx="45720" cy="329184"/>
          </a:xfrm>
          <a:prstGeom prst="rect">
            <a:avLst/>
          </a:prstGeom>
          <a:solidFill>
            <a:srgbClr val="D4A017"/>
          </a:solidFill>
          <a:ln w="12700">
            <a:solidFill>
              <a:srgbClr val="D4A017"/>
            </a:solidFill>
            <a:prstDash val="solid"/>
          </a:ln>
        </p:spPr>
      </p:sp>
      <p:sp>
        <p:nvSpPr>
          <p:cNvPr id="159" name="Text 151"/>
          <p:cNvSpPr txBox="1"/>
          <p:nvPr/>
        </p:nvSpPr>
        <p:spPr>
          <a:xfrm>
            <a:off x="1974098" y="2628653"/>
            <a:ext cx="1020562" cy="115214"/>
          </a:xfrm>
          <a:prstGeom prst="rect">
            <a:avLst/>
          </a:prstGeom>
          <a:noFill/>
          <a:ln/>
        </p:spPr>
        <p:txBody>
          <a:bodyPr wrap="square" lIns="0" tIns="0" rIns="0" bIns="0" rtlCol="0" anchor="ctr"/>
          <a:lstStyle/>
          <a:p>
            <a:pPr indent="0" marL="0">
              <a:buNone/>
            </a:pPr>
            <a:r>
              <a:rPr lang="en-US" sz="550" dirty="0">
                <a:solidFill>
                  <a:srgbClr val="555555"/>
                </a:solidFill>
                <a:latin typeface="Calibri" pitchFamily="34" charset="0"/>
                <a:ea typeface="Calibri" pitchFamily="34" charset="-122"/>
                <a:cs typeface="Calibri" pitchFamily="34" charset="-120"/>
              </a:rPr>
              <a:t>Rata-rata juz</a:t>
            </a:r>
            <a:endParaRPr lang="en-US" sz="550" dirty="0"/>
          </a:p>
        </p:txBody>
      </p:sp>
      <p:sp>
        <p:nvSpPr>
          <p:cNvPr id="160" name="Text 152"/>
          <p:cNvSpPr txBox="1"/>
          <p:nvPr/>
        </p:nvSpPr>
        <p:spPr>
          <a:xfrm>
            <a:off x="1974098" y="2716436"/>
            <a:ext cx="1020562" cy="197510"/>
          </a:xfrm>
          <a:prstGeom prst="rect">
            <a:avLst/>
          </a:prstGeom>
          <a:noFill/>
          <a:ln/>
        </p:spPr>
        <p:txBody>
          <a:bodyPr wrap="square" lIns="0" tIns="0" rIns="0" bIns="0" rtlCol="0" anchor="ctr"/>
          <a:lstStyle/>
          <a:p>
            <a:pPr indent="0" marL="0">
              <a:buNone/>
            </a:pPr>
            <a:r>
              <a:rPr lang="en-US" sz="1152" b="1" dirty="0">
                <a:solidFill>
                  <a:srgbClr val="D4A017"/>
                </a:solidFill>
                <a:latin typeface="Calibri" pitchFamily="34" charset="0"/>
                <a:ea typeface="Calibri" pitchFamily="34" charset="-122"/>
                <a:cs typeface="Calibri" pitchFamily="34" charset="-120"/>
              </a:rPr>
              <a:t>3,3</a:t>
            </a:r>
            <a:endParaRPr lang="en-US" sz="1152" dirty="0"/>
          </a:p>
        </p:txBody>
      </p:sp>
      <p:sp>
        <p:nvSpPr>
          <p:cNvPr id="161" name="Shape 153"/>
          <p:cNvSpPr/>
          <p:nvPr/>
        </p:nvSpPr>
        <p:spPr>
          <a:xfrm>
            <a:off x="3086100" y="2601221"/>
            <a:ext cx="1157722" cy="329184"/>
          </a:xfrm>
          <a:prstGeom prst="roundRect">
            <a:avLst>
              <a:gd name="adj" fmla="val 11111"/>
            </a:avLst>
          </a:prstGeom>
          <a:solidFill>
            <a:srgbClr val="FFFFFF"/>
          </a:solidFill>
          <a:ln w="9525">
            <a:solidFill>
              <a:srgbClr val="DDDDDD"/>
            </a:solidFill>
            <a:prstDash val="solid"/>
          </a:ln>
        </p:spPr>
      </p:sp>
      <p:sp>
        <p:nvSpPr>
          <p:cNvPr id="162" name="Shape 154"/>
          <p:cNvSpPr/>
          <p:nvPr/>
        </p:nvSpPr>
        <p:spPr>
          <a:xfrm>
            <a:off x="3086100" y="2601221"/>
            <a:ext cx="45720" cy="329184"/>
          </a:xfrm>
          <a:prstGeom prst="rect">
            <a:avLst/>
          </a:prstGeom>
          <a:solidFill>
            <a:srgbClr val="1A73E8"/>
          </a:solidFill>
          <a:ln w="12700">
            <a:solidFill>
              <a:srgbClr val="1A73E8"/>
            </a:solidFill>
            <a:prstDash val="solid"/>
          </a:ln>
        </p:spPr>
      </p:sp>
      <p:sp>
        <p:nvSpPr>
          <p:cNvPr id="163" name="Text 155"/>
          <p:cNvSpPr txBox="1"/>
          <p:nvPr/>
        </p:nvSpPr>
        <p:spPr>
          <a:xfrm>
            <a:off x="3177540" y="2628653"/>
            <a:ext cx="1020562" cy="115214"/>
          </a:xfrm>
          <a:prstGeom prst="rect">
            <a:avLst/>
          </a:prstGeom>
          <a:noFill/>
          <a:ln/>
        </p:spPr>
        <p:txBody>
          <a:bodyPr wrap="square" lIns="0" tIns="0" rIns="0" bIns="0" rtlCol="0" anchor="ctr"/>
          <a:lstStyle/>
          <a:p>
            <a:pPr indent="0" marL="0">
              <a:buNone/>
            </a:pPr>
            <a:r>
              <a:rPr lang="en-US" sz="550" dirty="0">
                <a:solidFill>
                  <a:srgbClr val="555555"/>
                </a:solidFill>
                <a:latin typeface="Calibri" pitchFamily="34" charset="0"/>
                <a:ea typeface="Calibri" pitchFamily="34" charset="-122"/>
                <a:cs typeface="Calibri" pitchFamily="34" charset="-120"/>
              </a:rPr>
              <a:t>Juz tertinggi</a:t>
            </a:r>
            <a:endParaRPr lang="en-US" sz="550" dirty="0"/>
          </a:p>
        </p:txBody>
      </p:sp>
      <p:sp>
        <p:nvSpPr>
          <p:cNvPr id="164" name="Text 156"/>
          <p:cNvSpPr txBox="1"/>
          <p:nvPr/>
        </p:nvSpPr>
        <p:spPr>
          <a:xfrm>
            <a:off x="3177540" y="2716436"/>
            <a:ext cx="1020562" cy="197510"/>
          </a:xfrm>
          <a:prstGeom prst="rect">
            <a:avLst/>
          </a:prstGeom>
          <a:noFill/>
          <a:ln/>
        </p:spPr>
        <p:txBody>
          <a:bodyPr wrap="square" lIns="0" tIns="0" rIns="0" bIns="0" rtlCol="0" anchor="ctr"/>
          <a:lstStyle/>
          <a:p>
            <a:pPr indent="0" marL="0">
              <a:buNone/>
            </a:pPr>
            <a:r>
              <a:rPr lang="en-US" sz="1152" b="1" dirty="0">
                <a:solidFill>
                  <a:srgbClr val="1A73E8"/>
                </a:solidFill>
                <a:latin typeface="Calibri" pitchFamily="34" charset="0"/>
                <a:ea typeface="Calibri" pitchFamily="34" charset="-122"/>
                <a:cs typeface="Calibri" pitchFamily="34" charset="-120"/>
              </a:rPr>
              <a:t>6</a:t>
            </a:r>
            <a:endParaRPr lang="en-US" sz="1152" dirty="0"/>
          </a:p>
        </p:txBody>
      </p:sp>
      <p:sp>
        <p:nvSpPr>
          <p:cNvPr id="165" name="Shape 157"/>
          <p:cNvSpPr/>
          <p:nvPr/>
        </p:nvSpPr>
        <p:spPr>
          <a:xfrm>
            <a:off x="4289542" y="2601221"/>
            <a:ext cx="1157722" cy="329184"/>
          </a:xfrm>
          <a:prstGeom prst="roundRect">
            <a:avLst>
              <a:gd name="adj" fmla="val 11111"/>
            </a:avLst>
          </a:prstGeom>
          <a:solidFill>
            <a:srgbClr val="FFFFFF"/>
          </a:solidFill>
          <a:ln w="9525">
            <a:solidFill>
              <a:srgbClr val="DDDDDD"/>
            </a:solidFill>
            <a:prstDash val="solid"/>
          </a:ln>
        </p:spPr>
      </p:sp>
      <p:sp>
        <p:nvSpPr>
          <p:cNvPr id="166" name="Shape 158"/>
          <p:cNvSpPr/>
          <p:nvPr/>
        </p:nvSpPr>
        <p:spPr>
          <a:xfrm>
            <a:off x="4289542" y="2601221"/>
            <a:ext cx="45720" cy="329184"/>
          </a:xfrm>
          <a:prstGeom prst="rect">
            <a:avLst/>
          </a:prstGeom>
          <a:solidFill>
            <a:srgbClr val="C62828"/>
          </a:solidFill>
          <a:ln w="12700">
            <a:solidFill>
              <a:srgbClr val="C62828"/>
            </a:solidFill>
            <a:prstDash val="solid"/>
          </a:ln>
        </p:spPr>
      </p:sp>
      <p:sp>
        <p:nvSpPr>
          <p:cNvPr id="167" name="Text 159"/>
          <p:cNvSpPr txBox="1"/>
          <p:nvPr/>
        </p:nvSpPr>
        <p:spPr>
          <a:xfrm>
            <a:off x="4380982" y="2628653"/>
            <a:ext cx="1020562" cy="115214"/>
          </a:xfrm>
          <a:prstGeom prst="rect">
            <a:avLst/>
          </a:prstGeom>
          <a:noFill/>
          <a:ln/>
        </p:spPr>
        <p:txBody>
          <a:bodyPr wrap="square" lIns="0" tIns="0" rIns="0" bIns="0" rtlCol="0" anchor="ctr"/>
          <a:lstStyle/>
          <a:p>
            <a:pPr indent="0" marL="0">
              <a:buNone/>
            </a:pPr>
            <a:r>
              <a:rPr lang="en-US" sz="550" dirty="0">
                <a:solidFill>
                  <a:srgbClr val="555555"/>
                </a:solidFill>
                <a:latin typeface="Calibri" pitchFamily="34" charset="0"/>
                <a:ea typeface="Calibri" pitchFamily="34" charset="-122"/>
                <a:cs typeface="Calibri" pitchFamily="34" charset="-120"/>
              </a:rPr>
              <a:t>Ekskul terbanyak</a:t>
            </a:r>
            <a:endParaRPr lang="en-US" sz="550" dirty="0"/>
          </a:p>
        </p:txBody>
      </p:sp>
      <p:sp>
        <p:nvSpPr>
          <p:cNvPr id="168" name="Text 160"/>
          <p:cNvSpPr txBox="1"/>
          <p:nvPr/>
        </p:nvSpPr>
        <p:spPr>
          <a:xfrm>
            <a:off x="4380982" y="2716436"/>
            <a:ext cx="1020562" cy="197510"/>
          </a:xfrm>
          <a:prstGeom prst="rect">
            <a:avLst/>
          </a:prstGeom>
          <a:noFill/>
          <a:ln/>
        </p:spPr>
        <p:txBody>
          <a:bodyPr wrap="square" lIns="0" tIns="0" rIns="0" bIns="0" rtlCol="0" anchor="ctr"/>
          <a:lstStyle/>
          <a:p>
            <a:pPr indent="0" marL="0">
              <a:buNone/>
            </a:pPr>
            <a:r>
              <a:rPr lang="en-US" sz="1152" b="1" dirty="0">
                <a:solidFill>
                  <a:srgbClr val="C62828"/>
                </a:solidFill>
                <a:latin typeface="Calibri" pitchFamily="34" charset="0"/>
                <a:ea typeface="Calibri" pitchFamily="34" charset="-122"/>
                <a:cs typeface="Calibri" pitchFamily="34" charset="-120"/>
              </a:rPr>
              <a:t>Pramuka</a:t>
            </a:r>
            <a:endParaRPr lang="en-US" sz="1152" dirty="0"/>
          </a:p>
        </p:txBody>
      </p:sp>
      <p:sp>
        <p:nvSpPr>
          <p:cNvPr id="169" name="Shape 161"/>
          <p:cNvSpPr/>
          <p:nvPr/>
        </p:nvSpPr>
        <p:spPr>
          <a:xfrm>
            <a:off x="679216" y="3003557"/>
            <a:ext cx="2186769" cy="717507"/>
          </a:xfrm>
          <a:prstGeom prst="roundRect">
            <a:avLst>
              <a:gd name="adj" fmla="val 3823"/>
            </a:avLst>
          </a:prstGeom>
          <a:solidFill>
            <a:srgbClr val="FFFFFF"/>
          </a:solidFill>
          <a:ln w="9525">
            <a:solidFill>
              <a:srgbClr val="DDDDDD"/>
            </a:solidFill>
            <a:prstDash val="solid"/>
          </a:ln>
        </p:spPr>
      </p:sp>
      <p:sp>
        <p:nvSpPr>
          <p:cNvPr id="170" name="Text 162"/>
          <p:cNvSpPr txBox="1"/>
          <p:nvPr/>
        </p:nvSpPr>
        <p:spPr>
          <a:xfrm>
            <a:off x="679216" y="3021845"/>
            <a:ext cx="2186769" cy="146304"/>
          </a:xfrm>
          <a:prstGeom prst="rect">
            <a:avLst/>
          </a:prstGeom>
          <a:noFill/>
          <a:ln/>
        </p:spPr>
        <p:txBody>
          <a:bodyPr wrap="square" lIns="0" tIns="0" rIns="0" bIns="0" rtlCol="0" anchor="t"/>
          <a:lstStyle/>
          <a:p>
            <a:pPr algn="ctr" indent="0" marL="0">
              <a:buNone/>
            </a:pPr>
            <a:r>
              <a:rPr lang="en-US" sz="650" b="1" dirty="0">
                <a:solidFill>
                  <a:srgbClr val="1E2A26"/>
                </a:solidFill>
                <a:latin typeface="Calibri" pitchFamily="34" charset="0"/>
                <a:ea typeface="Calibri" pitchFamily="34" charset="-122"/>
                <a:cs typeface="Calibri" pitchFamily="34" charset="-120"/>
              </a:rPr>
              <a:t>Santri per Ekskul</a:t>
            </a:r>
            <a:endParaRPr lang="en-US" sz="650" dirty="0"/>
          </a:p>
        </p:txBody>
      </p:sp>
      <p:sp>
        <p:nvSpPr>
          <p:cNvPr id="171" name="Shape 163"/>
          <p:cNvSpPr/>
          <p:nvPr/>
        </p:nvSpPr>
        <p:spPr>
          <a:xfrm>
            <a:off x="752368" y="3204725"/>
            <a:ext cx="443187" cy="443187"/>
          </a:xfrm>
          <a:prstGeom prst="pie">
            <a:avLst>
              <a:gd name="adj1" fmla="val 0"/>
              <a:gd name="adj2" fmla="val 8100000"/>
            </a:avLst>
          </a:prstGeom>
          <a:solidFill>
            <a:srgbClr val="1F7A5C"/>
          </a:solidFill>
          <a:ln/>
        </p:spPr>
      </p:sp>
      <p:sp>
        <p:nvSpPr>
          <p:cNvPr id="172" name="Shape 164"/>
          <p:cNvSpPr/>
          <p:nvPr/>
        </p:nvSpPr>
        <p:spPr>
          <a:xfrm>
            <a:off x="752368" y="3204725"/>
            <a:ext cx="443187" cy="443187"/>
          </a:xfrm>
          <a:prstGeom prst="pie">
            <a:avLst>
              <a:gd name="adj1" fmla="val 8100000"/>
              <a:gd name="adj2" fmla="val 13500000"/>
            </a:avLst>
          </a:prstGeom>
          <a:solidFill>
            <a:srgbClr val="D4A017"/>
          </a:solidFill>
          <a:ln/>
        </p:spPr>
      </p:sp>
      <p:sp>
        <p:nvSpPr>
          <p:cNvPr id="173" name="Shape 165"/>
          <p:cNvSpPr/>
          <p:nvPr/>
        </p:nvSpPr>
        <p:spPr>
          <a:xfrm>
            <a:off x="752368" y="3204725"/>
            <a:ext cx="443187" cy="443187"/>
          </a:xfrm>
          <a:prstGeom prst="pie">
            <a:avLst>
              <a:gd name="adj1" fmla="val 13500000"/>
              <a:gd name="adj2" fmla="val 18900000"/>
            </a:avLst>
          </a:prstGeom>
          <a:solidFill>
            <a:srgbClr val="4285F4"/>
          </a:solidFill>
          <a:ln/>
        </p:spPr>
      </p:sp>
      <p:sp>
        <p:nvSpPr>
          <p:cNvPr id="174" name="Shape 166"/>
          <p:cNvSpPr/>
          <p:nvPr/>
        </p:nvSpPr>
        <p:spPr>
          <a:xfrm>
            <a:off x="752368" y="3204725"/>
            <a:ext cx="443187" cy="443187"/>
          </a:xfrm>
          <a:prstGeom prst="pie">
            <a:avLst>
              <a:gd name="adj1" fmla="val 18900000"/>
              <a:gd name="adj2" fmla="val 21600000"/>
            </a:avLst>
          </a:prstGeom>
          <a:solidFill>
            <a:srgbClr val="EA4335"/>
          </a:solidFill>
          <a:ln/>
        </p:spPr>
      </p:sp>
      <p:sp>
        <p:nvSpPr>
          <p:cNvPr id="175" name="Shape 167"/>
          <p:cNvSpPr/>
          <p:nvPr/>
        </p:nvSpPr>
        <p:spPr>
          <a:xfrm>
            <a:off x="1259563" y="3259589"/>
            <a:ext cx="73152" cy="73152"/>
          </a:xfrm>
          <a:prstGeom prst="rect">
            <a:avLst/>
          </a:prstGeom>
          <a:solidFill>
            <a:srgbClr val="1F7A5C"/>
          </a:solidFill>
          <a:ln w="12700">
            <a:solidFill>
              <a:srgbClr val="1F7A5C"/>
            </a:solidFill>
            <a:prstDash val="solid"/>
          </a:ln>
        </p:spPr>
      </p:sp>
      <p:sp>
        <p:nvSpPr>
          <p:cNvPr id="176" name="Text 168"/>
          <p:cNvSpPr txBox="1"/>
          <p:nvPr/>
        </p:nvSpPr>
        <p:spPr>
          <a:xfrm>
            <a:off x="1360147" y="3223013"/>
            <a:ext cx="1469262" cy="137160"/>
          </a:xfrm>
          <a:prstGeom prst="rect">
            <a:avLst/>
          </a:prstGeom>
          <a:noFill/>
          <a:ln/>
        </p:spPr>
        <p:txBody>
          <a:bodyPr wrap="square" lIns="0" tIns="0" rIns="0" bIns="0" rtlCol="0" anchor="t"/>
          <a:lstStyle/>
          <a:p>
            <a:pPr indent="0" marL="0">
              <a:buNone/>
            </a:pPr>
            <a:r>
              <a:rPr lang="en-US" sz="550" dirty="0">
                <a:solidFill>
                  <a:srgbClr val="1E2A26"/>
                </a:solidFill>
                <a:latin typeface="Calibri" pitchFamily="34" charset="0"/>
                <a:ea typeface="Calibri" pitchFamily="34" charset="-122"/>
                <a:cs typeface="Calibri" pitchFamily="34" charset="-120"/>
              </a:rPr>
              <a:t>Pramuka</a:t>
            </a:r>
            <a:endParaRPr lang="en-US" sz="550" dirty="0"/>
          </a:p>
        </p:txBody>
      </p:sp>
      <p:sp>
        <p:nvSpPr>
          <p:cNvPr id="177" name="Shape 169"/>
          <p:cNvSpPr/>
          <p:nvPr/>
        </p:nvSpPr>
        <p:spPr>
          <a:xfrm>
            <a:off x="1259563" y="3396749"/>
            <a:ext cx="73152" cy="73152"/>
          </a:xfrm>
          <a:prstGeom prst="rect">
            <a:avLst/>
          </a:prstGeom>
          <a:solidFill>
            <a:srgbClr val="D4A017"/>
          </a:solidFill>
          <a:ln w="12700">
            <a:solidFill>
              <a:srgbClr val="D4A017"/>
            </a:solidFill>
            <a:prstDash val="solid"/>
          </a:ln>
        </p:spPr>
      </p:sp>
      <p:sp>
        <p:nvSpPr>
          <p:cNvPr id="178" name="Text 170"/>
          <p:cNvSpPr txBox="1"/>
          <p:nvPr/>
        </p:nvSpPr>
        <p:spPr>
          <a:xfrm>
            <a:off x="1360147" y="3360173"/>
            <a:ext cx="1469262" cy="137160"/>
          </a:xfrm>
          <a:prstGeom prst="rect">
            <a:avLst/>
          </a:prstGeom>
          <a:noFill/>
          <a:ln/>
        </p:spPr>
        <p:txBody>
          <a:bodyPr wrap="square" lIns="0" tIns="0" rIns="0" bIns="0" rtlCol="0" anchor="t"/>
          <a:lstStyle/>
          <a:p>
            <a:pPr indent="0" marL="0">
              <a:buNone/>
            </a:pPr>
            <a:r>
              <a:rPr lang="en-US" sz="550" dirty="0">
                <a:solidFill>
                  <a:srgbClr val="1E2A26"/>
                </a:solidFill>
                <a:latin typeface="Calibri" pitchFamily="34" charset="0"/>
                <a:ea typeface="Calibri" pitchFamily="34" charset="-122"/>
                <a:cs typeface="Calibri" pitchFamily="34" charset="-120"/>
              </a:rPr>
              <a:t>Kaligrafi</a:t>
            </a:r>
            <a:endParaRPr lang="en-US" sz="550" dirty="0"/>
          </a:p>
        </p:txBody>
      </p:sp>
      <p:sp>
        <p:nvSpPr>
          <p:cNvPr id="179" name="Shape 171"/>
          <p:cNvSpPr/>
          <p:nvPr/>
        </p:nvSpPr>
        <p:spPr>
          <a:xfrm>
            <a:off x="1259563" y="3533909"/>
            <a:ext cx="73152" cy="73152"/>
          </a:xfrm>
          <a:prstGeom prst="rect">
            <a:avLst/>
          </a:prstGeom>
          <a:solidFill>
            <a:srgbClr val="4285F4"/>
          </a:solidFill>
          <a:ln w="12700">
            <a:solidFill>
              <a:srgbClr val="4285F4"/>
            </a:solidFill>
            <a:prstDash val="solid"/>
          </a:ln>
        </p:spPr>
      </p:sp>
      <p:sp>
        <p:nvSpPr>
          <p:cNvPr id="180" name="Text 172"/>
          <p:cNvSpPr txBox="1"/>
          <p:nvPr/>
        </p:nvSpPr>
        <p:spPr>
          <a:xfrm>
            <a:off x="1360147" y="3497333"/>
            <a:ext cx="1469262" cy="137160"/>
          </a:xfrm>
          <a:prstGeom prst="rect">
            <a:avLst/>
          </a:prstGeom>
          <a:noFill/>
          <a:ln/>
        </p:spPr>
        <p:txBody>
          <a:bodyPr wrap="square" lIns="0" tIns="0" rIns="0" bIns="0" rtlCol="0" anchor="t"/>
          <a:lstStyle/>
          <a:p>
            <a:pPr indent="0" marL="0">
              <a:buNone/>
            </a:pPr>
            <a:r>
              <a:rPr lang="en-US" sz="550" dirty="0">
                <a:solidFill>
                  <a:srgbClr val="1E2A26"/>
                </a:solidFill>
                <a:latin typeface="Calibri" pitchFamily="34" charset="0"/>
                <a:ea typeface="Calibri" pitchFamily="34" charset="-122"/>
                <a:cs typeface="Calibri" pitchFamily="34" charset="-120"/>
              </a:rPr>
              <a:t>Futsal</a:t>
            </a:r>
            <a:endParaRPr lang="en-US" sz="550" dirty="0"/>
          </a:p>
        </p:txBody>
      </p:sp>
      <p:sp>
        <p:nvSpPr>
          <p:cNvPr id="181" name="Shape 173"/>
          <p:cNvSpPr/>
          <p:nvPr/>
        </p:nvSpPr>
        <p:spPr>
          <a:xfrm>
            <a:off x="1259563" y="3671069"/>
            <a:ext cx="73152" cy="73152"/>
          </a:xfrm>
          <a:prstGeom prst="rect">
            <a:avLst/>
          </a:prstGeom>
          <a:solidFill>
            <a:srgbClr val="EA4335"/>
          </a:solidFill>
          <a:ln w="12700">
            <a:solidFill>
              <a:srgbClr val="EA4335"/>
            </a:solidFill>
            <a:prstDash val="solid"/>
          </a:ln>
        </p:spPr>
      </p:sp>
      <p:sp>
        <p:nvSpPr>
          <p:cNvPr id="182" name="Text 174"/>
          <p:cNvSpPr txBox="1"/>
          <p:nvPr/>
        </p:nvSpPr>
        <p:spPr>
          <a:xfrm>
            <a:off x="1360147" y="3634493"/>
            <a:ext cx="1469262" cy="137160"/>
          </a:xfrm>
          <a:prstGeom prst="rect">
            <a:avLst/>
          </a:prstGeom>
          <a:noFill/>
          <a:ln/>
        </p:spPr>
        <p:txBody>
          <a:bodyPr wrap="square" lIns="0" tIns="0" rIns="0" bIns="0" rtlCol="0" anchor="t"/>
          <a:lstStyle/>
          <a:p>
            <a:pPr indent="0" marL="0">
              <a:buNone/>
            </a:pPr>
            <a:r>
              <a:rPr lang="en-US" sz="550" dirty="0">
                <a:solidFill>
                  <a:srgbClr val="1E2A26"/>
                </a:solidFill>
                <a:latin typeface="Calibri" pitchFamily="34" charset="0"/>
                <a:ea typeface="Calibri" pitchFamily="34" charset="-122"/>
                <a:cs typeface="Calibri" pitchFamily="34" charset="-120"/>
              </a:rPr>
              <a:t>Tahsin</a:t>
            </a:r>
            <a:endParaRPr lang="en-US" sz="550" dirty="0"/>
          </a:p>
        </p:txBody>
      </p:sp>
      <p:sp>
        <p:nvSpPr>
          <p:cNvPr id="183" name="Shape 175"/>
          <p:cNvSpPr/>
          <p:nvPr/>
        </p:nvSpPr>
        <p:spPr>
          <a:xfrm>
            <a:off x="2911706" y="3003557"/>
            <a:ext cx="2484088" cy="717507"/>
          </a:xfrm>
          <a:prstGeom prst="roundRect">
            <a:avLst>
              <a:gd name="adj" fmla="val 3823"/>
            </a:avLst>
          </a:prstGeom>
          <a:solidFill>
            <a:srgbClr val="FFFFFF"/>
          </a:solidFill>
          <a:ln w="9525">
            <a:solidFill>
              <a:srgbClr val="DDDDDD"/>
            </a:solidFill>
            <a:prstDash val="solid"/>
          </a:ln>
        </p:spPr>
      </p:sp>
      <p:sp>
        <p:nvSpPr>
          <p:cNvPr id="184" name="Text 176"/>
          <p:cNvSpPr txBox="1"/>
          <p:nvPr/>
        </p:nvSpPr>
        <p:spPr>
          <a:xfrm>
            <a:off x="2911706" y="3021845"/>
            <a:ext cx="2484088" cy="146304"/>
          </a:xfrm>
          <a:prstGeom prst="rect">
            <a:avLst/>
          </a:prstGeom>
          <a:noFill/>
          <a:ln/>
        </p:spPr>
        <p:txBody>
          <a:bodyPr wrap="square" lIns="0" tIns="0" rIns="0" bIns="0" rtlCol="0" anchor="t"/>
          <a:lstStyle/>
          <a:p>
            <a:pPr algn="ctr" indent="0" marL="0">
              <a:buNone/>
            </a:pPr>
            <a:r>
              <a:rPr lang="en-US" sz="650" b="1" dirty="0">
                <a:solidFill>
                  <a:srgbClr val="1E2A26"/>
                </a:solidFill>
                <a:latin typeface="Calibri" pitchFamily="34" charset="0"/>
                <a:ea typeface="Calibri" pitchFamily="34" charset="-122"/>
                <a:cs typeface="Calibri" pitchFamily="34" charset="-120"/>
              </a:rPr>
              <a:t>Rata-rata Juz per Kelas</a:t>
            </a:r>
            <a:endParaRPr lang="en-US" sz="650" dirty="0"/>
          </a:p>
        </p:txBody>
      </p:sp>
      <p:sp>
        <p:nvSpPr>
          <p:cNvPr id="185" name="Shape 177"/>
          <p:cNvSpPr/>
          <p:nvPr/>
        </p:nvSpPr>
        <p:spPr>
          <a:xfrm>
            <a:off x="3218027" y="3232157"/>
            <a:ext cx="789421" cy="306027"/>
          </a:xfrm>
          <a:prstGeom prst="rect">
            <a:avLst/>
          </a:prstGeom>
          <a:solidFill>
            <a:srgbClr val="1F7A5C"/>
          </a:solidFill>
          <a:ln w="12700">
            <a:solidFill>
              <a:srgbClr val="1F7A5C"/>
            </a:solidFill>
            <a:prstDash val="solid"/>
          </a:ln>
        </p:spPr>
      </p:sp>
      <p:sp>
        <p:nvSpPr>
          <p:cNvPr id="186" name="Text 178"/>
          <p:cNvSpPr txBox="1"/>
          <p:nvPr/>
        </p:nvSpPr>
        <p:spPr>
          <a:xfrm>
            <a:off x="3003146" y="3547328"/>
            <a:ext cx="1219184"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8A</a:t>
            </a:r>
            <a:endParaRPr lang="en-US" sz="500" dirty="0"/>
          </a:p>
        </p:txBody>
      </p:sp>
      <p:sp>
        <p:nvSpPr>
          <p:cNvPr id="187" name="Shape 179"/>
          <p:cNvSpPr/>
          <p:nvPr/>
        </p:nvSpPr>
        <p:spPr>
          <a:xfrm>
            <a:off x="4345771" y="3267132"/>
            <a:ext cx="789421" cy="271052"/>
          </a:xfrm>
          <a:prstGeom prst="rect">
            <a:avLst/>
          </a:prstGeom>
          <a:solidFill>
            <a:srgbClr val="D4A017"/>
          </a:solidFill>
          <a:ln w="12700">
            <a:solidFill>
              <a:srgbClr val="D4A017"/>
            </a:solidFill>
            <a:prstDash val="solid"/>
          </a:ln>
        </p:spPr>
      </p:sp>
      <p:sp>
        <p:nvSpPr>
          <p:cNvPr id="188" name="Text 180"/>
          <p:cNvSpPr txBox="1"/>
          <p:nvPr/>
        </p:nvSpPr>
        <p:spPr>
          <a:xfrm>
            <a:off x="4130890" y="3547328"/>
            <a:ext cx="1219184"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8B</a:t>
            </a:r>
            <a:endParaRPr lang="en-US" sz="500" dirty="0"/>
          </a:p>
        </p:txBody>
      </p:sp>
      <p:sp>
        <p:nvSpPr>
          <p:cNvPr id="189" name="Shape 181"/>
          <p:cNvSpPr/>
          <p:nvPr/>
        </p:nvSpPr>
        <p:spPr>
          <a:xfrm>
            <a:off x="3021434" y="3538184"/>
            <a:ext cx="2301208" cy="0"/>
          </a:xfrm>
          <a:prstGeom prst="line">
            <a:avLst/>
          </a:prstGeom>
          <a:noFill/>
          <a:ln w="6350">
            <a:solidFill>
              <a:srgbClr val="888888"/>
            </a:solidFill>
            <a:prstDash val="solid"/>
          </a:ln>
        </p:spPr>
      </p:sp>
      <p:sp>
        <p:nvSpPr>
          <p:cNvPr id="190" name="Shape 182"/>
          <p:cNvSpPr/>
          <p:nvPr/>
        </p:nvSpPr>
        <p:spPr>
          <a:xfrm>
            <a:off x="660928" y="2985269"/>
            <a:ext cx="4753154" cy="754083"/>
          </a:xfrm>
          <a:prstGeom prst="roundRect">
            <a:avLst>
              <a:gd name="adj" fmla="val 6063"/>
            </a:avLst>
          </a:prstGeom>
          <a:solidFill>
            <a:srgbClr val="FFFFFF">
              <a:alpha val="0"/>
            </a:srgbClr>
          </a:solidFill>
          <a:ln w="31750">
            <a:solidFill>
              <a:srgbClr val="E53935"/>
            </a:solidFill>
            <a:prstDash val="solid"/>
          </a:ln>
        </p:spPr>
      </p:sp>
      <p:sp>
        <p:nvSpPr>
          <p:cNvPr id="191" name="Shape 183"/>
          <p:cNvSpPr/>
          <p:nvPr/>
        </p:nvSpPr>
        <p:spPr>
          <a:xfrm>
            <a:off x="5276922" y="2848109"/>
            <a:ext cx="274320" cy="274320"/>
          </a:xfrm>
          <a:prstGeom prst="ellipse">
            <a:avLst/>
          </a:prstGeom>
          <a:solidFill>
            <a:srgbClr val="E53935"/>
          </a:solidFill>
          <a:ln w="12700">
            <a:solidFill>
              <a:srgbClr val="FFFFFF"/>
            </a:solidFill>
            <a:prstDash val="solid"/>
          </a:ln>
        </p:spPr>
      </p:sp>
      <p:sp>
        <p:nvSpPr>
          <p:cNvPr id="192" name="Text 184"/>
          <p:cNvSpPr txBox="1"/>
          <p:nvPr/>
        </p:nvSpPr>
        <p:spPr>
          <a:xfrm>
            <a:off x="5276922" y="284810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193" name="Image 6" descr="preencoded.png">    </p:cNvPr>
          <p:cNvPicPr>
            <a:picLocks noChangeAspect="1"/>
          </p:cNvPicPr>
          <p:nvPr/>
        </p:nvPicPr>
        <p:blipFill>
          <a:blip r:embed="rId7"/>
          <a:stretch>
            <a:fillRect/>
          </a:stretch>
        </p:blipFill>
        <p:spPr>
          <a:xfrm>
            <a:off x="3273334" y="3398186"/>
            <a:ext cx="237744" cy="237744"/>
          </a:xfrm>
          <a:prstGeom prst="rect">
            <a:avLst/>
          </a:prstGeom>
        </p:spPr>
      </p:pic>
      <p:sp>
        <p:nvSpPr>
          <p:cNvPr id="194" name="Text 18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195" name="Text 18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Tata grafik berdampingan di bawah kartu</a:t>
            </a:r>
            <a:endParaRPr lang="en-US" sz="1800" dirty="0"/>
          </a:p>
        </p:txBody>
      </p:sp>
      <p:sp>
        <p:nvSpPr>
          <p:cNvPr id="196" name="Text 18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Seret grafik agar sejajar di bawah kartu angka. Samakan ukuran kedua grafik. Hindari tumpang-tindih.</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11</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Tambahkan dan jawab:</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Tabel rata-rata juz per ekskul dengan AVERAGEIF di lembar Ringkasan.</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Grafik batangnya, dipasang di Dashboard.</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Tulis 1 kesimpulan dari setiap grafik di bawah grafik.</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Pastikan semua grafik berjudul dan bertuliskan data fiktif.</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grafik lingkaran proporsi ekskul</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grafik batang rata-rata per kelas</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Grafik berjudul dan berlabel</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Grafik tertata rapi di Dashboard</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grafik lingkaran cocok untuk proporsi?</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yang kamu simpulkan dari grafik rata-rata per kelas?</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Grafik yang jujur tidak memotong sumbu atau menyembunyikan data agar terlihat lebih baik.</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Proyek Dashboard Kelas dengan penyaring interaktif (slicer).</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12</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Dashboard Kelas</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dashboard interaktif dengan slicer</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4: Dashboard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Bagaimana jika pimpinan ingin melihat dashboard khusus kelas 8A saja?</a:t>
            </a:r>
            <a:endParaRPr lang="en-US" sz="2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12</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Menambahkan penyaring interaktif (slicer)</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Menyempurnakan tampilan dashboard</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Mempresentasikan kesimpulan dari dashboard</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Slicer: Penyaring Interaktif</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926080" cy="3520440"/>
          </a:xfrm>
          <a:prstGeom prst="roundRect">
            <a:avLst>
              <a:gd name="adj" fmla="val 4688"/>
            </a:avLst>
          </a:prstGeom>
          <a:solidFill>
            <a:srgbClr val="0F4C3A"/>
          </a:solidFill>
          <a:ln w="12700">
            <a:solidFill>
              <a:srgbClr val="0F4C3A"/>
            </a:solidFill>
            <a:prstDash val="solid"/>
          </a:ln>
        </p:spPr>
      </p:sp>
      <p:pic>
        <p:nvPicPr>
          <p:cNvPr id="10" name="Image 2" descr="preencoded.png">    </p:cNvPr>
          <p:cNvPicPr>
            <a:picLocks noChangeAspect="1"/>
          </p:cNvPicPr>
          <p:nvPr/>
        </p:nvPicPr>
        <p:blipFill>
          <a:blip r:embed="rId3"/>
          <a:stretch>
            <a:fillRect/>
          </a:stretch>
        </p:blipFill>
        <p:spPr>
          <a:xfrm>
            <a:off x="1234440" y="1600200"/>
            <a:ext cx="1371600" cy="1371600"/>
          </a:xfrm>
          <a:prstGeom prst="rect">
            <a:avLst/>
          </a:prstGeom>
        </p:spPr>
      </p:pic>
      <p:sp>
        <p:nvSpPr>
          <p:cNvPr id="11" name="Text 6"/>
          <p:cNvSpPr txBox="1"/>
          <p:nvPr/>
        </p:nvSpPr>
        <p:spPr>
          <a:xfrm>
            <a:off x="640080" y="3200400"/>
            <a:ext cx="2560320" cy="118872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Slicer</a:t>
            </a:r>
            <a:endParaRPr lang="en-US" sz="1800" dirty="0"/>
          </a:p>
        </p:txBody>
      </p:sp>
      <p:sp>
        <p:nvSpPr>
          <p:cNvPr id="12" name="Text 7"/>
          <p:cNvSpPr txBox="1"/>
          <p:nvPr/>
        </p:nvSpPr>
        <p:spPr>
          <a:xfrm>
            <a:off x="3703320" y="1097280"/>
            <a:ext cx="4983480" cy="1463040"/>
          </a:xfrm>
          <a:prstGeom prst="rect">
            <a:avLst/>
          </a:prstGeom>
          <a:noFill/>
          <a:ln/>
        </p:spPr>
        <p:txBody>
          <a:bodyPr wrap="square" lIns="0" tIns="0" rIns="0" bIns="0" rtlCol="0" anchor="ctr"/>
          <a:lstStyle/>
          <a:p>
            <a:pPr indent="0" marL="0">
              <a:buNone/>
            </a:pPr>
            <a:r>
              <a:rPr lang="en-US" sz="2000" b="1" dirty="0">
                <a:solidFill>
                  <a:srgbClr val="0F4C3A"/>
                </a:solidFill>
                <a:latin typeface="Cambria" pitchFamily="34" charset="0"/>
                <a:ea typeface="Cambria" pitchFamily="34" charset="-122"/>
                <a:cs typeface="Cambria" pitchFamily="34" charset="-120"/>
              </a:rPr>
              <a:t>Slicer adalah tombol penyaring di dashboard. Pengguna memilih satu kategori, dan grafik langsung menyesuaikan.</a:t>
            </a:r>
            <a:endParaRPr lang="en-US" sz="2000" dirty="0"/>
          </a:p>
        </p:txBody>
      </p:sp>
      <p:sp>
        <p:nvSpPr>
          <p:cNvPr id="13" name="Shape 8"/>
          <p:cNvSpPr/>
          <p:nvPr/>
        </p:nvSpPr>
        <p:spPr>
          <a:xfrm>
            <a:off x="3703320" y="2807208"/>
            <a:ext cx="164592" cy="164592"/>
          </a:xfrm>
          <a:prstGeom prst="ellipse">
            <a:avLst/>
          </a:prstGeom>
          <a:solidFill>
            <a:srgbClr val="D4A017"/>
          </a:solidFill>
          <a:ln/>
        </p:spPr>
      </p:sp>
      <p:sp>
        <p:nvSpPr>
          <p:cNvPr id="14" name="Text 9"/>
          <p:cNvSpPr txBox="1"/>
          <p:nvPr/>
        </p:nvSpPr>
        <p:spPr>
          <a:xfrm>
            <a:off x="4023360" y="269748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Data › Add a slicer</a:t>
            </a:r>
            <a:endParaRPr lang="en-US" sz="1450" dirty="0"/>
          </a:p>
        </p:txBody>
      </p:sp>
      <p:sp>
        <p:nvSpPr>
          <p:cNvPr id="15" name="Shape 10"/>
          <p:cNvSpPr/>
          <p:nvPr/>
        </p:nvSpPr>
        <p:spPr>
          <a:xfrm>
            <a:off x="3703320" y="3447288"/>
            <a:ext cx="164592" cy="164592"/>
          </a:xfrm>
          <a:prstGeom prst="ellipse">
            <a:avLst/>
          </a:prstGeom>
          <a:solidFill>
            <a:srgbClr val="D4A017"/>
          </a:solidFill>
          <a:ln/>
        </p:spPr>
      </p:sp>
      <p:sp>
        <p:nvSpPr>
          <p:cNvPr id="16" name="Text 11"/>
          <p:cNvSpPr txBox="1"/>
          <p:nvPr/>
        </p:nvSpPr>
        <p:spPr>
          <a:xfrm>
            <a:off x="4023360" y="333756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Bekerja untuk grafik yang memakai rentang data yang sama</a:t>
            </a:r>
            <a:endParaRPr lang="en-US" sz="1450" dirty="0"/>
          </a:p>
        </p:txBody>
      </p:sp>
      <p:sp>
        <p:nvSpPr>
          <p:cNvPr id="17" name="Shape 12"/>
          <p:cNvSpPr/>
          <p:nvPr/>
        </p:nvSpPr>
        <p:spPr>
          <a:xfrm>
            <a:off x="3703320" y="4087368"/>
            <a:ext cx="164592" cy="164592"/>
          </a:xfrm>
          <a:prstGeom prst="ellipse">
            <a:avLst/>
          </a:prstGeom>
          <a:solidFill>
            <a:srgbClr val="D4A017"/>
          </a:solidFill>
          <a:ln/>
        </p:spPr>
      </p:sp>
      <p:sp>
        <p:nvSpPr>
          <p:cNvPr id="18" name="Text 13"/>
          <p:cNvSpPr txBox="1"/>
          <p:nvPr/>
        </p:nvSpPr>
        <p:spPr>
          <a:xfrm>
            <a:off x="4023360" y="397764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Contoh: pilih Kelas 8A, grafik hanya menampilkan 8A</a:t>
            </a:r>
            <a:endParaRPr lang="en-US" sz="14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Ciri Dashboard yang Baik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Fokus</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Hanya angka dan grafik yang penting. Maksimal 4 kartu dan 3 grafik.</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Rapi</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Sejajar, ukuran seragam, ada jarak antar bagian.</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Warna Bermakna</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Warna yang sama untuk hal yang sama di semua grafik.</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Jelas Sumbernya</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Judul, satuan, dan keterangan sumber data.</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Menyelesaikan Dashboard Kelas</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Modul 4 · kerja kelompok</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Grafik dari lembar Data dan slicer</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Menyempurnakan tampilan</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Presentasi</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Slicer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4114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255288" y="2573789"/>
            <a:ext cx="731520" cy="119299"/>
          </a:xfrm>
          <a:prstGeom prst="rect">
            <a:avLst/>
          </a:prstGeom>
          <a:solidFill>
            <a:srgbClr val="F8F9FA"/>
          </a:solidFill>
          <a:ln w="6350">
            <a:solidFill>
              <a:srgbClr val="DDDDDD"/>
            </a:solidFill>
            <a:prstDash val="solid"/>
          </a:ln>
        </p:spPr>
      </p:sp>
      <p:sp>
        <p:nvSpPr>
          <p:cNvPr id="64" name="Text 56"/>
          <p:cNvSpPr txBox="1"/>
          <p:nvPr/>
        </p:nvSpPr>
        <p:spPr>
          <a:xfrm>
            <a:off x="125528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1986808" y="2573789"/>
            <a:ext cx="411480" cy="119299"/>
          </a:xfrm>
          <a:prstGeom prst="rect">
            <a:avLst/>
          </a:prstGeom>
          <a:solidFill>
            <a:srgbClr val="F8F9FA"/>
          </a:solidFill>
          <a:ln w="6350">
            <a:solidFill>
              <a:srgbClr val="DDDDDD"/>
            </a:solidFill>
            <a:prstDash val="solid"/>
          </a:ln>
        </p:spPr>
      </p:sp>
      <p:sp>
        <p:nvSpPr>
          <p:cNvPr id="66" name="Text 58"/>
          <p:cNvSpPr txBox="1"/>
          <p:nvPr/>
        </p:nvSpPr>
        <p:spPr>
          <a:xfrm>
            <a:off x="19868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398288" y="2573789"/>
            <a:ext cx="594360" cy="119299"/>
          </a:xfrm>
          <a:prstGeom prst="rect">
            <a:avLst/>
          </a:prstGeom>
          <a:solidFill>
            <a:srgbClr val="F8F9FA"/>
          </a:solidFill>
          <a:ln w="6350">
            <a:solidFill>
              <a:srgbClr val="DDDDDD"/>
            </a:solidFill>
            <a:prstDash val="solid"/>
          </a:ln>
        </p:spPr>
      </p:sp>
      <p:sp>
        <p:nvSpPr>
          <p:cNvPr id="68" name="Text 60"/>
          <p:cNvSpPr txBox="1"/>
          <p:nvPr/>
        </p:nvSpPr>
        <p:spPr>
          <a:xfrm>
            <a:off x="2398288" y="2573789"/>
            <a:ext cx="5943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2992648" y="2573789"/>
            <a:ext cx="685800" cy="119299"/>
          </a:xfrm>
          <a:prstGeom prst="rect">
            <a:avLst/>
          </a:prstGeom>
          <a:solidFill>
            <a:srgbClr val="F8F9FA"/>
          </a:solidFill>
          <a:ln w="6350">
            <a:solidFill>
              <a:srgbClr val="DDDDDD"/>
            </a:solidFill>
            <a:prstDash val="solid"/>
          </a:ln>
        </p:spPr>
      </p:sp>
      <p:sp>
        <p:nvSpPr>
          <p:cNvPr id="70" name="Text 62"/>
          <p:cNvSpPr txBox="1"/>
          <p:nvPr/>
        </p:nvSpPr>
        <p:spPr>
          <a:xfrm>
            <a:off x="299264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678448" y="2573789"/>
            <a:ext cx="365760" cy="119299"/>
          </a:xfrm>
          <a:prstGeom prst="rect">
            <a:avLst/>
          </a:prstGeom>
          <a:solidFill>
            <a:srgbClr val="F8F9FA"/>
          </a:solidFill>
          <a:ln w="6350">
            <a:solidFill>
              <a:srgbClr val="DDDDDD"/>
            </a:solidFill>
            <a:prstDash val="solid"/>
          </a:ln>
        </p:spPr>
      </p:sp>
      <p:sp>
        <p:nvSpPr>
          <p:cNvPr id="72" name="Text 64"/>
          <p:cNvSpPr txBox="1"/>
          <p:nvPr/>
        </p:nvSpPr>
        <p:spPr>
          <a:xfrm>
            <a:off x="3678448" y="2573789"/>
            <a:ext cx="3657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41148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ID</a:t>
            </a:r>
            <a:endParaRPr lang="en-US" sz="600" dirty="0"/>
          </a:p>
        </p:txBody>
      </p:sp>
      <p:sp>
        <p:nvSpPr>
          <p:cNvPr id="77" name="Shape 69"/>
          <p:cNvSpPr/>
          <p:nvPr/>
        </p:nvSpPr>
        <p:spPr>
          <a:xfrm>
            <a:off x="1255288" y="2693089"/>
            <a:ext cx="731520" cy="119299"/>
          </a:xfrm>
          <a:prstGeom prst="rect">
            <a:avLst/>
          </a:prstGeom>
          <a:solidFill>
            <a:srgbClr val="0F4C3A"/>
          </a:solidFill>
          <a:ln w="6350">
            <a:solidFill>
              <a:srgbClr val="E2E2E2"/>
            </a:solidFill>
            <a:prstDash val="solid"/>
          </a:ln>
        </p:spPr>
      </p:sp>
      <p:sp>
        <p:nvSpPr>
          <p:cNvPr id="78" name="Text 70"/>
          <p:cNvSpPr txBox="1"/>
          <p:nvPr/>
        </p:nvSpPr>
        <p:spPr>
          <a:xfrm>
            <a:off x="1282720" y="2693089"/>
            <a:ext cx="6766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1986808" y="2693089"/>
            <a:ext cx="411480" cy="119299"/>
          </a:xfrm>
          <a:prstGeom prst="rect">
            <a:avLst/>
          </a:prstGeom>
          <a:solidFill>
            <a:srgbClr val="0F4C3A"/>
          </a:solidFill>
          <a:ln w="6350">
            <a:solidFill>
              <a:srgbClr val="E2E2E2"/>
            </a:solidFill>
            <a:prstDash val="solid"/>
          </a:ln>
        </p:spPr>
      </p:sp>
      <p:sp>
        <p:nvSpPr>
          <p:cNvPr id="80" name="Text 72"/>
          <p:cNvSpPr txBox="1"/>
          <p:nvPr/>
        </p:nvSpPr>
        <p:spPr>
          <a:xfrm>
            <a:off x="20142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81" name="Shape 73"/>
          <p:cNvSpPr/>
          <p:nvPr/>
        </p:nvSpPr>
        <p:spPr>
          <a:xfrm>
            <a:off x="2398288" y="2693089"/>
            <a:ext cx="594360" cy="119299"/>
          </a:xfrm>
          <a:prstGeom prst="rect">
            <a:avLst/>
          </a:prstGeom>
          <a:solidFill>
            <a:srgbClr val="0F4C3A"/>
          </a:solidFill>
          <a:ln w="6350">
            <a:solidFill>
              <a:srgbClr val="E2E2E2"/>
            </a:solidFill>
            <a:prstDash val="solid"/>
          </a:ln>
        </p:spPr>
      </p:sp>
      <p:sp>
        <p:nvSpPr>
          <p:cNvPr id="82" name="Text 74"/>
          <p:cNvSpPr txBox="1"/>
          <p:nvPr/>
        </p:nvSpPr>
        <p:spPr>
          <a:xfrm>
            <a:off x="2425720" y="2693089"/>
            <a:ext cx="5394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Kamar</a:t>
            </a:r>
            <a:endParaRPr lang="en-US" sz="600" dirty="0"/>
          </a:p>
        </p:txBody>
      </p:sp>
      <p:sp>
        <p:nvSpPr>
          <p:cNvPr id="83" name="Shape 75"/>
          <p:cNvSpPr/>
          <p:nvPr/>
        </p:nvSpPr>
        <p:spPr>
          <a:xfrm>
            <a:off x="2992648" y="2693089"/>
            <a:ext cx="685800" cy="119299"/>
          </a:xfrm>
          <a:prstGeom prst="rect">
            <a:avLst/>
          </a:prstGeom>
          <a:solidFill>
            <a:srgbClr val="0F4C3A"/>
          </a:solidFill>
          <a:ln w="6350">
            <a:solidFill>
              <a:srgbClr val="E2E2E2"/>
            </a:solidFill>
            <a:prstDash val="solid"/>
          </a:ln>
        </p:spPr>
      </p:sp>
      <p:sp>
        <p:nvSpPr>
          <p:cNvPr id="84" name="Text 76"/>
          <p:cNvSpPr txBox="1"/>
          <p:nvPr/>
        </p:nvSpPr>
        <p:spPr>
          <a:xfrm>
            <a:off x="3020080" y="2693089"/>
            <a:ext cx="6309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Ekskul</a:t>
            </a:r>
            <a:endParaRPr lang="en-US" sz="600" dirty="0"/>
          </a:p>
        </p:txBody>
      </p:sp>
      <p:sp>
        <p:nvSpPr>
          <p:cNvPr id="85" name="Shape 77"/>
          <p:cNvSpPr/>
          <p:nvPr/>
        </p:nvSpPr>
        <p:spPr>
          <a:xfrm>
            <a:off x="3678448" y="2693089"/>
            <a:ext cx="365760" cy="119299"/>
          </a:xfrm>
          <a:prstGeom prst="rect">
            <a:avLst/>
          </a:prstGeom>
          <a:solidFill>
            <a:srgbClr val="0F4C3A"/>
          </a:solidFill>
          <a:ln w="6350">
            <a:solidFill>
              <a:srgbClr val="E2E2E2"/>
            </a:solidFill>
            <a:prstDash val="solid"/>
          </a:ln>
        </p:spPr>
      </p:sp>
      <p:sp>
        <p:nvSpPr>
          <p:cNvPr id="86" name="Text 78"/>
          <p:cNvSpPr txBox="1"/>
          <p:nvPr/>
        </p:nvSpPr>
        <p:spPr>
          <a:xfrm>
            <a:off x="3705880" y="2693089"/>
            <a:ext cx="3108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Juz</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41148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91" name="Shape 83"/>
          <p:cNvSpPr/>
          <p:nvPr/>
        </p:nvSpPr>
        <p:spPr>
          <a:xfrm>
            <a:off x="1255288" y="2812388"/>
            <a:ext cx="731520" cy="119299"/>
          </a:xfrm>
          <a:prstGeom prst="rect">
            <a:avLst/>
          </a:prstGeom>
          <a:solidFill>
            <a:srgbClr val="FFFFFF"/>
          </a:solidFill>
          <a:ln w="6350">
            <a:solidFill>
              <a:srgbClr val="E2E2E2"/>
            </a:solidFill>
            <a:prstDash val="solid"/>
          </a:ln>
        </p:spPr>
      </p:sp>
      <p:sp>
        <p:nvSpPr>
          <p:cNvPr id="92" name="Text 84"/>
          <p:cNvSpPr txBox="1"/>
          <p:nvPr/>
        </p:nvSpPr>
        <p:spPr>
          <a:xfrm>
            <a:off x="1282720" y="2812388"/>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3" name="Shape 85"/>
          <p:cNvSpPr/>
          <p:nvPr/>
        </p:nvSpPr>
        <p:spPr>
          <a:xfrm>
            <a:off x="1986808" y="2812388"/>
            <a:ext cx="411480" cy="119299"/>
          </a:xfrm>
          <a:prstGeom prst="rect">
            <a:avLst/>
          </a:prstGeom>
          <a:solidFill>
            <a:srgbClr val="FFFFFF"/>
          </a:solidFill>
          <a:ln w="6350">
            <a:solidFill>
              <a:srgbClr val="E2E2E2"/>
            </a:solidFill>
            <a:prstDash val="solid"/>
          </a:ln>
        </p:spPr>
      </p:sp>
      <p:sp>
        <p:nvSpPr>
          <p:cNvPr id="94" name="Text 86"/>
          <p:cNvSpPr txBox="1"/>
          <p:nvPr/>
        </p:nvSpPr>
        <p:spPr>
          <a:xfrm>
            <a:off x="2014240" y="28123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95" name="Shape 87"/>
          <p:cNvSpPr/>
          <p:nvPr/>
        </p:nvSpPr>
        <p:spPr>
          <a:xfrm>
            <a:off x="2398288" y="2812388"/>
            <a:ext cx="594360" cy="119299"/>
          </a:xfrm>
          <a:prstGeom prst="rect">
            <a:avLst/>
          </a:prstGeom>
          <a:solidFill>
            <a:srgbClr val="FFFFFF"/>
          </a:solidFill>
          <a:ln w="6350">
            <a:solidFill>
              <a:srgbClr val="E2E2E2"/>
            </a:solidFill>
            <a:prstDash val="solid"/>
          </a:ln>
        </p:spPr>
      </p:sp>
      <p:sp>
        <p:nvSpPr>
          <p:cNvPr id="96" name="Text 88"/>
          <p:cNvSpPr txBox="1"/>
          <p:nvPr/>
        </p:nvSpPr>
        <p:spPr>
          <a:xfrm>
            <a:off x="2425720" y="2812388"/>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1</a:t>
            </a:r>
            <a:endParaRPr lang="en-US" sz="600" dirty="0"/>
          </a:p>
        </p:txBody>
      </p:sp>
      <p:sp>
        <p:nvSpPr>
          <p:cNvPr id="97" name="Shape 89"/>
          <p:cNvSpPr/>
          <p:nvPr/>
        </p:nvSpPr>
        <p:spPr>
          <a:xfrm>
            <a:off x="2992648" y="2812388"/>
            <a:ext cx="685800" cy="119299"/>
          </a:xfrm>
          <a:prstGeom prst="rect">
            <a:avLst/>
          </a:prstGeom>
          <a:solidFill>
            <a:srgbClr val="FFFFFF"/>
          </a:solidFill>
          <a:ln w="6350">
            <a:solidFill>
              <a:srgbClr val="E2E2E2"/>
            </a:solidFill>
            <a:prstDash val="solid"/>
          </a:ln>
        </p:spPr>
      </p:sp>
      <p:sp>
        <p:nvSpPr>
          <p:cNvPr id="98" name="Text 90"/>
          <p:cNvSpPr txBox="1"/>
          <p:nvPr/>
        </p:nvSpPr>
        <p:spPr>
          <a:xfrm>
            <a:off x="3020080" y="28123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99" name="Shape 91"/>
          <p:cNvSpPr/>
          <p:nvPr/>
        </p:nvSpPr>
        <p:spPr>
          <a:xfrm>
            <a:off x="3678448" y="2812388"/>
            <a:ext cx="365760" cy="119299"/>
          </a:xfrm>
          <a:prstGeom prst="rect">
            <a:avLst/>
          </a:prstGeom>
          <a:solidFill>
            <a:srgbClr val="FFFFFF"/>
          </a:solidFill>
          <a:ln w="6350">
            <a:solidFill>
              <a:srgbClr val="E2E2E2"/>
            </a:solidFill>
            <a:prstDash val="solid"/>
          </a:ln>
        </p:spPr>
      </p:sp>
      <p:sp>
        <p:nvSpPr>
          <p:cNvPr id="100" name="Text 92"/>
          <p:cNvSpPr txBox="1"/>
          <p:nvPr/>
        </p:nvSpPr>
        <p:spPr>
          <a:xfrm>
            <a:off x="3705880" y="2812388"/>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01" name="Shape 93"/>
          <p:cNvSpPr/>
          <p:nvPr/>
        </p:nvSpPr>
        <p:spPr>
          <a:xfrm>
            <a:off x="587776" y="2931688"/>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931688"/>
            <a:ext cx="411480" cy="119299"/>
          </a:xfrm>
          <a:prstGeom prst="rect">
            <a:avLst/>
          </a:prstGeom>
          <a:solidFill>
            <a:srgbClr val="FFFFFF"/>
          </a:solidFill>
          <a:ln w="6350">
            <a:solidFill>
              <a:srgbClr val="E2E2E2"/>
            </a:solidFill>
            <a:prstDash val="solid"/>
          </a:ln>
        </p:spPr>
      </p:sp>
      <p:sp>
        <p:nvSpPr>
          <p:cNvPr id="104" name="Text 96"/>
          <p:cNvSpPr txBox="1"/>
          <p:nvPr/>
        </p:nvSpPr>
        <p:spPr>
          <a:xfrm>
            <a:off x="871240" y="29316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S002</a:t>
            </a:r>
            <a:endParaRPr lang="en-US" sz="600" dirty="0"/>
          </a:p>
        </p:txBody>
      </p:sp>
      <p:sp>
        <p:nvSpPr>
          <p:cNvPr id="105" name="Shape 97"/>
          <p:cNvSpPr/>
          <p:nvPr/>
        </p:nvSpPr>
        <p:spPr>
          <a:xfrm>
            <a:off x="1255288" y="2931688"/>
            <a:ext cx="731520" cy="119299"/>
          </a:xfrm>
          <a:prstGeom prst="rect">
            <a:avLst/>
          </a:prstGeom>
          <a:solidFill>
            <a:srgbClr val="FFFFFF"/>
          </a:solidFill>
          <a:ln w="6350">
            <a:solidFill>
              <a:srgbClr val="E2E2E2"/>
            </a:solidFill>
            <a:prstDash val="solid"/>
          </a:ln>
        </p:spPr>
      </p:sp>
      <p:sp>
        <p:nvSpPr>
          <p:cNvPr id="106" name="Text 98"/>
          <p:cNvSpPr txBox="1"/>
          <p:nvPr/>
        </p:nvSpPr>
        <p:spPr>
          <a:xfrm>
            <a:off x="1282720" y="2931688"/>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07" name="Shape 99"/>
          <p:cNvSpPr/>
          <p:nvPr/>
        </p:nvSpPr>
        <p:spPr>
          <a:xfrm>
            <a:off x="1986808" y="2931688"/>
            <a:ext cx="411480" cy="119299"/>
          </a:xfrm>
          <a:prstGeom prst="rect">
            <a:avLst/>
          </a:prstGeom>
          <a:solidFill>
            <a:srgbClr val="FFFFFF"/>
          </a:solidFill>
          <a:ln w="6350">
            <a:solidFill>
              <a:srgbClr val="E2E2E2"/>
            </a:solidFill>
            <a:prstDash val="solid"/>
          </a:ln>
        </p:spPr>
      </p:sp>
      <p:sp>
        <p:nvSpPr>
          <p:cNvPr id="108" name="Text 100"/>
          <p:cNvSpPr txBox="1"/>
          <p:nvPr/>
        </p:nvSpPr>
        <p:spPr>
          <a:xfrm>
            <a:off x="2014240" y="29316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09" name="Shape 101"/>
          <p:cNvSpPr/>
          <p:nvPr/>
        </p:nvSpPr>
        <p:spPr>
          <a:xfrm>
            <a:off x="2398288" y="2931688"/>
            <a:ext cx="594360" cy="119299"/>
          </a:xfrm>
          <a:prstGeom prst="rect">
            <a:avLst/>
          </a:prstGeom>
          <a:solidFill>
            <a:srgbClr val="FFFFFF"/>
          </a:solidFill>
          <a:ln w="6350">
            <a:solidFill>
              <a:srgbClr val="E2E2E2"/>
            </a:solidFill>
            <a:prstDash val="solid"/>
          </a:ln>
        </p:spPr>
      </p:sp>
      <p:sp>
        <p:nvSpPr>
          <p:cNvPr id="110" name="Text 102"/>
          <p:cNvSpPr txBox="1"/>
          <p:nvPr/>
        </p:nvSpPr>
        <p:spPr>
          <a:xfrm>
            <a:off x="2425720" y="2931688"/>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2</a:t>
            </a:r>
            <a:endParaRPr lang="en-US" sz="600" dirty="0"/>
          </a:p>
        </p:txBody>
      </p:sp>
      <p:sp>
        <p:nvSpPr>
          <p:cNvPr id="111" name="Shape 103"/>
          <p:cNvSpPr/>
          <p:nvPr/>
        </p:nvSpPr>
        <p:spPr>
          <a:xfrm>
            <a:off x="2992648" y="2931688"/>
            <a:ext cx="685800" cy="119299"/>
          </a:xfrm>
          <a:prstGeom prst="rect">
            <a:avLst/>
          </a:prstGeom>
          <a:solidFill>
            <a:srgbClr val="FFFFFF"/>
          </a:solidFill>
          <a:ln w="6350">
            <a:solidFill>
              <a:srgbClr val="E2E2E2"/>
            </a:solidFill>
            <a:prstDash val="solid"/>
          </a:ln>
        </p:spPr>
      </p:sp>
      <p:sp>
        <p:nvSpPr>
          <p:cNvPr id="112" name="Text 104"/>
          <p:cNvSpPr txBox="1"/>
          <p:nvPr/>
        </p:nvSpPr>
        <p:spPr>
          <a:xfrm>
            <a:off x="3020080" y="29316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113" name="Shape 105"/>
          <p:cNvSpPr/>
          <p:nvPr/>
        </p:nvSpPr>
        <p:spPr>
          <a:xfrm>
            <a:off x="3678448" y="2931688"/>
            <a:ext cx="365760" cy="119299"/>
          </a:xfrm>
          <a:prstGeom prst="rect">
            <a:avLst/>
          </a:prstGeom>
          <a:solidFill>
            <a:srgbClr val="FFFFFF"/>
          </a:solidFill>
          <a:ln w="6350">
            <a:solidFill>
              <a:srgbClr val="E2E2E2"/>
            </a:solidFill>
            <a:prstDash val="solid"/>
          </a:ln>
        </p:spPr>
      </p:sp>
      <p:sp>
        <p:nvSpPr>
          <p:cNvPr id="114" name="Text 106"/>
          <p:cNvSpPr txBox="1"/>
          <p:nvPr/>
        </p:nvSpPr>
        <p:spPr>
          <a:xfrm>
            <a:off x="3705880" y="2931688"/>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15" name="Shape 107"/>
          <p:cNvSpPr/>
          <p:nvPr/>
        </p:nvSpPr>
        <p:spPr>
          <a:xfrm>
            <a:off x="587776" y="3050987"/>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7" name="Shape 109"/>
          <p:cNvSpPr/>
          <p:nvPr/>
        </p:nvSpPr>
        <p:spPr>
          <a:xfrm>
            <a:off x="843808" y="3050987"/>
            <a:ext cx="411480" cy="119299"/>
          </a:xfrm>
          <a:prstGeom prst="rect">
            <a:avLst/>
          </a:prstGeom>
          <a:solidFill>
            <a:srgbClr val="FFFFFF"/>
          </a:solidFill>
          <a:ln w="6350">
            <a:solidFill>
              <a:srgbClr val="E2E2E2"/>
            </a:solidFill>
            <a:prstDash val="solid"/>
          </a:ln>
        </p:spPr>
      </p:sp>
      <p:sp>
        <p:nvSpPr>
          <p:cNvPr id="118" name="Text 110"/>
          <p:cNvSpPr txBox="1"/>
          <p:nvPr/>
        </p:nvSpPr>
        <p:spPr>
          <a:xfrm>
            <a:off x="871240" y="30509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S003</a:t>
            </a:r>
            <a:endParaRPr lang="en-US" sz="600" dirty="0"/>
          </a:p>
        </p:txBody>
      </p:sp>
      <p:sp>
        <p:nvSpPr>
          <p:cNvPr id="119" name="Shape 111"/>
          <p:cNvSpPr/>
          <p:nvPr/>
        </p:nvSpPr>
        <p:spPr>
          <a:xfrm>
            <a:off x="1255288" y="3050987"/>
            <a:ext cx="731520" cy="119299"/>
          </a:xfrm>
          <a:prstGeom prst="rect">
            <a:avLst/>
          </a:prstGeom>
          <a:solidFill>
            <a:srgbClr val="FFFFFF"/>
          </a:solidFill>
          <a:ln w="6350">
            <a:solidFill>
              <a:srgbClr val="E2E2E2"/>
            </a:solidFill>
            <a:prstDash val="solid"/>
          </a:ln>
        </p:spPr>
      </p:sp>
      <p:sp>
        <p:nvSpPr>
          <p:cNvPr id="120" name="Text 112"/>
          <p:cNvSpPr txBox="1"/>
          <p:nvPr/>
        </p:nvSpPr>
        <p:spPr>
          <a:xfrm>
            <a:off x="1282720" y="3050987"/>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21" name="Shape 113"/>
          <p:cNvSpPr/>
          <p:nvPr/>
        </p:nvSpPr>
        <p:spPr>
          <a:xfrm>
            <a:off x="1986808" y="3050987"/>
            <a:ext cx="411480" cy="119299"/>
          </a:xfrm>
          <a:prstGeom prst="rect">
            <a:avLst/>
          </a:prstGeom>
          <a:solidFill>
            <a:srgbClr val="FFFFFF"/>
          </a:solidFill>
          <a:ln w="6350">
            <a:solidFill>
              <a:srgbClr val="E2E2E2"/>
            </a:solidFill>
            <a:prstDash val="solid"/>
          </a:ln>
        </p:spPr>
      </p:sp>
      <p:sp>
        <p:nvSpPr>
          <p:cNvPr id="122" name="Text 114"/>
          <p:cNvSpPr txBox="1"/>
          <p:nvPr/>
        </p:nvSpPr>
        <p:spPr>
          <a:xfrm>
            <a:off x="2014240" y="30509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23" name="Shape 115"/>
          <p:cNvSpPr/>
          <p:nvPr/>
        </p:nvSpPr>
        <p:spPr>
          <a:xfrm>
            <a:off x="2398288" y="3050987"/>
            <a:ext cx="594360" cy="119299"/>
          </a:xfrm>
          <a:prstGeom prst="rect">
            <a:avLst/>
          </a:prstGeom>
          <a:solidFill>
            <a:srgbClr val="FFFFFF"/>
          </a:solidFill>
          <a:ln w="6350">
            <a:solidFill>
              <a:srgbClr val="E2E2E2"/>
            </a:solidFill>
            <a:prstDash val="solid"/>
          </a:ln>
        </p:spPr>
      </p:sp>
      <p:sp>
        <p:nvSpPr>
          <p:cNvPr id="124" name="Text 116"/>
          <p:cNvSpPr txBox="1"/>
          <p:nvPr/>
        </p:nvSpPr>
        <p:spPr>
          <a:xfrm>
            <a:off x="2425720" y="3050987"/>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1</a:t>
            </a:r>
            <a:endParaRPr lang="en-US" sz="600" dirty="0"/>
          </a:p>
        </p:txBody>
      </p:sp>
      <p:sp>
        <p:nvSpPr>
          <p:cNvPr id="125" name="Shape 117"/>
          <p:cNvSpPr/>
          <p:nvPr/>
        </p:nvSpPr>
        <p:spPr>
          <a:xfrm>
            <a:off x="2992648" y="3050987"/>
            <a:ext cx="685800" cy="119299"/>
          </a:xfrm>
          <a:prstGeom prst="rect">
            <a:avLst/>
          </a:prstGeom>
          <a:solidFill>
            <a:srgbClr val="FFFFFF"/>
          </a:solidFill>
          <a:ln w="6350">
            <a:solidFill>
              <a:srgbClr val="E2E2E2"/>
            </a:solidFill>
            <a:prstDash val="solid"/>
          </a:ln>
        </p:spPr>
      </p:sp>
      <p:sp>
        <p:nvSpPr>
          <p:cNvPr id="126" name="Text 118"/>
          <p:cNvSpPr txBox="1"/>
          <p:nvPr/>
        </p:nvSpPr>
        <p:spPr>
          <a:xfrm>
            <a:off x="3020080" y="30509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27" name="Shape 119"/>
          <p:cNvSpPr/>
          <p:nvPr/>
        </p:nvSpPr>
        <p:spPr>
          <a:xfrm>
            <a:off x="3678448" y="3050987"/>
            <a:ext cx="365760" cy="119299"/>
          </a:xfrm>
          <a:prstGeom prst="rect">
            <a:avLst/>
          </a:prstGeom>
          <a:solidFill>
            <a:srgbClr val="FFFFFF"/>
          </a:solidFill>
          <a:ln w="6350">
            <a:solidFill>
              <a:srgbClr val="E2E2E2"/>
            </a:solidFill>
            <a:prstDash val="solid"/>
          </a:ln>
        </p:spPr>
      </p:sp>
      <p:sp>
        <p:nvSpPr>
          <p:cNvPr id="128" name="Text 120"/>
          <p:cNvSpPr txBox="1"/>
          <p:nvPr/>
        </p:nvSpPr>
        <p:spPr>
          <a:xfrm>
            <a:off x="3705880" y="3050987"/>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29" name="Shape 121"/>
          <p:cNvSpPr/>
          <p:nvPr/>
        </p:nvSpPr>
        <p:spPr>
          <a:xfrm>
            <a:off x="587776" y="3170287"/>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1" name="Shape 123"/>
          <p:cNvSpPr/>
          <p:nvPr/>
        </p:nvSpPr>
        <p:spPr>
          <a:xfrm>
            <a:off x="843808" y="3170287"/>
            <a:ext cx="411480" cy="119299"/>
          </a:xfrm>
          <a:prstGeom prst="rect">
            <a:avLst/>
          </a:prstGeom>
          <a:solidFill>
            <a:srgbClr val="FFFFFF"/>
          </a:solidFill>
          <a:ln w="6350">
            <a:solidFill>
              <a:srgbClr val="E2E2E2"/>
            </a:solidFill>
            <a:prstDash val="solid"/>
          </a:ln>
        </p:spPr>
      </p:sp>
      <p:sp>
        <p:nvSpPr>
          <p:cNvPr id="132" name="Shape 124"/>
          <p:cNvSpPr/>
          <p:nvPr/>
        </p:nvSpPr>
        <p:spPr>
          <a:xfrm>
            <a:off x="1255288" y="3170287"/>
            <a:ext cx="731520" cy="119299"/>
          </a:xfrm>
          <a:prstGeom prst="rect">
            <a:avLst/>
          </a:prstGeom>
          <a:solidFill>
            <a:srgbClr val="FFFFFF"/>
          </a:solidFill>
          <a:ln w="6350">
            <a:solidFill>
              <a:srgbClr val="E2E2E2"/>
            </a:solidFill>
            <a:prstDash val="solid"/>
          </a:ln>
        </p:spPr>
      </p:sp>
      <p:sp>
        <p:nvSpPr>
          <p:cNvPr id="133" name="Shape 125"/>
          <p:cNvSpPr/>
          <p:nvPr/>
        </p:nvSpPr>
        <p:spPr>
          <a:xfrm>
            <a:off x="1986808" y="3170287"/>
            <a:ext cx="411480" cy="119299"/>
          </a:xfrm>
          <a:prstGeom prst="rect">
            <a:avLst/>
          </a:prstGeom>
          <a:solidFill>
            <a:srgbClr val="FFFFFF"/>
          </a:solidFill>
          <a:ln w="6350">
            <a:solidFill>
              <a:srgbClr val="E2E2E2"/>
            </a:solidFill>
            <a:prstDash val="solid"/>
          </a:ln>
        </p:spPr>
      </p:sp>
      <p:sp>
        <p:nvSpPr>
          <p:cNvPr id="134" name="Shape 126"/>
          <p:cNvSpPr/>
          <p:nvPr/>
        </p:nvSpPr>
        <p:spPr>
          <a:xfrm>
            <a:off x="2398288" y="3170287"/>
            <a:ext cx="594360" cy="119299"/>
          </a:xfrm>
          <a:prstGeom prst="rect">
            <a:avLst/>
          </a:prstGeom>
          <a:solidFill>
            <a:srgbClr val="FFFFFF"/>
          </a:solidFill>
          <a:ln w="6350">
            <a:solidFill>
              <a:srgbClr val="E2E2E2"/>
            </a:solidFill>
            <a:prstDash val="solid"/>
          </a:ln>
        </p:spPr>
      </p:sp>
      <p:sp>
        <p:nvSpPr>
          <p:cNvPr id="135" name="Shape 127"/>
          <p:cNvSpPr/>
          <p:nvPr/>
        </p:nvSpPr>
        <p:spPr>
          <a:xfrm>
            <a:off x="2992648" y="3170287"/>
            <a:ext cx="685800" cy="119299"/>
          </a:xfrm>
          <a:prstGeom prst="rect">
            <a:avLst/>
          </a:prstGeom>
          <a:solidFill>
            <a:srgbClr val="FFFFFF"/>
          </a:solidFill>
          <a:ln w="6350">
            <a:solidFill>
              <a:srgbClr val="E2E2E2"/>
            </a:solidFill>
            <a:prstDash val="solid"/>
          </a:ln>
        </p:spPr>
      </p:sp>
      <p:sp>
        <p:nvSpPr>
          <p:cNvPr id="136" name="Shape 128"/>
          <p:cNvSpPr/>
          <p:nvPr/>
        </p:nvSpPr>
        <p:spPr>
          <a:xfrm>
            <a:off x="3678448" y="3170287"/>
            <a:ext cx="365760" cy="119299"/>
          </a:xfrm>
          <a:prstGeom prst="rect">
            <a:avLst/>
          </a:prstGeom>
          <a:solidFill>
            <a:srgbClr val="FFFFFF"/>
          </a:solidFill>
          <a:ln w="6350">
            <a:solidFill>
              <a:srgbClr val="E2E2E2"/>
            </a:solidFill>
            <a:prstDash val="solid"/>
          </a:ln>
        </p:spPr>
      </p:sp>
      <p:sp>
        <p:nvSpPr>
          <p:cNvPr id="137" name="Shape 129"/>
          <p:cNvSpPr/>
          <p:nvPr/>
        </p:nvSpPr>
        <p:spPr>
          <a:xfrm>
            <a:off x="587776" y="3289586"/>
            <a:ext cx="256032" cy="119299"/>
          </a:xfrm>
          <a:prstGeom prst="rect">
            <a:avLst/>
          </a:prstGeom>
          <a:solidFill>
            <a:srgbClr val="F8F9FA"/>
          </a:solidFill>
          <a:ln w="6350">
            <a:solidFill>
              <a:srgbClr val="DDDDDD"/>
            </a:solidFill>
            <a:prstDash val="solid"/>
          </a:ln>
        </p:spPr>
      </p:sp>
      <p:sp>
        <p:nvSpPr>
          <p:cNvPr id="138" name="Text 130"/>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39" name="Shape 131"/>
          <p:cNvSpPr/>
          <p:nvPr/>
        </p:nvSpPr>
        <p:spPr>
          <a:xfrm>
            <a:off x="843808" y="3289586"/>
            <a:ext cx="411480" cy="119299"/>
          </a:xfrm>
          <a:prstGeom prst="rect">
            <a:avLst/>
          </a:prstGeom>
          <a:solidFill>
            <a:srgbClr val="FFFFFF"/>
          </a:solidFill>
          <a:ln w="6350">
            <a:solidFill>
              <a:srgbClr val="E2E2E2"/>
            </a:solidFill>
            <a:prstDash val="solid"/>
          </a:ln>
        </p:spPr>
      </p:sp>
      <p:sp>
        <p:nvSpPr>
          <p:cNvPr id="140" name="Shape 132"/>
          <p:cNvSpPr/>
          <p:nvPr/>
        </p:nvSpPr>
        <p:spPr>
          <a:xfrm>
            <a:off x="1255288" y="3289586"/>
            <a:ext cx="731520" cy="119299"/>
          </a:xfrm>
          <a:prstGeom prst="rect">
            <a:avLst/>
          </a:prstGeom>
          <a:solidFill>
            <a:srgbClr val="FFFFFF"/>
          </a:solidFill>
          <a:ln w="6350">
            <a:solidFill>
              <a:srgbClr val="E2E2E2"/>
            </a:solidFill>
            <a:prstDash val="solid"/>
          </a:ln>
        </p:spPr>
      </p:sp>
      <p:sp>
        <p:nvSpPr>
          <p:cNvPr id="141" name="Shape 133"/>
          <p:cNvSpPr/>
          <p:nvPr/>
        </p:nvSpPr>
        <p:spPr>
          <a:xfrm>
            <a:off x="1986808" y="3289586"/>
            <a:ext cx="411480" cy="119299"/>
          </a:xfrm>
          <a:prstGeom prst="rect">
            <a:avLst/>
          </a:prstGeom>
          <a:solidFill>
            <a:srgbClr val="FFFFFF"/>
          </a:solidFill>
          <a:ln w="6350">
            <a:solidFill>
              <a:srgbClr val="E2E2E2"/>
            </a:solidFill>
            <a:prstDash val="solid"/>
          </a:ln>
        </p:spPr>
      </p:sp>
      <p:sp>
        <p:nvSpPr>
          <p:cNvPr id="142" name="Shape 134"/>
          <p:cNvSpPr/>
          <p:nvPr/>
        </p:nvSpPr>
        <p:spPr>
          <a:xfrm>
            <a:off x="2398288" y="3289586"/>
            <a:ext cx="594360" cy="119299"/>
          </a:xfrm>
          <a:prstGeom prst="rect">
            <a:avLst/>
          </a:prstGeom>
          <a:solidFill>
            <a:srgbClr val="FFFFFF"/>
          </a:solidFill>
          <a:ln w="6350">
            <a:solidFill>
              <a:srgbClr val="E2E2E2"/>
            </a:solidFill>
            <a:prstDash val="solid"/>
          </a:ln>
        </p:spPr>
      </p:sp>
      <p:sp>
        <p:nvSpPr>
          <p:cNvPr id="143" name="Shape 135"/>
          <p:cNvSpPr/>
          <p:nvPr/>
        </p:nvSpPr>
        <p:spPr>
          <a:xfrm>
            <a:off x="2992648" y="3289586"/>
            <a:ext cx="685800" cy="119299"/>
          </a:xfrm>
          <a:prstGeom prst="rect">
            <a:avLst/>
          </a:prstGeom>
          <a:solidFill>
            <a:srgbClr val="FFFFFF"/>
          </a:solidFill>
          <a:ln w="6350">
            <a:solidFill>
              <a:srgbClr val="E2E2E2"/>
            </a:solidFill>
            <a:prstDash val="solid"/>
          </a:ln>
        </p:spPr>
      </p:sp>
      <p:sp>
        <p:nvSpPr>
          <p:cNvPr id="144" name="Shape 136"/>
          <p:cNvSpPr/>
          <p:nvPr/>
        </p:nvSpPr>
        <p:spPr>
          <a:xfrm>
            <a:off x="3678448" y="3289586"/>
            <a:ext cx="365760" cy="119299"/>
          </a:xfrm>
          <a:prstGeom prst="rect">
            <a:avLst/>
          </a:prstGeom>
          <a:solidFill>
            <a:srgbClr val="FFFFFF"/>
          </a:solidFill>
          <a:ln w="6350">
            <a:solidFill>
              <a:srgbClr val="E2E2E2"/>
            </a:solidFill>
            <a:prstDash val="solid"/>
          </a:ln>
        </p:spPr>
      </p:sp>
      <p:sp>
        <p:nvSpPr>
          <p:cNvPr id="145" name="Shape 137"/>
          <p:cNvSpPr/>
          <p:nvPr/>
        </p:nvSpPr>
        <p:spPr>
          <a:xfrm>
            <a:off x="587776" y="3408885"/>
            <a:ext cx="256032" cy="119299"/>
          </a:xfrm>
          <a:prstGeom prst="rect">
            <a:avLst/>
          </a:prstGeom>
          <a:solidFill>
            <a:srgbClr val="F8F9FA"/>
          </a:solidFill>
          <a:ln w="6350">
            <a:solidFill>
              <a:srgbClr val="DDDDDD"/>
            </a:solidFill>
            <a:prstDash val="solid"/>
          </a:ln>
        </p:spPr>
      </p:sp>
      <p:sp>
        <p:nvSpPr>
          <p:cNvPr id="146" name="Text 138"/>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47" name="Shape 139"/>
          <p:cNvSpPr/>
          <p:nvPr/>
        </p:nvSpPr>
        <p:spPr>
          <a:xfrm>
            <a:off x="843808" y="3408885"/>
            <a:ext cx="411480" cy="119299"/>
          </a:xfrm>
          <a:prstGeom prst="rect">
            <a:avLst/>
          </a:prstGeom>
          <a:solidFill>
            <a:srgbClr val="FFFFFF"/>
          </a:solidFill>
          <a:ln w="6350">
            <a:solidFill>
              <a:srgbClr val="E2E2E2"/>
            </a:solidFill>
            <a:prstDash val="solid"/>
          </a:ln>
        </p:spPr>
      </p:sp>
      <p:sp>
        <p:nvSpPr>
          <p:cNvPr id="148" name="Shape 140"/>
          <p:cNvSpPr/>
          <p:nvPr/>
        </p:nvSpPr>
        <p:spPr>
          <a:xfrm>
            <a:off x="1255288" y="3408885"/>
            <a:ext cx="731520" cy="119299"/>
          </a:xfrm>
          <a:prstGeom prst="rect">
            <a:avLst/>
          </a:prstGeom>
          <a:solidFill>
            <a:srgbClr val="FFFFFF"/>
          </a:solidFill>
          <a:ln w="6350">
            <a:solidFill>
              <a:srgbClr val="E2E2E2"/>
            </a:solidFill>
            <a:prstDash val="solid"/>
          </a:ln>
        </p:spPr>
      </p:sp>
      <p:sp>
        <p:nvSpPr>
          <p:cNvPr id="149" name="Shape 141"/>
          <p:cNvSpPr/>
          <p:nvPr/>
        </p:nvSpPr>
        <p:spPr>
          <a:xfrm>
            <a:off x="1986808" y="3408885"/>
            <a:ext cx="411480" cy="119299"/>
          </a:xfrm>
          <a:prstGeom prst="rect">
            <a:avLst/>
          </a:prstGeom>
          <a:solidFill>
            <a:srgbClr val="FFFFFF"/>
          </a:solidFill>
          <a:ln w="6350">
            <a:solidFill>
              <a:srgbClr val="E2E2E2"/>
            </a:solidFill>
            <a:prstDash val="solid"/>
          </a:ln>
        </p:spPr>
      </p:sp>
      <p:sp>
        <p:nvSpPr>
          <p:cNvPr id="150" name="Shape 142"/>
          <p:cNvSpPr/>
          <p:nvPr/>
        </p:nvSpPr>
        <p:spPr>
          <a:xfrm>
            <a:off x="2398288" y="3408885"/>
            <a:ext cx="594360" cy="119299"/>
          </a:xfrm>
          <a:prstGeom prst="rect">
            <a:avLst/>
          </a:prstGeom>
          <a:solidFill>
            <a:srgbClr val="FFFFFF"/>
          </a:solidFill>
          <a:ln w="6350">
            <a:solidFill>
              <a:srgbClr val="E2E2E2"/>
            </a:solidFill>
            <a:prstDash val="solid"/>
          </a:ln>
        </p:spPr>
      </p:sp>
      <p:sp>
        <p:nvSpPr>
          <p:cNvPr id="151" name="Shape 143"/>
          <p:cNvSpPr/>
          <p:nvPr/>
        </p:nvSpPr>
        <p:spPr>
          <a:xfrm>
            <a:off x="2992648" y="3408885"/>
            <a:ext cx="685800" cy="119299"/>
          </a:xfrm>
          <a:prstGeom prst="rect">
            <a:avLst/>
          </a:prstGeom>
          <a:solidFill>
            <a:srgbClr val="FFFFFF"/>
          </a:solidFill>
          <a:ln w="6350">
            <a:solidFill>
              <a:srgbClr val="E2E2E2"/>
            </a:solidFill>
            <a:prstDash val="solid"/>
          </a:ln>
        </p:spPr>
      </p:sp>
      <p:sp>
        <p:nvSpPr>
          <p:cNvPr id="152" name="Shape 144"/>
          <p:cNvSpPr/>
          <p:nvPr/>
        </p:nvSpPr>
        <p:spPr>
          <a:xfrm>
            <a:off x="3678448" y="3408885"/>
            <a:ext cx="365760" cy="119299"/>
          </a:xfrm>
          <a:prstGeom prst="rect">
            <a:avLst/>
          </a:prstGeom>
          <a:solidFill>
            <a:srgbClr val="FFFFFF"/>
          </a:solidFill>
          <a:ln w="6350">
            <a:solidFill>
              <a:srgbClr val="E2E2E2"/>
            </a:solidFill>
            <a:prstDash val="solid"/>
          </a:ln>
        </p:spPr>
      </p:sp>
      <p:sp>
        <p:nvSpPr>
          <p:cNvPr id="153" name="Shape 145"/>
          <p:cNvSpPr/>
          <p:nvPr/>
        </p:nvSpPr>
        <p:spPr>
          <a:xfrm>
            <a:off x="587776" y="3528185"/>
            <a:ext cx="256032" cy="119299"/>
          </a:xfrm>
          <a:prstGeom prst="rect">
            <a:avLst/>
          </a:prstGeom>
          <a:solidFill>
            <a:srgbClr val="F8F9FA"/>
          </a:solidFill>
          <a:ln w="6350">
            <a:solidFill>
              <a:srgbClr val="DDDDDD"/>
            </a:solidFill>
            <a:prstDash val="solid"/>
          </a:ln>
        </p:spPr>
      </p:sp>
      <p:sp>
        <p:nvSpPr>
          <p:cNvPr id="154" name="Text 146"/>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55" name="Shape 147"/>
          <p:cNvSpPr/>
          <p:nvPr/>
        </p:nvSpPr>
        <p:spPr>
          <a:xfrm>
            <a:off x="843808" y="3528185"/>
            <a:ext cx="411480" cy="119299"/>
          </a:xfrm>
          <a:prstGeom prst="rect">
            <a:avLst/>
          </a:prstGeom>
          <a:solidFill>
            <a:srgbClr val="FFFFFF"/>
          </a:solidFill>
          <a:ln w="6350">
            <a:solidFill>
              <a:srgbClr val="E2E2E2"/>
            </a:solidFill>
            <a:prstDash val="solid"/>
          </a:ln>
        </p:spPr>
      </p:sp>
      <p:sp>
        <p:nvSpPr>
          <p:cNvPr id="156" name="Shape 148"/>
          <p:cNvSpPr/>
          <p:nvPr/>
        </p:nvSpPr>
        <p:spPr>
          <a:xfrm>
            <a:off x="1255288" y="3528185"/>
            <a:ext cx="731520" cy="119299"/>
          </a:xfrm>
          <a:prstGeom prst="rect">
            <a:avLst/>
          </a:prstGeom>
          <a:solidFill>
            <a:srgbClr val="FFFFFF"/>
          </a:solidFill>
          <a:ln w="6350">
            <a:solidFill>
              <a:srgbClr val="E2E2E2"/>
            </a:solidFill>
            <a:prstDash val="solid"/>
          </a:ln>
        </p:spPr>
      </p:sp>
      <p:sp>
        <p:nvSpPr>
          <p:cNvPr id="157" name="Shape 149"/>
          <p:cNvSpPr/>
          <p:nvPr/>
        </p:nvSpPr>
        <p:spPr>
          <a:xfrm>
            <a:off x="1986808" y="3528185"/>
            <a:ext cx="411480" cy="119299"/>
          </a:xfrm>
          <a:prstGeom prst="rect">
            <a:avLst/>
          </a:prstGeom>
          <a:solidFill>
            <a:srgbClr val="FFFFFF"/>
          </a:solidFill>
          <a:ln w="6350">
            <a:solidFill>
              <a:srgbClr val="E2E2E2"/>
            </a:solidFill>
            <a:prstDash val="solid"/>
          </a:ln>
        </p:spPr>
      </p:sp>
      <p:sp>
        <p:nvSpPr>
          <p:cNvPr id="158" name="Shape 150"/>
          <p:cNvSpPr/>
          <p:nvPr/>
        </p:nvSpPr>
        <p:spPr>
          <a:xfrm>
            <a:off x="2398288" y="3528185"/>
            <a:ext cx="594360" cy="119299"/>
          </a:xfrm>
          <a:prstGeom prst="rect">
            <a:avLst/>
          </a:prstGeom>
          <a:solidFill>
            <a:srgbClr val="FFFFFF"/>
          </a:solidFill>
          <a:ln w="6350">
            <a:solidFill>
              <a:srgbClr val="E2E2E2"/>
            </a:solidFill>
            <a:prstDash val="solid"/>
          </a:ln>
        </p:spPr>
      </p:sp>
      <p:sp>
        <p:nvSpPr>
          <p:cNvPr id="159" name="Shape 151"/>
          <p:cNvSpPr/>
          <p:nvPr/>
        </p:nvSpPr>
        <p:spPr>
          <a:xfrm>
            <a:off x="2992648" y="3528185"/>
            <a:ext cx="685800" cy="119299"/>
          </a:xfrm>
          <a:prstGeom prst="rect">
            <a:avLst/>
          </a:prstGeom>
          <a:solidFill>
            <a:srgbClr val="FFFFFF"/>
          </a:solidFill>
          <a:ln w="6350">
            <a:solidFill>
              <a:srgbClr val="E2E2E2"/>
            </a:solidFill>
            <a:prstDash val="solid"/>
          </a:ln>
        </p:spPr>
      </p:sp>
      <p:sp>
        <p:nvSpPr>
          <p:cNvPr id="160" name="Shape 152"/>
          <p:cNvSpPr/>
          <p:nvPr/>
        </p:nvSpPr>
        <p:spPr>
          <a:xfrm>
            <a:off x="3678448" y="3528185"/>
            <a:ext cx="365760" cy="119299"/>
          </a:xfrm>
          <a:prstGeom prst="rect">
            <a:avLst/>
          </a:prstGeom>
          <a:solidFill>
            <a:srgbClr val="FFFFFF"/>
          </a:solidFill>
          <a:ln w="6350">
            <a:solidFill>
              <a:srgbClr val="E2E2E2"/>
            </a:solidFill>
            <a:prstDash val="solid"/>
          </a:ln>
        </p:spPr>
      </p:sp>
      <p:sp>
        <p:nvSpPr>
          <p:cNvPr id="161" name="Shape 153"/>
          <p:cNvSpPr/>
          <p:nvPr/>
        </p:nvSpPr>
        <p:spPr>
          <a:xfrm>
            <a:off x="587776" y="3647484"/>
            <a:ext cx="256032" cy="119299"/>
          </a:xfrm>
          <a:prstGeom prst="rect">
            <a:avLst/>
          </a:prstGeom>
          <a:solidFill>
            <a:srgbClr val="F8F9FA"/>
          </a:solidFill>
          <a:ln w="6350">
            <a:solidFill>
              <a:srgbClr val="DDDDDD"/>
            </a:solidFill>
            <a:prstDash val="solid"/>
          </a:ln>
        </p:spPr>
      </p:sp>
      <p:sp>
        <p:nvSpPr>
          <p:cNvPr id="162" name="Text 154"/>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63" name="Shape 155"/>
          <p:cNvSpPr/>
          <p:nvPr/>
        </p:nvSpPr>
        <p:spPr>
          <a:xfrm>
            <a:off x="843808" y="3647484"/>
            <a:ext cx="411480" cy="119299"/>
          </a:xfrm>
          <a:prstGeom prst="rect">
            <a:avLst/>
          </a:prstGeom>
          <a:solidFill>
            <a:srgbClr val="FFFFFF"/>
          </a:solidFill>
          <a:ln w="6350">
            <a:solidFill>
              <a:srgbClr val="E2E2E2"/>
            </a:solidFill>
            <a:prstDash val="solid"/>
          </a:ln>
        </p:spPr>
      </p:sp>
      <p:sp>
        <p:nvSpPr>
          <p:cNvPr id="164" name="Shape 156"/>
          <p:cNvSpPr/>
          <p:nvPr/>
        </p:nvSpPr>
        <p:spPr>
          <a:xfrm>
            <a:off x="1255288" y="3647484"/>
            <a:ext cx="731520" cy="119299"/>
          </a:xfrm>
          <a:prstGeom prst="rect">
            <a:avLst/>
          </a:prstGeom>
          <a:solidFill>
            <a:srgbClr val="FFFFFF"/>
          </a:solidFill>
          <a:ln w="6350">
            <a:solidFill>
              <a:srgbClr val="E2E2E2"/>
            </a:solidFill>
            <a:prstDash val="solid"/>
          </a:ln>
        </p:spPr>
      </p:sp>
      <p:sp>
        <p:nvSpPr>
          <p:cNvPr id="165" name="Shape 157"/>
          <p:cNvSpPr/>
          <p:nvPr/>
        </p:nvSpPr>
        <p:spPr>
          <a:xfrm>
            <a:off x="1986808" y="3647484"/>
            <a:ext cx="411480" cy="119299"/>
          </a:xfrm>
          <a:prstGeom prst="rect">
            <a:avLst/>
          </a:prstGeom>
          <a:solidFill>
            <a:srgbClr val="FFFFFF"/>
          </a:solidFill>
          <a:ln w="6350">
            <a:solidFill>
              <a:srgbClr val="E2E2E2"/>
            </a:solidFill>
            <a:prstDash val="solid"/>
          </a:ln>
        </p:spPr>
      </p:sp>
      <p:sp>
        <p:nvSpPr>
          <p:cNvPr id="166" name="Shape 158"/>
          <p:cNvSpPr/>
          <p:nvPr/>
        </p:nvSpPr>
        <p:spPr>
          <a:xfrm>
            <a:off x="2398288" y="3647484"/>
            <a:ext cx="594360" cy="119299"/>
          </a:xfrm>
          <a:prstGeom prst="rect">
            <a:avLst/>
          </a:prstGeom>
          <a:solidFill>
            <a:srgbClr val="FFFFFF"/>
          </a:solidFill>
          <a:ln w="6350">
            <a:solidFill>
              <a:srgbClr val="E2E2E2"/>
            </a:solidFill>
            <a:prstDash val="solid"/>
          </a:ln>
        </p:spPr>
      </p:sp>
      <p:sp>
        <p:nvSpPr>
          <p:cNvPr id="167" name="Shape 159"/>
          <p:cNvSpPr/>
          <p:nvPr/>
        </p:nvSpPr>
        <p:spPr>
          <a:xfrm>
            <a:off x="2992648" y="3647484"/>
            <a:ext cx="685800" cy="119299"/>
          </a:xfrm>
          <a:prstGeom prst="rect">
            <a:avLst/>
          </a:prstGeom>
          <a:solidFill>
            <a:srgbClr val="FFFFFF"/>
          </a:solidFill>
          <a:ln w="6350">
            <a:solidFill>
              <a:srgbClr val="E2E2E2"/>
            </a:solidFill>
            <a:prstDash val="solid"/>
          </a:ln>
        </p:spPr>
      </p:sp>
      <p:sp>
        <p:nvSpPr>
          <p:cNvPr id="168" name="Shape 160"/>
          <p:cNvSpPr/>
          <p:nvPr/>
        </p:nvSpPr>
        <p:spPr>
          <a:xfrm>
            <a:off x="3678448" y="3647484"/>
            <a:ext cx="365760" cy="119299"/>
          </a:xfrm>
          <a:prstGeom prst="rect">
            <a:avLst/>
          </a:prstGeom>
          <a:solidFill>
            <a:srgbClr val="FFFFFF"/>
          </a:solidFill>
          <a:ln w="6350">
            <a:solidFill>
              <a:srgbClr val="E2E2E2"/>
            </a:solidFill>
            <a:prstDash val="solid"/>
          </a:ln>
        </p:spPr>
      </p:sp>
      <p:sp>
        <p:nvSpPr>
          <p:cNvPr id="169" name="Shape 161"/>
          <p:cNvSpPr/>
          <p:nvPr/>
        </p:nvSpPr>
        <p:spPr>
          <a:xfrm>
            <a:off x="1255288" y="2693089"/>
            <a:ext cx="731520" cy="477198"/>
          </a:xfrm>
          <a:prstGeom prst="rect">
            <a:avLst/>
          </a:prstGeom>
          <a:solidFill>
            <a:srgbClr val="1A73E8">
              <a:alpha val="12000"/>
            </a:srgbClr>
          </a:solidFill>
          <a:ln w="19050">
            <a:solidFill>
              <a:srgbClr val="1A73E8"/>
            </a:solidFill>
            <a:prstDash val="solid"/>
          </a:ln>
        </p:spPr>
      </p:sp>
      <p:sp>
        <p:nvSpPr>
          <p:cNvPr id="170" name="Shape 162"/>
          <p:cNvSpPr/>
          <p:nvPr/>
        </p:nvSpPr>
        <p:spPr>
          <a:xfrm>
            <a:off x="587776" y="3794216"/>
            <a:ext cx="4950927" cy="201168"/>
          </a:xfrm>
          <a:prstGeom prst="rect">
            <a:avLst/>
          </a:prstGeom>
          <a:solidFill>
            <a:srgbClr val="F8F9FA"/>
          </a:solidFill>
          <a:ln w="12700">
            <a:solidFill>
              <a:srgbClr val="F8F9FA"/>
            </a:solidFill>
            <a:prstDash val="solid"/>
          </a:ln>
        </p:spPr>
      </p:sp>
      <p:sp>
        <p:nvSpPr>
          <p:cNvPr id="171" name="Text 163"/>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72" name="Shape 164"/>
          <p:cNvSpPr/>
          <p:nvPr/>
        </p:nvSpPr>
        <p:spPr>
          <a:xfrm>
            <a:off x="1136416" y="3794216"/>
            <a:ext cx="731520" cy="201168"/>
          </a:xfrm>
          <a:prstGeom prst="rect">
            <a:avLst/>
          </a:prstGeom>
          <a:solidFill>
            <a:srgbClr val="E1EFFE"/>
          </a:solidFill>
          <a:ln w="12700">
            <a:solidFill>
              <a:srgbClr val="E1EFFE"/>
            </a:solidFill>
            <a:prstDash val="solid"/>
          </a:ln>
        </p:spPr>
      </p:sp>
      <p:sp>
        <p:nvSpPr>
          <p:cNvPr id="173" name="Text 165"/>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Data</a:t>
            </a:r>
            <a:endParaRPr lang="en-US" sz="700" dirty="0"/>
          </a:p>
        </p:txBody>
      </p:sp>
      <p:sp>
        <p:nvSpPr>
          <p:cNvPr id="174" name="Text 166"/>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Ringkasan</a:t>
            </a:r>
            <a:endParaRPr lang="en-US" sz="700" dirty="0"/>
          </a:p>
        </p:txBody>
      </p:sp>
      <p:sp>
        <p:nvSpPr>
          <p:cNvPr id="175" name="Text 167"/>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Dashboard</a:t>
            </a:r>
            <a:endParaRPr lang="en-US" sz="700" dirty="0"/>
          </a:p>
        </p:txBody>
      </p:sp>
      <p:sp>
        <p:nvSpPr>
          <p:cNvPr id="176" name="Shape 168"/>
          <p:cNvSpPr/>
          <p:nvPr/>
        </p:nvSpPr>
        <p:spPr>
          <a:xfrm>
            <a:off x="1237000" y="2674801"/>
            <a:ext cx="768096" cy="513774"/>
          </a:xfrm>
          <a:prstGeom prst="roundRect">
            <a:avLst>
              <a:gd name="adj" fmla="val 8899"/>
            </a:avLst>
          </a:prstGeom>
          <a:solidFill>
            <a:srgbClr val="FFFFFF">
              <a:alpha val="0"/>
            </a:srgbClr>
          </a:solidFill>
          <a:ln w="31750">
            <a:solidFill>
              <a:srgbClr val="E53935"/>
            </a:solidFill>
            <a:prstDash val="solid"/>
          </a:ln>
        </p:spPr>
      </p:sp>
      <p:sp>
        <p:nvSpPr>
          <p:cNvPr id="177" name="Shape 169"/>
          <p:cNvSpPr/>
          <p:nvPr/>
        </p:nvSpPr>
        <p:spPr>
          <a:xfrm>
            <a:off x="1867936" y="2537641"/>
            <a:ext cx="274320" cy="274320"/>
          </a:xfrm>
          <a:prstGeom prst="ellipse">
            <a:avLst/>
          </a:prstGeom>
          <a:solidFill>
            <a:srgbClr val="E53935"/>
          </a:solidFill>
          <a:ln w="12700">
            <a:solidFill>
              <a:srgbClr val="FFFFFF"/>
            </a:solidFill>
            <a:prstDash val="solid"/>
          </a:ln>
        </p:spPr>
      </p:sp>
      <p:sp>
        <p:nvSpPr>
          <p:cNvPr id="178" name="Text 170"/>
          <p:cNvSpPr txBox="1"/>
          <p:nvPr/>
        </p:nvSpPr>
        <p:spPr>
          <a:xfrm>
            <a:off x="1867936" y="253764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79" name="Image 6" descr="preencoded.png">    </p:cNvPr>
          <p:cNvPicPr>
            <a:picLocks noChangeAspect="1"/>
          </p:cNvPicPr>
          <p:nvPr/>
        </p:nvPicPr>
        <p:blipFill>
          <a:blip r:embed="rId7"/>
          <a:stretch>
            <a:fillRect/>
          </a:stretch>
        </p:blipFill>
        <p:spPr>
          <a:xfrm>
            <a:off x="1657624" y="2955547"/>
            <a:ext cx="237744" cy="237744"/>
          </a:xfrm>
          <a:prstGeom prst="rect">
            <a:avLst/>
          </a:prstGeom>
        </p:spPr>
      </p:pic>
      <p:sp>
        <p:nvSpPr>
          <p:cNvPr id="180" name="Shape 171"/>
          <p:cNvSpPr/>
          <p:nvPr/>
        </p:nvSpPr>
        <p:spPr>
          <a:xfrm>
            <a:off x="3660160" y="2674801"/>
            <a:ext cx="402336" cy="513774"/>
          </a:xfrm>
          <a:prstGeom prst="roundRect">
            <a:avLst>
              <a:gd name="adj" fmla="val 11364"/>
            </a:avLst>
          </a:prstGeom>
          <a:solidFill>
            <a:srgbClr val="FFFFFF">
              <a:alpha val="0"/>
            </a:srgbClr>
          </a:solidFill>
          <a:ln w="31750">
            <a:solidFill>
              <a:srgbClr val="E53935"/>
            </a:solidFill>
            <a:prstDash val="solid"/>
          </a:ln>
        </p:spPr>
      </p:sp>
      <p:sp>
        <p:nvSpPr>
          <p:cNvPr id="181" name="Shape 172"/>
          <p:cNvSpPr/>
          <p:nvPr/>
        </p:nvSpPr>
        <p:spPr>
          <a:xfrm>
            <a:off x="3925336" y="2537641"/>
            <a:ext cx="274320" cy="274320"/>
          </a:xfrm>
          <a:prstGeom prst="ellipse">
            <a:avLst/>
          </a:prstGeom>
          <a:solidFill>
            <a:srgbClr val="E53935"/>
          </a:solidFill>
          <a:ln w="12700">
            <a:solidFill>
              <a:srgbClr val="FFFFFF"/>
            </a:solidFill>
            <a:prstDash val="solid"/>
          </a:ln>
        </p:spPr>
      </p:sp>
      <p:sp>
        <p:nvSpPr>
          <p:cNvPr id="182" name="Text 173"/>
          <p:cNvSpPr txBox="1"/>
          <p:nvPr/>
        </p:nvSpPr>
        <p:spPr>
          <a:xfrm>
            <a:off x="3925336" y="253764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83" name="Image 7" descr="preencoded.png">    </p:cNvPr>
          <p:cNvPicPr>
            <a:picLocks noChangeAspect="1"/>
          </p:cNvPicPr>
          <p:nvPr/>
        </p:nvPicPr>
        <p:blipFill>
          <a:blip r:embed="rId8"/>
          <a:stretch>
            <a:fillRect/>
          </a:stretch>
        </p:blipFill>
        <p:spPr>
          <a:xfrm>
            <a:off x="3879616" y="2955547"/>
            <a:ext cx="237744" cy="237744"/>
          </a:xfrm>
          <a:prstGeom prst="rect">
            <a:avLst/>
          </a:prstGeom>
        </p:spPr>
      </p:pic>
      <p:sp>
        <p:nvSpPr>
          <p:cNvPr id="184" name="Text 17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185" name="Text 17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Grafik baru langsung dari lembar Data</a:t>
            </a:r>
            <a:endParaRPr lang="en-US" sz="1800" dirty="0"/>
          </a:p>
        </p:txBody>
      </p:sp>
      <p:sp>
        <p:nvSpPr>
          <p:cNvPr id="186" name="Text 17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lembar Data, pilih kolom Nama dan Juz (B1:B30 dan F1:F30 dengan Ctrl). Insert › Chart › Bar chart. Pindahkan ke Dashboard.</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Slicer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6400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483888" y="2573789"/>
            <a:ext cx="640080" cy="119299"/>
          </a:xfrm>
          <a:prstGeom prst="rect">
            <a:avLst/>
          </a:prstGeom>
          <a:solidFill>
            <a:srgbClr val="F8F9FA"/>
          </a:solidFill>
          <a:ln w="6350">
            <a:solidFill>
              <a:srgbClr val="DDDDDD"/>
            </a:solidFill>
            <a:prstDash val="solid"/>
          </a:ln>
        </p:spPr>
      </p:sp>
      <p:sp>
        <p:nvSpPr>
          <p:cNvPr id="64" name="Text 56"/>
          <p:cNvSpPr txBox="1"/>
          <p:nvPr/>
        </p:nvSpPr>
        <p:spPr>
          <a:xfrm>
            <a:off x="148388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12396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212396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764048" y="2573789"/>
            <a:ext cx="640080" cy="119299"/>
          </a:xfrm>
          <a:prstGeom prst="rect">
            <a:avLst/>
          </a:prstGeom>
          <a:solidFill>
            <a:srgbClr val="F8F9FA"/>
          </a:solidFill>
          <a:ln w="6350">
            <a:solidFill>
              <a:srgbClr val="DDDDDD"/>
            </a:solidFill>
            <a:prstDash val="solid"/>
          </a:ln>
        </p:spPr>
      </p:sp>
      <p:sp>
        <p:nvSpPr>
          <p:cNvPr id="68" name="Text 60"/>
          <p:cNvSpPr txBox="1"/>
          <p:nvPr/>
        </p:nvSpPr>
        <p:spPr>
          <a:xfrm>
            <a:off x="276404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404128" y="2573789"/>
            <a:ext cx="640080" cy="119299"/>
          </a:xfrm>
          <a:prstGeom prst="rect">
            <a:avLst/>
          </a:prstGeom>
          <a:solidFill>
            <a:srgbClr val="F8F9FA"/>
          </a:solidFill>
          <a:ln w="6350">
            <a:solidFill>
              <a:srgbClr val="DDDDDD"/>
            </a:solidFill>
            <a:prstDash val="solid"/>
          </a:ln>
        </p:spPr>
      </p:sp>
      <p:sp>
        <p:nvSpPr>
          <p:cNvPr id="70" name="Text 62"/>
          <p:cNvSpPr txBox="1"/>
          <p:nvPr/>
        </p:nvSpPr>
        <p:spPr>
          <a:xfrm>
            <a:off x="34041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4044208" y="2573789"/>
            <a:ext cx="640080" cy="119299"/>
          </a:xfrm>
          <a:prstGeom prst="rect">
            <a:avLst/>
          </a:prstGeom>
          <a:solidFill>
            <a:srgbClr val="F8F9FA"/>
          </a:solidFill>
          <a:ln w="6350">
            <a:solidFill>
              <a:srgbClr val="DDDDDD"/>
            </a:solidFill>
            <a:prstDash val="solid"/>
          </a:ln>
        </p:spPr>
      </p:sp>
      <p:sp>
        <p:nvSpPr>
          <p:cNvPr id="72" name="Text 64"/>
          <p:cNvSpPr txBox="1"/>
          <p:nvPr/>
        </p:nvSpPr>
        <p:spPr>
          <a:xfrm>
            <a:off x="40442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640080" cy="119299"/>
          </a:xfrm>
          <a:prstGeom prst="rect">
            <a:avLst/>
          </a:prstGeom>
          <a:solidFill>
            <a:srgbClr val="FFFFFF"/>
          </a:solidFill>
          <a:ln w="6350">
            <a:solidFill>
              <a:srgbClr val="E2E2E2"/>
            </a:solidFill>
            <a:prstDash val="solid"/>
          </a:ln>
        </p:spPr>
      </p:sp>
      <p:sp>
        <p:nvSpPr>
          <p:cNvPr id="76" name="Shape 68"/>
          <p:cNvSpPr/>
          <p:nvPr/>
        </p:nvSpPr>
        <p:spPr>
          <a:xfrm>
            <a:off x="1483888" y="2693089"/>
            <a:ext cx="640080" cy="119299"/>
          </a:xfrm>
          <a:prstGeom prst="rect">
            <a:avLst/>
          </a:prstGeom>
          <a:solidFill>
            <a:srgbClr val="FFFFFF"/>
          </a:solidFill>
          <a:ln w="6350">
            <a:solidFill>
              <a:srgbClr val="E2E2E2"/>
            </a:solidFill>
            <a:prstDash val="solid"/>
          </a:ln>
        </p:spPr>
      </p:sp>
      <p:sp>
        <p:nvSpPr>
          <p:cNvPr id="77" name="Shape 69"/>
          <p:cNvSpPr/>
          <p:nvPr/>
        </p:nvSpPr>
        <p:spPr>
          <a:xfrm>
            <a:off x="2123968" y="2693089"/>
            <a:ext cx="640080" cy="119299"/>
          </a:xfrm>
          <a:prstGeom prst="rect">
            <a:avLst/>
          </a:prstGeom>
          <a:solidFill>
            <a:srgbClr val="FFFFFF"/>
          </a:solidFill>
          <a:ln w="6350">
            <a:solidFill>
              <a:srgbClr val="E2E2E2"/>
            </a:solidFill>
            <a:prstDash val="solid"/>
          </a:ln>
        </p:spPr>
      </p:sp>
      <p:sp>
        <p:nvSpPr>
          <p:cNvPr id="78" name="Shape 70"/>
          <p:cNvSpPr/>
          <p:nvPr/>
        </p:nvSpPr>
        <p:spPr>
          <a:xfrm>
            <a:off x="2764048" y="2693089"/>
            <a:ext cx="640080" cy="119299"/>
          </a:xfrm>
          <a:prstGeom prst="rect">
            <a:avLst/>
          </a:prstGeom>
          <a:solidFill>
            <a:srgbClr val="FFFFFF"/>
          </a:solidFill>
          <a:ln w="6350">
            <a:solidFill>
              <a:srgbClr val="E2E2E2"/>
            </a:solidFill>
            <a:prstDash val="solid"/>
          </a:ln>
        </p:spPr>
      </p:sp>
      <p:sp>
        <p:nvSpPr>
          <p:cNvPr id="79" name="Shape 71"/>
          <p:cNvSpPr/>
          <p:nvPr/>
        </p:nvSpPr>
        <p:spPr>
          <a:xfrm>
            <a:off x="3404128" y="2693089"/>
            <a:ext cx="640080" cy="119299"/>
          </a:xfrm>
          <a:prstGeom prst="rect">
            <a:avLst/>
          </a:prstGeom>
          <a:solidFill>
            <a:srgbClr val="FFFFFF"/>
          </a:solidFill>
          <a:ln w="6350">
            <a:solidFill>
              <a:srgbClr val="E2E2E2"/>
            </a:solidFill>
            <a:prstDash val="solid"/>
          </a:ln>
        </p:spPr>
      </p:sp>
      <p:sp>
        <p:nvSpPr>
          <p:cNvPr id="80" name="Shape 72"/>
          <p:cNvSpPr/>
          <p:nvPr/>
        </p:nvSpPr>
        <p:spPr>
          <a:xfrm>
            <a:off x="4044208" y="2693089"/>
            <a:ext cx="640080" cy="119299"/>
          </a:xfrm>
          <a:prstGeom prst="rect">
            <a:avLst/>
          </a:prstGeom>
          <a:solidFill>
            <a:srgbClr val="FFFFFF"/>
          </a:solidFill>
          <a:ln w="6350">
            <a:solidFill>
              <a:srgbClr val="E2E2E2"/>
            </a:solidFill>
            <a:prstDash val="solid"/>
          </a:ln>
        </p:spPr>
      </p:sp>
      <p:sp>
        <p:nvSpPr>
          <p:cNvPr id="81" name="Shape 73"/>
          <p:cNvSpPr/>
          <p:nvPr/>
        </p:nvSpPr>
        <p:spPr>
          <a:xfrm>
            <a:off x="587776" y="2812388"/>
            <a:ext cx="256032" cy="119299"/>
          </a:xfrm>
          <a:prstGeom prst="rect">
            <a:avLst/>
          </a:prstGeom>
          <a:solidFill>
            <a:srgbClr val="F8F9FA"/>
          </a:solidFill>
          <a:ln w="6350">
            <a:solidFill>
              <a:srgbClr val="DDDDDD"/>
            </a:solidFill>
            <a:prstDash val="solid"/>
          </a:ln>
        </p:spPr>
      </p:sp>
      <p:sp>
        <p:nvSpPr>
          <p:cNvPr id="82" name="Text 74"/>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3" name="Shape 75"/>
          <p:cNvSpPr/>
          <p:nvPr/>
        </p:nvSpPr>
        <p:spPr>
          <a:xfrm>
            <a:off x="843808" y="2812388"/>
            <a:ext cx="640080" cy="119299"/>
          </a:xfrm>
          <a:prstGeom prst="rect">
            <a:avLst/>
          </a:prstGeom>
          <a:solidFill>
            <a:srgbClr val="FFFFFF"/>
          </a:solidFill>
          <a:ln w="6350">
            <a:solidFill>
              <a:srgbClr val="E2E2E2"/>
            </a:solidFill>
            <a:prstDash val="solid"/>
          </a:ln>
        </p:spPr>
      </p:sp>
      <p:sp>
        <p:nvSpPr>
          <p:cNvPr id="84" name="Shape 76"/>
          <p:cNvSpPr/>
          <p:nvPr/>
        </p:nvSpPr>
        <p:spPr>
          <a:xfrm>
            <a:off x="1483888" y="2812388"/>
            <a:ext cx="640080" cy="119299"/>
          </a:xfrm>
          <a:prstGeom prst="rect">
            <a:avLst/>
          </a:prstGeom>
          <a:solidFill>
            <a:srgbClr val="FFFFFF"/>
          </a:solidFill>
          <a:ln w="6350">
            <a:solidFill>
              <a:srgbClr val="E2E2E2"/>
            </a:solidFill>
            <a:prstDash val="solid"/>
          </a:ln>
        </p:spPr>
      </p:sp>
      <p:sp>
        <p:nvSpPr>
          <p:cNvPr id="85" name="Shape 77"/>
          <p:cNvSpPr/>
          <p:nvPr/>
        </p:nvSpPr>
        <p:spPr>
          <a:xfrm>
            <a:off x="2123968" y="2812388"/>
            <a:ext cx="640080" cy="119299"/>
          </a:xfrm>
          <a:prstGeom prst="rect">
            <a:avLst/>
          </a:prstGeom>
          <a:solidFill>
            <a:srgbClr val="FFFFFF"/>
          </a:solidFill>
          <a:ln w="6350">
            <a:solidFill>
              <a:srgbClr val="E2E2E2"/>
            </a:solidFill>
            <a:prstDash val="solid"/>
          </a:ln>
        </p:spPr>
      </p:sp>
      <p:sp>
        <p:nvSpPr>
          <p:cNvPr id="86" name="Shape 78"/>
          <p:cNvSpPr/>
          <p:nvPr/>
        </p:nvSpPr>
        <p:spPr>
          <a:xfrm>
            <a:off x="2764048" y="2812388"/>
            <a:ext cx="640080" cy="119299"/>
          </a:xfrm>
          <a:prstGeom prst="rect">
            <a:avLst/>
          </a:prstGeom>
          <a:solidFill>
            <a:srgbClr val="FFFFFF"/>
          </a:solidFill>
          <a:ln w="6350">
            <a:solidFill>
              <a:srgbClr val="E2E2E2"/>
            </a:solidFill>
            <a:prstDash val="solid"/>
          </a:ln>
        </p:spPr>
      </p:sp>
      <p:sp>
        <p:nvSpPr>
          <p:cNvPr id="87" name="Shape 79"/>
          <p:cNvSpPr/>
          <p:nvPr/>
        </p:nvSpPr>
        <p:spPr>
          <a:xfrm>
            <a:off x="3404128" y="2812388"/>
            <a:ext cx="640080" cy="119299"/>
          </a:xfrm>
          <a:prstGeom prst="rect">
            <a:avLst/>
          </a:prstGeom>
          <a:solidFill>
            <a:srgbClr val="FFFFFF"/>
          </a:solidFill>
          <a:ln w="6350">
            <a:solidFill>
              <a:srgbClr val="E2E2E2"/>
            </a:solidFill>
            <a:prstDash val="solid"/>
          </a:ln>
        </p:spPr>
      </p:sp>
      <p:sp>
        <p:nvSpPr>
          <p:cNvPr id="88" name="Shape 80"/>
          <p:cNvSpPr/>
          <p:nvPr/>
        </p:nvSpPr>
        <p:spPr>
          <a:xfrm>
            <a:off x="4044208" y="2812388"/>
            <a:ext cx="640080" cy="119299"/>
          </a:xfrm>
          <a:prstGeom prst="rect">
            <a:avLst/>
          </a:prstGeom>
          <a:solidFill>
            <a:srgbClr val="FFFFFF"/>
          </a:solidFill>
          <a:ln w="6350">
            <a:solidFill>
              <a:srgbClr val="E2E2E2"/>
            </a:solidFill>
            <a:prstDash val="solid"/>
          </a:ln>
        </p:spPr>
      </p:sp>
      <p:sp>
        <p:nvSpPr>
          <p:cNvPr id="89" name="Shape 81"/>
          <p:cNvSpPr/>
          <p:nvPr/>
        </p:nvSpPr>
        <p:spPr>
          <a:xfrm>
            <a:off x="587776" y="2931688"/>
            <a:ext cx="256032" cy="119299"/>
          </a:xfrm>
          <a:prstGeom prst="rect">
            <a:avLst/>
          </a:prstGeom>
          <a:solidFill>
            <a:srgbClr val="F8F9FA"/>
          </a:solidFill>
          <a:ln w="6350">
            <a:solidFill>
              <a:srgbClr val="DDDDDD"/>
            </a:solidFill>
            <a:prstDash val="solid"/>
          </a:ln>
        </p:spPr>
      </p:sp>
      <p:sp>
        <p:nvSpPr>
          <p:cNvPr id="90" name="Text 82"/>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1" name="Shape 83"/>
          <p:cNvSpPr/>
          <p:nvPr/>
        </p:nvSpPr>
        <p:spPr>
          <a:xfrm>
            <a:off x="843808" y="2931688"/>
            <a:ext cx="640080" cy="119299"/>
          </a:xfrm>
          <a:prstGeom prst="rect">
            <a:avLst/>
          </a:prstGeom>
          <a:solidFill>
            <a:srgbClr val="FFFFFF"/>
          </a:solidFill>
          <a:ln w="6350">
            <a:solidFill>
              <a:srgbClr val="E2E2E2"/>
            </a:solidFill>
            <a:prstDash val="solid"/>
          </a:ln>
        </p:spPr>
      </p:sp>
      <p:sp>
        <p:nvSpPr>
          <p:cNvPr id="92" name="Shape 84"/>
          <p:cNvSpPr/>
          <p:nvPr/>
        </p:nvSpPr>
        <p:spPr>
          <a:xfrm>
            <a:off x="1483888" y="2931688"/>
            <a:ext cx="640080" cy="119299"/>
          </a:xfrm>
          <a:prstGeom prst="rect">
            <a:avLst/>
          </a:prstGeom>
          <a:solidFill>
            <a:srgbClr val="FFFFFF"/>
          </a:solidFill>
          <a:ln w="6350">
            <a:solidFill>
              <a:srgbClr val="E2E2E2"/>
            </a:solidFill>
            <a:prstDash val="solid"/>
          </a:ln>
        </p:spPr>
      </p:sp>
      <p:sp>
        <p:nvSpPr>
          <p:cNvPr id="93" name="Shape 85"/>
          <p:cNvSpPr/>
          <p:nvPr/>
        </p:nvSpPr>
        <p:spPr>
          <a:xfrm>
            <a:off x="2123968" y="2931688"/>
            <a:ext cx="640080" cy="119299"/>
          </a:xfrm>
          <a:prstGeom prst="rect">
            <a:avLst/>
          </a:prstGeom>
          <a:solidFill>
            <a:srgbClr val="FFFFFF"/>
          </a:solidFill>
          <a:ln w="6350">
            <a:solidFill>
              <a:srgbClr val="E2E2E2"/>
            </a:solidFill>
            <a:prstDash val="solid"/>
          </a:ln>
        </p:spPr>
      </p:sp>
      <p:sp>
        <p:nvSpPr>
          <p:cNvPr id="94" name="Shape 86"/>
          <p:cNvSpPr/>
          <p:nvPr/>
        </p:nvSpPr>
        <p:spPr>
          <a:xfrm>
            <a:off x="2764048" y="2931688"/>
            <a:ext cx="640080" cy="119299"/>
          </a:xfrm>
          <a:prstGeom prst="rect">
            <a:avLst/>
          </a:prstGeom>
          <a:solidFill>
            <a:srgbClr val="FFFFFF"/>
          </a:solidFill>
          <a:ln w="6350">
            <a:solidFill>
              <a:srgbClr val="E2E2E2"/>
            </a:solidFill>
            <a:prstDash val="solid"/>
          </a:ln>
        </p:spPr>
      </p:sp>
      <p:sp>
        <p:nvSpPr>
          <p:cNvPr id="95" name="Shape 87"/>
          <p:cNvSpPr/>
          <p:nvPr/>
        </p:nvSpPr>
        <p:spPr>
          <a:xfrm>
            <a:off x="3404128" y="2931688"/>
            <a:ext cx="640080" cy="119299"/>
          </a:xfrm>
          <a:prstGeom prst="rect">
            <a:avLst/>
          </a:prstGeom>
          <a:solidFill>
            <a:srgbClr val="FFFFFF"/>
          </a:solidFill>
          <a:ln w="6350">
            <a:solidFill>
              <a:srgbClr val="E2E2E2"/>
            </a:solidFill>
            <a:prstDash val="solid"/>
          </a:ln>
        </p:spPr>
      </p:sp>
      <p:sp>
        <p:nvSpPr>
          <p:cNvPr id="96" name="Shape 88"/>
          <p:cNvSpPr/>
          <p:nvPr/>
        </p:nvSpPr>
        <p:spPr>
          <a:xfrm>
            <a:off x="4044208" y="2931688"/>
            <a:ext cx="640080" cy="119299"/>
          </a:xfrm>
          <a:prstGeom prst="rect">
            <a:avLst/>
          </a:prstGeom>
          <a:solidFill>
            <a:srgbClr val="FFFFFF"/>
          </a:solidFill>
          <a:ln w="6350">
            <a:solidFill>
              <a:srgbClr val="E2E2E2"/>
            </a:solidFill>
            <a:prstDash val="solid"/>
          </a:ln>
        </p:spPr>
      </p:sp>
      <p:sp>
        <p:nvSpPr>
          <p:cNvPr id="97" name="Shape 89"/>
          <p:cNvSpPr/>
          <p:nvPr/>
        </p:nvSpPr>
        <p:spPr>
          <a:xfrm>
            <a:off x="587776" y="3050987"/>
            <a:ext cx="256032" cy="119299"/>
          </a:xfrm>
          <a:prstGeom prst="rect">
            <a:avLst/>
          </a:prstGeom>
          <a:solidFill>
            <a:srgbClr val="F8F9FA"/>
          </a:solidFill>
          <a:ln w="6350">
            <a:solidFill>
              <a:srgbClr val="DDDDDD"/>
            </a:solidFill>
            <a:prstDash val="solid"/>
          </a:ln>
        </p:spPr>
      </p:sp>
      <p:sp>
        <p:nvSpPr>
          <p:cNvPr id="98" name="Text 90"/>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99" name="Shape 91"/>
          <p:cNvSpPr/>
          <p:nvPr/>
        </p:nvSpPr>
        <p:spPr>
          <a:xfrm>
            <a:off x="843808" y="3050987"/>
            <a:ext cx="640080" cy="119299"/>
          </a:xfrm>
          <a:prstGeom prst="rect">
            <a:avLst/>
          </a:prstGeom>
          <a:solidFill>
            <a:srgbClr val="FFFFFF"/>
          </a:solidFill>
          <a:ln w="6350">
            <a:solidFill>
              <a:srgbClr val="E2E2E2"/>
            </a:solidFill>
            <a:prstDash val="solid"/>
          </a:ln>
        </p:spPr>
      </p:sp>
      <p:sp>
        <p:nvSpPr>
          <p:cNvPr id="100" name="Shape 92"/>
          <p:cNvSpPr/>
          <p:nvPr/>
        </p:nvSpPr>
        <p:spPr>
          <a:xfrm>
            <a:off x="1483888" y="3050987"/>
            <a:ext cx="640080" cy="119299"/>
          </a:xfrm>
          <a:prstGeom prst="rect">
            <a:avLst/>
          </a:prstGeom>
          <a:solidFill>
            <a:srgbClr val="FFFFFF"/>
          </a:solidFill>
          <a:ln w="6350">
            <a:solidFill>
              <a:srgbClr val="E2E2E2"/>
            </a:solidFill>
            <a:prstDash val="solid"/>
          </a:ln>
        </p:spPr>
      </p:sp>
      <p:sp>
        <p:nvSpPr>
          <p:cNvPr id="101" name="Shape 93"/>
          <p:cNvSpPr/>
          <p:nvPr/>
        </p:nvSpPr>
        <p:spPr>
          <a:xfrm>
            <a:off x="2123968" y="3050987"/>
            <a:ext cx="640080" cy="119299"/>
          </a:xfrm>
          <a:prstGeom prst="rect">
            <a:avLst/>
          </a:prstGeom>
          <a:solidFill>
            <a:srgbClr val="FFFFFF"/>
          </a:solidFill>
          <a:ln w="6350">
            <a:solidFill>
              <a:srgbClr val="E2E2E2"/>
            </a:solidFill>
            <a:prstDash val="solid"/>
          </a:ln>
        </p:spPr>
      </p:sp>
      <p:sp>
        <p:nvSpPr>
          <p:cNvPr id="102" name="Shape 94"/>
          <p:cNvSpPr/>
          <p:nvPr/>
        </p:nvSpPr>
        <p:spPr>
          <a:xfrm>
            <a:off x="2764048" y="3050987"/>
            <a:ext cx="640080" cy="119299"/>
          </a:xfrm>
          <a:prstGeom prst="rect">
            <a:avLst/>
          </a:prstGeom>
          <a:solidFill>
            <a:srgbClr val="FFFFFF"/>
          </a:solidFill>
          <a:ln w="6350">
            <a:solidFill>
              <a:srgbClr val="E2E2E2"/>
            </a:solidFill>
            <a:prstDash val="solid"/>
          </a:ln>
        </p:spPr>
      </p:sp>
      <p:sp>
        <p:nvSpPr>
          <p:cNvPr id="103" name="Shape 95"/>
          <p:cNvSpPr/>
          <p:nvPr/>
        </p:nvSpPr>
        <p:spPr>
          <a:xfrm>
            <a:off x="3404128" y="3050987"/>
            <a:ext cx="640080" cy="119299"/>
          </a:xfrm>
          <a:prstGeom prst="rect">
            <a:avLst/>
          </a:prstGeom>
          <a:solidFill>
            <a:srgbClr val="FFFFFF"/>
          </a:solidFill>
          <a:ln w="6350">
            <a:solidFill>
              <a:srgbClr val="E2E2E2"/>
            </a:solidFill>
            <a:prstDash val="solid"/>
          </a:ln>
        </p:spPr>
      </p:sp>
      <p:sp>
        <p:nvSpPr>
          <p:cNvPr id="104" name="Shape 96"/>
          <p:cNvSpPr/>
          <p:nvPr/>
        </p:nvSpPr>
        <p:spPr>
          <a:xfrm>
            <a:off x="4044208" y="3050987"/>
            <a:ext cx="640080" cy="119299"/>
          </a:xfrm>
          <a:prstGeom prst="rect">
            <a:avLst/>
          </a:prstGeom>
          <a:solidFill>
            <a:srgbClr val="FFFFFF"/>
          </a:solidFill>
          <a:ln w="6350">
            <a:solidFill>
              <a:srgbClr val="E2E2E2"/>
            </a:solidFill>
            <a:prstDash val="solid"/>
          </a:ln>
        </p:spPr>
      </p:sp>
      <p:sp>
        <p:nvSpPr>
          <p:cNvPr id="105" name="Shape 97"/>
          <p:cNvSpPr/>
          <p:nvPr/>
        </p:nvSpPr>
        <p:spPr>
          <a:xfrm>
            <a:off x="587776" y="3170287"/>
            <a:ext cx="256032" cy="119299"/>
          </a:xfrm>
          <a:prstGeom prst="rect">
            <a:avLst/>
          </a:prstGeom>
          <a:solidFill>
            <a:srgbClr val="F8F9FA"/>
          </a:solidFill>
          <a:ln w="6350">
            <a:solidFill>
              <a:srgbClr val="DDDDDD"/>
            </a:solidFill>
            <a:prstDash val="solid"/>
          </a:ln>
        </p:spPr>
      </p:sp>
      <p:sp>
        <p:nvSpPr>
          <p:cNvPr id="106" name="Text 98"/>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07" name="Shape 99"/>
          <p:cNvSpPr/>
          <p:nvPr/>
        </p:nvSpPr>
        <p:spPr>
          <a:xfrm>
            <a:off x="843808" y="3170287"/>
            <a:ext cx="640080" cy="119299"/>
          </a:xfrm>
          <a:prstGeom prst="rect">
            <a:avLst/>
          </a:prstGeom>
          <a:solidFill>
            <a:srgbClr val="FFFFFF"/>
          </a:solidFill>
          <a:ln w="6350">
            <a:solidFill>
              <a:srgbClr val="E2E2E2"/>
            </a:solidFill>
            <a:prstDash val="solid"/>
          </a:ln>
        </p:spPr>
      </p:sp>
      <p:sp>
        <p:nvSpPr>
          <p:cNvPr id="108" name="Shape 100"/>
          <p:cNvSpPr/>
          <p:nvPr/>
        </p:nvSpPr>
        <p:spPr>
          <a:xfrm>
            <a:off x="1483888" y="3170287"/>
            <a:ext cx="640080" cy="119299"/>
          </a:xfrm>
          <a:prstGeom prst="rect">
            <a:avLst/>
          </a:prstGeom>
          <a:solidFill>
            <a:srgbClr val="FFFFFF"/>
          </a:solidFill>
          <a:ln w="6350">
            <a:solidFill>
              <a:srgbClr val="E2E2E2"/>
            </a:solidFill>
            <a:prstDash val="solid"/>
          </a:ln>
        </p:spPr>
      </p:sp>
      <p:sp>
        <p:nvSpPr>
          <p:cNvPr id="109" name="Shape 101"/>
          <p:cNvSpPr/>
          <p:nvPr/>
        </p:nvSpPr>
        <p:spPr>
          <a:xfrm>
            <a:off x="2123968" y="3170287"/>
            <a:ext cx="640080" cy="119299"/>
          </a:xfrm>
          <a:prstGeom prst="rect">
            <a:avLst/>
          </a:prstGeom>
          <a:solidFill>
            <a:srgbClr val="FFFFFF"/>
          </a:solidFill>
          <a:ln w="6350">
            <a:solidFill>
              <a:srgbClr val="E2E2E2"/>
            </a:solidFill>
            <a:prstDash val="solid"/>
          </a:ln>
        </p:spPr>
      </p:sp>
      <p:sp>
        <p:nvSpPr>
          <p:cNvPr id="110" name="Shape 102"/>
          <p:cNvSpPr/>
          <p:nvPr/>
        </p:nvSpPr>
        <p:spPr>
          <a:xfrm>
            <a:off x="2764048" y="3170287"/>
            <a:ext cx="640080" cy="119299"/>
          </a:xfrm>
          <a:prstGeom prst="rect">
            <a:avLst/>
          </a:prstGeom>
          <a:solidFill>
            <a:srgbClr val="FFFFFF"/>
          </a:solidFill>
          <a:ln w="6350">
            <a:solidFill>
              <a:srgbClr val="E2E2E2"/>
            </a:solidFill>
            <a:prstDash val="solid"/>
          </a:ln>
        </p:spPr>
      </p:sp>
      <p:sp>
        <p:nvSpPr>
          <p:cNvPr id="111" name="Shape 103"/>
          <p:cNvSpPr/>
          <p:nvPr/>
        </p:nvSpPr>
        <p:spPr>
          <a:xfrm>
            <a:off x="3404128" y="3170287"/>
            <a:ext cx="640080" cy="119299"/>
          </a:xfrm>
          <a:prstGeom prst="rect">
            <a:avLst/>
          </a:prstGeom>
          <a:solidFill>
            <a:srgbClr val="FFFFFF"/>
          </a:solidFill>
          <a:ln w="6350">
            <a:solidFill>
              <a:srgbClr val="E2E2E2"/>
            </a:solidFill>
            <a:prstDash val="solid"/>
          </a:ln>
        </p:spPr>
      </p:sp>
      <p:sp>
        <p:nvSpPr>
          <p:cNvPr id="112" name="Shape 104"/>
          <p:cNvSpPr/>
          <p:nvPr/>
        </p:nvSpPr>
        <p:spPr>
          <a:xfrm>
            <a:off x="4044208" y="3170287"/>
            <a:ext cx="640080" cy="119299"/>
          </a:xfrm>
          <a:prstGeom prst="rect">
            <a:avLst/>
          </a:prstGeom>
          <a:solidFill>
            <a:srgbClr val="FFFFFF"/>
          </a:solidFill>
          <a:ln w="6350">
            <a:solidFill>
              <a:srgbClr val="E2E2E2"/>
            </a:solidFill>
            <a:prstDash val="solid"/>
          </a:ln>
        </p:spPr>
      </p:sp>
      <p:sp>
        <p:nvSpPr>
          <p:cNvPr id="113" name="Shape 105"/>
          <p:cNvSpPr/>
          <p:nvPr/>
        </p:nvSpPr>
        <p:spPr>
          <a:xfrm>
            <a:off x="587776" y="3289586"/>
            <a:ext cx="256032" cy="119299"/>
          </a:xfrm>
          <a:prstGeom prst="rect">
            <a:avLst/>
          </a:prstGeom>
          <a:solidFill>
            <a:srgbClr val="F8F9FA"/>
          </a:solidFill>
          <a:ln w="6350">
            <a:solidFill>
              <a:srgbClr val="DDDDDD"/>
            </a:solidFill>
            <a:prstDash val="solid"/>
          </a:ln>
        </p:spPr>
      </p:sp>
      <p:sp>
        <p:nvSpPr>
          <p:cNvPr id="114" name="Text 10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15" name="Shape 107"/>
          <p:cNvSpPr/>
          <p:nvPr/>
        </p:nvSpPr>
        <p:spPr>
          <a:xfrm>
            <a:off x="843808" y="3289586"/>
            <a:ext cx="640080" cy="119299"/>
          </a:xfrm>
          <a:prstGeom prst="rect">
            <a:avLst/>
          </a:prstGeom>
          <a:solidFill>
            <a:srgbClr val="FFFFFF"/>
          </a:solidFill>
          <a:ln w="6350">
            <a:solidFill>
              <a:srgbClr val="E2E2E2"/>
            </a:solidFill>
            <a:prstDash val="solid"/>
          </a:ln>
        </p:spPr>
      </p:sp>
      <p:sp>
        <p:nvSpPr>
          <p:cNvPr id="116" name="Shape 108"/>
          <p:cNvSpPr/>
          <p:nvPr/>
        </p:nvSpPr>
        <p:spPr>
          <a:xfrm>
            <a:off x="1483888" y="3289586"/>
            <a:ext cx="640080" cy="119299"/>
          </a:xfrm>
          <a:prstGeom prst="rect">
            <a:avLst/>
          </a:prstGeom>
          <a:solidFill>
            <a:srgbClr val="FFFFFF"/>
          </a:solidFill>
          <a:ln w="6350">
            <a:solidFill>
              <a:srgbClr val="E2E2E2"/>
            </a:solidFill>
            <a:prstDash val="solid"/>
          </a:ln>
        </p:spPr>
      </p:sp>
      <p:sp>
        <p:nvSpPr>
          <p:cNvPr id="117" name="Shape 109"/>
          <p:cNvSpPr/>
          <p:nvPr/>
        </p:nvSpPr>
        <p:spPr>
          <a:xfrm>
            <a:off x="2123968" y="3289586"/>
            <a:ext cx="640080" cy="119299"/>
          </a:xfrm>
          <a:prstGeom prst="rect">
            <a:avLst/>
          </a:prstGeom>
          <a:solidFill>
            <a:srgbClr val="FFFFFF"/>
          </a:solidFill>
          <a:ln w="6350">
            <a:solidFill>
              <a:srgbClr val="E2E2E2"/>
            </a:solidFill>
            <a:prstDash val="solid"/>
          </a:ln>
        </p:spPr>
      </p:sp>
      <p:sp>
        <p:nvSpPr>
          <p:cNvPr id="118" name="Shape 110"/>
          <p:cNvSpPr/>
          <p:nvPr/>
        </p:nvSpPr>
        <p:spPr>
          <a:xfrm>
            <a:off x="2764048" y="3289586"/>
            <a:ext cx="640080" cy="119299"/>
          </a:xfrm>
          <a:prstGeom prst="rect">
            <a:avLst/>
          </a:prstGeom>
          <a:solidFill>
            <a:srgbClr val="FFFFFF"/>
          </a:solidFill>
          <a:ln w="6350">
            <a:solidFill>
              <a:srgbClr val="E2E2E2"/>
            </a:solidFill>
            <a:prstDash val="solid"/>
          </a:ln>
        </p:spPr>
      </p:sp>
      <p:sp>
        <p:nvSpPr>
          <p:cNvPr id="119" name="Shape 111"/>
          <p:cNvSpPr/>
          <p:nvPr/>
        </p:nvSpPr>
        <p:spPr>
          <a:xfrm>
            <a:off x="3404128" y="3289586"/>
            <a:ext cx="640080" cy="119299"/>
          </a:xfrm>
          <a:prstGeom prst="rect">
            <a:avLst/>
          </a:prstGeom>
          <a:solidFill>
            <a:srgbClr val="FFFFFF"/>
          </a:solidFill>
          <a:ln w="6350">
            <a:solidFill>
              <a:srgbClr val="E2E2E2"/>
            </a:solidFill>
            <a:prstDash val="solid"/>
          </a:ln>
        </p:spPr>
      </p:sp>
      <p:sp>
        <p:nvSpPr>
          <p:cNvPr id="120" name="Shape 112"/>
          <p:cNvSpPr/>
          <p:nvPr/>
        </p:nvSpPr>
        <p:spPr>
          <a:xfrm>
            <a:off x="4044208" y="3289586"/>
            <a:ext cx="640080" cy="119299"/>
          </a:xfrm>
          <a:prstGeom prst="rect">
            <a:avLst/>
          </a:prstGeom>
          <a:solidFill>
            <a:srgbClr val="FFFFFF"/>
          </a:solidFill>
          <a:ln w="6350">
            <a:solidFill>
              <a:srgbClr val="E2E2E2"/>
            </a:solidFill>
            <a:prstDash val="solid"/>
          </a:ln>
        </p:spPr>
      </p:sp>
      <p:sp>
        <p:nvSpPr>
          <p:cNvPr id="121" name="Shape 113"/>
          <p:cNvSpPr/>
          <p:nvPr/>
        </p:nvSpPr>
        <p:spPr>
          <a:xfrm>
            <a:off x="587776" y="3408885"/>
            <a:ext cx="256032" cy="119299"/>
          </a:xfrm>
          <a:prstGeom prst="rect">
            <a:avLst/>
          </a:prstGeom>
          <a:solidFill>
            <a:srgbClr val="F8F9FA"/>
          </a:solidFill>
          <a:ln w="6350">
            <a:solidFill>
              <a:srgbClr val="DDDDDD"/>
            </a:solidFill>
            <a:prstDash val="solid"/>
          </a:ln>
        </p:spPr>
      </p:sp>
      <p:sp>
        <p:nvSpPr>
          <p:cNvPr id="122" name="Text 114"/>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23" name="Shape 115"/>
          <p:cNvSpPr/>
          <p:nvPr/>
        </p:nvSpPr>
        <p:spPr>
          <a:xfrm>
            <a:off x="843808" y="3408885"/>
            <a:ext cx="640080" cy="119299"/>
          </a:xfrm>
          <a:prstGeom prst="rect">
            <a:avLst/>
          </a:prstGeom>
          <a:solidFill>
            <a:srgbClr val="FFFFFF"/>
          </a:solidFill>
          <a:ln w="6350">
            <a:solidFill>
              <a:srgbClr val="E2E2E2"/>
            </a:solidFill>
            <a:prstDash val="solid"/>
          </a:ln>
        </p:spPr>
      </p:sp>
      <p:sp>
        <p:nvSpPr>
          <p:cNvPr id="124" name="Shape 116"/>
          <p:cNvSpPr/>
          <p:nvPr/>
        </p:nvSpPr>
        <p:spPr>
          <a:xfrm>
            <a:off x="1483888" y="3408885"/>
            <a:ext cx="640080" cy="119299"/>
          </a:xfrm>
          <a:prstGeom prst="rect">
            <a:avLst/>
          </a:prstGeom>
          <a:solidFill>
            <a:srgbClr val="FFFFFF"/>
          </a:solidFill>
          <a:ln w="6350">
            <a:solidFill>
              <a:srgbClr val="E2E2E2"/>
            </a:solidFill>
            <a:prstDash val="solid"/>
          </a:ln>
        </p:spPr>
      </p:sp>
      <p:sp>
        <p:nvSpPr>
          <p:cNvPr id="125" name="Shape 117"/>
          <p:cNvSpPr/>
          <p:nvPr/>
        </p:nvSpPr>
        <p:spPr>
          <a:xfrm>
            <a:off x="2123968" y="3408885"/>
            <a:ext cx="640080" cy="119299"/>
          </a:xfrm>
          <a:prstGeom prst="rect">
            <a:avLst/>
          </a:prstGeom>
          <a:solidFill>
            <a:srgbClr val="FFFFFF"/>
          </a:solidFill>
          <a:ln w="6350">
            <a:solidFill>
              <a:srgbClr val="E2E2E2"/>
            </a:solidFill>
            <a:prstDash val="solid"/>
          </a:ln>
        </p:spPr>
      </p:sp>
      <p:sp>
        <p:nvSpPr>
          <p:cNvPr id="126" name="Shape 118"/>
          <p:cNvSpPr/>
          <p:nvPr/>
        </p:nvSpPr>
        <p:spPr>
          <a:xfrm>
            <a:off x="2764048" y="3408885"/>
            <a:ext cx="640080" cy="119299"/>
          </a:xfrm>
          <a:prstGeom prst="rect">
            <a:avLst/>
          </a:prstGeom>
          <a:solidFill>
            <a:srgbClr val="FFFFFF"/>
          </a:solidFill>
          <a:ln w="6350">
            <a:solidFill>
              <a:srgbClr val="E2E2E2"/>
            </a:solidFill>
            <a:prstDash val="solid"/>
          </a:ln>
        </p:spPr>
      </p:sp>
      <p:sp>
        <p:nvSpPr>
          <p:cNvPr id="127" name="Shape 119"/>
          <p:cNvSpPr/>
          <p:nvPr/>
        </p:nvSpPr>
        <p:spPr>
          <a:xfrm>
            <a:off x="3404128" y="3408885"/>
            <a:ext cx="640080" cy="119299"/>
          </a:xfrm>
          <a:prstGeom prst="rect">
            <a:avLst/>
          </a:prstGeom>
          <a:solidFill>
            <a:srgbClr val="FFFFFF"/>
          </a:solidFill>
          <a:ln w="6350">
            <a:solidFill>
              <a:srgbClr val="E2E2E2"/>
            </a:solidFill>
            <a:prstDash val="solid"/>
          </a:ln>
        </p:spPr>
      </p:sp>
      <p:sp>
        <p:nvSpPr>
          <p:cNvPr id="128" name="Shape 120"/>
          <p:cNvSpPr/>
          <p:nvPr/>
        </p:nvSpPr>
        <p:spPr>
          <a:xfrm>
            <a:off x="4044208" y="3408885"/>
            <a:ext cx="640080" cy="119299"/>
          </a:xfrm>
          <a:prstGeom prst="rect">
            <a:avLst/>
          </a:prstGeom>
          <a:solidFill>
            <a:srgbClr val="FFFFFF"/>
          </a:solidFill>
          <a:ln w="6350">
            <a:solidFill>
              <a:srgbClr val="E2E2E2"/>
            </a:solidFill>
            <a:prstDash val="solid"/>
          </a:ln>
        </p:spPr>
      </p:sp>
      <p:sp>
        <p:nvSpPr>
          <p:cNvPr id="129" name="Shape 121"/>
          <p:cNvSpPr/>
          <p:nvPr/>
        </p:nvSpPr>
        <p:spPr>
          <a:xfrm>
            <a:off x="587776" y="3528185"/>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31" name="Shape 123"/>
          <p:cNvSpPr/>
          <p:nvPr/>
        </p:nvSpPr>
        <p:spPr>
          <a:xfrm>
            <a:off x="843808" y="3528185"/>
            <a:ext cx="640080" cy="119299"/>
          </a:xfrm>
          <a:prstGeom prst="rect">
            <a:avLst/>
          </a:prstGeom>
          <a:solidFill>
            <a:srgbClr val="FFFFFF"/>
          </a:solidFill>
          <a:ln w="6350">
            <a:solidFill>
              <a:srgbClr val="E2E2E2"/>
            </a:solidFill>
            <a:prstDash val="solid"/>
          </a:ln>
        </p:spPr>
      </p:sp>
      <p:sp>
        <p:nvSpPr>
          <p:cNvPr id="132" name="Shape 124"/>
          <p:cNvSpPr/>
          <p:nvPr/>
        </p:nvSpPr>
        <p:spPr>
          <a:xfrm>
            <a:off x="1483888" y="3528185"/>
            <a:ext cx="640080" cy="119299"/>
          </a:xfrm>
          <a:prstGeom prst="rect">
            <a:avLst/>
          </a:prstGeom>
          <a:solidFill>
            <a:srgbClr val="FFFFFF"/>
          </a:solidFill>
          <a:ln w="6350">
            <a:solidFill>
              <a:srgbClr val="E2E2E2"/>
            </a:solidFill>
            <a:prstDash val="solid"/>
          </a:ln>
        </p:spPr>
      </p:sp>
      <p:sp>
        <p:nvSpPr>
          <p:cNvPr id="133" name="Shape 125"/>
          <p:cNvSpPr/>
          <p:nvPr/>
        </p:nvSpPr>
        <p:spPr>
          <a:xfrm>
            <a:off x="2123968" y="3528185"/>
            <a:ext cx="640080" cy="119299"/>
          </a:xfrm>
          <a:prstGeom prst="rect">
            <a:avLst/>
          </a:prstGeom>
          <a:solidFill>
            <a:srgbClr val="FFFFFF"/>
          </a:solidFill>
          <a:ln w="6350">
            <a:solidFill>
              <a:srgbClr val="E2E2E2"/>
            </a:solidFill>
            <a:prstDash val="solid"/>
          </a:ln>
        </p:spPr>
      </p:sp>
      <p:sp>
        <p:nvSpPr>
          <p:cNvPr id="134" name="Shape 126"/>
          <p:cNvSpPr/>
          <p:nvPr/>
        </p:nvSpPr>
        <p:spPr>
          <a:xfrm>
            <a:off x="2764048" y="3528185"/>
            <a:ext cx="640080" cy="119299"/>
          </a:xfrm>
          <a:prstGeom prst="rect">
            <a:avLst/>
          </a:prstGeom>
          <a:solidFill>
            <a:srgbClr val="FFFFFF"/>
          </a:solidFill>
          <a:ln w="6350">
            <a:solidFill>
              <a:srgbClr val="E2E2E2"/>
            </a:solidFill>
            <a:prstDash val="solid"/>
          </a:ln>
        </p:spPr>
      </p:sp>
      <p:sp>
        <p:nvSpPr>
          <p:cNvPr id="135" name="Shape 127"/>
          <p:cNvSpPr/>
          <p:nvPr/>
        </p:nvSpPr>
        <p:spPr>
          <a:xfrm>
            <a:off x="3404128" y="3528185"/>
            <a:ext cx="640080" cy="119299"/>
          </a:xfrm>
          <a:prstGeom prst="rect">
            <a:avLst/>
          </a:prstGeom>
          <a:solidFill>
            <a:srgbClr val="FFFFFF"/>
          </a:solidFill>
          <a:ln w="6350">
            <a:solidFill>
              <a:srgbClr val="E2E2E2"/>
            </a:solidFill>
            <a:prstDash val="solid"/>
          </a:ln>
        </p:spPr>
      </p:sp>
      <p:sp>
        <p:nvSpPr>
          <p:cNvPr id="136" name="Shape 128"/>
          <p:cNvSpPr/>
          <p:nvPr/>
        </p:nvSpPr>
        <p:spPr>
          <a:xfrm>
            <a:off x="4044208" y="3528185"/>
            <a:ext cx="640080" cy="119299"/>
          </a:xfrm>
          <a:prstGeom prst="rect">
            <a:avLst/>
          </a:prstGeom>
          <a:solidFill>
            <a:srgbClr val="FFFFFF"/>
          </a:solidFill>
          <a:ln w="6350">
            <a:solidFill>
              <a:srgbClr val="E2E2E2"/>
            </a:solidFill>
            <a:prstDash val="solid"/>
          </a:ln>
        </p:spPr>
      </p:sp>
      <p:sp>
        <p:nvSpPr>
          <p:cNvPr id="137" name="Shape 129"/>
          <p:cNvSpPr/>
          <p:nvPr/>
        </p:nvSpPr>
        <p:spPr>
          <a:xfrm>
            <a:off x="587776" y="3647484"/>
            <a:ext cx="256032" cy="119299"/>
          </a:xfrm>
          <a:prstGeom prst="rect">
            <a:avLst/>
          </a:prstGeom>
          <a:solidFill>
            <a:srgbClr val="F8F9FA"/>
          </a:solidFill>
          <a:ln w="6350">
            <a:solidFill>
              <a:srgbClr val="DDDDDD"/>
            </a:solidFill>
            <a:prstDash val="solid"/>
          </a:ln>
        </p:spPr>
      </p:sp>
      <p:sp>
        <p:nvSpPr>
          <p:cNvPr id="138" name="Text 130"/>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39" name="Shape 131"/>
          <p:cNvSpPr/>
          <p:nvPr/>
        </p:nvSpPr>
        <p:spPr>
          <a:xfrm>
            <a:off x="843808" y="3647484"/>
            <a:ext cx="640080" cy="119299"/>
          </a:xfrm>
          <a:prstGeom prst="rect">
            <a:avLst/>
          </a:prstGeom>
          <a:solidFill>
            <a:srgbClr val="FFFFFF"/>
          </a:solidFill>
          <a:ln w="6350">
            <a:solidFill>
              <a:srgbClr val="E2E2E2"/>
            </a:solidFill>
            <a:prstDash val="solid"/>
          </a:ln>
        </p:spPr>
      </p:sp>
      <p:sp>
        <p:nvSpPr>
          <p:cNvPr id="140" name="Shape 132"/>
          <p:cNvSpPr/>
          <p:nvPr/>
        </p:nvSpPr>
        <p:spPr>
          <a:xfrm>
            <a:off x="1483888" y="3647484"/>
            <a:ext cx="640080" cy="119299"/>
          </a:xfrm>
          <a:prstGeom prst="rect">
            <a:avLst/>
          </a:prstGeom>
          <a:solidFill>
            <a:srgbClr val="FFFFFF"/>
          </a:solidFill>
          <a:ln w="6350">
            <a:solidFill>
              <a:srgbClr val="E2E2E2"/>
            </a:solidFill>
            <a:prstDash val="solid"/>
          </a:ln>
        </p:spPr>
      </p:sp>
      <p:sp>
        <p:nvSpPr>
          <p:cNvPr id="141" name="Shape 133"/>
          <p:cNvSpPr/>
          <p:nvPr/>
        </p:nvSpPr>
        <p:spPr>
          <a:xfrm>
            <a:off x="2123968" y="3647484"/>
            <a:ext cx="640080" cy="119299"/>
          </a:xfrm>
          <a:prstGeom prst="rect">
            <a:avLst/>
          </a:prstGeom>
          <a:solidFill>
            <a:srgbClr val="FFFFFF"/>
          </a:solidFill>
          <a:ln w="6350">
            <a:solidFill>
              <a:srgbClr val="E2E2E2"/>
            </a:solidFill>
            <a:prstDash val="solid"/>
          </a:ln>
        </p:spPr>
      </p:sp>
      <p:sp>
        <p:nvSpPr>
          <p:cNvPr id="142" name="Shape 134"/>
          <p:cNvSpPr/>
          <p:nvPr/>
        </p:nvSpPr>
        <p:spPr>
          <a:xfrm>
            <a:off x="2764048" y="3647484"/>
            <a:ext cx="640080" cy="119299"/>
          </a:xfrm>
          <a:prstGeom prst="rect">
            <a:avLst/>
          </a:prstGeom>
          <a:solidFill>
            <a:srgbClr val="FFFFFF"/>
          </a:solidFill>
          <a:ln w="6350">
            <a:solidFill>
              <a:srgbClr val="E2E2E2"/>
            </a:solidFill>
            <a:prstDash val="solid"/>
          </a:ln>
        </p:spPr>
      </p:sp>
      <p:sp>
        <p:nvSpPr>
          <p:cNvPr id="143" name="Shape 135"/>
          <p:cNvSpPr/>
          <p:nvPr/>
        </p:nvSpPr>
        <p:spPr>
          <a:xfrm>
            <a:off x="3404128" y="3647484"/>
            <a:ext cx="640080" cy="119299"/>
          </a:xfrm>
          <a:prstGeom prst="rect">
            <a:avLst/>
          </a:prstGeom>
          <a:solidFill>
            <a:srgbClr val="FFFFFF"/>
          </a:solidFill>
          <a:ln w="6350">
            <a:solidFill>
              <a:srgbClr val="E2E2E2"/>
            </a:solidFill>
            <a:prstDash val="solid"/>
          </a:ln>
        </p:spPr>
      </p:sp>
      <p:sp>
        <p:nvSpPr>
          <p:cNvPr id="144" name="Shape 136"/>
          <p:cNvSpPr/>
          <p:nvPr/>
        </p:nvSpPr>
        <p:spPr>
          <a:xfrm>
            <a:off x="4044208" y="3647484"/>
            <a:ext cx="640080" cy="119299"/>
          </a:xfrm>
          <a:prstGeom prst="rect">
            <a:avLst/>
          </a:prstGeom>
          <a:solidFill>
            <a:srgbClr val="FFFFFF"/>
          </a:solidFill>
          <a:ln w="6350">
            <a:solidFill>
              <a:srgbClr val="E2E2E2"/>
            </a:solidFill>
            <a:prstDash val="solid"/>
          </a:ln>
        </p:spPr>
      </p:sp>
      <p:sp>
        <p:nvSpPr>
          <p:cNvPr id="145" name="Shape 137"/>
          <p:cNvSpPr/>
          <p:nvPr/>
        </p:nvSpPr>
        <p:spPr>
          <a:xfrm>
            <a:off x="587776" y="3794216"/>
            <a:ext cx="4950927" cy="201168"/>
          </a:xfrm>
          <a:prstGeom prst="rect">
            <a:avLst/>
          </a:prstGeom>
          <a:solidFill>
            <a:srgbClr val="F8F9FA"/>
          </a:solidFill>
          <a:ln w="12700">
            <a:solidFill>
              <a:srgbClr val="F8F9FA"/>
            </a:solidFill>
            <a:prstDash val="solid"/>
          </a:ln>
        </p:spPr>
      </p:sp>
      <p:sp>
        <p:nvSpPr>
          <p:cNvPr id="146" name="Text 138"/>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47" name="Text 139"/>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Data</a:t>
            </a:r>
            <a:endParaRPr lang="en-US" sz="700" dirty="0"/>
          </a:p>
        </p:txBody>
      </p:sp>
      <p:sp>
        <p:nvSpPr>
          <p:cNvPr id="148" name="Text 140"/>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Ringkasan</a:t>
            </a:r>
            <a:endParaRPr lang="en-US" sz="700" dirty="0"/>
          </a:p>
        </p:txBody>
      </p:sp>
      <p:sp>
        <p:nvSpPr>
          <p:cNvPr id="149" name="Shape 141"/>
          <p:cNvSpPr/>
          <p:nvPr/>
        </p:nvSpPr>
        <p:spPr>
          <a:xfrm>
            <a:off x="2690896" y="3794216"/>
            <a:ext cx="731520" cy="201168"/>
          </a:xfrm>
          <a:prstGeom prst="rect">
            <a:avLst/>
          </a:prstGeom>
          <a:solidFill>
            <a:srgbClr val="E1EFFE"/>
          </a:solidFill>
          <a:ln w="12700">
            <a:solidFill>
              <a:srgbClr val="E1EFFE"/>
            </a:solidFill>
            <a:prstDash val="solid"/>
          </a:ln>
        </p:spPr>
      </p:sp>
      <p:sp>
        <p:nvSpPr>
          <p:cNvPr id="150" name="Text 142"/>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Dashboard</a:t>
            </a:r>
            <a:endParaRPr lang="en-US" sz="700" dirty="0"/>
          </a:p>
        </p:txBody>
      </p:sp>
      <p:sp>
        <p:nvSpPr>
          <p:cNvPr id="151" name="Shape 143"/>
          <p:cNvSpPr/>
          <p:nvPr/>
        </p:nvSpPr>
        <p:spPr>
          <a:xfrm>
            <a:off x="2572024" y="2043437"/>
            <a:ext cx="1417320" cy="1261872"/>
          </a:xfrm>
          <a:prstGeom prst="rect">
            <a:avLst/>
          </a:prstGeom>
          <a:solidFill>
            <a:srgbClr val="FFFFFF"/>
          </a:solidFill>
          <a:ln w="9525">
            <a:solidFill>
              <a:srgbClr val="AAAAAA"/>
            </a:solidFill>
            <a:prstDash val="solid"/>
          </a:ln>
        </p:spPr>
      </p:sp>
      <p:sp>
        <p:nvSpPr>
          <p:cNvPr id="152" name="Text 144"/>
          <p:cNvSpPr txBox="1"/>
          <p:nvPr/>
        </p:nvSpPr>
        <p:spPr>
          <a:xfrm>
            <a:off x="2681752" y="2070869"/>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Sort sheet           ›</a:t>
            </a:r>
            <a:endParaRPr lang="en-US" sz="800" dirty="0"/>
          </a:p>
        </p:txBody>
      </p:sp>
      <p:sp>
        <p:nvSpPr>
          <p:cNvPr id="153" name="Text 145"/>
          <p:cNvSpPr txBox="1"/>
          <p:nvPr/>
        </p:nvSpPr>
        <p:spPr>
          <a:xfrm>
            <a:off x="2681752" y="2272037"/>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Create a filter</a:t>
            </a:r>
            <a:endParaRPr lang="en-US" sz="800" dirty="0"/>
          </a:p>
        </p:txBody>
      </p:sp>
      <p:sp>
        <p:nvSpPr>
          <p:cNvPr id="154" name="Shape 146"/>
          <p:cNvSpPr/>
          <p:nvPr/>
        </p:nvSpPr>
        <p:spPr>
          <a:xfrm>
            <a:off x="2608600" y="2564645"/>
            <a:ext cx="1344168" cy="0"/>
          </a:xfrm>
          <a:prstGeom prst="line">
            <a:avLst/>
          </a:prstGeom>
          <a:noFill/>
          <a:ln w="6350">
            <a:solidFill>
              <a:srgbClr val="DDDDDD"/>
            </a:solidFill>
            <a:prstDash val="solid"/>
          </a:ln>
        </p:spPr>
      </p:sp>
      <p:sp>
        <p:nvSpPr>
          <p:cNvPr id="155" name="Text 147"/>
          <p:cNvSpPr txBox="1"/>
          <p:nvPr/>
        </p:nvSpPr>
        <p:spPr>
          <a:xfrm>
            <a:off x="2681752" y="2674373"/>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Add a slicer</a:t>
            </a:r>
            <a:endParaRPr lang="en-US" sz="800" dirty="0"/>
          </a:p>
        </p:txBody>
      </p:sp>
      <p:sp>
        <p:nvSpPr>
          <p:cNvPr id="156" name="Shape 148"/>
          <p:cNvSpPr/>
          <p:nvPr/>
        </p:nvSpPr>
        <p:spPr>
          <a:xfrm>
            <a:off x="2608600" y="2966981"/>
            <a:ext cx="1344168" cy="0"/>
          </a:xfrm>
          <a:prstGeom prst="line">
            <a:avLst/>
          </a:prstGeom>
          <a:noFill/>
          <a:ln w="6350">
            <a:solidFill>
              <a:srgbClr val="DDDDDD"/>
            </a:solidFill>
            <a:prstDash val="solid"/>
          </a:ln>
        </p:spPr>
      </p:sp>
      <p:sp>
        <p:nvSpPr>
          <p:cNvPr id="157" name="Text 149"/>
          <p:cNvSpPr txBox="1"/>
          <p:nvPr/>
        </p:nvSpPr>
        <p:spPr>
          <a:xfrm>
            <a:off x="2681752" y="3076709"/>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Data validation</a:t>
            </a:r>
            <a:endParaRPr lang="en-US" sz="800" dirty="0"/>
          </a:p>
        </p:txBody>
      </p:sp>
      <p:sp>
        <p:nvSpPr>
          <p:cNvPr id="158" name="Shape 150"/>
          <p:cNvSpPr/>
          <p:nvPr/>
        </p:nvSpPr>
        <p:spPr>
          <a:xfrm>
            <a:off x="2590312" y="2656085"/>
            <a:ext cx="1380744" cy="228600"/>
          </a:xfrm>
          <a:prstGeom prst="roundRect">
            <a:avLst>
              <a:gd name="adj" fmla="val 20000"/>
            </a:avLst>
          </a:prstGeom>
          <a:solidFill>
            <a:srgbClr val="FFFFFF">
              <a:alpha val="0"/>
            </a:srgbClr>
          </a:solidFill>
          <a:ln w="31750">
            <a:solidFill>
              <a:srgbClr val="E53935"/>
            </a:solidFill>
            <a:prstDash val="solid"/>
          </a:ln>
        </p:spPr>
      </p:sp>
      <p:sp>
        <p:nvSpPr>
          <p:cNvPr id="159" name="Shape 151"/>
          <p:cNvSpPr/>
          <p:nvPr/>
        </p:nvSpPr>
        <p:spPr>
          <a:xfrm>
            <a:off x="3833896" y="2518925"/>
            <a:ext cx="274320" cy="274320"/>
          </a:xfrm>
          <a:prstGeom prst="ellipse">
            <a:avLst/>
          </a:prstGeom>
          <a:solidFill>
            <a:srgbClr val="E53935"/>
          </a:solidFill>
          <a:ln w="12700">
            <a:solidFill>
              <a:srgbClr val="FFFFFF"/>
            </a:solidFill>
            <a:prstDash val="solid"/>
          </a:ln>
        </p:spPr>
      </p:sp>
      <p:sp>
        <p:nvSpPr>
          <p:cNvPr id="160" name="Text 152"/>
          <p:cNvSpPr txBox="1"/>
          <p:nvPr/>
        </p:nvSpPr>
        <p:spPr>
          <a:xfrm>
            <a:off x="3833896" y="251892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161" name="Image 6" descr="preencoded.png">    </p:cNvPr>
          <p:cNvPicPr>
            <a:picLocks noChangeAspect="1"/>
          </p:cNvPicPr>
          <p:nvPr/>
        </p:nvPicPr>
        <p:blipFill>
          <a:blip r:embed="rId7"/>
          <a:stretch>
            <a:fillRect/>
          </a:stretch>
        </p:blipFill>
        <p:spPr>
          <a:xfrm>
            <a:off x="3347893" y="2779986"/>
            <a:ext cx="237744" cy="237744"/>
          </a:xfrm>
          <a:prstGeom prst="rect">
            <a:avLst/>
          </a:prstGeom>
        </p:spPr>
      </p:pic>
      <p:sp>
        <p:nvSpPr>
          <p:cNvPr id="162" name="Text 15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163" name="Text 15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Data › Add a slicer</a:t>
            </a:r>
            <a:endParaRPr lang="en-US" sz="1800" dirty="0"/>
          </a:p>
        </p:txBody>
      </p:sp>
      <p:sp>
        <p:nvSpPr>
          <p:cNvPr id="164" name="Text 15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lembar Dashboard, klik menu Data › Add a slicer. Pada panel kanan, Data range: Data!A1:F30.</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Slicer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6400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483888" y="2573789"/>
            <a:ext cx="640080" cy="119299"/>
          </a:xfrm>
          <a:prstGeom prst="rect">
            <a:avLst/>
          </a:prstGeom>
          <a:solidFill>
            <a:srgbClr val="F8F9FA"/>
          </a:solidFill>
          <a:ln w="6350">
            <a:solidFill>
              <a:srgbClr val="DDDDDD"/>
            </a:solidFill>
            <a:prstDash val="solid"/>
          </a:ln>
        </p:spPr>
      </p:sp>
      <p:sp>
        <p:nvSpPr>
          <p:cNvPr id="64" name="Text 56"/>
          <p:cNvSpPr txBox="1"/>
          <p:nvPr/>
        </p:nvSpPr>
        <p:spPr>
          <a:xfrm>
            <a:off x="148388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12396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212396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764048" y="2573789"/>
            <a:ext cx="640080" cy="119299"/>
          </a:xfrm>
          <a:prstGeom prst="rect">
            <a:avLst/>
          </a:prstGeom>
          <a:solidFill>
            <a:srgbClr val="F8F9FA"/>
          </a:solidFill>
          <a:ln w="6350">
            <a:solidFill>
              <a:srgbClr val="DDDDDD"/>
            </a:solidFill>
            <a:prstDash val="solid"/>
          </a:ln>
        </p:spPr>
      </p:sp>
      <p:sp>
        <p:nvSpPr>
          <p:cNvPr id="68" name="Text 60"/>
          <p:cNvSpPr txBox="1"/>
          <p:nvPr/>
        </p:nvSpPr>
        <p:spPr>
          <a:xfrm>
            <a:off x="276404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404128" y="2573789"/>
            <a:ext cx="640080" cy="119299"/>
          </a:xfrm>
          <a:prstGeom prst="rect">
            <a:avLst/>
          </a:prstGeom>
          <a:solidFill>
            <a:srgbClr val="F8F9FA"/>
          </a:solidFill>
          <a:ln w="6350">
            <a:solidFill>
              <a:srgbClr val="DDDDDD"/>
            </a:solidFill>
            <a:prstDash val="solid"/>
          </a:ln>
        </p:spPr>
      </p:sp>
      <p:sp>
        <p:nvSpPr>
          <p:cNvPr id="70" name="Text 62"/>
          <p:cNvSpPr txBox="1"/>
          <p:nvPr/>
        </p:nvSpPr>
        <p:spPr>
          <a:xfrm>
            <a:off x="34041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4044208" y="2573789"/>
            <a:ext cx="640080" cy="119299"/>
          </a:xfrm>
          <a:prstGeom prst="rect">
            <a:avLst/>
          </a:prstGeom>
          <a:solidFill>
            <a:srgbClr val="F8F9FA"/>
          </a:solidFill>
          <a:ln w="6350">
            <a:solidFill>
              <a:srgbClr val="DDDDDD"/>
            </a:solidFill>
            <a:prstDash val="solid"/>
          </a:ln>
        </p:spPr>
      </p:sp>
      <p:sp>
        <p:nvSpPr>
          <p:cNvPr id="72" name="Text 64"/>
          <p:cNvSpPr txBox="1"/>
          <p:nvPr/>
        </p:nvSpPr>
        <p:spPr>
          <a:xfrm>
            <a:off x="40442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640080" cy="119299"/>
          </a:xfrm>
          <a:prstGeom prst="rect">
            <a:avLst/>
          </a:prstGeom>
          <a:solidFill>
            <a:srgbClr val="FFFFFF"/>
          </a:solidFill>
          <a:ln w="6350">
            <a:solidFill>
              <a:srgbClr val="E2E2E2"/>
            </a:solidFill>
            <a:prstDash val="solid"/>
          </a:ln>
        </p:spPr>
      </p:sp>
      <p:sp>
        <p:nvSpPr>
          <p:cNvPr id="76" name="Shape 68"/>
          <p:cNvSpPr/>
          <p:nvPr/>
        </p:nvSpPr>
        <p:spPr>
          <a:xfrm>
            <a:off x="1483888" y="2693089"/>
            <a:ext cx="640080" cy="119299"/>
          </a:xfrm>
          <a:prstGeom prst="rect">
            <a:avLst/>
          </a:prstGeom>
          <a:solidFill>
            <a:srgbClr val="FFFFFF"/>
          </a:solidFill>
          <a:ln w="6350">
            <a:solidFill>
              <a:srgbClr val="E2E2E2"/>
            </a:solidFill>
            <a:prstDash val="solid"/>
          </a:ln>
        </p:spPr>
      </p:sp>
      <p:sp>
        <p:nvSpPr>
          <p:cNvPr id="77" name="Shape 69"/>
          <p:cNvSpPr/>
          <p:nvPr/>
        </p:nvSpPr>
        <p:spPr>
          <a:xfrm>
            <a:off x="2123968" y="2693089"/>
            <a:ext cx="640080" cy="119299"/>
          </a:xfrm>
          <a:prstGeom prst="rect">
            <a:avLst/>
          </a:prstGeom>
          <a:solidFill>
            <a:srgbClr val="FFFFFF"/>
          </a:solidFill>
          <a:ln w="6350">
            <a:solidFill>
              <a:srgbClr val="E2E2E2"/>
            </a:solidFill>
            <a:prstDash val="solid"/>
          </a:ln>
        </p:spPr>
      </p:sp>
      <p:sp>
        <p:nvSpPr>
          <p:cNvPr id="78" name="Shape 70"/>
          <p:cNvSpPr/>
          <p:nvPr/>
        </p:nvSpPr>
        <p:spPr>
          <a:xfrm>
            <a:off x="2764048" y="2693089"/>
            <a:ext cx="640080" cy="119299"/>
          </a:xfrm>
          <a:prstGeom prst="rect">
            <a:avLst/>
          </a:prstGeom>
          <a:solidFill>
            <a:srgbClr val="FFFFFF"/>
          </a:solidFill>
          <a:ln w="6350">
            <a:solidFill>
              <a:srgbClr val="E2E2E2"/>
            </a:solidFill>
            <a:prstDash val="solid"/>
          </a:ln>
        </p:spPr>
      </p:sp>
      <p:sp>
        <p:nvSpPr>
          <p:cNvPr id="79" name="Shape 71"/>
          <p:cNvSpPr/>
          <p:nvPr/>
        </p:nvSpPr>
        <p:spPr>
          <a:xfrm>
            <a:off x="3404128" y="2693089"/>
            <a:ext cx="640080" cy="119299"/>
          </a:xfrm>
          <a:prstGeom prst="rect">
            <a:avLst/>
          </a:prstGeom>
          <a:solidFill>
            <a:srgbClr val="FFFFFF"/>
          </a:solidFill>
          <a:ln w="6350">
            <a:solidFill>
              <a:srgbClr val="E2E2E2"/>
            </a:solidFill>
            <a:prstDash val="solid"/>
          </a:ln>
        </p:spPr>
      </p:sp>
      <p:sp>
        <p:nvSpPr>
          <p:cNvPr id="80" name="Shape 72"/>
          <p:cNvSpPr/>
          <p:nvPr/>
        </p:nvSpPr>
        <p:spPr>
          <a:xfrm>
            <a:off x="4044208" y="2693089"/>
            <a:ext cx="640080" cy="119299"/>
          </a:xfrm>
          <a:prstGeom prst="rect">
            <a:avLst/>
          </a:prstGeom>
          <a:solidFill>
            <a:srgbClr val="FFFFFF"/>
          </a:solidFill>
          <a:ln w="6350">
            <a:solidFill>
              <a:srgbClr val="E2E2E2"/>
            </a:solidFill>
            <a:prstDash val="solid"/>
          </a:ln>
        </p:spPr>
      </p:sp>
      <p:sp>
        <p:nvSpPr>
          <p:cNvPr id="81" name="Shape 73"/>
          <p:cNvSpPr/>
          <p:nvPr/>
        </p:nvSpPr>
        <p:spPr>
          <a:xfrm>
            <a:off x="587776" y="2812388"/>
            <a:ext cx="256032" cy="119299"/>
          </a:xfrm>
          <a:prstGeom prst="rect">
            <a:avLst/>
          </a:prstGeom>
          <a:solidFill>
            <a:srgbClr val="F8F9FA"/>
          </a:solidFill>
          <a:ln w="6350">
            <a:solidFill>
              <a:srgbClr val="DDDDDD"/>
            </a:solidFill>
            <a:prstDash val="solid"/>
          </a:ln>
        </p:spPr>
      </p:sp>
      <p:sp>
        <p:nvSpPr>
          <p:cNvPr id="82" name="Text 74"/>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3" name="Shape 75"/>
          <p:cNvSpPr/>
          <p:nvPr/>
        </p:nvSpPr>
        <p:spPr>
          <a:xfrm>
            <a:off x="843808" y="2812388"/>
            <a:ext cx="640080" cy="119299"/>
          </a:xfrm>
          <a:prstGeom prst="rect">
            <a:avLst/>
          </a:prstGeom>
          <a:solidFill>
            <a:srgbClr val="FFFFFF"/>
          </a:solidFill>
          <a:ln w="6350">
            <a:solidFill>
              <a:srgbClr val="E2E2E2"/>
            </a:solidFill>
            <a:prstDash val="solid"/>
          </a:ln>
        </p:spPr>
      </p:sp>
      <p:sp>
        <p:nvSpPr>
          <p:cNvPr id="84" name="Shape 76"/>
          <p:cNvSpPr/>
          <p:nvPr/>
        </p:nvSpPr>
        <p:spPr>
          <a:xfrm>
            <a:off x="1483888" y="2812388"/>
            <a:ext cx="640080" cy="119299"/>
          </a:xfrm>
          <a:prstGeom prst="rect">
            <a:avLst/>
          </a:prstGeom>
          <a:solidFill>
            <a:srgbClr val="FFFFFF"/>
          </a:solidFill>
          <a:ln w="6350">
            <a:solidFill>
              <a:srgbClr val="E2E2E2"/>
            </a:solidFill>
            <a:prstDash val="solid"/>
          </a:ln>
        </p:spPr>
      </p:sp>
      <p:sp>
        <p:nvSpPr>
          <p:cNvPr id="85" name="Shape 77"/>
          <p:cNvSpPr/>
          <p:nvPr/>
        </p:nvSpPr>
        <p:spPr>
          <a:xfrm>
            <a:off x="2123968" y="2812388"/>
            <a:ext cx="640080" cy="119299"/>
          </a:xfrm>
          <a:prstGeom prst="rect">
            <a:avLst/>
          </a:prstGeom>
          <a:solidFill>
            <a:srgbClr val="FFFFFF"/>
          </a:solidFill>
          <a:ln w="6350">
            <a:solidFill>
              <a:srgbClr val="E2E2E2"/>
            </a:solidFill>
            <a:prstDash val="solid"/>
          </a:ln>
        </p:spPr>
      </p:sp>
      <p:sp>
        <p:nvSpPr>
          <p:cNvPr id="86" name="Shape 78"/>
          <p:cNvSpPr/>
          <p:nvPr/>
        </p:nvSpPr>
        <p:spPr>
          <a:xfrm>
            <a:off x="2764048" y="2812388"/>
            <a:ext cx="640080" cy="119299"/>
          </a:xfrm>
          <a:prstGeom prst="rect">
            <a:avLst/>
          </a:prstGeom>
          <a:solidFill>
            <a:srgbClr val="FFFFFF"/>
          </a:solidFill>
          <a:ln w="6350">
            <a:solidFill>
              <a:srgbClr val="E2E2E2"/>
            </a:solidFill>
            <a:prstDash val="solid"/>
          </a:ln>
        </p:spPr>
      </p:sp>
      <p:sp>
        <p:nvSpPr>
          <p:cNvPr id="87" name="Shape 79"/>
          <p:cNvSpPr/>
          <p:nvPr/>
        </p:nvSpPr>
        <p:spPr>
          <a:xfrm>
            <a:off x="3404128" y="2812388"/>
            <a:ext cx="640080" cy="119299"/>
          </a:xfrm>
          <a:prstGeom prst="rect">
            <a:avLst/>
          </a:prstGeom>
          <a:solidFill>
            <a:srgbClr val="FFFFFF"/>
          </a:solidFill>
          <a:ln w="6350">
            <a:solidFill>
              <a:srgbClr val="E2E2E2"/>
            </a:solidFill>
            <a:prstDash val="solid"/>
          </a:ln>
        </p:spPr>
      </p:sp>
      <p:sp>
        <p:nvSpPr>
          <p:cNvPr id="88" name="Shape 80"/>
          <p:cNvSpPr/>
          <p:nvPr/>
        </p:nvSpPr>
        <p:spPr>
          <a:xfrm>
            <a:off x="4044208" y="2812388"/>
            <a:ext cx="640080" cy="119299"/>
          </a:xfrm>
          <a:prstGeom prst="rect">
            <a:avLst/>
          </a:prstGeom>
          <a:solidFill>
            <a:srgbClr val="FFFFFF"/>
          </a:solidFill>
          <a:ln w="6350">
            <a:solidFill>
              <a:srgbClr val="E2E2E2"/>
            </a:solidFill>
            <a:prstDash val="solid"/>
          </a:ln>
        </p:spPr>
      </p:sp>
      <p:sp>
        <p:nvSpPr>
          <p:cNvPr id="89" name="Shape 81"/>
          <p:cNvSpPr/>
          <p:nvPr/>
        </p:nvSpPr>
        <p:spPr>
          <a:xfrm>
            <a:off x="587776" y="2931688"/>
            <a:ext cx="256032" cy="119299"/>
          </a:xfrm>
          <a:prstGeom prst="rect">
            <a:avLst/>
          </a:prstGeom>
          <a:solidFill>
            <a:srgbClr val="F8F9FA"/>
          </a:solidFill>
          <a:ln w="6350">
            <a:solidFill>
              <a:srgbClr val="DDDDDD"/>
            </a:solidFill>
            <a:prstDash val="solid"/>
          </a:ln>
        </p:spPr>
      </p:sp>
      <p:sp>
        <p:nvSpPr>
          <p:cNvPr id="90" name="Text 82"/>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1" name="Shape 83"/>
          <p:cNvSpPr/>
          <p:nvPr/>
        </p:nvSpPr>
        <p:spPr>
          <a:xfrm>
            <a:off x="843808" y="2931688"/>
            <a:ext cx="640080" cy="119299"/>
          </a:xfrm>
          <a:prstGeom prst="rect">
            <a:avLst/>
          </a:prstGeom>
          <a:solidFill>
            <a:srgbClr val="FFFFFF"/>
          </a:solidFill>
          <a:ln w="6350">
            <a:solidFill>
              <a:srgbClr val="E2E2E2"/>
            </a:solidFill>
            <a:prstDash val="solid"/>
          </a:ln>
        </p:spPr>
      </p:sp>
      <p:sp>
        <p:nvSpPr>
          <p:cNvPr id="92" name="Shape 84"/>
          <p:cNvSpPr/>
          <p:nvPr/>
        </p:nvSpPr>
        <p:spPr>
          <a:xfrm>
            <a:off x="1483888" y="2931688"/>
            <a:ext cx="640080" cy="119299"/>
          </a:xfrm>
          <a:prstGeom prst="rect">
            <a:avLst/>
          </a:prstGeom>
          <a:solidFill>
            <a:srgbClr val="FFFFFF"/>
          </a:solidFill>
          <a:ln w="6350">
            <a:solidFill>
              <a:srgbClr val="E2E2E2"/>
            </a:solidFill>
            <a:prstDash val="solid"/>
          </a:ln>
        </p:spPr>
      </p:sp>
      <p:sp>
        <p:nvSpPr>
          <p:cNvPr id="93" name="Shape 85"/>
          <p:cNvSpPr/>
          <p:nvPr/>
        </p:nvSpPr>
        <p:spPr>
          <a:xfrm>
            <a:off x="2123968" y="2931688"/>
            <a:ext cx="640080" cy="119299"/>
          </a:xfrm>
          <a:prstGeom prst="rect">
            <a:avLst/>
          </a:prstGeom>
          <a:solidFill>
            <a:srgbClr val="FFFFFF"/>
          </a:solidFill>
          <a:ln w="6350">
            <a:solidFill>
              <a:srgbClr val="E2E2E2"/>
            </a:solidFill>
            <a:prstDash val="solid"/>
          </a:ln>
        </p:spPr>
      </p:sp>
      <p:sp>
        <p:nvSpPr>
          <p:cNvPr id="94" name="Shape 86"/>
          <p:cNvSpPr/>
          <p:nvPr/>
        </p:nvSpPr>
        <p:spPr>
          <a:xfrm>
            <a:off x="2764048" y="2931688"/>
            <a:ext cx="640080" cy="119299"/>
          </a:xfrm>
          <a:prstGeom prst="rect">
            <a:avLst/>
          </a:prstGeom>
          <a:solidFill>
            <a:srgbClr val="FFFFFF"/>
          </a:solidFill>
          <a:ln w="6350">
            <a:solidFill>
              <a:srgbClr val="E2E2E2"/>
            </a:solidFill>
            <a:prstDash val="solid"/>
          </a:ln>
        </p:spPr>
      </p:sp>
      <p:sp>
        <p:nvSpPr>
          <p:cNvPr id="95" name="Shape 87"/>
          <p:cNvSpPr/>
          <p:nvPr/>
        </p:nvSpPr>
        <p:spPr>
          <a:xfrm>
            <a:off x="3404128" y="2931688"/>
            <a:ext cx="640080" cy="119299"/>
          </a:xfrm>
          <a:prstGeom prst="rect">
            <a:avLst/>
          </a:prstGeom>
          <a:solidFill>
            <a:srgbClr val="FFFFFF"/>
          </a:solidFill>
          <a:ln w="6350">
            <a:solidFill>
              <a:srgbClr val="E2E2E2"/>
            </a:solidFill>
            <a:prstDash val="solid"/>
          </a:ln>
        </p:spPr>
      </p:sp>
      <p:sp>
        <p:nvSpPr>
          <p:cNvPr id="96" name="Shape 88"/>
          <p:cNvSpPr/>
          <p:nvPr/>
        </p:nvSpPr>
        <p:spPr>
          <a:xfrm>
            <a:off x="4044208" y="2931688"/>
            <a:ext cx="640080" cy="119299"/>
          </a:xfrm>
          <a:prstGeom prst="rect">
            <a:avLst/>
          </a:prstGeom>
          <a:solidFill>
            <a:srgbClr val="FFFFFF"/>
          </a:solidFill>
          <a:ln w="6350">
            <a:solidFill>
              <a:srgbClr val="E2E2E2"/>
            </a:solidFill>
            <a:prstDash val="solid"/>
          </a:ln>
        </p:spPr>
      </p:sp>
      <p:sp>
        <p:nvSpPr>
          <p:cNvPr id="97" name="Shape 89"/>
          <p:cNvSpPr/>
          <p:nvPr/>
        </p:nvSpPr>
        <p:spPr>
          <a:xfrm>
            <a:off x="587776" y="3050987"/>
            <a:ext cx="256032" cy="119299"/>
          </a:xfrm>
          <a:prstGeom prst="rect">
            <a:avLst/>
          </a:prstGeom>
          <a:solidFill>
            <a:srgbClr val="F8F9FA"/>
          </a:solidFill>
          <a:ln w="6350">
            <a:solidFill>
              <a:srgbClr val="DDDDDD"/>
            </a:solidFill>
            <a:prstDash val="solid"/>
          </a:ln>
        </p:spPr>
      </p:sp>
      <p:sp>
        <p:nvSpPr>
          <p:cNvPr id="98" name="Text 90"/>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99" name="Shape 91"/>
          <p:cNvSpPr/>
          <p:nvPr/>
        </p:nvSpPr>
        <p:spPr>
          <a:xfrm>
            <a:off x="843808" y="3050987"/>
            <a:ext cx="640080" cy="119299"/>
          </a:xfrm>
          <a:prstGeom prst="rect">
            <a:avLst/>
          </a:prstGeom>
          <a:solidFill>
            <a:srgbClr val="FFFFFF"/>
          </a:solidFill>
          <a:ln w="6350">
            <a:solidFill>
              <a:srgbClr val="E2E2E2"/>
            </a:solidFill>
            <a:prstDash val="solid"/>
          </a:ln>
        </p:spPr>
      </p:sp>
      <p:sp>
        <p:nvSpPr>
          <p:cNvPr id="100" name="Shape 92"/>
          <p:cNvSpPr/>
          <p:nvPr/>
        </p:nvSpPr>
        <p:spPr>
          <a:xfrm>
            <a:off x="1483888" y="3050987"/>
            <a:ext cx="640080" cy="119299"/>
          </a:xfrm>
          <a:prstGeom prst="rect">
            <a:avLst/>
          </a:prstGeom>
          <a:solidFill>
            <a:srgbClr val="FFFFFF"/>
          </a:solidFill>
          <a:ln w="6350">
            <a:solidFill>
              <a:srgbClr val="E2E2E2"/>
            </a:solidFill>
            <a:prstDash val="solid"/>
          </a:ln>
        </p:spPr>
      </p:sp>
      <p:sp>
        <p:nvSpPr>
          <p:cNvPr id="101" name="Shape 93"/>
          <p:cNvSpPr/>
          <p:nvPr/>
        </p:nvSpPr>
        <p:spPr>
          <a:xfrm>
            <a:off x="2123968" y="3050987"/>
            <a:ext cx="640080" cy="119299"/>
          </a:xfrm>
          <a:prstGeom prst="rect">
            <a:avLst/>
          </a:prstGeom>
          <a:solidFill>
            <a:srgbClr val="FFFFFF"/>
          </a:solidFill>
          <a:ln w="6350">
            <a:solidFill>
              <a:srgbClr val="E2E2E2"/>
            </a:solidFill>
            <a:prstDash val="solid"/>
          </a:ln>
        </p:spPr>
      </p:sp>
      <p:sp>
        <p:nvSpPr>
          <p:cNvPr id="102" name="Shape 94"/>
          <p:cNvSpPr/>
          <p:nvPr/>
        </p:nvSpPr>
        <p:spPr>
          <a:xfrm>
            <a:off x="2764048" y="3050987"/>
            <a:ext cx="640080" cy="119299"/>
          </a:xfrm>
          <a:prstGeom prst="rect">
            <a:avLst/>
          </a:prstGeom>
          <a:solidFill>
            <a:srgbClr val="FFFFFF"/>
          </a:solidFill>
          <a:ln w="6350">
            <a:solidFill>
              <a:srgbClr val="E2E2E2"/>
            </a:solidFill>
            <a:prstDash val="solid"/>
          </a:ln>
        </p:spPr>
      </p:sp>
      <p:sp>
        <p:nvSpPr>
          <p:cNvPr id="103" name="Shape 95"/>
          <p:cNvSpPr/>
          <p:nvPr/>
        </p:nvSpPr>
        <p:spPr>
          <a:xfrm>
            <a:off x="3404128" y="3050987"/>
            <a:ext cx="640080" cy="119299"/>
          </a:xfrm>
          <a:prstGeom prst="rect">
            <a:avLst/>
          </a:prstGeom>
          <a:solidFill>
            <a:srgbClr val="FFFFFF"/>
          </a:solidFill>
          <a:ln w="6350">
            <a:solidFill>
              <a:srgbClr val="E2E2E2"/>
            </a:solidFill>
            <a:prstDash val="solid"/>
          </a:ln>
        </p:spPr>
      </p:sp>
      <p:sp>
        <p:nvSpPr>
          <p:cNvPr id="104" name="Shape 96"/>
          <p:cNvSpPr/>
          <p:nvPr/>
        </p:nvSpPr>
        <p:spPr>
          <a:xfrm>
            <a:off x="4044208" y="3050987"/>
            <a:ext cx="640080" cy="119299"/>
          </a:xfrm>
          <a:prstGeom prst="rect">
            <a:avLst/>
          </a:prstGeom>
          <a:solidFill>
            <a:srgbClr val="FFFFFF"/>
          </a:solidFill>
          <a:ln w="6350">
            <a:solidFill>
              <a:srgbClr val="E2E2E2"/>
            </a:solidFill>
            <a:prstDash val="solid"/>
          </a:ln>
        </p:spPr>
      </p:sp>
      <p:sp>
        <p:nvSpPr>
          <p:cNvPr id="105" name="Shape 97"/>
          <p:cNvSpPr/>
          <p:nvPr/>
        </p:nvSpPr>
        <p:spPr>
          <a:xfrm>
            <a:off x="587776" y="3170287"/>
            <a:ext cx="256032" cy="119299"/>
          </a:xfrm>
          <a:prstGeom prst="rect">
            <a:avLst/>
          </a:prstGeom>
          <a:solidFill>
            <a:srgbClr val="F8F9FA"/>
          </a:solidFill>
          <a:ln w="6350">
            <a:solidFill>
              <a:srgbClr val="DDDDDD"/>
            </a:solidFill>
            <a:prstDash val="solid"/>
          </a:ln>
        </p:spPr>
      </p:sp>
      <p:sp>
        <p:nvSpPr>
          <p:cNvPr id="106" name="Text 98"/>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07" name="Shape 99"/>
          <p:cNvSpPr/>
          <p:nvPr/>
        </p:nvSpPr>
        <p:spPr>
          <a:xfrm>
            <a:off x="843808" y="3170287"/>
            <a:ext cx="640080" cy="119299"/>
          </a:xfrm>
          <a:prstGeom prst="rect">
            <a:avLst/>
          </a:prstGeom>
          <a:solidFill>
            <a:srgbClr val="FFFFFF"/>
          </a:solidFill>
          <a:ln w="6350">
            <a:solidFill>
              <a:srgbClr val="E2E2E2"/>
            </a:solidFill>
            <a:prstDash val="solid"/>
          </a:ln>
        </p:spPr>
      </p:sp>
      <p:sp>
        <p:nvSpPr>
          <p:cNvPr id="108" name="Shape 100"/>
          <p:cNvSpPr/>
          <p:nvPr/>
        </p:nvSpPr>
        <p:spPr>
          <a:xfrm>
            <a:off x="1483888" y="3170287"/>
            <a:ext cx="640080" cy="119299"/>
          </a:xfrm>
          <a:prstGeom prst="rect">
            <a:avLst/>
          </a:prstGeom>
          <a:solidFill>
            <a:srgbClr val="FFFFFF"/>
          </a:solidFill>
          <a:ln w="6350">
            <a:solidFill>
              <a:srgbClr val="E2E2E2"/>
            </a:solidFill>
            <a:prstDash val="solid"/>
          </a:ln>
        </p:spPr>
      </p:sp>
      <p:sp>
        <p:nvSpPr>
          <p:cNvPr id="109" name="Shape 101"/>
          <p:cNvSpPr/>
          <p:nvPr/>
        </p:nvSpPr>
        <p:spPr>
          <a:xfrm>
            <a:off x="2123968" y="3170287"/>
            <a:ext cx="640080" cy="119299"/>
          </a:xfrm>
          <a:prstGeom prst="rect">
            <a:avLst/>
          </a:prstGeom>
          <a:solidFill>
            <a:srgbClr val="FFFFFF"/>
          </a:solidFill>
          <a:ln w="6350">
            <a:solidFill>
              <a:srgbClr val="E2E2E2"/>
            </a:solidFill>
            <a:prstDash val="solid"/>
          </a:ln>
        </p:spPr>
      </p:sp>
      <p:sp>
        <p:nvSpPr>
          <p:cNvPr id="110" name="Shape 102"/>
          <p:cNvSpPr/>
          <p:nvPr/>
        </p:nvSpPr>
        <p:spPr>
          <a:xfrm>
            <a:off x="2764048" y="3170287"/>
            <a:ext cx="640080" cy="119299"/>
          </a:xfrm>
          <a:prstGeom prst="rect">
            <a:avLst/>
          </a:prstGeom>
          <a:solidFill>
            <a:srgbClr val="FFFFFF"/>
          </a:solidFill>
          <a:ln w="6350">
            <a:solidFill>
              <a:srgbClr val="E2E2E2"/>
            </a:solidFill>
            <a:prstDash val="solid"/>
          </a:ln>
        </p:spPr>
      </p:sp>
      <p:sp>
        <p:nvSpPr>
          <p:cNvPr id="111" name="Shape 103"/>
          <p:cNvSpPr/>
          <p:nvPr/>
        </p:nvSpPr>
        <p:spPr>
          <a:xfrm>
            <a:off x="3404128" y="3170287"/>
            <a:ext cx="640080" cy="119299"/>
          </a:xfrm>
          <a:prstGeom prst="rect">
            <a:avLst/>
          </a:prstGeom>
          <a:solidFill>
            <a:srgbClr val="FFFFFF"/>
          </a:solidFill>
          <a:ln w="6350">
            <a:solidFill>
              <a:srgbClr val="E2E2E2"/>
            </a:solidFill>
            <a:prstDash val="solid"/>
          </a:ln>
        </p:spPr>
      </p:sp>
      <p:sp>
        <p:nvSpPr>
          <p:cNvPr id="112" name="Shape 104"/>
          <p:cNvSpPr/>
          <p:nvPr/>
        </p:nvSpPr>
        <p:spPr>
          <a:xfrm>
            <a:off x="4044208" y="3170287"/>
            <a:ext cx="640080" cy="119299"/>
          </a:xfrm>
          <a:prstGeom prst="rect">
            <a:avLst/>
          </a:prstGeom>
          <a:solidFill>
            <a:srgbClr val="FFFFFF"/>
          </a:solidFill>
          <a:ln w="6350">
            <a:solidFill>
              <a:srgbClr val="E2E2E2"/>
            </a:solidFill>
            <a:prstDash val="solid"/>
          </a:ln>
        </p:spPr>
      </p:sp>
      <p:sp>
        <p:nvSpPr>
          <p:cNvPr id="113" name="Shape 105"/>
          <p:cNvSpPr/>
          <p:nvPr/>
        </p:nvSpPr>
        <p:spPr>
          <a:xfrm>
            <a:off x="587776" y="3289586"/>
            <a:ext cx="256032" cy="119299"/>
          </a:xfrm>
          <a:prstGeom prst="rect">
            <a:avLst/>
          </a:prstGeom>
          <a:solidFill>
            <a:srgbClr val="F8F9FA"/>
          </a:solidFill>
          <a:ln w="6350">
            <a:solidFill>
              <a:srgbClr val="DDDDDD"/>
            </a:solidFill>
            <a:prstDash val="solid"/>
          </a:ln>
        </p:spPr>
      </p:sp>
      <p:sp>
        <p:nvSpPr>
          <p:cNvPr id="114" name="Text 10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15" name="Shape 107"/>
          <p:cNvSpPr/>
          <p:nvPr/>
        </p:nvSpPr>
        <p:spPr>
          <a:xfrm>
            <a:off x="843808" y="3289586"/>
            <a:ext cx="640080" cy="119299"/>
          </a:xfrm>
          <a:prstGeom prst="rect">
            <a:avLst/>
          </a:prstGeom>
          <a:solidFill>
            <a:srgbClr val="FFFFFF"/>
          </a:solidFill>
          <a:ln w="6350">
            <a:solidFill>
              <a:srgbClr val="E2E2E2"/>
            </a:solidFill>
            <a:prstDash val="solid"/>
          </a:ln>
        </p:spPr>
      </p:sp>
      <p:sp>
        <p:nvSpPr>
          <p:cNvPr id="116" name="Shape 108"/>
          <p:cNvSpPr/>
          <p:nvPr/>
        </p:nvSpPr>
        <p:spPr>
          <a:xfrm>
            <a:off x="1483888" y="3289586"/>
            <a:ext cx="640080" cy="119299"/>
          </a:xfrm>
          <a:prstGeom prst="rect">
            <a:avLst/>
          </a:prstGeom>
          <a:solidFill>
            <a:srgbClr val="FFFFFF"/>
          </a:solidFill>
          <a:ln w="6350">
            <a:solidFill>
              <a:srgbClr val="E2E2E2"/>
            </a:solidFill>
            <a:prstDash val="solid"/>
          </a:ln>
        </p:spPr>
      </p:sp>
      <p:sp>
        <p:nvSpPr>
          <p:cNvPr id="117" name="Shape 109"/>
          <p:cNvSpPr/>
          <p:nvPr/>
        </p:nvSpPr>
        <p:spPr>
          <a:xfrm>
            <a:off x="2123968" y="3289586"/>
            <a:ext cx="640080" cy="119299"/>
          </a:xfrm>
          <a:prstGeom prst="rect">
            <a:avLst/>
          </a:prstGeom>
          <a:solidFill>
            <a:srgbClr val="FFFFFF"/>
          </a:solidFill>
          <a:ln w="6350">
            <a:solidFill>
              <a:srgbClr val="E2E2E2"/>
            </a:solidFill>
            <a:prstDash val="solid"/>
          </a:ln>
        </p:spPr>
      </p:sp>
      <p:sp>
        <p:nvSpPr>
          <p:cNvPr id="118" name="Shape 110"/>
          <p:cNvSpPr/>
          <p:nvPr/>
        </p:nvSpPr>
        <p:spPr>
          <a:xfrm>
            <a:off x="2764048" y="3289586"/>
            <a:ext cx="640080" cy="119299"/>
          </a:xfrm>
          <a:prstGeom prst="rect">
            <a:avLst/>
          </a:prstGeom>
          <a:solidFill>
            <a:srgbClr val="FFFFFF"/>
          </a:solidFill>
          <a:ln w="6350">
            <a:solidFill>
              <a:srgbClr val="E2E2E2"/>
            </a:solidFill>
            <a:prstDash val="solid"/>
          </a:ln>
        </p:spPr>
      </p:sp>
      <p:sp>
        <p:nvSpPr>
          <p:cNvPr id="119" name="Shape 111"/>
          <p:cNvSpPr/>
          <p:nvPr/>
        </p:nvSpPr>
        <p:spPr>
          <a:xfrm>
            <a:off x="3404128" y="3289586"/>
            <a:ext cx="640080" cy="119299"/>
          </a:xfrm>
          <a:prstGeom prst="rect">
            <a:avLst/>
          </a:prstGeom>
          <a:solidFill>
            <a:srgbClr val="FFFFFF"/>
          </a:solidFill>
          <a:ln w="6350">
            <a:solidFill>
              <a:srgbClr val="E2E2E2"/>
            </a:solidFill>
            <a:prstDash val="solid"/>
          </a:ln>
        </p:spPr>
      </p:sp>
      <p:sp>
        <p:nvSpPr>
          <p:cNvPr id="120" name="Shape 112"/>
          <p:cNvSpPr/>
          <p:nvPr/>
        </p:nvSpPr>
        <p:spPr>
          <a:xfrm>
            <a:off x="4044208" y="3289586"/>
            <a:ext cx="640080" cy="119299"/>
          </a:xfrm>
          <a:prstGeom prst="rect">
            <a:avLst/>
          </a:prstGeom>
          <a:solidFill>
            <a:srgbClr val="FFFFFF"/>
          </a:solidFill>
          <a:ln w="6350">
            <a:solidFill>
              <a:srgbClr val="E2E2E2"/>
            </a:solidFill>
            <a:prstDash val="solid"/>
          </a:ln>
        </p:spPr>
      </p:sp>
      <p:sp>
        <p:nvSpPr>
          <p:cNvPr id="121" name="Shape 113"/>
          <p:cNvSpPr/>
          <p:nvPr/>
        </p:nvSpPr>
        <p:spPr>
          <a:xfrm>
            <a:off x="587776" y="3408885"/>
            <a:ext cx="256032" cy="119299"/>
          </a:xfrm>
          <a:prstGeom prst="rect">
            <a:avLst/>
          </a:prstGeom>
          <a:solidFill>
            <a:srgbClr val="F8F9FA"/>
          </a:solidFill>
          <a:ln w="6350">
            <a:solidFill>
              <a:srgbClr val="DDDDDD"/>
            </a:solidFill>
            <a:prstDash val="solid"/>
          </a:ln>
        </p:spPr>
      </p:sp>
      <p:sp>
        <p:nvSpPr>
          <p:cNvPr id="122" name="Text 114"/>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23" name="Shape 115"/>
          <p:cNvSpPr/>
          <p:nvPr/>
        </p:nvSpPr>
        <p:spPr>
          <a:xfrm>
            <a:off x="843808" y="3408885"/>
            <a:ext cx="640080" cy="119299"/>
          </a:xfrm>
          <a:prstGeom prst="rect">
            <a:avLst/>
          </a:prstGeom>
          <a:solidFill>
            <a:srgbClr val="FFFFFF"/>
          </a:solidFill>
          <a:ln w="6350">
            <a:solidFill>
              <a:srgbClr val="E2E2E2"/>
            </a:solidFill>
            <a:prstDash val="solid"/>
          </a:ln>
        </p:spPr>
      </p:sp>
      <p:sp>
        <p:nvSpPr>
          <p:cNvPr id="124" name="Shape 116"/>
          <p:cNvSpPr/>
          <p:nvPr/>
        </p:nvSpPr>
        <p:spPr>
          <a:xfrm>
            <a:off x="1483888" y="3408885"/>
            <a:ext cx="640080" cy="119299"/>
          </a:xfrm>
          <a:prstGeom prst="rect">
            <a:avLst/>
          </a:prstGeom>
          <a:solidFill>
            <a:srgbClr val="FFFFFF"/>
          </a:solidFill>
          <a:ln w="6350">
            <a:solidFill>
              <a:srgbClr val="E2E2E2"/>
            </a:solidFill>
            <a:prstDash val="solid"/>
          </a:ln>
        </p:spPr>
      </p:sp>
      <p:sp>
        <p:nvSpPr>
          <p:cNvPr id="125" name="Shape 117"/>
          <p:cNvSpPr/>
          <p:nvPr/>
        </p:nvSpPr>
        <p:spPr>
          <a:xfrm>
            <a:off x="2123968" y="3408885"/>
            <a:ext cx="640080" cy="119299"/>
          </a:xfrm>
          <a:prstGeom prst="rect">
            <a:avLst/>
          </a:prstGeom>
          <a:solidFill>
            <a:srgbClr val="FFFFFF"/>
          </a:solidFill>
          <a:ln w="6350">
            <a:solidFill>
              <a:srgbClr val="E2E2E2"/>
            </a:solidFill>
            <a:prstDash val="solid"/>
          </a:ln>
        </p:spPr>
      </p:sp>
      <p:sp>
        <p:nvSpPr>
          <p:cNvPr id="126" name="Shape 118"/>
          <p:cNvSpPr/>
          <p:nvPr/>
        </p:nvSpPr>
        <p:spPr>
          <a:xfrm>
            <a:off x="2764048" y="3408885"/>
            <a:ext cx="640080" cy="119299"/>
          </a:xfrm>
          <a:prstGeom prst="rect">
            <a:avLst/>
          </a:prstGeom>
          <a:solidFill>
            <a:srgbClr val="FFFFFF"/>
          </a:solidFill>
          <a:ln w="6350">
            <a:solidFill>
              <a:srgbClr val="E2E2E2"/>
            </a:solidFill>
            <a:prstDash val="solid"/>
          </a:ln>
        </p:spPr>
      </p:sp>
      <p:sp>
        <p:nvSpPr>
          <p:cNvPr id="127" name="Shape 119"/>
          <p:cNvSpPr/>
          <p:nvPr/>
        </p:nvSpPr>
        <p:spPr>
          <a:xfrm>
            <a:off x="3404128" y="3408885"/>
            <a:ext cx="640080" cy="119299"/>
          </a:xfrm>
          <a:prstGeom prst="rect">
            <a:avLst/>
          </a:prstGeom>
          <a:solidFill>
            <a:srgbClr val="FFFFFF"/>
          </a:solidFill>
          <a:ln w="6350">
            <a:solidFill>
              <a:srgbClr val="E2E2E2"/>
            </a:solidFill>
            <a:prstDash val="solid"/>
          </a:ln>
        </p:spPr>
      </p:sp>
      <p:sp>
        <p:nvSpPr>
          <p:cNvPr id="128" name="Shape 120"/>
          <p:cNvSpPr/>
          <p:nvPr/>
        </p:nvSpPr>
        <p:spPr>
          <a:xfrm>
            <a:off x="4044208" y="3408885"/>
            <a:ext cx="640080" cy="119299"/>
          </a:xfrm>
          <a:prstGeom prst="rect">
            <a:avLst/>
          </a:prstGeom>
          <a:solidFill>
            <a:srgbClr val="FFFFFF"/>
          </a:solidFill>
          <a:ln w="6350">
            <a:solidFill>
              <a:srgbClr val="E2E2E2"/>
            </a:solidFill>
            <a:prstDash val="solid"/>
          </a:ln>
        </p:spPr>
      </p:sp>
      <p:sp>
        <p:nvSpPr>
          <p:cNvPr id="129" name="Shape 121"/>
          <p:cNvSpPr/>
          <p:nvPr/>
        </p:nvSpPr>
        <p:spPr>
          <a:xfrm>
            <a:off x="587776" y="3528185"/>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31" name="Shape 123"/>
          <p:cNvSpPr/>
          <p:nvPr/>
        </p:nvSpPr>
        <p:spPr>
          <a:xfrm>
            <a:off x="843808" y="3528185"/>
            <a:ext cx="640080" cy="119299"/>
          </a:xfrm>
          <a:prstGeom prst="rect">
            <a:avLst/>
          </a:prstGeom>
          <a:solidFill>
            <a:srgbClr val="FFFFFF"/>
          </a:solidFill>
          <a:ln w="6350">
            <a:solidFill>
              <a:srgbClr val="E2E2E2"/>
            </a:solidFill>
            <a:prstDash val="solid"/>
          </a:ln>
        </p:spPr>
      </p:sp>
      <p:sp>
        <p:nvSpPr>
          <p:cNvPr id="132" name="Shape 124"/>
          <p:cNvSpPr/>
          <p:nvPr/>
        </p:nvSpPr>
        <p:spPr>
          <a:xfrm>
            <a:off x="1483888" y="3528185"/>
            <a:ext cx="640080" cy="119299"/>
          </a:xfrm>
          <a:prstGeom prst="rect">
            <a:avLst/>
          </a:prstGeom>
          <a:solidFill>
            <a:srgbClr val="FFFFFF"/>
          </a:solidFill>
          <a:ln w="6350">
            <a:solidFill>
              <a:srgbClr val="E2E2E2"/>
            </a:solidFill>
            <a:prstDash val="solid"/>
          </a:ln>
        </p:spPr>
      </p:sp>
      <p:sp>
        <p:nvSpPr>
          <p:cNvPr id="133" name="Shape 125"/>
          <p:cNvSpPr/>
          <p:nvPr/>
        </p:nvSpPr>
        <p:spPr>
          <a:xfrm>
            <a:off x="2123968" y="3528185"/>
            <a:ext cx="640080" cy="119299"/>
          </a:xfrm>
          <a:prstGeom prst="rect">
            <a:avLst/>
          </a:prstGeom>
          <a:solidFill>
            <a:srgbClr val="FFFFFF"/>
          </a:solidFill>
          <a:ln w="6350">
            <a:solidFill>
              <a:srgbClr val="E2E2E2"/>
            </a:solidFill>
            <a:prstDash val="solid"/>
          </a:ln>
        </p:spPr>
      </p:sp>
      <p:sp>
        <p:nvSpPr>
          <p:cNvPr id="134" name="Shape 126"/>
          <p:cNvSpPr/>
          <p:nvPr/>
        </p:nvSpPr>
        <p:spPr>
          <a:xfrm>
            <a:off x="2764048" y="3528185"/>
            <a:ext cx="640080" cy="119299"/>
          </a:xfrm>
          <a:prstGeom prst="rect">
            <a:avLst/>
          </a:prstGeom>
          <a:solidFill>
            <a:srgbClr val="FFFFFF"/>
          </a:solidFill>
          <a:ln w="6350">
            <a:solidFill>
              <a:srgbClr val="E2E2E2"/>
            </a:solidFill>
            <a:prstDash val="solid"/>
          </a:ln>
        </p:spPr>
      </p:sp>
      <p:sp>
        <p:nvSpPr>
          <p:cNvPr id="135" name="Shape 127"/>
          <p:cNvSpPr/>
          <p:nvPr/>
        </p:nvSpPr>
        <p:spPr>
          <a:xfrm>
            <a:off x="3404128" y="3528185"/>
            <a:ext cx="640080" cy="119299"/>
          </a:xfrm>
          <a:prstGeom prst="rect">
            <a:avLst/>
          </a:prstGeom>
          <a:solidFill>
            <a:srgbClr val="FFFFFF"/>
          </a:solidFill>
          <a:ln w="6350">
            <a:solidFill>
              <a:srgbClr val="E2E2E2"/>
            </a:solidFill>
            <a:prstDash val="solid"/>
          </a:ln>
        </p:spPr>
      </p:sp>
      <p:sp>
        <p:nvSpPr>
          <p:cNvPr id="136" name="Shape 128"/>
          <p:cNvSpPr/>
          <p:nvPr/>
        </p:nvSpPr>
        <p:spPr>
          <a:xfrm>
            <a:off x="4044208" y="3528185"/>
            <a:ext cx="640080" cy="119299"/>
          </a:xfrm>
          <a:prstGeom prst="rect">
            <a:avLst/>
          </a:prstGeom>
          <a:solidFill>
            <a:srgbClr val="FFFFFF"/>
          </a:solidFill>
          <a:ln w="6350">
            <a:solidFill>
              <a:srgbClr val="E2E2E2"/>
            </a:solidFill>
            <a:prstDash val="solid"/>
          </a:ln>
        </p:spPr>
      </p:sp>
      <p:sp>
        <p:nvSpPr>
          <p:cNvPr id="137" name="Shape 129"/>
          <p:cNvSpPr/>
          <p:nvPr/>
        </p:nvSpPr>
        <p:spPr>
          <a:xfrm>
            <a:off x="587776" y="3647484"/>
            <a:ext cx="256032" cy="119299"/>
          </a:xfrm>
          <a:prstGeom prst="rect">
            <a:avLst/>
          </a:prstGeom>
          <a:solidFill>
            <a:srgbClr val="F8F9FA"/>
          </a:solidFill>
          <a:ln w="6350">
            <a:solidFill>
              <a:srgbClr val="DDDDDD"/>
            </a:solidFill>
            <a:prstDash val="solid"/>
          </a:ln>
        </p:spPr>
      </p:sp>
      <p:sp>
        <p:nvSpPr>
          <p:cNvPr id="138" name="Text 130"/>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39" name="Shape 131"/>
          <p:cNvSpPr/>
          <p:nvPr/>
        </p:nvSpPr>
        <p:spPr>
          <a:xfrm>
            <a:off x="843808" y="3647484"/>
            <a:ext cx="640080" cy="119299"/>
          </a:xfrm>
          <a:prstGeom prst="rect">
            <a:avLst/>
          </a:prstGeom>
          <a:solidFill>
            <a:srgbClr val="FFFFFF"/>
          </a:solidFill>
          <a:ln w="6350">
            <a:solidFill>
              <a:srgbClr val="E2E2E2"/>
            </a:solidFill>
            <a:prstDash val="solid"/>
          </a:ln>
        </p:spPr>
      </p:sp>
      <p:sp>
        <p:nvSpPr>
          <p:cNvPr id="140" name="Shape 132"/>
          <p:cNvSpPr/>
          <p:nvPr/>
        </p:nvSpPr>
        <p:spPr>
          <a:xfrm>
            <a:off x="1483888" y="3647484"/>
            <a:ext cx="640080" cy="119299"/>
          </a:xfrm>
          <a:prstGeom prst="rect">
            <a:avLst/>
          </a:prstGeom>
          <a:solidFill>
            <a:srgbClr val="FFFFFF"/>
          </a:solidFill>
          <a:ln w="6350">
            <a:solidFill>
              <a:srgbClr val="E2E2E2"/>
            </a:solidFill>
            <a:prstDash val="solid"/>
          </a:ln>
        </p:spPr>
      </p:sp>
      <p:sp>
        <p:nvSpPr>
          <p:cNvPr id="141" name="Shape 133"/>
          <p:cNvSpPr/>
          <p:nvPr/>
        </p:nvSpPr>
        <p:spPr>
          <a:xfrm>
            <a:off x="2123968" y="3647484"/>
            <a:ext cx="640080" cy="119299"/>
          </a:xfrm>
          <a:prstGeom prst="rect">
            <a:avLst/>
          </a:prstGeom>
          <a:solidFill>
            <a:srgbClr val="FFFFFF"/>
          </a:solidFill>
          <a:ln w="6350">
            <a:solidFill>
              <a:srgbClr val="E2E2E2"/>
            </a:solidFill>
            <a:prstDash val="solid"/>
          </a:ln>
        </p:spPr>
      </p:sp>
      <p:sp>
        <p:nvSpPr>
          <p:cNvPr id="142" name="Shape 134"/>
          <p:cNvSpPr/>
          <p:nvPr/>
        </p:nvSpPr>
        <p:spPr>
          <a:xfrm>
            <a:off x="2764048" y="3647484"/>
            <a:ext cx="640080" cy="119299"/>
          </a:xfrm>
          <a:prstGeom prst="rect">
            <a:avLst/>
          </a:prstGeom>
          <a:solidFill>
            <a:srgbClr val="FFFFFF"/>
          </a:solidFill>
          <a:ln w="6350">
            <a:solidFill>
              <a:srgbClr val="E2E2E2"/>
            </a:solidFill>
            <a:prstDash val="solid"/>
          </a:ln>
        </p:spPr>
      </p:sp>
      <p:sp>
        <p:nvSpPr>
          <p:cNvPr id="143" name="Shape 135"/>
          <p:cNvSpPr/>
          <p:nvPr/>
        </p:nvSpPr>
        <p:spPr>
          <a:xfrm>
            <a:off x="3404128" y="3647484"/>
            <a:ext cx="640080" cy="119299"/>
          </a:xfrm>
          <a:prstGeom prst="rect">
            <a:avLst/>
          </a:prstGeom>
          <a:solidFill>
            <a:srgbClr val="FFFFFF"/>
          </a:solidFill>
          <a:ln w="6350">
            <a:solidFill>
              <a:srgbClr val="E2E2E2"/>
            </a:solidFill>
            <a:prstDash val="solid"/>
          </a:ln>
        </p:spPr>
      </p:sp>
      <p:sp>
        <p:nvSpPr>
          <p:cNvPr id="144" name="Shape 136"/>
          <p:cNvSpPr/>
          <p:nvPr/>
        </p:nvSpPr>
        <p:spPr>
          <a:xfrm>
            <a:off x="4044208" y="3647484"/>
            <a:ext cx="640080" cy="119299"/>
          </a:xfrm>
          <a:prstGeom prst="rect">
            <a:avLst/>
          </a:prstGeom>
          <a:solidFill>
            <a:srgbClr val="FFFFFF"/>
          </a:solidFill>
          <a:ln w="6350">
            <a:solidFill>
              <a:srgbClr val="E2E2E2"/>
            </a:solidFill>
            <a:prstDash val="solid"/>
          </a:ln>
        </p:spPr>
      </p:sp>
      <p:sp>
        <p:nvSpPr>
          <p:cNvPr id="145" name="Shape 137"/>
          <p:cNvSpPr/>
          <p:nvPr/>
        </p:nvSpPr>
        <p:spPr>
          <a:xfrm>
            <a:off x="587776" y="3794216"/>
            <a:ext cx="4950927" cy="201168"/>
          </a:xfrm>
          <a:prstGeom prst="rect">
            <a:avLst/>
          </a:prstGeom>
          <a:solidFill>
            <a:srgbClr val="F8F9FA"/>
          </a:solidFill>
          <a:ln w="12700">
            <a:solidFill>
              <a:srgbClr val="F8F9FA"/>
            </a:solidFill>
            <a:prstDash val="solid"/>
          </a:ln>
        </p:spPr>
      </p:sp>
      <p:sp>
        <p:nvSpPr>
          <p:cNvPr id="146" name="Text 138"/>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47" name="Text 139"/>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Data</a:t>
            </a:r>
            <a:endParaRPr lang="en-US" sz="700" dirty="0"/>
          </a:p>
        </p:txBody>
      </p:sp>
      <p:sp>
        <p:nvSpPr>
          <p:cNvPr id="148" name="Text 140"/>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Ringkasan</a:t>
            </a:r>
            <a:endParaRPr lang="en-US" sz="700" dirty="0"/>
          </a:p>
        </p:txBody>
      </p:sp>
      <p:sp>
        <p:nvSpPr>
          <p:cNvPr id="149" name="Shape 141"/>
          <p:cNvSpPr/>
          <p:nvPr/>
        </p:nvSpPr>
        <p:spPr>
          <a:xfrm>
            <a:off x="2690896" y="3794216"/>
            <a:ext cx="731520" cy="201168"/>
          </a:xfrm>
          <a:prstGeom prst="rect">
            <a:avLst/>
          </a:prstGeom>
          <a:solidFill>
            <a:srgbClr val="E1EFFE"/>
          </a:solidFill>
          <a:ln w="12700">
            <a:solidFill>
              <a:srgbClr val="E1EFFE"/>
            </a:solidFill>
            <a:prstDash val="solid"/>
          </a:ln>
        </p:spPr>
      </p:sp>
      <p:sp>
        <p:nvSpPr>
          <p:cNvPr id="150" name="Text 142"/>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Dashboard</a:t>
            </a:r>
            <a:endParaRPr lang="en-US" sz="700" dirty="0"/>
          </a:p>
        </p:txBody>
      </p:sp>
      <p:sp>
        <p:nvSpPr>
          <p:cNvPr id="151" name="Shape 143"/>
          <p:cNvSpPr/>
          <p:nvPr/>
        </p:nvSpPr>
        <p:spPr>
          <a:xfrm>
            <a:off x="633496" y="2372621"/>
            <a:ext cx="4859487" cy="1394163"/>
          </a:xfrm>
          <a:prstGeom prst="rect">
            <a:avLst/>
          </a:prstGeom>
          <a:solidFill>
            <a:srgbClr val="F3F6F4"/>
          </a:solidFill>
          <a:ln w="12700">
            <a:solidFill>
              <a:srgbClr val="F3F6F4"/>
            </a:solidFill>
            <a:prstDash val="solid"/>
          </a:ln>
        </p:spPr>
      </p:sp>
      <p:sp>
        <p:nvSpPr>
          <p:cNvPr id="152" name="Text 144"/>
          <p:cNvSpPr txBox="1"/>
          <p:nvPr/>
        </p:nvSpPr>
        <p:spPr>
          <a:xfrm>
            <a:off x="679216" y="2390909"/>
            <a:ext cx="4768047" cy="182880"/>
          </a:xfrm>
          <a:prstGeom prst="rect">
            <a:avLst/>
          </a:prstGeom>
          <a:noFill/>
          <a:ln/>
        </p:spPr>
        <p:txBody>
          <a:bodyPr wrap="square" lIns="0" tIns="0" rIns="0" bIns="0" rtlCol="0" anchor="t"/>
          <a:lstStyle/>
          <a:p>
            <a:pPr indent="0" marL="0">
              <a:buNone/>
            </a:pPr>
            <a:r>
              <a:rPr lang="en-US" sz="800" b="1" dirty="0">
                <a:solidFill>
                  <a:srgbClr val="0F4C3A"/>
                </a:solidFill>
                <a:latin typeface="Calibri" pitchFamily="34" charset="0"/>
                <a:ea typeface="Calibri" pitchFamily="34" charset="-122"/>
                <a:cs typeface="Calibri" pitchFamily="34" charset="-120"/>
              </a:rPr>
              <a:t>DASHBOARD KELAS 8 (DATA FIKTIF)</a:t>
            </a:r>
            <a:endParaRPr lang="en-US" sz="800" dirty="0"/>
          </a:p>
        </p:txBody>
      </p:sp>
      <p:sp>
        <p:nvSpPr>
          <p:cNvPr id="153" name="Shape 145"/>
          <p:cNvSpPr/>
          <p:nvPr/>
        </p:nvSpPr>
        <p:spPr>
          <a:xfrm>
            <a:off x="679216" y="2601221"/>
            <a:ext cx="1157722" cy="329184"/>
          </a:xfrm>
          <a:prstGeom prst="roundRect">
            <a:avLst>
              <a:gd name="adj" fmla="val 11111"/>
            </a:avLst>
          </a:prstGeom>
          <a:solidFill>
            <a:srgbClr val="FFFFFF"/>
          </a:solidFill>
          <a:ln w="9525">
            <a:solidFill>
              <a:srgbClr val="DDDDDD"/>
            </a:solidFill>
            <a:prstDash val="solid"/>
          </a:ln>
        </p:spPr>
      </p:sp>
      <p:sp>
        <p:nvSpPr>
          <p:cNvPr id="154" name="Shape 146"/>
          <p:cNvSpPr/>
          <p:nvPr/>
        </p:nvSpPr>
        <p:spPr>
          <a:xfrm>
            <a:off x="679216" y="2601221"/>
            <a:ext cx="45720" cy="329184"/>
          </a:xfrm>
          <a:prstGeom prst="rect">
            <a:avLst/>
          </a:prstGeom>
          <a:solidFill>
            <a:srgbClr val="1F7A5C"/>
          </a:solidFill>
          <a:ln w="12700">
            <a:solidFill>
              <a:srgbClr val="1F7A5C"/>
            </a:solidFill>
            <a:prstDash val="solid"/>
          </a:ln>
        </p:spPr>
      </p:sp>
      <p:sp>
        <p:nvSpPr>
          <p:cNvPr id="155" name="Text 147"/>
          <p:cNvSpPr txBox="1"/>
          <p:nvPr/>
        </p:nvSpPr>
        <p:spPr>
          <a:xfrm>
            <a:off x="770656" y="2628653"/>
            <a:ext cx="1020562" cy="115214"/>
          </a:xfrm>
          <a:prstGeom prst="rect">
            <a:avLst/>
          </a:prstGeom>
          <a:noFill/>
          <a:ln/>
        </p:spPr>
        <p:txBody>
          <a:bodyPr wrap="square" lIns="0" tIns="0" rIns="0" bIns="0" rtlCol="0" anchor="ctr"/>
          <a:lstStyle/>
          <a:p>
            <a:pPr indent="0" marL="0">
              <a:buNone/>
            </a:pPr>
            <a:r>
              <a:rPr lang="en-US" sz="550" dirty="0">
                <a:solidFill>
                  <a:srgbClr val="555555"/>
                </a:solidFill>
                <a:latin typeface="Calibri" pitchFamily="34" charset="0"/>
                <a:ea typeface="Calibri" pitchFamily="34" charset="-122"/>
                <a:cs typeface="Calibri" pitchFamily="34" charset="-120"/>
              </a:rPr>
              <a:t>Jumlah santri</a:t>
            </a:r>
            <a:endParaRPr lang="en-US" sz="550" dirty="0"/>
          </a:p>
        </p:txBody>
      </p:sp>
      <p:sp>
        <p:nvSpPr>
          <p:cNvPr id="156" name="Text 148"/>
          <p:cNvSpPr txBox="1"/>
          <p:nvPr/>
        </p:nvSpPr>
        <p:spPr>
          <a:xfrm>
            <a:off x="770656" y="2716436"/>
            <a:ext cx="1020562" cy="197510"/>
          </a:xfrm>
          <a:prstGeom prst="rect">
            <a:avLst/>
          </a:prstGeom>
          <a:noFill/>
          <a:ln/>
        </p:spPr>
        <p:txBody>
          <a:bodyPr wrap="square" lIns="0" tIns="0" rIns="0" bIns="0" rtlCol="0" anchor="ctr"/>
          <a:lstStyle/>
          <a:p>
            <a:pPr indent="0" marL="0">
              <a:buNone/>
            </a:pPr>
            <a:r>
              <a:rPr lang="en-US" sz="1152" b="1" dirty="0">
                <a:solidFill>
                  <a:srgbClr val="1F7A5C"/>
                </a:solidFill>
                <a:latin typeface="Calibri" pitchFamily="34" charset="0"/>
                <a:ea typeface="Calibri" pitchFamily="34" charset="-122"/>
                <a:cs typeface="Calibri" pitchFamily="34" charset="-120"/>
              </a:rPr>
              <a:t>16</a:t>
            </a:r>
            <a:endParaRPr lang="en-US" sz="1152" dirty="0"/>
          </a:p>
        </p:txBody>
      </p:sp>
      <p:sp>
        <p:nvSpPr>
          <p:cNvPr id="157" name="Shape 149"/>
          <p:cNvSpPr/>
          <p:nvPr/>
        </p:nvSpPr>
        <p:spPr>
          <a:xfrm>
            <a:off x="1882658" y="2601221"/>
            <a:ext cx="1157722" cy="329184"/>
          </a:xfrm>
          <a:prstGeom prst="roundRect">
            <a:avLst>
              <a:gd name="adj" fmla="val 11111"/>
            </a:avLst>
          </a:prstGeom>
          <a:solidFill>
            <a:srgbClr val="FFFFFF"/>
          </a:solidFill>
          <a:ln w="9525">
            <a:solidFill>
              <a:srgbClr val="DDDDDD"/>
            </a:solidFill>
            <a:prstDash val="solid"/>
          </a:ln>
        </p:spPr>
      </p:sp>
      <p:sp>
        <p:nvSpPr>
          <p:cNvPr id="158" name="Shape 150"/>
          <p:cNvSpPr/>
          <p:nvPr/>
        </p:nvSpPr>
        <p:spPr>
          <a:xfrm>
            <a:off x="1882658" y="2601221"/>
            <a:ext cx="45720" cy="329184"/>
          </a:xfrm>
          <a:prstGeom prst="rect">
            <a:avLst/>
          </a:prstGeom>
          <a:solidFill>
            <a:srgbClr val="D4A017"/>
          </a:solidFill>
          <a:ln w="12700">
            <a:solidFill>
              <a:srgbClr val="D4A017"/>
            </a:solidFill>
            <a:prstDash val="solid"/>
          </a:ln>
        </p:spPr>
      </p:sp>
      <p:sp>
        <p:nvSpPr>
          <p:cNvPr id="159" name="Text 151"/>
          <p:cNvSpPr txBox="1"/>
          <p:nvPr/>
        </p:nvSpPr>
        <p:spPr>
          <a:xfrm>
            <a:off x="1974098" y="2628653"/>
            <a:ext cx="1020562" cy="115214"/>
          </a:xfrm>
          <a:prstGeom prst="rect">
            <a:avLst/>
          </a:prstGeom>
          <a:noFill/>
          <a:ln/>
        </p:spPr>
        <p:txBody>
          <a:bodyPr wrap="square" lIns="0" tIns="0" rIns="0" bIns="0" rtlCol="0" anchor="ctr"/>
          <a:lstStyle/>
          <a:p>
            <a:pPr indent="0" marL="0">
              <a:buNone/>
            </a:pPr>
            <a:r>
              <a:rPr lang="en-US" sz="550" dirty="0">
                <a:solidFill>
                  <a:srgbClr val="555555"/>
                </a:solidFill>
                <a:latin typeface="Calibri" pitchFamily="34" charset="0"/>
                <a:ea typeface="Calibri" pitchFamily="34" charset="-122"/>
                <a:cs typeface="Calibri" pitchFamily="34" charset="-120"/>
              </a:rPr>
              <a:t>Rata-rata juz</a:t>
            </a:r>
            <a:endParaRPr lang="en-US" sz="550" dirty="0"/>
          </a:p>
        </p:txBody>
      </p:sp>
      <p:sp>
        <p:nvSpPr>
          <p:cNvPr id="160" name="Text 152"/>
          <p:cNvSpPr txBox="1"/>
          <p:nvPr/>
        </p:nvSpPr>
        <p:spPr>
          <a:xfrm>
            <a:off x="1974098" y="2716436"/>
            <a:ext cx="1020562" cy="197510"/>
          </a:xfrm>
          <a:prstGeom prst="rect">
            <a:avLst/>
          </a:prstGeom>
          <a:noFill/>
          <a:ln/>
        </p:spPr>
        <p:txBody>
          <a:bodyPr wrap="square" lIns="0" tIns="0" rIns="0" bIns="0" rtlCol="0" anchor="ctr"/>
          <a:lstStyle/>
          <a:p>
            <a:pPr indent="0" marL="0">
              <a:buNone/>
            </a:pPr>
            <a:r>
              <a:rPr lang="en-US" sz="1152" b="1" dirty="0">
                <a:solidFill>
                  <a:srgbClr val="D4A017"/>
                </a:solidFill>
                <a:latin typeface="Calibri" pitchFamily="34" charset="0"/>
                <a:ea typeface="Calibri" pitchFamily="34" charset="-122"/>
                <a:cs typeface="Calibri" pitchFamily="34" charset="-120"/>
              </a:rPr>
              <a:t>3,3</a:t>
            </a:r>
            <a:endParaRPr lang="en-US" sz="1152" dirty="0"/>
          </a:p>
        </p:txBody>
      </p:sp>
      <p:sp>
        <p:nvSpPr>
          <p:cNvPr id="161" name="Shape 153"/>
          <p:cNvSpPr/>
          <p:nvPr/>
        </p:nvSpPr>
        <p:spPr>
          <a:xfrm>
            <a:off x="3086100" y="2601221"/>
            <a:ext cx="1157722" cy="329184"/>
          </a:xfrm>
          <a:prstGeom prst="roundRect">
            <a:avLst>
              <a:gd name="adj" fmla="val 11111"/>
            </a:avLst>
          </a:prstGeom>
          <a:solidFill>
            <a:srgbClr val="FFFFFF"/>
          </a:solidFill>
          <a:ln w="9525">
            <a:solidFill>
              <a:srgbClr val="DDDDDD"/>
            </a:solidFill>
            <a:prstDash val="solid"/>
          </a:ln>
        </p:spPr>
      </p:sp>
      <p:sp>
        <p:nvSpPr>
          <p:cNvPr id="162" name="Shape 154"/>
          <p:cNvSpPr/>
          <p:nvPr/>
        </p:nvSpPr>
        <p:spPr>
          <a:xfrm>
            <a:off x="3086100" y="2601221"/>
            <a:ext cx="45720" cy="329184"/>
          </a:xfrm>
          <a:prstGeom prst="rect">
            <a:avLst/>
          </a:prstGeom>
          <a:solidFill>
            <a:srgbClr val="1A73E8"/>
          </a:solidFill>
          <a:ln w="12700">
            <a:solidFill>
              <a:srgbClr val="1A73E8"/>
            </a:solidFill>
            <a:prstDash val="solid"/>
          </a:ln>
        </p:spPr>
      </p:sp>
      <p:sp>
        <p:nvSpPr>
          <p:cNvPr id="163" name="Text 155"/>
          <p:cNvSpPr txBox="1"/>
          <p:nvPr/>
        </p:nvSpPr>
        <p:spPr>
          <a:xfrm>
            <a:off x="3177540" y="2628653"/>
            <a:ext cx="1020562" cy="115214"/>
          </a:xfrm>
          <a:prstGeom prst="rect">
            <a:avLst/>
          </a:prstGeom>
          <a:noFill/>
          <a:ln/>
        </p:spPr>
        <p:txBody>
          <a:bodyPr wrap="square" lIns="0" tIns="0" rIns="0" bIns="0" rtlCol="0" anchor="ctr"/>
          <a:lstStyle/>
          <a:p>
            <a:pPr indent="0" marL="0">
              <a:buNone/>
            </a:pPr>
            <a:r>
              <a:rPr lang="en-US" sz="550" dirty="0">
                <a:solidFill>
                  <a:srgbClr val="555555"/>
                </a:solidFill>
                <a:latin typeface="Calibri" pitchFamily="34" charset="0"/>
                <a:ea typeface="Calibri" pitchFamily="34" charset="-122"/>
                <a:cs typeface="Calibri" pitchFamily="34" charset="-120"/>
              </a:rPr>
              <a:t>Juz tertinggi</a:t>
            </a:r>
            <a:endParaRPr lang="en-US" sz="550" dirty="0"/>
          </a:p>
        </p:txBody>
      </p:sp>
      <p:sp>
        <p:nvSpPr>
          <p:cNvPr id="164" name="Text 156"/>
          <p:cNvSpPr txBox="1"/>
          <p:nvPr/>
        </p:nvSpPr>
        <p:spPr>
          <a:xfrm>
            <a:off x="3177540" y="2716436"/>
            <a:ext cx="1020562" cy="197510"/>
          </a:xfrm>
          <a:prstGeom prst="rect">
            <a:avLst/>
          </a:prstGeom>
          <a:noFill/>
          <a:ln/>
        </p:spPr>
        <p:txBody>
          <a:bodyPr wrap="square" lIns="0" tIns="0" rIns="0" bIns="0" rtlCol="0" anchor="ctr"/>
          <a:lstStyle/>
          <a:p>
            <a:pPr indent="0" marL="0">
              <a:buNone/>
            </a:pPr>
            <a:r>
              <a:rPr lang="en-US" sz="1152" b="1" dirty="0">
                <a:solidFill>
                  <a:srgbClr val="1A73E8"/>
                </a:solidFill>
                <a:latin typeface="Calibri" pitchFamily="34" charset="0"/>
                <a:ea typeface="Calibri" pitchFamily="34" charset="-122"/>
                <a:cs typeface="Calibri" pitchFamily="34" charset="-120"/>
              </a:rPr>
              <a:t>6</a:t>
            </a:r>
            <a:endParaRPr lang="en-US" sz="1152" dirty="0"/>
          </a:p>
        </p:txBody>
      </p:sp>
      <p:sp>
        <p:nvSpPr>
          <p:cNvPr id="165" name="Shape 157"/>
          <p:cNvSpPr/>
          <p:nvPr/>
        </p:nvSpPr>
        <p:spPr>
          <a:xfrm>
            <a:off x="4289542" y="2601221"/>
            <a:ext cx="1157722" cy="329184"/>
          </a:xfrm>
          <a:prstGeom prst="roundRect">
            <a:avLst>
              <a:gd name="adj" fmla="val 11111"/>
            </a:avLst>
          </a:prstGeom>
          <a:solidFill>
            <a:srgbClr val="FFFFFF"/>
          </a:solidFill>
          <a:ln w="9525">
            <a:solidFill>
              <a:srgbClr val="DDDDDD"/>
            </a:solidFill>
            <a:prstDash val="solid"/>
          </a:ln>
        </p:spPr>
      </p:sp>
      <p:sp>
        <p:nvSpPr>
          <p:cNvPr id="166" name="Shape 158"/>
          <p:cNvSpPr/>
          <p:nvPr/>
        </p:nvSpPr>
        <p:spPr>
          <a:xfrm>
            <a:off x="4289542" y="2601221"/>
            <a:ext cx="45720" cy="329184"/>
          </a:xfrm>
          <a:prstGeom prst="rect">
            <a:avLst/>
          </a:prstGeom>
          <a:solidFill>
            <a:srgbClr val="C62828"/>
          </a:solidFill>
          <a:ln w="12700">
            <a:solidFill>
              <a:srgbClr val="C62828"/>
            </a:solidFill>
            <a:prstDash val="solid"/>
          </a:ln>
        </p:spPr>
      </p:sp>
      <p:sp>
        <p:nvSpPr>
          <p:cNvPr id="167" name="Text 159"/>
          <p:cNvSpPr txBox="1"/>
          <p:nvPr/>
        </p:nvSpPr>
        <p:spPr>
          <a:xfrm>
            <a:off x="4380982" y="2628653"/>
            <a:ext cx="1020562" cy="115214"/>
          </a:xfrm>
          <a:prstGeom prst="rect">
            <a:avLst/>
          </a:prstGeom>
          <a:noFill/>
          <a:ln/>
        </p:spPr>
        <p:txBody>
          <a:bodyPr wrap="square" lIns="0" tIns="0" rIns="0" bIns="0" rtlCol="0" anchor="ctr"/>
          <a:lstStyle/>
          <a:p>
            <a:pPr indent="0" marL="0">
              <a:buNone/>
            </a:pPr>
            <a:r>
              <a:rPr lang="en-US" sz="550" dirty="0">
                <a:solidFill>
                  <a:srgbClr val="555555"/>
                </a:solidFill>
                <a:latin typeface="Calibri" pitchFamily="34" charset="0"/>
                <a:ea typeface="Calibri" pitchFamily="34" charset="-122"/>
                <a:cs typeface="Calibri" pitchFamily="34" charset="-120"/>
              </a:rPr>
              <a:t>Ekskul terbanyak</a:t>
            </a:r>
            <a:endParaRPr lang="en-US" sz="550" dirty="0"/>
          </a:p>
        </p:txBody>
      </p:sp>
      <p:sp>
        <p:nvSpPr>
          <p:cNvPr id="168" name="Text 160"/>
          <p:cNvSpPr txBox="1"/>
          <p:nvPr/>
        </p:nvSpPr>
        <p:spPr>
          <a:xfrm>
            <a:off x="4380982" y="2716436"/>
            <a:ext cx="1020562" cy="197510"/>
          </a:xfrm>
          <a:prstGeom prst="rect">
            <a:avLst/>
          </a:prstGeom>
          <a:noFill/>
          <a:ln/>
        </p:spPr>
        <p:txBody>
          <a:bodyPr wrap="square" lIns="0" tIns="0" rIns="0" bIns="0" rtlCol="0" anchor="ctr"/>
          <a:lstStyle/>
          <a:p>
            <a:pPr indent="0" marL="0">
              <a:buNone/>
            </a:pPr>
            <a:r>
              <a:rPr lang="en-US" sz="1152" b="1" dirty="0">
                <a:solidFill>
                  <a:srgbClr val="C62828"/>
                </a:solidFill>
                <a:latin typeface="Calibri" pitchFamily="34" charset="0"/>
                <a:ea typeface="Calibri" pitchFamily="34" charset="-122"/>
                <a:cs typeface="Calibri" pitchFamily="34" charset="-120"/>
              </a:rPr>
              <a:t>Pramuka</a:t>
            </a:r>
            <a:endParaRPr lang="en-US" sz="1152" dirty="0"/>
          </a:p>
        </p:txBody>
      </p:sp>
      <p:sp>
        <p:nvSpPr>
          <p:cNvPr id="169" name="Shape 161"/>
          <p:cNvSpPr/>
          <p:nvPr/>
        </p:nvSpPr>
        <p:spPr>
          <a:xfrm>
            <a:off x="679216" y="3003557"/>
            <a:ext cx="2186769" cy="717507"/>
          </a:xfrm>
          <a:prstGeom prst="roundRect">
            <a:avLst>
              <a:gd name="adj" fmla="val 3823"/>
            </a:avLst>
          </a:prstGeom>
          <a:solidFill>
            <a:srgbClr val="FFFFFF"/>
          </a:solidFill>
          <a:ln w="9525">
            <a:solidFill>
              <a:srgbClr val="DDDDDD"/>
            </a:solidFill>
            <a:prstDash val="solid"/>
          </a:ln>
        </p:spPr>
      </p:sp>
      <p:sp>
        <p:nvSpPr>
          <p:cNvPr id="170" name="Text 162"/>
          <p:cNvSpPr txBox="1"/>
          <p:nvPr/>
        </p:nvSpPr>
        <p:spPr>
          <a:xfrm>
            <a:off x="679216" y="3021845"/>
            <a:ext cx="2186769" cy="146304"/>
          </a:xfrm>
          <a:prstGeom prst="rect">
            <a:avLst/>
          </a:prstGeom>
          <a:noFill/>
          <a:ln/>
        </p:spPr>
        <p:txBody>
          <a:bodyPr wrap="square" lIns="0" tIns="0" rIns="0" bIns="0" rtlCol="0" anchor="t"/>
          <a:lstStyle/>
          <a:p>
            <a:pPr algn="ctr" indent="0" marL="0">
              <a:buNone/>
            </a:pPr>
            <a:r>
              <a:rPr lang="en-US" sz="650" b="1" dirty="0">
                <a:solidFill>
                  <a:srgbClr val="1E2A26"/>
                </a:solidFill>
                <a:latin typeface="Calibri" pitchFamily="34" charset="0"/>
                <a:ea typeface="Calibri" pitchFamily="34" charset="-122"/>
                <a:cs typeface="Calibri" pitchFamily="34" charset="-120"/>
              </a:rPr>
              <a:t>Santri per Ekskul</a:t>
            </a:r>
            <a:endParaRPr lang="en-US" sz="650" dirty="0"/>
          </a:p>
        </p:txBody>
      </p:sp>
      <p:sp>
        <p:nvSpPr>
          <p:cNvPr id="171" name="Shape 163"/>
          <p:cNvSpPr/>
          <p:nvPr/>
        </p:nvSpPr>
        <p:spPr>
          <a:xfrm>
            <a:off x="752368" y="3204725"/>
            <a:ext cx="443187" cy="443187"/>
          </a:xfrm>
          <a:prstGeom prst="pie">
            <a:avLst>
              <a:gd name="adj1" fmla="val 0"/>
              <a:gd name="adj2" fmla="val 8100000"/>
            </a:avLst>
          </a:prstGeom>
          <a:solidFill>
            <a:srgbClr val="1F7A5C"/>
          </a:solidFill>
          <a:ln/>
        </p:spPr>
      </p:sp>
      <p:sp>
        <p:nvSpPr>
          <p:cNvPr id="172" name="Shape 164"/>
          <p:cNvSpPr/>
          <p:nvPr/>
        </p:nvSpPr>
        <p:spPr>
          <a:xfrm>
            <a:off x="752368" y="3204725"/>
            <a:ext cx="443187" cy="443187"/>
          </a:xfrm>
          <a:prstGeom prst="pie">
            <a:avLst>
              <a:gd name="adj1" fmla="val 8100000"/>
              <a:gd name="adj2" fmla="val 13500000"/>
            </a:avLst>
          </a:prstGeom>
          <a:solidFill>
            <a:srgbClr val="D4A017"/>
          </a:solidFill>
          <a:ln/>
        </p:spPr>
      </p:sp>
      <p:sp>
        <p:nvSpPr>
          <p:cNvPr id="173" name="Shape 165"/>
          <p:cNvSpPr/>
          <p:nvPr/>
        </p:nvSpPr>
        <p:spPr>
          <a:xfrm>
            <a:off x="752368" y="3204725"/>
            <a:ext cx="443187" cy="443187"/>
          </a:xfrm>
          <a:prstGeom prst="pie">
            <a:avLst>
              <a:gd name="adj1" fmla="val 13500000"/>
              <a:gd name="adj2" fmla="val 18900000"/>
            </a:avLst>
          </a:prstGeom>
          <a:solidFill>
            <a:srgbClr val="4285F4"/>
          </a:solidFill>
          <a:ln/>
        </p:spPr>
      </p:sp>
      <p:sp>
        <p:nvSpPr>
          <p:cNvPr id="174" name="Shape 166"/>
          <p:cNvSpPr/>
          <p:nvPr/>
        </p:nvSpPr>
        <p:spPr>
          <a:xfrm>
            <a:off x="752368" y="3204725"/>
            <a:ext cx="443187" cy="443187"/>
          </a:xfrm>
          <a:prstGeom prst="pie">
            <a:avLst>
              <a:gd name="adj1" fmla="val 18900000"/>
              <a:gd name="adj2" fmla="val 21600000"/>
            </a:avLst>
          </a:prstGeom>
          <a:solidFill>
            <a:srgbClr val="EA4335"/>
          </a:solidFill>
          <a:ln/>
        </p:spPr>
      </p:sp>
      <p:sp>
        <p:nvSpPr>
          <p:cNvPr id="175" name="Shape 167"/>
          <p:cNvSpPr/>
          <p:nvPr/>
        </p:nvSpPr>
        <p:spPr>
          <a:xfrm>
            <a:off x="1259563" y="3259589"/>
            <a:ext cx="73152" cy="73152"/>
          </a:xfrm>
          <a:prstGeom prst="rect">
            <a:avLst/>
          </a:prstGeom>
          <a:solidFill>
            <a:srgbClr val="1F7A5C"/>
          </a:solidFill>
          <a:ln w="12700">
            <a:solidFill>
              <a:srgbClr val="1F7A5C"/>
            </a:solidFill>
            <a:prstDash val="solid"/>
          </a:ln>
        </p:spPr>
      </p:sp>
      <p:sp>
        <p:nvSpPr>
          <p:cNvPr id="176" name="Text 168"/>
          <p:cNvSpPr txBox="1"/>
          <p:nvPr/>
        </p:nvSpPr>
        <p:spPr>
          <a:xfrm>
            <a:off x="1360147" y="3223013"/>
            <a:ext cx="1469262" cy="137160"/>
          </a:xfrm>
          <a:prstGeom prst="rect">
            <a:avLst/>
          </a:prstGeom>
          <a:noFill/>
          <a:ln/>
        </p:spPr>
        <p:txBody>
          <a:bodyPr wrap="square" lIns="0" tIns="0" rIns="0" bIns="0" rtlCol="0" anchor="t"/>
          <a:lstStyle/>
          <a:p>
            <a:pPr indent="0" marL="0">
              <a:buNone/>
            </a:pPr>
            <a:r>
              <a:rPr lang="en-US" sz="550" dirty="0">
                <a:solidFill>
                  <a:srgbClr val="1E2A26"/>
                </a:solidFill>
                <a:latin typeface="Calibri" pitchFamily="34" charset="0"/>
                <a:ea typeface="Calibri" pitchFamily="34" charset="-122"/>
                <a:cs typeface="Calibri" pitchFamily="34" charset="-120"/>
              </a:rPr>
              <a:t>Pramuka</a:t>
            </a:r>
            <a:endParaRPr lang="en-US" sz="550" dirty="0"/>
          </a:p>
        </p:txBody>
      </p:sp>
      <p:sp>
        <p:nvSpPr>
          <p:cNvPr id="177" name="Shape 169"/>
          <p:cNvSpPr/>
          <p:nvPr/>
        </p:nvSpPr>
        <p:spPr>
          <a:xfrm>
            <a:off x="1259563" y="3396749"/>
            <a:ext cx="73152" cy="73152"/>
          </a:xfrm>
          <a:prstGeom prst="rect">
            <a:avLst/>
          </a:prstGeom>
          <a:solidFill>
            <a:srgbClr val="D4A017"/>
          </a:solidFill>
          <a:ln w="12700">
            <a:solidFill>
              <a:srgbClr val="D4A017"/>
            </a:solidFill>
            <a:prstDash val="solid"/>
          </a:ln>
        </p:spPr>
      </p:sp>
      <p:sp>
        <p:nvSpPr>
          <p:cNvPr id="178" name="Text 170"/>
          <p:cNvSpPr txBox="1"/>
          <p:nvPr/>
        </p:nvSpPr>
        <p:spPr>
          <a:xfrm>
            <a:off x="1360147" y="3360173"/>
            <a:ext cx="1469262" cy="137160"/>
          </a:xfrm>
          <a:prstGeom prst="rect">
            <a:avLst/>
          </a:prstGeom>
          <a:noFill/>
          <a:ln/>
        </p:spPr>
        <p:txBody>
          <a:bodyPr wrap="square" lIns="0" tIns="0" rIns="0" bIns="0" rtlCol="0" anchor="t"/>
          <a:lstStyle/>
          <a:p>
            <a:pPr indent="0" marL="0">
              <a:buNone/>
            </a:pPr>
            <a:r>
              <a:rPr lang="en-US" sz="550" dirty="0">
                <a:solidFill>
                  <a:srgbClr val="1E2A26"/>
                </a:solidFill>
                <a:latin typeface="Calibri" pitchFamily="34" charset="0"/>
                <a:ea typeface="Calibri" pitchFamily="34" charset="-122"/>
                <a:cs typeface="Calibri" pitchFamily="34" charset="-120"/>
              </a:rPr>
              <a:t>Kaligrafi</a:t>
            </a:r>
            <a:endParaRPr lang="en-US" sz="550" dirty="0"/>
          </a:p>
        </p:txBody>
      </p:sp>
      <p:sp>
        <p:nvSpPr>
          <p:cNvPr id="179" name="Shape 171"/>
          <p:cNvSpPr/>
          <p:nvPr/>
        </p:nvSpPr>
        <p:spPr>
          <a:xfrm>
            <a:off x="1259563" y="3533909"/>
            <a:ext cx="73152" cy="73152"/>
          </a:xfrm>
          <a:prstGeom prst="rect">
            <a:avLst/>
          </a:prstGeom>
          <a:solidFill>
            <a:srgbClr val="4285F4"/>
          </a:solidFill>
          <a:ln w="12700">
            <a:solidFill>
              <a:srgbClr val="4285F4"/>
            </a:solidFill>
            <a:prstDash val="solid"/>
          </a:ln>
        </p:spPr>
      </p:sp>
      <p:sp>
        <p:nvSpPr>
          <p:cNvPr id="180" name="Text 172"/>
          <p:cNvSpPr txBox="1"/>
          <p:nvPr/>
        </p:nvSpPr>
        <p:spPr>
          <a:xfrm>
            <a:off x="1360147" y="3497333"/>
            <a:ext cx="1469262" cy="137160"/>
          </a:xfrm>
          <a:prstGeom prst="rect">
            <a:avLst/>
          </a:prstGeom>
          <a:noFill/>
          <a:ln/>
        </p:spPr>
        <p:txBody>
          <a:bodyPr wrap="square" lIns="0" tIns="0" rIns="0" bIns="0" rtlCol="0" anchor="t"/>
          <a:lstStyle/>
          <a:p>
            <a:pPr indent="0" marL="0">
              <a:buNone/>
            </a:pPr>
            <a:r>
              <a:rPr lang="en-US" sz="550" dirty="0">
                <a:solidFill>
                  <a:srgbClr val="1E2A26"/>
                </a:solidFill>
                <a:latin typeface="Calibri" pitchFamily="34" charset="0"/>
                <a:ea typeface="Calibri" pitchFamily="34" charset="-122"/>
                <a:cs typeface="Calibri" pitchFamily="34" charset="-120"/>
              </a:rPr>
              <a:t>Futsal</a:t>
            </a:r>
            <a:endParaRPr lang="en-US" sz="550" dirty="0"/>
          </a:p>
        </p:txBody>
      </p:sp>
      <p:sp>
        <p:nvSpPr>
          <p:cNvPr id="181" name="Shape 173"/>
          <p:cNvSpPr/>
          <p:nvPr/>
        </p:nvSpPr>
        <p:spPr>
          <a:xfrm>
            <a:off x="1259563" y="3671069"/>
            <a:ext cx="73152" cy="73152"/>
          </a:xfrm>
          <a:prstGeom prst="rect">
            <a:avLst/>
          </a:prstGeom>
          <a:solidFill>
            <a:srgbClr val="EA4335"/>
          </a:solidFill>
          <a:ln w="12700">
            <a:solidFill>
              <a:srgbClr val="EA4335"/>
            </a:solidFill>
            <a:prstDash val="solid"/>
          </a:ln>
        </p:spPr>
      </p:sp>
      <p:sp>
        <p:nvSpPr>
          <p:cNvPr id="182" name="Text 174"/>
          <p:cNvSpPr txBox="1"/>
          <p:nvPr/>
        </p:nvSpPr>
        <p:spPr>
          <a:xfrm>
            <a:off x="1360147" y="3634493"/>
            <a:ext cx="1469262" cy="137160"/>
          </a:xfrm>
          <a:prstGeom prst="rect">
            <a:avLst/>
          </a:prstGeom>
          <a:noFill/>
          <a:ln/>
        </p:spPr>
        <p:txBody>
          <a:bodyPr wrap="square" lIns="0" tIns="0" rIns="0" bIns="0" rtlCol="0" anchor="t"/>
          <a:lstStyle/>
          <a:p>
            <a:pPr indent="0" marL="0">
              <a:buNone/>
            </a:pPr>
            <a:r>
              <a:rPr lang="en-US" sz="550" dirty="0">
                <a:solidFill>
                  <a:srgbClr val="1E2A26"/>
                </a:solidFill>
                <a:latin typeface="Calibri" pitchFamily="34" charset="0"/>
                <a:ea typeface="Calibri" pitchFamily="34" charset="-122"/>
                <a:cs typeface="Calibri" pitchFamily="34" charset="-120"/>
              </a:rPr>
              <a:t>Tahsin</a:t>
            </a:r>
            <a:endParaRPr lang="en-US" sz="550" dirty="0"/>
          </a:p>
        </p:txBody>
      </p:sp>
      <p:sp>
        <p:nvSpPr>
          <p:cNvPr id="183" name="Shape 175"/>
          <p:cNvSpPr/>
          <p:nvPr/>
        </p:nvSpPr>
        <p:spPr>
          <a:xfrm>
            <a:off x="2911706" y="3003557"/>
            <a:ext cx="2484088" cy="717507"/>
          </a:xfrm>
          <a:prstGeom prst="roundRect">
            <a:avLst>
              <a:gd name="adj" fmla="val 3823"/>
            </a:avLst>
          </a:prstGeom>
          <a:solidFill>
            <a:srgbClr val="FFFFFF"/>
          </a:solidFill>
          <a:ln w="9525">
            <a:solidFill>
              <a:srgbClr val="DDDDDD"/>
            </a:solidFill>
            <a:prstDash val="solid"/>
          </a:ln>
        </p:spPr>
      </p:sp>
      <p:sp>
        <p:nvSpPr>
          <p:cNvPr id="184" name="Text 176"/>
          <p:cNvSpPr txBox="1"/>
          <p:nvPr/>
        </p:nvSpPr>
        <p:spPr>
          <a:xfrm>
            <a:off x="2911706" y="3021845"/>
            <a:ext cx="2484088" cy="146304"/>
          </a:xfrm>
          <a:prstGeom prst="rect">
            <a:avLst/>
          </a:prstGeom>
          <a:noFill/>
          <a:ln/>
        </p:spPr>
        <p:txBody>
          <a:bodyPr wrap="square" lIns="0" tIns="0" rIns="0" bIns="0" rtlCol="0" anchor="t"/>
          <a:lstStyle/>
          <a:p>
            <a:pPr algn="ctr" indent="0" marL="0">
              <a:buNone/>
            </a:pPr>
            <a:r>
              <a:rPr lang="en-US" sz="650" b="1" dirty="0">
                <a:solidFill>
                  <a:srgbClr val="1E2A26"/>
                </a:solidFill>
                <a:latin typeface="Calibri" pitchFamily="34" charset="0"/>
                <a:ea typeface="Calibri" pitchFamily="34" charset="-122"/>
                <a:cs typeface="Calibri" pitchFamily="34" charset="-120"/>
              </a:rPr>
              <a:t>Hafalan per Santri (8A)</a:t>
            </a:r>
            <a:endParaRPr lang="en-US" sz="650" dirty="0"/>
          </a:p>
        </p:txBody>
      </p:sp>
      <p:sp>
        <p:nvSpPr>
          <p:cNvPr id="185" name="Shape 177"/>
          <p:cNvSpPr/>
          <p:nvPr/>
        </p:nvSpPr>
        <p:spPr>
          <a:xfrm>
            <a:off x="3133446" y="3385171"/>
            <a:ext cx="394710" cy="153013"/>
          </a:xfrm>
          <a:prstGeom prst="rect">
            <a:avLst/>
          </a:prstGeom>
          <a:solidFill>
            <a:srgbClr val="1F7A5C"/>
          </a:solidFill>
          <a:ln w="12700">
            <a:solidFill>
              <a:srgbClr val="1F7A5C"/>
            </a:solidFill>
            <a:prstDash val="solid"/>
          </a:ln>
        </p:spPr>
      </p:sp>
      <p:sp>
        <p:nvSpPr>
          <p:cNvPr id="186" name="Text 178"/>
          <p:cNvSpPr txBox="1"/>
          <p:nvPr/>
        </p:nvSpPr>
        <p:spPr>
          <a:xfrm>
            <a:off x="3003146" y="3547328"/>
            <a:ext cx="655312"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Ahmad</a:t>
            </a:r>
            <a:endParaRPr lang="en-US" sz="500" dirty="0"/>
          </a:p>
        </p:txBody>
      </p:sp>
      <p:sp>
        <p:nvSpPr>
          <p:cNvPr id="187" name="Shape 179"/>
          <p:cNvSpPr/>
          <p:nvPr/>
        </p:nvSpPr>
        <p:spPr>
          <a:xfrm>
            <a:off x="3697319" y="3283162"/>
            <a:ext cx="394710" cy="255022"/>
          </a:xfrm>
          <a:prstGeom prst="rect">
            <a:avLst/>
          </a:prstGeom>
          <a:solidFill>
            <a:srgbClr val="D4A017"/>
          </a:solidFill>
          <a:ln w="12700">
            <a:solidFill>
              <a:srgbClr val="D4A017"/>
            </a:solidFill>
            <a:prstDash val="solid"/>
          </a:ln>
        </p:spPr>
      </p:sp>
      <p:sp>
        <p:nvSpPr>
          <p:cNvPr id="188" name="Text 180"/>
          <p:cNvSpPr txBox="1"/>
          <p:nvPr/>
        </p:nvSpPr>
        <p:spPr>
          <a:xfrm>
            <a:off x="3567018" y="3547328"/>
            <a:ext cx="655312"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Fauzan</a:t>
            </a:r>
            <a:endParaRPr lang="en-US" sz="500" dirty="0"/>
          </a:p>
        </p:txBody>
      </p:sp>
      <p:sp>
        <p:nvSpPr>
          <p:cNvPr id="189" name="Shape 181"/>
          <p:cNvSpPr/>
          <p:nvPr/>
        </p:nvSpPr>
        <p:spPr>
          <a:xfrm>
            <a:off x="4261191" y="3334166"/>
            <a:ext cx="394710" cy="204018"/>
          </a:xfrm>
          <a:prstGeom prst="rect">
            <a:avLst/>
          </a:prstGeom>
          <a:solidFill>
            <a:srgbClr val="1F7A5C"/>
          </a:solidFill>
          <a:ln w="12700">
            <a:solidFill>
              <a:srgbClr val="1F7A5C"/>
            </a:solidFill>
            <a:prstDash val="solid"/>
          </a:ln>
        </p:spPr>
      </p:sp>
      <p:sp>
        <p:nvSpPr>
          <p:cNvPr id="190" name="Text 182"/>
          <p:cNvSpPr txBox="1"/>
          <p:nvPr/>
        </p:nvSpPr>
        <p:spPr>
          <a:xfrm>
            <a:off x="4130890" y="3547328"/>
            <a:ext cx="655312"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Ilham</a:t>
            </a:r>
            <a:endParaRPr lang="en-US" sz="500" dirty="0"/>
          </a:p>
        </p:txBody>
      </p:sp>
      <p:sp>
        <p:nvSpPr>
          <p:cNvPr id="191" name="Shape 183"/>
          <p:cNvSpPr/>
          <p:nvPr/>
        </p:nvSpPr>
        <p:spPr>
          <a:xfrm>
            <a:off x="4825063" y="3232157"/>
            <a:ext cx="394710" cy="306027"/>
          </a:xfrm>
          <a:prstGeom prst="rect">
            <a:avLst/>
          </a:prstGeom>
          <a:solidFill>
            <a:srgbClr val="D4A017"/>
          </a:solidFill>
          <a:ln w="12700">
            <a:solidFill>
              <a:srgbClr val="D4A017"/>
            </a:solidFill>
            <a:prstDash val="solid"/>
          </a:ln>
        </p:spPr>
      </p:sp>
      <p:sp>
        <p:nvSpPr>
          <p:cNvPr id="192" name="Text 184"/>
          <p:cNvSpPr txBox="1"/>
          <p:nvPr/>
        </p:nvSpPr>
        <p:spPr>
          <a:xfrm>
            <a:off x="4694762" y="3547328"/>
            <a:ext cx="655312"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Yusuf</a:t>
            </a:r>
            <a:endParaRPr lang="en-US" sz="500" dirty="0"/>
          </a:p>
        </p:txBody>
      </p:sp>
      <p:sp>
        <p:nvSpPr>
          <p:cNvPr id="193" name="Shape 185"/>
          <p:cNvSpPr/>
          <p:nvPr/>
        </p:nvSpPr>
        <p:spPr>
          <a:xfrm>
            <a:off x="3021434" y="3538184"/>
            <a:ext cx="2301208" cy="0"/>
          </a:xfrm>
          <a:prstGeom prst="line">
            <a:avLst/>
          </a:prstGeom>
          <a:noFill/>
          <a:ln w="6350">
            <a:solidFill>
              <a:srgbClr val="888888"/>
            </a:solidFill>
            <a:prstDash val="solid"/>
          </a:ln>
        </p:spPr>
      </p:sp>
      <p:sp>
        <p:nvSpPr>
          <p:cNvPr id="194" name="Shape 186"/>
          <p:cNvSpPr/>
          <p:nvPr/>
        </p:nvSpPr>
        <p:spPr>
          <a:xfrm>
            <a:off x="4349984" y="2381765"/>
            <a:ext cx="1097280" cy="201168"/>
          </a:xfrm>
          <a:prstGeom prst="roundRect">
            <a:avLst>
              <a:gd name="adj" fmla="val 18182"/>
            </a:avLst>
          </a:prstGeom>
          <a:solidFill>
            <a:srgbClr val="FFFFFF"/>
          </a:solidFill>
          <a:ln w="12700">
            <a:solidFill>
              <a:srgbClr val="1A73E8"/>
            </a:solidFill>
            <a:prstDash val="solid"/>
          </a:ln>
        </p:spPr>
      </p:sp>
      <p:sp>
        <p:nvSpPr>
          <p:cNvPr id="195" name="Text 187"/>
          <p:cNvSpPr txBox="1"/>
          <p:nvPr/>
        </p:nvSpPr>
        <p:spPr>
          <a:xfrm>
            <a:off x="4404848" y="2381765"/>
            <a:ext cx="1097280" cy="201168"/>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Kelas: 8A ▾</a:t>
            </a:r>
            <a:endParaRPr lang="en-US" sz="650" dirty="0"/>
          </a:p>
        </p:txBody>
      </p:sp>
      <p:sp>
        <p:nvSpPr>
          <p:cNvPr id="196" name="Shape 188"/>
          <p:cNvSpPr/>
          <p:nvPr/>
        </p:nvSpPr>
        <p:spPr>
          <a:xfrm>
            <a:off x="4322552" y="2354333"/>
            <a:ext cx="1152144" cy="256032"/>
          </a:xfrm>
          <a:prstGeom prst="roundRect">
            <a:avLst>
              <a:gd name="adj" fmla="val 17857"/>
            </a:avLst>
          </a:prstGeom>
          <a:solidFill>
            <a:srgbClr val="FFFFFF">
              <a:alpha val="0"/>
            </a:srgbClr>
          </a:solidFill>
          <a:ln w="31750">
            <a:solidFill>
              <a:srgbClr val="E53935"/>
            </a:solidFill>
            <a:prstDash val="solid"/>
          </a:ln>
        </p:spPr>
      </p:sp>
      <p:sp>
        <p:nvSpPr>
          <p:cNvPr id="197" name="Shape 189"/>
          <p:cNvSpPr/>
          <p:nvPr/>
        </p:nvSpPr>
        <p:spPr>
          <a:xfrm>
            <a:off x="5337536" y="2217173"/>
            <a:ext cx="274320" cy="274320"/>
          </a:xfrm>
          <a:prstGeom prst="ellipse">
            <a:avLst/>
          </a:prstGeom>
          <a:solidFill>
            <a:srgbClr val="E53935"/>
          </a:solidFill>
          <a:ln w="12700">
            <a:solidFill>
              <a:srgbClr val="FFFFFF"/>
            </a:solidFill>
            <a:prstDash val="solid"/>
          </a:ln>
        </p:spPr>
      </p:sp>
      <p:sp>
        <p:nvSpPr>
          <p:cNvPr id="198" name="Text 190"/>
          <p:cNvSpPr txBox="1"/>
          <p:nvPr/>
        </p:nvSpPr>
        <p:spPr>
          <a:xfrm>
            <a:off x="5337536" y="221717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99" name="Image 6" descr="preencoded.png">    </p:cNvPr>
          <p:cNvPicPr>
            <a:picLocks noChangeAspect="1"/>
          </p:cNvPicPr>
          <p:nvPr/>
        </p:nvPicPr>
        <p:blipFill>
          <a:blip r:embed="rId7"/>
          <a:stretch>
            <a:fillRect/>
          </a:stretch>
        </p:blipFill>
        <p:spPr>
          <a:xfrm>
            <a:off x="4953488" y="2492408"/>
            <a:ext cx="237744" cy="237744"/>
          </a:xfrm>
          <a:prstGeom prst="rect">
            <a:avLst/>
          </a:prstGeom>
        </p:spPr>
      </p:pic>
      <p:sp>
        <p:nvSpPr>
          <p:cNvPr id="200" name="Shape 191"/>
          <p:cNvSpPr/>
          <p:nvPr/>
        </p:nvSpPr>
        <p:spPr>
          <a:xfrm>
            <a:off x="2893418" y="2985269"/>
            <a:ext cx="2520664" cy="754083"/>
          </a:xfrm>
          <a:prstGeom prst="roundRect">
            <a:avLst>
              <a:gd name="adj" fmla="val 6063"/>
            </a:avLst>
          </a:prstGeom>
          <a:solidFill>
            <a:srgbClr val="FFFFFF">
              <a:alpha val="0"/>
            </a:srgbClr>
          </a:solidFill>
          <a:ln w="31750">
            <a:solidFill>
              <a:srgbClr val="E53935"/>
            </a:solidFill>
            <a:prstDash val="solid"/>
          </a:ln>
        </p:spPr>
      </p:sp>
      <p:sp>
        <p:nvSpPr>
          <p:cNvPr id="201" name="Shape 192"/>
          <p:cNvSpPr/>
          <p:nvPr/>
        </p:nvSpPr>
        <p:spPr>
          <a:xfrm>
            <a:off x="5276922" y="2848109"/>
            <a:ext cx="274320" cy="274320"/>
          </a:xfrm>
          <a:prstGeom prst="ellipse">
            <a:avLst/>
          </a:prstGeom>
          <a:solidFill>
            <a:srgbClr val="E53935"/>
          </a:solidFill>
          <a:ln w="12700">
            <a:solidFill>
              <a:srgbClr val="FFFFFF"/>
            </a:solidFill>
            <a:prstDash val="solid"/>
          </a:ln>
        </p:spPr>
      </p:sp>
      <p:sp>
        <p:nvSpPr>
          <p:cNvPr id="202" name="Text 193"/>
          <p:cNvSpPr txBox="1"/>
          <p:nvPr/>
        </p:nvSpPr>
        <p:spPr>
          <a:xfrm>
            <a:off x="5276922" y="284810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203" name="Image 7" descr="preencoded.png">    </p:cNvPr>
          <p:cNvPicPr>
            <a:picLocks noChangeAspect="1"/>
          </p:cNvPicPr>
          <p:nvPr/>
        </p:nvPicPr>
        <p:blipFill>
          <a:blip r:embed="rId8"/>
          <a:stretch>
            <a:fillRect/>
          </a:stretch>
        </p:blipFill>
        <p:spPr>
          <a:xfrm>
            <a:off x="4277954" y="3398186"/>
            <a:ext cx="237744" cy="237744"/>
          </a:xfrm>
          <a:prstGeom prst="rect">
            <a:avLst/>
          </a:prstGeom>
        </p:spPr>
      </p:pic>
      <p:sp>
        <p:nvSpPr>
          <p:cNvPr id="204" name="Text 19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205" name="Text 19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Pilih kolom Kelas, uji slicer</a:t>
            </a:r>
            <a:endParaRPr lang="en-US" sz="1800" dirty="0"/>
          </a:p>
        </p:txBody>
      </p:sp>
      <p:sp>
        <p:nvSpPr>
          <p:cNvPr id="206" name="Text 19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Pada Column, pilih Kelas. Slicer muncul di dashboard. Klik slicer, pilih hanya 8A, OK. Grafik hafalan menampilkan santri 8A saja.</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Menyempurnakan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6400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483888" y="2573789"/>
            <a:ext cx="640080" cy="119299"/>
          </a:xfrm>
          <a:prstGeom prst="rect">
            <a:avLst/>
          </a:prstGeom>
          <a:solidFill>
            <a:srgbClr val="F8F9FA"/>
          </a:solidFill>
          <a:ln w="6350">
            <a:solidFill>
              <a:srgbClr val="DDDDDD"/>
            </a:solidFill>
            <a:prstDash val="solid"/>
          </a:ln>
        </p:spPr>
      </p:sp>
      <p:sp>
        <p:nvSpPr>
          <p:cNvPr id="64" name="Text 56"/>
          <p:cNvSpPr txBox="1"/>
          <p:nvPr/>
        </p:nvSpPr>
        <p:spPr>
          <a:xfrm>
            <a:off x="148388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12396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212396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764048" y="2573789"/>
            <a:ext cx="640080" cy="119299"/>
          </a:xfrm>
          <a:prstGeom prst="rect">
            <a:avLst/>
          </a:prstGeom>
          <a:solidFill>
            <a:srgbClr val="F8F9FA"/>
          </a:solidFill>
          <a:ln w="6350">
            <a:solidFill>
              <a:srgbClr val="DDDDDD"/>
            </a:solidFill>
            <a:prstDash val="solid"/>
          </a:ln>
        </p:spPr>
      </p:sp>
      <p:sp>
        <p:nvSpPr>
          <p:cNvPr id="68" name="Text 60"/>
          <p:cNvSpPr txBox="1"/>
          <p:nvPr/>
        </p:nvSpPr>
        <p:spPr>
          <a:xfrm>
            <a:off x="276404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404128" y="2573789"/>
            <a:ext cx="640080" cy="119299"/>
          </a:xfrm>
          <a:prstGeom prst="rect">
            <a:avLst/>
          </a:prstGeom>
          <a:solidFill>
            <a:srgbClr val="F8F9FA"/>
          </a:solidFill>
          <a:ln w="6350">
            <a:solidFill>
              <a:srgbClr val="DDDDDD"/>
            </a:solidFill>
            <a:prstDash val="solid"/>
          </a:ln>
        </p:spPr>
      </p:sp>
      <p:sp>
        <p:nvSpPr>
          <p:cNvPr id="70" name="Text 62"/>
          <p:cNvSpPr txBox="1"/>
          <p:nvPr/>
        </p:nvSpPr>
        <p:spPr>
          <a:xfrm>
            <a:off x="34041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4044208" y="2573789"/>
            <a:ext cx="640080" cy="119299"/>
          </a:xfrm>
          <a:prstGeom prst="rect">
            <a:avLst/>
          </a:prstGeom>
          <a:solidFill>
            <a:srgbClr val="F8F9FA"/>
          </a:solidFill>
          <a:ln w="6350">
            <a:solidFill>
              <a:srgbClr val="DDDDDD"/>
            </a:solidFill>
            <a:prstDash val="solid"/>
          </a:ln>
        </p:spPr>
      </p:sp>
      <p:sp>
        <p:nvSpPr>
          <p:cNvPr id="72" name="Text 64"/>
          <p:cNvSpPr txBox="1"/>
          <p:nvPr/>
        </p:nvSpPr>
        <p:spPr>
          <a:xfrm>
            <a:off x="40442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640080" cy="119299"/>
          </a:xfrm>
          <a:prstGeom prst="rect">
            <a:avLst/>
          </a:prstGeom>
          <a:solidFill>
            <a:srgbClr val="FFFFFF"/>
          </a:solidFill>
          <a:ln w="6350">
            <a:solidFill>
              <a:srgbClr val="E2E2E2"/>
            </a:solidFill>
            <a:prstDash val="solid"/>
          </a:ln>
        </p:spPr>
      </p:sp>
      <p:sp>
        <p:nvSpPr>
          <p:cNvPr id="76" name="Shape 68"/>
          <p:cNvSpPr/>
          <p:nvPr/>
        </p:nvSpPr>
        <p:spPr>
          <a:xfrm>
            <a:off x="1483888" y="2693089"/>
            <a:ext cx="640080" cy="119299"/>
          </a:xfrm>
          <a:prstGeom prst="rect">
            <a:avLst/>
          </a:prstGeom>
          <a:solidFill>
            <a:srgbClr val="FFFFFF"/>
          </a:solidFill>
          <a:ln w="6350">
            <a:solidFill>
              <a:srgbClr val="E2E2E2"/>
            </a:solidFill>
            <a:prstDash val="solid"/>
          </a:ln>
        </p:spPr>
      </p:sp>
      <p:sp>
        <p:nvSpPr>
          <p:cNvPr id="77" name="Shape 69"/>
          <p:cNvSpPr/>
          <p:nvPr/>
        </p:nvSpPr>
        <p:spPr>
          <a:xfrm>
            <a:off x="2123968" y="2693089"/>
            <a:ext cx="640080" cy="119299"/>
          </a:xfrm>
          <a:prstGeom prst="rect">
            <a:avLst/>
          </a:prstGeom>
          <a:solidFill>
            <a:srgbClr val="FFFFFF"/>
          </a:solidFill>
          <a:ln w="6350">
            <a:solidFill>
              <a:srgbClr val="E2E2E2"/>
            </a:solidFill>
            <a:prstDash val="solid"/>
          </a:ln>
        </p:spPr>
      </p:sp>
      <p:sp>
        <p:nvSpPr>
          <p:cNvPr id="78" name="Shape 70"/>
          <p:cNvSpPr/>
          <p:nvPr/>
        </p:nvSpPr>
        <p:spPr>
          <a:xfrm>
            <a:off x="2764048" y="2693089"/>
            <a:ext cx="640080" cy="119299"/>
          </a:xfrm>
          <a:prstGeom prst="rect">
            <a:avLst/>
          </a:prstGeom>
          <a:solidFill>
            <a:srgbClr val="FFFFFF"/>
          </a:solidFill>
          <a:ln w="6350">
            <a:solidFill>
              <a:srgbClr val="E2E2E2"/>
            </a:solidFill>
            <a:prstDash val="solid"/>
          </a:ln>
        </p:spPr>
      </p:sp>
      <p:sp>
        <p:nvSpPr>
          <p:cNvPr id="79" name="Shape 71"/>
          <p:cNvSpPr/>
          <p:nvPr/>
        </p:nvSpPr>
        <p:spPr>
          <a:xfrm>
            <a:off x="3404128" y="2693089"/>
            <a:ext cx="640080" cy="119299"/>
          </a:xfrm>
          <a:prstGeom prst="rect">
            <a:avLst/>
          </a:prstGeom>
          <a:solidFill>
            <a:srgbClr val="FFFFFF"/>
          </a:solidFill>
          <a:ln w="6350">
            <a:solidFill>
              <a:srgbClr val="E2E2E2"/>
            </a:solidFill>
            <a:prstDash val="solid"/>
          </a:ln>
        </p:spPr>
      </p:sp>
      <p:sp>
        <p:nvSpPr>
          <p:cNvPr id="80" name="Shape 72"/>
          <p:cNvSpPr/>
          <p:nvPr/>
        </p:nvSpPr>
        <p:spPr>
          <a:xfrm>
            <a:off x="4044208" y="2693089"/>
            <a:ext cx="640080" cy="119299"/>
          </a:xfrm>
          <a:prstGeom prst="rect">
            <a:avLst/>
          </a:prstGeom>
          <a:solidFill>
            <a:srgbClr val="FFFFFF"/>
          </a:solidFill>
          <a:ln w="6350">
            <a:solidFill>
              <a:srgbClr val="E2E2E2"/>
            </a:solidFill>
            <a:prstDash val="solid"/>
          </a:ln>
        </p:spPr>
      </p:sp>
      <p:sp>
        <p:nvSpPr>
          <p:cNvPr id="81" name="Shape 73"/>
          <p:cNvSpPr/>
          <p:nvPr/>
        </p:nvSpPr>
        <p:spPr>
          <a:xfrm>
            <a:off x="587776" y="2812388"/>
            <a:ext cx="256032" cy="119299"/>
          </a:xfrm>
          <a:prstGeom prst="rect">
            <a:avLst/>
          </a:prstGeom>
          <a:solidFill>
            <a:srgbClr val="F8F9FA"/>
          </a:solidFill>
          <a:ln w="6350">
            <a:solidFill>
              <a:srgbClr val="DDDDDD"/>
            </a:solidFill>
            <a:prstDash val="solid"/>
          </a:ln>
        </p:spPr>
      </p:sp>
      <p:sp>
        <p:nvSpPr>
          <p:cNvPr id="82" name="Text 74"/>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3" name="Shape 75"/>
          <p:cNvSpPr/>
          <p:nvPr/>
        </p:nvSpPr>
        <p:spPr>
          <a:xfrm>
            <a:off x="843808" y="2812388"/>
            <a:ext cx="640080" cy="119299"/>
          </a:xfrm>
          <a:prstGeom prst="rect">
            <a:avLst/>
          </a:prstGeom>
          <a:solidFill>
            <a:srgbClr val="FFFFFF"/>
          </a:solidFill>
          <a:ln w="6350">
            <a:solidFill>
              <a:srgbClr val="E2E2E2"/>
            </a:solidFill>
            <a:prstDash val="solid"/>
          </a:ln>
        </p:spPr>
      </p:sp>
      <p:sp>
        <p:nvSpPr>
          <p:cNvPr id="84" name="Shape 76"/>
          <p:cNvSpPr/>
          <p:nvPr/>
        </p:nvSpPr>
        <p:spPr>
          <a:xfrm>
            <a:off x="1483888" y="2812388"/>
            <a:ext cx="640080" cy="119299"/>
          </a:xfrm>
          <a:prstGeom prst="rect">
            <a:avLst/>
          </a:prstGeom>
          <a:solidFill>
            <a:srgbClr val="FFFFFF"/>
          </a:solidFill>
          <a:ln w="6350">
            <a:solidFill>
              <a:srgbClr val="E2E2E2"/>
            </a:solidFill>
            <a:prstDash val="solid"/>
          </a:ln>
        </p:spPr>
      </p:sp>
      <p:sp>
        <p:nvSpPr>
          <p:cNvPr id="85" name="Shape 77"/>
          <p:cNvSpPr/>
          <p:nvPr/>
        </p:nvSpPr>
        <p:spPr>
          <a:xfrm>
            <a:off x="2123968" y="2812388"/>
            <a:ext cx="640080" cy="119299"/>
          </a:xfrm>
          <a:prstGeom prst="rect">
            <a:avLst/>
          </a:prstGeom>
          <a:solidFill>
            <a:srgbClr val="FFFFFF"/>
          </a:solidFill>
          <a:ln w="6350">
            <a:solidFill>
              <a:srgbClr val="E2E2E2"/>
            </a:solidFill>
            <a:prstDash val="solid"/>
          </a:ln>
        </p:spPr>
      </p:sp>
      <p:sp>
        <p:nvSpPr>
          <p:cNvPr id="86" name="Shape 78"/>
          <p:cNvSpPr/>
          <p:nvPr/>
        </p:nvSpPr>
        <p:spPr>
          <a:xfrm>
            <a:off x="2764048" y="2812388"/>
            <a:ext cx="640080" cy="119299"/>
          </a:xfrm>
          <a:prstGeom prst="rect">
            <a:avLst/>
          </a:prstGeom>
          <a:solidFill>
            <a:srgbClr val="FFFFFF"/>
          </a:solidFill>
          <a:ln w="6350">
            <a:solidFill>
              <a:srgbClr val="E2E2E2"/>
            </a:solidFill>
            <a:prstDash val="solid"/>
          </a:ln>
        </p:spPr>
      </p:sp>
      <p:sp>
        <p:nvSpPr>
          <p:cNvPr id="87" name="Shape 79"/>
          <p:cNvSpPr/>
          <p:nvPr/>
        </p:nvSpPr>
        <p:spPr>
          <a:xfrm>
            <a:off x="3404128" y="2812388"/>
            <a:ext cx="640080" cy="119299"/>
          </a:xfrm>
          <a:prstGeom prst="rect">
            <a:avLst/>
          </a:prstGeom>
          <a:solidFill>
            <a:srgbClr val="FFFFFF"/>
          </a:solidFill>
          <a:ln w="6350">
            <a:solidFill>
              <a:srgbClr val="E2E2E2"/>
            </a:solidFill>
            <a:prstDash val="solid"/>
          </a:ln>
        </p:spPr>
      </p:sp>
      <p:sp>
        <p:nvSpPr>
          <p:cNvPr id="88" name="Shape 80"/>
          <p:cNvSpPr/>
          <p:nvPr/>
        </p:nvSpPr>
        <p:spPr>
          <a:xfrm>
            <a:off x="4044208" y="2812388"/>
            <a:ext cx="640080" cy="119299"/>
          </a:xfrm>
          <a:prstGeom prst="rect">
            <a:avLst/>
          </a:prstGeom>
          <a:solidFill>
            <a:srgbClr val="FFFFFF"/>
          </a:solidFill>
          <a:ln w="6350">
            <a:solidFill>
              <a:srgbClr val="E2E2E2"/>
            </a:solidFill>
            <a:prstDash val="solid"/>
          </a:ln>
        </p:spPr>
      </p:sp>
      <p:sp>
        <p:nvSpPr>
          <p:cNvPr id="89" name="Shape 81"/>
          <p:cNvSpPr/>
          <p:nvPr/>
        </p:nvSpPr>
        <p:spPr>
          <a:xfrm>
            <a:off x="587776" y="2931688"/>
            <a:ext cx="256032" cy="119299"/>
          </a:xfrm>
          <a:prstGeom prst="rect">
            <a:avLst/>
          </a:prstGeom>
          <a:solidFill>
            <a:srgbClr val="F8F9FA"/>
          </a:solidFill>
          <a:ln w="6350">
            <a:solidFill>
              <a:srgbClr val="DDDDDD"/>
            </a:solidFill>
            <a:prstDash val="solid"/>
          </a:ln>
        </p:spPr>
      </p:sp>
      <p:sp>
        <p:nvSpPr>
          <p:cNvPr id="90" name="Text 82"/>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1" name="Shape 83"/>
          <p:cNvSpPr/>
          <p:nvPr/>
        </p:nvSpPr>
        <p:spPr>
          <a:xfrm>
            <a:off x="843808" y="2931688"/>
            <a:ext cx="640080" cy="119299"/>
          </a:xfrm>
          <a:prstGeom prst="rect">
            <a:avLst/>
          </a:prstGeom>
          <a:solidFill>
            <a:srgbClr val="FFFFFF"/>
          </a:solidFill>
          <a:ln w="6350">
            <a:solidFill>
              <a:srgbClr val="E2E2E2"/>
            </a:solidFill>
            <a:prstDash val="solid"/>
          </a:ln>
        </p:spPr>
      </p:sp>
      <p:sp>
        <p:nvSpPr>
          <p:cNvPr id="92" name="Shape 84"/>
          <p:cNvSpPr/>
          <p:nvPr/>
        </p:nvSpPr>
        <p:spPr>
          <a:xfrm>
            <a:off x="1483888" y="2931688"/>
            <a:ext cx="640080" cy="119299"/>
          </a:xfrm>
          <a:prstGeom prst="rect">
            <a:avLst/>
          </a:prstGeom>
          <a:solidFill>
            <a:srgbClr val="FFFFFF"/>
          </a:solidFill>
          <a:ln w="6350">
            <a:solidFill>
              <a:srgbClr val="E2E2E2"/>
            </a:solidFill>
            <a:prstDash val="solid"/>
          </a:ln>
        </p:spPr>
      </p:sp>
      <p:sp>
        <p:nvSpPr>
          <p:cNvPr id="93" name="Shape 85"/>
          <p:cNvSpPr/>
          <p:nvPr/>
        </p:nvSpPr>
        <p:spPr>
          <a:xfrm>
            <a:off x="2123968" y="2931688"/>
            <a:ext cx="640080" cy="119299"/>
          </a:xfrm>
          <a:prstGeom prst="rect">
            <a:avLst/>
          </a:prstGeom>
          <a:solidFill>
            <a:srgbClr val="FFFFFF"/>
          </a:solidFill>
          <a:ln w="6350">
            <a:solidFill>
              <a:srgbClr val="E2E2E2"/>
            </a:solidFill>
            <a:prstDash val="solid"/>
          </a:ln>
        </p:spPr>
      </p:sp>
      <p:sp>
        <p:nvSpPr>
          <p:cNvPr id="94" name="Shape 86"/>
          <p:cNvSpPr/>
          <p:nvPr/>
        </p:nvSpPr>
        <p:spPr>
          <a:xfrm>
            <a:off x="2764048" y="2931688"/>
            <a:ext cx="640080" cy="119299"/>
          </a:xfrm>
          <a:prstGeom prst="rect">
            <a:avLst/>
          </a:prstGeom>
          <a:solidFill>
            <a:srgbClr val="FFFFFF"/>
          </a:solidFill>
          <a:ln w="6350">
            <a:solidFill>
              <a:srgbClr val="E2E2E2"/>
            </a:solidFill>
            <a:prstDash val="solid"/>
          </a:ln>
        </p:spPr>
      </p:sp>
      <p:sp>
        <p:nvSpPr>
          <p:cNvPr id="95" name="Shape 87"/>
          <p:cNvSpPr/>
          <p:nvPr/>
        </p:nvSpPr>
        <p:spPr>
          <a:xfrm>
            <a:off x="3404128" y="2931688"/>
            <a:ext cx="640080" cy="119299"/>
          </a:xfrm>
          <a:prstGeom prst="rect">
            <a:avLst/>
          </a:prstGeom>
          <a:solidFill>
            <a:srgbClr val="FFFFFF"/>
          </a:solidFill>
          <a:ln w="6350">
            <a:solidFill>
              <a:srgbClr val="E2E2E2"/>
            </a:solidFill>
            <a:prstDash val="solid"/>
          </a:ln>
        </p:spPr>
      </p:sp>
      <p:sp>
        <p:nvSpPr>
          <p:cNvPr id="96" name="Shape 88"/>
          <p:cNvSpPr/>
          <p:nvPr/>
        </p:nvSpPr>
        <p:spPr>
          <a:xfrm>
            <a:off x="4044208" y="2931688"/>
            <a:ext cx="640080" cy="119299"/>
          </a:xfrm>
          <a:prstGeom prst="rect">
            <a:avLst/>
          </a:prstGeom>
          <a:solidFill>
            <a:srgbClr val="FFFFFF"/>
          </a:solidFill>
          <a:ln w="6350">
            <a:solidFill>
              <a:srgbClr val="E2E2E2"/>
            </a:solidFill>
            <a:prstDash val="solid"/>
          </a:ln>
        </p:spPr>
      </p:sp>
      <p:sp>
        <p:nvSpPr>
          <p:cNvPr id="97" name="Shape 89"/>
          <p:cNvSpPr/>
          <p:nvPr/>
        </p:nvSpPr>
        <p:spPr>
          <a:xfrm>
            <a:off x="587776" y="3050987"/>
            <a:ext cx="256032" cy="119299"/>
          </a:xfrm>
          <a:prstGeom prst="rect">
            <a:avLst/>
          </a:prstGeom>
          <a:solidFill>
            <a:srgbClr val="F8F9FA"/>
          </a:solidFill>
          <a:ln w="6350">
            <a:solidFill>
              <a:srgbClr val="DDDDDD"/>
            </a:solidFill>
            <a:prstDash val="solid"/>
          </a:ln>
        </p:spPr>
      </p:sp>
      <p:sp>
        <p:nvSpPr>
          <p:cNvPr id="98" name="Text 90"/>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99" name="Shape 91"/>
          <p:cNvSpPr/>
          <p:nvPr/>
        </p:nvSpPr>
        <p:spPr>
          <a:xfrm>
            <a:off x="843808" y="3050987"/>
            <a:ext cx="640080" cy="119299"/>
          </a:xfrm>
          <a:prstGeom prst="rect">
            <a:avLst/>
          </a:prstGeom>
          <a:solidFill>
            <a:srgbClr val="FFFFFF"/>
          </a:solidFill>
          <a:ln w="6350">
            <a:solidFill>
              <a:srgbClr val="E2E2E2"/>
            </a:solidFill>
            <a:prstDash val="solid"/>
          </a:ln>
        </p:spPr>
      </p:sp>
      <p:sp>
        <p:nvSpPr>
          <p:cNvPr id="100" name="Shape 92"/>
          <p:cNvSpPr/>
          <p:nvPr/>
        </p:nvSpPr>
        <p:spPr>
          <a:xfrm>
            <a:off x="1483888" y="3050987"/>
            <a:ext cx="640080" cy="119299"/>
          </a:xfrm>
          <a:prstGeom prst="rect">
            <a:avLst/>
          </a:prstGeom>
          <a:solidFill>
            <a:srgbClr val="FFFFFF"/>
          </a:solidFill>
          <a:ln w="6350">
            <a:solidFill>
              <a:srgbClr val="E2E2E2"/>
            </a:solidFill>
            <a:prstDash val="solid"/>
          </a:ln>
        </p:spPr>
      </p:sp>
      <p:sp>
        <p:nvSpPr>
          <p:cNvPr id="101" name="Shape 93"/>
          <p:cNvSpPr/>
          <p:nvPr/>
        </p:nvSpPr>
        <p:spPr>
          <a:xfrm>
            <a:off x="2123968" y="3050987"/>
            <a:ext cx="640080" cy="119299"/>
          </a:xfrm>
          <a:prstGeom prst="rect">
            <a:avLst/>
          </a:prstGeom>
          <a:solidFill>
            <a:srgbClr val="FFFFFF"/>
          </a:solidFill>
          <a:ln w="6350">
            <a:solidFill>
              <a:srgbClr val="E2E2E2"/>
            </a:solidFill>
            <a:prstDash val="solid"/>
          </a:ln>
        </p:spPr>
      </p:sp>
      <p:sp>
        <p:nvSpPr>
          <p:cNvPr id="102" name="Shape 94"/>
          <p:cNvSpPr/>
          <p:nvPr/>
        </p:nvSpPr>
        <p:spPr>
          <a:xfrm>
            <a:off x="2764048" y="3050987"/>
            <a:ext cx="640080" cy="119299"/>
          </a:xfrm>
          <a:prstGeom prst="rect">
            <a:avLst/>
          </a:prstGeom>
          <a:solidFill>
            <a:srgbClr val="FFFFFF"/>
          </a:solidFill>
          <a:ln w="6350">
            <a:solidFill>
              <a:srgbClr val="E2E2E2"/>
            </a:solidFill>
            <a:prstDash val="solid"/>
          </a:ln>
        </p:spPr>
      </p:sp>
      <p:sp>
        <p:nvSpPr>
          <p:cNvPr id="103" name="Shape 95"/>
          <p:cNvSpPr/>
          <p:nvPr/>
        </p:nvSpPr>
        <p:spPr>
          <a:xfrm>
            <a:off x="3404128" y="3050987"/>
            <a:ext cx="640080" cy="119299"/>
          </a:xfrm>
          <a:prstGeom prst="rect">
            <a:avLst/>
          </a:prstGeom>
          <a:solidFill>
            <a:srgbClr val="FFFFFF"/>
          </a:solidFill>
          <a:ln w="6350">
            <a:solidFill>
              <a:srgbClr val="E2E2E2"/>
            </a:solidFill>
            <a:prstDash val="solid"/>
          </a:ln>
        </p:spPr>
      </p:sp>
      <p:sp>
        <p:nvSpPr>
          <p:cNvPr id="104" name="Shape 96"/>
          <p:cNvSpPr/>
          <p:nvPr/>
        </p:nvSpPr>
        <p:spPr>
          <a:xfrm>
            <a:off x="4044208" y="3050987"/>
            <a:ext cx="640080" cy="119299"/>
          </a:xfrm>
          <a:prstGeom prst="rect">
            <a:avLst/>
          </a:prstGeom>
          <a:solidFill>
            <a:srgbClr val="FFFFFF"/>
          </a:solidFill>
          <a:ln w="6350">
            <a:solidFill>
              <a:srgbClr val="E2E2E2"/>
            </a:solidFill>
            <a:prstDash val="solid"/>
          </a:ln>
        </p:spPr>
      </p:sp>
      <p:sp>
        <p:nvSpPr>
          <p:cNvPr id="105" name="Shape 97"/>
          <p:cNvSpPr/>
          <p:nvPr/>
        </p:nvSpPr>
        <p:spPr>
          <a:xfrm>
            <a:off x="587776" y="3170287"/>
            <a:ext cx="256032" cy="119299"/>
          </a:xfrm>
          <a:prstGeom prst="rect">
            <a:avLst/>
          </a:prstGeom>
          <a:solidFill>
            <a:srgbClr val="F8F9FA"/>
          </a:solidFill>
          <a:ln w="6350">
            <a:solidFill>
              <a:srgbClr val="DDDDDD"/>
            </a:solidFill>
            <a:prstDash val="solid"/>
          </a:ln>
        </p:spPr>
      </p:sp>
      <p:sp>
        <p:nvSpPr>
          <p:cNvPr id="106" name="Text 98"/>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07" name="Shape 99"/>
          <p:cNvSpPr/>
          <p:nvPr/>
        </p:nvSpPr>
        <p:spPr>
          <a:xfrm>
            <a:off x="843808" y="3170287"/>
            <a:ext cx="640080" cy="119299"/>
          </a:xfrm>
          <a:prstGeom prst="rect">
            <a:avLst/>
          </a:prstGeom>
          <a:solidFill>
            <a:srgbClr val="FFFFFF"/>
          </a:solidFill>
          <a:ln w="6350">
            <a:solidFill>
              <a:srgbClr val="E2E2E2"/>
            </a:solidFill>
            <a:prstDash val="solid"/>
          </a:ln>
        </p:spPr>
      </p:sp>
      <p:sp>
        <p:nvSpPr>
          <p:cNvPr id="108" name="Shape 100"/>
          <p:cNvSpPr/>
          <p:nvPr/>
        </p:nvSpPr>
        <p:spPr>
          <a:xfrm>
            <a:off x="1483888" y="3170287"/>
            <a:ext cx="640080" cy="119299"/>
          </a:xfrm>
          <a:prstGeom prst="rect">
            <a:avLst/>
          </a:prstGeom>
          <a:solidFill>
            <a:srgbClr val="FFFFFF"/>
          </a:solidFill>
          <a:ln w="6350">
            <a:solidFill>
              <a:srgbClr val="E2E2E2"/>
            </a:solidFill>
            <a:prstDash val="solid"/>
          </a:ln>
        </p:spPr>
      </p:sp>
      <p:sp>
        <p:nvSpPr>
          <p:cNvPr id="109" name="Shape 101"/>
          <p:cNvSpPr/>
          <p:nvPr/>
        </p:nvSpPr>
        <p:spPr>
          <a:xfrm>
            <a:off x="2123968" y="3170287"/>
            <a:ext cx="640080" cy="119299"/>
          </a:xfrm>
          <a:prstGeom prst="rect">
            <a:avLst/>
          </a:prstGeom>
          <a:solidFill>
            <a:srgbClr val="FFFFFF"/>
          </a:solidFill>
          <a:ln w="6350">
            <a:solidFill>
              <a:srgbClr val="E2E2E2"/>
            </a:solidFill>
            <a:prstDash val="solid"/>
          </a:ln>
        </p:spPr>
      </p:sp>
      <p:sp>
        <p:nvSpPr>
          <p:cNvPr id="110" name="Shape 102"/>
          <p:cNvSpPr/>
          <p:nvPr/>
        </p:nvSpPr>
        <p:spPr>
          <a:xfrm>
            <a:off x="2764048" y="3170287"/>
            <a:ext cx="640080" cy="119299"/>
          </a:xfrm>
          <a:prstGeom prst="rect">
            <a:avLst/>
          </a:prstGeom>
          <a:solidFill>
            <a:srgbClr val="FFFFFF"/>
          </a:solidFill>
          <a:ln w="6350">
            <a:solidFill>
              <a:srgbClr val="E2E2E2"/>
            </a:solidFill>
            <a:prstDash val="solid"/>
          </a:ln>
        </p:spPr>
      </p:sp>
      <p:sp>
        <p:nvSpPr>
          <p:cNvPr id="111" name="Shape 103"/>
          <p:cNvSpPr/>
          <p:nvPr/>
        </p:nvSpPr>
        <p:spPr>
          <a:xfrm>
            <a:off x="3404128" y="3170287"/>
            <a:ext cx="640080" cy="119299"/>
          </a:xfrm>
          <a:prstGeom prst="rect">
            <a:avLst/>
          </a:prstGeom>
          <a:solidFill>
            <a:srgbClr val="FFFFFF"/>
          </a:solidFill>
          <a:ln w="6350">
            <a:solidFill>
              <a:srgbClr val="E2E2E2"/>
            </a:solidFill>
            <a:prstDash val="solid"/>
          </a:ln>
        </p:spPr>
      </p:sp>
      <p:sp>
        <p:nvSpPr>
          <p:cNvPr id="112" name="Shape 104"/>
          <p:cNvSpPr/>
          <p:nvPr/>
        </p:nvSpPr>
        <p:spPr>
          <a:xfrm>
            <a:off x="4044208" y="3170287"/>
            <a:ext cx="640080" cy="119299"/>
          </a:xfrm>
          <a:prstGeom prst="rect">
            <a:avLst/>
          </a:prstGeom>
          <a:solidFill>
            <a:srgbClr val="FFFFFF"/>
          </a:solidFill>
          <a:ln w="6350">
            <a:solidFill>
              <a:srgbClr val="E2E2E2"/>
            </a:solidFill>
            <a:prstDash val="solid"/>
          </a:ln>
        </p:spPr>
      </p:sp>
      <p:sp>
        <p:nvSpPr>
          <p:cNvPr id="113" name="Shape 105"/>
          <p:cNvSpPr/>
          <p:nvPr/>
        </p:nvSpPr>
        <p:spPr>
          <a:xfrm>
            <a:off x="587776" y="3289586"/>
            <a:ext cx="256032" cy="119299"/>
          </a:xfrm>
          <a:prstGeom prst="rect">
            <a:avLst/>
          </a:prstGeom>
          <a:solidFill>
            <a:srgbClr val="F8F9FA"/>
          </a:solidFill>
          <a:ln w="6350">
            <a:solidFill>
              <a:srgbClr val="DDDDDD"/>
            </a:solidFill>
            <a:prstDash val="solid"/>
          </a:ln>
        </p:spPr>
      </p:sp>
      <p:sp>
        <p:nvSpPr>
          <p:cNvPr id="114" name="Text 10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15" name="Shape 107"/>
          <p:cNvSpPr/>
          <p:nvPr/>
        </p:nvSpPr>
        <p:spPr>
          <a:xfrm>
            <a:off x="843808" y="3289586"/>
            <a:ext cx="640080" cy="119299"/>
          </a:xfrm>
          <a:prstGeom prst="rect">
            <a:avLst/>
          </a:prstGeom>
          <a:solidFill>
            <a:srgbClr val="FFFFFF"/>
          </a:solidFill>
          <a:ln w="6350">
            <a:solidFill>
              <a:srgbClr val="E2E2E2"/>
            </a:solidFill>
            <a:prstDash val="solid"/>
          </a:ln>
        </p:spPr>
      </p:sp>
      <p:sp>
        <p:nvSpPr>
          <p:cNvPr id="116" name="Shape 108"/>
          <p:cNvSpPr/>
          <p:nvPr/>
        </p:nvSpPr>
        <p:spPr>
          <a:xfrm>
            <a:off x="1483888" y="3289586"/>
            <a:ext cx="640080" cy="119299"/>
          </a:xfrm>
          <a:prstGeom prst="rect">
            <a:avLst/>
          </a:prstGeom>
          <a:solidFill>
            <a:srgbClr val="FFFFFF"/>
          </a:solidFill>
          <a:ln w="6350">
            <a:solidFill>
              <a:srgbClr val="E2E2E2"/>
            </a:solidFill>
            <a:prstDash val="solid"/>
          </a:ln>
        </p:spPr>
      </p:sp>
      <p:sp>
        <p:nvSpPr>
          <p:cNvPr id="117" name="Shape 109"/>
          <p:cNvSpPr/>
          <p:nvPr/>
        </p:nvSpPr>
        <p:spPr>
          <a:xfrm>
            <a:off x="2123968" y="3289586"/>
            <a:ext cx="640080" cy="119299"/>
          </a:xfrm>
          <a:prstGeom prst="rect">
            <a:avLst/>
          </a:prstGeom>
          <a:solidFill>
            <a:srgbClr val="FFFFFF"/>
          </a:solidFill>
          <a:ln w="6350">
            <a:solidFill>
              <a:srgbClr val="E2E2E2"/>
            </a:solidFill>
            <a:prstDash val="solid"/>
          </a:ln>
        </p:spPr>
      </p:sp>
      <p:sp>
        <p:nvSpPr>
          <p:cNvPr id="118" name="Shape 110"/>
          <p:cNvSpPr/>
          <p:nvPr/>
        </p:nvSpPr>
        <p:spPr>
          <a:xfrm>
            <a:off x="2764048" y="3289586"/>
            <a:ext cx="640080" cy="119299"/>
          </a:xfrm>
          <a:prstGeom prst="rect">
            <a:avLst/>
          </a:prstGeom>
          <a:solidFill>
            <a:srgbClr val="FFFFFF"/>
          </a:solidFill>
          <a:ln w="6350">
            <a:solidFill>
              <a:srgbClr val="E2E2E2"/>
            </a:solidFill>
            <a:prstDash val="solid"/>
          </a:ln>
        </p:spPr>
      </p:sp>
      <p:sp>
        <p:nvSpPr>
          <p:cNvPr id="119" name="Shape 111"/>
          <p:cNvSpPr/>
          <p:nvPr/>
        </p:nvSpPr>
        <p:spPr>
          <a:xfrm>
            <a:off x="3404128" y="3289586"/>
            <a:ext cx="640080" cy="119299"/>
          </a:xfrm>
          <a:prstGeom prst="rect">
            <a:avLst/>
          </a:prstGeom>
          <a:solidFill>
            <a:srgbClr val="FFFFFF"/>
          </a:solidFill>
          <a:ln w="6350">
            <a:solidFill>
              <a:srgbClr val="E2E2E2"/>
            </a:solidFill>
            <a:prstDash val="solid"/>
          </a:ln>
        </p:spPr>
      </p:sp>
      <p:sp>
        <p:nvSpPr>
          <p:cNvPr id="120" name="Shape 112"/>
          <p:cNvSpPr/>
          <p:nvPr/>
        </p:nvSpPr>
        <p:spPr>
          <a:xfrm>
            <a:off x="4044208" y="3289586"/>
            <a:ext cx="640080" cy="119299"/>
          </a:xfrm>
          <a:prstGeom prst="rect">
            <a:avLst/>
          </a:prstGeom>
          <a:solidFill>
            <a:srgbClr val="FFFFFF"/>
          </a:solidFill>
          <a:ln w="6350">
            <a:solidFill>
              <a:srgbClr val="E2E2E2"/>
            </a:solidFill>
            <a:prstDash val="solid"/>
          </a:ln>
        </p:spPr>
      </p:sp>
      <p:sp>
        <p:nvSpPr>
          <p:cNvPr id="121" name="Shape 113"/>
          <p:cNvSpPr/>
          <p:nvPr/>
        </p:nvSpPr>
        <p:spPr>
          <a:xfrm>
            <a:off x="587776" y="3408885"/>
            <a:ext cx="256032" cy="119299"/>
          </a:xfrm>
          <a:prstGeom prst="rect">
            <a:avLst/>
          </a:prstGeom>
          <a:solidFill>
            <a:srgbClr val="F8F9FA"/>
          </a:solidFill>
          <a:ln w="6350">
            <a:solidFill>
              <a:srgbClr val="DDDDDD"/>
            </a:solidFill>
            <a:prstDash val="solid"/>
          </a:ln>
        </p:spPr>
      </p:sp>
      <p:sp>
        <p:nvSpPr>
          <p:cNvPr id="122" name="Text 114"/>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23" name="Shape 115"/>
          <p:cNvSpPr/>
          <p:nvPr/>
        </p:nvSpPr>
        <p:spPr>
          <a:xfrm>
            <a:off x="843808" y="3408885"/>
            <a:ext cx="640080" cy="119299"/>
          </a:xfrm>
          <a:prstGeom prst="rect">
            <a:avLst/>
          </a:prstGeom>
          <a:solidFill>
            <a:srgbClr val="FFFFFF"/>
          </a:solidFill>
          <a:ln w="6350">
            <a:solidFill>
              <a:srgbClr val="E2E2E2"/>
            </a:solidFill>
            <a:prstDash val="solid"/>
          </a:ln>
        </p:spPr>
      </p:sp>
      <p:sp>
        <p:nvSpPr>
          <p:cNvPr id="124" name="Shape 116"/>
          <p:cNvSpPr/>
          <p:nvPr/>
        </p:nvSpPr>
        <p:spPr>
          <a:xfrm>
            <a:off x="1483888" y="3408885"/>
            <a:ext cx="640080" cy="119299"/>
          </a:xfrm>
          <a:prstGeom prst="rect">
            <a:avLst/>
          </a:prstGeom>
          <a:solidFill>
            <a:srgbClr val="FFFFFF"/>
          </a:solidFill>
          <a:ln w="6350">
            <a:solidFill>
              <a:srgbClr val="E2E2E2"/>
            </a:solidFill>
            <a:prstDash val="solid"/>
          </a:ln>
        </p:spPr>
      </p:sp>
      <p:sp>
        <p:nvSpPr>
          <p:cNvPr id="125" name="Shape 117"/>
          <p:cNvSpPr/>
          <p:nvPr/>
        </p:nvSpPr>
        <p:spPr>
          <a:xfrm>
            <a:off x="2123968" y="3408885"/>
            <a:ext cx="640080" cy="119299"/>
          </a:xfrm>
          <a:prstGeom prst="rect">
            <a:avLst/>
          </a:prstGeom>
          <a:solidFill>
            <a:srgbClr val="FFFFFF"/>
          </a:solidFill>
          <a:ln w="6350">
            <a:solidFill>
              <a:srgbClr val="E2E2E2"/>
            </a:solidFill>
            <a:prstDash val="solid"/>
          </a:ln>
        </p:spPr>
      </p:sp>
      <p:sp>
        <p:nvSpPr>
          <p:cNvPr id="126" name="Shape 118"/>
          <p:cNvSpPr/>
          <p:nvPr/>
        </p:nvSpPr>
        <p:spPr>
          <a:xfrm>
            <a:off x="2764048" y="3408885"/>
            <a:ext cx="640080" cy="119299"/>
          </a:xfrm>
          <a:prstGeom prst="rect">
            <a:avLst/>
          </a:prstGeom>
          <a:solidFill>
            <a:srgbClr val="FFFFFF"/>
          </a:solidFill>
          <a:ln w="6350">
            <a:solidFill>
              <a:srgbClr val="E2E2E2"/>
            </a:solidFill>
            <a:prstDash val="solid"/>
          </a:ln>
        </p:spPr>
      </p:sp>
      <p:sp>
        <p:nvSpPr>
          <p:cNvPr id="127" name="Shape 119"/>
          <p:cNvSpPr/>
          <p:nvPr/>
        </p:nvSpPr>
        <p:spPr>
          <a:xfrm>
            <a:off x="3404128" y="3408885"/>
            <a:ext cx="640080" cy="119299"/>
          </a:xfrm>
          <a:prstGeom prst="rect">
            <a:avLst/>
          </a:prstGeom>
          <a:solidFill>
            <a:srgbClr val="FFFFFF"/>
          </a:solidFill>
          <a:ln w="6350">
            <a:solidFill>
              <a:srgbClr val="E2E2E2"/>
            </a:solidFill>
            <a:prstDash val="solid"/>
          </a:ln>
        </p:spPr>
      </p:sp>
      <p:sp>
        <p:nvSpPr>
          <p:cNvPr id="128" name="Shape 120"/>
          <p:cNvSpPr/>
          <p:nvPr/>
        </p:nvSpPr>
        <p:spPr>
          <a:xfrm>
            <a:off x="4044208" y="3408885"/>
            <a:ext cx="640080" cy="119299"/>
          </a:xfrm>
          <a:prstGeom prst="rect">
            <a:avLst/>
          </a:prstGeom>
          <a:solidFill>
            <a:srgbClr val="FFFFFF"/>
          </a:solidFill>
          <a:ln w="6350">
            <a:solidFill>
              <a:srgbClr val="E2E2E2"/>
            </a:solidFill>
            <a:prstDash val="solid"/>
          </a:ln>
        </p:spPr>
      </p:sp>
      <p:sp>
        <p:nvSpPr>
          <p:cNvPr id="129" name="Shape 121"/>
          <p:cNvSpPr/>
          <p:nvPr/>
        </p:nvSpPr>
        <p:spPr>
          <a:xfrm>
            <a:off x="587776" y="3528185"/>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31" name="Shape 123"/>
          <p:cNvSpPr/>
          <p:nvPr/>
        </p:nvSpPr>
        <p:spPr>
          <a:xfrm>
            <a:off x="843808" y="3528185"/>
            <a:ext cx="640080" cy="119299"/>
          </a:xfrm>
          <a:prstGeom prst="rect">
            <a:avLst/>
          </a:prstGeom>
          <a:solidFill>
            <a:srgbClr val="FFFFFF"/>
          </a:solidFill>
          <a:ln w="6350">
            <a:solidFill>
              <a:srgbClr val="E2E2E2"/>
            </a:solidFill>
            <a:prstDash val="solid"/>
          </a:ln>
        </p:spPr>
      </p:sp>
      <p:sp>
        <p:nvSpPr>
          <p:cNvPr id="132" name="Shape 124"/>
          <p:cNvSpPr/>
          <p:nvPr/>
        </p:nvSpPr>
        <p:spPr>
          <a:xfrm>
            <a:off x="1483888" y="3528185"/>
            <a:ext cx="640080" cy="119299"/>
          </a:xfrm>
          <a:prstGeom prst="rect">
            <a:avLst/>
          </a:prstGeom>
          <a:solidFill>
            <a:srgbClr val="FFFFFF"/>
          </a:solidFill>
          <a:ln w="6350">
            <a:solidFill>
              <a:srgbClr val="E2E2E2"/>
            </a:solidFill>
            <a:prstDash val="solid"/>
          </a:ln>
        </p:spPr>
      </p:sp>
      <p:sp>
        <p:nvSpPr>
          <p:cNvPr id="133" name="Shape 125"/>
          <p:cNvSpPr/>
          <p:nvPr/>
        </p:nvSpPr>
        <p:spPr>
          <a:xfrm>
            <a:off x="2123968" y="3528185"/>
            <a:ext cx="640080" cy="119299"/>
          </a:xfrm>
          <a:prstGeom prst="rect">
            <a:avLst/>
          </a:prstGeom>
          <a:solidFill>
            <a:srgbClr val="FFFFFF"/>
          </a:solidFill>
          <a:ln w="6350">
            <a:solidFill>
              <a:srgbClr val="E2E2E2"/>
            </a:solidFill>
            <a:prstDash val="solid"/>
          </a:ln>
        </p:spPr>
      </p:sp>
      <p:sp>
        <p:nvSpPr>
          <p:cNvPr id="134" name="Shape 126"/>
          <p:cNvSpPr/>
          <p:nvPr/>
        </p:nvSpPr>
        <p:spPr>
          <a:xfrm>
            <a:off x="2764048" y="3528185"/>
            <a:ext cx="640080" cy="119299"/>
          </a:xfrm>
          <a:prstGeom prst="rect">
            <a:avLst/>
          </a:prstGeom>
          <a:solidFill>
            <a:srgbClr val="FFFFFF"/>
          </a:solidFill>
          <a:ln w="6350">
            <a:solidFill>
              <a:srgbClr val="E2E2E2"/>
            </a:solidFill>
            <a:prstDash val="solid"/>
          </a:ln>
        </p:spPr>
      </p:sp>
      <p:sp>
        <p:nvSpPr>
          <p:cNvPr id="135" name="Shape 127"/>
          <p:cNvSpPr/>
          <p:nvPr/>
        </p:nvSpPr>
        <p:spPr>
          <a:xfrm>
            <a:off x="3404128" y="3528185"/>
            <a:ext cx="640080" cy="119299"/>
          </a:xfrm>
          <a:prstGeom prst="rect">
            <a:avLst/>
          </a:prstGeom>
          <a:solidFill>
            <a:srgbClr val="FFFFFF"/>
          </a:solidFill>
          <a:ln w="6350">
            <a:solidFill>
              <a:srgbClr val="E2E2E2"/>
            </a:solidFill>
            <a:prstDash val="solid"/>
          </a:ln>
        </p:spPr>
      </p:sp>
      <p:sp>
        <p:nvSpPr>
          <p:cNvPr id="136" name="Shape 128"/>
          <p:cNvSpPr/>
          <p:nvPr/>
        </p:nvSpPr>
        <p:spPr>
          <a:xfrm>
            <a:off x="4044208" y="3528185"/>
            <a:ext cx="640080" cy="119299"/>
          </a:xfrm>
          <a:prstGeom prst="rect">
            <a:avLst/>
          </a:prstGeom>
          <a:solidFill>
            <a:srgbClr val="FFFFFF"/>
          </a:solidFill>
          <a:ln w="6350">
            <a:solidFill>
              <a:srgbClr val="E2E2E2"/>
            </a:solidFill>
            <a:prstDash val="solid"/>
          </a:ln>
        </p:spPr>
      </p:sp>
      <p:sp>
        <p:nvSpPr>
          <p:cNvPr id="137" name="Shape 129"/>
          <p:cNvSpPr/>
          <p:nvPr/>
        </p:nvSpPr>
        <p:spPr>
          <a:xfrm>
            <a:off x="587776" y="3647484"/>
            <a:ext cx="256032" cy="119299"/>
          </a:xfrm>
          <a:prstGeom prst="rect">
            <a:avLst/>
          </a:prstGeom>
          <a:solidFill>
            <a:srgbClr val="F8F9FA"/>
          </a:solidFill>
          <a:ln w="6350">
            <a:solidFill>
              <a:srgbClr val="DDDDDD"/>
            </a:solidFill>
            <a:prstDash val="solid"/>
          </a:ln>
        </p:spPr>
      </p:sp>
      <p:sp>
        <p:nvSpPr>
          <p:cNvPr id="138" name="Text 130"/>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39" name="Shape 131"/>
          <p:cNvSpPr/>
          <p:nvPr/>
        </p:nvSpPr>
        <p:spPr>
          <a:xfrm>
            <a:off x="843808" y="3647484"/>
            <a:ext cx="640080" cy="119299"/>
          </a:xfrm>
          <a:prstGeom prst="rect">
            <a:avLst/>
          </a:prstGeom>
          <a:solidFill>
            <a:srgbClr val="FFFFFF"/>
          </a:solidFill>
          <a:ln w="6350">
            <a:solidFill>
              <a:srgbClr val="E2E2E2"/>
            </a:solidFill>
            <a:prstDash val="solid"/>
          </a:ln>
        </p:spPr>
      </p:sp>
      <p:sp>
        <p:nvSpPr>
          <p:cNvPr id="140" name="Shape 132"/>
          <p:cNvSpPr/>
          <p:nvPr/>
        </p:nvSpPr>
        <p:spPr>
          <a:xfrm>
            <a:off x="1483888" y="3647484"/>
            <a:ext cx="640080" cy="119299"/>
          </a:xfrm>
          <a:prstGeom prst="rect">
            <a:avLst/>
          </a:prstGeom>
          <a:solidFill>
            <a:srgbClr val="FFFFFF"/>
          </a:solidFill>
          <a:ln w="6350">
            <a:solidFill>
              <a:srgbClr val="E2E2E2"/>
            </a:solidFill>
            <a:prstDash val="solid"/>
          </a:ln>
        </p:spPr>
      </p:sp>
      <p:sp>
        <p:nvSpPr>
          <p:cNvPr id="141" name="Shape 133"/>
          <p:cNvSpPr/>
          <p:nvPr/>
        </p:nvSpPr>
        <p:spPr>
          <a:xfrm>
            <a:off x="2123968" y="3647484"/>
            <a:ext cx="640080" cy="119299"/>
          </a:xfrm>
          <a:prstGeom prst="rect">
            <a:avLst/>
          </a:prstGeom>
          <a:solidFill>
            <a:srgbClr val="FFFFFF"/>
          </a:solidFill>
          <a:ln w="6350">
            <a:solidFill>
              <a:srgbClr val="E2E2E2"/>
            </a:solidFill>
            <a:prstDash val="solid"/>
          </a:ln>
        </p:spPr>
      </p:sp>
      <p:sp>
        <p:nvSpPr>
          <p:cNvPr id="142" name="Shape 134"/>
          <p:cNvSpPr/>
          <p:nvPr/>
        </p:nvSpPr>
        <p:spPr>
          <a:xfrm>
            <a:off x="2764048" y="3647484"/>
            <a:ext cx="640080" cy="119299"/>
          </a:xfrm>
          <a:prstGeom prst="rect">
            <a:avLst/>
          </a:prstGeom>
          <a:solidFill>
            <a:srgbClr val="FFFFFF"/>
          </a:solidFill>
          <a:ln w="6350">
            <a:solidFill>
              <a:srgbClr val="E2E2E2"/>
            </a:solidFill>
            <a:prstDash val="solid"/>
          </a:ln>
        </p:spPr>
      </p:sp>
      <p:sp>
        <p:nvSpPr>
          <p:cNvPr id="143" name="Shape 135"/>
          <p:cNvSpPr/>
          <p:nvPr/>
        </p:nvSpPr>
        <p:spPr>
          <a:xfrm>
            <a:off x="3404128" y="3647484"/>
            <a:ext cx="640080" cy="119299"/>
          </a:xfrm>
          <a:prstGeom prst="rect">
            <a:avLst/>
          </a:prstGeom>
          <a:solidFill>
            <a:srgbClr val="FFFFFF"/>
          </a:solidFill>
          <a:ln w="6350">
            <a:solidFill>
              <a:srgbClr val="E2E2E2"/>
            </a:solidFill>
            <a:prstDash val="solid"/>
          </a:ln>
        </p:spPr>
      </p:sp>
      <p:sp>
        <p:nvSpPr>
          <p:cNvPr id="144" name="Shape 136"/>
          <p:cNvSpPr/>
          <p:nvPr/>
        </p:nvSpPr>
        <p:spPr>
          <a:xfrm>
            <a:off x="4044208" y="3647484"/>
            <a:ext cx="640080" cy="119299"/>
          </a:xfrm>
          <a:prstGeom prst="rect">
            <a:avLst/>
          </a:prstGeom>
          <a:solidFill>
            <a:srgbClr val="FFFFFF"/>
          </a:solidFill>
          <a:ln w="6350">
            <a:solidFill>
              <a:srgbClr val="E2E2E2"/>
            </a:solidFill>
            <a:prstDash val="solid"/>
          </a:ln>
        </p:spPr>
      </p:sp>
      <p:sp>
        <p:nvSpPr>
          <p:cNvPr id="145" name="Shape 137"/>
          <p:cNvSpPr/>
          <p:nvPr/>
        </p:nvSpPr>
        <p:spPr>
          <a:xfrm>
            <a:off x="587776" y="3794216"/>
            <a:ext cx="4950927" cy="201168"/>
          </a:xfrm>
          <a:prstGeom prst="rect">
            <a:avLst/>
          </a:prstGeom>
          <a:solidFill>
            <a:srgbClr val="F8F9FA"/>
          </a:solidFill>
          <a:ln w="12700">
            <a:solidFill>
              <a:srgbClr val="F8F9FA"/>
            </a:solidFill>
            <a:prstDash val="solid"/>
          </a:ln>
        </p:spPr>
      </p:sp>
      <p:sp>
        <p:nvSpPr>
          <p:cNvPr id="146" name="Text 138"/>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47" name="Text 139"/>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Data</a:t>
            </a:r>
            <a:endParaRPr lang="en-US" sz="700" dirty="0"/>
          </a:p>
        </p:txBody>
      </p:sp>
      <p:sp>
        <p:nvSpPr>
          <p:cNvPr id="148" name="Text 140"/>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Ringkasan</a:t>
            </a:r>
            <a:endParaRPr lang="en-US" sz="700" dirty="0"/>
          </a:p>
        </p:txBody>
      </p:sp>
      <p:sp>
        <p:nvSpPr>
          <p:cNvPr id="149" name="Shape 141"/>
          <p:cNvSpPr/>
          <p:nvPr/>
        </p:nvSpPr>
        <p:spPr>
          <a:xfrm>
            <a:off x="2690896" y="3794216"/>
            <a:ext cx="731520" cy="201168"/>
          </a:xfrm>
          <a:prstGeom prst="rect">
            <a:avLst/>
          </a:prstGeom>
          <a:solidFill>
            <a:srgbClr val="E1EFFE"/>
          </a:solidFill>
          <a:ln w="12700">
            <a:solidFill>
              <a:srgbClr val="E1EFFE"/>
            </a:solidFill>
            <a:prstDash val="solid"/>
          </a:ln>
        </p:spPr>
      </p:sp>
      <p:sp>
        <p:nvSpPr>
          <p:cNvPr id="150" name="Text 142"/>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Dashboard</a:t>
            </a:r>
            <a:endParaRPr lang="en-US" sz="700" dirty="0"/>
          </a:p>
        </p:txBody>
      </p:sp>
      <p:sp>
        <p:nvSpPr>
          <p:cNvPr id="151" name="Shape 143"/>
          <p:cNvSpPr/>
          <p:nvPr/>
        </p:nvSpPr>
        <p:spPr>
          <a:xfrm>
            <a:off x="633496" y="2372621"/>
            <a:ext cx="4859487" cy="1394163"/>
          </a:xfrm>
          <a:prstGeom prst="rect">
            <a:avLst/>
          </a:prstGeom>
          <a:solidFill>
            <a:srgbClr val="F3F6F4"/>
          </a:solidFill>
          <a:ln w="12700">
            <a:solidFill>
              <a:srgbClr val="F3F6F4"/>
            </a:solidFill>
            <a:prstDash val="solid"/>
          </a:ln>
        </p:spPr>
      </p:sp>
      <p:sp>
        <p:nvSpPr>
          <p:cNvPr id="152" name="Text 144"/>
          <p:cNvSpPr txBox="1"/>
          <p:nvPr/>
        </p:nvSpPr>
        <p:spPr>
          <a:xfrm>
            <a:off x="679216" y="2390909"/>
            <a:ext cx="4768047" cy="182880"/>
          </a:xfrm>
          <a:prstGeom prst="rect">
            <a:avLst/>
          </a:prstGeom>
          <a:noFill/>
          <a:ln/>
        </p:spPr>
        <p:txBody>
          <a:bodyPr wrap="square" lIns="0" tIns="0" rIns="0" bIns="0" rtlCol="0" anchor="t"/>
          <a:lstStyle/>
          <a:p>
            <a:pPr indent="0" marL="0">
              <a:buNone/>
            </a:pPr>
            <a:r>
              <a:rPr lang="en-US" sz="800" b="1" dirty="0">
                <a:solidFill>
                  <a:srgbClr val="0F4C3A"/>
                </a:solidFill>
                <a:latin typeface="Calibri" pitchFamily="34" charset="0"/>
                <a:ea typeface="Calibri" pitchFamily="34" charset="-122"/>
                <a:cs typeface="Calibri" pitchFamily="34" charset="-120"/>
              </a:rPr>
              <a:t>DASHBOARD KELAS 8 (DATA FIKTIF)</a:t>
            </a:r>
            <a:endParaRPr lang="en-US" sz="800" dirty="0"/>
          </a:p>
        </p:txBody>
      </p:sp>
      <p:sp>
        <p:nvSpPr>
          <p:cNvPr id="153" name="Shape 145"/>
          <p:cNvSpPr/>
          <p:nvPr/>
        </p:nvSpPr>
        <p:spPr>
          <a:xfrm>
            <a:off x="679216" y="2601221"/>
            <a:ext cx="1157722" cy="329184"/>
          </a:xfrm>
          <a:prstGeom prst="roundRect">
            <a:avLst>
              <a:gd name="adj" fmla="val 11111"/>
            </a:avLst>
          </a:prstGeom>
          <a:solidFill>
            <a:srgbClr val="FFFFFF"/>
          </a:solidFill>
          <a:ln w="9525">
            <a:solidFill>
              <a:srgbClr val="DDDDDD"/>
            </a:solidFill>
            <a:prstDash val="solid"/>
          </a:ln>
        </p:spPr>
      </p:sp>
      <p:sp>
        <p:nvSpPr>
          <p:cNvPr id="154" name="Shape 146"/>
          <p:cNvSpPr/>
          <p:nvPr/>
        </p:nvSpPr>
        <p:spPr>
          <a:xfrm>
            <a:off x="679216" y="2601221"/>
            <a:ext cx="45720" cy="329184"/>
          </a:xfrm>
          <a:prstGeom prst="rect">
            <a:avLst/>
          </a:prstGeom>
          <a:solidFill>
            <a:srgbClr val="1F7A5C"/>
          </a:solidFill>
          <a:ln w="12700">
            <a:solidFill>
              <a:srgbClr val="1F7A5C"/>
            </a:solidFill>
            <a:prstDash val="solid"/>
          </a:ln>
        </p:spPr>
      </p:sp>
      <p:sp>
        <p:nvSpPr>
          <p:cNvPr id="155" name="Text 147"/>
          <p:cNvSpPr txBox="1"/>
          <p:nvPr/>
        </p:nvSpPr>
        <p:spPr>
          <a:xfrm>
            <a:off x="770656" y="2628653"/>
            <a:ext cx="1020562" cy="115214"/>
          </a:xfrm>
          <a:prstGeom prst="rect">
            <a:avLst/>
          </a:prstGeom>
          <a:noFill/>
          <a:ln/>
        </p:spPr>
        <p:txBody>
          <a:bodyPr wrap="square" lIns="0" tIns="0" rIns="0" bIns="0" rtlCol="0" anchor="ctr"/>
          <a:lstStyle/>
          <a:p>
            <a:pPr indent="0" marL="0">
              <a:buNone/>
            </a:pPr>
            <a:r>
              <a:rPr lang="en-US" sz="550" dirty="0">
                <a:solidFill>
                  <a:srgbClr val="555555"/>
                </a:solidFill>
                <a:latin typeface="Calibri" pitchFamily="34" charset="0"/>
                <a:ea typeface="Calibri" pitchFamily="34" charset="-122"/>
                <a:cs typeface="Calibri" pitchFamily="34" charset="-120"/>
              </a:rPr>
              <a:t>Jumlah santri</a:t>
            </a:r>
            <a:endParaRPr lang="en-US" sz="550" dirty="0"/>
          </a:p>
        </p:txBody>
      </p:sp>
      <p:sp>
        <p:nvSpPr>
          <p:cNvPr id="156" name="Text 148"/>
          <p:cNvSpPr txBox="1"/>
          <p:nvPr/>
        </p:nvSpPr>
        <p:spPr>
          <a:xfrm>
            <a:off x="770656" y="2716436"/>
            <a:ext cx="1020562" cy="197510"/>
          </a:xfrm>
          <a:prstGeom prst="rect">
            <a:avLst/>
          </a:prstGeom>
          <a:noFill/>
          <a:ln/>
        </p:spPr>
        <p:txBody>
          <a:bodyPr wrap="square" lIns="0" tIns="0" rIns="0" bIns="0" rtlCol="0" anchor="ctr"/>
          <a:lstStyle/>
          <a:p>
            <a:pPr indent="0" marL="0">
              <a:buNone/>
            </a:pPr>
            <a:r>
              <a:rPr lang="en-US" sz="1152" b="1" dirty="0">
                <a:solidFill>
                  <a:srgbClr val="1F7A5C"/>
                </a:solidFill>
                <a:latin typeface="Calibri" pitchFamily="34" charset="0"/>
                <a:ea typeface="Calibri" pitchFamily="34" charset="-122"/>
                <a:cs typeface="Calibri" pitchFamily="34" charset="-120"/>
              </a:rPr>
              <a:t>16</a:t>
            </a:r>
            <a:endParaRPr lang="en-US" sz="1152" dirty="0"/>
          </a:p>
        </p:txBody>
      </p:sp>
      <p:sp>
        <p:nvSpPr>
          <p:cNvPr id="157" name="Shape 149"/>
          <p:cNvSpPr/>
          <p:nvPr/>
        </p:nvSpPr>
        <p:spPr>
          <a:xfrm>
            <a:off x="1882658" y="2601221"/>
            <a:ext cx="1157722" cy="329184"/>
          </a:xfrm>
          <a:prstGeom prst="roundRect">
            <a:avLst>
              <a:gd name="adj" fmla="val 11111"/>
            </a:avLst>
          </a:prstGeom>
          <a:solidFill>
            <a:srgbClr val="FFFFFF"/>
          </a:solidFill>
          <a:ln w="9525">
            <a:solidFill>
              <a:srgbClr val="DDDDDD"/>
            </a:solidFill>
            <a:prstDash val="solid"/>
          </a:ln>
        </p:spPr>
      </p:sp>
      <p:sp>
        <p:nvSpPr>
          <p:cNvPr id="158" name="Shape 150"/>
          <p:cNvSpPr/>
          <p:nvPr/>
        </p:nvSpPr>
        <p:spPr>
          <a:xfrm>
            <a:off x="1882658" y="2601221"/>
            <a:ext cx="45720" cy="329184"/>
          </a:xfrm>
          <a:prstGeom prst="rect">
            <a:avLst/>
          </a:prstGeom>
          <a:solidFill>
            <a:srgbClr val="D4A017"/>
          </a:solidFill>
          <a:ln w="12700">
            <a:solidFill>
              <a:srgbClr val="D4A017"/>
            </a:solidFill>
            <a:prstDash val="solid"/>
          </a:ln>
        </p:spPr>
      </p:sp>
      <p:sp>
        <p:nvSpPr>
          <p:cNvPr id="159" name="Text 151"/>
          <p:cNvSpPr txBox="1"/>
          <p:nvPr/>
        </p:nvSpPr>
        <p:spPr>
          <a:xfrm>
            <a:off x="1974098" y="2628653"/>
            <a:ext cx="1020562" cy="115214"/>
          </a:xfrm>
          <a:prstGeom prst="rect">
            <a:avLst/>
          </a:prstGeom>
          <a:noFill/>
          <a:ln/>
        </p:spPr>
        <p:txBody>
          <a:bodyPr wrap="square" lIns="0" tIns="0" rIns="0" bIns="0" rtlCol="0" anchor="ctr"/>
          <a:lstStyle/>
          <a:p>
            <a:pPr indent="0" marL="0">
              <a:buNone/>
            </a:pPr>
            <a:r>
              <a:rPr lang="en-US" sz="550" dirty="0">
                <a:solidFill>
                  <a:srgbClr val="555555"/>
                </a:solidFill>
                <a:latin typeface="Calibri" pitchFamily="34" charset="0"/>
                <a:ea typeface="Calibri" pitchFamily="34" charset="-122"/>
                <a:cs typeface="Calibri" pitchFamily="34" charset="-120"/>
              </a:rPr>
              <a:t>Rata-rata juz</a:t>
            </a:r>
            <a:endParaRPr lang="en-US" sz="550" dirty="0"/>
          </a:p>
        </p:txBody>
      </p:sp>
      <p:sp>
        <p:nvSpPr>
          <p:cNvPr id="160" name="Text 152"/>
          <p:cNvSpPr txBox="1"/>
          <p:nvPr/>
        </p:nvSpPr>
        <p:spPr>
          <a:xfrm>
            <a:off x="1974098" y="2716436"/>
            <a:ext cx="1020562" cy="197510"/>
          </a:xfrm>
          <a:prstGeom prst="rect">
            <a:avLst/>
          </a:prstGeom>
          <a:noFill/>
          <a:ln/>
        </p:spPr>
        <p:txBody>
          <a:bodyPr wrap="square" lIns="0" tIns="0" rIns="0" bIns="0" rtlCol="0" anchor="ctr"/>
          <a:lstStyle/>
          <a:p>
            <a:pPr indent="0" marL="0">
              <a:buNone/>
            </a:pPr>
            <a:r>
              <a:rPr lang="en-US" sz="1152" b="1" dirty="0">
                <a:solidFill>
                  <a:srgbClr val="D4A017"/>
                </a:solidFill>
                <a:latin typeface="Calibri" pitchFamily="34" charset="0"/>
                <a:ea typeface="Calibri" pitchFamily="34" charset="-122"/>
                <a:cs typeface="Calibri" pitchFamily="34" charset="-120"/>
              </a:rPr>
              <a:t>3,3</a:t>
            </a:r>
            <a:endParaRPr lang="en-US" sz="1152" dirty="0"/>
          </a:p>
        </p:txBody>
      </p:sp>
      <p:sp>
        <p:nvSpPr>
          <p:cNvPr id="161" name="Shape 153"/>
          <p:cNvSpPr/>
          <p:nvPr/>
        </p:nvSpPr>
        <p:spPr>
          <a:xfrm>
            <a:off x="3086100" y="2601221"/>
            <a:ext cx="1157722" cy="329184"/>
          </a:xfrm>
          <a:prstGeom prst="roundRect">
            <a:avLst>
              <a:gd name="adj" fmla="val 11111"/>
            </a:avLst>
          </a:prstGeom>
          <a:solidFill>
            <a:srgbClr val="FFFFFF"/>
          </a:solidFill>
          <a:ln w="9525">
            <a:solidFill>
              <a:srgbClr val="DDDDDD"/>
            </a:solidFill>
            <a:prstDash val="solid"/>
          </a:ln>
        </p:spPr>
      </p:sp>
      <p:sp>
        <p:nvSpPr>
          <p:cNvPr id="162" name="Shape 154"/>
          <p:cNvSpPr/>
          <p:nvPr/>
        </p:nvSpPr>
        <p:spPr>
          <a:xfrm>
            <a:off x="3086100" y="2601221"/>
            <a:ext cx="45720" cy="329184"/>
          </a:xfrm>
          <a:prstGeom prst="rect">
            <a:avLst/>
          </a:prstGeom>
          <a:solidFill>
            <a:srgbClr val="1A73E8"/>
          </a:solidFill>
          <a:ln w="12700">
            <a:solidFill>
              <a:srgbClr val="1A73E8"/>
            </a:solidFill>
            <a:prstDash val="solid"/>
          </a:ln>
        </p:spPr>
      </p:sp>
      <p:sp>
        <p:nvSpPr>
          <p:cNvPr id="163" name="Text 155"/>
          <p:cNvSpPr txBox="1"/>
          <p:nvPr/>
        </p:nvSpPr>
        <p:spPr>
          <a:xfrm>
            <a:off x="3177540" y="2628653"/>
            <a:ext cx="1020562" cy="115214"/>
          </a:xfrm>
          <a:prstGeom prst="rect">
            <a:avLst/>
          </a:prstGeom>
          <a:noFill/>
          <a:ln/>
        </p:spPr>
        <p:txBody>
          <a:bodyPr wrap="square" lIns="0" tIns="0" rIns="0" bIns="0" rtlCol="0" anchor="ctr"/>
          <a:lstStyle/>
          <a:p>
            <a:pPr indent="0" marL="0">
              <a:buNone/>
            </a:pPr>
            <a:r>
              <a:rPr lang="en-US" sz="550" dirty="0">
                <a:solidFill>
                  <a:srgbClr val="555555"/>
                </a:solidFill>
                <a:latin typeface="Calibri" pitchFamily="34" charset="0"/>
                <a:ea typeface="Calibri" pitchFamily="34" charset="-122"/>
                <a:cs typeface="Calibri" pitchFamily="34" charset="-120"/>
              </a:rPr>
              <a:t>Juz tertinggi</a:t>
            </a:r>
            <a:endParaRPr lang="en-US" sz="550" dirty="0"/>
          </a:p>
        </p:txBody>
      </p:sp>
      <p:sp>
        <p:nvSpPr>
          <p:cNvPr id="164" name="Text 156"/>
          <p:cNvSpPr txBox="1"/>
          <p:nvPr/>
        </p:nvSpPr>
        <p:spPr>
          <a:xfrm>
            <a:off x="3177540" y="2716436"/>
            <a:ext cx="1020562" cy="197510"/>
          </a:xfrm>
          <a:prstGeom prst="rect">
            <a:avLst/>
          </a:prstGeom>
          <a:noFill/>
          <a:ln/>
        </p:spPr>
        <p:txBody>
          <a:bodyPr wrap="square" lIns="0" tIns="0" rIns="0" bIns="0" rtlCol="0" anchor="ctr"/>
          <a:lstStyle/>
          <a:p>
            <a:pPr indent="0" marL="0">
              <a:buNone/>
            </a:pPr>
            <a:r>
              <a:rPr lang="en-US" sz="1152" b="1" dirty="0">
                <a:solidFill>
                  <a:srgbClr val="1A73E8"/>
                </a:solidFill>
                <a:latin typeface="Calibri" pitchFamily="34" charset="0"/>
                <a:ea typeface="Calibri" pitchFamily="34" charset="-122"/>
                <a:cs typeface="Calibri" pitchFamily="34" charset="-120"/>
              </a:rPr>
              <a:t>6</a:t>
            </a:r>
            <a:endParaRPr lang="en-US" sz="1152" dirty="0"/>
          </a:p>
        </p:txBody>
      </p:sp>
      <p:sp>
        <p:nvSpPr>
          <p:cNvPr id="165" name="Shape 157"/>
          <p:cNvSpPr/>
          <p:nvPr/>
        </p:nvSpPr>
        <p:spPr>
          <a:xfrm>
            <a:off x="4289542" y="2601221"/>
            <a:ext cx="1157722" cy="329184"/>
          </a:xfrm>
          <a:prstGeom prst="roundRect">
            <a:avLst>
              <a:gd name="adj" fmla="val 11111"/>
            </a:avLst>
          </a:prstGeom>
          <a:solidFill>
            <a:srgbClr val="FFFFFF"/>
          </a:solidFill>
          <a:ln w="9525">
            <a:solidFill>
              <a:srgbClr val="DDDDDD"/>
            </a:solidFill>
            <a:prstDash val="solid"/>
          </a:ln>
        </p:spPr>
      </p:sp>
      <p:sp>
        <p:nvSpPr>
          <p:cNvPr id="166" name="Shape 158"/>
          <p:cNvSpPr/>
          <p:nvPr/>
        </p:nvSpPr>
        <p:spPr>
          <a:xfrm>
            <a:off x="4289542" y="2601221"/>
            <a:ext cx="45720" cy="329184"/>
          </a:xfrm>
          <a:prstGeom prst="rect">
            <a:avLst/>
          </a:prstGeom>
          <a:solidFill>
            <a:srgbClr val="C62828"/>
          </a:solidFill>
          <a:ln w="12700">
            <a:solidFill>
              <a:srgbClr val="C62828"/>
            </a:solidFill>
            <a:prstDash val="solid"/>
          </a:ln>
        </p:spPr>
      </p:sp>
      <p:sp>
        <p:nvSpPr>
          <p:cNvPr id="167" name="Text 159"/>
          <p:cNvSpPr txBox="1"/>
          <p:nvPr/>
        </p:nvSpPr>
        <p:spPr>
          <a:xfrm>
            <a:off x="4380982" y="2628653"/>
            <a:ext cx="1020562" cy="115214"/>
          </a:xfrm>
          <a:prstGeom prst="rect">
            <a:avLst/>
          </a:prstGeom>
          <a:noFill/>
          <a:ln/>
        </p:spPr>
        <p:txBody>
          <a:bodyPr wrap="square" lIns="0" tIns="0" rIns="0" bIns="0" rtlCol="0" anchor="ctr"/>
          <a:lstStyle/>
          <a:p>
            <a:pPr indent="0" marL="0">
              <a:buNone/>
            </a:pPr>
            <a:r>
              <a:rPr lang="en-US" sz="550" dirty="0">
                <a:solidFill>
                  <a:srgbClr val="555555"/>
                </a:solidFill>
                <a:latin typeface="Calibri" pitchFamily="34" charset="0"/>
                <a:ea typeface="Calibri" pitchFamily="34" charset="-122"/>
                <a:cs typeface="Calibri" pitchFamily="34" charset="-120"/>
              </a:rPr>
              <a:t>Ekskul terbanyak</a:t>
            </a:r>
            <a:endParaRPr lang="en-US" sz="550" dirty="0"/>
          </a:p>
        </p:txBody>
      </p:sp>
      <p:sp>
        <p:nvSpPr>
          <p:cNvPr id="168" name="Text 160"/>
          <p:cNvSpPr txBox="1"/>
          <p:nvPr/>
        </p:nvSpPr>
        <p:spPr>
          <a:xfrm>
            <a:off x="4380982" y="2716436"/>
            <a:ext cx="1020562" cy="197510"/>
          </a:xfrm>
          <a:prstGeom prst="rect">
            <a:avLst/>
          </a:prstGeom>
          <a:noFill/>
          <a:ln/>
        </p:spPr>
        <p:txBody>
          <a:bodyPr wrap="square" lIns="0" tIns="0" rIns="0" bIns="0" rtlCol="0" anchor="ctr"/>
          <a:lstStyle/>
          <a:p>
            <a:pPr indent="0" marL="0">
              <a:buNone/>
            </a:pPr>
            <a:r>
              <a:rPr lang="en-US" sz="1152" b="1" dirty="0">
                <a:solidFill>
                  <a:srgbClr val="C62828"/>
                </a:solidFill>
                <a:latin typeface="Calibri" pitchFamily="34" charset="0"/>
                <a:ea typeface="Calibri" pitchFamily="34" charset="-122"/>
                <a:cs typeface="Calibri" pitchFamily="34" charset="-120"/>
              </a:rPr>
              <a:t>Pramuka</a:t>
            </a:r>
            <a:endParaRPr lang="en-US" sz="1152" dirty="0"/>
          </a:p>
        </p:txBody>
      </p:sp>
      <p:sp>
        <p:nvSpPr>
          <p:cNvPr id="169" name="Shape 161"/>
          <p:cNvSpPr/>
          <p:nvPr/>
        </p:nvSpPr>
        <p:spPr>
          <a:xfrm>
            <a:off x="679216" y="3003557"/>
            <a:ext cx="2186769" cy="717507"/>
          </a:xfrm>
          <a:prstGeom prst="roundRect">
            <a:avLst>
              <a:gd name="adj" fmla="val 3823"/>
            </a:avLst>
          </a:prstGeom>
          <a:solidFill>
            <a:srgbClr val="FFFFFF"/>
          </a:solidFill>
          <a:ln w="9525">
            <a:solidFill>
              <a:srgbClr val="DDDDDD"/>
            </a:solidFill>
            <a:prstDash val="solid"/>
          </a:ln>
        </p:spPr>
      </p:sp>
      <p:sp>
        <p:nvSpPr>
          <p:cNvPr id="170" name="Text 162"/>
          <p:cNvSpPr txBox="1"/>
          <p:nvPr/>
        </p:nvSpPr>
        <p:spPr>
          <a:xfrm>
            <a:off x="679216" y="3021845"/>
            <a:ext cx="2186769" cy="146304"/>
          </a:xfrm>
          <a:prstGeom prst="rect">
            <a:avLst/>
          </a:prstGeom>
          <a:noFill/>
          <a:ln/>
        </p:spPr>
        <p:txBody>
          <a:bodyPr wrap="square" lIns="0" tIns="0" rIns="0" bIns="0" rtlCol="0" anchor="t"/>
          <a:lstStyle/>
          <a:p>
            <a:pPr algn="ctr" indent="0" marL="0">
              <a:buNone/>
            </a:pPr>
            <a:r>
              <a:rPr lang="en-US" sz="650" b="1" dirty="0">
                <a:solidFill>
                  <a:srgbClr val="1E2A26"/>
                </a:solidFill>
                <a:latin typeface="Calibri" pitchFamily="34" charset="0"/>
                <a:ea typeface="Calibri" pitchFamily="34" charset="-122"/>
                <a:cs typeface="Calibri" pitchFamily="34" charset="-120"/>
              </a:rPr>
              <a:t>Santri per Ekskul</a:t>
            </a:r>
            <a:endParaRPr lang="en-US" sz="650" dirty="0"/>
          </a:p>
        </p:txBody>
      </p:sp>
      <p:sp>
        <p:nvSpPr>
          <p:cNvPr id="171" name="Shape 163"/>
          <p:cNvSpPr/>
          <p:nvPr/>
        </p:nvSpPr>
        <p:spPr>
          <a:xfrm>
            <a:off x="752368" y="3204725"/>
            <a:ext cx="443187" cy="443187"/>
          </a:xfrm>
          <a:prstGeom prst="pie">
            <a:avLst>
              <a:gd name="adj1" fmla="val 0"/>
              <a:gd name="adj2" fmla="val 8100000"/>
            </a:avLst>
          </a:prstGeom>
          <a:solidFill>
            <a:srgbClr val="1F7A5C"/>
          </a:solidFill>
          <a:ln/>
        </p:spPr>
      </p:sp>
      <p:sp>
        <p:nvSpPr>
          <p:cNvPr id="172" name="Shape 164"/>
          <p:cNvSpPr/>
          <p:nvPr/>
        </p:nvSpPr>
        <p:spPr>
          <a:xfrm>
            <a:off x="752368" y="3204725"/>
            <a:ext cx="443187" cy="443187"/>
          </a:xfrm>
          <a:prstGeom prst="pie">
            <a:avLst>
              <a:gd name="adj1" fmla="val 8100000"/>
              <a:gd name="adj2" fmla="val 13500000"/>
            </a:avLst>
          </a:prstGeom>
          <a:solidFill>
            <a:srgbClr val="D4A017"/>
          </a:solidFill>
          <a:ln/>
        </p:spPr>
      </p:sp>
      <p:sp>
        <p:nvSpPr>
          <p:cNvPr id="173" name="Shape 165"/>
          <p:cNvSpPr/>
          <p:nvPr/>
        </p:nvSpPr>
        <p:spPr>
          <a:xfrm>
            <a:off x="752368" y="3204725"/>
            <a:ext cx="443187" cy="443187"/>
          </a:xfrm>
          <a:prstGeom prst="pie">
            <a:avLst>
              <a:gd name="adj1" fmla="val 13500000"/>
              <a:gd name="adj2" fmla="val 18900000"/>
            </a:avLst>
          </a:prstGeom>
          <a:solidFill>
            <a:srgbClr val="4285F4"/>
          </a:solidFill>
          <a:ln/>
        </p:spPr>
      </p:sp>
      <p:sp>
        <p:nvSpPr>
          <p:cNvPr id="174" name="Shape 166"/>
          <p:cNvSpPr/>
          <p:nvPr/>
        </p:nvSpPr>
        <p:spPr>
          <a:xfrm>
            <a:off x="752368" y="3204725"/>
            <a:ext cx="443187" cy="443187"/>
          </a:xfrm>
          <a:prstGeom prst="pie">
            <a:avLst>
              <a:gd name="adj1" fmla="val 18900000"/>
              <a:gd name="adj2" fmla="val 21600000"/>
            </a:avLst>
          </a:prstGeom>
          <a:solidFill>
            <a:srgbClr val="EA4335"/>
          </a:solidFill>
          <a:ln/>
        </p:spPr>
      </p:sp>
      <p:sp>
        <p:nvSpPr>
          <p:cNvPr id="175" name="Shape 167"/>
          <p:cNvSpPr/>
          <p:nvPr/>
        </p:nvSpPr>
        <p:spPr>
          <a:xfrm>
            <a:off x="1259563" y="3259589"/>
            <a:ext cx="73152" cy="73152"/>
          </a:xfrm>
          <a:prstGeom prst="rect">
            <a:avLst/>
          </a:prstGeom>
          <a:solidFill>
            <a:srgbClr val="1F7A5C"/>
          </a:solidFill>
          <a:ln w="12700">
            <a:solidFill>
              <a:srgbClr val="1F7A5C"/>
            </a:solidFill>
            <a:prstDash val="solid"/>
          </a:ln>
        </p:spPr>
      </p:sp>
      <p:sp>
        <p:nvSpPr>
          <p:cNvPr id="176" name="Text 168"/>
          <p:cNvSpPr txBox="1"/>
          <p:nvPr/>
        </p:nvSpPr>
        <p:spPr>
          <a:xfrm>
            <a:off x="1360147" y="3223013"/>
            <a:ext cx="1469262" cy="137160"/>
          </a:xfrm>
          <a:prstGeom prst="rect">
            <a:avLst/>
          </a:prstGeom>
          <a:noFill/>
          <a:ln/>
        </p:spPr>
        <p:txBody>
          <a:bodyPr wrap="square" lIns="0" tIns="0" rIns="0" bIns="0" rtlCol="0" anchor="t"/>
          <a:lstStyle/>
          <a:p>
            <a:pPr indent="0" marL="0">
              <a:buNone/>
            </a:pPr>
            <a:r>
              <a:rPr lang="en-US" sz="550" dirty="0">
                <a:solidFill>
                  <a:srgbClr val="1E2A26"/>
                </a:solidFill>
                <a:latin typeface="Calibri" pitchFamily="34" charset="0"/>
                <a:ea typeface="Calibri" pitchFamily="34" charset="-122"/>
                <a:cs typeface="Calibri" pitchFamily="34" charset="-120"/>
              </a:rPr>
              <a:t>Pramuka</a:t>
            </a:r>
            <a:endParaRPr lang="en-US" sz="550" dirty="0"/>
          </a:p>
        </p:txBody>
      </p:sp>
      <p:sp>
        <p:nvSpPr>
          <p:cNvPr id="177" name="Shape 169"/>
          <p:cNvSpPr/>
          <p:nvPr/>
        </p:nvSpPr>
        <p:spPr>
          <a:xfrm>
            <a:off x="1259563" y="3396749"/>
            <a:ext cx="73152" cy="73152"/>
          </a:xfrm>
          <a:prstGeom prst="rect">
            <a:avLst/>
          </a:prstGeom>
          <a:solidFill>
            <a:srgbClr val="D4A017"/>
          </a:solidFill>
          <a:ln w="12700">
            <a:solidFill>
              <a:srgbClr val="D4A017"/>
            </a:solidFill>
            <a:prstDash val="solid"/>
          </a:ln>
        </p:spPr>
      </p:sp>
      <p:sp>
        <p:nvSpPr>
          <p:cNvPr id="178" name="Text 170"/>
          <p:cNvSpPr txBox="1"/>
          <p:nvPr/>
        </p:nvSpPr>
        <p:spPr>
          <a:xfrm>
            <a:off x="1360147" y="3360173"/>
            <a:ext cx="1469262" cy="137160"/>
          </a:xfrm>
          <a:prstGeom prst="rect">
            <a:avLst/>
          </a:prstGeom>
          <a:noFill/>
          <a:ln/>
        </p:spPr>
        <p:txBody>
          <a:bodyPr wrap="square" lIns="0" tIns="0" rIns="0" bIns="0" rtlCol="0" anchor="t"/>
          <a:lstStyle/>
          <a:p>
            <a:pPr indent="0" marL="0">
              <a:buNone/>
            </a:pPr>
            <a:r>
              <a:rPr lang="en-US" sz="550" dirty="0">
                <a:solidFill>
                  <a:srgbClr val="1E2A26"/>
                </a:solidFill>
                <a:latin typeface="Calibri" pitchFamily="34" charset="0"/>
                <a:ea typeface="Calibri" pitchFamily="34" charset="-122"/>
                <a:cs typeface="Calibri" pitchFamily="34" charset="-120"/>
              </a:rPr>
              <a:t>Kaligrafi</a:t>
            </a:r>
            <a:endParaRPr lang="en-US" sz="550" dirty="0"/>
          </a:p>
        </p:txBody>
      </p:sp>
      <p:sp>
        <p:nvSpPr>
          <p:cNvPr id="179" name="Shape 171"/>
          <p:cNvSpPr/>
          <p:nvPr/>
        </p:nvSpPr>
        <p:spPr>
          <a:xfrm>
            <a:off x="1259563" y="3533909"/>
            <a:ext cx="73152" cy="73152"/>
          </a:xfrm>
          <a:prstGeom prst="rect">
            <a:avLst/>
          </a:prstGeom>
          <a:solidFill>
            <a:srgbClr val="4285F4"/>
          </a:solidFill>
          <a:ln w="12700">
            <a:solidFill>
              <a:srgbClr val="4285F4"/>
            </a:solidFill>
            <a:prstDash val="solid"/>
          </a:ln>
        </p:spPr>
      </p:sp>
      <p:sp>
        <p:nvSpPr>
          <p:cNvPr id="180" name="Text 172"/>
          <p:cNvSpPr txBox="1"/>
          <p:nvPr/>
        </p:nvSpPr>
        <p:spPr>
          <a:xfrm>
            <a:off x="1360147" y="3497333"/>
            <a:ext cx="1469262" cy="137160"/>
          </a:xfrm>
          <a:prstGeom prst="rect">
            <a:avLst/>
          </a:prstGeom>
          <a:noFill/>
          <a:ln/>
        </p:spPr>
        <p:txBody>
          <a:bodyPr wrap="square" lIns="0" tIns="0" rIns="0" bIns="0" rtlCol="0" anchor="t"/>
          <a:lstStyle/>
          <a:p>
            <a:pPr indent="0" marL="0">
              <a:buNone/>
            </a:pPr>
            <a:r>
              <a:rPr lang="en-US" sz="550" dirty="0">
                <a:solidFill>
                  <a:srgbClr val="1E2A26"/>
                </a:solidFill>
                <a:latin typeface="Calibri" pitchFamily="34" charset="0"/>
                <a:ea typeface="Calibri" pitchFamily="34" charset="-122"/>
                <a:cs typeface="Calibri" pitchFamily="34" charset="-120"/>
              </a:rPr>
              <a:t>Futsal</a:t>
            </a:r>
            <a:endParaRPr lang="en-US" sz="550" dirty="0"/>
          </a:p>
        </p:txBody>
      </p:sp>
      <p:sp>
        <p:nvSpPr>
          <p:cNvPr id="181" name="Shape 173"/>
          <p:cNvSpPr/>
          <p:nvPr/>
        </p:nvSpPr>
        <p:spPr>
          <a:xfrm>
            <a:off x="1259563" y="3671069"/>
            <a:ext cx="73152" cy="73152"/>
          </a:xfrm>
          <a:prstGeom prst="rect">
            <a:avLst/>
          </a:prstGeom>
          <a:solidFill>
            <a:srgbClr val="EA4335"/>
          </a:solidFill>
          <a:ln w="12700">
            <a:solidFill>
              <a:srgbClr val="EA4335"/>
            </a:solidFill>
            <a:prstDash val="solid"/>
          </a:ln>
        </p:spPr>
      </p:sp>
      <p:sp>
        <p:nvSpPr>
          <p:cNvPr id="182" name="Text 174"/>
          <p:cNvSpPr txBox="1"/>
          <p:nvPr/>
        </p:nvSpPr>
        <p:spPr>
          <a:xfrm>
            <a:off x="1360147" y="3634493"/>
            <a:ext cx="1469262" cy="137160"/>
          </a:xfrm>
          <a:prstGeom prst="rect">
            <a:avLst/>
          </a:prstGeom>
          <a:noFill/>
          <a:ln/>
        </p:spPr>
        <p:txBody>
          <a:bodyPr wrap="square" lIns="0" tIns="0" rIns="0" bIns="0" rtlCol="0" anchor="t"/>
          <a:lstStyle/>
          <a:p>
            <a:pPr indent="0" marL="0">
              <a:buNone/>
            </a:pPr>
            <a:r>
              <a:rPr lang="en-US" sz="550" dirty="0">
                <a:solidFill>
                  <a:srgbClr val="1E2A26"/>
                </a:solidFill>
                <a:latin typeface="Calibri" pitchFamily="34" charset="0"/>
                <a:ea typeface="Calibri" pitchFamily="34" charset="-122"/>
                <a:cs typeface="Calibri" pitchFamily="34" charset="-120"/>
              </a:rPr>
              <a:t>Tahsin</a:t>
            </a:r>
            <a:endParaRPr lang="en-US" sz="550" dirty="0"/>
          </a:p>
        </p:txBody>
      </p:sp>
      <p:sp>
        <p:nvSpPr>
          <p:cNvPr id="183" name="Shape 175"/>
          <p:cNvSpPr/>
          <p:nvPr/>
        </p:nvSpPr>
        <p:spPr>
          <a:xfrm>
            <a:off x="2911706" y="3003557"/>
            <a:ext cx="2484088" cy="717507"/>
          </a:xfrm>
          <a:prstGeom prst="roundRect">
            <a:avLst>
              <a:gd name="adj" fmla="val 3823"/>
            </a:avLst>
          </a:prstGeom>
          <a:solidFill>
            <a:srgbClr val="FFFFFF"/>
          </a:solidFill>
          <a:ln w="9525">
            <a:solidFill>
              <a:srgbClr val="DDDDDD"/>
            </a:solidFill>
            <a:prstDash val="solid"/>
          </a:ln>
        </p:spPr>
      </p:sp>
      <p:sp>
        <p:nvSpPr>
          <p:cNvPr id="184" name="Text 176"/>
          <p:cNvSpPr txBox="1"/>
          <p:nvPr/>
        </p:nvSpPr>
        <p:spPr>
          <a:xfrm>
            <a:off x="2911706" y="3021845"/>
            <a:ext cx="2484088" cy="146304"/>
          </a:xfrm>
          <a:prstGeom prst="rect">
            <a:avLst/>
          </a:prstGeom>
          <a:noFill/>
          <a:ln/>
        </p:spPr>
        <p:txBody>
          <a:bodyPr wrap="square" lIns="0" tIns="0" rIns="0" bIns="0" rtlCol="0" anchor="t"/>
          <a:lstStyle/>
          <a:p>
            <a:pPr algn="ctr" indent="0" marL="0">
              <a:buNone/>
            </a:pPr>
            <a:r>
              <a:rPr lang="en-US" sz="650" b="1" dirty="0">
                <a:solidFill>
                  <a:srgbClr val="1E2A26"/>
                </a:solidFill>
                <a:latin typeface="Calibri" pitchFamily="34" charset="0"/>
                <a:ea typeface="Calibri" pitchFamily="34" charset="-122"/>
                <a:cs typeface="Calibri" pitchFamily="34" charset="-120"/>
              </a:rPr>
              <a:t>Rata-rata Juz per Kelas</a:t>
            </a:r>
            <a:endParaRPr lang="en-US" sz="650" dirty="0"/>
          </a:p>
        </p:txBody>
      </p:sp>
      <p:sp>
        <p:nvSpPr>
          <p:cNvPr id="185" name="Shape 177"/>
          <p:cNvSpPr/>
          <p:nvPr/>
        </p:nvSpPr>
        <p:spPr>
          <a:xfrm>
            <a:off x="3218027" y="3232157"/>
            <a:ext cx="789421" cy="306027"/>
          </a:xfrm>
          <a:prstGeom prst="rect">
            <a:avLst/>
          </a:prstGeom>
          <a:solidFill>
            <a:srgbClr val="1F7A5C"/>
          </a:solidFill>
          <a:ln w="12700">
            <a:solidFill>
              <a:srgbClr val="1F7A5C"/>
            </a:solidFill>
            <a:prstDash val="solid"/>
          </a:ln>
        </p:spPr>
      </p:sp>
      <p:sp>
        <p:nvSpPr>
          <p:cNvPr id="186" name="Text 178"/>
          <p:cNvSpPr txBox="1"/>
          <p:nvPr/>
        </p:nvSpPr>
        <p:spPr>
          <a:xfrm>
            <a:off x="3003146" y="3547328"/>
            <a:ext cx="1219184"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8A</a:t>
            </a:r>
            <a:endParaRPr lang="en-US" sz="500" dirty="0"/>
          </a:p>
        </p:txBody>
      </p:sp>
      <p:sp>
        <p:nvSpPr>
          <p:cNvPr id="187" name="Shape 179"/>
          <p:cNvSpPr/>
          <p:nvPr/>
        </p:nvSpPr>
        <p:spPr>
          <a:xfrm>
            <a:off x="4345771" y="3267132"/>
            <a:ext cx="789421" cy="271052"/>
          </a:xfrm>
          <a:prstGeom prst="rect">
            <a:avLst/>
          </a:prstGeom>
          <a:solidFill>
            <a:srgbClr val="D4A017"/>
          </a:solidFill>
          <a:ln w="12700">
            <a:solidFill>
              <a:srgbClr val="D4A017"/>
            </a:solidFill>
            <a:prstDash val="solid"/>
          </a:ln>
        </p:spPr>
      </p:sp>
      <p:sp>
        <p:nvSpPr>
          <p:cNvPr id="188" name="Text 180"/>
          <p:cNvSpPr txBox="1"/>
          <p:nvPr/>
        </p:nvSpPr>
        <p:spPr>
          <a:xfrm>
            <a:off x="4130890" y="3547328"/>
            <a:ext cx="1219184"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8B</a:t>
            </a:r>
            <a:endParaRPr lang="en-US" sz="500" dirty="0"/>
          </a:p>
        </p:txBody>
      </p:sp>
      <p:sp>
        <p:nvSpPr>
          <p:cNvPr id="189" name="Shape 181"/>
          <p:cNvSpPr/>
          <p:nvPr/>
        </p:nvSpPr>
        <p:spPr>
          <a:xfrm>
            <a:off x="3021434" y="3538184"/>
            <a:ext cx="2301208" cy="0"/>
          </a:xfrm>
          <a:prstGeom prst="line">
            <a:avLst/>
          </a:prstGeom>
          <a:noFill/>
          <a:ln w="6350">
            <a:solidFill>
              <a:srgbClr val="888888"/>
            </a:solidFill>
            <a:prstDash val="solid"/>
          </a:ln>
        </p:spPr>
      </p:sp>
      <p:sp>
        <p:nvSpPr>
          <p:cNvPr id="190" name="Shape 182"/>
          <p:cNvSpPr/>
          <p:nvPr/>
        </p:nvSpPr>
        <p:spPr>
          <a:xfrm>
            <a:off x="4349984" y="2381765"/>
            <a:ext cx="1097280" cy="201168"/>
          </a:xfrm>
          <a:prstGeom prst="roundRect">
            <a:avLst>
              <a:gd name="adj" fmla="val 18182"/>
            </a:avLst>
          </a:prstGeom>
          <a:solidFill>
            <a:srgbClr val="FFFFFF"/>
          </a:solidFill>
          <a:ln w="12700">
            <a:solidFill>
              <a:srgbClr val="1A73E8"/>
            </a:solidFill>
            <a:prstDash val="solid"/>
          </a:ln>
        </p:spPr>
      </p:sp>
      <p:sp>
        <p:nvSpPr>
          <p:cNvPr id="191" name="Text 183"/>
          <p:cNvSpPr txBox="1"/>
          <p:nvPr/>
        </p:nvSpPr>
        <p:spPr>
          <a:xfrm>
            <a:off x="4404848" y="2381765"/>
            <a:ext cx="1097280" cy="201168"/>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Kelas: Semua ▾</a:t>
            </a:r>
            <a:endParaRPr lang="en-US" sz="650" dirty="0"/>
          </a:p>
        </p:txBody>
      </p:sp>
      <p:sp>
        <p:nvSpPr>
          <p:cNvPr id="192" name="Shape 184"/>
          <p:cNvSpPr/>
          <p:nvPr/>
        </p:nvSpPr>
        <p:spPr>
          <a:xfrm>
            <a:off x="660928" y="2582933"/>
            <a:ext cx="4753154" cy="1156419"/>
          </a:xfrm>
          <a:prstGeom prst="roundRect">
            <a:avLst>
              <a:gd name="adj" fmla="val 3954"/>
            </a:avLst>
          </a:prstGeom>
          <a:solidFill>
            <a:srgbClr val="FFFFFF">
              <a:alpha val="0"/>
            </a:srgbClr>
          </a:solidFill>
          <a:ln w="31750">
            <a:solidFill>
              <a:srgbClr val="E53935"/>
            </a:solidFill>
            <a:prstDash val="solid"/>
          </a:ln>
        </p:spPr>
      </p:sp>
      <p:sp>
        <p:nvSpPr>
          <p:cNvPr id="193" name="Shape 185"/>
          <p:cNvSpPr/>
          <p:nvPr/>
        </p:nvSpPr>
        <p:spPr>
          <a:xfrm>
            <a:off x="5276922" y="2445773"/>
            <a:ext cx="274320" cy="274320"/>
          </a:xfrm>
          <a:prstGeom prst="ellipse">
            <a:avLst/>
          </a:prstGeom>
          <a:solidFill>
            <a:srgbClr val="E53935"/>
          </a:solidFill>
          <a:ln w="12700">
            <a:solidFill>
              <a:srgbClr val="FFFFFF"/>
            </a:solidFill>
            <a:prstDash val="solid"/>
          </a:ln>
        </p:spPr>
      </p:sp>
      <p:sp>
        <p:nvSpPr>
          <p:cNvPr id="194" name="Text 186"/>
          <p:cNvSpPr txBox="1"/>
          <p:nvPr/>
        </p:nvSpPr>
        <p:spPr>
          <a:xfrm>
            <a:off x="5276922" y="244577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195" name="Image 6" descr="preencoded.png">    </p:cNvPr>
          <p:cNvPicPr>
            <a:picLocks noChangeAspect="1"/>
          </p:cNvPicPr>
          <p:nvPr/>
        </p:nvPicPr>
        <p:blipFill>
          <a:blip r:embed="rId7"/>
          <a:stretch>
            <a:fillRect/>
          </a:stretch>
        </p:blipFill>
        <p:spPr>
          <a:xfrm>
            <a:off x="3273334" y="3217135"/>
            <a:ext cx="237744" cy="237744"/>
          </a:xfrm>
          <a:prstGeom prst="rect">
            <a:avLst/>
          </a:prstGeom>
        </p:spPr>
      </p:pic>
      <p:sp>
        <p:nvSpPr>
          <p:cNvPr id="196" name="Text 18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197" name="Text 18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Samakan warna dan ukuran</a:t>
            </a:r>
            <a:endParaRPr lang="en-US" sz="1800" dirty="0"/>
          </a:p>
        </p:txBody>
      </p:sp>
      <p:sp>
        <p:nvSpPr>
          <p:cNvPr id="198" name="Text 18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Edit chart › Customize › Series: pilih warna yang sama dengan tema (hijau/emas). Samakan ukuran grafik. Rapikan jarak.</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Menyempurnakan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6400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483888" y="2573789"/>
            <a:ext cx="640080" cy="119299"/>
          </a:xfrm>
          <a:prstGeom prst="rect">
            <a:avLst/>
          </a:prstGeom>
          <a:solidFill>
            <a:srgbClr val="F8F9FA"/>
          </a:solidFill>
          <a:ln w="6350">
            <a:solidFill>
              <a:srgbClr val="DDDDDD"/>
            </a:solidFill>
            <a:prstDash val="solid"/>
          </a:ln>
        </p:spPr>
      </p:sp>
      <p:sp>
        <p:nvSpPr>
          <p:cNvPr id="64" name="Text 56"/>
          <p:cNvSpPr txBox="1"/>
          <p:nvPr/>
        </p:nvSpPr>
        <p:spPr>
          <a:xfrm>
            <a:off x="148388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12396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212396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764048" y="2573789"/>
            <a:ext cx="640080" cy="119299"/>
          </a:xfrm>
          <a:prstGeom prst="rect">
            <a:avLst/>
          </a:prstGeom>
          <a:solidFill>
            <a:srgbClr val="F8F9FA"/>
          </a:solidFill>
          <a:ln w="6350">
            <a:solidFill>
              <a:srgbClr val="DDDDDD"/>
            </a:solidFill>
            <a:prstDash val="solid"/>
          </a:ln>
        </p:spPr>
      </p:sp>
      <p:sp>
        <p:nvSpPr>
          <p:cNvPr id="68" name="Text 60"/>
          <p:cNvSpPr txBox="1"/>
          <p:nvPr/>
        </p:nvSpPr>
        <p:spPr>
          <a:xfrm>
            <a:off x="276404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404128" y="2573789"/>
            <a:ext cx="640080" cy="119299"/>
          </a:xfrm>
          <a:prstGeom prst="rect">
            <a:avLst/>
          </a:prstGeom>
          <a:solidFill>
            <a:srgbClr val="F8F9FA"/>
          </a:solidFill>
          <a:ln w="6350">
            <a:solidFill>
              <a:srgbClr val="DDDDDD"/>
            </a:solidFill>
            <a:prstDash val="solid"/>
          </a:ln>
        </p:spPr>
      </p:sp>
      <p:sp>
        <p:nvSpPr>
          <p:cNvPr id="70" name="Text 62"/>
          <p:cNvSpPr txBox="1"/>
          <p:nvPr/>
        </p:nvSpPr>
        <p:spPr>
          <a:xfrm>
            <a:off x="34041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4044208" y="2573789"/>
            <a:ext cx="640080" cy="119299"/>
          </a:xfrm>
          <a:prstGeom prst="rect">
            <a:avLst/>
          </a:prstGeom>
          <a:solidFill>
            <a:srgbClr val="F8F9FA"/>
          </a:solidFill>
          <a:ln w="6350">
            <a:solidFill>
              <a:srgbClr val="DDDDDD"/>
            </a:solidFill>
            <a:prstDash val="solid"/>
          </a:ln>
        </p:spPr>
      </p:sp>
      <p:sp>
        <p:nvSpPr>
          <p:cNvPr id="72" name="Text 64"/>
          <p:cNvSpPr txBox="1"/>
          <p:nvPr/>
        </p:nvSpPr>
        <p:spPr>
          <a:xfrm>
            <a:off x="40442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640080" cy="119299"/>
          </a:xfrm>
          <a:prstGeom prst="rect">
            <a:avLst/>
          </a:prstGeom>
          <a:solidFill>
            <a:srgbClr val="FFFFFF"/>
          </a:solidFill>
          <a:ln w="6350">
            <a:solidFill>
              <a:srgbClr val="E2E2E2"/>
            </a:solidFill>
            <a:prstDash val="solid"/>
          </a:ln>
        </p:spPr>
      </p:sp>
      <p:sp>
        <p:nvSpPr>
          <p:cNvPr id="76" name="Shape 68"/>
          <p:cNvSpPr/>
          <p:nvPr/>
        </p:nvSpPr>
        <p:spPr>
          <a:xfrm>
            <a:off x="1483888" y="2693089"/>
            <a:ext cx="640080" cy="119299"/>
          </a:xfrm>
          <a:prstGeom prst="rect">
            <a:avLst/>
          </a:prstGeom>
          <a:solidFill>
            <a:srgbClr val="FFFFFF"/>
          </a:solidFill>
          <a:ln w="6350">
            <a:solidFill>
              <a:srgbClr val="E2E2E2"/>
            </a:solidFill>
            <a:prstDash val="solid"/>
          </a:ln>
        </p:spPr>
      </p:sp>
      <p:sp>
        <p:nvSpPr>
          <p:cNvPr id="77" name="Shape 69"/>
          <p:cNvSpPr/>
          <p:nvPr/>
        </p:nvSpPr>
        <p:spPr>
          <a:xfrm>
            <a:off x="2123968" y="2693089"/>
            <a:ext cx="640080" cy="119299"/>
          </a:xfrm>
          <a:prstGeom prst="rect">
            <a:avLst/>
          </a:prstGeom>
          <a:solidFill>
            <a:srgbClr val="FFFFFF"/>
          </a:solidFill>
          <a:ln w="6350">
            <a:solidFill>
              <a:srgbClr val="E2E2E2"/>
            </a:solidFill>
            <a:prstDash val="solid"/>
          </a:ln>
        </p:spPr>
      </p:sp>
      <p:sp>
        <p:nvSpPr>
          <p:cNvPr id="78" name="Shape 70"/>
          <p:cNvSpPr/>
          <p:nvPr/>
        </p:nvSpPr>
        <p:spPr>
          <a:xfrm>
            <a:off x="2764048" y="2693089"/>
            <a:ext cx="640080" cy="119299"/>
          </a:xfrm>
          <a:prstGeom prst="rect">
            <a:avLst/>
          </a:prstGeom>
          <a:solidFill>
            <a:srgbClr val="FFFFFF"/>
          </a:solidFill>
          <a:ln w="6350">
            <a:solidFill>
              <a:srgbClr val="E2E2E2"/>
            </a:solidFill>
            <a:prstDash val="solid"/>
          </a:ln>
        </p:spPr>
      </p:sp>
      <p:sp>
        <p:nvSpPr>
          <p:cNvPr id="79" name="Shape 71"/>
          <p:cNvSpPr/>
          <p:nvPr/>
        </p:nvSpPr>
        <p:spPr>
          <a:xfrm>
            <a:off x="3404128" y="2693089"/>
            <a:ext cx="640080" cy="119299"/>
          </a:xfrm>
          <a:prstGeom prst="rect">
            <a:avLst/>
          </a:prstGeom>
          <a:solidFill>
            <a:srgbClr val="FFFFFF"/>
          </a:solidFill>
          <a:ln w="6350">
            <a:solidFill>
              <a:srgbClr val="E2E2E2"/>
            </a:solidFill>
            <a:prstDash val="solid"/>
          </a:ln>
        </p:spPr>
      </p:sp>
      <p:sp>
        <p:nvSpPr>
          <p:cNvPr id="80" name="Shape 72"/>
          <p:cNvSpPr/>
          <p:nvPr/>
        </p:nvSpPr>
        <p:spPr>
          <a:xfrm>
            <a:off x="4044208" y="2693089"/>
            <a:ext cx="640080" cy="119299"/>
          </a:xfrm>
          <a:prstGeom prst="rect">
            <a:avLst/>
          </a:prstGeom>
          <a:solidFill>
            <a:srgbClr val="FFFFFF"/>
          </a:solidFill>
          <a:ln w="6350">
            <a:solidFill>
              <a:srgbClr val="E2E2E2"/>
            </a:solidFill>
            <a:prstDash val="solid"/>
          </a:ln>
        </p:spPr>
      </p:sp>
      <p:sp>
        <p:nvSpPr>
          <p:cNvPr id="81" name="Shape 73"/>
          <p:cNvSpPr/>
          <p:nvPr/>
        </p:nvSpPr>
        <p:spPr>
          <a:xfrm>
            <a:off x="587776" y="2812388"/>
            <a:ext cx="256032" cy="119299"/>
          </a:xfrm>
          <a:prstGeom prst="rect">
            <a:avLst/>
          </a:prstGeom>
          <a:solidFill>
            <a:srgbClr val="F8F9FA"/>
          </a:solidFill>
          <a:ln w="6350">
            <a:solidFill>
              <a:srgbClr val="DDDDDD"/>
            </a:solidFill>
            <a:prstDash val="solid"/>
          </a:ln>
        </p:spPr>
      </p:sp>
      <p:sp>
        <p:nvSpPr>
          <p:cNvPr id="82" name="Text 74"/>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3" name="Shape 75"/>
          <p:cNvSpPr/>
          <p:nvPr/>
        </p:nvSpPr>
        <p:spPr>
          <a:xfrm>
            <a:off x="843808" y="2812388"/>
            <a:ext cx="640080" cy="119299"/>
          </a:xfrm>
          <a:prstGeom prst="rect">
            <a:avLst/>
          </a:prstGeom>
          <a:solidFill>
            <a:srgbClr val="FFFFFF"/>
          </a:solidFill>
          <a:ln w="6350">
            <a:solidFill>
              <a:srgbClr val="E2E2E2"/>
            </a:solidFill>
            <a:prstDash val="solid"/>
          </a:ln>
        </p:spPr>
      </p:sp>
      <p:sp>
        <p:nvSpPr>
          <p:cNvPr id="84" name="Shape 76"/>
          <p:cNvSpPr/>
          <p:nvPr/>
        </p:nvSpPr>
        <p:spPr>
          <a:xfrm>
            <a:off x="1483888" y="2812388"/>
            <a:ext cx="640080" cy="119299"/>
          </a:xfrm>
          <a:prstGeom prst="rect">
            <a:avLst/>
          </a:prstGeom>
          <a:solidFill>
            <a:srgbClr val="FFFFFF"/>
          </a:solidFill>
          <a:ln w="6350">
            <a:solidFill>
              <a:srgbClr val="E2E2E2"/>
            </a:solidFill>
            <a:prstDash val="solid"/>
          </a:ln>
        </p:spPr>
      </p:sp>
      <p:sp>
        <p:nvSpPr>
          <p:cNvPr id="85" name="Shape 77"/>
          <p:cNvSpPr/>
          <p:nvPr/>
        </p:nvSpPr>
        <p:spPr>
          <a:xfrm>
            <a:off x="2123968" y="2812388"/>
            <a:ext cx="640080" cy="119299"/>
          </a:xfrm>
          <a:prstGeom prst="rect">
            <a:avLst/>
          </a:prstGeom>
          <a:solidFill>
            <a:srgbClr val="FFFFFF"/>
          </a:solidFill>
          <a:ln w="6350">
            <a:solidFill>
              <a:srgbClr val="E2E2E2"/>
            </a:solidFill>
            <a:prstDash val="solid"/>
          </a:ln>
        </p:spPr>
      </p:sp>
      <p:sp>
        <p:nvSpPr>
          <p:cNvPr id="86" name="Shape 78"/>
          <p:cNvSpPr/>
          <p:nvPr/>
        </p:nvSpPr>
        <p:spPr>
          <a:xfrm>
            <a:off x="2764048" y="2812388"/>
            <a:ext cx="640080" cy="119299"/>
          </a:xfrm>
          <a:prstGeom prst="rect">
            <a:avLst/>
          </a:prstGeom>
          <a:solidFill>
            <a:srgbClr val="FFFFFF"/>
          </a:solidFill>
          <a:ln w="6350">
            <a:solidFill>
              <a:srgbClr val="E2E2E2"/>
            </a:solidFill>
            <a:prstDash val="solid"/>
          </a:ln>
        </p:spPr>
      </p:sp>
      <p:sp>
        <p:nvSpPr>
          <p:cNvPr id="87" name="Shape 79"/>
          <p:cNvSpPr/>
          <p:nvPr/>
        </p:nvSpPr>
        <p:spPr>
          <a:xfrm>
            <a:off x="3404128" y="2812388"/>
            <a:ext cx="640080" cy="119299"/>
          </a:xfrm>
          <a:prstGeom prst="rect">
            <a:avLst/>
          </a:prstGeom>
          <a:solidFill>
            <a:srgbClr val="FFFFFF"/>
          </a:solidFill>
          <a:ln w="6350">
            <a:solidFill>
              <a:srgbClr val="E2E2E2"/>
            </a:solidFill>
            <a:prstDash val="solid"/>
          </a:ln>
        </p:spPr>
      </p:sp>
      <p:sp>
        <p:nvSpPr>
          <p:cNvPr id="88" name="Shape 80"/>
          <p:cNvSpPr/>
          <p:nvPr/>
        </p:nvSpPr>
        <p:spPr>
          <a:xfrm>
            <a:off x="4044208" y="2812388"/>
            <a:ext cx="640080" cy="119299"/>
          </a:xfrm>
          <a:prstGeom prst="rect">
            <a:avLst/>
          </a:prstGeom>
          <a:solidFill>
            <a:srgbClr val="FFFFFF"/>
          </a:solidFill>
          <a:ln w="6350">
            <a:solidFill>
              <a:srgbClr val="E2E2E2"/>
            </a:solidFill>
            <a:prstDash val="solid"/>
          </a:ln>
        </p:spPr>
      </p:sp>
      <p:sp>
        <p:nvSpPr>
          <p:cNvPr id="89" name="Shape 81"/>
          <p:cNvSpPr/>
          <p:nvPr/>
        </p:nvSpPr>
        <p:spPr>
          <a:xfrm>
            <a:off x="587776" y="2931688"/>
            <a:ext cx="256032" cy="119299"/>
          </a:xfrm>
          <a:prstGeom prst="rect">
            <a:avLst/>
          </a:prstGeom>
          <a:solidFill>
            <a:srgbClr val="F8F9FA"/>
          </a:solidFill>
          <a:ln w="6350">
            <a:solidFill>
              <a:srgbClr val="DDDDDD"/>
            </a:solidFill>
            <a:prstDash val="solid"/>
          </a:ln>
        </p:spPr>
      </p:sp>
      <p:sp>
        <p:nvSpPr>
          <p:cNvPr id="90" name="Text 82"/>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1" name="Shape 83"/>
          <p:cNvSpPr/>
          <p:nvPr/>
        </p:nvSpPr>
        <p:spPr>
          <a:xfrm>
            <a:off x="843808" y="2931688"/>
            <a:ext cx="640080" cy="119299"/>
          </a:xfrm>
          <a:prstGeom prst="rect">
            <a:avLst/>
          </a:prstGeom>
          <a:solidFill>
            <a:srgbClr val="FFFFFF"/>
          </a:solidFill>
          <a:ln w="6350">
            <a:solidFill>
              <a:srgbClr val="E2E2E2"/>
            </a:solidFill>
            <a:prstDash val="solid"/>
          </a:ln>
        </p:spPr>
      </p:sp>
      <p:sp>
        <p:nvSpPr>
          <p:cNvPr id="92" name="Shape 84"/>
          <p:cNvSpPr/>
          <p:nvPr/>
        </p:nvSpPr>
        <p:spPr>
          <a:xfrm>
            <a:off x="1483888" y="2931688"/>
            <a:ext cx="640080" cy="119299"/>
          </a:xfrm>
          <a:prstGeom prst="rect">
            <a:avLst/>
          </a:prstGeom>
          <a:solidFill>
            <a:srgbClr val="FFFFFF"/>
          </a:solidFill>
          <a:ln w="6350">
            <a:solidFill>
              <a:srgbClr val="E2E2E2"/>
            </a:solidFill>
            <a:prstDash val="solid"/>
          </a:ln>
        </p:spPr>
      </p:sp>
      <p:sp>
        <p:nvSpPr>
          <p:cNvPr id="93" name="Shape 85"/>
          <p:cNvSpPr/>
          <p:nvPr/>
        </p:nvSpPr>
        <p:spPr>
          <a:xfrm>
            <a:off x="2123968" y="2931688"/>
            <a:ext cx="640080" cy="119299"/>
          </a:xfrm>
          <a:prstGeom prst="rect">
            <a:avLst/>
          </a:prstGeom>
          <a:solidFill>
            <a:srgbClr val="FFFFFF"/>
          </a:solidFill>
          <a:ln w="6350">
            <a:solidFill>
              <a:srgbClr val="E2E2E2"/>
            </a:solidFill>
            <a:prstDash val="solid"/>
          </a:ln>
        </p:spPr>
      </p:sp>
      <p:sp>
        <p:nvSpPr>
          <p:cNvPr id="94" name="Shape 86"/>
          <p:cNvSpPr/>
          <p:nvPr/>
        </p:nvSpPr>
        <p:spPr>
          <a:xfrm>
            <a:off x="2764048" y="2931688"/>
            <a:ext cx="640080" cy="119299"/>
          </a:xfrm>
          <a:prstGeom prst="rect">
            <a:avLst/>
          </a:prstGeom>
          <a:solidFill>
            <a:srgbClr val="FFFFFF"/>
          </a:solidFill>
          <a:ln w="6350">
            <a:solidFill>
              <a:srgbClr val="E2E2E2"/>
            </a:solidFill>
            <a:prstDash val="solid"/>
          </a:ln>
        </p:spPr>
      </p:sp>
      <p:sp>
        <p:nvSpPr>
          <p:cNvPr id="95" name="Shape 87"/>
          <p:cNvSpPr/>
          <p:nvPr/>
        </p:nvSpPr>
        <p:spPr>
          <a:xfrm>
            <a:off x="3404128" y="2931688"/>
            <a:ext cx="640080" cy="119299"/>
          </a:xfrm>
          <a:prstGeom prst="rect">
            <a:avLst/>
          </a:prstGeom>
          <a:solidFill>
            <a:srgbClr val="FFFFFF"/>
          </a:solidFill>
          <a:ln w="6350">
            <a:solidFill>
              <a:srgbClr val="E2E2E2"/>
            </a:solidFill>
            <a:prstDash val="solid"/>
          </a:ln>
        </p:spPr>
      </p:sp>
      <p:sp>
        <p:nvSpPr>
          <p:cNvPr id="96" name="Shape 88"/>
          <p:cNvSpPr/>
          <p:nvPr/>
        </p:nvSpPr>
        <p:spPr>
          <a:xfrm>
            <a:off x="4044208" y="2931688"/>
            <a:ext cx="640080" cy="119299"/>
          </a:xfrm>
          <a:prstGeom prst="rect">
            <a:avLst/>
          </a:prstGeom>
          <a:solidFill>
            <a:srgbClr val="FFFFFF"/>
          </a:solidFill>
          <a:ln w="6350">
            <a:solidFill>
              <a:srgbClr val="E2E2E2"/>
            </a:solidFill>
            <a:prstDash val="solid"/>
          </a:ln>
        </p:spPr>
      </p:sp>
      <p:sp>
        <p:nvSpPr>
          <p:cNvPr id="97" name="Shape 89"/>
          <p:cNvSpPr/>
          <p:nvPr/>
        </p:nvSpPr>
        <p:spPr>
          <a:xfrm>
            <a:off x="587776" y="3050987"/>
            <a:ext cx="256032" cy="119299"/>
          </a:xfrm>
          <a:prstGeom prst="rect">
            <a:avLst/>
          </a:prstGeom>
          <a:solidFill>
            <a:srgbClr val="F8F9FA"/>
          </a:solidFill>
          <a:ln w="6350">
            <a:solidFill>
              <a:srgbClr val="DDDDDD"/>
            </a:solidFill>
            <a:prstDash val="solid"/>
          </a:ln>
        </p:spPr>
      </p:sp>
      <p:sp>
        <p:nvSpPr>
          <p:cNvPr id="98" name="Text 90"/>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99" name="Shape 91"/>
          <p:cNvSpPr/>
          <p:nvPr/>
        </p:nvSpPr>
        <p:spPr>
          <a:xfrm>
            <a:off x="843808" y="3050987"/>
            <a:ext cx="640080" cy="119299"/>
          </a:xfrm>
          <a:prstGeom prst="rect">
            <a:avLst/>
          </a:prstGeom>
          <a:solidFill>
            <a:srgbClr val="FFFFFF"/>
          </a:solidFill>
          <a:ln w="6350">
            <a:solidFill>
              <a:srgbClr val="E2E2E2"/>
            </a:solidFill>
            <a:prstDash val="solid"/>
          </a:ln>
        </p:spPr>
      </p:sp>
      <p:sp>
        <p:nvSpPr>
          <p:cNvPr id="100" name="Shape 92"/>
          <p:cNvSpPr/>
          <p:nvPr/>
        </p:nvSpPr>
        <p:spPr>
          <a:xfrm>
            <a:off x="1483888" y="3050987"/>
            <a:ext cx="640080" cy="119299"/>
          </a:xfrm>
          <a:prstGeom prst="rect">
            <a:avLst/>
          </a:prstGeom>
          <a:solidFill>
            <a:srgbClr val="FFFFFF"/>
          </a:solidFill>
          <a:ln w="6350">
            <a:solidFill>
              <a:srgbClr val="E2E2E2"/>
            </a:solidFill>
            <a:prstDash val="solid"/>
          </a:ln>
        </p:spPr>
      </p:sp>
      <p:sp>
        <p:nvSpPr>
          <p:cNvPr id="101" name="Shape 93"/>
          <p:cNvSpPr/>
          <p:nvPr/>
        </p:nvSpPr>
        <p:spPr>
          <a:xfrm>
            <a:off x="2123968" y="3050987"/>
            <a:ext cx="640080" cy="119299"/>
          </a:xfrm>
          <a:prstGeom prst="rect">
            <a:avLst/>
          </a:prstGeom>
          <a:solidFill>
            <a:srgbClr val="FFFFFF"/>
          </a:solidFill>
          <a:ln w="6350">
            <a:solidFill>
              <a:srgbClr val="E2E2E2"/>
            </a:solidFill>
            <a:prstDash val="solid"/>
          </a:ln>
        </p:spPr>
      </p:sp>
      <p:sp>
        <p:nvSpPr>
          <p:cNvPr id="102" name="Shape 94"/>
          <p:cNvSpPr/>
          <p:nvPr/>
        </p:nvSpPr>
        <p:spPr>
          <a:xfrm>
            <a:off x="2764048" y="3050987"/>
            <a:ext cx="640080" cy="119299"/>
          </a:xfrm>
          <a:prstGeom prst="rect">
            <a:avLst/>
          </a:prstGeom>
          <a:solidFill>
            <a:srgbClr val="FFFFFF"/>
          </a:solidFill>
          <a:ln w="6350">
            <a:solidFill>
              <a:srgbClr val="E2E2E2"/>
            </a:solidFill>
            <a:prstDash val="solid"/>
          </a:ln>
        </p:spPr>
      </p:sp>
      <p:sp>
        <p:nvSpPr>
          <p:cNvPr id="103" name="Shape 95"/>
          <p:cNvSpPr/>
          <p:nvPr/>
        </p:nvSpPr>
        <p:spPr>
          <a:xfrm>
            <a:off x="3404128" y="3050987"/>
            <a:ext cx="640080" cy="119299"/>
          </a:xfrm>
          <a:prstGeom prst="rect">
            <a:avLst/>
          </a:prstGeom>
          <a:solidFill>
            <a:srgbClr val="FFFFFF"/>
          </a:solidFill>
          <a:ln w="6350">
            <a:solidFill>
              <a:srgbClr val="E2E2E2"/>
            </a:solidFill>
            <a:prstDash val="solid"/>
          </a:ln>
        </p:spPr>
      </p:sp>
      <p:sp>
        <p:nvSpPr>
          <p:cNvPr id="104" name="Shape 96"/>
          <p:cNvSpPr/>
          <p:nvPr/>
        </p:nvSpPr>
        <p:spPr>
          <a:xfrm>
            <a:off x="4044208" y="3050987"/>
            <a:ext cx="640080" cy="119299"/>
          </a:xfrm>
          <a:prstGeom prst="rect">
            <a:avLst/>
          </a:prstGeom>
          <a:solidFill>
            <a:srgbClr val="FFFFFF"/>
          </a:solidFill>
          <a:ln w="6350">
            <a:solidFill>
              <a:srgbClr val="E2E2E2"/>
            </a:solidFill>
            <a:prstDash val="solid"/>
          </a:ln>
        </p:spPr>
      </p:sp>
      <p:sp>
        <p:nvSpPr>
          <p:cNvPr id="105" name="Shape 97"/>
          <p:cNvSpPr/>
          <p:nvPr/>
        </p:nvSpPr>
        <p:spPr>
          <a:xfrm>
            <a:off x="587776" y="3170287"/>
            <a:ext cx="256032" cy="119299"/>
          </a:xfrm>
          <a:prstGeom prst="rect">
            <a:avLst/>
          </a:prstGeom>
          <a:solidFill>
            <a:srgbClr val="F8F9FA"/>
          </a:solidFill>
          <a:ln w="6350">
            <a:solidFill>
              <a:srgbClr val="DDDDDD"/>
            </a:solidFill>
            <a:prstDash val="solid"/>
          </a:ln>
        </p:spPr>
      </p:sp>
      <p:sp>
        <p:nvSpPr>
          <p:cNvPr id="106" name="Text 98"/>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07" name="Shape 99"/>
          <p:cNvSpPr/>
          <p:nvPr/>
        </p:nvSpPr>
        <p:spPr>
          <a:xfrm>
            <a:off x="843808" y="3170287"/>
            <a:ext cx="640080" cy="119299"/>
          </a:xfrm>
          <a:prstGeom prst="rect">
            <a:avLst/>
          </a:prstGeom>
          <a:solidFill>
            <a:srgbClr val="FFFFFF"/>
          </a:solidFill>
          <a:ln w="6350">
            <a:solidFill>
              <a:srgbClr val="E2E2E2"/>
            </a:solidFill>
            <a:prstDash val="solid"/>
          </a:ln>
        </p:spPr>
      </p:sp>
      <p:sp>
        <p:nvSpPr>
          <p:cNvPr id="108" name="Shape 100"/>
          <p:cNvSpPr/>
          <p:nvPr/>
        </p:nvSpPr>
        <p:spPr>
          <a:xfrm>
            <a:off x="1483888" y="3170287"/>
            <a:ext cx="640080" cy="119299"/>
          </a:xfrm>
          <a:prstGeom prst="rect">
            <a:avLst/>
          </a:prstGeom>
          <a:solidFill>
            <a:srgbClr val="FFFFFF"/>
          </a:solidFill>
          <a:ln w="6350">
            <a:solidFill>
              <a:srgbClr val="E2E2E2"/>
            </a:solidFill>
            <a:prstDash val="solid"/>
          </a:ln>
        </p:spPr>
      </p:sp>
      <p:sp>
        <p:nvSpPr>
          <p:cNvPr id="109" name="Shape 101"/>
          <p:cNvSpPr/>
          <p:nvPr/>
        </p:nvSpPr>
        <p:spPr>
          <a:xfrm>
            <a:off x="2123968" y="3170287"/>
            <a:ext cx="640080" cy="119299"/>
          </a:xfrm>
          <a:prstGeom prst="rect">
            <a:avLst/>
          </a:prstGeom>
          <a:solidFill>
            <a:srgbClr val="FFFFFF"/>
          </a:solidFill>
          <a:ln w="6350">
            <a:solidFill>
              <a:srgbClr val="E2E2E2"/>
            </a:solidFill>
            <a:prstDash val="solid"/>
          </a:ln>
        </p:spPr>
      </p:sp>
      <p:sp>
        <p:nvSpPr>
          <p:cNvPr id="110" name="Shape 102"/>
          <p:cNvSpPr/>
          <p:nvPr/>
        </p:nvSpPr>
        <p:spPr>
          <a:xfrm>
            <a:off x="2764048" y="3170287"/>
            <a:ext cx="640080" cy="119299"/>
          </a:xfrm>
          <a:prstGeom prst="rect">
            <a:avLst/>
          </a:prstGeom>
          <a:solidFill>
            <a:srgbClr val="FFFFFF"/>
          </a:solidFill>
          <a:ln w="6350">
            <a:solidFill>
              <a:srgbClr val="E2E2E2"/>
            </a:solidFill>
            <a:prstDash val="solid"/>
          </a:ln>
        </p:spPr>
      </p:sp>
      <p:sp>
        <p:nvSpPr>
          <p:cNvPr id="111" name="Shape 103"/>
          <p:cNvSpPr/>
          <p:nvPr/>
        </p:nvSpPr>
        <p:spPr>
          <a:xfrm>
            <a:off x="3404128" y="3170287"/>
            <a:ext cx="640080" cy="119299"/>
          </a:xfrm>
          <a:prstGeom prst="rect">
            <a:avLst/>
          </a:prstGeom>
          <a:solidFill>
            <a:srgbClr val="FFFFFF"/>
          </a:solidFill>
          <a:ln w="6350">
            <a:solidFill>
              <a:srgbClr val="E2E2E2"/>
            </a:solidFill>
            <a:prstDash val="solid"/>
          </a:ln>
        </p:spPr>
      </p:sp>
      <p:sp>
        <p:nvSpPr>
          <p:cNvPr id="112" name="Shape 104"/>
          <p:cNvSpPr/>
          <p:nvPr/>
        </p:nvSpPr>
        <p:spPr>
          <a:xfrm>
            <a:off x="4044208" y="3170287"/>
            <a:ext cx="640080" cy="119299"/>
          </a:xfrm>
          <a:prstGeom prst="rect">
            <a:avLst/>
          </a:prstGeom>
          <a:solidFill>
            <a:srgbClr val="FFFFFF"/>
          </a:solidFill>
          <a:ln w="6350">
            <a:solidFill>
              <a:srgbClr val="E2E2E2"/>
            </a:solidFill>
            <a:prstDash val="solid"/>
          </a:ln>
        </p:spPr>
      </p:sp>
      <p:sp>
        <p:nvSpPr>
          <p:cNvPr id="113" name="Shape 105"/>
          <p:cNvSpPr/>
          <p:nvPr/>
        </p:nvSpPr>
        <p:spPr>
          <a:xfrm>
            <a:off x="587776" y="3289586"/>
            <a:ext cx="256032" cy="119299"/>
          </a:xfrm>
          <a:prstGeom prst="rect">
            <a:avLst/>
          </a:prstGeom>
          <a:solidFill>
            <a:srgbClr val="F8F9FA"/>
          </a:solidFill>
          <a:ln w="6350">
            <a:solidFill>
              <a:srgbClr val="DDDDDD"/>
            </a:solidFill>
            <a:prstDash val="solid"/>
          </a:ln>
        </p:spPr>
      </p:sp>
      <p:sp>
        <p:nvSpPr>
          <p:cNvPr id="114" name="Text 10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15" name="Shape 107"/>
          <p:cNvSpPr/>
          <p:nvPr/>
        </p:nvSpPr>
        <p:spPr>
          <a:xfrm>
            <a:off x="843808" y="3289586"/>
            <a:ext cx="640080" cy="119299"/>
          </a:xfrm>
          <a:prstGeom prst="rect">
            <a:avLst/>
          </a:prstGeom>
          <a:solidFill>
            <a:srgbClr val="FFFFFF"/>
          </a:solidFill>
          <a:ln w="6350">
            <a:solidFill>
              <a:srgbClr val="E2E2E2"/>
            </a:solidFill>
            <a:prstDash val="solid"/>
          </a:ln>
        </p:spPr>
      </p:sp>
      <p:sp>
        <p:nvSpPr>
          <p:cNvPr id="116" name="Shape 108"/>
          <p:cNvSpPr/>
          <p:nvPr/>
        </p:nvSpPr>
        <p:spPr>
          <a:xfrm>
            <a:off x="1483888" y="3289586"/>
            <a:ext cx="640080" cy="119299"/>
          </a:xfrm>
          <a:prstGeom prst="rect">
            <a:avLst/>
          </a:prstGeom>
          <a:solidFill>
            <a:srgbClr val="FFFFFF"/>
          </a:solidFill>
          <a:ln w="6350">
            <a:solidFill>
              <a:srgbClr val="E2E2E2"/>
            </a:solidFill>
            <a:prstDash val="solid"/>
          </a:ln>
        </p:spPr>
      </p:sp>
      <p:sp>
        <p:nvSpPr>
          <p:cNvPr id="117" name="Shape 109"/>
          <p:cNvSpPr/>
          <p:nvPr/>
        </p:nvSpPr>
        <p:spPr>
          <a:xfrm>
            <a:off x="2123968" y="3289586"/>
            <a:ext cx="640080" cy="119299"/>
          </a:xfrm>
          <a:prstGeom prst="rect">
            <a:avLst/>
          </a:prstGeom>
          <a:solidFill>
            <a:srgbClr val="FFFFFF"/>
          </a:solidFill>
          <a:ln w="6350">
            <a:solidFill>
              <a:srgbClr val="E2E2E2"/>
            </a:solidFill>
            <a:prstDash val="solid"/>
          </a:ln>
        </p:spPr>
      </p:sp>
      <p:sp>
        <p:nvSpPr>
          <p:cNvPr id="118" name="Shape 110"/>
          <p:cNvSpPr/>
          <p:nvPr/>
        </p:nvSpPr>
        <p:spPr>
          <a:xfrm>
            <a:off x="2764048" y="3289586"/>
            <a:ext cx="640080" cy="119299"/>
          </a:xfrm>
          <a:prstGeom prst="rect">
            <a:avLst/>
          </a:prstGeom>
          <a:solidFill>
            <a:srgbClr val="FFFFFF"/>
          </a:solidFill>
          <a:ln w="6350">
            <a:solidFill>
              <a:srgbClr val="E2E2E2"/>
            </a:solidFill>
            <a:prstDash val="solid"/>
          </a:ln>
        </p:spPr>
      </p:sp>
      <p:sp>
        <p:nvSpPr>
          <p:cNvPr id="119" name="Shape 111"/>
          <p:cNvSpPr/>
          <p:nvPr/>
        </p:nvSpPr>
        <p:spPr>
          <a:xfrm>
            <a:off x="3404128" y="3289586"/>
            <a:ext cx="640080" cy="119299"/>
          </a:xfrm>
          <a:prstGeom prst="rect">
            <a:avLst/>
          </a:prstGeom>
          <a:solidFill>
            <a:srgbClr val="FFFFFF"/>
          </a:solidFill>
          <a:ln w="6350">
            <a:solidFill>
              <a:srgbClr val="E2E2E2"/>
            </a:solidFill>
            <a:prstDash val="solid"/>
          </a:ln>
        </p:spPr>
      </p:sp>
      <p:sp>
        <p:nvSpPr>
          <p:cNvPr id="120" name="Shape 112"/>
          <p:cNvSpPr/>
          <p:nvPr/>
        </p:nvSpPr>
        <p:spPr>
          <a:xfrm>
            <a:off x="4044208" y="3289586"/>
            <a:ext cx="640080" cy="119299"/>
          </a:xfrm>
          <a:prstGeom prst="rect">
            <a:avLst/>
          </a:prstGeom>
          <a:solidFill>
            <a:srgbClr val="FFFFFF"/>
          </a:solidFill>
          <a:ln w="6350">
            <a:solidFill>
              <a:srgbClr val="E2E2E2"/>
            </a:solidFill>
            <a:prstDash val="solid"/>
          </a:ln>
        </p:spPr>
      </p:sp>
      <p:sp>
        <p:nvSpPr>
          <p:cNvPr id="121" name="Shape 113"/>
          <p:cNvSpPr/>
          <p:nvPr/>
        </p:nvSpPr>
        <p:spPr>
          <a:xfrm>
            <a:off x="587776" y="3408885"/>
            <a:ext cx="256032" cy="119299"/>
          </a:xfrm>
          <a:prstGeom prst="rect">
            <a:avLst/>
          </a:prstGeom>
          <a:solidFill>
            <a:srgbClr val="F8F9FA"/>
          </a:solidFill>
          <a:ln w="6350">
            <a:solidFill>
              <a:srgbClr val="DDDDDD"/>
            </a:solidFill>
            <a:prstDash val="solid"/>
          </a:ln>
        </p:spPr>
      </p:sp>
      <p:sp>
        <p:nvSpPr>
          <p:cNvPr id="122" name="Text 114"/>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23" name="Shape 115"/>
          <p:cNvSpPr/>
          <p:nvPr/>
        </p:nvSpPr>
        <p:spPr>
          <a:xfrm>
            <a:off x="843808" y="3408885"/>
            <a:ext cx="640080" cy="119299"/>
          </a:xfrm>
          <a:prstGeom prst="rect">
            <a:avLst/>
          </a:prstGeom>
          <a:solidFill>
            <a:srgbClr val="FFFFFF"/>
          </a:solidFill>
          <a:ln w="6350">
            <a:solidFill>
              <a:srgbClr val="E2E2E2"/>
            </a:solidFill>
            <a:prstDash val="solid"/>
          </a:ln>
        </p:spPr>
      </p:sp>
      <p:sp>
        <p:nvSpPr>
          <p:cNvPr id="124" name="Shape 116"/>
          <p:cNvSpPr/>
          <p:nvPr/>
        </p:nvSpPr>
        <p:spPr>
          <a:xfrm>
            <a:off x="1483888" y="3408885"/>
            <a:ext cx="640080" cy="119299"/>
          </a:xfrm>
          <a:prstGeom prst="rect">
            <a:avLst/>
          </a:prstGeom>
          <a:solidFill>
            <a:srgbClr val="FFFFFF"/>
          </a:solidFill>
          <a:ln w="6350">
            <a:solidFill>
              <a:srgbClr val="E2E2E2"/>
            </a:solidFill>
            <a:prstDash val="solid"/>
          </a:ln>
        </p:spPr>
      </p:sp>
      <p:sp>
        <p:nvSpPr>
          <p:cNvPr id="125" name="Shape 117"/>
          <p:cNvSpPr/>
          <p:nvPr/>
        </p:nvSpPr>
        <p:spPr>
          <a:xfrm>
            <a:off x="2123968" y="3408885"/>
            <a:ext cx="640080" cy="119299"/>
          </a:xfrm>
          <a:prstGeom prst="rect">
            <a:avLst/>
          </a:prstGeom>
          <a:solidFill>
            <a:srgbClr val="FFFFFF"/>
          </a:solidFill>
          <a:ln w="6350">
            <a:solidFill>
              <a:srgbClr val="E2E2E2"/>
            </a:solidFill>
            <a:prstDash val="solid"/>
          </a:ln>
        </p:spPr>
      </p:sp>
      <p:sp>
        <p:nvSpPr>
          <p:cNvPr id="126" name="Shape 118"/>
          <p:cNvSpPr/>
          <p:nvPr/>
        </p:nvSpPr>
        <p:spPr>
          <a:xfrm>
            <a:off x="2764048" y="3408885"/>
            <a:ext cx="640080" cy="119299"/>
          </a:xfrm>
          <a:prstGeom prst="rect">
            <a:avLst/>
          </a:prstGeom>
          <a:solidFill>
            <a:srgbClr val="FFFFFF"/>
          </a:solidFill>
          <a:ln w="6350">
            <a:solidFill>
              <a:srgbClr val="E2E2E2"/>
            </a:solidFill>
            <a:prstDash val="solid"/>
          </a:ln>
        </p:spPr>
      </p:sp>
      <p:sp>
        <p:nvSpPr>
          <p:cNvPr id="127" name="Shape 119"/>
          <p:cNvSpPr/>
          <p:nvPr/>
        </p:nvSpPr>
        <p:spPr>
          <a:xfrm>
            <a:off x="3404128" y="3408885"/>
            <a:ext cx="640080" cy="119299"/>
          </a:xfrm>
          <a:prstGeom prst="rect">
            <a:avLst/>
          </a:prstGeom>
          <a:solidFill>
            <a:srgbClr val="FFFFFF"/>
          </a:solidFill>
          <a:ln w="6350">
            <a:solidFill>
              <a:srgbClr val="E2E2E2"/>
            </a:solidFill>
            <a:prstDash val="solid"/>
          </a:ln>
        </p:spPr>
      </p:sp>
      <p:sp>
        <p:nvSpPr>
          <p:cNvPr id="128" name="Shape 120"/>
          <p:cNvSpPr/>
          <p:nvPr/>
        </p:nvSpPr>
        <p:spPr>
          <a:xfrm>
            <a:off x="4044208" y="3408885"/>
            <a:ext cx="640080" cy="119299"/>
          </a:xfrm>
          <a:prstGeom prst="rect">
            <a:avLst/>
          </a:prstGeom>
          <a:solidFill>
            <a:srgbClr val="FFFFFF"/>
          </a:solidFill>
          <a:ln w="6350">
            <a:solidFill>
              <a:srgbClr val="E2E2E2"/>
            </a:solidFill>
            <a:prstDash val="solid"/>
          </a:ln>
        </p:spPr>
      </p:sp>
      <p:sp>
        <p:nvSpPr>
          <p:cNvPr id="129" name="Shape 121"/>
          <p:cNvSpPr/>
          <p:nvPr/>
        </p:nvSpPr>
        <p:spPr>
          <a:xfrm>
            <a:off x="587776" y="3528185"/>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31" name="Shape 123"/>
          <p:cNvSpPr/>
          <p:nvPr/>
        </p:nvSpPr>
        <p:spPr>
          <a:xfrm>
            <a:off x="843808" y="3528185"/>
            <a:ext cx="640080" cy="119299"/>
          </a:xfrm>
          <a:prstGeom prst="rect">
            <a:avLst/>
          </a:prstGeom>
          <a:solidFill>
            <a:srgbClr val="FFFFFF"/>
          </a:solidFill>
          <a:ln w="6350">
            <a:solidFill>
              <a:srgbClr val="E2E2E2"/>
            </a:solidFill>
            <a:prstDash val="solid"/>
          </a:ln>
        </p:spPr>
      </p:sp>
      <p:sp>
        <p:nvSpPr>
          <p:cNvPr id="132" name="Shape 124"/>
          <p:cNvSpPr/>
          <p:nvPr/>
        </p:nvSpPr>
        <p:spPr>
          <a:xfrm>
            <a:off x="1483888" y="3528185"/>
            <a:ext cx="640080" cy="119299"/>
          </a:xfrm>
          <a:prstGeom prst="rect">
            <a:avLst/>
          </a:prstGeom>
          <a:solidFill>
            <a:srgbClr val="FFFFFF"/>
          </a:solidFill>
          <a:ln w="6350">
            <a:solidFill>
              <a:srgbClr val="E2E2E2"/>
            </a:solidFill>
            <a:prstDash val="solid"/>
          </a:ln>
        </p:spPr>
      </p:sp>
      <p:sp>
        <p:nvSpPr>
          <p:cNvPr id="133" name="Shape 125"/>
          <p:cNvSpPr/>
          <p:nvPr/>
        </p:nvSpPr>
        <p:spPr>
          <a:xfrm>
            <a:off x="2123968" y="3528185"/>
            <a:ext cx="640080" cy="119299"/>
          </a:xfrm>
          <a:prstGeom prst="rect">
            <a:avLst/>
          </a:prstGeom>
          <a:solidFill>
            <a:srgbClr val="FFFFFF"/>
          </a:solidFill>
          <a:ln w="6350">
            <a:solidFill>
              <a:srgbClr val="E2E2E2"/>
            </a:solidFill>
            <a:prstDash val="solid"/>
          </a:ln>
        </p:spPr>
      </p:sp>
      <p:sp>
        <p:nvSpPr>
          <p:cNvPr id="134" name="Shape 126"/>
          <p:cNvSpPr/>
          <p:nvPr/>
        </p:nvSpPr>
        <p:spPr>
          <a:xfrm>
            <a:off x="2764048" y="3528185"/>
            <a:ext cx="640080" cy="119299"/>
          </a:xfrm>
          <a:prstGeom prst="rect">
            <a:avLst/>
          </a:prstGeom>
          <a:solidFill>
            <a:srgbClr val="FFFFFF"/>
          </a:solidFill>
          <a:ln w="6350">
            <a:solidFill>
              <a:srgbClr val="E2E2E2"/>
            </a:solidFill>
            <a:prstDash val="solid"/>
          </a:ln>
        </p:spPr>
      </p:sp>
      <p:sp>
        <p:nvSpPr>
          <p:cNvPr id="135" name="Shape 127"/>
          <p:cNvSpPr/>
          <p:nvPr/>
        </p:nvSpPr>
        <p:spPr>
          <a:xfrm>
            <a:off x="3404128" y="3528185"/>
            <a:ext cx="640080" cy="119299"/>
          </a:xfrm>
          <a:prstGeom prst="rect">
            <a:avLst/>
          </a:prstGeom>
          <a:solidFill>
            <a:srgbClr val="FFFFFF"/>
          </a:solidFill>
          <a:ln w="6350">
            <a:solidFill>
              <a:srgbClr val="E2E2E2"/>
            </a:solidFill>
            <a:prstDash val="solid"/>
          </a:ln>
        </p:spPr>
      </p:sp>
      <p:sp>
        <p:nvSpPr>
          <p:cNvPr id="136" name="Shape 128"/>
          <p:cNvSpPr/>
          <p:nvPr/>
        </p:nvSpPr>
        <p:spPr>
          <a:xfrm>
            <a:off x="4044208" y="3528185"/>
            <a:ext cx="640080" cy="119299"/>
          </a:xfrm>
          <a:prstGeom prst="rect">
            <a:avLst/>
          </a:prstGeom>
          <a:solidFill>
            <a:srgbClr val="FFFFFF"/>
          </a:solidFill>
          <a:ln w="6350">
            <a:solidFill>
              <a:srgbClr val="E2E2E2"/>
            </a:solidFill>
            <a:prstDash val="solid"/>
          </a:ln>
        </p:spPr>
      </p:sp>
      <p:sp>
        <p:nvSpPr>
          <p:cNvPr id="137" name="Shape 129"/>
          <p:cNvSpPr/>
          <p:nvPr/>
        </p:nvSpPr>
        <p:spPr>
          <a:xfrm>
            <a:off x="587776" y="3647484"/>
            <a:ext cx="256032" cy="119299"/>
          </a:xfrm>
          <a:prstGeom prst="rect">
            <a:avLst/>
          </a:prstGeom>
          <a:solidFill>
            <a:srgbClr val="F8F9FA"/>
          </a:solidFill>
          <a:ln w="6350">
            <a:solidFill>
              <a:srgbClr val="DDDDDD"/>
            </a:solidFill>
            <a:prstDash val="solid"/>
          </a:ln>
        </p:spPr>
      </p:sp>
      <p:sp>
        <p:nvSpPr>
          <p:cNvPr id="138" name="Text 130"/>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39" name="Shape 131"/>
          <p:cNvSpPr/>
          <p:nvPr/>
        </p:nvSpPr>
        <p:spPr>
          <a:xfrm>
            <a:off x="843808" y="3647484"/>
            <a:ext cx="640080" cy="119299"/>
          </a:xfrm>
          <a:prstGeom prst="rect">
            <a:avLst/>
          </a:prstGeom>
          <a:solidFill>
            <a:srgbClr val="FFFFFF"/>
          </a:solidFill>
          <a:ln w="6350">
            <a:solidFill>
              <a:srgbClr val="E2E2E2"/>
            </a:solidFill>
            <a:prstDash val="solid"/>
          </a:ln>
        </p:spPr>
      </p:sp>
      <p:sp>
        <p:nvSpPr>
          <p:cNvPr id="140" name="Shape 132"/>
          <p:cNvSpPr/>
          <p:nvPr/>
        </p:nvSpPr>
        <p:spPr>
          <a:xfrm>
            <a:off x="1483888" y="3647484"/>
            <a:ext cx="640080" cy="119299"/>
          </a:xfrm>
          <a:prstGeom prst="rect">
            <a:avLst/>
          </a:prstGeom>
          <a:solidFill>
            <a:srgbClr val="FFFFFF"/>
          </a:solidFill>
          <a:ln w="6350">
            <a:solidFill>
              <a:srgbClr val="E2E2E2"/>
            </a:solidFill>
            <a:prstDash val="solid"/>
          </a:ln>
        </p:spPr>
      </p:sp>
      <p:sp>
        <p:nvSpPr>
          <p:cNvPr id="141" name="Shape 133"/>
          <p:cNvSpPr/>
          <p:nvPr/>
        </p:nvSpPr>
        <p:spPr>
          <a:xfrm>
            <a:off x="2123968" y="3647484"/>
            <a:ext cx="640080" cy="119299"/>
          </a:xfrm>
          <a:prstGeom prst="rect">
            <a:avLst/>
          </a:prstGeom>
          <a:solidFill>
            <a:srgbClr val="FFFFFF"/>
          </a:solidFill>
          <a:ln w="6350">
            <a:solidFill>
              <a:srgbClr val="E2E2E2"/>
            </a:solidFill>
            <a:prstDash val="solid"/>
          </a:ln>
        </p:spPr>
      </p:sp>
      <p:sp>
        <p:nvSpPr>
          <p:cNvPr id="142" name="Shape 134"/>
          <p:cNvSpPr/>
          <p:nvPr/>
        </p:nvSpPr>
        <p:spPr>
          <a:xfrm>
            <a:off x="2764048" y="3647484"/>
            <a:ext cx="640080" cy="119299"/>
          </a:xfrm>
          <a:prstGeom prst="rect">
            <a:avLst/>
          </a:prstGeom>
          <a:solidFill>
            <a:srgbClr val="FFFFFF"/>
          </a:solidFill>
          <a:ln w="6350">
            <a:solidFill>
              <a:srgbClr val="E2E2E2"/>
            </a:solidFill>
            <a:prstDash val="solid"/>
          </a:ln>
        </p:spPr>
      </p:sp>
      <p:sp>
        <p:nvSpPr>
          <p:cNvPr id="143" name="Shape 135"/>
          <p:cNvSpPr/>
          <p:nvPr/>
        </p:nvSpPr>
        <p:spPr>
          <a:xfrm>
            <a:off x="3404128" y="3647484"/>
            <a:ext cx="640080" cy="119299"/>
          </a:xfrm>
          <a:prstGeom prst="rect">
            <a:avLst/>
          </a:prstGeom>
          <a:solidFill>
            <a:srgbClr val="FFFFFF"/>
          </a:solidFill>
          <a:ln w="6350">
            <a:solidFill>
              <a:srgbClr val="E2E2E2"/>
            </a:solidFill>
            <a:prstDash val="solid"/>
          </a:ln>
        </p:spPr>
      </p:sp>
      <p:sp>
        <p:nvSpPr>
          <p:cNvPr id="144" name="Shape 136"/>
          <p:cNvSpPr/>
          <p:nvPr/>
        </p:nvSpPr>
        <p:spPr>
          <a:xfrm>
            <a:off x="4044208" y="3647484"/>
            <a:ext cx="640080" cy="119299"/>
          </a:xfrm>
          <a:prstGeom prst="rect">
            <a:avLst/>
          </a:prstGeom>
          <a:solidFill>
            <a:srgbClr val="FFFFFF"/>
          </a:solidFill>
          <a:ln w="6350">
            <a:solidFill>
              <a:srgbClr val="E2E2E2"/>
            </a:solidFill>
            <a:prstDash val="solid"/>
          </a:ln>
        </p:spPr>
      </p:sp>
      <p:sp>
        <p:nvSpPr>
          <p:cNvPr id="145" name="Shape 137"/>
          <p:cNvSpPr/>
          <p:nvPr/>
        </p:nvSpPr>
        <p:spPr>
          <a:xfrm>
            <a:off x="587776" y="3794216"/>
            <a:ext cx="4950927" cy="201168"/>
          </a:xfrm>
          <a:prstGeom prst="rect">
            <a:avLst/>
          </a:prstGeom>
          <a:solidFill>
            <a:srgbClr val="F8F9FA"/>
          </a:solidFill>
          <a:ln w="12700">
            <a:solidFill>
              <a:srgbClr val="F8F9FA"/>
            </a:solidFill>
            <a:prstDash val="solid"/>
          </a:ln>
        </p:spPr>
      </p:sp>
      <p:sp>
        <p:nvSpPr>
          <p:cNvPr id="146" name="Text 138"/>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47" name="Text 139"/>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Data</a:t>
            </a:r>
            <a:endParaRPr lang="en-US" sz="700" dirty="0"/>
          </a:p>
        </p:txBody>
      </p:sp>
      <p:sp>
        <p:nvSpPr>
          <p:cNvPr id="148" name="Text 140"/>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Ringkasan</a:t>
            </a:r>
            <a:endParaRPr lang="en-US" sz="700" dirty="0"/>
          </a:p>
        </p:txBody>
      </p:sp>
      <p:sp>
        <p:nvSpPr>
          <p:cNvPr id="149" name="Shape 141"/>
          <p:cNvSpPr/>
          <p:nvPr/>
        </p:nvSpPr>
        <p:spPr>
          <a:xfrm>
            <a:off x="2690896" y="3794216"/>
            <a:ext cx="731520" cy="201168"/>
          </a:xfrm>
          <a:prstGeom prst="rect">
            <a:avLst/>
          </a:prstGeom>
          <a:solidFill>
            <a:srgbClr val="E1EFFE"/>
          </a:solidFill>
          <a:ln w="12700">
            <a:solidFill>
              <a:srgbClr val="E1EFFE"/>
            </a:solidFill>
            <a:prstDash val="solid"/>
          </a:ln>
        </p:spPr>
      </p:sp>
      <p:sp>
        <p:nvSpPr>
          <p:cNvPr id="150" name="Text 142"/>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Dashboard</a:t>
            </a:r>
            <a:endParaRPr lang="en-US" sz="700" dirty="0"/>
          </a:p>
        </p:txBody>
      </p:sp>
      <p:sp>
        <p:nvSpPr>
          <p:cNvPr id="151" name="Shape 143"/>
          <p:cNvSpPr/>
          <p:nvPr/>
        </p:nvSpPr>
        <p:spPr>
          <a:xfrm>
            <a:off x="1520464" y="2043437"/>
            <a:ext cx="1417320" cy="859536"/>
          </a:xfrm>
          <a:prstGeom prst="rect">
            <a:avLst/>
          </a:prstGeom>
          <a:solidFill>
            <a:srgbClr val="FFFFFF"/>
          </a:solidFill>
          <a:ln w="9525">
            <a:solidFill>
              <a:srgbClr val="AAAAAA"/>
            </a:solidFill>
            <a:prstDash val="solid"/>
          </a:ln>
        </p:spPr>
      </p:sp>
      <p:sp>
        <p:nvSpPr>
          <p:cNvPr id="152" name="Text 144"/>
          <p:cNvSpPr txBox="1"/>
          <p:nvPr/>
        </p:nvSpPr>
        <p:spPr>
          <a:xfrm>
            <a:off x="1630192" y="2070869"/>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Show               ›</a:t>
            </a:r>
            <a:endParaRPr lang="en-US" sz="800" dirty="0"/>
          </a:p>
        </p:txBody>
      </p:sp>
      <p:sp>
        <p:nvSpPr>
          <p:cNvPr id="153" name="Text 145"/>
          <p:cNvSpPr txBox="1"/>
          <p:nvPr/>
        </p:nvSpPr>
        <p:spPr>
          <a:xfrm>
            <a:off x="1630192" y="2272037"/>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Freeze             ›</a:t>
            </a:r>
            <a:endParaRPr lang="en-US" sz="800" dirty="0"/>
          </a:p>
        </p:txBody>
      </p:sp>
      <p:sp>
        <p:nvSpPr>
          <p:cNvPr id="154" name="Shape 146"/>
          <p:cNvSpPr/>
          <p:nvPr/>
        </p:nvSpPr>
        <p:spPr>
          <a:xfrm>
            <a:off x="1557040" y="2564645"/>
            <a:ext cx="1344168" cy="0"/>
          </a:xfrm>
          <a:prstGeom prst="line">
            <a:avLst/>
          </a:prstGeom>
          <a:noFill/>
          <a:ln w="6350">
            <a:solidFill>
              <a:srgbClr val="DDDDDD"/>
            </a:solidFill>
            <a:prstDash val="solid"/>
          </a:ln>
        </p:spPr>
      </p:sp>
      <p:sp>
        <p:nvSpPr>
          <p:cNvPr id="155" name="Text 147"/>
          <p:cNvSpPr txBox="1"/>
          <p:nvPr/>
        </p:nvSpPr>
        <p:spPr>
          <a:xfrm>
            <a:off x="1630192" y="2674373"/>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Zoom               ›</a:t>
            </a:r>
            <a:endParaRPr lang="en-US" sz="800" dirty="0"/>
          </a:p>
        </p:txBody>
      </p:sp>
      <p:sp>
        <p:nvSpPr>
          <p:cNvPr id="156" name="Shape 148"/>
          <p:cNvSpPr/>
          <p:nvPr/>
        </p:nvSpPr>
        <p:spPr>
          <a:xfrm>
            <a:off x="2937784" y="2070869"/>
            <a:ext cx="1234440" cy="658368"/>
          </a:xfrm>
          <a:prstGeom prst="rect">
            <a:avLst/>
          </a:prstGeom>
          <a:solidFill>
            <a:srgbClr val="FFFFFF"/>
          </a:solidFill>
          <a:ln w="9525">
            <a:solidFill>
              <a:srgbClr val="AAAAAA"/>
            </a:solidFill>
            <a:prstDash val="solid"/>
          </a:ln>
        </p:spPr>
      </p:sp>
      <p:sp>
        <p:nvSpPr>
          <p:cNvPr id="157" name="Text 149"/>
          <p:cNvSpPr txBox="1"/>
          <p:nvPr/>
        </p:nvSpPr>
        <p:spPr>
          <a:xfrm>
            <a:off x="3047512" y="2098301"/>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Gridlines</a:t>
            </a:r>
            <a:endParaRPr lang="en-US" sz="800" dirty="0"/>
          </a:p>
        </p:txBody>
      </p:sp>
      <p:sp>
        <p:nvSpPr>
          <p:cNvPr id="158" name="Text 150"/>
          <p:cNvSpPr txBox="1"/>
          <p:nvPr/>
        </p:nvSpPr>
        <p:spPr>
          <a:xfrm>
            <a:off x="3047512" y="2299469"/>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Formula bar</a:t>
            </a:r>
            <a:endParaRPr lang="en-US" sz="800" dirty="0"/>
          </a:p>
        </p:txBody>
      </p:sp>
      <p:sp>
        <p:nvSpPr>
          <p:cNvPr id="159" name="Text 151"/>
          <p:cNvSpPr txBox="1"/>
          <p:nvPr/>
        </p:nvSpPr>
        <p:spPr>
          <a:xfrm>
            <a:off x="3047512" y="2500637"/>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Formulas</a:t>
            </a:r>
            <a:endParaRPr lang="en-US" sz="800" dirty="0"/>
          </a:p>
        </p:txBody>
      </p:sp>
      <p:sp>
        <p:nvSpPr>
          <p:cNvPr id="160" name="Shape 152"/>
          <p:cNvSpPr/>
          <p:nvPr/>
        </p:nvSpPr>
        <p:spPr>
          <a:xfrm>
            <a:off x="1538752" y="2052581"/>
            <a:ext cx="1380744" cy="228600"/>
          </a:xfrm>
          <a:prstGeom prst="roundRect">
            <a:avLst>
              <a:gd name="adj" fmla="val 20000"/>
            </a:avLst>
          </a:prstGeom>
          <a:solidFill>
            <a:srgbClr val="FFFFFF">
              <a:alpha val="0"/>
            </a:srgbClr>
          </a:solidFill>
          <a:ln w="31750">
            <a:solidFill>
              <a:srgbClr val="E53935"/>
            </a:solidFill>
            <a:prstDash val="solid"/>
          </a:ln>
        </p:spPr>
      </p:sp>
      <p:sp>
        <p:nvSpPr>
          <p:cNvPr id="161" name="Shape 153"/>
          <p:cNvSpPr/>
          <p:nvPr/>
        </p:nvSpPr>
        <p:spPr>
          <a:xfrm>
            <a:off x="2782336" y="1915421"/>
            <a:ext cx="274320" cy="274320"/>
          </a:xfrm>
          <a:prstGeom prst="ellipse">
            <a:avLst/>
          </a:prstGeom>
          <a:solidFill>
            <a:srgbClr val="E53935"/>
          </a:solidFill>
          <a:ln w="12700">
            <a:solidFill>
              <a:srgbClr val="FFFFFF"/>
            </a:solidFill>
            <a:prstDash val="solid"/>
          </a:ln>
        </p:spPr>
      </p:sp>
      <p:sp>
        <p:nvSpPr>
          <p:cNvPr id="162" name="Text 154"/>
          <p:cNvSpPr txBox="1"/>
          <p:nvPr/>
        </p:nvSpPr>
        <p:spPr>
          <a:xfrm>
            <a:off x="2782336" y="19154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63" name="Image 6" descr="preencoded.png">    </p:cNvPr>
          <p:cNvPicPr>
            <a:picLocks noChangeAspect="1"/>
          </p:cNvPicPr>
          <p:nvPr/>
        </p:nvPicPr>
        <p:blipFill>
          <a:blip r:embed="rId7"/>
          <a:stretch>
            <a:fillRect/>
          </a:stretch>
        </p:blipFill>
        <p:spPr>
          <a:xfrm>
            <a:off x="2296333" y="2176482"/>
            <a:ext cx="237744" cy="237744"/>
          </a:xfrm>
          <a:prstGeom prst="rect">
            <a:avLst/>
          </a:prstGeom>
        </p:spPr>
      </p:pic>
      <p:sp>
        <p:nvSpPr>
          <p:cNvPr id="164" name="Shape 155"/>
          <p:cNvSpPr/>
          <p:nvPr/>
        </p:nvSpPr>
        <p:spPr>
          <a:xfrm>
            <a:off x="2956072" y="2080013"/>
            <a:ext cx="1197864" cy="228600"/>
          </a:xfrm>
          <a:prstGeom prst="roundRect">
            <a:avLst>
              <a:gd name="adj" fmla="val 20000"/>
            </a:avLst>
          </a:prstGeom>
          <a:solidFill>
            <a:srgbClr val="FFFFFF">
              <a:alpha val="0"/>
            </a:srgbClr>
          </a:solidFill>
          <a:ln w="31750">
            <a:solidFill>
              <a:srgbClr val="E53935"/>
            </a:solidFill>
            <a:prstDash val="solid"/>
          </a:ln>
        </p:spPr>
      </p:sp>
      <p:sp>
        <p:nvSpPr>
          <p:cNvPr id="165" name="Shape 156"/>
          <p:cNvSpPr/>
          <p:nvPr/>
        </p:nvSpPr>
        <p:spPr>
          <a:xfrm>
            <a:off x="4016776" y="1942853"/>
            <a:ext cx="274320" cy="274320"/>
          </a:xfrm>
          <a:prstGeom prst="ellipse">
            <a:avLst/>
          </a:prstGeom>
          <a:solidFill>
            <a:srgbClr val="E53935"/>
          </a:solidFill>
          <a:ln w="12700">
            <a:solidFill>
              <a:srgbClr val="FFFFFF"/>
            </a:solidFill>
            <a:prstDash val="solid"/>
          </a:ln>
        </p:spPr>
      </p:sp>
      <p:sp>
        <p:nvSpPr>
          <p:cNvPr id="166" name="Text 157"/>
          <p:cNvSpPr txBox="1"/>
          <p:nvPr/>
        </p:nvSpPr>
        <p:spPr>
          <a:xfrm>
            <a:off x="4016776" y="194285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67" name="Image 7" descr="preencoded.png">    </p:cNvPr>
          <p:cNvPicPr>
            <a:picLocks noChangeAspect="1"/>
          </p:cNvPicPr>
          <p:nvPr/>
        </p:nvPicPr>
        <p:blipFill>
          <a:blip r:embed="rId8"/>
          <a:stretch>
            <a:fillRect/>
          </a:stretch>
        </p:blipFill>
        <p:spPr>
          <a:xfrm>
            <a:off x="3613069" y="2203914"/>
            <a:ext cx="237744" cy="237744"/>
          </a:xfrm>
          <a:prstGeom prst="rect">
            <a:avLst/>
          </a:prstGeom>
        </p:spPr>
      </p:pic>
      <p:sp>
        <p:nvSpPr>
          <p:cNvPr id="168" name="Text 15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169" name="Text 15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Sembunyikan garis bantu</a:t>
            </a:r>
            <a:endParaRPr lang="en-US" sz="1800" dirty="0"/>
          </a:p>
        </p:txBody>
      </p:sp>
      <p:sp>
        <p:nvSpPr>
          <p:cNvPr id="170" name="Text 16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Menu View › Show › hilangkan centang Gridlines. Dashboard tampak bersih seperti laporan.</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Presentasi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6400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483888" y="2573789"/>
            <a:ext cx="640080" cy="119299"/>
          </a:xfrm>
          <a:prstGeom prst="rect">
            <a:avLst/>
          </a:prstGeom>
          <a:solidFill>
            <a:srgbClr val="F8F9FA"/>
          </a:solidFill>
          <a:ln w="6350">
            <a:solidFill>
              <a:srgbClr val="DDDDDD"/>
            </a:solidFill>
            <a:prstDash val="solid"/>
          </a:ln>
        </p:spPr>
      </p:sp>
      <p:sp>
        <p:nvSpPr>
          <p:cNvPr id="64" name="Text 56"/>
          <p:cNvSpPr txBox="1"/>
          <p:nvPr/>
        </p:nvSpPr>
        <p:spPr>
          <a:xfrm>
            <a:off x="148388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12396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212396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764048" y="2573789"/>
            <a:ext cx="640080" cy="119299"/>
          </a:xfrm>
          <a:prstGeom prst="rect">
            <a:avLst/>
          </a:prstGeom>
          <a:solidFill>
            <a:srgbClr val="F8F9FA"/>
          </a:solidFill>
          <a:ln w="6350">
            <a:solidFill>
              <a:srgbClr val="DDDDDD"/>
            </a:solidFill>
            <a:prstDash val="solid"/>
          </a:ln>
        </p:spPr>
      </p:sp>
      <p:sp>
        <p:nvSpPr>
          <p:cNvPr id="68" name="Text 60"/>
          <p:cNvSpPr txBox="1"/>
          <p:nvPr/>
        </p:nvSpPr>
        <p:spPr>
          <a:xfrm>
            <a:off x="276404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404128" y="2573789"/>
            <a:ext cx="640080" cy="119299"/>
          </a:xfrm>
          <a:prstGeom prst="rect">
            <a:avLst/>
          </a:prstGeom>
          <a:solidFill>
            <a:srgbClr val="F8F9FA"/>
          </a:solidFill>
          <a:ln w="6350">
            <a:solidFill>
              <a:srgbClr val="DDDDDD"/>
            </a:solidFill>
            <a:prstDash val="solid"/>
          </a:ln>
        </p:spPr>
      </p:sp>
      <p:sp>
        <p:nvSpPr>
          <p:cNvPr id="70" name="Text 62"/>
          <p:cNvSpPr txBox="1"/>
          <p:nvPr/>
        </p:nvSpPr>
        <p:spPr>
          <a:xfrm>
            <a:off x="34041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4044208" y="2573789"/>
            <a:ext cx="640080" cy="119299"/>
          </a:xfrm>
          <a:prstGeom prst="rect">
            <a:avLst/>
          </a:prstGeom>
          <a:solidFill>
            <a:srgbClr val="F8F9FA"/>
          </a:solidFill>
          <a:ln w="6350">
            <a:solidFill>
              <a:srgbClr val="DDDDDD"/>
            </a:solidFill>
            <a:prstDash val="solid"/>
          </a:ln>
        </p:spPr>
      </p:sp>
      <p:sp>
        <p:nvSpPr>
          <p:cNvPr id="72" name="Text 64"/>
          <p:cNvSpPr txBox="1"/>
          <p:nvPr/>
        </p:nvSpPr>
        <p:spPr>
          <a:xfrm>
            <a:off x="40442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640080" cy="119299"/>
          </a:xfrm>
          <a:prstGeom prst="rect">
            <a:avLst/>
          </a:prstGeom>
          <a:solidFill>
            <a:srgbClr val="FFFFFF"/>
          </a:solidFill>
          <a:ln w="6350">
            <a:solidFill>
              <a:srgbClr val="E2E2E2"/>
            </a:solidFill>
            <a:prstDash val="solid"/>
          </a:ln>
        </p:spPr>
      </p:sp>
      <p:sp>
        <p:nvSpPr>
          <p:cNvPr id="76" name="Shape 68"/>
          <p:cNvSpPr/>
          <p:nvPr/>
        </p:nvSpPr>
        <p:spPr>
          <a:xfrm>
            <a:off x="1483888" y="2693089"/>
            <a:ext cx="640080" cy="119299"/>
          </a:xfrm>
          <a:prstGeom prst="rect">
            <a:avLst/>
          </a:prstGeom>
          <a:solidFill>
            <a:srgbClr val="FFFFFF"/>
          </a:solidFill>
          <a:ln w="6350">
            <a:solidFill>
              <a:srgbClr val="E2E2E2"/>
            </a:solidFill>
            <a:prstDash val="solid"/>
          </a:ln>
        </p:spPr>
      </p:sp>
      <p:sp>
        <p:nvSpPr>
          <p:cNvPr id="77" name="Shape 69"/>
          <p:cNvSpPr/>
          <p:nvPr/>
        </p:nvSpPr>
        <p:spPr>
          <a:xfrm>
            <a:off x="2123968" y="2693089"/>
            <a:ext cx="640080" cy="119299"/>
          </a:xfrm>
          <a:prstGeom prst="rect">
            <a:avLst/>
          </a:prstGeom>
          <a:solidFill>
            <a:srgbClr val="FFFFFF"/>
          </a:solidFill>
          <a:ln w="6350">
            <a:solidFill>
              <a:srgbClr val="E2E2E2"/>
            </a:solidFill>
            <a:prstDash val="solid"/>
          </a:ln>
        </p:spPr>
      </p:sp>
      <p:sp>
        <p:nvSpPr>
          <p:cNvPr id="78" name="Shape 70"/>
          <p:cNvSpPr/>
          <p:nvPr/>
        </p:nvSpPr>
        <p:spPr>
          <a:xfrm>
            <a:off x="2764048" y="2693089"/>
            <a:ext cx="640080" cy="119299"/>
          </a:xfrm>
          <a:prstGeom prst="rect">
            <a:avLst/>
          </a:prstGeom>
          <a:solidFill>
            <a:srgbClr val="FFFFFF"/>
          </a:solidFill>
          <a:ln w="6350">
            <a:solidFill>
              <a:srgbClr val="E2E2E2"/>
            </a:solidFill>
            <a:prstDash val="solid"/>
          </a:ln>
        </p:spPr>
      </p:sp>
      <p:sp>
        <p:nvSpPr>
          <p:cNvPr id="79" name="Shape 71"/>
          <p:cNvSpPr/>
          <p:nvPr/>
        </p:nvSpPr>
        <p:spPr>
          <a:xfrm>
            <a:off x="3404128" y="2693089"/>
            <a:ext cx="640080" cy="119299"/>
          </a:xfrm>
          <a:prstGeom prst="rect">
            <a:avLst/>
          </a:prstGeom>
          <a:solidFill>
            <a:srgbClr val="FFFFFF"/>
          </a:solidFill>
          <a:ln w="6350">
            <a:solidFill>
              <a:srgbClr val="E2E2E2"/>
            </a:solidFill>
            <a:prstDash val="solid"/>
          </a:ln>
        </p:spPr>
      </p:sp>
      <p:sp>
        <p:nvSpPr>
          <p:cNvPr id="80" name="Shape 72"/>
          <p:cNvSpPr/>
          <p:nvPr/>
        </p:nvSpPr>
        <p:spPr>
          <a:xfrm>
            <a:off x="4044208" y="2693089"/>
            <a:ext cx="640080" cy="119299"/>
          </a:xfrm>
          <a:prstGeom prst="rect">
            <a:avLst/>
          </a:prstGeom>
          <a:solidFill>
            <a:srgbClr val="FFFFFF"/>
          </a:solidFill>
          <a:ln w="6350">
            <a:solidFill>
              <a:srgbClr val="E2E2E2"/>
            </a:solidFill>
            <a:prstDash val="solid"/>
          </a:ln>
        </p:spPr>
      </p:sp>
      <p:sp>
        <p:nvSpPr>
          <p:cNvPr id="81" name="Shape 73"/>
          <p:cNvSpPr/>
          <p:nvPr/>
        </p:nvSpPr>
        <p:spPr>
          <a:xfrm>
            <a:off x="587776" y="2812388"/>
            <a:ext cx="256032" cy="119299"/>
          </a:xfrm>
          <a:prstGeom prst="rect">
            <a:avLst/>
          </a:prstGeom>
          <a:solidFill>
            <a:srgbClr val="F8F9FA"/>
          </a:solidFill>
          <a:ln w="6350">
            <a:solidFill>
              <a:srgbClr val="DDDDDD"/>
            </a:solidFill>
            <a:prstDash val="solid"/>
          </a:ln>
        </p:spPr>
      </p:sp>
      <p:sp>
        <p:nvSpPr>
          <p:cNvPr id="82" name="Text 74"/>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3" name="Shape 75"/>
          <p:cNvSpPr/>
          <p:nvPr/>
        </p:nvSpPr>
        <p:spPr>
          <a:xfrm>
            <a:off x="843808" y="2812388"/>
            <a:ext cx="640080" cy="119299"/>
          </a:xfrm>
          <a:prstGeom prst="rect">
            <a:avLst/>
          </a:prstGeom>
          <a:solidFill>
            <a:srgbClr val="FFFFFF"/>
          </a:solidFill>
          <a:ln w="6350">
            <a:solidFill>
              <a:srgbClr val="E2E2E2"/>
            </a:solidFill>
            <a:prstDash val="solid"/>
          </a:ln>
        </p:spPr>
      </p:sp>
      <p:sp>
        <p:nvSpPr>
          <p:cNvPr id="84" name="Shape 76"/>
          <p:cNvSpPr/>
          <p:nvPr/>
        </p:nvSpPr>
        <p:spPr>
          <a:xfrm>
            <a:off x="1483888" y="2812388"/>
            <a:ext cx="640080" cy="119299"/>
          </a:xfrm>
          <a:prstGeom prst="rect">
            <a:avLst/>
          </a:prstGeom>
          <a:solidFill>
            <a:srgbClr val="FFFFFF"/>
          </a:solidFill>
          <a:ln w="6350">
            <a:solidFill>
              <a:srgbClr val="E2E2E2"/>
            </a:solidFill>
            <a:prstDash val="solid"/>
          </a:ln>
        </p:spPr>
      </p:sp>
      <p:sp>
        <p:nvSpPr>
          <p:cNvPr id="85" name="Shape 77"/>
          <p:cNvSpPr/>
          <p:nvPr/>
        </p:nvSpPr>
        <p:spPr>
          <a:xfrm>
            <a:off x="2123968" y="2812388"/>
            <a:ext cx="640080" cy="119299"/>
          </a:xfrm>
          <a:prstGeom prst="rect">
            <a:avLst/>
          </a:prstGeom>
          <a:solidFill>
            <a:srgbClr val="FFFFFF"/>
          </a:solidFill>
          <a:ln w="6350">
            <a:solidFill>
              <a:srgbClr val="E2E2E2"/>
            </a:solidFill>
            <a:prstDash val="solid"/>
          </a:ln>
        </p:spPr>
      </p:sp>
      <p:sp>
        <p:nvSpPr>
          <p:cNvPr id="86" name="Shape 78"/>
          <p:cNvSpPr/>
          <p:nvPr/>
        </p:nvSpPr>
        <p:spPr>
          <a:xfrm>
            <a:off x="2764048" y="2812388"/>
            <a:ext cx="640080" cy="119299"/>
          </a:xfrm>
          <a:prstGeom prst="rect">
            <a:avLst/>
          </a:prstGeom>
          <a:solidFill>
            <a:srgbClr val="FFFFFF"/>
          </a:solidFill>
          <a:ln w="6350">
            <a:solidFill>
              <a:srgbClr val="E2E2E2"/>
            </a:solidFill>
            <a:prstDash val="solid"/>
          </a:ln>
        </p:spPr>
      </p:sp>
      <p:sp>
        <p:nvSpPr>
          <p:cNvPr id="87" name="Shape 79"/>
          <p:cNvSpPr/>
          <p:nvPr/>
        </p:nvSpPr>
        <p:spPr>
          <a:xfrm>
            <a:off x="3404128" y="2812388"/>
            <a:ext cx="640080" cy="119299"/>
          </a:xfrm>
          <a:prstGeom prst="rect">
            <a:avLst/>
          </a:prstGeom>
          <a:solidFill>
            <a:srgbClr val="FFFFFF"/>
          </a:solidFill>
          <a:ln w="6350">
            <a:solidFill>
              <a:srgbClr val="E2E2E2"/>
            </a:solidFill>
            <a:prstDash val="solid"/>
          </a:ln>
        </p:spPr>
      </p:sp>
      <p:sp>
        <p:nvSpPr>
          <p:cNvPr id="88" name="Shape 80"/>
          <p:cNvSpPr/>
          <p:nvPr/>
        </p:nvSpPr>
        <p:spPr>
          <a:xfrm>
            <a:off x="4044208" y="2812388"/>
            <a:ext cx="640080" cy="119299"/>
          </a:xfrm>
          <a:prstGeom prst="rect">
            <a:avLst/>
          </a:prstGeom>
          <a:solidFill>
            <a:srgbClr val="FFFFFF"/>
          </a:solidFill>
          <a:ln w="6350">
            <a:solidFill>
              <a:srgbClr val="E2E2E2"/>
            </a:solidFill>
            <a:prstDash val="solid"/>
          </a:ln>
        </p:spPr>
      </p:sp>
      <p:sp>
        <p:nvSpPr>
          <p:cNvPr id="89" name="Shape 81"/>
          <p:cNvSpPr/>
          <p:nvPr/>
        </p:nvSpPr>
        <p:spPr>
          <a:xfrm>
            <a:off x="587776" y="2931688"/>
            <a:ext cx="256032" cy="119299"/>
          </a:xfrm>
          <a:prstGeom prst="rect">
            <a:avLst/>
          </a:prstGeom>
          <a:solidFill>
            <a:srgbClr val="F8F9FA"/>
          </a:solidFill>
          <a:ln w="6350">
            <a:solidFill>
              <a:srgbClr val="DDDDDD"/>
            </a:solidFill>
            <a:prstDash val="solid"/>
          </a:ln>
        </p:spPr>
      </p:sp>
      <p:sp>
        <p:nvSpPr>
          <p:cNvPr id="90" name="Text 82"/>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1" name="Shape 83"/>
          <p:cNvSpPr/>
          <p:nvPr/>
        </p:nvSpPr>
        <p:spPr>
          <a:xfrm>
            <a:off x="843808" y="2931688"/>
            <a:ext cx="640080" cy="119299"/>
          </a:xfrm>
          <a:prstGeom prst="rect">
            <a:avLst/>
          </a:prstGeom>
          <a:solidFill>
            <a:srgbClr val="FFFFFF"/>
          </a:solidFill>
          <a:ln w="6350">
            <a:solidFill>
              <a:srgbClr val="E2E2E2"/>
            </a:solidFill>
            <a:prstDash val="solid"/>
          </a:ln>
        </p:spPr>
      </p:sp>
      <p:sp>
        <p:nvSpPr>
          <p:cNvPr id="92" name="Shape 84"/>
          <p:cNvSpPr/>
          <p:nvPr/>
        </p:nvSpPr>
        <p:spPr>
          <a:xfrm>
            <a:off x="1483888" y="2931688"/>
            <a:ext cx="640080" cy="119299"/>
          </a:xfrm>
          <a:prstGeom prst="rect">
            <a:avLst/>
          </a:prstGeom>
          <a:solidFill>
            <a:srgbClr val="FFFFFF"/>
          </a:solidFill>
          <a:ln w="6350">
            <a:solidFill>
              <a:srgbClr val="E2E2E2"/>
            </a:solidFill>
            <a:prstDash val="solid"/>
          </a:ln>
        </p:spPr>
      </p:sp>
      <p:sp>
        <p:nvSpPr>
          <p:cNvPr id="93" name="Shape 85"/>
          <p:cNvSpPr/>
          <p:nvPr/>
        </p:nvSpPr>
        <p:spPr>
          <a:xfrm>
            <a:off x="2123968" y="2931688"/>
            <a:ext cx="640080" cy="119299"/>
          </a:xfrm>
          <a:prstGeom prst="rect">
            <a:avLst/>
          </a:prstGeom>
          <a:solidFill>
            <a:srgbClr val="FFFFFF"/>
          </a:solidFill>
          <a:ln w="6350">
            <a:solidFill>
              <a:srgbClr val="E2E2E2"/>
            </a:solidFill>
            <a:prstDash val="solid"/>
          </a:ln>
        </p:spPr>
      </p:sp>
      <p:sp>
        <p:nvSpPr>
          <p:cNvPr id="94" name="Shape 86"/>
          <p:cNvSpPr/>
          <p:nvPr/>
        </p:nvSpPr>
        <p:spPr>
          <a:xfrm>
            <a:off x="2764048" y="2931688"/>
            <a:ext cx="640080" cy="119299"/>
          </a:xfrm>
          <a:prstGeom prst="rect">
            <a:avLst/>
          </a:prstGeom>
          <a:solidFill>
            <a:srgbClr val="FFFFFF"/>
          </a:solidFill>
          <a:ln w="6350">
            <a:solidFill>
              <a:srgbClr val="E2E2E2"/>
            </a:solidFill>
            <a:prstDash val="solid"/>
          </a:ln>
        </p:spPr>
      </p:sp>
      <p:sp>
        <p:nvSpPr>
          <p:cNvPr id="95" name="Shape 87"/>
          <p:cNvSpPr/>
          <p:nvPr/>
        </p:nvSpPr>
        <p:spPr>
          <a:xfrm>
            <a:off x="3404128" y="2931688"/>
            <a:ext cx="640080" cy="119299"/>
          </a:xfrm>
          <a:prstGeom prst="rect">
            <a:avLst/>
          </a:prstGeom>
          <a:solidFill>
            <a:srgbClr val="FFFFFF"/>
          </a:solidFill>
          <a:ln w="6350">
            <a:solidFill>
              <a:srgbClr val="E2E2E2"/>
            </a:solidFill>
            <a:prstDash val="solid"/>
          </a:ln>
        </p:spPr>
      </p:sp>
      <p:sp>
        <p:nvSpPr>
          <p:cNvPr id="96" name="Shape 88"/>
          <p:cNvSpPr/>
          <p:nvPr/>
        </p:nvSpPr>
        <p:spPr>
          <a:xfrm>
            <a:off x="4044208" y="2931688"/>
            <a:ext cx="640080" cy="119299"/>
          </a:xfrm>
          <a:prstGeom prst="rect">
            <a:avLst/>
          </a:prstGeom>
          <a:solidFill>
            <a:srgbClr val="FFFFFF"/>
          </a:solidFill>
          <a:ln w="6350">
            <a:solidFill>
              <a:srgbClr val="E2E2E2"/>
            </a:solidFill>
            <a:prstDash val="solid"/>
          </a:ln>
        </p:spPr>
      </p:sp>
      <p:sp>
        <p:nvSpPr>
          <p:cNvPr id="97" name="Shape 89"/>
          <p:cNvSpPr/>
          <p:nvPr/>
        </p:nvSpPr>
        <p:spPr>
          <a:xfrm>
            <a:off x="587776" y="3050987"/>
            <a:ext cx="256032" cy="119299"/>
          </a:xfrm>
          <a:prstGeom prst="rect">
            <a:avLst/>
          </a:prstGeom>
          <a:solidFill>
            <a:srgbClr val="F8F9FA"/>
          </a:solidFill>
          <a:ln w="6350">
            <a:solidFill>
              <a:srgbClr val="DDDDDD"/>
            </a:solidFill>
            <a:prstDash val="solid"/>
          </a:ln>
        </p:spPr>
      </p:sp>
      <p:sp>
        <p:nvSpPr>
          <p:cNvPr id="98" name="Text 90"/>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99" name="Shape 91"/>
          <p:cNvSpPr/>
          <p:nvPr/>
        </p:nvSpPr>
        <p:spPr>
          <a:xfrm>
            <a:off x="843808" y="3050987"/>
            <a:ext cx="640080" cy="119299"/>
          </a:xfrm>
          <a:prstGeom prst="rect">
            <a:avLst/>
          </a:prstGeom>
          <a:solidFill>
            <a:srgbClr val="FFFFFF"/>
          </a:solidFill>
          <a:ln w="6350">
            <a:solidFill>
              <a:srgbClr val="E2E2E2"/>
            </a:solidFill>
            <a:prstDash val="solid"/>
          </a:ln>
        </p:spPr>
      </p:sp>
      <p:sp>
        <p:nvSpPr>
          <p:cNvPr id="100" name="Shape 92"/>
          <p:cNvSpPr/>
          <p:nvPr/>
        </p:nvSpPr>
        <p:spPr>
          <a:xfrm>
            <a:off x="1483888" y="3050987"/>
            <a:ext cx="640080" cy="119299"/>
          </a:xfrm>
          <a:prstGeom prst="rect">
            <a:avLst/>
          </a:prstGeom>
          <a:solidFill>
            <a:srgbClr val="FFFFFF"/>
          </a:solidFill>
          <a:ln w="6350">
            <a:solidFill>
              <a:srgbClr val="E2E2E2"/>
            </a:solidFill>
            <a:prstDash val="solid"/>
          </a:ln>
        </p:spPr>
      </p:sp>
      <p:sp>
        <p:nvSpPr>
          <p:cNvPr id="101" name="Shape 93"/>
          <p:cNvSpPr/>
          <p:nvPr/>
        </p:nvSpPr>
        <p:spPr>
          <a:xfrm>
            <a:off x="2123968" y="3050987"/>
            <a:ext cx="640080" cy="119299"/>
          </a:xfrm>
          <a:prstGeom prst="rect">
            <a:avLst/>
          </a:prstGeom>
          <a:solidFill>
            <a:srgbClr val="FFFFFF"/>
          </a:solidFill>
          <a:ln w="6350">
            <a:solidFill>
              <a:srgbClr val="E2E2E2"/>
            </a:solidFill>
            <a:prstDash val="solid"/>
          </a:ln>
        </p:spPr>
      </p:sp>
      <p:sp>
        <p:nvSpPr>
          <p:cNvPr id="102" name="Shape 94"/>
          <p:cNvSpPr/>
          <p:nvPr/>
        </p:nvSpPr>
        <p:spPr>
          <a:xfrm>
            <a:off x="2764048" y="3050987"/>
            <a:ext cx="640080" cy="119299"/>
          </a:xfrm>
          <a:prstGeom prst="rect">
            <a:avLst/>
          </a:prstGeom>
          <a:solidFill>
            <a:srgbClr val="FFFFFF"/>
          </a:solidFill>
          <a:ln w="6350">
            <a:solidFill>
              <a:srgbClr val="E2E2E2"/>
            </a:solidFill>
            <a:prstDash val="solid"/>
          </a:ln>
        </p:spPr>
      </p:sp>
      <p:sp>
        <p:nvSpPr>
          <p:cNvPr id="103" name="Shape 95"/>
          <p:cNvSpPr/>
          <p:nvPr/>
        </p:nvSpPr>
        <p:spPr>
          <a:xfrm>
            <a:off x="3404128" y="3050987"/>
            <a:ext cx="640080" cy="119299"/>
          </a:xfrm>
          <a:prstGeom prst="rect">
            <a:avLst/>
          </a:prstGeom>
          <a:solidFill>
            <a:srgbClr val="FFFFFF"/>
          </a:solidFill>
          <a:ln w="6350">
            <a:solidFill>
              <a:srgbClr val="E2E2E2"/>
            </a:solidFill>
            <a:prstDash val="solid"/>
          </a:ln>
        </p:spPr>
      </p:sp>
      <p:sp>
        <p:nvSpPr>
          <p:cNvPr id="104" name="Shape 96"/>
          <p:cNvSpPr/>
          <p:nvPr/>
        </p:nvSpPr>
        <p:spPr>
          <a:xfrm>
            <a:off x="4044208" y="3050987"/>
            <a:ext cx="640080" cy="119299"/>
          </a:xfrm>
          <a:prstGeom prst="rect">
            <a:avLst/>
          </a:prstGeom>
          <a:solidFill>
            <a:srgbClr val="FFFFFF"/>
          </a:solidFill>
          <a:ln w="6350">
            <a:solidFill>
              <a:srgbClr val="E2E2E2"/>
            </a:solidFill>
            <a:prstDash val="solid"/>
          </a:ln>
        </p:spPr>
      </p:sp>
      <p:sp>
        <p:nvSpPr>
          <p:cNvPr id="105" name="Shape 97"/>
          <p:cNvSpPr/>
          <p:nvPr/>
        </p:nvSpPr>
        <p:spPr>
          <a:xfrm>
            <a:off x="587776" y="3170287"/>
            <a:ext cx="256032" cy="119299"/>
          </a:xfrm>
          <a:prstGeom prst="rect">
            <a:avLst/>
          </a:prstGeom>
          <a:solidFill>
            <a:srgbClr val="F8F9FA"/>
          </a:solidFill>
          <a:ln w="6350">
            <a:solidFill>
              <a:srgbClr val="DDDDDD"/>
            </a:solidFill>
            <a:prstDash val="solid"/>
          </a:ln>
        </p:spPr>
      </p:sp>
      <p:sp>
        <p:nvSpPr>
          <p:cNvPr id="106" name="Text 98"/>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07" name="Shape 99"/>
          <p:cNvSpPr/>
          <p:nvPr/>
        </p:nvSpPr>
        <p:spPr>
          <a:xfrm>
            <a:off x="843808" y="3170287"/>
            <a:ext cx="640080" cy="119299"/>
          </a:xfrm>
          <a:prstGeom prst="rect">
            <a:avLst/>
          </a:prstGeom>
          <a:solidFill>
            <a:srgbClr val="FFFFFF"/>
          </a:solidFill>
          <a:ln w="6350">
            <a:solidFill>
              <a:srgbClr val="E2E2E2"/>
            </a:solidFill>
            <a:prstDash val="solid"/>
          </a:ln>
        </p:spPr>
      </p:sp>
      <p:sp>
        <p:nvSpPr>
          <p:cNvPr id="108" name="Shape 100"/>
          <p:cNvSpPr/>
          <p:nvPr/>
        </p:nvSpPr>
        <p:spPr>
          <a:xfrm>
            <a:off x="1483888" y="3170287"/>
            <a:ext cx="640080" cy="119299"/>
          </a:xfrm>
          <a:prstGeom prst="rect">
            <a:avLst/>
          </a:prstGeom>
          <a:solidFill>
            <a:srgbClr val="FFFFFF"/>
          </a:solidFill>
          <a:ln w="6350">
            <a:solidFill>
              <a:srgbClr val="E2E2E2"/>
            </a:solidFill>
            <a:prstDash val="solid"/>
          </a:ln>
        </p:spPr>
      </p:sp>
      <p:sp>
        <p:nvSpPr>
          <p:cNvPr id="109" name="Shape 101"/>
          <p:cNvSpPr/>
          <p:nvPr/>
        </p:nvSpPr>
        <p:spPr>
          <a:xfrm>
            <a:off x="2123968" y="3170287"/>
            <a:ext cx="640080" cy="119299"/>
          </a:xfrm>
          <a:prstGeom prst="rect">
            <a:avLst/>
          </a:prstGeom>
          <a:solidFill>
            <a:srgbClr val="FFFFFF"/>
          </a:solidFill>
          <a:ln w="6350">
            <a:solidFill>
              <a:srgbClr val="E2E2E2"/>
            </a:solidFill>
            <a:prstDash val="solid"/>
          </a:ln>
        </p:spPr>
      </p:sp>
      <p:sp>
        <p:nvSpPr>
          <p:cNvPr id="110" name="Shape 102"/>
          <p:cNvSpPr/>
          <p:nvPr/>
        </p:nvSpPr>
        <p:spPr>
          <a:xfrm>
            <a:off x="2764048" y="3170287"/>
            <a:ext cx="640080" cy="119299"/>
          </a:xfrm>
          <a:prstGeom prst="rect">
            <a:avLst/>
          </a:prstGeom>
          <a:solidFill>
            <a:srgbClr val="FFFFFF"/>
          </a:solidFill>
          <a:ln w="6350">
            <a:solidFill>
              <a:srgbClr val="E2E2E2"/>
            </a:solidFill>
            <a:prstDash val="solid"/>
          </a:ln>
        </p:spPr>
      </p:sp>
      <p:sp>
        <p:nvSpPr>
          <p:cNvPr id="111" name="Shape 103"/>
          <p:cNvSpPr/>
          <p:nvPr/>
        </p:nvSpPr>
        <p:spPr>
          <a:xfrm>
            <a:off x="3404128" y="3170287"/>
            <a:ext cx="640080" cy="119299"/>
          </a:xfrm>
          <a:prstGeom prst="rect">
            <a:avLst/>
          </a:prstGeom>
          <a:solidFill>
            <a:srgbClr val="FFFFFF"/>
          </a:solidFill>
          <a:ln w="6350">
            <a:solidFill>
              <a:srgbClr val="E2E2E2"/>
            </a:solidFill>
            <a:prstDash val="solid"/>
          </a:ln>
        </p:spPr>
      </p:sp>
      <p:sp>
        <p:nvSpPr>
          <p:cNvPr id="112" name="Shape 104"/>
          <p:cNvSpPr/>
          <p:nvPr/>
        </p:nvSpPr>
        <p:spPr>
          <a:xfrm>
            <a:off x="4044208" y="3170287"/>
            <a:ext cx="640080" cy="119299"/>
          </a:xfrm>
          <a:prstGeom prst="rect">
            <a:avLst/>
          </a:prstGeom>
          <a:solidFill>
            <a:srgbClr val="FFFFFF"/>
          </a:solidFill>
          <a:ln w="6350">
            <a:solidFill>
              <a:srgbClr val="E2E2E2"/>
            </a:solidFill>
            <a:prstDash val="solid"/>
          </a:ln>
        </p:spPr>
      </p:sp>
      <p:sp>
        <p:nvSpPr>
          <p:cNvPr id="113" name="Shape 105"/>
          <p:cNvSpPr/>
          <p:nvPr/>
        </p:nvSpPr>
        <p:spPr>
          <a:xfrm>
            <a:off x="587776" y="3289586"/>
            <a:ext cx="256032" cy="119299"/>
          </a:xfrm>
          <a:prstGeom prst="rect">
            <a:avLst/>
          </a:prstGeom>
          <a:solidFill>
            <a:srgbClr val="F8F9FA"/>
          </a:solidFill>
          <a:ln w="6350">
            <a:solidFill>
              <a:srgbClr val="DDDDDD"/>
            </a:solidFill>
            <a:prstDash val="solid"/>
          </a:ln>
        </p:spPr>
      </p:sp>
      <p:sp>
        <p:nvSpPr>
          <p:cNvPr id="114" name="Text 10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15" name="Shape 107"/>
          <p:cNvSpPr/>
          <p:nvPr/>
        </p:nvSpPr>
        <p:spPr>
          <a:xfrm>
            <a:off x="843808" y="3289586"/>
            <a:ext cx="640080" cy="119299"/>
          </a:xfrm>
          <a:prstGeom prst="rect">
            <a:avLst/>
          </a:prstGeom>
          <a:solidFill>
            <a:srgbClr val="FFFFFF"/>
          </a:solidFill>
          <a:ln w="6350">
            <a:solidFill>
              <a:srgbClr val="E2E2E2"/>
            </a:solidFill>
            <a:prstDash val="solid"/>
          </a:ln>
        </p:spPr>
      </p:sp>
      <p:sp>
        <p:nvSpPr>
          <p:cNvPr id="116" name="Shape 108"/>
          <p:cNvSpPr/>
          <p:nvPr/>
        </p:nvSpPr>
        <p:spPr>
          <a:xfrm>
            <a:off x="1483888" y="3289586"/>
            <a:ext cx="640080" cy="119299"/>
          </a:xfrm>
          <a:prstGeom prst="rect">
            <a:avLst/>
          </a:prstGeom>
          <a:solidFill>
            <a:srgbClr val="FFFFFF"/>
          </a:solidFill>
          <a:ln w="6350">
            <a:solidFill>
              <a:srgbClr val="E2E2E2"/>
            </a:solidFill>
            <a:prstDash val="solid"/>
          </a:ln>
        </p:spPr>
      </p:sp>
      <p:sp>
        <p:nvSpPr>
          <p:cNvPr id="117" name="Shape 109"/>
          <p:cNvSpPr/>
          <p:nvPr/>
        </p:nvSpPr>
        <p:spPr>
          <a:xfrm>
            <a:off x="2123968" y="3289586"/>
            <a:ext cx="640080" cy="119299"/>
          </a:xfrm>
          <a:prstGeom prst="rect">
            <a:avLst/>
          </a:prstGeom>
          <a:solidFill>
            <a:srgbClr val="FFFFFF"/>
          </a:solidFill>
          <a:ln w="6350">
            <a:solidFill>
              <a:srgbClr val="E2E2E2"/>
            </a:solidFill>
            <a:prstDash val="solid"/>
          </a:ln>
        </p:spPr>
      </p:sp>
      <p:sp>
        <p:nvSpPr>
          <p:cNvPr id="118" name="Shape 110"/>
          <p:cNvSpPr/>
          <p:nvPr/>
        </p:nvSpPr>
        <p:spPr>
          <a:xfrm>
            <a:off x="2764048" y="3289586"/>
            <a:ext cx="640080" cy="119299"/>
          </a:xfrm>
          <a:prstGeom prst="rect">
            <a:avLst/>
          </a:prstGeom>
          <a:solidFill>
            <a:srgbClr val="FFFFFF"/>
          </a:solidFill>
          <a:ln w="6350">
            <a:solidFill>
              <a:srgbClr val="E2E2E2"/>
            </a:solidFill>
            <a:prstDash val="solid"/>
          </a:ln>
        </p:spPr>
      </p:sp>
      <p:sp>
        <p:nvSpPr>
          <p:cNvPr id="119" name="Shape 111"/>
          <p:cNvSpPr/>
          <p:nvPr/>
        </p:nvSpPr>
        <p:spPr>
          <a:xfrm>
            <a:off x="3404128" y="3289586"/>
            <a:ext cx="640080" cy="119299"/>
          </a:xfrm>
          <a:prstGeom prst="rect">
            <a:avLst/>
          </a:prstGeom>
          <a:solidFill>
            <a:srgbClr val="FFFFFF"/>
          </a:solidFill>
          <a:ln w="6350">
            <a:solidFill>
              <a:srgbClr val="E2E2E2"/>
            </a:solidFill>
            <a:prstDash val="solid"/>
          </a:ln>
        </p:spPr>
      </p:sp>
      <p:sp>
        <p:nvSpPr>
          <p:cNvPr id="120" name="Shape 112"/>
          <p:cNvSpPr/>
          <p:nvPr/>
        </p:nvSpPr>
        <p:spPr>
          <a:xfrm>
            <a:off x="4044208" y="3289586"/>
            <a:ext cx="640080" cy="119299"/>
          </a:xfrm>
          <a:prstGeom prst="rect">
            <a:avLst/>
          </a:prstGeom>
          <a:solidFill>
            <a:srgbClr val="FFFFFF"/>
          </a:solidFill>
          <a:ln w="6350">
            <a:solidFill>
              <a:srgbClr val="E2E2E2"/>
            </a:solidFill>
            <a:prstDash val="solid"/>
          </a:ln>
        </p:spPr>
      </p:sp>
      <p:sp>
        <p:nvSpPr>
          <p:cNvPr id="121" name="Shape 113"/>
          <p:cNvSpPr/>
          <p:nvPr/>
        </p:nvSpPr>
        <p:spPr>
          <a:xfrm>
            <a:off x="587776" y="3408885"/>
            <a:ext cx="256032" cy="119299"/>
          </a:xfrm>
          <a:prstGeom prst="rect">
            <a:avLst/>
          </a:prstGeom>
          <a:solidFill>
            <a:srgbClr val="F8F9FA"/>
          </a:solidFill>
          <a:ln w="6350">
            <a:solidFill>
              <a:srgbClr val="DDDDDD"/>
            </a:solidFill>
            <a:prstDash val="solid"/>
          </a:ln>
        </p:spPr>
      </p:sp>
      <p:sp>
        <p:nvSpPr>
          <p:cNvPr id="122" name="Text 114"/>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23" name="Shape 115"/>
          <p:cNvSpPr/>
          <p:nvPr/>
        </p:nvSpPr>
        <p:spPr>
          <a:xfrm>
            <a:off x="843808" y="3408885"/>
            <a:ext cx="640080" cy="119299"/>
          </a:xfrm>
          <a:prstGeom prst="rect">
            <a:avLst/>
          </a:prstGeom>
          <a:solidFill>
            <a:srgbClr val="FFFFFF"/>
          </a:solidFill>
          <a:ln w="6350">
            <a:solidFill>
              <a:srgbClr val="E2E2E2"/>
            </a:solidFill>
            <a:prstDash val="solid"/>
          </a:ln>
        </p:spPr>
      </p:sp>
      <p:sp>
        <p:nvSpPr>
          <p:cNvPr id="124" name="Shape 116"/>
          <p:cNvSpPr/>
          <p:nvPr/>
        </p:nvSpPr>
        <p:spPr>
          <a:xfrm>
            <a:off x="1483888" y="3408885"/>
            <a:ext cx="640080" cy="119299"/>
          </a:xfrm>
          <a:prstGeom prst="rect">
            <a:avLst/>
          </a:prstGeom>
          <a:solidFill>
            <a:srgbClr val="FFFFFF"/>
          </a:solidFill>
          <a:ln w="6350">
            <a:solidFill>
              <a:srgbClr val="E2E2E2"/>
            </a:solidFill>
            <a:prstDash val="solid"/>
          </a:ln>
        </p:spPr>
      </p:sp>
      <p:sp>
        <p:nvSpPr>
          <p:cNvPr id="125" name="Shape 117"/>
          <p:cNvSpPr/>
          <p:nvPr/>
        </p:nvSpPr>
        <p:spPr>
          <a:xfrm>
            <a:off x="2123968" y="3408885"/>
            <a:ext cx="640080" cy="119299"/>
          </a:xfrm>
          <a:prstGeom prst="rect">
            <a:avLst/>
          </a:prstGeom>
          <a:solidFill>
            <a:srgbClr val="FFFFFF"/>
          </a:solidFill>
          <a:ln w="6350">
            <a:solidFill>
              <a:srgbClr val="E2E2E2"/>
            </a:solidFill>
            <a:prstDash val="solid"/>
          </a:ln>
        </p:spPr>
      </p:sp>
      <p:sp>
        <p:nvSpPr>
          <p:cNvPr id="126" name="Shape 118"/>
          <p:cNvSpPr/>
          <p:nvPr/>
        </p:nvSpPr>
        <p:spPr>
          <a:xfrm>
            <a:off x="2764048" y="3408885"/>
            <a:ext cx="640080" cy="119299"/>
          </a:xfrm>
          <a:prstGeom prst="rect">
            <a:avLst/>
          </a:prstGeom>
          <a:solidFill>
            <a:srgbClr val="FFFFFF"/>
          </a:solidFill>
          <a:ln w="6350">
            <a:solidFill>
              <a:srgbClr val="E2E2E2"/>
            </a:solidFill>
            <a:prstDash val="solid"/>
          </a:ln>
        </p:spPr>
      </p:sp>
      <p:sp>
        <p:nvSpPr>
          <p:cNvPr id="127" name="Shape 119"/>
          <p:cNvSpPr/>
          <p:nvPr/>
        </p:nvSpPr>
        <p:spPr>
          <a:xfrm>
            <a:off x="3404128" y="3408885"/>
            <a:ext cx="640080" cy="119299"/>
          </a:xfrm>
          <a:prstGeom prst="rect">
            <a:avLst/>
          </a:prstGeom>
          <a:solidFill>
            <a:srgbClr val="FFFFFF"/>
          </a:solidFill>
          <a:ln w="6350">
            <a:solidFill>
              <a:srgbClr val="E2E2E2"/>
            </a:solidFill>
            <a:prstDash val="solid"/>
          </a:ln>
        </p:spPr>
      </p:sp>
      <p:sp>
        <p:nvSpPr>
          <p:cNvPr id="128" name="Shape 120"/>
          <p:cNvSpPr/>
          <p:nvPr/>
        </p:nvSpPr>
        <p:spPr>
          <a:xfrm>
            <a:off x="4044208" y="3408885"/>
            <a:ext cx="640080" cy="119299"/>
          </a:xfrm>
          <a:prstGeom prst="rect">
            <a:avLst/>
          </a:prstGeom>
          <a:solidFill>
            <a:srgbClr val="FFFFFF"/>
          </a:solidFill>
          <a:ln w="6350">
            <a:solidFill>
              <a:srgbClr val="E2E2E2"/>
            </a:solidFill>
            <a:prstDash val="solid"/>
          </a:ln>
        </p:spPr>
      </p:sp>
      <p:sp>
        <p:nvSpPr>
          <p:cNvPr id="129" name="Shape 121"/>
          <p:cNvSpPr/>
          <p:nvPr/>
        </p:nvSpPr>
        <p:spPr>
          <a:xfrm>
            <a:off x="587776" y="3528185"/>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31" name="Shape 123"/>
          <p:cNvSpPr/>
          <p:nvPr/>
        </p:nvSpPr>
        <p:spPr>
          <a:xfrm>
            <a:off x="843808" y="3528185"/>
            <a:ext cx="640080" cy="119299"/>
          </a:xfrm>
          <a:prstGeom prst="rect">
            <a:avLst/>
          </a:prstGeom>
          <a:solidFill>
            <a:srgbClr val="FFFFFF"/>
          </a:solidFill>
          <a:ln w="6350">
            <a:solidFill>
              <a:srgbClr val="E2E2E2"/>
            </a:solidFill>
            <a:prstDash val="solid"/>
          </a:ln>
        </p:spPr>
      </p:sp>
      <p:sp>
        <p:nvSpPr>
          <p:cNvPr id="132" name="Shape 124"/>
          <p:cNvSpPr/>
          <p:nvPr/>
        </p:nvSpPr>
        <p:spPr>
          <a:xfrm>
            <a:off x="1483888" y="3528185"/>
            <a:ext cx="640080" cy="119299"/>
          </a:xfrm>
          <a:prstGeom prst="rect">
            <a:avLst/>
          </a:prstGeom>
          <a:solidFill>
            <a:srgbClr val="FFFFFF"/>
          </a:solidFill>
          <a:ln w="6350">
            <a:solidFill>
              <a:srgbClr val="E2E2E2"/>
            </a:solidFill>
            <a:prstDash val="solid"/>
          </a:ln>
        </p:spPr>
      </p:sp>
      <p:sp>
        <p:nvSpPr>
          <p:cNvPr id="133" name="Shape 125"/>
          <p:cNvSpPr/>
          <p:nvPr/>
        </p:nvSpPr>
        <p:spPr>
          <a:xfrm>
            <a:off x="2123968" y="3528185"/>
            <a:ext cx="640080" cy="119299"/>
          </a:xfrm>
          <a:prstGeom prst="rect">
            <a:avLst/>
          </a:prstGeom>
          <a:solidFill>
            <a:srgbClr val="FFFFFF"/>
          </a:solidFill>
          <a:ln w="6350">
            <a:solidFill>
              <a:srgbClr val="E2E2E2"/>
            </a:solidFill>
            <a:prstDash val="solid"/>
          </a:ln>
        </p:spPr>
      </p:sp>
      <p:sp>
        <p:nvSpPr>
          <p:cNvPr id="134" name="Shape 126"/>
          <p:cNvSpPr/>
          <p:nvPr/>
        </p:nvSpPr>
        <p:spPr>
          <a:xfrm>
            <a:off x="2764048" y="3528185"/>
            <a:ext cx="640080" cy="119299"/>
          </a:xfrm>
          <a:prstGeom prst="rect">
            <a:avLst/>
          </a:prstGeom>
          <a:solidFill>
            <a:srgbClr val="FFFFFF"/>
          </a:solidFill>
          <a:ln w="6350">
            <a:solidFill>
              <a:srgbClr val="E2E2E2"/>
            </a:solidFill>
            <a:prstDash val="solid"/>
          </a:ln>
        </p:spPr>
      </p:sp>
      <p:sp>
        <p:nvSpPr>
          <p:cNvPr id="135" name="Shape 127"/>
          <p:cNvSpPr/>
          <p:nvPr/>
        </p:nvSpPr>
        <p:spPr>
          <a:xfrm>
            <a:off x="3404128" y="3528185"/>
            <a:ext cx="640080" cy="119299"/>
          </a:xfrm>
          <a:prstGeom prst="rect">
            <a:avLst/>
          </a:prstGeom>
          <a:solidFill>
            <a:srgbClr val="FFFFFF"/>
          </a:solidFill>
          <a:ln w="6350">
            <a:solidFill>
              <a:srgbClr val="E2E2E2"/>
            </a:solidFill>
            <a:prstDash val="solid"/>
          </a:ln>
        </p:spPr>
      </p:sp>
      <p:sp>
        <p:nvSpPr>
          <p:cNvPr id="136" name="Shape 128"/>
          <p:cNvSpPr/>
          <p:nvPr/>
        </p:nvSpPr>
        <p:spPr>
          <a:xfrm>
            <a:off x="4044208" y="3528185"/>
            <a:ext cx="640080" cy="119299"/>
          </a:xfrm>
          <a:prstGeom prst="rect">
            <a:avLst/>
          </a:prstGeom>
          <a:solidFill>
            <a:srgbClr val="FFFFFF"/>
          </a:solidFill>
          <a:ln w="6350">
            <a:solidFill>
              <a:srgbClr val="E2E2E2"/>
            </a:solidFill>
            <a:prstDash val="solid"/>
          </a:ln>
        </p:spPr>
      </p:sp>
      <p:sp>
        <p:nvSpPr>
          <p:cNvPr id="137" name="Shape 129"/>
          <p:cNvSpPr/>
          <p:nvPr/>
        </p:nvSpPr>
        <p:spPr>
          <a:xfrm>
            <a:off x="587776" y="3647484"/>
            <a:ext cx="256032" cy="119299"/>
          </a:xfrm>
          <a:prstGeom prst="rect">
            <a:avLst/>
          </a:prstGeom>
          <a:solidFill>
            <a:srgbClr val="F8F9FA"/>
          </a:solidFill>
          <a:ln w="6350">
            <a:solidFill>
              <a:srgbClr val="DDDDDD"/>
            </a:solidFill>
            <a:prstDash val="solid"/>
          </a:ln>
        </p:spPr>
      </p:sp>
      <p:sp>
        <p:nvSpPr>
          <p:cNvPr id="138" name="Text 130"/>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39" name="Shape 131"/>
          <p:cNvSpPr/>
          <p:nvPr/>
        </p:nvSpPr>
        <p:spPr>
          <a:xfrm>
            <a:off x="843808" y="3647484"/>
            <a:ext cx="640080" cy="119299"/>
          </a:xfrm>
          <a:prstGeom prst="rect">
            <a:avLst/>
          </a:prstGeom>
          <a:solidFill>
            <a:srgbClr val="FFFFFF"/>
          </a:solidFill>
          <a:ln w="6350">
            <a:solidFill>
              <a:srgbClr val="E2E2E2"/>
            </a:solidFill>
            <a:prstDash val="solid"/>
          </a:ln>
        </p:spPr>
      </p:sp>
      <p:sp>
        <p:nvSpPr>
          <p:cNvPr id="140" name="Shape 132"/>
          <p:cNvSpPr/>
          <p:nvPr/>
        </p:nvSpPr>
        <p:spPr>
          <a:xfrm>
            <a:off x="1483888" y="3647484"/>
            <a:ext cx="640080" cy="119299"/>
          </a:xfrm>
          <a:prstGeom prst="rect">
            <a:avLst/>
          </a:prstGeom>
          <a:solidFill>
            <a:srgbClr val="FFFFFF"/>
          </a:solidFill>
          <a:ln w="6350">
            <a:solidFill>
              <a:srgbClr val="E2E2E2"/>
            </a:solidFill>
            <a:prstDash val="solid"/>
          </a:ln>
        </p:spPr>
      </p:sp>
      <p:sp>
        <p:nvSpPr>
          <p:cNvPr id="141" name="Shape 133"/>
          <p:cNvSpPr/>
          <p:nvPr/>
        </p:nvSpPr>
        <p:spPr>
          <a:xfrm>
            <a:off x="2123968" y="3647484"/>
            <a:ext cx="640080" cy="119299"/>
          </a:xfrm>
          <a:prstGeom prst="rect">
            <a:avLst/>
          </a:prstGeom>
          <a:solidFill>
            <a:srgbClr val="FFFFFF"/>
          </a:solidFill>
          <a:ln w="6350">
            <a:solidFill>
              <a:srgbClr val="E2E2E2"/>
            </a:solidFill>
            <a:prstDash val="solid"/>
          </a:ln>
        </p:spPr>
      </p:sp>
      <p:sp>
        <p:nvSpPr>
          <p:cNvPr id="142" name="Shape 134"/>
          <p:cNvSpPr/>
          <p:nvPr/>
        </p:nvSpPr>
        <p:spPr>
          <a:xfrm>
            <a:off x="2764048" y="3647484"/>
            <a:ext cx="640080" cy="119299"/>
          </a:xfrm>
          <a:prstGeom prst="rect">
            <a:avLst/>
          </a:prstGeom>
          <a:solidFill>
            <a:srgbClr val="FFFFFF"/>
          </a:solidFill>
          <a:ln w="6350">
            <a:solidFill>
              <a:srgbClr val="E2E2E2"/>
            </a:solidFill>
            <a:prstDash val="solid"/>
          </a:ln>
        </p:spPr>
      </p:sp>
      <p:sp>
        <p:nvSpPr>
          <p:cNvPr id="143" name="Shape 135"/>
          <p:cNvSpPr/>
          <p:nvPr/>
        </p:nvSpPr>
        <p:spPr>
          <a:xfrm>
            <a:off x="3404128" y="3647484"/>
            <a:ext cx="640080" cy="119299"/>
          </a:xfrm>
          <a:prstGeom prst="rect">
            <a:avLst/>
          </a:prstGeom>
          <a:solidFill>
            <a:srgbClr val="FFFFFF"/>
          </a:solidFill>
          <a:ln w="6350">
            <a:solidFill>
              <a:srgbClr val="E2E2E2"/>
            </a:solidFill>
            <a:prstDash val="solid"/>
          </a:ln>
        </p:spPr>
      </p:sp>
      <p:sp>
        <p:nvSpPr>
          <p:cNvPr id="144" name="Shape 136"/>
          <p:cNvSpPr/>
          <p:nvPr/>
        </p:nvSpPr>
        <p:spPr>
          <a:xfrm>
            <a:off x="4044208" y="3647484"/>
            <a:ext cx="640080" cy="119299"/>
          </a:xfrm>
          <a:prstGeom prst="rect">
            <a:avLst/>
          </a:prstGeom>
          <a:solidFill>
            <a:srgbClr val="FFFFFF"/>
          </a:solidFill>
          <a:ln w="6350">
            <a:solidFill>
              <a:srgbClr val="E2E2E2"/>
            </a:solidFill>
            <a:prstDash val="solid"/>
          </a:ln>
        </p:spPr>
      </p:sp>
      <p:sp>
        <p:nvSpPr>
          <p:cNvPr id="145" name="Shape 137"/>
          <p:cNvSpPr/>
          <p:nvPr/>
        </p:nvSpPr>
        <p:spPr>
          <a:xfrm>
            <a:off x="587776" y="3794216"/>
            <a:ext cx="4950927" cy="201168"/>
          </a:xfrm>
          <a:prstGeom prst="rect">
            <a:avLst/>
          </a:prstGeom>
          <a:solidFill>
            <a:srgbClr val="F8F9FA"/>
          </a:solidFill>
          <a:ln w="12700">
            <a:solidFill>
              <a:srgbClr val="F8F9FA"/>
            </a:solidFill>
            <a:prstDash val="solid"/>
          </a:ln>
        </p:spPr>
      </p:sp>
      <p:sp>
        <p:nvSpPr>
          <p:cNvPr id="146" name="Text 138"/>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47" name="Text 139"/>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Data</a:t>
            </a:r>
            <a:endParaRPr lang="en-US" sz="700" dirty="0"/>
          </a:p>
        </p:txBody>
      </p:sp>
      <p:sp>
        <p:nvSpPr>
          <p:cNvPr id="148" name="Text 140"/>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Ringkasan</a:t>
            </a:r>
            <a:endParaRPr lang="en-US" sz="700" dirty="0"/>
          </a:p>
        </p:txBody>
      </p:sp>
      <p:sp>
        <p:nvSpPr>
          <p:cNvPr id="149" name="Shape 141"/>
          <p:cNvSpPr/>
          <p:nvPr/>
        </p:nvSpPr>
        <p:spPr>
          <a:xfrm>
            <a:off x="2690896" y="3794216"/>
            <a:ext cx="731520" cy="201168"/>
          </a:xfrm>
          <a:prstGeom prst="rect">
            <a:avLst/>
          </a:prstGeom>
          <a:solidFill>
            <a:srgbClr val="E1EFFE"/>
          </a:solidFill>
          <a:ln w="12700">
            <a:solidFill>
              <a:srgbClr val="E1EFFE"/>
            </a:solidFill>
            <a:prstDash val="solid"/>
          </a:ln>
        </p:spPr>
      </p:sp>
      <p:sp>
        <p:nvSpPr>
          <p:cNvPr id="150" name="Text 142"/>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Dashboard</a:t>
            </a:r>
            <a:endParaRPr lang="en-US" sz="700" dirty="0"/>
          </a:p>
        </p:txBody>
      </p:sp>
      <p:sp>
        <p:nvSpPr>
          <p:cNvPr id="151" name="Shape 143"/>
          <p:cNvSpPr/>
          <p:nvPr/>
        </p:nvSpPr>
        <p:spPr>
          <a:xfrm>
            <a:off x="633496" y="2372621"/>
            <a:ext cx="4859487" cy="1394163"/>
          </a:xfrm>
          <a:prstGeom prst="rect">
            <a:avLst/>
          </a:prstGeom>
          <a:solidFill>
            <a:srgbClr val="F3F6F4"/>
          </a:solidFill>
          <a:ln w="12700">
            <a:solidFill>
              <a:srgbClr val="F3F6F4"/>
            </a:solidFill>
            <a:prstDash val="solid"/>
          </a:ln>
        </p:spPr>
      </p:sp>
      <p:sp>
        <p:nvSpPr>
          <p:cNvPr id="152" name="Text 144"/>
          <p:cNvSpPr txBox="1"/>
          <p:nvPr/>
        </p:nvSpPr>
        <p:spPr>
          <a:xfrm>
            <a:off x="679216" y="2390909"/>
            <a:ext cx="4768047" cy="182880"/>
          </a:xfrm>
          <a:prstGeom prst="rect">
            <a:avLst/>
          </a:prstGeom>
          <a:noFill/>
          <a:ln/>
        </p:spPr>
        <p:txBody>
          <a:bodyPr wrap="square" lIns="0" tIns="0" rIns="0" bIns="0" rtlCol="0" anchor="t"/>
          <a:lstStyle/>
          <a:p>
            <a:pPr indent="0" marL="0">
              <a:buNone/>
            </a:pPr>
            <a:r>
              <a:rPr lang="en-US" sz="800" b="1" dirty="0">
                <a:solidFill>
                  <a:srgbClr val="0F4C3A"/>
                </a:solidFill>
                <a:latin typeface="Calibri" pitchFamily="34" charset="0"/>
                <a:ea typeface="Calibri" pitchFamily="34" charset="-122"/>
                <a:cs typeface="Calibri" pitchFamily="34" charset="-120"/>
              </a:rPr>
              <a:t>DASHBOARD KELAS 8 (DATA FIKTIF)</a:t>
            </a:r>
            <a:endParaRPr lang="en-US" sz="800" dirty="0"/>
          </a:p>
        </p:txBody>
      </p:sp>
      <p:sp>
        <p:nvSpPr>
          <p:cNvPr id="153" name="Shape 145"/>
          <p:cNvSpPr/>
          <p:nvPr/>
        </p:nvSpPr>
        <p:spPr>
          <a:xfrm>
            <a:off x="679216" y="2601221"/>
            <a:ext cx="1157722" cy="329184"/>
          </a:xfrm>
          <a:prstGeom prst="roundRect">
            <a:avLst>
              <a:gd name="adj" fmla="val 11111"/>
            </a:avLst>
          </a:prstGeom>
          <a:solidFill>
            <a:srgbClr val="FFFFFF"/>
          </a:solidFill>
          <a:ln w="9525">
            <a:solidFill>
              <a:srgbClr val="DDDDDD"/>
            </a:solidFill>
            <a:prstDash val="solid"/>
          </a:ln>
        </p:spPr>
      </p:sp>
      <p:sp>
        <p:nvSpPr>
          <p:cNvPr id="154" name="Shape 146"/>
          <p:cNvSpPr/>
          <p:nvPr/>
        </p:nvSpPr>
        <p:spPr>
          <a:xfrm>
            <a:off x="679216" y="2601221"/>
            <a:ext cx="45720" cy="329184"/>
          </a:xfrm>
          <a:prstGeom prst="rect">
            <a:avLst/>
          </a:prstGeom>
          <a:solidFill>
            <a:srgbClr val="1F7A5C"/>
          </a:solidFill>
          <a:ln w="12700">
            <a:solidFill>
              <a:srgbClr val="1F7A5C"/>
            </a:solidFill>
            <a:prstDash val="solid"/>
          </a:ln>
        </p:spPr>
      </p:sp>
      <p:sp>
        <p:nvSpPr>
          <p:cNvPr id="155" name="Text 147"/>
          <p:cNvSpPr txBox="1"/>
          <p:nvPr/>
        </p:nvSpPr>
        <p:spPr>
          <a:xfrm>
            <a:off x="770656" y="2628653"/>
            <a:ext cx="1020562" cy="115214"/>
          </a:xfrm>
          <a:prstGeom prst="rect">
            <a:avLst/>
          </a:prstGeom>
          <a:noFill/>
          <a:ln/>
        </p:spPr>
        <p:txBody>
          <a:bodyPr wrap="square" lIns="0" tIns="0" rIns="0" bIns="0" rtlCol="0" anchor="ctr"/>
          <a:lstStyle/>
          <a:p>
            <a:pPr indent="0" marL="0">
              <a:buNone/>
            </a:pPr>
            <a:r>
              <a:rPr lang="en-US" sz="550" dirty="0">
                <a:solidFill>
                  <a:srgbClr val="555555"/>
                </a:solidFill>
                <a:latin typeface="Calibri" pitchFamily="34" charset="0"/>
                <a:ea typeface="Calibri" pitchFamily="34" charset="-122"/>
                <a:cs typeface="Calibri" pitchFamily="34" charset="-120"/>
              </a:rPr>
              <a:t>Jumlah santri</a:t>
            </a:r>
            <a:endParaRPr lang="en-US" sz="550" dirty="0"/>
          </a:p>
        </p:txBody>
      </p:sp>
      <p:sp>
        <p:nvSpPr>
          <p:cNvPr id="156" name="Text 148"/>
          <p:cNvSpPr txBox="1"/>
          <p:nvPr/>
        </p:nvSpPr>
        <p:spPr>
          <a:xfrm>
            <a:off x="770656" y="2716436"/>
            <a:ext cx="1020562" cy="197510"/>
          </a:xfrm>
          <a:prstGeom prst="rect">
            <a:avLst/>
          </a:prstGeom>
          <a:noFill/>
          <a:ln/>
        </p:spPr>
        <p:txBody>
          <a:bodyPr wrap="square" lIns="0" tIns="0" rIns="0" bIns="0" rtlCol="0" anchor="ctr"/>
          <a:lstStyle/>
          <a:p>
            <a:pPr indent="0" marL="0">
              <a:buNone/>
            </a:pPr>
            <a:r>
              <a:rPr lang="en-US" sz="1152" b="1" dirty="0">
                <a:solidFill>
                  <a:srgbClr val="1F7A5C"/>
                </a:solidFill>
                <a:latin typeface="Calibri" pitchFamily="34" charset="0"/>
                <a:ea typeface="Calibri" pitchFamily="34" charset="-122"/>
                <a:cs typeface="Calibri" pitchFamily="34" charset="-120"/>
              </a:rPr>
              <a:t>16</a:t>
            </a:r>
            <a:endParaRPr lang="en-US" sz="1152" dirty="0"/>
          </a:p>
        </p:txBody>
      </p:sp>
      <p:sp>
        <p:nvSpPr>
          <p:cNvPr id="157" name="Shape 149"/>
          <p:cNvSpPr/>
          <p:nvPr/>
        </p:nvSpPr>
        <p:spPr>
          <a:xfrm>
            <a:off x="1882658" y="2601221"/>
            <a:ext cx="1157722" cy="329184"/>
          </a:xfrm>
          <a:prstGeom prst="roundRect">
            <a:avLst>
              <a:gd name="adj" fmla="val 11111"/>
            </a:avLst>
          </a:prstGeom>
          <a:solidFill>
            <a:srgbClr val="FFFFFF"/>
          </a:solidFill>
          <a:ln w="9525">
            <a:solidFill>
              <a:srgbClr val="DDDDDD"/>
            </a:solidFill>
            <a:prstDash val="solid"/>
          </a:ln>
        </p:spPr>
      </p:sp>
      <p:sp>
        <p:nvSpPr>
          <p:cNvPr id="158" name="Shape 150"/>
          <p:cNvSpPr/>
          <p:nvPr/>
        </p:nvSpPr>
        <p:spPr>
          <a:xfrm>
            <a:off x="1882658" y="2601221"/>
            <a:ext cx="45720" cy="329184"/>
          </a:xfrm>
          <a:prstGeom prst="rect">
            <a:avLst/>
          </a:prstGeom>
          <a:solidFill>
            <a:srgbClr val="D4A017"/>
          </a:solidFill>
          <a:ln w="12700">
            <a:solidFill>
              <a:srgbClr val="D4A017"/>
            </a:solidFill>
            <a:prstDash val="solid"/>
          </a:ln>
        </p:spPr>
      </p:sp>
      <p:sp>
        <p:nvSpPr>
          <p:cNvPr id="159" name="Text 151"/>
          <p:cNvSpPr txBox="1"/>
          <p:nvPr/>
        </p:nvSpPr>
        <p:spPr>
          <a:xfrm>
            <a:off x="1974098" y="2628653"/>
            <a:ext cx="1020562" cy="115214"/>
          </a:xfrm>
          <a:prstGeom prst="rect">
            <a:avLst/>
          </a:prstGeom>
          <a:noFill/>
          <a:ln/>
        </p:spPr>
        <p:txBody>
          <a:bodyPr wrap="square" lIns="0" tIns="0" rIns="0" bIns="0" rtlCol="0" anchor="ctr"/>
          <a:lstStyle/>
          <a:p>
            <a:pPr indent="0" marL="0">
              <a:buNone/>
            </a:pPr>
            <a:r>
              <a:rPr lang="en-US" sz="550" dirty="0">
                <a:solidFill>
                  <a:srgbClr val="555555"/>
                </a:solidFill>
                <a:latin typeface="Calibri" pitchFamily="34" charset="0"/>
                <a:ea typeface="Calibri" pitchFamily="34" charset="-122"/>
                <a:cs typeface="Calibri" pitchFamily="34" charset="-120"/>
              </a:rPr>
              <a:t>Rata-rata juz</a:t>
            </a:r>
            <a:endParaRPr lang="en-US" sz="550" dirty="0"/>
          </a:p>
        </p:txBody>
      </p:sp>
      <p:sp>
        <p:nvSpPr>
          <p:cNvPr id="160" name="Text 152"/>
          <p:cNvSpPr txBox="1"/>
          <p:nvPr/>
        </p:nvSpPr>
        <p:spPr>
          <a:xfrm>
            <a:off x="1974098" y="2716436"/>
            <a:ext cx="1020562" cy="197510"/>
          </a:xfrm>
          <a:prstGeom prst="rect">
            <a:avLst/>
          </a:prstGeom>
          <a:noFill/>
          <a:ln/>
        </p:spPr>
        <p:txBody>
          <a:bodyPr wrap="square" lIns="0" tIns="0" rIns="0" bIns="0" rtlCol="0" anchor="ctr"/>
          <a:lstStyle/>
          <a:p>
            <a:pPr indent="0" marL="0">
              <a:buNone/>
            </a:pPr>
            <a:r>
              <a:rPr lang="en-US" sz="1152" b="1" dirty="0">
                <a:solidFill>
                  <a:srgbClr val="D4A017"/>
                </a:solidFill>
                <a:latin typeface="Calibri" pitchFamily="34" charset="0"/>
                <a:ea typeface="Calibri" pitchFamily="34" charset="-122"/>
                <a:cs typeface="Calibri" pitchFamily="34" charset="-120"/>
              </a:rPr>
              <a:t>3,3</a:t>
            </a:r>
            <a:endParaRPr lang="en-US" sz="1152" dirty="0"/>
          </a:p>
        </p:txBody>
      </p:sp>
      <p:sp>
        <p:nvSpPr>
          <p:cNvPr id="161" name="Shape 153"/>
          <p:cNvSpPr/>
          <p:nvPr/>
        </p:nvSpPr>
        <p:spPr>
          <a:xfrm>
            <a:off x="3086100" y="2601221"/>
            <a:ext cx="1157722" cy="329184"/>
          </a:xfrm>
          <a:prstGeom prst="roundRect">
            <a:avLst>
              <a:gd name="adj" fmla="val 11111"/>
            </a:avLst>
          </a:prstGeom>
          <a:solidFill>
            <a:srgbClr val="FFFFFF"/>
          </a:solidFill>
          <a:ln w="9525">
            <a:solidFill>
              <a:srgbClr val="DDDDDD"/>
            </a:solidFill>
            <a:prstDash val="solid"/>
          </a:ln>
        </p:spPr>
      </p:sp>
      <p:sp>
        <p:nvSpPr>
          <p:cNvPr id="162" name="Shape 154"/>
          <p:cNvSpPr/>
          <p:nvPr/>
        </p:nvSpPr>
        <p:spPr>
          <a:xfrm>
            <a:off x="3086100" y="2601221"/>
            <a:ext cx="45720" cy="329184"/>
          </a:xfrm>
          <a:prstGeom prst="rect">
            <a:avLst/>
          </a:prstGeom>
          <a:solidFill>
            <a:srgbClr val="1A73E8"/>
          </a:solidFill>
          <a:ln w="12700">
            <a:solidFill>
              <a:srgbClr val="1A73E8"/>
            </a:solidFill>
            <a:prstDash val="solid"/>
          </a:ln>
        </p:spPr>
      </p:sp>
      <p:sp>
        <p:nvSpPr>
          <p:cNvPr id="163" name="Text 155"/>
          <p:cNvSpPr txBox="1"/>
          <p:nvPr/>
        </p:nvSpPr>
        <p:spPr>
          <a:xfrm>
            <a:off x="3177540" y="2628653"/>
            <a:ext cx="1020562" cy="115214"/>
          </a:xfrm>
          <a:prstGeom prst="rect">
            <a:avLst/>
          </a:prstGeom>
          <a:noFill/>
          <a:ln/>
        </p:spPr>
        <p:txBody>
          <a:bodyPr wrap="square" lIns="0" tIns="0" rIns="0" bIns="0" rtlCol="0" anchor="ctr"/>
          <a:lstStyle/>
          <a:p>
            <a:pPr indent="0" marL="0">
              <a:buNone/>
            </a:pPr>
            <a:r>
              <a:rPr lang="en-US" sz="550" dirty="0">
                <a:solidFill>
                  <a:srgbClr val="555555"/>
                </a:solidFill>
                <a:latin typeface="Calibri" pitchFamily="34" charset="0"/>
                <a:ea typeface="Calibri" pitchFamily="34" charset="-122"/>
                <a:cs typeface="Calibri" pitchFamily="34" charset="-120"/>
              </a:rPr>
              <a:t>Juz tertinggi</a:t>
            </a:r>
            <a:endParaRPr lang="en-US" sz="550" dirty="0"/>
          </a:p>
        </p:txBody>
      </p:sp>
      <p:sp>
        <p:nvSpPr>
          <p:cNvPr id="164" name="Text 156"/>
          <p:cNvSpPr txBox="1"/>
          <p:nvPr/>
        </p:nvSpPr>
        <p:spPr>
          <a:xfrm>
            <a:off x="3177540" y="2716436"/>
            <a:ext cx="1020562" cy="197510"/>
          </a:xfrm>
          <a:prstGeom prst="rect">
            <a:avLst/>
          </a:prstGeom>
          <a:noFill/>
          <a:ln/>
        </p:spPr>
        <p:txBody>
          <a:bodyPr wrap="square" lIns="0" tIns="0" rIns="0" bIns="0" rtlCol="0" anchor="ctr"/>
          <a:lstStyle/>
          <a:p>
            <a:pPr indent="0" marL="0">
              <a:buNone/>
            </a:pPr>
            <a:r>
              <a:rPr lang="en-US" sz="1152" b="1" dirty="0">
                <a:solidFill>
                  <a:srgbClr val="1A73E8"/>
                </a:solidFill>
                <a:latin typeface="Calibri" pitchFamily="34" charset="0"/>
                <a:ea typeface="Calibri" pitchFamily="34" charset="-122"/>
                <a:cs typeface="Calibri" pitchFamily="34" charset="-120"/>
              </a:rPr>
              <a:t>6</a:t>
            </a:r>
            <a:endParaRPr lang="en-US" sz="1152" dirty="0"/>
          </a:p>
        </p:txBody>
      </p:sp>
      <p:sp>
        <p:nvSpPr>
          <p:cNvPr id="165" name="Shape 157"/>
          <p:cNvSpPr/>
          <p:nvPr/>
        </p:nvSpPr>
        <p:spPr>
          <a:xfrm>
            <a:off x="4289542" y="2601221"/>
            <a:ext cx="1157722" cy="329184"/>
          </a:xfrm>
          <a:prstGeom prst="roundRect">
            <a:avLst>
              <a:gd name="adj" fmla="val 11111"/>
            </a:avLst>
          </a:prstGeom>
          <a:solidFill>
            <a:srgbClr val="FFFFFF"/>
          </a:solidFill>
          <a:ln w="9525">
            <a:solidFill>
              <a:srgbClr val="DDDDDD"/>
            </a:solidFill>
            <a:prstDash val="solid"/>
          </a:ln>
        </p:spPr>
      </p:sp>
      <p:sp>
        <p:nvSpPr>
          <p:cNvPr id="166" name="Shape 158"/>
          <p:cNvSpPr/>
          <p:nvPr/>
        </p:nvSpPr>
        <p:spPr>
          <a:xfrm>
            <a:off x="4289542" y="2601221"/>
            <a:ext cx="45720" cy="329184"/>
          </a:xfrm>
          <a:prstGeom prst="rect">
            <a:avLst/>
          </a:prstGeom>
          <a:solidFill>
            <a:srgbClr val="C62828"/>
          </a:solidFill>
          <a:ln w="12700">
            <a:solidFill>
              <a:srgbClr val="C62828"/>
            </a:solidFill>
            <a:prstDash val="solid"/>
          </a:ln>
        </p:spPr>
      </p:sp>
      <p:sp>
        <p:nvSpPr>
          <p:cNvPr id="167" name="Text 159"/>
          <p:cNvSpPr txBox="1"/>
          <p:nvPr/>
        </p:nvSpPr>
        <p:spPr>
          <a:xfrm>
            <a:off x="4380982" y="2628653"/>
            <a:ext cx="1020562" cy="115214"/>
          </a:xfrm>
          <a:prstGeom prst="rect">
            <a:avLst/>
          </a:prstGeom>
          <a:noFill/>
          <a:ln/>
        </p:spPr>
        <p:txBody>
          <a:bodyPr wrap="square" lIns="0" tIns="0" rIns="0" bIns="0" rtlCol="0" anchor="ctr"/>
          <a:lstStyle/>
          <a:p>
            <a:pPr indent="0" marL="0">
              <a:buNone/>
            </a:pPr>
            <a:r>
              <a:rPr lang="en-US" sz="550" dirty="0">
                <a:solidFill>
                  <a:srgbClr val="555555"/>
                </a:solidFill>
                <a:latin typeface="Calibri" pitchFamily="34" charset="0"/>
                <a:ea typeface="Calibri" pitchFamily="34" charset="-122"/>
                <a:cs typeface="Calibri" pitchFamily="34" charset="-120"/>
              </a:rPr>
              <a:t>Ekskul terbanyak</a:t>
            </a:r>
            <a:endParaRPr lang="en-US" sz="550" dirty="0"/>
          </a:p>
        </p:txBody>
      </p:sp>
      <p:sp>
        <p:nvSpPr>
          <p:cNvPr id="168" name="Text 160"/>
          <p:cNvSpPr txBox="1"/>
          <p:nvPr/>
        </p:nvSpPr>
        <p:spPr>
          <a:xfrm>
            <a:off x="4380982" y="2716436"/>
            <a:ext cx="1020562" cy="197510"/>
          </a:xfrm>
          <a:prstGeom prst="rect">
            <a:avLst/>
          </a:prstGeom>
          <a:noFill/>
          <a:ln/>
        </p:spPr>
        <p:txBody>
          <a:bodyPr wrap="square" lIns="0" tIns="0" rIns="0" bIns="0" rtlCol="0" anchor="ctr"/>
          <a:lstStyle/>
          <a:p>
            <a:pPr indent="0" marL="0">
              <a:buNone/>
            </a:pPr>
            <a:r>
              <a:rPr lang="en-US" sz="1152" b="1" dirty="0">
                <a:solidFill>
                  <a:srgbClr val="C62828"/>
                </a:solidFill>
                <a:latin typeface="Calibri" pitchFamily="34" charset="0"/>
                <a:ea typeface="Calibri" pitchFamily="34" charset="-122"/>
                <a:cs typeface="Calibri" pitchFamily="34" charset="-120"/>
              </a:rPr>
              <a:t>Pramuka</a:t>
            </a:r>
            <a:endParaRPr lang="en-US" sz="1152" dirty="0"/>
          </a:p>
        </p:txBody>
      </p:sp>
      <p:sp>
        <p:nvSpPr>
          <p:cNvPr id="169" name="Shape 161"/>
          <p:cNvSpPr/>
          <p:nvPr/>
        </p:nvSpPr>
        <p:spPr>
          <a:xfrm>
            <a:off x="679216" y="3003557"/>
            <a:ext cx="2186769" cy="717507"/>
          </a:xfrm>
          <a:prstGeom prst="roundRect">
            <a:avLst>
              <a:gd name="adj" fmla="val 3823"/>
            </a:avLst>
          </a:prstGeom>
          <a:solidFill>
            <a:srgbClr val="FFFFFF"/>
          </a:solidFill>
          <a:ln w="9525">
            <a:solidFill>
              <a:srgbClr val="DDDDDD"/>
            </a:solidFill>
            <a:prstDash val="solid"/>
          </a:ln>
        </p:spPr>
      </p:sp>
      <p:sp>
        <p:nvSpPr>
          <p:cNvPr id="170" name="Text 162"/>
          <p:cNvSpPr txBox="1"/>
          <p:nvPr/>
        </p:nvSpPr>
        <p:spPr>
          <a:xfrm>
            <a:off x="679216" y="3021845"/>
            <a:ext cx="2186769" cy="146304"/>
          </a:xfrm>
          <a:prstGeom prst="rect">
            <a:avLst/>
          </a:prstGeom>
          <a:noFill/>
          <a:ln/>
        </p:spPr>
        <p:txBody>
          <a:bodyPr wrap="square" lIns="0" tIns="0" rIns="0" bIns="0" rtlCol="0" anchor="t"/>
          <a:lstStyle/>
          <a:p>
            <a:pPr algn="ctr" indent="0" marL="0">
              <a:buNone/>
            </a:pPr>
            <a:r>
              <a:rPr lang="en-US" sz="650" b="1" dirty="0">
                <a:solidFill>
                  <a:srgbClr val="1E2A26"/>
                </a:solidFill>
                <a:latin typeface="Calibri" pitchFamily="34" charset="0"/>
                <a:ea typeface="Calibri" pitchFamily="34" charset="-122"/>
                <a:cs typeface="Calibri" pitchFamily="34" charset="-120"/>
              </a:rPr>
              <a:t>Santri per Ekskul</a:t>
            </a:r>
            <a:endParaRPr lang="en-US" sz="650" dirty="0"/>
          </a:p>
        </p:txBody>
      </p:sp>
      <p:sp>
        <p:nvSpPr>
          <p:cNvPr id="171" name="Shape 163"/>
          <p:cNvSpPr/>
          <p:nvPr/>
        </p:nvSpPr>
        <p:spPr>
          <a:xfrm>
            <a:off x="752368" y="3204725"/>
            <a:ext cx="443187" cy="443187"/>
          </a:xfrm>
          <a:prstGeom prst="pie">
            <a:avLst>
              <a:gd name="adj1" fmla="val 0"/>
              <a:gd name="adj2" fmla="val 8100000"/>
            </a:avLst>
          </a:prstGeom>
          <a:solidFill>
            <a:srgbClr val="1F7A5C"/>
          </a:solidFill>
          <a:ln/>
        </p:spPr>
      </p:sp>
      <p:sp>
        <p:nvSpPr>
          <p:cNvPr id="172" name="Shape 164"/>
          <p:cNvSpPr/>
          <p:nvPr/>
        </p:nvSpPr>
        <p:spPr>
          <a:xfrm>
            <a:off x="752368" y="3204725"/>
            <a:ext cx="443187" cy="443187"/>
          </a:xfrm>
          <a:prstGeom prst="pie">
            <a:avLst>
              <a:gd name="adj1" fmla="val 8100000"/>
              <a:gd name="adj2" fmla="val 13500000"/>
            </a:avLst>
          </a:prstGeom>
          <a:solidFill>
            <a:srgbClr val="D4A017"/>
          </a:solidFill>
          <a:ln/>
        </p:spPr>
      </p:sp>
      <p:sp>
        <p:nvSpPr>
          <p:cNvPr id="173" name="Shape 165"/>
          <p:cNvSpPr/>
          <p:nvPr/>
        </p:nvSpPr>
        <p:spPr>
          <a:xfrm>
            <a:off x="752368" y="3204725"/>
            <a:ext cx="443187" cy="443187"/>
          </a:xfrm>
          <a:prstGeom prst="pie">
            <a:avLst>
              <a:gd name="adj1" fmla="val 13500000"/>
              <a:gd name="adj2" fmla="val 18900000"/>
            </a:avLst>
          </a:prstGeom>
          <a:solidFill>
            <a:srgbClr val="4285F4"/>
          </a:solidFill>
          <a:ln/>
        </p:spPr>
      </p:sp>
      <p:sp>
        <p:nvSpPr>
          <p:cNvPr id="174" name="Shape 166"/>
          <p:cNvSpPr/>
          <p:nvPr/>
        </p:nvSpPr>
        <p:spPr>
          <a:xfrm>
            <a:off x="752368" y="3204725"/>
            <a:ext cx="443187" cy="443187"/>
          </a:xfrm>
          <a:prstGeom prst="pie">
            <a:avLst>
              <a:gd name="adj1" fmla="val 18900000"/>
              <a:gd name="adj2" fmla="val 21600000"/>
            </a:avLst>
          </a:prstGeom>
          <a:solidFill>
            <a:srgbClr val="EA4335"/>
          </a:solidFill>
          <a:ln/>
        </p:spPr>
      </p:sp>
      <p:sp>
        <p:nvSpPr>
          <p:cNvPr id="175" name="Shape 167"/>
          <p:cNvSpPr/>
          <p:nvPr/>
        </p:nvSpPr>
        <p:spPr>
          <a:xfrm>
            <a:off x="1259563" y="3259589"/>
            <a:ext cx="73152" cy="73152"/>
          </a:xfrm>
          <a:prstGeom prst="rect">
            <a:avLst/>
          </a:prstGeom>
          <a:solidFill>
            <a:srgbClr val="1F7A5C"/>
          </a:solidFill>
          <a:ln w="12700">
            <a:solidFill>
              <a:srgbClr val="1F7A5C"/>
            </a:solidFill>
            <a:prstDash val="solid"/>
          </a:ln>
        </p:spPr>
      </p:sp>
      <p:sp>
        <p:nvSpPr>
          <p:cNvPr id="176" name="Text 168"/>
          <p:cNvSpPr txBox="1"/>
          <p:nvPr/>
        </p:nvSpPr>
        <p:spPr>
          <a:xfrm>
            <a:off x="1360147" y="3223013"/>
            <a:ext cx="1469262" cy="137160"/>
          </a:xfrm>
          <a:prstGeom prst="rect">
            <a:avLst/>
          </a:prstGeom>
          <a:noFill/>
          <a:ln/>
        </p:spPr>
        <p:txBody>
          <a:bodyPr wrap="square" lIns="0" tIns="0" rIns="0" bIns="0" rtlCol="0" anchor="t"/>
          <a:lstStyle/>
          <a:p>
            <a:pPr indent="0" marL="0">
              <a:buNone/>
            </a:pPr>
            <a:r>
              <a:rPr lang="en-US" sz="550" dirty="0">
                <a:solidFill>
                  <a:srgbClr val="1E2A26"/>
                </a:solidFill>
                <a:latin typeface="Calibri" pitchFamily="34" charset="0"/>
                <a:ea typeface="Calibri" pitchFamily="34" charset="-122"/>
                <a:cs typeface="Calibri" pitchFamily="34" charset="-120"/>
              </a:rPr>
              <a:t>Pramuka</a:t>
            </a:r>
            <a:endParaRPr lang="en-US" sz="550" dirty="0"/>
          </a:p>
        </p:txBody>
      </p:sp>
      <p:sp>
        <p:nvSpPr>
          <p:cNvPr id="177" name="Shape 169"/>
          <p:cNvSpPr/>
          <p:nvPr/>
        </p:nvSpPr>
        <p:spPr>
          <a:xfrm>
            <a:off x="1259563" y="3396749"/>
            <a:ext cx="73152" cy="73152"/>
          </a:xfrm>
          <a:prstGeom prst="rect">
            <a:avLst/>
          </a:prstGeom>
          <a:solidFill>
            <a:srgbClr val="D4A017"/>
          </a:solidFill>
          <a:ln w="12700">
            <a:solidFill>
              <a:srgbClr val="D4A017"/>
            </a:solidFill>
            <a:prstDash val="solid"/>
          </a:ln>
        </p:spPr>
      </p:sp>
      <p:sp>
        <p:nvSpPr>
          <p:cNvPr id="178" name="Text 170"/>
          <p:cNvSpPr txBox="1"/>
          <p:nvPr/>
        </p:nvSpPr>
        <p:spPr>
          <a:xfrm>
            <a:off x="1360147" y="3360173"/>
            <a:ext cx="1469262" cy="137160"/>
          </a:xfrm>
          <a:prstGeom prst="rect">
            <a:avLst/>
          </a:prstGeom>
          <a:noFill/>
          <a:ln/>
        </p:spPr>
        <p:txBody>
          <a:bodyPr wrap="square" lIns="0" tIns="0" rIns="0" bIns="0" rtlCol="0" anchor="t"/>
          <a:lstStyle/>
          <a:p>
            <a:pPr indent="0" marL="0">
              <a:buNone/>
            </a:pPr>
            <a:r>
              <a:rPr lang="en-US" sz="550" dirty="0">
                <a:solidFill>
                  <a:srgbClr val="1E2A26"/>
                </a:solidFill>
                <a:latin typeface="Calibri" pitchFamily="34" charset="0"/>
                <a:ea typeface="Calibri" pitchFamily="34" charset="-122"/>
                <a:cs typeface="Calibri" pitchFamily="34" charset="-120"/>
              </a:rPr>
              <a:t>Kaligrafi</a:t>
            </a:r>
            <a:endParaRPr lang="en-US" sz="550" dirty="0"/>
          </a:p>
        </p:txBody>
      </p:sp>
      <p:sp>
        <p:nvSpPr>
          <p:cNvPr id="179" name="Shape 171"/>
          <p:cNvSpPr/>
          <p:nvPr/>
        </p:nvSpPr>
        <p:spPr>
          <a:xfrm>
            <a:off x="1259563" y="3533909"/>
            <a:ext cx="73152" cy="73152"/>
          </a:xfrm>
          <a:prstGeom prst="rect">
            <a:avLst/>
          </a:prstGeom>
          <a:solidFill>
            <a:srgbClr val="4285F4"/>
          </a:solidFill>
          <a:ln w="12700">
            <a:solidFill>
              <a:srgbClr val="4285F4"/>
            </a:solidFill>
            <a:prstDash val="solid"/>
          </a:ln>
        </p:spPr>
      </p:sp>
      <p:sp>
        <p:nvSpPr>
          <p:cNvPr id="180" name="Text 172"/>
          <p:cNvSpPr txBox="1"/>
          <p:nvPr/>
        </p:nvSpPr>
        <p:spPr>
          <a:xfrm>
            <a:off x="1360147" y="3497333"/>
            <a:ext cx="1469262" cy="137160"/>
          </a:xfrm>
          <a:prstGeom prst="rect">
            <a:avLst/>
          </a:prstGeom>
          <a:noFill/>
          <a:ln/>
        </p:spPr>
        <p:txBody>
          <a:bodyPr wrap="square" lIns="0" tIns="0" rIns="0" bIns="0" rtlCol="0" anchor="t"/>
          <a:lstStyle/>
          <a:p>
            <a:pPr indent="0" marL="0">
              <a:buNone/>
            </a:pPr>
            <a:r>
              <a:rPr lang="en-US" sz="550" dirty="0">
                <a:solidFill>
                  <a:srgbClr val="1E2A26"/>
                </a:solidFill>
                <a:latin typeface="Calibri" pitchFamily="34" charset="0"/>
                <a:ea typeface="Calibri" pitchFamily="34" charset="-122"/>
                <a:cs typeface="Calibri" pitchFamily="34" charset="-120"/>
              </a:rPr>
              <a:t>Futsal</a:t>
            </a:r>
            <a:endParaRPr lang="en-US" sz="550" dirty="0"/>
          </a:p>
        </p:txBody>
      </p:sp>
      <p:sp>
        <p:nvSpPr>
          <p:cNvPr id="181" name="Shape 173"/>
          <p:cNvSpPr/>
          <p:nvPr/>
        </p:nvSpPr>
        <p:spPr>
          <a:xfrm>
            <a:off x="1259563" y="3671069"/>
            <a:ext cx="73152" cy="73152"/>
          </a:xfrm>
          <a:prstGeom prst="rect">
            <a:avLst/>
          </a:prstGeom>
          <a:solidFill>
            <a:srgbClr val="EA4335"/>
          </a:solidFill>
          <a:ln w="12700">
            <a:solidFill>
              <a:srgbClr val="EA4335"/>
            </a:solidFill>
            <a:prstDash val="solid"/>
          </a:ln>
        </p:spPr>
      </p:sp>
      <p:sp>
        <p:nvSpPr>
          <p:cNvPr id="182" name="Text 174"/>
          <p:cNvSpPr txBox="1"/>
          <p:nvPr/>
        </p:nvSpPr>
        <p:spPr>
          <a:xfrm>
            <a:off x="1360147" y="3634493"/>
            <a:ext cx="1469262" cy="137160"/>
          </a:xfrm>
          <a:prstGeom prst="rect">
            <a:avLst/>
          </a:prstGeom>
          <a:noFill/>
          <a:ln/>
        </p:spPr>
        <p:txBody>
          <a:bodyPr wrap="square" lIns="0" tIns="0" rIns="0" bIns="0" rtlCol="0" anchor="t"/>
          <a:lstStyle/>
          <a:p>
            <a:pPr indent="0" marL="0">
              <a:buNone/>
            </a:pPr>
            <a:r>
              <a:rPr lang="en-US" sz="550" dirty="0">
                <a:solidFill>
                  <a:srgbClr val="1E2A26"/>
                </a:solidFill>
                <a:latin typeface="Calibri" pitchFamily="34" charset="0"/>
                <a:ea typeface="Calibri" pitchFamily="34" charset="-122"/>
                <a:cs typeface="Calibri" pitchFamily="34" charset="-120"/>
              </a:rPr>
              <a:t>Tahsin</a:t>
            </a:r>
            <a:endParaRPr lang="en-US" sz="550" dirty="0"/>
          </a:p>
        </p:txBody>
      </p:sp>
      <p:sp>
        <p:nvSpPr>
          <p:cNvPr id="183" name="Shape 175"/>
          <p:cNvSpPr/>
          <p:nvPr/>
        </p:nvSpPr>
        <p:spPr>
          <a:xfrm>
            <a:off x="2911706" y="3003557"/>
            <a:ext cx="2484088" cy="717507"/>
          </a:xfrm>
          <a:prstGeom prst="roundRect">
            <a:avLst>
              <a:gd name="adj" fmla="val 3823"/>
            </a:avLst>
          </a:prstGeom>
          <a:solidFill>
            <a:srgbClr val="FFFFFF"/>
          </a:solidFill>
          <a:ln w="9525">
            <a:solidFill>
              <a:srgbClr val="DDDDDD"/>
            </a:solidFill>
            <a:prstDash val="solid"/>
          </a:ln>
        </p:spPr>
      </p:sp>
      <p:sp>
        <p:nvSpPr>
          <p:cNvPr id="184" name="Text 176"/>
          <p:cNvSpPr txBox="1"/>
          <p:nvPr/>
        </p:nvSpPr>
        <p:spPr>
          <a:xfrm>
            <a:off x="2911706" y="3021845"/>
            <a:ext cx="2484088" cy="146304"/>
          </a:xfrm>
          <a:prstGeom prst="rect">
            <a:avLst/>
          </a:prstGeom>
          <a:noFill/>
          <a:ln/>
        </p:spPr>
        <p:txBody>
          <a:bodyPr wrap="square" lIns="0" tIns="0" rIns="0" bIns="0" rtlCol="0" anchor="t"/>
          <a:lstStyle/>
          <a:p>
            <a:pPr algn="ctr" indent="0" marL="0">
              <a:buNone/>
            </a:pPr>
            <a:r>
              <a:rPr lang="en-US" sz="650" b="1" dirty="0">
                <a:solidFill>
                  <a:srgbClr val="1E2A26"/>
                </a:solidFill>
                <a:latin typeface="Calibri" pitchFamily="34" charset="0"/>
                <a:ea typeface="Calibri" pitchFamily="34" charset="-122"/>
                <a:cs typeface="Calibri" pitchFamily="34" charset="-120"/>
              </a:rPr>
              <a:t>Rata-rata Juz per Kelas</a:t>
            </a:r>
            <a:endParaRPr lang="en-US" sz="650" dirty="0"/>
          </a:p>
        </p:txBody>
      </p:sp>
      <p:sp>
        <p:nvSpPr>
          <p:cNvPr id="185" name="Shape 177"/>
          <p:cNvSpPr/>
          <p:nvPr/>
        </p:nvSpPr>
        <p:spPr>
          <a:xfrm>
            <a:off x="3218027" y="3232157"/>
            <a:ext cx="789421" cy="306027"/>
          </a:xfrm>
          <a:prstGeom prst="rect">
            <a:avLst/>
          </a:prstGeom>
          <a:solidFill>
            <a:srgbClr val="1F7A5C"/>
          </a:solidFill>
          <a:ln w="12700">
            <a:solidFill>
              <a:srgbClr val="1F7A5C"/>
            </a:solidFill>
            <a:prstDash val="solid"/>
          </a:ln>
        </p:spPr>
      </p:sp>
      <p:sp>
        <p:nvSpPr>
          <p:cNvPr id="186" name="Text 178"/>
          <p:cNvSpPr txBox="1"/>
          <p:nvPr/>
        </p:nvSpPr>
        <p:spPr>
          <a:xfrm>
            <a:off x="3003146" y="3547328"/>
            <a:ext cx="1219184"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8A</a:t>
            </a:r>
            <a:endParaRPr lang="en-US" sz="500" dirty="0"/>
          </a:p>
        </p:txBody>
      </p:sp>
      <p:sp>
        <p:nvSpPr>
          <p:cNvPr id="187" name="Shape 179"/>
          <p:cNvSpPr/>
          <p:nvPr/>
        </p:nvSpPr>
        <p:spPr>
          <a:xfrm>
            <a:off x="4345771" y="3267132"/>
            <a:ext cx="789421" cy="271052"/>
          </a:xfrm>
          <a:prstGeom prst="rect">
            <a:avLst/>
          </a:prstGeom>
          <a:solidFill>
            <a:srgbClr val="D4A017"/>
          </a:solidFill>
          <a:ln w="12700">
            <a:solidFill>
              <a:srgbClr val="D4A017"/>
            </a:solidFill>
            <a:prstDash val="solid"/>
          </a:ln>
        </p:spPr>
      </p:sp>
      <p:sp>
        <p:nvSpPr>
          <p:cNvPr id="188" name="Text 180"/>
          <p:cNvSpPr txBox="1"/>
          <p:nvPr/>
        </p:nvSpPr>
        <p:spPr>
          <a:xfrm>
            <a:off x="4130890" y="3547328"/>
            <a:ext cx="1219184"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8B</a:t>
            </a:r>
            <a:endParaRPr lang="en-US" sz="500" dirty="0"/>
          </a:p>
        </p:txBody>
      </p:sp>
      <p:sp>
        <p:nvSpPr>
          <p:cNvPr id="189" name="Shape 181"/>
          <p:cNvSpPr/>
          <p:nvPr/>
        </p:nvSpPr>
        <p:spPr>
          <a:xfrm>
            <a:off x="3021434" y="3538184"/>
            <a:ext cx="2301208" cy="0"/>
          </a:xfrm>
          <a:prstGeom prst="line">
            <a:avLst/>
          </a:prstGeom>
          <a:noFill/>
          <a:ln w="6350">
            <a:solidFill>
              <a:srgbClr val="888888"/>
            </a:solidFill>
            <a:prstDash val="solid"/>
          </a:ln>
        </p:spPr>
      </p:sp>
      <p:sp>
        <p:nvSpPr>
          <p:cNvPr id="190" name="Shape 182"/>
          <p:cNvSpPr/>
          <p:nvPr/>
        </p:nvSpPr>
        <p:spPr>
          <a:xfrm>
            <a:off x="4349984" y="2381765"/>
            <a:ext cx="1097280" cy="201168"/>
          </a:xfrm>
          <a:prstGeom prst="roundRect">
            <a:avLst>
              <a:gd name="adj" fmla="val 18182"/>
            </a:avLst>
          </a:prstGeom>
          <a:solidFill>
            <a:srgbClr val="FFFFFF"/>
          </a:solidFill>
          <a:ln w="12700">
            <a:solidFill>
              <a:srgbClr val="1A73E8"/>
            </a:solidFill>
            <a:prstDash val="solid"/>
          </a:ln>
        </p:spPr>
      </p:sp>
      <p:sp>
        <p:nvSpPr>
          <p:cNvPr id="191" name="Text 183"/>
          <p:cNvSpPr txBox="1"/>
          <p:nvPr/>
        </p:nvSpPr>
        <p:spPr>
          <a:xfrm>
            <a:off x="4404848" y="2381765"/>
            <a:ext cx="1097280" cy="201168"/>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Kelas: Semua ▾</a:t>
            </a:r>
            <a:endParaRPr lang="en-US" sz="650" dirty="0"/>
          </a:p>
        </p:txBody>
      </p:sp>
      <p:sp>
        <p:nvSpPr>
          <p:cNvPr id="192" name="Shape 184"/>
          <p:cNvSpPr/>
          <p:nvPr/>
        </p:nvSpPr>
        <p:spPr>
          <a:xfrm>
            <a:off x="660928" y="2555501"/>
            <a:ext cx="4804623" cy="1229571"/>
          </a:xfrm>
          <a:prstGeom prst="roundRect">
            <a:avLst>
              <a:gd name="adj" fmla="val 3718"/>
            </a:avLst>
          </a:prstGeom>
          <a:solidFill>
            <a:srgbClr val="FFFFFF">
              <a:alpha val="0"/>
            </a:srgbClr>
          </a:solidFill>
          <a:ln w="31750">
            <a:solidFill>
              <a:srgbClr val="E53935"/>
            </a:solidFill>
            <a:prstDash val="solid"/>
          </a:ln>
        </p:spPr>
      </p:sp>
      <p:sp>
        <p:nvSpPr>
          <p:cNvPr id="193" name="Shape 185"/>
          <p:cNvSpPr/>
          <p:nvPr/>
        </p:nvSpPr>
        <p:spPr>
          <a:xfrm>
            <a:off x="5328392" y="2418341"/>
            <a:ext cx="274320" cy="274320"/>
          </a:xfrm>
          <a:prstGeom prst="ellipse">
            <a:avLst/>
          </a:prstGeom>
          <a:solidFill>
            <a:srgbClr val="E53935"/>
          </a:solidFill>
          <a:ln w="12700">
            <a:solidFill>
              <a:srgbClr val="FFFFFF"/>
            </a:solidFill>
            <a:prstDash val="solid"/>
          </a:ln>
        </p:spPr>
      </p:sp>
      <p:sp>
        <p:nvSpPr>
          <p:cNvPr id="194" name="Text 186"/>
          <p:cNvSpPr txBox="1"/>
          <p:nvPr/>
        </p:nvSpPr>
        <p:spPr>
          <a:xfrm>
            <a:off x="5328392" y="241834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95" name="Text 18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196" name="Text 18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Presentasikan dashboard (3 menit)</a:t>
            </a:r>
            <a:endParaRPr lang="en-US" sz="1800" dirty="0"/>
          </a:p>
        </p:txBody>
      </p:sp>
      <p:sp>
        <p:nvSpPr>
          <p:cNvPr id="197" name="Text 18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Tampilkan dashboard di proyektor. Jelaskan: angka penting, isi grafik, cara memakai slicer, dan 2 kesimpulan.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Dashboard Kelas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Dashboard kelompok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Judul jelas dan keterangan data fiktif.</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3–4 kartu angka dengan rumus yang terhubung ke lembar Data.</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2–3 grafik dengan jenis yang tepat, warna seragam, tertata rapi.</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Slicer berfungsi dan kelompok mempresentasikan 2 kesimpulan.</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4: Dashboard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slicer yang berfungsi</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Kartu angka dan grafik lengkap</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Tampilan rapi dan seragam</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Kesimpulan dipresentasikan</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Bagian dashboard mana yang paling bermanfaat?</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Keputusan apa yang bisa diambil dari dashboard kelompokmu?</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Informasi yang disajikan harus membantu orang mengambil keputusan yang benar, bukan menyesatkan.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5: AI untuk Data.</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2 Modul 4 - Dashboard</dc:title>
  <dc:subject>PptxGenJS Presentation</dc:subject>
  <dc:creator>PptxGenJS</dc:creator>
  <cp:lastModifiedBy>PptxGenJS</cp:lastModifiedBy>
  <cp:revision>1</cp:revision>
  <dcterms:created xsi:type="dcterms:W3CDTF">2026-10-01T20:45:43Z</dcterms:created>
  <dcterms:modified xsi:type="dcterms:W3CDTF">2026-10-01T20:45:43Z</dcterms:modified>
</cp:coreProperties>
</file>