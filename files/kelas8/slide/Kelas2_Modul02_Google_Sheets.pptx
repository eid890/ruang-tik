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2: Google Sheets — Proyek: Database Kelas
Terdiri dari 3 pertemuan (Pertemuan 4–6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Data nilai dan data santri pada modul ini adalah DATA FIKTIF (contoh). Jangan memakai nilai asli santri untuk latihan, karena nilai adalah data pribadi.
- Bila tersedia Microsoft Excel di komputer pesantren, sampaikan bahwa rumus dan cara kerjanya sama dengan Google Sheets.
- Pertemuan 6: setiap kelompok dapat memakai tabel hasil formulir dari Modul 1 (Link to Sheets) sebagai bahan Database Kelas.
CATATAN
Tampilan Google Sheets berbahasa Inggris. Terjemahan: Insert = Sisipkan, Format = Format, Data = Data, Sort range = Urutkan rentang, Create a filter = Buat filter, Chart = Diagram.
Pemisah dalam rumus: Google Sheets berbahasa Inggris memakai koma, misalnya =SUM(C2:C9). Jika komputer memakai pengaturan Indonesia, pemisah bisa berupa titik koma, misalnya =ROUND(F2;1).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ke-4, dengan judul "Mengenal Google Sheets". Kita akan berkenalan dengan spreadsheet, aplikasi untuk mengolah angka dan data.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menghubungkan formulir ke Google Sheets. Hasilnya berupa tabel berisi semua jawaban. Hari ini kita mempelajari aplikasi itu.
Sekarang pertanyaan hari ini. Coba pikirkan sejenak:
"Bagaimana wali kelas menghitung rata-rata nilai 30 santri dengan cepat?"
(Beri waktu 1 menit. Minta 2–3 santri menjawab. Hargai semua jawaban.)
Jika dihitung dengan kalkulator satu per satu, butuh waktu lama dan rawan salah. Dengan aplikasi SPREADSHEET, cukup satu rumus, dan semua rata-rata terhitung dalam sekejap. Hari ini kita mulai dengan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Spreadsheet artinya lembar kerja. Spreadsheet adalah aplikasi berbentuk tabel besar yang dipakai untuk menyimpan, menghitung, dan mengolah data.
Contoh aplikasinya adalah Google Sheets, yang gratis di akun Google, dan Microsoft Excel. Cara kerja keduanya hampir sama, jadi yang kalian pelajari di Google Sheets juga berlaku di Excel.
Kelebihan spreadsheet adalah kemampuannya menghitung otomatis dengan rumus. Jika satu angka diubah, hasil perhitungan langsung berubah.
Di pesantren, spreadsheet dipakai untuk rekap nilai, keuangan kantin, daftar inventaris barang, absensi, dan masih banyak lagi. Aplikasi WASIAT dan sistem informasi lain pun pada dasarnya menyimpan data dalam bentuk tabel seperti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gambar di layar. Spreadsheet terdiri dari kotak-kotak yang tersusun rapi.
KOLOM adalah susunan tegak dari atas ke bawah. Setiap kolom diberi nama dengan HURUF: A, B, C, D, dan seterusnya. Kolom B ditandai warna biru.
BARIS adalah susunan mendatar dari kiri ke kanan. Setiap baris diberi nama dengan ANGKA: 1, 2, 3, dan seterusnya. Baris 3 ditandai warna merah muda.
SEL adalah satu kotak tempat bertemunya kolom dan baris. Setiap sel memiliki ALAMAT, yaitu huruf kolom diikuti angka baris. Sel berwarna kuning berada di kolom B dan baris 3, maka alamatnya B3.
Alamat sel sangat penting, karena rumus di spreadsheet bekerja dengan alamat sel. Seperti alamat kamar di asrama: Gedung B, kamar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Kenali empat bagian layar Google Sheets.
Pertama, MENU DAN TOOLBAR di bagian atas, seperti di Google Docs. Ada menu Data yang khusus untuk mengolah data, dan toolbar untuk menebalkan huruf, memberi warna, dan mengatur format angka.
Kedua, KOTAK NAMA dan BILAH RUMUS. Kotak nama di kiri menunjukkan alamat sel yang sedang dipilih, misalnya B3. Bilah rumus bertanda fx menampilkan isi sel, termasuk rumus di baliknya.
Ketiga, LEMBAR KERJA, yaitu kotak-kotak sel tempat kita mengetik data.
Keempat, TAB SHEET di bagian bawah. Satu file bisa berisi beberapa lembar kerja, seperti halaman-halaman dalam satu buku.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membuat tabel rekap nilai. Ingat, semua nama dan nilai di latihan ini adalah data contoh, bukan nilai asli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Google Drive dengan akun kelas. Klik + New, tanda a, lalu pilih Google Sheets, tanda b, kemudian Blank spreadsheet.
Cara lain: ketik sheets.google.com di kolom alamat, lalu klik kotak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tulisan Untitled spreadsheet di kiri atas, tanda a. Ketik nama: Rekap Nilai Kelas 8A, lalu tekan Enter.
Perhatikan kotak nama, tanda b. Di sana tertulis A1, artinya sel yang sedang aktif adalah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sel A1. Ketik No, lalu tekan tombol Tab untuk pindah ke sel di sebelah kanan. Ketik Nama, Tab, Tahfidz, Tab, B. Arab, Tab, TIK, Tab, Rata-rata.
Ingat: tombol Tab untuk pindah ke kanan, tombol Enter untuk pindah ke bawah. Inilah baris judul tabel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Mulai baris 2, ketik data delapan santri seperti di layar: nomor, nama, dan nilai tahfidz, Bahasa Arab, dan TIK. Kolom Rata-rata dikosongkan dulu, karena akan diisi dengan rumus pekan depan.
Ketik dengan teliti. Angka diketik tanpa spasi. Perhatikan, Google Sheets otomatis meratakan angka ke kanan dan tulisan ke kiri.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rapikan baris judul.
Klik angka 1 di sebelah kiri untuk memilih seluruh baris 1. Klik tombol B, tanda a, agar tebal. Klik ikon ember warna atau Fill color, tanda b, lalu pilih hijau tua. Lalu klik tombol A, tanda c, untuk warna huruf, dan pilih putih.
Ingat prinsip kontras dari Kelas VII: tulisan putih di atas hijau tua mudah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Jika nama terlalu panjang dan terpotong, kita perlebar kolomnya.
Arahkan kursor ke garis tipis di antara huruf B dan C di bagian atas. Kursor berubah menjadi panah dua arah. Klik dua kali, maka lebar kolom B otomatis menyesuaikan isi terpanjang. Bisa juga dengan menekan dan menyeret garis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Tekan dan seret dari sel A1 sampai F9 untuk memilih seluruh tabel, tanda b. Klik ikon Borders, artinya garis tepi, tanda a, lalu pilih ikon semua garis.
Garis abu-abu tipis di layar hanyalah bantuan dan tidak tercetak. Garis tepi yang kita buat inilah yang akan terlihat jika tabel dicetak.
Alhamdulillah, tabel pertama sudah rapi. File tersimpan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lembar kerja ini.
Satu: tambahkan dua santri lagi dengan data contoh.
Dua: klik sel D5, lalu tulis di buku apa isinya dan apa alamatnya.
Tiga: ganti nama tab Sheet1 menjadi Nilai, dengan klik kanan tab lalu Rename.
Empat: warnai selang-seling baris data dengan hijau muda. Tipsnya: menu Format, lalu Alternating colors.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tabel memiliki baris judul?
- data diketik di sel yang benar?
- baris judul tebal dan berwarna?
- tabel memiliki garis tepi?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kelebihan spreadsheet dibanding tabel di kertas?
Pertanyaan kedua: mengapa alamat sel itu penting?
(Minta 2–3 santri menjawab secara bergantian.)
Pesan adab kita hari ini: data nilai adalah data pribadi. Karena itu kita berlatih dengan data contoh. Jika suatu saat kalian dipercaya mengolah data asli, misalnya membantu wali kelas, jagalah kerahasiaannya dengan amanah.
Pekan depan: rumus dasar spreadsheet: SUM, AVERAGE, MIN, MAX, dan COUNT.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ke-5, dengan judul "Rumus Dasar". Kita akan belajar membuat spreadsheet menghitung secara otomatis dengan rumus.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tabel rekap nilai. Siapa yang ingat, alamat sel di kolom C baris 5 ditulis bagaimana?
(Tunggu jawaban: C5.)
Sekarang pertanyaan hari ini. Coba pikirkan sejenak:
"Jika satu nilai diubah, apakah kita harus menghitung ulang semuanya dengan kalkulator?"
(Beri waktu 1 menit. Minta 2–3 santri menjawab. Hargai semua jawaban.)
Tidak perlu, jika kita memakai RUMUS. Rumus membuat spreadsheet menghitung sendiri. Jika satu angka diubah, hasilnya langsung ikut berubah. Inilah keajaiban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rumus di spreadsheet mengikuti aturan yang sama. Perhatikan contoh di layar: sama dengan, AVERAGE, kurung buka, C2 titik dua E2, kurung tutup.
Bagian pertama, tanda SAMA DENGAN berwarna merah. Wajib ditulis di awal setiap rumus. Tanpa tanda ini, spreadsheet menganggapnya tulisan biasa.
Bagian kedua, NAMA FUNGSI berwarna biru. AVERAGE artinya rata-rata. Nama fungsi menentukan apa yang dihitung.
Bagian ketiga, RENTANG SEL berwarna hijau, di dalam kurung. C2 titik dua E2 artinya dari sel C2 sampai E2. Tanda titik dua dibaca "sampai".
Jadi rumus ini artinya: hitung rata-rata dari sel C2 sampai E2.
Setelah mengetik rumus, tekan Enter. Sel akan menampilkan hasilnya, sedangkan rumusnya bisa dilihat di bilah fx.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fungsi dasar yang paling sering dipakai.
SUM untuk menjumlahkan. Contoh: sama dengan SUM, C2 sampai C9, artinya jumlah semua nilai tahfidz.
AVERAGE untuk rata-rata.
MAX untuk mencari nilai tertinggi.
MIN untuk mencari nilai terendah.
COUNT untuk menghitung berapa banyak sel yang berisi angka. Misalnya untuk mengetahui berapa santri yang sudah memiliki nilai.
Dan satu alat penting: FILL HANDLE, yaitu kotak biru kecil di pojok kanan bawah sel yang dipilih. Jika diseret ke bawah, rumus akan tersalin ke sel-sel di bawahnya, dan alamatnya menyesuaikan otomatis. Rumus untuk baris 2 menjadi baris 3, baris 4, dan seterusnya.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file Rekap Nilai Kelas 8A.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sel F2, tanda a, yaitu kolom Rata-rata untuk santri pertama.
Ketik: sama dengan, AVERAGE, kurung buka, C2 titik dua E2, kurung tutup. Perhatikan bilah fx, tanda b, menampilkan rumus yang kalian ketik.
Saat mengetik sama dengan A V, muncul saran fungsi di bawah sel. Tekan Tab untuk memilih AVERAGE.
Lalu tekan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Setelah Enter, sel F2 menampilkan hasil: 85, tanda a. Itu rata-rata dari 85, 80, dan 90.
Klik lagi sel F2. Perhatikan bilah fx, tanda b: yang terlihat adalah rumusnya, bukan angka. Artinya sel ini berisi rumus yang menghitung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Kita tidak perlu mengetik rumus delapan kali. Klik sel F2. Di pojok kanan bawah sel ada kotak biru kecil, tanda a. Itulah fill handle.
Tekan kotak itu, lalu seret ke bawah sampai F9. Lepaskan.
Semua rata-rata langsung terisi! Klik sel F9 dan lihat bilah fx, tanda b: rumusnya otomatis berubah menjadi C9 sampai E9. Spreadsheet menyesuaikan alamat secara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bawah tabel, kosongkan satu baris. Lalu di kolom B, ketik label: Jumlah di baris 11, Tertinggi di baris 12, Terendah di baris 13, dan Banyak data di baris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Isi rumus di kolom C:
C11: sama dengan SUM, C2 sampai C9. Hasilnya jumlah semua nilai tahfidz.
C12: sama dengan MAX, C2 sampai C9. Hasilnya nilai tahfidz tertinggi.
C13: sama dengan MIN, C2 sampai C9. Hasilnya nilai terendah.
C14: sama dengan COUNT, C2 sampai C9. Hasilnya delapan, yaitu banyaknya 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Pilih sel C11 sampai C14. Seret fill handle ke kanan sampai kolom E.
Rumus tersalin ke kolom D dan E, dan alamatnya menyesuaikan: C menjadi D dan E. Sekarang kita tahu jumlah, nilai tertinggi, terendah, dan banyak data untuk ketiga mata pelajaran.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Inilah keajaiban rumus. Klik sel C5, nilai tahfidz Hasan, tanda a. Ubah dari 70 menjadi 90, lalu tekan Enter.
Perhatikan: rata-rata Hasan, tanda b, langsung berubah. Jumlah dan nilai terendah, tanda c, juga ikut berubah. Kita tidak perlu menghitung ulang apa pun.
Setelah mencoba, kembalikan nilainya menjadi 70 dengan Ctrl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lembar kerja ini.
Satu: tambahkan kolom G bernama Jumlah, isi dengan rumus SUM dari C2 sampai E2, lalu salin ke bawah.
Dua: hitung rata-rata kelas di sel F11.
Tiga: atur agar rata-rata hanya satu angka di belakang koma, dengan tombol pengurang desimal di toolbar.
Empat: tulis di buku, apa beda SUM dan COUNT.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kolom rata-rata terisi dengan rumus?
- ada baris jumlah, tertinggi, terendah?
- rumus disalin dengan fill handle?
- nilai berubah otomatis saat data diubah?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terjadi pada rata-rata jika satu nilai diubah?
Pertanyaan kedua: fungsi mana yang paling bermanfaat bagimu?
(Minta 2–3 santri menjawab secara bergantian.)
Pesan adab kita hari ini: jujurlah dalam data. Mengubah angka agar hasilnya terlihat lebih baik adalah kecurangan. Data yang jujur membantu orang mengambil keputusan yang benar.
Pekan depan: mengurutkan, menyaring, dan membuat grafik, lalu Proyek Database Kelas.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ke-6, dengan judul "Sort, Filter &amp; Grafik". Hari ini kita mengurutkan, menyaring, dan membuat grafik, lalu menyelesaikan proyek Database Kelas.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rumus. Siapa yang ingat, apa nama kotak kecil untuk menyalin rumus?
(Tunggu jawaban: fill handle.)
Sekarang pertanyaan hari ini. Coba pikirkan sejenak:
"Bagaimana cara cepat mengetahui siapa yang nilainya paling tinggi di kelas?"
(Beri waktu 1 menit. Minta 2–3 santri menjawab. Hargai semua jawaban.)
Dengan mengURUTKAN data dari yang terbesar. Spreadsheet bisa melakukannya dalam satu klik. Hari ini kita juga belajar menyaring data dan membuat grafik, agar data lebih mudah dipahami.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kita mempelajari tiga alat untuk mengolah data.
Pertama, SORT, artinya mengurutkan. Data bisa diurutkan menurut abjad, dari A ke Z atau Z ke A, atau menurut angka, dari terkecil ke terbesar atau sebaliknya. Misalnya mengurutkan rata-rata dari yang tertinggi.
Kedua, FILTER, artinya menyaring. Filter menampilkan hanya data yang kita inginkan dan menyembunyikan yang lain sementara. Misalnya hanya menampilkan santri yang memilih Pramuka. Data lain tidak hilang, hanya disembunyikan.
Ketiga, CHART, artinya grafik. Grafik mengubah angka menjadi gambar, sehingga lebih mudah dipahami dalam sekali 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jenis grafik memiliki kegunaan masing-masing. Catatan: kolom kanan berwarna merah di slide ini bukan berarti salah, tetapi menunjukkan kegunaannya.
Grafik BATANG atau column, untuk membandingkan nilai, misalnya membandingkan rata-rata nilai antar santri atau antar kelas.
Grafik LINGKARAN atau pie, untuk melihat bagian dari keseluruhan dalam bentuk persen, misalnya berapa persen santri memilih setiap kegiatan. Grafik ini yang muncul otomatis di Google Forms.
Grafik GARIS atau line, untuk melihat perubahan dari waktu ke waktu, misalnya perkembangan hafalan dari bulan ke bulan.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berlatih dengan file Rekap Nilai, lalu menerapkannya pada proyek Database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Pilih seluruh tabel dari A1 sampai F9, termasuk baris judul.
Klik menu Data, arahkan ke Sort range, tanda a, lalu klik Advanced range sorting options,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kotak pengaturan urutan.
Centang Data has header row, tanda a, agar baris judul tidak ikut diurutkan. Pada Sort by, pilih kolom Rata-rata, lalu pilih Z ke A, artinya dari terbesar ke terkecil. Klik Sort, tanda b.
Lihat hasilnya di belakang: santri dengan rata-rata tertinggi kini berada paling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salah satu sel di dalam tabel. Klik menu Data, lalu Create a filter, artinya buat filter.
Di setiap judul kolom akan muncul ikon segitiga kecil. Ikon itulah tombol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ikon filter di judul kolom yang ingin disaring, tanda a. Misalnya kolom Ekskul.
Muncul kotak filter. Di bagian Filter by values, hilangkan centang semua pilihan, lalu centang hanya Pramuka, tanda b. Klik OK, tanda c.
Sekarang hanya santri yang mengikuti Pramuka yang tampil. Data lain tidak hilang, hanya disembunyikan. Perhatikan nomor baris yang melompat. Untuk menampilkan semua lagi, buka filter dan centang Select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buat grafik rata-rata nilai.
Pilih kolom Nama, dari B1 sampai B9, tanda a. Lalu tahan tombol Ctrl, dan pilih kolom Rata-rata, dari F1 sampai F9. Dengan menahan Ctrl, kita bisa memilih dua kolom yang tidak bersebelahan.
Klik menu Insert, lalu Chart,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Grafik muncul, dan di sebelah kanan terbuka panel Chart editor.
Pada Chart type, pilih Column chart, yaitu grafik batang. Lalu klik tab Customize, buka Chart and axis titles, dan ketik judul grafik, misalnya Rata-rata Nilai Kelas 8A.
Grafik bisa digeser dengan menekan dan menyeretnya. Sekarang dalam sekali lihat kita tahu siapa yang nilainya tertinggi.
(Lalu lanjutkan ke proyek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kerjakan Proyek Database Kelas secara berkelompok. Kalian boleh memakai tabel hasil formulir dari Modul 1, atau membuat data contoh baru, misalnya daftar kegiatan, inventaris kelas, atau jadwal piket.
Database dinyatakan selesai jika: memiliki minimal 10 baris dan 5 kolom yang rapi, minimal dua rumus, filter aktif dan data sudah diurutkan, serta satu grafik dengan judul yang jelas.
(Beri waktu sekitar 25 menit. Minta setiap kelompok mempresentasikan grafik dan satu kesimpulan dari datanya.)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data dapat diurutkan?
- filter dapat menyaring data?
- ada grafik dengan judul yang jelas?
- database berisi minimal 10 baris?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kapan Sort dan Filter bermanfaat di pesantren?
Pertanyaan kedua: grafik apa yang paling cocok untuk datamu?
(Minta 2–3 santri menjawab secara bergantian.)
Pesan adab kita hari ini: sajikan data apa adanya. Grafik yang jujur tidak menyesatkan pembaca. Jangan memotong atau memilih data hanya agar hasilnya terlihat sesuai keinginan kita.
Pekan depan: kita masuk Modul 3: Data dan Database. Alhamdulillah, Modul 2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1.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1.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1.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Google Sheets</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Database Kelas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mengolah data dengan Google Sheets: memahami sel, baris, dan kolom, memakai rumus dasar, mengurutkan, menyaring, dan membuat grafik.</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Google Sheets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Rumus Dasar</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Sort, Filter &amp; Grafik</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Sheets, Google Drive, akun Google 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Google Sheets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Sel, baris, kolom, dan tabel yang rapi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Google Sheets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wali kelas menghitung rata-rata nilai 30 santri dengan cepat?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sel, baris, kolom, dan alamat sel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Memasukkan data ke dalam tabel</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Merapikan tabel: lebar kolom, huruf tebal, warna, dan garis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Spreadsheet?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Google Sheets</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Spreadsheet adalah aplikasi lembar kerja berbentuk tabel untuk menyimpan, menghitung, dan mengolah data.</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Google Sheets (gratis) dan Microsoft Excel</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Bisa menghitung otomatis dengan rumus</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Dipakai untuk nilai, keuangan, inventaris, absensi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Sel, Baris, dan Kolom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48640" y="1234440"/>
            <a:ext cx="960120" cy="384048"/>
          </a:xfrm>
          <a:prstGeom prst="rect">
            <a:avLst/>
          </a:prstGeom>
          <a:solidFill>
            <a:srgbClr val="F1F3F4"/>
          </a:solidFill>
          <a:ln w="9525">
            <a:solidFill>
              <a:srgbClr val="BBBBBB"/>
            </a:solidFill>
            <a:prstDash val="solid"/>
          </a:ln>
        </p:spPr>
      </p:sp>
      <p:sp>
        <p:nvSpPr>
          <p:cNvPr id="10" name="Text 6"/>
          <p:cNvSpPr txBox="1"/>
          <p:nvPr/>
        </p:nvSpPr>
        <p:spPr>
          <a:xfrm>
            <a:off x="548640" y="1234440"/>
            <a:ext cx="960120" cy="384048"/>
          </a:xfrm>
          <a:prstGeom prst="rect">
            <a:avLst/>
          </a:prstGeom>
          <a:noFill/>
          <a:ln/>
        </p:spPr>
        <p:txBody>
          <a:bodyPr wrap="square" lIns="0" tIns="0" rIns="0" bIns="0" rtlCol="0" anchor="ctr"/>
          <a:lstStyle/>
          <a:p>
            <a:pPr algn="ctr" indent="0" marL="0">
              <a:buNone/>
            </a:pPr>
            <a:endParaRPr lang="en-US" sz="1300" dirty="0"/>
          </a:p>
        </p:txBody>
      </p:sp>
      <p:sp>
        <p:nvSpPr>
          <p:cNvPr id="11" name="Shape 7"/>
          <p:cNvSpPr/>
          <p:nvPr/>
        </p:nvSpPr>
        <p:spPr>
          <a:xfrm>
            <a:off x="1508760" y="1234440"/>
            <a:ext cx="960120" cy="384048"/>
          </a:xfrm>
          <a:prstGeom prst="rect">
            <a:avLst/>
          </a:prstGeom>
          <a:solidFill>
            <a:srgbClr val="F1F3F4"/>
          </a:solidFill>
          <a:ln w="9525">
            <a:solidFill>
              <a:srgbClr val="BBBBBB"/>
            </a:solidFill>
            <a:prstDash val="solid"/>
          </a:ln>
        </p:spPr>
      </p:sp>
      <p:sp>
        <p:nvSpPr>
          <p:cNvPr id="12" name="Text 8"/>
          <p:cNvSpPr txBox="1"/>
          <p:nvPr/>
        </p:nvSpPr>
        <p:spPr>
          <a:xfrm>
            <a:off x="1508760" y="1234440"/>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A</a:t>
            </a:r>
            <a:endParaRPr lang="en-US" sz="1300" dirty="0"/>
          </a:p>
        </p:txBody>
      </p:sp>
      <p:sp>
        <p:nvSpPr>
          <p:cNvPr id="13" name="Shape 9"/>
          <p:cNvSpPr/>
          <p:nvPr/>
        </p:nvSpPr>
        <p:spPr>
          <a:xfrm>
            <a:off x="2468880" y="1234440"/>
            <a:ext cx="960120" cy="384048"/>
          </a:xfrm>
          <a:prstGeom prst="rect">
            <a:avLst/>
          </a:prstGeom>
          <a:solidFill>
            <a:srgbClr val="D3E3FD"/>
          </a:solidFill>
          <a:ln w="9525">
            <a:solidFill>
              <a:srgbClr val="BBBBBB"/>
            </a:solidFill>
            <a:prstDash val="solid"/>
          </a:ln>
        </p:spPr>
      </p:sp>
      <p:sp>
        <p:nvSpPr>
          <p:cNvPr id="14" name="Text 10"/>
          <p:cNvSpPr txBox="1"/>
          <p:nvPr/>
        </p:nvSpPr>
        <p:spPr>
          <a:xfrm>
            <a:off x="2468880" y="1234440"/>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B</a:t>
            </a:r>
            <a:endParaRPr lang="en-US" sz="1300" dirty="0"/>
          </a:p>
        </p:txBody>
      </p:sp>
      <p:sp>
        <p:nvSpPr>
          <p:cNvPr id="15" name="Shape 11"/>
          <p:cNvSpPr/>
          <p:nvPr/>
        </p:nvSpPr>
        <p:spPr>
          <a:xfrm>
            <a:off x="3429000" y="1234440"/>
            <a:ext cx="960120" cy="384048"/>
          </a:xfrm>
          <a:prstGeom prst="rect">
            <a:avLst/>
          </a:prstGeom>
          <a:solidFill>
            <a:srgbClr val="F1F3F4"/>
          </a:solidFill>
          <a:ln w="9525">
            <a:solidFill>
              <a:srgbClr val="BBBBBB"/>
            </a:solidFill>
            <a:prstDash val="solid"/>
          </a:ln>
        </p:spPr>
      </p:sp>
      <p:sp>
        <p:nvSpPr>
          <p:cNvPr id="16" name="Text 12"/>
          <p:cNvSpPr txBox="1"/>
          <p:nvPr/>
        </p:nvSpPr>
        <p:spPr>
          <a:xfrm>
            <a:off x="3429000" y="1234440"/>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C</a:t>
            </a:r>
            <a:endParaRPr lang="en-US" sz="1300" dirty="0"/>
          </a:p>
        </p:txBody>
      </p:sp>
      <p:sp>
        <p:nvSpPr>
          <p:cNvPr id="17" name="Shape 13"/>
          <p:cNvSpPr/>
          <p:nvPr/>
        </p:nvSpPr>
        <p:spPr>
          <a:xfrm>
            <a:off x="4389120" y="1234440"/>
            <a:ext cx="960120" cy="384048"/>
          </a:xfrm>
          <a:prstGeom prst="rect">
            <a:avLst/>
          </a:prstGeom>
          <a:solidFill>
            <a:srgbClr val="F1F3F4"/>
          </a:solidFill>
          <a:ln w="9525">
            <a:solidFill>
              <a:srgbClr val="BBBBBB"/>
            </a:solidFill>
            <a:prstDash val="solid"/>
          </a:ln>
        </p:spPr>
      </p:sp>
      <p:sp>
        <p:nvSpPr>
          <p:cNvPr id="18" name="Text 14"/>
          <p:cNvSpPr txBox="1"/>
          <p:nvPr/>
        </p:nvSpPr>
        <p:spPr>
          <a:xfrm>
            <a:off x="4389120" y="1234440"/>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D</a:t>
            </a:r>
            <a:endParaRPr lang="en-US" sz="1300" dirty="0"/>
          </a:p>
        </p:txBody>
      </p:sp>
      <p:sp>
        <p:nvSpPr>
          <p:cNvPr id="19" name="Shape 15"/>
          <p:cNvSpPr/>
          <p:nvPr/>
        </p:nvSpPr>
        <p:spPr>
          <a:xfrm>
            <a:off x="548640" y="1618488"/>
            <a:ext cx="960120" cy="384048"/>
          </a:xfrm>
          <a:prstGeom prst="rect">
            <a:avLst/>
          </a:prstGeom>
          <a:solidFill>
            <a:srgbClr val="F1F3F4"/>
          </a:solidFill>
          <a:ln w="9525">
            <a:solidFill>
              <a:srgbClr val="BBBBBB"/>
            </a:solidFill>
            <a:prstDash val="solid"/>
          </a:ln>
        </p:spPr>
      </p:sp>
      <p:sp>
        <p:nvSpPr>
          <p:cNvPr id="20" name="Text 16"/>
          <p:cNvSpPr txBox="1"/>
          <p:nvPr/>
        </p:nvSpPr>
        <p:spPr>
          <a:xfrm>
            <a:off x="548640" y="1618488"/>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1</a:t>
            </a:r>
            <a:endParaRPr lang="en-US" sz="1300" dirty="0"/>
          </a:p>
        </p:txBody>
      </p:sp>
      <p:sp>
        <p:nvSpPr>
          <p:cNvPr id="21" name="Shape 17"/>
          <p:cNvSpPr/>
          <p:nvPr/>
        </p:nvSpPr>
        <p:spPr>
          <a:xfrm>
            <a:off x="1508760" y="1618488"/>
            <a:ext cx="960120" cy="384048"/>
          </a:xfrm>
          <a:prstGeom prst="rect">
            <a:avLst/>
          </a:prstGeom>
          <a:solidFill>
            <a:srgbClr val="FFFFFF"/>
          </a:solidFill>
          <a:ln w="9525">
            <a:solidFill>
              <a:srgbClr val="BBBBBB"/>
            </a:solidFill>
            <a:prstDash val="solid"/>
          </a:ln>
        </p:spPr>
      </p:sp>
      <p:sp>
        <p:nvSpPr>
          <p:cNvPr id="22" name="Shape 18"/>
          <p:cNvSpPr/>
          <p:nvPr/>
        </p:nvSpPr>
        <p:spPr>
          <a:xfrm>
            <a:off x="2468880" y="1618488"/>
            <a:ext cx="960120" cy="384048"/>
          </a:xfrm>
          <a:prstGeom prst="rect">
            <a:avLst/>
          </a:prstGeom>
          <a:solidFill>
            <a:srgbClr val="EAF1FE"/>
          </a:solidFill>
          <a:ln w="9525">
            <a:solidFill>
              <a:srgbClr val="BBBBBB"/>
            </a:solidFill>
            <a:prstDash val="solid"/>
          </a:ln>
        </p:spPr>
      </p:sp>
      <p:sp>
        <p:nvSpPr>
          <p:cNvPr id="23" name="Shape 19"/>
          <p:cNvSpPr/>
          <p:nvPr/>
        </p:nvSpPr>
        <p:spPr>
          <a:xfrm>
            <a:off x="3429000" y="1618488"/>
            <a:ext cx="960120" cy="384048"/>
          </a:xfrm>
          <a:prstGeom prst="rect">
            <a:avLst/>
          </a:prstGeom>
          <a:solidFill>
            <a:srgbClr val="FFFFFF"/>
          </a:solidFill>
          <a:ln w="9525">
            <a:solidFill>
              <a:srgbClr val="BBBBBB"/>
            </a:solidFill>
            <a:prstDash val="solid"/>
          </a:ln>
        </p:spPr>
      </p:sp>
      <p:sp>
        <p:nvSpPr>
          <p:cNvPr id="24" name="Shape 20"/>
          <p:cNvSpPr/>
          <p:nvPr/>
        </p:nvSpPr>
        <p:spPr>
          <a:xfrm>
            <a:off x="4389120" y="1618488"/>
            <a:ext cx="960120" cy="384048"/>
          </a:xfrm>
          <a:prstGeom prst="rect">
            <a:avLst/>
          </a:prstGeom>
          <a:solidFill>
            <a:srgbClr val="FFFFFF"/>
          </a:solidFill>
          <a:ln w="9525">
            <a:solidFill>
              <a:srgbClr val="BBBBBB"/>
            </a:solidFill>
            <a:prstDash val="solid"/>
          </a:ln>
        </p:spPr>
      </p:sp>
      <p:sp>
        <p:nvSpPr>
          <p:cNvPr id="25" name="Shape 21"/>
          <p:cNvSpPr/>
          <p:nvPr/>
        </p:nvSpPr>
        <p:spPr>
          <a:xfrm>
            <a:off x="548640" y="2002536"/>
            <a:ext cx="960120" cy="384048"/>
          </a:xfrm>
          <a:prstGeom prst="rect">
            <a:avLst/>
          </a:prstGeom>
          <a:solidFill>
            <a:srgbClr val="F1F3F4"/>
          </a:solidFill>
          <a:ln w="9525">
            <a:solidFill>
              <a:srgbClr val="BBBBBB"/>
            </a:solidFill>
            <a:prstDash val="solid"/>
          </a:ln>
        </p:spPr>
      </p:sp>
      <p:sp>
        <p:nvSpPr>
          <p:cNvPr id="26" name="Text 22"/>
          <p:cNvSpPr txBox="1"/>
          <p:nvPr/>
        </p:nvSpPr>
        <p:spPr>
          <a:xfrm>
            <a:off x="548640" y="2002536"/>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2</a:t>
            </a:r>
            <a:endParaRPr lang="en-US" sz="1300" dirty="0"/>
          </a:p>
        </p:txBody>
      </p:sp>
      <p:sp>
        <p:nvSpPr>
          <p:cNvPr id="27" name="Shape 23"/>
          <p:cNvSpPr/>
          <p:nvPr/>
        </p:nvSpPr>
        <p:spPr>
          <a:xfrm>
            <a:off x="1508760" y="2002536"/>
            <a:ext cx="960120" cy="384048"/>
          </a:xfrm>
          <a:prstGeom prst="rect">
            <a:avLst/>
          </a:prstGeom>
          <a:solidFill>
            <a:srgbClr val="FFFFFF"/>
          </a:solidFill>
          <a:ln w="9525">
            <a:solidFill>
              <a:srgbClr val="BBBBBB"/>
            </a:solidFill>
            <a:prstDash val="solid"/>
          </a:ln>
        </p:spPr>
      </p:sp>
      <p:sp>
        <p:nvSpPr>
          <p:cNvPr id="28" name="Shape 24"/>
          <p:cNvSpPr/>
          <p:nvPr/>
        </p:nvSpPr>
        <p:spPr>
          <a:xfrm>
            <a:off x="2468880" y="2002536"/>
            <a:ext cx="960120" cy="384048"/>
          </a:xfrm>
          <a:prstGeom prst="rect">
            <a:avLst/>
          </a:prstGeom>
          <a:solidFill>
            <a:srgbClr val="EAF1FE"/>
          </a:solidFill>
          <a:ln w="9525">
            <a:solidFill>
              <a:srgbClr val="BBBBBB"/>
            </a:solidFill>
            <a:prstDash val="solid"/>
          </a:ln>
        </p:spPr>
      </p:sp>
      <p:sp>
        <p:nvSpPr>
          <p:cNvPr id="29" name="Shape 25"/>
          <p:cNvSpPr/>
          <p:nvPr/>
        </p:nvSpPr>
        <p:spPr>
          <a:xfrm>
            <a:off x="3429000" y="2002536"/>
            <a:ext cx="960120" cy="384048"/>
          </a:xfrm>
          <a:prstGeom prst="rect">
            <a:avLst/>
          </a:prstGeom>
          <a:solidFill>
            <a:srgbClr val="FFFFFF"/>
          </a:solidFill>
          <a:ln w="9525">
            <a:solidFill>
              <a:srgbClr val="BBBBBB"/>
            </a:solidFill>
            <a:prstDash val="solid"/>
          </a:ln>
        </p:spPr>
      </p:sp>
      <p:sp>
        <p:nvSpPr>
          <p:cNvPr id="30" name="Shape 26"/>
          <p:cNvSpPr/>
          <p:nvPr/>
        </p:nvSpPr>
        <p:spPr>
          <a:xfrm>
            <a:off x="4389120" y="2002536"/>
            <a:ext cx="960120" cy="384048"/>
          </a:xfrm>
          <a:prstGeom prst="rect">
            <a:avLst/>
          </a:prstGeom>
          <a:solidFill>
            <a:srgbClr val="FFFFFF"/>
          </a:solidFill>
          <a:ln w="9525">
            <a:solidFill>
              <a:srgbClr val="BBBBBB"/>
            </a:solidFill>
            <a:prstDash val="solid"/>
          </a:ln>
        </p:spPr>
      </p:sp>
      <p:sp>
        <p:nvSpPr>
          <p:cNvPr id="31" name="Shape 27"/>
          <p:cNvSpPr/>
          <p:nvPr/>
        </p:nvSpPr>
        <p:spPr>
          <a:xfrm>
            <a:off x="548640" y="2386584"/>
            <a:ext cx="960120" cy="384048"/>
          </a:xfrm>
          <a:prstGeom prst="rect">
            <a:avLst/>
          </a:prstGeom>
          <a:solidFill>
            <a:srgbClr val="FDECEA"/>
          </a:solidFill>
          <a:ln w="9525">
            <a:solidFill>
              <a:srgbClr val="BBBBBB"/>
            </a:solidFill>
            <a:prstDash val="solid"/>
          </a:ln>
        </p:spPr>
      </p:sp>
      <p:sp>
        <p:nvSpPr>
          <p:cNvPr id="32" name="Text 28"/>
          <p:cNvSpPr txBox="1"/>
          <p:nvPr/>
        </p:nvSpPr>
        <p:spPr>
          <a:xfrm>
            <a:off x="548640" y="2386584"/>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3</a:t>
            </a:r>
            <a:endParaRPr lang="en-US" sz="1300" dirty="0"/>
          </a:p>
        </p:txBody>
      </p:sp>
      <p:sp>
        <p:nvSpPr>
          <p:cNvPr id="33" name="Shape 29"/>
          <p:cNvSpPr/>
          <p:nvPr/>
        </p:nvSpPr>
        <p:spPr>
          <a:xfrm>
            <a:off x="1508760" y="2386584"/>
            <a:ext cx="960120" cy="384048"/>
          </a:xfrm>
          <a:prstGeom prst="rect">
            <a:avLst/>
          </a:prstGeom>
          <a:solidFill>
            <a:srgbClr val="FDF3F2"/>
          </a:solidFill>
          <a:ln w="9525">
            <a:solidFill>
              <a:srgbClr val="BBBBBB"/>
            </a:solidFill>
            <a:prstDash val="solid"/>
          </a:ln>
        </p:spPr>
      </p:sp>
      <p:sp>
        <p:nvSpPr>
          <p:cNvPr id="34" name="Shape 30"/>
          <p:cNvSpPr/>
          <p:nvPr/>
        </p:nvSpPr>
        <p:spPr>
          <a:xfrm>
            <a:off x="2468880" y="2386584"/>
            <a:ext cx="960120" cy="384048"/>
          </a:xfrm>
          <a:prstGeom prst="rect">
            <a:avLst/>
          </a:prstGeom>
          <a:solidFill>
            <a:srgbClr val="FFF59D"/>
          </a:solidFill>
          <a:ln w="9525">
            <a:solidFill>
              <a:srgbClr val="BBBBBB"/>
            </a:solidFill>
            <a:prstDash val="solid"/>
          </a:ln>
        </p:spPr>
      </p:sp>
      <p:sp>
        <p:nvSpPr>
          <p:cNvPr id="35" name="Shape 31"/>
          <p:cNvSpPr/>
          <p:nvPr/>
        </p:nvSpPr>
        <p:spPr>
          <a:xfrm>
            <a:off x="3429000" y="2386584"/>
            <a:ext cx="960120" cy="384048"/>
          </a:xfrm>
          <a:prstGeom prst="rect">
            <a:avLst/>
          </a:prstGeom>
          <a:solidFill>
            <a:srgbClr val="FDF3F2"/>
          </a:solidFill>
          <a:ln w="9525">
            <a:solidFill>
              <a:srgbClr val="BBBBBB"/>
            </a:solidFill>
            <a:prstDash val="solid"/>
          </a:ln>
        </p:spPr>
      </p:sp>
      <p:sp>
        <p:nvSpPr>
          <p:cNvPr id="36" name="Shape 32"/>
          <p:cNvSpPr/>
          <p:nvPr/>
        </p:nvSpPr>
        <p:spPr>
          <a:xfrm>
            <a:off x="4389120" y="2386584"/>
            <a:ext cx="960120" cy="384048"/>
          </a:xfrm>
          <a:prstGeom prst="rect">
            <a:avLst/>
          </a:prstGeom>
          <a:solidFill>
            <a:srgbClr val="FDF3F2"/>
          </a:solidFill>
          <a:ln w="9525">
            <a:solidFill>
              <a:srgbClr val="BBBBBB"/>
            </a:solidFill>
            <a:prstDash val="solid"/>
          </a:ln>
        </p:spPr>
      </p:sp>
      <p:sp>
        <p:nvSpPr>
          <p:cNvPr id="37" name="Shape 33"/>
          <p:cNvSpPr/>
          <p:nvPr/>
        </p:nvSpPr>
        <p:spPr>
          <a:xfrm>
            <a:off x="548640" y="2770632"/>
            <a:ext cx="960120" cy="384048"/>
          </a:xfrm>
          <a:prstGeom prst="rect">
            <a:avLst/>
          </a:prstGeom>
          <a:solidFill>
            <a:srgbClr val="F1F3F4"/>
          </a:solidFill>
          <a:ln w="9525">
            <a:solidFill>
              <a:srgbClr val="BBBBBB"/>
            </a:solidFill>
            <a:prstDash val="solid"/>
          </a:ln>
        </p:spPr>
      </p:sp>
      <p:sp>
        <p:nvSpPr>
          <p:cNvPr id="38" name="Text 34"/>
          <p:cNvSpPr txBox="1"/>
          <p:nvPr/>
        </p:nvSpPr>
        <p:spPr>
          <a:xfrm>
            <a:off x="548640" y="2770632"/>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4</a:t>
            </a:r>
            <a:endParaRPr lang="en-US" sz="1300" dirty="0"/>
          </a:p>
        </p:txBody>
      </p:sp>
      <p:sp>
        <p:nvSpPr>
          <p:cNvPr id="39" name="Shape 35"/>
          <p:cNvSpPr/>
          <p:nvPr/>
        </p:nvSpPr>
        <p:spPr>
          <a:xfrm>
            <a:off x="1508760" y="2770632"/>
            <a:ext cx="960120" cy="384048"/>
          </a:xfrm>
          <a:prstGeom prst="rect">
            <a:avLst/>
          </a:prstGeom>
          <a:solidFill>
            <a:srgbClr val="FFFFFF"/>
          </a:solidFill>
          <a:ln w="9525">
            <a:solidFill>
              <a:srgbClr val="BBBBBB"/>
            </a:solidFill>
            <a:prstDash val="solid"/>
          </a:ln>
        </p:spPr>
      </p:sp>
      <p:sp>
        <p:nvSpPr>
          <p:cNvPr id="40" name="Shape 36"/>
          <p:cNvSpPr/>
          <p:nvPr/>
        </p:nvSpPr>
        <p:spPr>
          <a:xfrm>
            <a:off x="2468880" y="2770632"/>
            <a:ext cx="960120" cy="384048"/>
          </a:xfrm>
          <a:prstGeom prst="rect">
            <a:avLst/>
          </a:prstGeom>
          <a:solidFill>
            <a:srgbClr val="EAF1FE"/>
          </a:solidFill>
          <a:ln w="9525">
            <a:solidFill>
              <a:srgbClr val="BBBBBB"/>
            </a:solidFill>
            <a:prstDash val="solid"/>
          </a:ln>
        </p:spPr>
      </p:sp>
      <p:sp>
        <p:nvSpPr>
          <p:cNvPr id="41" name="Shape 37"/>
          <p:cNvSpPr/>
          <p:nvPr/>
        </p:nvSpPr>
        <p:spPr>
          <a:xfrm>
            <a:off x="3429000" y="2770632"/>
            <a:ext cx="960120" cy="384048"/>
          </a:xfrm>
          <a:prstGeom prst="rect">
            <a:avLst/>
          </a:prstGeom>
          <a:solidFill>
            <a:srgbClr val="FFFFFF"/>
          </a:solidFill>
          <a:ln w="9525">
            <a:solidFill>
              <a:srgbClr val="BBBBBB"/>
            </a:solidFill>
            <a:prstDash val="solid"/>
          </a:ln>
        </p:spPr>
      </p:sp>
      <p:sp>
        <p:nvSpPr>
          <p:cNvPr id="42" name="Shape 38"/>
          <p:cNvSpPr/>
          <p:nvPr/>
        </p:nvSpPr>
        <p:spPr>
          <a:xfrm>
            <a:off x="4389120" y="2770632"/>
            <a:ext cx="960120" cy="384048"/>
          </a:xfrm>
          <a:prstGeom prst="rect">
            <a:avLst/>
          </a:prstGeom>
          <a:solidFill>
            <a:srgbClr val="FFFFFF"/>
          </a:solidFill>
          <a:ln w="9525">
            <a:solidFill>
              <a:srgbClr val="BBBBBB"/>
            </a:solidFill>
            <a:prstDash val="solid"/>
          </a:ln>
        </p:spPr>
      </p:sp>
      <p:sp>
        <p:nvSpPr>
          <p:cNvPr id="43" name="Shape 39"/>
          <p:cNvSpPr/>
          <p:nvPr/>
        </p:nvSpPr>
        <p:spPr>
          <a:xfrm>
            <a:off x="548640" y="3154680"/>
            <a:ext cx="960120" cy="384048"/>
          </a:xfrm>
          <a:prstGeom prst="rect">
            <a:avLst/>
          </a:prstGeom>
          <a:solidFill>
            <a:srgbClr val="F1F3F4"/>
          </a:solidFill>
          <a:ln w="9525">
            <a:solidFill>
              <a:srgbClr val="BBBBBB"/>
            </a:solidFill>
            <a:prstDash val="solid"/>
          </a:ln>
        </p:spPr>
      </p:sp>
      <p:sp>
        <p:nvSpPr>
          <p:cNvPr id="44" name="Text 40"/>
          <p:cNvSpPr txBox="1"/>
          <p:nvPr/>
        </p:nvSpPr>
        <p:spPr>
          <a:xfrm>
            <a:off x="548640" y="3154680"/>
            <a:ext cx="960120" cy="384048"/>
          </a:xfrm>
          <a:prstGeom prst="rect">
            <a:avLst/>
          </a:prstGeom>
          <a:noFill/>
          <a:ln/>
        </p:spPr>
        <p:txBody>
          <a:bodyPr wrap="square" lIns="0" tIns="0" rIns="0" bIns="0" rtlCol="0" anchor="ctr"/>
          <a:lstStyle/>
          <a:p>
            <a:pPr algn="ctr" indent="0" marL="0">
              <a:buNone/>
            </a:pPr>
            <a:r>
              <a:rPr lang="en-US" sz="1300" b="1" dirty="0">
                <a:solidFill>
                  <a:srgbClr val="555555"/>
                </a:solidFill>
                <a:latin typeface="Calibri" pitchFamily="34" charset="0"/>
                <a:ea typeface="Calibri" pitchFamily="34" charset="-122"/>
                <a:cs typeface="Calibri" pitchFamily="34" charset="-120"/>
              </a:rPr>
              <a:t>5</a:t>
            </a:r>
            <a:endParaRPr lang="en-US" sz="1300" dirty="0"/>
          </a:p>
        </p:txBody>
      </p:sp>
      <p:sp>
        <p:nvSpPr>
          <p:cNvPr id="45" name="Shape 41"/>
          <p:cNvSpPr/>
          <p:nvPr/>
        </p:nvSpPr>
        <p:spPr>
          <a:xfrm>
            <a:off x="1508760" y="3154680"/>
            <a:ext cx="960120" cy="384048"/>
          </a:xfrm>
          <a:prstGeom prst="rect">
            <a:avLst/>
          </a:prstGeom>
          <a:solidFill>
            <a:srgbClr val="FFFFFF"/>
          </a:solidFill>
          <a:ln w="9525">
            <a:solidFill>
              <a:srgbClr val="BBBBBB"/>
            </a:solidFill>
            <a:prstDash val="solid"/>
          </a:ln>
        </p:spPr>
      </p:sp>
      <p:sp>
        <p:nvSpPr>
          <p:cNvPr id="46" name="Shape 42"/>
          <p:cNvSpPr/>
          <p:nvPr/>
        </p:nvSpPr>
        <p:spPr>
          <a:xfrm>
            <a:off x="2468880" y="3154680"/>
            <a:ext cx="960120" cy="384048"/>
          </a:xfrm>
          <a:prstGeom prst="rect">
            <a:avLst/>
          </a:prstGeom>
          <a:solidFill>
            <a:srgbClr val="EAF1FE"/>
          </a:solidFill>
          <a:ln w="9525">
            <a:solidFill>
              <a:srgbClr val="BBBBBB"/>
            </a:solidFill>
            <a:prstDash val="solid"/>
          </a:ln>
        </p:spPr>
      </p:sp>
      <p:sp>
        <p:nvSpPr>
          <p:cNvPr id="47" name="Shape 43"/>
          <p:cNvSpPr/>
          <p:nvPr/>
        </p:nvSpPr>
        <p:spPr>
          <a:xfrm>
            <a:off x="3429000" y="3154680"/>
            <a:ext cx="960120" cy="384048"/>
          </a:xfrm>
          <a:prstGeom prst="rect">
            <a:avLst/>
          </a:prstGeom>
          <a:solidFill>
            <a:srgbClr val="FFFFFF"/>
          </a:solidFill>
          <a:ln w="9525">
            <a:solidFill>
              <a:srgbClr val="BBBBBB"/>
            </a:solidFill>
            <a:prstDash val="solid"/>
          </a:ln>
        </p:spPr>
      </p:sp>
      <p:sp>
        <p:nvSpPr>
          <p:cNvPr id="48" name="Shape 44"/>
          <p:cNvSpPr/>
          <p:nvPr/>
        </p:nvSpPr>
        <p:spPr>
          <a:xfrm>
            <a:off x="4389120" y="3154680"/>
            <a:ext cx="960120" cy="384048"/>
          </a:xfrm>
          <a:prstGeom prst="rect">
            <a:avLst/>
          </a:prstGeom>
          <a:solidFill>
            <a:srgbClr val="FFFFFF"/>
          </a:solidFill>
          <a:ln w="9525">
            <a:solidFill>
              <a:srgbClr val="BBBBBB"/>
            </a:solidFill>
            <a:prstDash val="solid"/>
          </a:ln>
        </p:spPr>
      </p:sp>
      <p:sp>
        <p:nvSpPr>
          <p:cNvPr id="49" name="Text 45"/>
          <p:cNvSpPr txBox="1"/>
          <p:nvPr/>
        </p:nvSpPr>
        <p:spPr>
          <a:xfrm>
            <a:off x="2468880" y="2386584"/>
            <a:ext cx="960120" cy="384048"/>
          </a:xfrm>
          <a:prstGeom prst="rect">
            <a:avLst/>
          </a:prstGeom>
          <a:noFill/>
          <a:ln/>
        </p:spPr>
        <p:txBody>
          <a:bodyPr wrap="square" lIns="0" tIns="0" rIns="0" bIns="0" rtlCol="0" anchor="ctr"/>
          <a:lstStyle/>
          <a:p>
            <a:pPr algn="ctr" indent="0" marL="0">
              <a:buNone/>
            </a:pPr>
            <a:r>
              <a:rPr lang="en-US" sz="1400" b="1" dirty="0">
                <a:solidFill>
                  <a:srgbClr val="E53935"/>
                </a:solidFill>
                <a:latin typeface="Calibri" pitchFamily="34" charset="0"/>
                <a:ea typeface="Calibri" pitchFamily="34" charset="-122"/>
                <a:cs typeface="Calibri" pitchFamily="34" charset="-120"/>
              </a:rPr>
              <a:t>B3</a:t>
            </a:r>
            <a:endParaRPr lang="en-US" sz="1400" dirty="0"/>
          </a:p>
        </p:txBody>
      </p:sp>
      <p:sp>
        <p:nvSpPr>
          <p:cNvPr id="50" name="Shape 46"/>
          <p:cNvSpPr/>
          <p:nvPr/>
        </p:nvSpPr>
        <p:spPr>
          <a:xfrm>
            <a:off x="5669280" y="1188720"/>
            <a:ext cx="3017520" cy="1069848"/>
          </a:xfrm>
          <a:prstGeom prst="roundRect">
            <a:avLst>
              <a:gd name="adj" fmla="val 6838"/>
            </a:avLst>
          </a:prstGeom>
          <a:solidFill>
            <a:srgbClr val="FFFFFF"/>
          </a:solidFill>
          <a:ln w="19050">
            <a:solidFill>
              <a:srgbClr val="1A73E8"/>
            </a:solidFill>
            <a:prstDash val="solid"/>
          </a:ln>
        </p:spPr>
      </p:sp>
      <p:sp>
        <p:nvSpPr>
          <p:cNvPr id="51" name="Text 47"/>
          <p:cNvSpPr txBox="1"/>
          <p:nvPr/>
        </p:nvSpPr>
        <p:spPr>
          <a:xfrm>
            <a:off x="5806440" y="1234440"/>
            <a:ext cx="2743200" cy="320040"/>
          </a:xfrm>
          <a:prstGeom prst="rect">
            <a:avLst/>
          </a:prstGeom>
          <a:noFill/>
          <a:ln/>
        </p:spPr>
        <p:txBody>
          <a:bodyPr wrap="square" lIns="0" tIns="0" rIns="0" bIns="0" rtlCol="0" anchor="t"/>
          <a:lstStyle/>
          <a:p>
            <a:pPr indent="0" marL="0">
              <a:buNone/>
            </a:pPr>
            <a:r>
              <a:rPr lang="en-US" sz="1500" b="1" dirty="0">
                <a:solidFill>
                  <a:srgbClr val="1A73E8"/>
                </a:solidFill>
                <a:latin typeface="Cambria" pitchFamily="34" charset="0"/>
                <a:ea typeface="Cambria" pitchFamily="34" charset="-122"/>
                <a:cs typeface="Cambria" pitchFamily="34" charset="-120"/>
              </a:rPr>
              <a:t>Kolom</a:t>
            </a:r>
            <a:endParaRPr lang="en-US" sz="1500" dirty="0"/>
          </a:p>
        </p:txBody>
      </p:sp>
      <p:sp>
        <p:nvSpPr>
          <p:cNvPr id="52" name="Text 48"/>
          <p:cNvSpPr txBox="1"/>
          <p:nvPr/>
        </p:nvSpPr>
        <p:spPr>
          <a:xfrm>
            <a:off x="5806440" y="1554480"/>
            <a:ext cx="2788920" cy="658368"/>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Tegak, diberi HURUF: A, B, C...</a:t>
            </a:r>
            <a:endParaRPr lang="en-US" sz="1200" dirty="0"/>
          </a:p>
        </p:txBody>
      </p:sp>
      <p:sp>
        <p:nvSpPr>
          <p:cNvPr id="53" name="Shape 49"/>
          <p:cNvSpPr/>
          <p:nvPr/>
        </p:nvSpPr>
        <p:spPr>
          <a:xfrm>
            <a:off x="5669280" y="2350008"/>
            <a:ext cx="3017520" cy="1069848"/>
          </a:xfrm>
          <a:prstGeom prst="roundRect">
            <a:avLst>
              <a:gd name="adj" fmla="val 6838"/>
            </a:avLst>
          </a:prstGeom>
          <a:solidFill>
            <a:srgbClr val="FFFFFF"/>
          </a:solidFill>
          <a:ln w="19050">
            <a:solidFill>
              <a:srgbClr val="C62828"/>
            </a:solidFill>
            <a:prstDash val="solid"/>
          </a:ln>
        </p:spPr>
      </p:sp>
      <p:sp>
        <p:nvSpPr>
          <p:cNvPr id="54" name="Text 50"/>
          <p:cNvSpPr txBox="1"/>
          <p:nvPr/>
        </p:nvSpPr>
        <p:spPr>
          <a:xfrm>
            <a:off x="5806440" y="2395728"/>
            <a:ext cx="2743200" cy="320040"/>
          </a:xfrm>
          <a:prstGeom prst="rect">
            <a:avLst/>
          </a:prstGeom>
          <a:noFill/>
          <a:ln/>
        </p:spPr>
        <p:txBody>
          <a:bodyPr wrap="square" lIns="0" tIns="0" rIns="0" bIns="0" rtlCol="0" anchor="t"/>
          <a:lstStyle/>
          <a:p>
            <a:pPr indent="0" marL="0">
              <a:buNone/>
            </a:pPr>
            <a:r>
              <a:rPr lang="en-US" sz="1500" b="1" dirty="0">
                <a:solidFill>
                  <a:srgbClr val="C62828"/>
                </a:solidFill>
                <a:latin typeface="Cambria" pitchFamily="34" charset="0"/>
                <a:ea typeface="Cambria" pitchFamily="34" charset="-122"/>
                <a:cs typeface="Cambria" pitchFamily="34" charset="-120"/>
              </a:rPr>
              <a:t>Baris</a:t>
            </a:r>
            <a:endParaRPr lang="en-US" sz="1500" dirty="0"/>
          </a:p>
        </p:txBody>
      </p:sp>
      <p:sp>
        <p:nvSpPr>
          <p:cNvPr id="55" name="Text 51"/>
          <p:cNvSpPr txBox="1"/>
          <p:nvPr/>
        </p:nvSpPr>
        <p:spPr>
          <a:xfrm>
            <a:off x="5806440" y="2715768"/>
            <a:ext cx="2788920" cy="658368"/>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Mendatar, diberi ANGKA: 1, 2, 3...</a:t>
            </a:r>
            <a:endParaRPr lang="en-US" sz="1200" dirty="0"/>
          </a:p>
        </p:txBody>
      </p:sp>
      <p:sp>
        <p:nvSpPr>
          <p:cNvPr id="56" name="Shape 52"/>
          <p:cNvSpPr/>
          <p:nvPr/>
        </p:nvSpPr>
        <p:spPr>
          <a:xfrm>
            <a:off x="5669280" y="3511296"/>
            <a:ext cx="3017520" cy="1069848"/>
          </a:xfrm>
          <a:prstGeom prst="roundRect">
            <a:avLst>
              <a:gd name="adj" fmla="val 6838"/>
            </a:avLst>
          </a:prstGeom>
          <a:solidFill>
            <a:srgbClr val="FFFFFF"/>
          </a:solidFill>
          <a:ln w="19050">
            <a:solidFill>
              <a:srgbClr val="D4A017"/>
            </a:solidFill>
            <a:prstDash val="solid"/>
          </a:ln>
        </p:spPr>
      </p:sp>
      <p:sp>
        <p:nvSpPr>
          <p:cNvPr id="57" name="Text 53"/>
          <p:cNvSpPr txBox="1"/>
          <p:nvPr/>
        </p:nvSpPr>
        <p:spPr>
          <a:xfrm>
            <a:off x="5806440" y="3557016"/>
            <a:ext cx="2743200" cy="320040"/>
          </a:xfrm>
          <a:prstGeom prst="rect">
            <a:avLst/>
          </a:prstGeom>
          <a:noFill/>
          <a:ln/>
        </p:spPr>
        <p:txBody>
          <a:bodyPr wrap="square" lIns="0" tIns="0" rIns="0" bIns="0" rtlCol="0" anchor="t"/>
          <a:lstStyle/>
          <a:p>
            <a:pPr indent="0" marL="0">
              <a:buNone/>
            </a:pPr>
            <a:r>
              <a:rPr lang="en-US" sz="1500" b="1" dirty="0">
                <a:solidFill>
                  <a:srgbClr val="D4A017"/>
                </a:solidFill>
                <a:latin typeface="Cambria" pitchFamily="34" charset="0"/>
                <a:ea typeface="Cambria" pitchFamily="34" charset="-122"/>
                <a:cs typeface="Cambria" pitchFamily="34" charset="-120"/>
              </a:rPr>
              <a:t>Sel</a:t>
            </a:r>
            <a:endParaRPr lang="en-US" sz="1500" dirty="0"/>
          </a:p>
        </p:txBody>
      </p:sp>
      <p:sp>
        <p:nvSpPr>
          <p:cNvPr id="58" name="Text 54"/>
          <p:cNvSpPr txBox="1"/>
          <p:nvPr/>
        </p:nvSpPr>
        <p:spPr>
          <a:xfrm>
            <a:off x="5806440" y="3877056"/>
            <a:ext cx="2788920" cy="658368"/>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Kotak pertemuan kolom dan baris. Alamatnya: huruf kolom + angka baris, contoh B3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Bagian Layar Google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Menu &amp; Toolbar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Menu File, Edit, Insert, Format, Data. Toolbar untuk tebal, warna, dan format angka.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Kotak Nama &amp; Bilah Rumus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Kotak nama menunjukkan alamat sel aktif. Bilah fx menampilkan isi atau rumus sel.</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Lembar Kerja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Kotak-kotak sel tempat mengetik data.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Tab Sheet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file bisa berisi beberapa lembar kerja, seperti halaman buku.</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Tabel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spreadsheet baru</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Mengetik data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Merapikan tabel</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Spreadsheet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Portofolio_Kelas8</a:t>
            </a:r>
            <a:endParaRPr lang="en-US" sz="800" dirty="0"/>
          </a:p>
        </p:txBody>
      </p:sp>
      <p:sp>
        <p:nvSpPr>
          <p:cNvPr id="45" name="Shape 36"/>
          <p:cNvSpPr/>
          <p:nvPr/>
        </p:nvSpPr>
        <p:spPr>
          <a:xfrm>
            <a:off x="697504" y="2390909"/>
            <a:ext cx="1234440" cy="1463040"/>
          </a:xfrm>
          <a:prstGeom prst="rect">
            <a:avLst/>
          </a:prstGeom>
          <a:solidFill>
            <a:srgbClr val="FFFFFF"/>
          </a:solidFill>
          <a:ln w="9525">
            <a:solidFill>
              <a:srgbClr val="AAAAAA"/>
            </a:solidFill>
            <a:prstDash val="solid"/>
          </a:ln>
        </p:spPr>
      </p:sp>
      <p:sp>
        <p:nvSpPr>
          <p:cNvPr id="46" name="Text 37"/>
          <p:cNvSpPr txBox="1"/>
          <p:nvPr/>
        </p:nvSpPr>
        <p:spPr>
          <a:xfrm>
            <a:off x="807232" y="24183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folder</a:t>
            </a:r>
            <a:endParaRPr lang="en-US" sz="800" dirty="0"/>
          </a:p>
        </p:txBody>
      </p:sp>
      <p:sp>
        <p:nvSpPr>
          <p:cNvPr id="47" name="Shape 38"/>
          <p:cNvSpPr/>
          <p:nvPr/>
        </p:nvSpPr>
        <p:spPr>
          <a:xfrm>
            <a:off x="734080" y="2710949"/>
            <a:ext cx="1161288" cy="0"/>
          </a:xfrm>
          <a:prstGeom prst="line">
            <a:avLst/>
          </a:prstGeom>
          <a:noFill/>
          <a:ln w="6350">
            <a:solidFill>
              <a:srgbClr val="DDDDDD"/>
            </a:solidFill>
            <a:prstDash val="solid"/>
          </a:ln>
        </p:spPr>
      </p:sp>
      <p:sp>
        <p:nvSpPr>
          <p:cNvPr id="48" name="Text 39"/>
          <p:cNvSpPr txBox="1"/>
          <p:nvPr/>
        </p:nvSpPr>
        <p:spPr>
          <a:xfrm>
            <a:off x="807232" y="282067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upload</a:t>
            </a:r>
            <a:endParaRPr lang="en-US" sz="800" dirty="0"/>
          </a:p>
        </p:txBody>
      </p:sp>
      <p:sp>
        <p:nvSpPr>
          <p:cNvPr id="49" name="Text 40"/>
          <p:cNvSpPr txBox="1"/>
          <p:nvPr/>
        </p:nvSpPr>
        <p:spPr>
          <a:xfrm>
            <a:off x="807232" y="30218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 upload</a:t>
            </a:r>
            <a:endParaRPr lang="en-US" sz="800" dirty="0"/>
          </a:p>
        </p:txBody>
      </p:sp>
      <p:sp>
        <p:nvSpPr>
          <p:cNvPr id="50" name="Shape 41"/>
          <p:cNvSpPr/>
          <p:nvPr/>
        </p:nvSpPr>
        <p:spPr>
          <a:xfrm>
            <a:off x="734080" y="3314453"/>
            <a:ext cx="1161288" cy="0"/>
          </a:xfrm>
          <a:prstGeom prst="line">
            <a:avLst/>
          </a:prstGeom>
          <a:noFill/>
          <a:ln w="6350">
            <a:solidFill>
              <a:srgbClr val="DDDDDD"/>
            </a:solidFill>
            <a:prstDash val="solid"/>
          </a:ln>
        </p:spPr>
      </p:sp>
      <p:sp>
        <p:nvSpPr>
          <p:cNvPr id="51" name="Text 42"/>
          <p:cNvSpPr txBox="1"/>
          <p:nvPr/>
        </p:nvSpPr>
        <p:spPr>
          <a:xfrm>
            <a:off x="807232" y="34241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2" name="Text 43"/>
          <p:cNvSpPr txBox="1"/>
          <p:nvPr/>
        </p:nvSpPr>
        <p:spPr>
          <a:xfrm>
            <a:off x="807232" y="362534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3" name="Shape 44"/>
          <p:cNvSpPr/>
          <p:nvPr/>
        </p:nvSpPr>
        <p:spPr>
          <a:xfrm>
            <a:off x="679216" y="2043437"/>
            <a:ext cx="722376" cy="329184"/>
          </a:xfrm>
          <a:prstGeom prst="roundRect">
            <a:avLst>
              <a:gd name="adj" fmla="val 13889"/>
            </a:avLst>
          </a:prstGeom>
          <a:solidFill>
            <a:srgbClr val="FFFFFF">
              <a:alpha val="0"/>
            </a:srgbClr>
          </a:solidFill>
          <a:ln w="31750">
            <a:solidFill>
              <a:srgbClr val="E53935"/>
            </a:solidFill>
            <a:prstDash val="solid"/>
          </a:ln>
        </p:spPr>
      </p:sp>
      <p:sp>
        <p:nvSpPr>
          <p:cNvPr id="54" name="Shape 45"/>
          <p:cNvSpPr/>
          <p:nvPr/>
        </p:nvSpPr>
        <p:spPr>
          <a:xfrm>
            <a:off x="1264432" y="1906277"/>
            <a:ext cx="274320" cy="274320"/>
          </a:xfrm>
          <a:prstGeom prst="ellipse">
            <a:avLst/>
          </a:prstGeom>
          <a:solidFill>
            <a:srgbClr val="E53935"/>
          </a:solidFill>
          <a:ln w="12700">
            <a:solidFill>
              <a:srgbClr val="FFFFFF"/>
            </a:solidFill>
            <a:prstDash val="solid"/>
          </a:ln>
        </p:spPr>
      </p:sp>
      <p:sp>
        <p:nvSpPr>
          <p:cNvPr id="55" name="Text 46"/>
          <p:cNvSpPr txBox="1"/>
          <p:nvPr/>
        </p:nvSpPr>
        <p:spPr>
          <a:xfrm>
            <a:off x="126443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6" name="Image 7" descr="preencoded.png">    </p:cNvPr>
          <p:cNvPicPr>
            <a:picLocks noChangeAspect="1"/>
          </p:cNvPicPr>
          <p:nvPr/>
        </p:nvPicPr>
        <p:blipFill>
          <a:blip r:embed="rId8"/>
          <a:stretch>
            <a:fillRect/>
          </a:stretch>
        </p:blipFill>
        <p:spPr>
          <a:xfrm>
            <a:off x="1074694" y="2222660"/>
            <a:ext cx="237744" cy="237744"/>
          </a:xfrm>
          <a:prstGeom prst="rect">
            <a:avLst/>
          </a:prstGeom>
        </p:spPr>
      </p:pic>
      <p:sp>
        <p:nvSpPr>
          <p:cNvPr id="57" name="Shape 47"/>
          <p:cNvSpPr/>
          <p:nvPr/>
        </p:nvSpPr>
        <p:spPr>
          <a:xfrm>
            <a:off x="715792" y="3607061"/>
            <a:ext cx="1197864" cy="228600"/>
          </a:xfrm>
          <a:prstGeom prst="roundRect">
            <a:avLst>
              <a:gd name="adj" fmla="val 20000"/>
            </a:avLst>
          </a:prstGeom>
          <a:solidFill>
            <a:srgbClr val="FFFFFF">
              <a:alpha val="0"/>
            </a:srgbClr>
          </a:solidFill>
          <a:ln w="31750">
            <a:solidFill>
              <a:srgbClr val="E53935"/>
            </a:solidFill>
            <a:prstDash val="solid"/>
          </a:ln>
        </p:spPr>
      </p:sp>
      <p:sp>
        <p:nvSpPr>
          <p:cNvPr id="58" name="Shape 48"/>
          <p:cNvSpPr/>
          <p:nvPr/>
        </p:nvSpPr>
        <p:spPr>
          <a:xfrm>
            <a:off x="1776496" y="3469901"/>
            <a:ext cx="274320" cy="274320"/>
          </a:xfrm>
          <a:prstGeom prst="ellipse">
            <a:avLst/>
          </a:prstGeom>
          <a:solidFill>
            <a:srgbClr val="E53935"/>
          </a:solidFill>
          <a:ln w="12700">
            <a:solidFill>
              <a:srgbClr val="FFFFFF"/>
            </a:solidFill>
            <a:prstDash val="solid"/>
          </a:ln>
        </p:spPr>
      </p:sp>
      <p:sp>
        <p:nvSpPr>
          <p:cNvPr id="59" name="Text 49"/>
          <p:cNvSpPr txBox="1"/>
          <p:nvPr/>
        </p:nvSpPr>
        <p:spPr>
          <a:xfrm>
            <a:off x="1776496" y="34699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0" name="Image 8" descr="preencoded.png">    </p:cNvPr>
          <p:cNvPicPr>
            <a:picLocks noChangeAspect="1"/>
          </p:cNvPicPr>
          <p:nvPr/>
        </p:nvPicPr>
        <p:blipFill>
          <a:blip r:embed="rId9"/>
          <a:stretch>
            <a:fillRect/>
          </a:stretch>
        </p:blipFill>
        <p:spPr>
          <a:xfrm>
            <a:off x="1372789" y="3730962"/>
            <a:ext cx="237744" cy="237744"/>
          </a:xfrm>
          <a:prstGeom prst="rect">
            <a:avLst/>
          </a:prstGeom>
        </p:spPr>
      </p:pic>
      <p:sp>
        <p:nvSpPr>
          <p:cNvPr id="61"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2"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Drive › + New › Google Sheets</a:t>
            </a:r>
            <a:endParaRPr lang="en-US" sz="1800" dirty="0"/>
          </a:p>
        </p:txBody>
      </p:sp>
      <p:sp>
        <p:nvSpPr>
          <p:cNvPr id="63"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Google Drive akun kelas. Klik + New › Google Sheets › Blank spreadsheet.</a:t>
            </a:r>
            <a:endParaRPr lang="en-US" sz="1300" dirty="0"/>
          </a:p>
        </p:txBody>
      </p:sp>
      <p:sp>
        <p:nvSpPr>
          <p:cNvPr id="64" name="Shape 5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5"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66" name="Text 5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lewat sheets.google.com › Blank.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Spreadsheet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Shape 22"/>
          <p:cNvSpPr/>
          <p:nvPr/>
        </p:nvSpPr>
        <p:spPr>
          <a:xfrm>
            <a:off x="944392" y="1695965"/>
            <a:ext cx="2011680" cy="182880"/>
          </a:xfrm>
          <a:prstGeom prst="rect">
            <a:avLst/>
          </a:prstGeom>
          <a:solidFill>
            <a:srgbClr val="FFFFFF">
              <a:alpha val="0"/>
            </a:srgbClr>
          </a:solidFill>
          <a:ln w="12700">
            <a:solidFill>
              <a:srgbClr val="0B57D0"/>
            </a:solidFill>
            <a:prstDash val="solid"/>
          </a:ln>
        </p:spPr>
      </p:sp>
      <p:sp>
        <p:nvSpPr>
          <p:cNvPr id="31" name="Text 23"/>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7" name="Text 29"/>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Text 30"/>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9" name="Shape 31"/>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0" name="Text 32"/>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1" name="Shape 33"/>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2" name="Text 34"/>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4" name="Text 36"/>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5" name="Text 37"/>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6" name="Text 38"/>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7" name="Text 39"/>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8" name="Text 40"/>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9" name="Text 41"/>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50" name="Text 42"/>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1" name="Text 43"/>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6" name="Text 48"/>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7" name="Shape 49"/>
          <p:cNvSpPr/>
          <p:nvPr/>
        </p:nvSpPr>
        <p:spPr>
          <a:xfrm>
            <a:off x="587776" y="2354333"/>
            <a:ext cx="4950927" cy="201168"/>
          </a:xfrm>
          <a:prstGeom prst="rect">
            <a:avLst/>
          </a:prstGeom>
          <a:solidFill>
            <a:srgbClr val="FFFFFF"/>
          </a:solidFill>
          <a:ln w="6350">
            <a:solidFill>
              <a:srgbClr val="DDDDDD"/>
            </a:solidFill>
            <a:prstDash val="solid"/>
          </a:ln>
        </p:spPr>
      </p:sp>
      <p:sp>
        <p:nvSpPr>
          <p:cNvPr id="58" name="Text 50"/>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9" name="Text 51"/>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60" name="Text 52"/>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1" name="Shape 53"/>
          <p:cNvSpPr/>
          <p:nvPr/>
        </p:nvSpPr>
        <p:spPr>
          <a:xfrm>
            <a:off x="587776" y="2573789"/>
            <a:ext cx="4950927" cy="119299"/>
          </a:xfrm>
          <a:prstGeom prst="rect">
            <a:avLst/>
          </a:prstGeom>
          <a:solidFill>
            <a:srgbClr val="F8F9FA"/>
          </a:solidFill>
          <a:ln w="12700">
            <a:solidFill>
              <a:srgbClr val="F8F9FA"/>
            </a:solidFill>
            <a:prstDash val="solid"/>
          </a:ln>
        </p:spPr>
      </p:sp>
      <p:sp>
        <p:nvSpPr>
          <p:cNvPr id="62" name="Shape 54"/>
          <p:cNvSpPr/>
          <p:nvPr/>
        </p:nvSpPr>
        <p:spPr>
          <a:xfrm>
            <a:off x="843808" y="2573789"/>
            <a:ext cx="548640" cy="119299"/>
          </a:xfrm>
          <a:prstGeom prst="rect">
            <a:avLst/>
          </a:prstGeom>
          <a:solidFill>
            <a:srgbClr val="F8F9FA"/>
          </a:solidFill>
          <a:ln w="6350">
            <a:solidFill>
              <a:srgbClr val="DDDDDD"/>
            </a:solidFill>
            <a:prstDash val="solid"/>
          </a:ln>
        </p:spPr>
      </p:sp>
      <p:sp>
        <p:nvSpPr>
          <p:cNvPr id="63" name="Text 55"/>
          <p:cNvSpPr txBox="1"/>
          <p:nvPr/>
        </p:nvSpPr>
        <p:spPr>
          <a:xfrm>
            <a:off x="8438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4" name="Shape 56"/>
          <p:cNvSpPr/>
          <p:nvPr/>
        </p:nvSpPr>
        <p:spPr>
          <a:xfrm>
            <a:off x="1392448" y="2573789"/>
            <a:ext cx="822960" cy="119299"/>
          </a:xfrm>
          <a:prstGeom prst="rect">
            <a:avLst/>
          </a:prstGeom>
          <a:solidFill>
            <a:srgbClr val="F8F9FA"/>
          </a:solidFill>
          <a:ln w="6350">
            <a:solidFill>
              <a:srgbClr val="DDDDDD"/>
            </a:solidFill>
            <a:prstDash val="solid"/>
          </a:ln>
        </p:spPr>
      </p:sp>
      <p:sp>
        <p:nvSpPr>
          <p:cNvPr id="65" name="Text 57"/>
          <p:cNvSpPr txBox="1"/>
          <p:nvPr/>
        </p:nvSpPr>
        <p:spPr>
          <a:xfrm>
            <a:off x="139244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6" name="Shape 58"/>
          <p:cNvSpPr/>
          <p:nvPr/>
        </p:nvSpPr>
        <p:spPr>
          <a:xfrm>
            <a:off x="2215408" y="2573789"/>
            <a:ext cx="640080" cy="119299"/>
          </a:xfrm>
          <a:prstGeom prst="rect">
            <a:avLst/>
          </a:prstGeom>
          <a:solidFill>
            <a:srgbClr val="F8F9FA"/>
          </a:solidFill>
          <a:ln w="6350">
            <a:solidFill>
              <a:srgbClr val="DDDDDD"/>
            </a:solidFill>
            <a:prstDash val="solid"/>
          </a:ln>
        </p:spPr>
      </p:sp>
      <p:sp>
        <p:nvSpPr>
          <p:cNvPr id="67" name="Text 59"/>
          <p:cNvSpPr txBox="1"/>
          <p:nvPr/>
        </p:nvSpPr>
        <p:spPr>
          <a:xfrm>
            <a:off x="22154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8" name="Shape 60"/>
          <p:cNvSpPr/>
          <p:nvPr/>
        </p:nvSpPr>
        <p:spPr>
          <a:xfrm>
            <a:off x="2855488" y="2573789"/>
            <a:ext cx="640080" cy="119299"/>
          </a:xfrm>
          <a:prstGeom prst="rect">
            <a:avLst/>
          </a:prstGeom>
          <a:solidFill>
            <a:srgbClr val="F8F9FA"/>
          </a:solidFill>
          <a:ln w="6350">
            <a:solidFill>
              <a:srgbClr val="DDDDDD"/>
            </a:solidFill>
            <a:prstDash val="solid"/>
          </a:ln>
        </p:spPr>
      </p:sp>
      <p:sp>
        <p:nvSpPr>
          <p:cNvPr id="69" name="Text 61"/>
          <p:cNvSpPr txBox="1"/>
          <p:nvPr/>
        </p:nvSpPr>
        <p:spPr>
          <a:xfrm>
            <a:off x="285548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70" name="Shape 62"/>
          <p:cNvSpPr/>
          <p:nvPr/>
        </p:nvSpPr>
        <p:spPr>
          <a:xfrm>
            <a:off x="3495568" y="2573789"/>
            <a:ext cx="548640" cy="119299"/>
          </a:xfrm>
          <a:prstGeom prst="rect">
            <a:avLst/>
          </a:prstGeom>
          <a:solidFill>
            <a:srgbClr val="F8F9FA"/>
          </a:solidFill>
          <a:ln w="6350">
            <a:solidFill>
              <a:srgbClr val="DDDDDD"/>
            </a:solidFill>
            <a:prstDash val="solid"/>
          </a:ln>
        </p:spPr>
      </p:sp>
      <p:sp>
        <p:nvSpPr>
          <p:cNvPr id="71" name="Text 63"/>
          <p:cNvSpPr txBox="1"/>
          <p:nvPr/>
        </p:nvSpPr>
        <p:spPr>
          <a:xfrm>
            <a:off x="34955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2" name="Shape 64"/>
          <p:cNvSpPr/>
          <p:nvPr/>
        </p:nvSpPr>
        <p:spPr>
          <a:xfrm>
            <a:off x="4044208" y="2573789"/>
            <a:ext cx="731520" cy="119299"/>
          </a:xfrm>
          <a:prstGeom prst="rect">
            <a:avLst/>
          </a:prstGeom>
          <a:solidFill>
            <a:srgbClr val="F8F9FA"/>
          </a:solidFill>
          <a:ln w="6350">
            <a:solidFill>
              <a:srgbClr val="DDDDDD"/>
            </a:solidFill>
            <a:prstDash val="solid"/>
          </a:ln>
        </p:spPr>
      </p:sp>
      <p:sp>
        <p:nvSpPr>
          <p:cNvPr id="73" name="Text 65"/>
          <p:cNvSpPr txBox="1"/>
          <p:nvPr/>
        </p:nvSpPr>
        <p:spPr>
          <a:xfrm>
            <a:off x="40442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4" name="Shape 66"/>
          <p:cNvSpPr/>
          <p:nvPr/>
        </p:nvSpPr>
        <p:spPr>
          <a:xfrm>
            <a:off x="587776" y="2693089"/>
            <a:ext cx="256032" cy="119299"/>
          </a:xfrm>
          <a:prstGeom prst="rect">
            <a:avLst/>
          </a:prstGeom>
          <a:solidFill>
            <a:srgbClr val="F8F9FA"/>
          </a:solidFill>
          <a:ln w="6350">
            <a:solidFill>
              <a:srgbClr val="DDDDDD"/>
            </a:solidFill>
            <a:prstDash val="solid"/>
          </a:ln>
        </p:spPr>
      </p:sp>
      <p:sp>
        <p:nvSpPr>
          <p:cNvPr id="75" name="Text 67"/>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6" name="Shape 68"/>
          <p:cNvSpPr/>
          <p:nvPr/>
        </p:nvSpPr>
        <p:spPr>
          <a:xfrm>
            <a:off x="843808" y="2693089"/>
            <a:ext cx="548640" cy="119299"/>
          </a:xfrm>
          <a:prstGeom prst="rect">
            <a:avLst/>
          </a:prstGeom>
          <a:solidFill>
            <a:srgbClr val="FFFFFF"/>
          </a:solidFill>
          <a:ln w="6350">
            <a:solidFill>
              <a:srgbClr val="E2E2E2"/>
            </a:solidFill>
            <a:prstDash val="solid"/>
          </a:ln>
        </p:spPr>
      </p:sp>
      <p:sp>
        <p:nvSpPr>
          <p:cNvPr id="77" name="Shape 69"/>
          <p:cNvSpPr/>
          <p:nvPr/>
        </p:nvSpPr>
        <p:spPr>
          <a:xfrm>
            <a:off x="1392448" y="2693089"/>
            <a:ext cx="822960" cy="119299"/>
          </a:xfrm>
          <a:prstGeom prst="rect">
            <a:avLst/>
          </a:prstGeom>
          <a:solidFill>
            <a:srgbClr val="FFFFFF"/>
          </a:solidFill>
          <a:ln w="6350">
            <a:solidFill>
              <a:srgbClr val="E2E2E2"/>
            </a:solidFill>
            <a:prstDash val="solid"/>
          </a:ln>
        </p:spPr>
      </p:sp>
      <p:sp>
        <p:nvSpPr>
          <p:cNvPr id="78" name="Shape 70"/>
          <p:cNvSpPr/>
          <p:nvPr/>
        </p:nvSpPr>
        <p:spPr>
          <a:xfrm>
            <a:off x="2215408" y="2693089"/>
            <a:ext cx="640080" cy="119299"/>
          </a:xfrm>
          <a:prstGeom prst="rect">
            <a:avLst/>
          </a:prstGeom>
          <a:solidFill>
            <a:srgbClr val="FFFFFF"/>
          </a:solidFill>
          <a:ln w="6350">
            <a:solidFill>
              <a:srgbClr val="E2E2E2"/>
            </a:solidFill>
            <a:prstDash val="solid"/>
          </a:ln>
        </p:spPr>
      </p:sp>
      <p:sp>
        <p:nvSpPr>
          <p:cNvPr id="79" name="Shape 71"/>
          <p:cNvSpPr/>
          <p:nvPr/>
        </p:nvSpPr>
        <p:spPr>
          <a:xfrm>
            <a:off x="2855488" y="2693089"/>
            <a:ext cx="640080" cy="119299"/>
          </a:xfrm>
          <a:prstGeom prst="rect">
            <a:avLst/>
          </a:prstGeom>
          <a:solidFill>
            <a:srgbClr val="FFFFFF"/>
          </a:solidFill>
          <a:ln w="6350">
            <a:solidFill>
              <a:srgbClr val="E2E2E2"/>
            </a:solidFill>
            <a:prstDash val="solid"/>
          </a:ln>
        </p:spPr>
      </p:sp>
      <p:sp>
        <p:nvSpPr>
          <p:cNvPr id="80" name="Shape 72"/>
          <p:cNvSpPr/>
          <p:nvPr/>
        </p:nvSpPr>
        <p:spPr>
          <a:xfrm>
            <a:off x="3495568" y="2693089"/>
            <a:ext cx="548640" cy="119299"/>
          </a:xfrm>
          <a:prstGeom prst="rect">
            <a:avLst/>
          </a:prstGeom>
          <a:solidFill>
            <a:srgbClr val="FFFFFF"/>
          </a:solidFill>
          <a:ln w="6350">
            <a:solidFill>
              <a:srgbClr val="E2E2E2"/>
            </a:solidFill>
            <a:prstDash val="solid"/>
          </a:ln>
        </p:spPr>
      </p:sp>
      <p:sp>
        <p:nvSpPr>
          <p:cNvPr id="81" name="Shape 73"/>
          <p:cNvSpPr/>
          <p:nvPr/>
        </p:nvSpPr>
        <p:spPr>
          <a:xfrm>
            <a:off x="4044208" y="2693089"/>
            <a:ext cx="731520" cy="119299"/>
          </a:xfrm>
          <a:prstGeom prst="rect">
            <a:avLst/>
          </a:prstGeom>
          <a:solidFill>
            <a:srgbClr val="FFFFFF"/>
          </a:solidFill>
          <a:ln w="6350">
            <a:solidFill>
              <a:srgbClr val="E2E2E2"/>
            </a:solidFill>
            <a:prstDash val="solid"/>
          </a:ln>
        </p:spPr>
      </p:sp>
      <p:sp>
        <p:nvSpPr>
          <p:cNvPr id="82" name="Shape 74"/>
          <p:cNvSpPr/>
          <p:nvPr/>
        </p:nvSpPr>
        <p:spPr>
          <a:xfrm>
            <a:off x="587776" y="2812388"/>
            <a:ext cx="256032" cy="119299"/>
          </a:xfrm>
          <a:prstGeom prst="rect">
            <a:avLst/>
          </a:prstGeom>
          <a:solidFill>
            <a:srgbClr val="F8F9FA"/>
          </a:solidFill>
          <a:ln w="6350">
            <a:solidFill>
              <a:srgbClr val="DDDDDD"/>
            </a:solidFill>
            <a:prstDash val="solid"/>
          </a:ln>
        </p:spPr>
      </p:sp>
      <p:sp>
        <p:nvSpPr>
          <p:cNvPr id="83" name="Text 75"/>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4" name="Shape 76"/>
          <p:cNvSpPr/>
          <p:nvPr/>
        </p:nvSpPr>
        <p:spPr>
          <a:xfrm>
            <a:off x="843808" y="2812388"/>
            <a:ext cx="548640" cy="119299"/>
          </a:xfrm>
          <a:prstGeom prst="rect">
            <a:avLst/>
          </a:prstGeom>
          <a:solidFill>
            <a:srgbClr val="FFFFFF"/>
          </a:solidFill>
          <a:ln w="6350">
            <a:solidFill>
              <a:srgbClr val="E2E2E2"/>
            </a:solidFill>
            <a:prstDash val="solid"/>
          </a:ln>
        </p:spPr>
      </p:sp>
      <p:sp>
        <p:nvSpPr>
          <p:cNvPr id="85" name="Shape 77"/>
          <p:cNvSpPr/>
          <p:nvPr/>
        </p:nvSpPr>
        <p:spPr>
          <a:xfrm>
            <a:off x="1392448" y="2812388"/>
            <a:ext cx="822960" cy="119299"/>
          </a:xfrm>
          <a:prstGeom prst="rect">
            <a:avLst/>
          </a:prstGeom>
          <a:solidFill>
            <a:srgbClr val="FFFFFF"/>
          </a:solidFill>
          <a:ln w="6350">
            <a:solidFill>
              <a:srgbClr val="E2E2E2"/>
            </a:solidFill>
            <a:prstDash val="solid"/>
          </a:ln>
        </p:spPr>
      </p:sp>
      <p:sp>
        <p:nvSpPr>
          <p:cNvPr id="86" name="Shape 78"/>
          <p:cNvSpPr/>
          <p:nvPr/>
        </p:nvSpPr>
        <p:spPr>
          <a:xfrm>
            <a:off x="2215408" y="2812388"/>
            <a:ext cx="640080" cy="119299"/>
          </a:xfrm>
          <a:prstGeom prst="rect">
            <a:avLst/>
          </a:prstGeom>
          <a:solidFill>
            <a:srgbClr val="FFFFFF"/>
          </a:solidFill>
          <a:ln w="6350">
            <a:solidFill>
              <a:srgbClr val="E2E2E2"/>
            </a:solidFill>
            <a:prstDash val="solid"/>
          </a:ln>
        </p:spPr>
      </p:sp>
      <p:sp>
        <p:nvSpPr>
          <p:cNvPr id="87" name="Shape 79"/>
          <p:cNvSpPr/>
          <p:nvPr/>
        </p:nvSpPr>
        <p:spPr>
          <a:xfrm>
            <a:off x="2855488" y="2812388"/>
            <a:ext cx="640080" cy="119299"/>
          </a:xfrm>
          <a:prstGeom prst="rect">
            <a:avLst/>
          </a:prstGeom>
          <a:solidFill>
            <a:srgbClr val="FFFFFF"/>
          </a:solidFill>
          <a:ln w="6350">
            <a:solidFill>
              <a:srgbClr val="E2E2E2"/>
            </a:solidFill>
            <a:prstDash val="solid"/>
          </a:ln>
        </p:spPr>
      </p:sp>
      <p:sp>
        <p:nvSpPr>
          <p:cNvPr id="88" name="Shape 80"/>
          <p:cNvSpPr/>
          <p:nvPr/>
        </p:nvSpPr>
        <p:spPr>
          <a:xfrm>
            <a:off x="3495568" y="2812388"/>
            <a:ext cx="548640" cy="119299"/>
          </a:xfrm>
          <a:prstGeom prst="rect">
            <a:avLst/>
          </a:prstGeom>
          <a:solidFill>
            <a:srgbClr val="FFFFFF"/>
          </a:solidFill>
          <a:ln w="6350">
            <a:solidFill>
              <a:srgbClr val="E2E2E2"/>
            </a:solidFill>
            <a:prstDash val="solid"/>
          </a:ln>
        </p:spPr>
      </p:sp>
      <p:sp>
        <p:nvSpPr>
          <p:cNvPr id="89" name="Shape 81"/>
          <p:cNvSpPr/>
          <p:nvPr/>
        </p:nvSpPr>
        <p:spPr>
          <a:xfrm>
            <a:off x="4044208" y="2812388"/>
            <a:ext cx="731520" cy="119299"/>
          </a:xfrm>
          <a:prstGeom prst="rect">
            <a:avLst/>
          </a:prstGeom>
          <a:solidFill>
            <a:srgbClr val="FFFFFF"/>
          </a:solidFill>
          <a:ln w="6350">
            <a:solidFill>
              <a:srgbClr val="E2E2E2"/>
            </a:solidFill>
            <a:prstDash val="solid"/>
          </a:ln>
        </p:spPr>
      </p:sp>
      <p:sp>
        <p:nvSpPr>
          <p:cNvPr id="90" name="Shape 82"/>
          <p:cNvSpPr/>
          <p:nvPr/>
        </p:nvSpPr>
        <p:spPr>
          <a:xfrm>
            <a:off x="587776" y="2931688"/>
            <a:ext cx="256032" cy="119299"/>
          </a:xfrm>
          <a:prstGeom prst="rect">
            <a:avLst/>
          </a:prstGeom>
          <a:solidFill>
            <a:srgbClr val="F8F9FA"/>
          </a:solidFill>
          <a:ln w="6350">
            <a:solidFill>
              <a:srgbClr val="DDDDDD"/>
            </a:solidFill>
            <a:prstDash val="solid"/>
          </a:ln>
        </p:spPr>
      </p:sp>
      <p:sp>
        <p:nvSpPr>
          <p:cNvPr id="91" name="Text 8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2" name="Shape 84"/>
          <p:cNvSpPr/>
          <p:nvPr/>
        </p:nvSpPr>
        <p:spPr>
          <a:xfrm>
            <a:off x="843808" y="2931688"/>
            <a:ext cx="548640" cy="119299"/>
          </a:xfrm>
          <a:prstGeom prst="rect">
            <a:avLst/>
          </a:prstGeom>
          <a:solidFill>
            <a:srgbClr val="FFFFFF"/>
          </a:solidFill>
          <a:ln w="6350">
            <a:solidFill>
              <a:srgbClr val="E2E2E2"/>
            </a:solidFill>
            <a:prstDash val="solid"/>
          </a:ln>
        </p:spPr>
      </p:sp>
      <p:sp>
        <p:nvSpPr>
          <p:cNvPr id="93" name="Shape 85"/>
          <p:cNvSpPr/>
          <p:nvPr/>
        </p:nvSpPr>
        <p:spPr>
          <a:xfrm>
            <a:off x="1392448" y="2931688"/>
            <a:ext cx="822960" cy="119299"/>
          </a:xfrm>
          <a:prstGeom prst="rect">
            <a:avLst/>
          </a:prstGeom>
          <a:solidFill>
            <a:srgbClr val="FFFFFF"/>
          </a:solidFill>
          <a:ln w="6350">
            <a:solidFill>
              <a:srgbClr val="E2E2E2"/>
            </a:solidFill>
            <a:prstDash val="solid"/>
          </a:ln>
        </p:spPr>
      </p:sp>
      <p:sp>
        <p:nvSpPr>
          <p:cNvPr id="94" name="Shape 86"/>
          <p:cNvSpPr/>
          <p:nvPr/>
        </p:nvSpPr>
        <p:spPr>
          <a:xfrm>
            <a:off x="2215408" y="2931688"/>
            <a:ext cx="640080" cy="119299"/>
          </a:xfrm>
          <a:prstGeom prst="rect">
            <a:avLst/>
          </a:prstGeom>
          <a:solidFill>
            <a:srgbClr val="FFFFFF"/>
          </a:solidFill>
          <a:ln w="6350">
            <a:solidFill>
              <a:srgbClr val="E2E2E2"/>
            </a:solidFill>
            <a:prstDash val="solid"/>
          </a:ln>
        </p:spPr>
      </p:sp>
      <p:sp>
        <p:nvSpPr>
          <p:cNvPr id="95" name="Shape 87"/>
          <p:cNvSpPr/>
          <p:nvPr/>
        </p:nvSpPr>
        <p:spPr>
          <a:xfrm>
            <a:off x="2855488" y="2931688"/>
            <a:ext cx="640080" cy="119299"/>
          </a:xfrm>
          <a:prstGeom prst="rect">
            <a:avLst/>
          </a:prstGeom>
          <a:solidFill>
            <a:srgbClr val="FFFFFF"/>
          </a:solidFill>
          <a:ln w="6350">
            <a:solidFill>
              <a:srgbClr val="E2E2E2"/>
            </a:solidFill>
            <a:prstDash val="solid"/>
          </a:ln>
        </p:spPr>
      </p:sp>
      <p:sp>
        <p:nvSpPr>
          <p:cNvPr id="96" name="Shape 88"/>
          <p:cNvSpPr/>
          <p:nvPr/>
        </p:nvSpPr>
        <p:spPr>
          <a:xfrm>
            <a:off x="3495568" y="2931688"/>
            <a:ext cx="548640" cy="119299"/>
          </a:xfrm>
          <a:prstGeom prst="rect">
            <a:avLst/>
          </a:prstGeom>
          <a:solidFill>
            <a:srgbClr val="FFFFFF"/>
          </a:solidFill>
          <a:ln w="6350">
            <a:solidFill>
              <a:srgbClr val="E2E2E2"/>
            </a:solidFill>
            <a:prstDash val="solid"/>
          </a:ln>
        </p:spPr>
      </p:sp>
      <p:sp>
        <p:nvSpPr>
          <p:cNvPr id="97" name="Shape 89"/>
          <p:cNvSpPr/>
          <p:nvPr/>
        </p:nvSpPr>
        <p:spPr>
          <a:xfrm>
            <a:off x="4044208" y="2931688"/>
            <a:ext cx="731520" cy="119299"/>
          </a:xfrm>
          <a:prstGeom prst="rect">
            <a:avLst/>
          </a:prstGeom>
          <a:solidFill>
            <a:srgbClr val="FFFFFF"/>
          </a:solidFill>
          <a:ln w="6350">
            <a:solidFill>
              <a:srgbClr val="E2E2E2"/>
            </a:solidFill>
            <a:prstDash val="solid"/>
          </a:ln>
        </p:spPr>
      </p:sp>
      <p:sp>
        <p:nvSpPr>
          <p:cNvPr id="98" name="Shape 90"/>
          <p:cNvSpPr/>
          <p:nvPr/>
        </p:nvSpPr>
        <p:spPr>
          <a:xfrm>
            <a:off x="587776" y="3050987"/>
            <a:ext cx="256032" cy="119299"/>
          </a:xfrm>
          <a:prstGeom prst="rect">
            <a:avLst/>
          </a:prstGeom>
          <a:solidFill>
            <a:srgbClr val="F8F9FA"/>
          </a:solidFill>
          <a:ln w="6350">
            <a:solidFill>
              <a:srgbClr val="DDDDDD"/>
            </a:solidFill>
            <a:prstDash val="solid"/>
          </a:ln>
        </p:spPr>
      </p:sp>
      <p:sp>
        <p:nvSpPr>
          <p:cNvPr id="99" name="Text 91"/>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0" name="Shape 92"/>
          <p:cNvSpPr/>
          <p:nvPr/>
        </p:nvSpPr>
        <p:spPr>
          <a:xfrm>
            <a:off x="843808" y="3050987"/>
            <a:ext cx="548640" cy="119299"/>
          </a:xfrm>
          <a:prstGeom prst="rect">
            <a:avLst/>
          </a:prstGeom>
          <a:solidFill>
            <a:srgbClr val="FFFFFF"/>
          </a:solidFill>
          <a:ln w="6350">
            <a:solidFill>
              <a:srgbClr val="E2E2E2"/>
            </a:solidFill>
            <a:prstDash val="solid"/>
          </a:ln>
        </p:spPr>
      </p:sp>
      <p:sp>
        <p:nvSpPr>
          <p:cNvPr id="101" name="Shape 93"/>
          <p:cNvSpPr/>
          <p:nvPr/>
        </p:nvSpPr>
        <p:spPr>
          <a:xfrm>
            <a:off x="1392448" y="3050987"/>
            <a:ext cx="822960" cy="119299"/>
          </a:xfrm>
          <a:prstGeom prst="rect">
            <a:avLst/>
          </a:prstGeom>
          <a:solidFill>
            <a:srgbClr val="FFFFFF"/>
          </a:solidFill>
          <a:ln w="6350">
            <a:solidFill>
              <a:srgbClr val="E2E2E2"/>
            </a:solidFill>
            <a:prstDash val="solid"/>
          </a:ln>
        </p:spPr>
      </p:sp>
      <p:sp>
        <p:nvSpPr>
          <p:cNvPr id="102" name="Shape 94"/>
          <p:cNvSpPr/>
          <p:nvPr/>
        </p:nvSpPr>
        <p:spPr>
          <a:xfrm>
            <a:off x="2215408" y="3050987"/>
            <a:ext cx="640080" cy="119299"/>
          </a:xfrm>
          <a:prstGeom prst="rect">
            <a:avLst/>
          </a:prstGeom>
          <a:solidFill>
            <a:srgbClr val="FFFFFF"/>
          </a:solidFill>
          <a:ln w="6350">
            <a:solidFill>
              <a:srgbClr val="E2E2E2"/>
            </a:solidFill>
            <a:prstDash val="solid"/>
          </a:ln>
        </p:spPr>
      </p:sp>
      <p:sp>
        <p:nvSpPr>
          <p:cNvPr id="103" name="Shape 95"/>
          <p:cNvSpPr/>
          <p:nvPr/>
        </p:nvSpPr>
        <p:spPr>
          <a:xfrm>
            <a:off x="2855488" y="3050987"/>
            <a:ext cx="640080" cy="119299"/>
          </a:xfrm>
          <a:prstGeom prst="rect">
            <a:avLst/>
          </a:prstGeom>
          <a:solidFill>
            <a:srgbClr val="FFFFFF"/>
          </a:solidFill>
          <a:ln w="6350">
            <a:solidFill>
              <a:srgbClr val="E2E2E2"/>
            </a:solidFill>
            <a:prstDash val="solid"/>
          </a:ln>
        </p:spPr>
      </p:sp>
      <p:sp>
        <p:nvSpPr>
          <p:cNvPr id="104" name="Shape 96"/>
          <p:cNvSpPr/>
          <p:nvPr/>
        </p:nvSpPr>
        <p:spPr>
          <a:xfrm>
            <a:off x="3495568" y="3050987"/>
            <a:ext cx="548640" cy="119299"/>
          </a:xfrm>
          <a:prstGeom prst="rect">
            <a:avLst/>
          </a:prstGeom>
          <a:solidFill>
            <a:srgbClr val="FFFFFF"/>
          </a:solidFill>
          <a:ln w="6350">
            <a:solidFill>
              <a:srgbClr val="E2E2E2"/>
            </a:solidFill>
            <a:prstDash val="solid"/>
          </a:ln>
        </p:spPr>
      </p:sp>
      <p:sp>
        <p:nvSpPr>
          <p:cNvPr id="105" name="Shape 97"/>
          <p:cNvSpPr/>
          <p:nvPr/>
        </p:nvSpPr>
        <p:spPr>
          <a:xfrm>
            <a:off x="4044208" y="3050987"/>
            <a:ext cx="731520" cy="119299"/>
          </a:xfrm>
          <a:prstGeom prst="rect">
            <a:avLst/>
          </a:prstGeom>
          <a:solidFill>
            <a:srgbClr val="FFFFFF"/>
          </a:solidFill>
          <a:ln w="6350">
            <a:solidFill>
              <a:srgbClr val="E2E2E2"/>
            </a:solidFill>
            <a:prstDash val="solid"/>
          </a:ln>
        </p:spPr>
      </p:sp>
      <p:sp>
        <p:nvSpPr>
          <p:cNvPr id="106" name="Shape 98"/>
          <p:cNvSpPr/>
          <p:nvPr/>
        </p:nvSpPr>
        <p:spPr>
          <a:xfrm>
            <a:off x="587776" y="3170287"/>
            <a:ext cx="256032" cy="119299"/>
          </a:xfrm>
          <a:prstGeom prst="rect">
            <a:avLst/>
          </a:prstGeom>
          <a:solidFill>
            <a:srgbClr val="F8F9FA"/>
          </a:solidFill>
          <a:ln w="6350">
            <a:solidFill>
              <a:srgbClr val="DDDDDD"/>
            </a:solidFill>
            <a:prstDash val="solid"/>
          </a:ln>
        </p:spPr>
      </p:sp>
      <p:sp>
        <p:nvSpPr>
          <p:cNvPr id="107" name="Text 99"/>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8" name="Shape 100"/>
          <p:cNvSpPr/>
          <p:nvPr/>
        </p:nvSpPr>
        <p:spPr>
          <a:xfrm>
            <a:off x="843808" y="3170287"/>
            <a:ext cx="548640" cy="119299"/>
          </a:xfrm>
          <a:prstGeom prst="rect">
            <a:avLst/>
          </a:prstGeom>
          <a:solidFill>
            <a:srgbClr val="FFFFFF"/>
          </a:solidFill>
          <a:ln w="6350">
            <a:solidFill>
              <a:srgbClr val="E2E2E2"/>
            </a:solidFill>
            <a:prstDash val="solid"/>
          </a:ln>
        </p:spPr>
      </p:sp>
      <p:sp>
        <p:nvSpPr>
          <p:cNvPr id="109" name="Shape 101"/>
          <p:cNvSpPr/>
          <p:nvPr/>
        </p:nvSpPr>
        <p:spPr>
          <a:xfrm>
            <a:off x="1392448" y="3170287"/>
            <a:ext cx="822960" cy="119299"/>
          </a:xfrm>
          <a:prstGeom prst="rect">
            <a:avLst/>
          </a:prstGeom>
          <a:solidFill>
            <a:srgbClr val="FFFFFF"/>
          </a:solidFill>
          <a:ln w="6350">
            <a:solidFill>
              <a:srgbClr val="E2E2E2"/>
            </a:solidFill>
            <a:prstDash val="solid"/>
          </a:ln>
        </p:spPr>
      </p:sp>
      <p:sp>
        <p:nvSpPr>
          <p:cNvPr id="110" name="Shape 102"/>
          <p:cNvSpPr/>
          <p:nvPr/>
        </p:nvSpPr>
        <p:spPr>
          <a:xfrm>
            <a:off x="2215408" y="3170287"/>
            <a:ext cx="640080" cy="119299"/>
          </a:xfrm>
          <a:prstGeom prst="rect">
            <a:avLst/>
          </a:prstGeom>
          <a:solidFill>
            <a:srgbClr val="FFFFFF"/>
          </a:solidFill>
          <a:ln w="6350">
            <a:solidFill>
              <a:srgbClr val="E2E2E2"/>
            </a:solidFill>
            <a:prstDash val="solid"/>
          </a:ln>
        </p:spPr>
      </p:sp>
      <p:sp>
        <p:nvSpPr>
          <p:cNvPr id="111" name="Shape 103"/>
          <p:cNvSpPr/>
          <p:nvPr/>
        </p:nvSpPr>
        <p:spPr>
          <a:xfrm>
            <a:off x="2855488" y="3170287"/>
            <a:ext cx="640080" cy="119299"/>
          </a:xfrm>
          <a:prstGeom prst="rect">
            <a:avLst/>
          </a:prstGeom>
          <a:solidFill>
            <a:srgbClr val="FFFFFF"/>
          </a:solidFill>
          <a:ln w="6350">
            <a:solidFill>
              <a:srgbClr val="E2E2E2"/>
            </a:solidFill>
            <a:prstDash val="solid"/>
          </a:ln>
        </p:spPr>
      </p:sp>
      <p:sp>
        <p:nvSpPr>
          <p:cNvPr id="112" name="Shape 104"/>
          <p:cNvSpPr/>
          <p:nvPr/>
        </p:nvSpPr>
        <p:spPr>
          <a:xfrm>
            <a:off x="3495568" y="3170287"/>
            <a:ext cx="548640" cy="119299"/>
          </a:xfrm>
          <a:prstGeom prst="rect">
            <a:avLst/>
          </a:prstGeom>
          <a:solidFill>
            <a:srgbClr val="FFFFFF"/>
          </a:solidFill>
          <a:ln w="6350">
            <a:solidFill>
              <a:srgbClr val="E2E2E2"/>
            </a:solidFill>
            <a:prstDash val="solid"/>
          </a:ln>
        </p:spPr>
      </p:sp>
      <p:sp>
        <p:nvSpPr>
          <p:cNvPr id="113" name="Shape 105"/>
          <p:cNvSpPr/>
          <p:nvPr/>
        </p:nvSpPr>
        <p:spPr>
          <a:xfrm>
            <a:off x="4044208" y="3170287"/>
            <a:ext cx="731520" cy="119299"/>
          </a:xfrm>
          <a:prstGeom prst="rect">
            <a:avLst/>
          </a:prstGeom>
          <a:solidFill>
            <a:srgbClr val="FFFFFF"/>
          </a:solidFill>
          <a:ln w="6350">
            <a:solidFill>
              <a:srgbClr val="E2E2E2"/>
            </a:solidFill>
            <a:prstDash val="solid"/>
          </a:ln>
        </p:spPr>
      </p:sp>
      <p:sp>
        <p:nvSpPr>
          <p:cNvPr id="114" name="Shape 106"/>
          <p:cNvSpPr/>
          <p:nvPr/>
        </p:nvSpPr>
        <p:spPr>
          <a:xfrm>
            <a:off x="587776" y="3289586"/>
            <a:ext cx="256032" cy="119299"/>
          </a:xfrm>
          <a:prstGeom prst="rect">
            <a:avLst/>
          </a:prstGeom>
          <a:solidFill>
            <a:srgbClr val="F8F9FA"/>
          </a:solidFill>
          <a:ln w="6350">
            <a:solidFill>
              <a:srgbClr val="DDDDDD"/>
            </a:solidFill>
            <a:prstDash val="solid"/>
          </a:ln>
        </p:spPr>
      </p:sp>
      <p:sp>
        <p:nvSpPr>
          <p:cNvPr id="115" name="Text 107"/>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6" name="Shape 108"/>
          <p:cNvSpPr/>
          <p:nvPr/>
        </p:nvSpPr>
        <p:spPr>
          <a:xfrm>
            <a:off x="843808" y="3289586"/>
            <a:ext cx="548640" cy="119299"/>
          </a:xfrm>
          <a:prstGeom prst="rect">
            <a:avLst/>
          </a:prstGeom>
          <a:solidFill>
            <a:srgbClr val="FFFFFF"/>
          </a:solidFill>
          <a:ln w="6350">
            <a:solidFill>
              <a:srgbClr val="E2E2E2"/>
            </a:solidFill>
            <a:prstDash val="solid"/>
          </a:ln>
        </p:spPr>
      </p:sp>
      <p:sp>
        <p:nvSpPr>
          <p:cNvPr id="117" name="Shape 109"/>
          <p:cNvSpPr/>
          <p:nvPr/>
        </p:nvSpPr>
        <p:spPr>
          <a:xfrm>
            <a:off x="1392448" y="3289586"/>
            <a:ext cx="822960" cy="119299"/>
          </a:xfrm>
          <a:prstGeom prst="rect">
            <a:avLst/>
          </a:prstGeom>
          <a:solidFill>
            <a:srgbClr val="FFFFFF"/>
          </a:solidFill>
          <a:ln w="6350">
            <a:solidFill>
              <a:srgbClr val="E2E2E2"/>
            </a:solidFill>
            <a:prstDash val="solid"/>
          </a:ln>
        </p:spPr>
      </p:sp>
      <p:sp>
        <p:nvSpPr>
          <p:cNvPr id="118" name="Shape 110"/>
          <p:cNvSpPr/>
          <p:nvPr/>
        </p:nvSpPr>
        <p:spPr>
          <a:xfrm>
            <a:off x="2215408" y="3289586"/>
            <a:ext cx="640080" cy="119299"/>
          </a:xfrm>
          <a:prstGeom prst="rect">
            <a:avLst/>
          </a:prstGeom>
          <a:solidFill>
            <a:srgbClr val="FFFFFF"/>
          </a:solidFill>
          <a:ln w="6350">
            <a:solidFill>
              <a:srgbClr val="E2E2E2"/>
            </a:solidFill>
            <a:prstDash val="solid"/>
          </a:ln>
        </p:spPr>
      </p:sp>
      <p:sp>
        <p:nvSpPr>
          <p:cNvPr id="119" name="Shape 111"/>
          <p:cNvSpPr/>
          <p:nvPr/>
        </p:nvSpPr>
        <p:spPr>
          <a:xfrm>
            <a:off x="2855488" y="3289586"/>
            <a:ext cx="640080" cy="119299"/>
          </a:xfrm>
          <a:prstGeom prst="rect">
            <a:avLst/>
          </a:prstGeom>
          <a:solidFill>
            <a:srgbClr val="FFFFFF"/>
          </a:solidFill>
          <a:ln w="6350">
            <a:solidFill>
              <a:srgbClr val="E2E2E2"/>
            </a:solidFill>
            <a:prstDash val="solid"/>
          </a:ln>
        </p:spPr>
      </p:sp>
      <p:sp>
        <p:nvSpPr>
          <p:cNvPr id="120" name="Shape 112"/>
          <p:cNvSpPr/>
          <p:nvPr/>
        </p:nvSpPr>
        <p:spPr>
          <a:xfrm>
            <a:off x="3495568" y="3289586"/>
            <a:ext cx="548640" cy="119299"/>
          </a:xfrm>
          <a:prstGeom prst="rect">
            <a:avLst/>
          </a:prstGeom>
          <a:solidFill>
            <a:srgbClr val="FFFFFF"/>
          </a:solidFill>
          <a:ln w="6350">
            <a:solidFill>
              <a:srgbClr val="E2E2E2"/>
            </a:solidFill>
            <a:prstDash val="solid"/>
          </a:ln>
        </p:spPr>
      </p:sp>
      <p:sp>
        <p:nvSpPr>
          <p:cNvPr id="121" name="Shape 113"/>
          <p:cNvSpPr/>
          <p:nvPr/>
        </p:nvSpPr>
        <p:spPr>
          <a:xfrm>
            <a:off x="4044208" y="3289586"/>
            <a:ext cx="731520" cy="119299"/>
          </a:xfrm>
          <a:prstGeom prst="rect">
            <a:avLst/>
          </a:prstGeom>
          <a:solidFill>
            <a:srgbClr val="FFFFFF"/>
          </a:solidFill>
          <a:ln w="6350">
            <a:solidFill>
              <a:srgbClr val="E2E2E2"/>
            </a:solidFill>
            <a:prstDash val="solid"/>
          </a:ln>
        </p:spPr>
      </p:sp>
      <p:sp>
        <p:nvSpPr>
          <p:cNvPr id="122" name="Shape 114"/>
          <p:cNvSpPr/>
          <p:nvPr/>
        </p:nvSpPr>
        <p:spPr>
          <a:xfrm>
            <a:off x="587776" y="3408885"/>
            <a:ext cx="256032" cy="119299"/>
          </a:xfrm>
          <a:prstGeom prst="rect">
            <a:avLst/>
          </a:prstGeom>
          <a:solidFill>
            <a:srgbClr val="F8F9FA"/>
          </a:solidFill>
          <a:ln w="6350">
            <a:solidFill>
              <a:srgbClr val="DDDDDD"/>
            </a:solidFill>
            <a:prstDash val="solid"/>
          </a:ln>
        </p:spPr>
      </p:sp>
      <p:sp>
        <p:nvSpPr>
          <p:cNvPr id="123" name="Text 11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4" name="Shape 116"/>
          <p:cNvSpPr/>
          <p:nvPr/>
        </p:nvSpPr>
        <p:spPr>
          <a:xfrm>
            <a:off x="843808" y="3408885"/>
            <a:ext cx="548640" cy="119299"/>
          </a:xfrm>
          <a:prstGeom prst="rect">
            <a:avLst/>
          </a:prstGeom>
          <a:solidFill>
            <a:srgbClr val="FFFFFF"/>
          </a:solidFill>
          <a:ln w="6350">
            <a:solidFill>
              <a:srgbClr val="E2E2E2"/>
            </a:solidFill>
            <a:prstDash val="solid"/>
          </a:ln>
        </p:spPr>
      </p:sp>
      <p:sp>
        <p:nvSpPr>
          <p:cNvPr id="125" name="Shape 117"/>
          <p:cNvSpPr/>
          <p:nvPr/>
        </p:nvSpPr>
        <p:spPr>
          <a:xfrm>
            <a:off x="1392448" y="3408885"/>
            <a:ext cx="822960" cy="119299"/>
          </a:xfrm>
          <a:prstGeom prst="rect">
            <a:avLst/>
          </a:prstGeom>
          <a:solidFill>
            <a:srgbClr val="FFFFFF"/>
          </a:solidFill>
          <a:ln w="6350">
            <a:solidFill>
              <a:srgbClr val="E2E2E2"/>
            </a:solidFill>
            <a:prstDash val="solid"/>
          </a:ln>
        </p:spPr>
      </p:sp>
      <p:sp>
        <p:nvSpPr>
          <p:cNvPr id="126" name="Shape 118"/>
          <p:cNvSpPr/>
          <p:nvPr/>
        </p:nvSpPr>
        <p:spPr>
          <a:xfrm>
            <a:off x="221540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2855488" y="3408885"/>
            <a:ext cx="640080" cy="119299"/>
          </a:xfrm>
          <a:prstGeom prst="rect">
            <a:avLst/>
          </a:prstGeom>
          <a:solidFill>
            <a:srgbClr val="FFFFFF"/>
          </a:solidFill>
          <a:ln w="6350">
            <a:solidFill>
              <a:srgbClr val="E2E2E2"/>
            </a:solidFill>
            <a:prstDash val="solid"/>
          </a:ln>
        </p:spPr>
      </p:sp>
      <p:sp>
        <p:nvSpPr>
          <p:cNvPr id="128" name="Shape 120"/>
          <p:cNvSpPr/>
          <p:nvPr/>
        </p:nvSpPr>
        <p:spPr>
          <a:xfrm>
            <a:off x="3495568" y="3408885"/>
            <a:ext cx="548640" cy="119299"/>
          </a:xfrm>
          <a:prstGeom prst="rect">
            <a:avLst/>
          </a:prstGeom>
          <a:solidFill>
            <a:srgbClr val="FFFFFF"/>
          </a:solidFill>
          <a:ln w="6350">
            <a:solidFill>
              <a:srgbClr val="E2E2E2"/>
            </a:solidFill>
            <a:prstDash val="solid"/>
          </a:ln>
        </p:spPr>
      </p:sp>
      <p:sp>
        <p:nvSpPr>
          <p:cNvPr id="129" name="Shape 121"/>
          <p:cNvSpPr/>
          <p:nvPr/>
        </p:nvSpPr>
        <p:spPr>
          <a:xfrm>
            <a:off x="4044208" y="3408885"/>
            <a:ext cx="731520" cy="119299"/>
          </a:xfrm>
          <a:prstGeom prst="rect">
            <a:avLst/>
          </a:prstGeom>
          <a:solidFill>
            <a:srgbClr val="FFFFFF"/>
          </a:solidFill>
          <a:ln w="6350">
            <a:solidFill>
              <a:srgbClr val="E2E2E2"/>
            </a:solidFill>
            <a:prstDash val="solid"/>
          </a:ln>
        </p:spPr>
      </p:sp>
      <p:sp>
        <p:nvSpPr>
          <p:cNvPr id="130" name="Shape 122"/>
          <p:cNvSpPr/>
          <p:nvPr/>
        </p:nvSpPr>
        <p:spPr>
          <a:xfrm>
            <a:off x="587776" y="3528185"/>
            <a:ext cx="256032" cy="119299"/>
          </a:xfrm>
          <a:prstGeom prst="rect">
            <a:avLst/>
          </a:prstGeom>
          <a:solidFill>
            <a:srgbClr val="F8F9FA"/>
          </a:solidFill>
          <a:ln w="6350">
            <a:solidFill>
              <a:srgbClr val="DDDDDD"/>
            </a:solidFill>
            <a:prstDash val="solid"/>
          </a:ln>
        </p:spPr>
      </p:sp>
      <p:sp>
        <p:nvSpPr>
          <p:cNvPr id="131" name="Text 123"/>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2" name="Shape 124"/>
          <p:cNvSpPr/>
          <p:nvPr/>
        </p:nvSpPr>
        <p:spPr>
          <a:xfrm>
            <a:off x="843808" y="3528185"/>
            <a:ext cx="548640" cy="119299"/>
          </a:xfrm>
          <a:prstGeom prst="rect">
            <a:avLst/>
          </a:prstGeom>
          <a:solidFill>
            <a:srgbClr val="FFFFFF"/>
          </a:solidFill>
          <a:ln w="6350">
            <a:solidFill>
              <a:srgbClr val="E2E2E2"/>
            </a:solidFill>
            <a:prstDash val="solid"/>
          </a:ln>
        </p:spPr>
      </p:sp>
      <p:sp>
        <p:nvSpPr>
          <p:cNvPr id="133" name="Shape 125"/>
          <p:cNvSpPr/>
          <p:nvPr/>
        </p:nvSpPr>
        <p:spPr>
          <a:xfrm>
            <a:off x="1392448" y="3528185"/>
            <a:ext cx="822960" cy="119299"/>
          </a:xfrm>
          <a:prstGeom prst="rect">
            <a:avLst/>
          </a:prstGeom>
          <a:solidFill>
            <a:srgbClr val="FFFFFF"/>
          </a:solidFill>
          <a:ln w="6350">
            <a:solidFill>
              <a:srgbClr val="E2E2E2"/>
            </a:solidFill>
            <a:prstDash val="solid"/>
          </a:ln>
        </p:spPr>
      </p:sp>
      <p:sp>
        <p:nvSpPr>
          <p:cNvPr id="134" name="Shape 126"/>
          <p:cNvSpPr/>
          <p:nvPr/>
        </p:nvSpPr>
        <p:spPr>
          <a:xfrm>
            <a:off x="2215408" y="3528185"/>
            <a:ext cx="640080" cy="119299"/>
          </a:xfrm>
          <a:prstGeom prst="rect">
            <a:avLst/>
          </a:prstGeom>
          <a:solidFill>
            <a:srgbClr val="FFFFFF"/>
          </a:solidFill>
          <a:ln w="6350">
            <a:solidFill>
              <a:srgbClr val="E2E2E2"/>
            </a:solidFill>
            <a:prstDash val="solid"/>
          </a:ln>
        </p:spPr>
      </p:sp>
      <p:sp>
        <p:nvSpPr>
          <p:cNvPr id="135" name="Shape 127"/>
          <p:cNvSpPr/>
          <p:nvPr/>
        </p:nvSpPr>
        <p:spPr>
          <a:xfrm>
            <a:off x="2855488" y="3528185"/>
            <a:ext cx="640080" cy="119299"/>
          </a:xfrm>
          <a:prstGeom prst="rect">
            <a:avLst/>
          </a:prstGeom>
          <a:solidFill>
            <a:srgbClr val="FFFFFF"/>
          </a:solidFill>
          <a:ln w="6350">
            <a:solidFill>
              <a:srgbClr val="E2E2E2"/>
            </a:solidFill>
            <a:prstDash val="solid"/>
          </a:ln>
        </p:spPr>
      </p:sp>
      <p:sp>
        <p:nvSpPr>
          <p:cNvPr id="136" name="Shape 128"/>
          <p:cNvSpPr/>
          <p:nvPr/>
        </p:nvSpPr>
        <p:spPr>
          <a:xfrm>
            <a:off x="3495568" y="3528185"/>
            <a:ext cx="548640" cy="119299"/>
          </a:xfrm>
          <a:prstGeom prst="rect">
            <a:avLst/>
          </a:prstGeom>
          <a:solidFill>
            <a:srgbClr val="FFFFFF"/>
          </a:solidFill>
          <a:ln w="6350">
            <a:solidFill>
              <a:srgbClr val="E2E2E2"/>
            </a:solidFill>
            <a:prstDash val="solid"/>
          </a:ln>
        </p:spPr>
      </p:sp>
      <p:sp>
        <p:nvSpPr>
          <p:cNvPr id="137" name="Shape 129"/>
          <p:cNvSpPr/>
          <p:nvPr/>
        </p:nvSpPr>
        <p:spPr>
          <a:xfrm>
            <a:off x="4044208" y="3528185"/>
            <a:ext cx="731520" cy="119299"/>
          </a:xfrm>
          <a:prstGeom prst="rect">
            <a:avLst/>
          </a:prstGeom>
          <a:solidFill>
            <a:srgbClr val="FFFFFF"/>
          </a:solidFill>
          <a:ln w="6350">
            <a:solidFill>
              <a:srgbClr val="E2E2E2"/>
            </a:solidFill>
            <a:prstDash val="solid"/>
          </a:ln>
        </p:spPr>
      </p:sp>
      <p:sp>
        <p:nvSpPr>
          <p:cNvPr id="138" name="Shape 130"/>
          <p:cNvSpPr/>
          <p:nvPr/>
        </p:nvSpPr>
        <p:spPr>
          <a:xfrm>
            <a:off x="587776" y="3647484"/>
            <a:ext cx="256032" cy="119299"/>
          </a:xfrm>
          <a:prstGeom prst="rect">
            <a:avLst/>
          </a:prstGeom>
          <a:solidFill>
            <a:srgbClr val="F8F9FA"/>
          </a:solidFill>
          <a:ln w="6350">
            <a:solidFill>
              <a:srgbClr val="DDDDDD"/>
            </a:solidFill>
            <a:prstDash val="solid"/>
          </a:ln>
        </p:spPr>
      </p:sp>
      <p:sp>
        <p:nvSpPr>
          <p:cNvPr id="139" name="Text 131"/>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0" name="Shape 132"/>
          <p:cNvSpPr/>
          <p:nvPr/>
        </p:nvSpPr>
        <p:spPr>
          <a:xfrm>
            <a:off x="843808" y="3647484"/>
            <a:ext cx="548640" cy="119299"/>
          </a:xfrm>
          <a:prstGeom prst="rect">
            <a:avLst/>
          </a:prstGeom>
          <a:solidFill>
            <a:srgbClr val="FFFFFF"/>
          </a:solidFill>
          <a:ln w="6350">
            <a:solidFill>
              <a:srgbClr val="E2E2E2"/>
            </a:solidFill>
            <a:prstDash val="solid"/>
          </a:ln>
        </p:spPr>
      </p:sp>
      <p:sp>
        <p:nvSpPr>
          <p:cNvPr id="141" name="Shape 133"/>
          <p:cNvSpPr/>
          <p:nvPr/>
        </p:nvSpPr>
        <p:spPr>
          <a:xfrm>
            <a:off x="1392448" y="3647484"/>
            <a:ext cx="822960" cy="119299"/>
          </a:xfrm>
          <a:prstGeom prst="rect">
            <a:avLst/>
          </a:prstGeom>
          <a:solidFill>
            <a:srgbClr val="FFFFFF"/>
          </a:solidFill>
          <a:ln w="6350">
            <a:solidFill>
              <a:srgbClr val="E2E2E2"/>
            </a:solidFill>
            <a:prstDash val="solid"/>
          </a:ln>
        </p:spPr>
      </p:sp>
      <p:sp>
        <p:nvSpPr>
          <p:cNvPr id="142" name="Shape 134"/>
          <p:cNvSpPr/>
          <p:nvPr/>
        </p:nvSpPr>
        <p:spPr>
          <a:xfrm>
            <a:off x="2215408" y="3647484"/>
            <a:ext cx="640080" cy="119299"/>
          </a:xfrm>
          <a:prstGeom prst="rect">
            <a:avLst/>
          </a:prstGeom>
          <a:solidFill>
            <a:srgbClr val="FFFFFF"/>
          </a:solidFill>
          <a:ln w="6350">
            <a:solidFill>
              <a:srgbClr val="E2E2E2"/>
            </a:solidFill>
            <a:prstDash val="solid"/>
          </a:ln>
        </p:spPr>
      </p:sp>
      <p:sp>
        <p:nvSpPr>
          <p:cNvPr id="143" name="Shape 135"/>
          <p:cNvSpPr/>
          <p:nvPr/>
        </p:nvSpPr>
        <p:spPr>
          <a:xfrm>
            <a:off x="2855488" y="3647484"/>
            <a:ext cx="640080" cy="119299"/>
          </a:xfrm>
          <a:prstGeom prst="rect">
            <a:avLst/>
          </a:prstGeom>
          <a:solidFill>
            <a:srgbClr val="FFFFFF"/>
          </a:solidFill>
          <a:ln w="6350">
            <a:solidFill>
              <a:srgbClr val="E2E2E2"/>
            </a:solidFill>
            <a:prstDash val="solid"/>
          </a:ln>
        </p:spPr>
      </p:sp>
      <p:sp>
        <p:nvSpPr>
          <p:cNvPr id="144" name="Shape 136"/>
          <p:cNvSpPr/>
          <p:nvPr/>
        </p:nvSpPr>
        <p:spPr>
          <a:xfrm>
            <a:off x="3495568" y="3647484"/>
            <a:ext cx="548640" cy="119299"/>
          </a:xfrm>
          <a:prstGeom prst="rect">
            <a:avLst/>
          </a:prstGeom>
          <a:solidFill>
            <a:srgbClr val="FFFFFF"/>
          </a:solidFill>
          <a:ln w="6350">
            <a:solidFill>
              <a:srgbClr val="E2E2E2"/>
            </a:solidFill>
            <a:prstDash val="solid"/>
          </a:ln>
        </p:spPr>
      </p:sp>
      <p:sp>
        <p:nvSpPr>
          <p:cNvPr id="145" name="Shape 137"/>
          <p:cNvSpPr/>
          <p:nvPr/>
        </p:nvSpPr>
        <p:spPr>
          <a:xfrm>
            <a:off x="4044208" y="3647484"/>
            <a:ext cx="731520" cy="119299"/>
          </a:xfrm>
          <a:prstGeom prst="rect">
            <a:avLst/>
          </a:prstGeom>
          <a:solidFill>
            <a:srgbClr val="FFFFFF"/>
          </a:solidFill>
          <a:ln w="6350">
            <a:solidFill>
              <a:srgbClr val="E2E2E2"/>
            </a:solidFill>
            <a:prstDash val="solid"/>
          </a:ln>
        </p:spPr>
      </p:sp>
      <p:sp>
        <p:nvSpPr>
          <p:cNvPr id="146" name="Shape 138"/>
          <p:cNvSpPr/>
          <p:nvPr/>
        </p:nvSpPr>
        <p:spPr>
          <a:xfrm>
            <a:off x="587776" y="3794216"/>
            <a:ext cx="4950927" cy="201168"/>
          </a:xfrm>
          <a:prstGeom prst="rect">
            <a:avLst/>
          </a:prstGeom>
          <a:solidFill>
            <a:srgbClr val="F8F9FA"/>
          </a:solidFill>
          <a:ln w="12700">
            <a:solidFill>
              <a:srgbClr val="F8F9FA"/>
            </a:solidFill>
            <a:prstDash val="solid"/>
          </a:ln>
        </p:spPr>
      </p:sp>
      <p:sp>
        <p:nvSpPr>
          <p:cNvPr id="147" name="Text 13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8" name="Shape 140"/>
          <p:cNvSpPr/>
          <p:nvPr/>
        </p:nvSpPr>
        <p:spPr>
          <a:xfrm>
            <a:off x="1136416" y="3794216"/>
            <a:ext cx="731520" cy="201168"/>
          </a:xfrm>
          <a:prstGeom prst="rect">
            <a:avLst/>
          </a:prstGeom>
          <a:solidFill>
            <a:srgbClr val="E1EFFE"/>
          </a:solidFill>
          <a:ln w="12700">
            <a:solidFill>
              <a:srgbClr val="E1EFFE"/>
            </a:solidFill>
            <a:prstDash val="solid"/>
          </a:ln>
        </p:spPr>
      </p:sp>
      <p:sp>
        <p:nvSpPr>
          <p:cNvPr id="149" name="Text 14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50" name="Shape 142"/>
          <p:cNvSpPr/>
          <p:nvPr/>
        </p:nvSpPr>
        <p:spPr>
          <a:xfrm>
            <a:off x="953536" y="1677677"/>
            <a:ext cx="2048256" cy="219456"/>
          </a:xfrm>
          <a:prstGeom prst="roundRect">
            <a:avLst>
              <a:gd name="adj" fmla="val 20833"/>
            </a:avLst>
          </a:prstGeom>
          <a:solidFill>
            <a:srgbClr val="FFFFFF">
              <a:alpha val="0"/>
            </a:srgbClr>
          </a:solidFill>
          <a:ln w="31750">
            <a:solidFill>
              <a:srgbClr val="E53935"/>
            </a:solidFill>
            <a:prstDash val="solid"/>
          </a:ln>
        </p:spPr>
      </p:sp>
      <p:sp>
        <p:nvSpPr>
          <p:cNvPr id="151" name="Shape 143"/>
          <p:cNvSpPr/>
          <p:nvPr/>
        </p:nvSpPr>
        <p:spPr>
          <a:xfrm>
            <a:off x="2864632" y="1540517"/>
            <a:ext cx="274320" cy="274320"/>
          </a:xfrm>
          <a:prstGeom prst="ellipse">
            <a:avLst/>
          </a:prstGeom>
          <a:solidFill>
            <a:srgbClr val="E53935"/>
          </a:solidFill>
          <a:ln w="12700">
            <a:solidFill>
              <a:srgbClr val="FFFFFF"/>
            </a:solidFill>
            <a:prstDash val="solid"/>
          </a:ln>
        </p:spPr>
      </p:sp>
      <p:sp>
        <p:nvSpPr>
          <p:cNvPr id="152" name="Text 144"/>
          <p:cNvSpPr txBox="1"/>
          <p:nvPr/>
        </p:nvSpPr>
        <p:spPr>
          <a:xfrm>
            <a:off x="2864632"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3" name="Image 6" descr="preencoded.png">    </p:cNvPr>
          <p:cNvPicPr>
            <a:picLocks noChangeAspect="1"/>
          </p:cNvPicPr>
          <p:nvPr/>
        </p:nvPicPr>
        <p:blipFill>
          <a:blip r:embed="rId7"/>
          <a:stretch>
            <a:fillRect/>
          </a:stretch>
        </p:blipFill>
        <p:spPr>
          <a:xfrm>
            <a:off x="2078248" y="1796549"/>
            <a:ext cx="237744" cy="237744"/>
          </a:xfrm>
          <a:prstGeom prst="rect">
            <a:avLst/>
          </a:prstGeom>
        </p:spPr>
      </p:pic>
      <p:sp>
        <p:nvSpPr>
          <p:cNvPr id="154" name="Shape 145"/>
          <p:cNvSpPr/>
          <p:nvPr/>
        </p:nvSpPr>
        <p:spPr>
          <a:xfrm>
            <a:off x="615208" y="2336045"/>
            <a:ext cx="448056" cy="237744"/>
          </a:xfrm>
          <a:prstGeom prst="roundRect">
            <a:avLst>
              <a:gd name="adj" fmla="val 19231"/>
            </a:avLst>
          </a:prstGeom>
          <a:solidFill>
            <a:srgbClr val="FFFFFF">
              <a:alpha val="0"/>
            </a:srgbClr>
          </a:solidFill>
          <a:ln w="31750">
            <a:solidFill>
              <a:srgbClr val="E53935"/>
            </a:solidFill>
            <a:prstDash val="solid"/>
          </a:ln>
        </p:spPr>
      </p:sp>
      <p:sp>
        <p:nvSpPr>
          <p:cNvPr id="155" name="Shape 146"/>
          <p:cNvSpPr/>
          <p:nvPr/>
        </p:nvSpPr>
        <p:spPr>
          <a:xfrm>
            <a:off x="926104" y="2198885"/>
            <a:ext cx="274320" cy="274320"/>
          </a:xfrm>
          <a:prstGeom prst="ellipse">
            <a:avLst/>
          </a:prstGeom>
          <a:solidFill>
            <a:srgbClr val="E53935"/>
          </a:solidFill>
          <a:ln w="12700">
            <a:solidFill>
              <a:srgbClr val="FFFFFF"/>
            </a:solidFill>
            <a:prstDash val="solid"/>
          </a:ln>
        </p:spPr>
      </p:sp>
      <p:sp>
        <p:nvSpPr>
          <p:cNvPr id="156" name="Text 147"/>
          <p:cNvSpPr txBox="1"/>
          <p:nvPr/>
        </p:nvSpPr>
        <p:spPr>
          <a:xfrm>
            <a:off x="926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7" name="Image 7" descr="preencoded.png">    </p:cNvPr>
          <p:cNvPicPr>
            <a:picLocks noChangeAspect="1"/>
          </p:cNvPicPr>
          <p:nvPr/>
        </p:nvPicPr>
        <p:blipFill>
          <a:blip r:embed="rId8"/>
          <a:stretch>
            <a:fillRect/>
          </a:stretch>
        </p:blipFill>
        <p:spPr>
          <a:xfrm>
            <a:off x="859810" y="2464976"/>
            <a:ext cx="237744" cy="237744"/>
          </a:xfrm>
          <a:prstGeom prst="rect">
            <a:avLst/>
          </a:prstGeom>
        </p:spPr>
      </p:pic>
      <p:sp>
        <p:nvSpPr>
          <p:cNvPr id="158" name="Text 1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59" name="Text 1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file</a:t>
            </a:r>
            <a:endParaRPr lang="en-US" sz="1800" dirty="0"/>
          </a:p>
        </p:txBody>
      </p:sp>
      <p:sp>
        <p:nvSpPr>
          <p:cNvPr id="160" name="Text 1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Untitled spreadsheet di kiri atas, ketik Rekap_Nilai_Kelas_8A, tekan Enter.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FFFFFF"/>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FFFFFF"/>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FFFFFF"/>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FFFFFF"/>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FFFFFF"/>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FFFFFF"/>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Shape 82"/>
          <p:cNvSpPr/>
          <p:nvPr/>
        </p:nvSpPr>
        <p:spPr>
          <a:xfrm>
            <a:off x="1163848" y="2812388"/>
            <a:ext cx="868680" cy="119299"/>
          </a:xfrm>
          <a:prstGeom prst="rect">
            <a:avLst/>
          </a:prstGeom>
          <a:solidFill>
            <a:srgbClr val="FFFFFF"/>
          </a:solidFill>
          <a:ln w="6350">
            <a:solidFill>
              <a:srgbClr val="E2E2E2"/>
            </a:solidFill>
            <a:prstDash val="solid"/>
          </a:ln>
        </p:spPr>
      </p:sp>
      <p:sp>
        <p:nvSpPr>
          <p:cNvPr id="91" name="Shape 83"/>
          <p:cNvSpPr/>
          <p:nvPr/>
        </p:nvSpPr>
        <p:spPr>
          <a:xfrm>
            <a:off x="2032528" y="2812388"/>
            <a:ext cx="640080" cy="119299"/>
          </a:xfrm>
          <a:prstGeom prst="rect">
            <a:avLst/>
          </a:prstGeom>
          <a:solidFill>
            <a:srgbClr val="FFFFFF"/>
          </a:solidFill>
          <a:ln w="6350">
            <a:solidFill>
              <a:srgbClr val="E2E2E2"/>
            </a:solidFill>
            <a:prstDash val="solid"/>
          </a:ln>
        </p:spPr>
      </p:sp>
      <p:sp>
        <p:nvSpPr>
          <p:cNvPr id="92" name="Shape 84"/>
          <p:cNvSpPr/>
          <p:nvPr/>
        </p:nvSpPr>
        <p:spPr>
          <a:xfrm>
            <a:off x="2672608" y="2812388"/>
            <a:ext cx="640080" cy="119299"/>
          </a:xfrm>
          <a:prstGeom prst="rect">
            <a:avLst/>
          </a:prstGeom>
          <a:solidFill>
            <a:srgbClr val="FFFFFF"/>
          </a:solidFill>
          <a:ln w="6350">
            <a:solidFill>
              <a:srgbClr val="E2E2E2"/>
            </a:solidFill>
            <a:prstDash val="solid"/>
          </a:ln>
        </p:spPr>
      </p:sp>
      <p:sp>
        <p:nvSpPr>
          <p:cNvPr id="93" name="Shape 85"/>
          <p:cNvSpPr/>
          <p:nvPr/>
        </p:nvSpPr>
        <p:spPr>
          <a:xfrm>
            <a:off x="3312688" y="2812388"/>
            <a:ext cx="548640" cy="119299"/>
          </a:xfrm>
          <a:prstGeom prst="rect">
            <a:avLst/>
          </a:prstGeom>
          <a:solidFill>
            <a:srgbClr val="FFFFFF"/>
          </a:solidFill>
          <a:ln w="6350">
            <a:solidFill>
              <a:srgbClr val="E2E2E2"/>
            </a:solidFill>
            <a:prstDash val="solid"/>
          </a:ln>
        </p:spPr>
      </p:sp>
      <p:sp>
        <p:nvSpPr>
          <p:cNvPr id="94" name="Shape 86"/>
          <p:cNvSpPr/>
          <p:nvPr/>
        </p:nvSpPr>
        <p:spPr>
          <a:xfrm>
            <a:off x="3861328" y="2812388"/>
            <a:ext cx="731520" cy="119299"/>
          </a:xfrm>
          <a:prstGeom prst="rect">
            <a:avLst/>
          </a:prstGeom>
          <a:solidFill>
            <a:srgbClr val="FFFFFF"/>
          </a:solidFill>
          <a:ln w="6350">
            <a:solidFill>
              <a:srgbClr val="E2E2E2"/>
            </a:solidFill>
            <a:prstDash val="solid"/>
          </a:ln>
        </p:spPr>
      </p:sp>
      <p:sp>
        <p:nvSpPr>
          <p:cNvPr id="95" name="Shape 87"/>
          <p:cNvSpPr/>
          <p:nvPr/>
        </p:nvSpPr>
        <p:spPr>
          <a:xfrm>
            <a:off x="587776" y="2931688"/>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7" name="Shape 89"/>
          <p:cNvSpPr/>
          <p:nvPr/>
        </p:nvSpPr>
        <p:spPr>
          <a:xfrm>
            <a:off x="843808" y="2931688"/>
            <a:ext cx="320040" cy="119299"/>
          </a:xfrm>
          <a:prstGeom prst="rect">
            <a:avLst/>
          </a:prstGeom>
          <a:solidFill>
            <a:srgbClr val="FFFFFF"/>
          </a:solidFill>
          <a:ln w="6350">
            <a:solidFill>
              <a:srgbClr val="E2E2E2"/>
            </a:solidFill>
            <a:prstDash val="solid"/>
          </a:ln>
        </p:spPr>
      </p:sp>
      <p:sp>
        <p:nvSpPr>
          <p:cNvPr id="98" name="Shape 90"/>
          <p:cNvSpPr/>
          <p:nvPr/>
        </p:nvSpPr>
        <p:spPr>
          <a:xfrm>
            <a:off x="1163848" y="2931688"/>
            <a:ext cx="868680" cy="119299"/>
          </a:xfrm>
          <a:prstGeom prst="rect">
            <a:avLst/>
          </a:prstGeom>
          <a:solidFill>
            <a:srgbClr val="FFFFFF"/>
          </a:solidFill>
          <a:ln w="6350">
            <a:solidFill>
              <a:srgbClr val="E2E2E2"/>
            </a:solidFill>
            <a:prstDash val="solid"/>
          </a:ln>
        </p:spPr>
      </p:sp>
      <p:sp>
        <p:nvSpPr>
          <p:cNvPr id="99" name="Shape 91"/>
          <p:cNvSpPr/>
          <p:nvPr/>
        </p:nvSpPr>
        <p:spPr>
          <a:xfrm>
            <a:off x="2032528" y="2931688"/>
            <a:ext cx="640080" cy="119299"/>
          </a:xfrm>
          <a:prstGeom prst="rect">
            <a:avLst/>
          </a:prstGeom>
          <a:solidFill>
            <a:srgbClr val="FFFFFF"/>
          </a:solidFill>
          <a:ln w="6350">
            <a:solidFill>
              <a:srgbClr val="E2E2E2"/>
            </a:solidFill>
            <a:prstDash val="solid"/>
          </a:ln>
        </p:spPr>
      </p:sp>
      <p:sp>
        <p:nvSpPr>
          <p:cNvPr id="100" name="Shape 92"/>
          <p:cNvSpPr/>
          <p:nvPr/>
        </p:nvSpPr>
        <p:spPr>
          <a:xfrm>
            <a:off x="2672608" y="2931688"/>
            <a:ext cx="640080" cy="119299"/>
          </a:xfrm>
          <a:prstGeom prst="rect">
            <a:avLst/>
          </a:prstGeom>
          <a:solidFill>
            <a:srgbClr val="FFFFFF"/>
          </a:solidFill>
          <a:ln w="6350">
            <a:solidFill>
              <a:srgbClr val="E2E2E2"/>
            </a:solidFill>
            <a:prstDash val="solid"/>
          </a:ln>
        </p:spPr>
      </p:sp>
      <p:sp>
        <p:nvSpPr>
          <p:cNvPr id="101" name="Shape 93"/>
          <p:cNvSpPr/>
          <p:nvPr/>
        </p:nvSpPr>
        <p:spPr>
          <a:xfrm>
            <a:off x="3312688" y="2931688"/>
            <a:ext cx="548640" cy="119299"/>
          </a:xfrm>
          <a:prstGeom prst="rect">
            <a:avLst/>
          </a:prstGeom>
          <a:solidFill>
            <a:srgbClr val="FFFFFF"/>
          </a:solidFill>
          <a:ln w="6350">
            <a:solidFill>
              <a:srgbClr val="E2E2E2"/>
            </a:solidFill>
            <a:prstDash val="solid"/>
          </a:ln>
        </p:spPr>
      </p:sp>
      <p:sp>
        <p:nvSpPr>
          <p:cNvPr id="102" name="Shape 94"/>
          <p:cNvSpPr/>
          <p:nvPr/>
        </p:nvSpPr>
        <p:spPr>
          <a:xfrm>
            <a:off x="3861328" y="2931688"/>
            <a:ext cx="731520" cy="119299"/>
          </a:xfrm>
          <a:prstGeom prst="rect">
            <a:avLst/>
          </a:prstGeom>
          <a:solidFill>
            <a:srgbClr val="FFFFFF"/>
          </a:solidFill>
          <a:ln w="6350">
            <a:solidFill>
              <a:srgbClr val="E2E2E2"/>
            </a:solidFill>
            <a:prstDash val="solid"/>
          </a:ln>
        </p:spPr>
      </p:sp>
      <p:sp>
        <p:nvSpPr>
          <p:cNvPr id="103" name="Shape 95"/>
          <p:cNvSpPr/>
          <p:nvPr/>
        </p:nvSpPr>
        <p:spPr>
          <a:xfrm>
            <a:off x="587776" y="3050987"/>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5" name="Shape 97"/>
          <p:cNvSpPr/>
          <p:nvPr/>
        </p:nvSpPr>
        <p:spPr>
          <a:xfrm>
            <a:off x="843808" y="3050987"/>
            <a:ext cx="320040" cy="119299"/>
          </a:xfrm>
          <a:prstGeom prst="rect">
            <a:avLst/>
          </a:prstGeom>
          <a:solidFill>
            <a:srgbClr val="FFFFFF"/>
          </a:solidFill>
          <a:ln w="6350">
            <a:solidFill>
              <a:srgbClr val="E2E2E2"/>
            </a:solidFill>
            <a:prstDash val="solid"/>
          </a:ln>
        </p:spPr>
      </p:sp>
      <p:sp>
        <p:nvSpPr>
          <p:cNvPr id="106" name="Shape 98"/>
          <p:cNvSpPr/>
          <p:nvPr/>
        </p:nvSpPr>
        <p:spPr>
          <a:xfrm>
            <a:off x="1163848" y="3050987"/>
            <a:ext cx="868680" cy="119299"/>
          </a:xfrm>
          <a:prstGeom prst="rect">
            <a:avLst/>
          </a:prstGeom>
          <a:solidFill>
            <a:srgbClr val="FFFFFF"/>
          </a:solidFill>
          <a:ln w="6350">
            <a:solidFill>
              <a:srgbClr val="E2E2E2"/>
            </a:solidFill>
            <a:prstDash val="solid"/>
          </a:ln>
        </p:spPr>
      </p:sp>
      <p:sp>
        <p:nvSpPr>
          <p:cNvPr id="107" name="Shape 99"/>
          <p:cNvSpPr/>
          <p:nvPr/>
        </p:nvSpPr>
        <p:spPr>
          <a:xfrm>
            <a:off x="2032528" y="3050987"/>
            <a:ext cx="640080" cy="119299"/>
          </a:xfrm>
          <a:prstGeom prst="rect">
            <a:avLst/>
          </a:prstGeom>
          <a:solidFill>
            <a:srgbClr val="FFFFFF"/>
          </a:solidFill>
          <a:ln w="6350">
            <a:solidFill>
              <a:srgbClr val="E2E2E2"/>
            </a:solidFill>
            <a:prstDash val="solid"/>
          </a:ln>
        </p:spPr>
      </p:sp>
      <p:sp>
        <p:nvSpPr>
          <p:cNvPr id="108" name="Shape 100"/>
          <p:cNvSpPr/>
          <p:nvPr/>
        </p:nvSpPr>
        <p:spPr>
          <a:xfrm>
            <a:off x="2672608" y="3050987"/>
            <a:ext cx="640080" cy="119299"/>
          </a:xfrm>
          <a:prstGeom prst="rect">
            <a:avLst/>
          </a:prstGeom>
          <a:solidFill>
            <a:srgbClr val="FFFFFF"/>
          </a:solidFill>
          <a:ln w="6350">
            <a:solidFill>
              <a:srgbClr val="E2E2E2"/>
            </a:solidFill>
            <a:prstDash val="solid"/>
          </a:ln>
        </p:spPr>
      </p:sp>
      <p:sp>
        <p:nvSpPr>
          <p:cNvPr id="109" name="Shape 101"/>
          <p:cNvSpPr/>
          <p:nvPr/>
        </p:nvSpPr>
        <p:spPr>
          <a:xfrm>
            <a:off x="3312688" y="3050987"/>
            <a:ext cx="548640" cy="119299"/>
          </a:xfrm>
          <a:prstGeom prst="rect">
            <a:avLst/>
          </a:prstGeom>
          <a:solidFill>
            <a:srgbClr val="FFFFFF"/>
          </a:solidFill>
          <a:ln w="6350">
            <a:solidFill>
              <a:srgbClr val="E2E2E2"/>
            </a:solidFill>
            <a:prstDash val="solid"/>
          </a:ln>
        </p:spPr>
      </p:sp>
      <p:sp>
        <p:nvSpPr>
          <p:cNvPr id="110" name="Shape 102"/>
          <p:cNvSpPr/>
          <p:nvPr/>
        </p:nvSpPr>
        <p:spPr>
          <a:xfrm>
            <a:off x="3861328" y="3050987"/>
            <a:ext cx="731520" cy="119299"/>
          </a:xfrm>
          <a:prstGeom prst="rect">
            <a:avLst/>
          </a:prstGeom>
          <a:solidFill>
            <a:srgbClr val="FFFFFF"/>
          </a:solidFill>
          <a:ln w="6350">
            <a:solidFill>
              <a:srgbClr val="E2E2E2"/>
            </a:solidFill>
            <a:prstDash val="solid"/>
          </a:ln>
        </p:spPr>
      </p:sp>
      <p:sp>
        <p:nvSpPr>
          <p:cNvPr id="111" name="Shape 103"/>
          <p:cNvSpPr/>
          <p:nvPr/>
        </p:nvSpPr>
        <p:spPr>
          <a:xfrm>
            <a:off x="587776" y="3170287"/>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3" name="Shape 105"/>
          <p:cNvSpPr/>
          <p:nvPr/>
        </p:nvSpPr>
        <p:spPr>
          <a:xfrm>
            <a:off x="843808" y="3170287"/>
            <a:ext cx="320040" cy="119299"/>
          </a:xfrm>
          <a:prstGeom prst="rect">
            <a:avLst/>
          </a:prstGeom>
          <a:solidFill>
            <a:srgbClr val="FFFFFF"/>
          </a:solidFill>
          <a:ln w="6350">
            <a:solidFill>
              <a:srgbClr val="E2E2E2"/>
            </a:solidFill>
            <a:prstDash val="solid"/>
          </a:ln>
        </p:spPr>
      </p:sp>
      <p:sp>
        <p:nvSpPr>
          <p:cNvPr id="114" name="Shape 106"/>
          <p:cNvSpPr/>
          <p:nvPr/>
        </p:nvSpPr>
        <p:spPr>
          <a:xfrm>
            <a:off x="1163848" y="3170287"/>
            <a:ext cx="868680" cy="119299"/>
          </a:xfrm>
          <a:prstGeom prst="rect">
            <a:avLst/>
          </a:prstGeom>
          <a:solidFill>
            <a:srgbClr val="FFFFFF"/>
          </a:solidFill>
          <a:ln w="6350">
            <a:solidFill>
              <a:srgbClr val="E2E2E2"/>
            </a:solidFill>
            <a:prstDash val="solid"/>
          </a:ln>
        </p:spPr>
      </p:sp>
      <p:sp>
        <p:nvSpPr>
          <p:cNvPr id="115" name="Shape 107"/>
          <p:cNvSpPr/>
          <p:nvPr/>
        </p:nvSpPr>
        <p:spPr>
          <a:xfrm>
            <a:off x="2032528" y="3170287"/>
            <a:ext cx="640080" cy="119299"/>
          </a:xfrm>
          <a:prstGeom prst="rect">
            <a:avLst/>
          </a:prstGeom>
          <a:solidFill>
            <a:srgbClr val="FFFFFF"/>
          </a:solidFill>
          <a:ln w="6350">
            <a:solidFill>
              <a:srgbClr val="E2E2E2"/>
            </a:solidFill>
            <a:prstDash val="solid"/>
          </a:ln>
        </p:spPr>
      </p:sp>
      <p:sp>
        <p:nvSpPr>
          <p:cNvPr id="116" name="Shape 108"/>
          <p:cNvSpPr/>
          <p:nvPr/>
        </p:nvSpPr>
        <p:spPr>
          <a:xfrm>
            <a:off x="2672608" y="3170287"/>
            <a:ext cx="640080" cy="119299"/>
          </a:xfrm>
          <a:prstGeom prst="rect">
            <a:avLst/>
          </a:prstGeom>
          <a:solidFill>
            <a:srgbClr val="FFFFFF"/>
          </a:solidFill>
          <a:ln w="6350">
            <a:solidFill>
              <a:srgbClr val="E2E2E2"/>
            </a:solidFill>
            <a:prstDash val="solid"/>
          </a:ln>
        </p:spPr>
      </p:sp>
      <p:sp>
        <p:nvSpPr>
          <p:cNvPr id="117" name="Shape 109"/>
          <p:cNvSpPr/>
          <p:nvPr/>
        </p:nvSpPr>
        <p:spPr>
          <a:xfrm>
            <a:off x="3312688" y="3170287"/>
            <a:ext cx="548640" cy="119299"/>
          </a:xfrm>
          <a:prstGeom prst="rect">
            <a:avLst/>
          </a:prstGeom>
          <a:solidFill>
            <a:srgbClr val="FFFFFF"/>
          </a:solidFill>
          <a:ln w="6350">
            <a:solidFill>
              <a:srgbClr val="E2E2E2"/>
            </a:solidFill>
            <a:prstDash val="solid"/>
          </a:ln>
        </p:spPr>
      </p:sp>
      <p:sp>
        <p:nvSpPr>
          <p:cNvPr id="118" name="Shape 110"/>
          <p:cNvSpPr/>
          <p:nvPr/>
        </p:nvSpPr>
        <p:spPr>
          <a:xfrm>
            <a:off x="3861328" y="3170287"/>
            <a:ext cx="731520" cy="119299"/>
          </a:xfrm>
          <a:prstGeom prst="rect">
            <a:avLst/>
          </a:prstGeom>
          <a:solidFill>
            <a:srgbClr val="FFFFFF"/>
          </a:solidFill>
          <a:ln w="6350">
            <a:solidFill>
              <a:srgbClr val="E2E2E2"/>
            </a:solidFill>
            <a:prstDash val="solid"/>
          </a:ln>
        </p:spPr>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320040" cy="119299"/>
          </a:xfrm>
          <a:prstGeom prst="rect">
            <a:avLst/>
          </a:prstGeom>
          <a:solidFill>
            <a:srgbClr val="FFFFFF"/>
          </a:solidFill>
          <a:ln w="6350">
            <a:solidFill>
              <a:srgbClr val="E2E2E2"/>
            </a:solidFill>
            <a:prstDash val="solid"/>
          </a:ln>
        </p:spPr>
      </p:sp>
      <p:sp>
        <p:nvSpPr>
          <p:cNvPr id="122" name="Shape 114"/>
          <p:cNvSpPr/>
          <p:nvPr/>
        </p:nvSpPr>
        <p:spPr>
          <a:xfrm>
            <a:off x="1163848" y="3289586"/>
            <a:ext cx="868680" cy="119299"/>
          </a:xfrm>
          <a:prstGeom prst="rect">
            <a:avLst/>
          </a:prstGeom>
          <a:solidFill>
            <a:srgbClr val="FFFFFF"/>
          </a:solidFill>
          <a:ln w="6350">
            <a:solidFill>
              <a:srgbClr val="E2E2E2"/>
            </a:solidFill>
            <a:prstDash val="solid"/>
          </a:ln>
        </p:spPr>
      </p:sp>
      <p:sp>
        <p:nvSpPr>
          <p:cNvPr id="123" name="Shape 115"/>
          <p:cNvSpPr/>
          <p:nvPr/>
        </p:nvSpPr>
        <p:spPr>
          <a:xfrm>
            <a:off x="2032528" y="3289586"/>
            <a:ext cx="640080" cy="119299"/>
          </a:xfrm>
          <a:prstGeom prst="rect">
            <a:avLst/>
          </a:prstGeom>
          <a:solidFill>
            <a:srgbClr val="FFFFFF"/>
          </a:solidFill>
          <a:ln w="6350">
            <a:solidFill>
              <a:srgbClr val="E2E2E2"/>
            </a:solidFill>
            <a:prstDash val="solid"/>
          </a:ln>
        </p:spPr>
      </p:sp>
      <p:sp>
        <p:nvSpPr>
          <p:cNvPr id="124" name="Shape 116"/>
          <p:cNvSpPr/>
          <p:nvPr/>
        </p:nvSpPr>
        <p:spPr>
          <a:xfrm>
            <a:off x="2672608" y="3289586"/>
            <a:ext cx="640080" cy="119299"/>
          </a:xfrm>
          <a:prstGeom prst="rect">
            <a:avLst/>
          </a:prstGeom>
          <a:solidFill>
            <a:srgbClr val="FFFFFF"/>
          </a:solidFill>
          <a:ln w="6350">
            <a:solidFill>
              <a:srgbClr val="E2E2E2"/>
            </a:solidFill>
            <a:prstDash val="solid"/>
          </a:ln>
        </p:spPr>
      </p:sp>
      <p:sp>
        <p:nvSpPr>
          <p:cNvPr id="125" name="Shape 117"/>
          <p:cNvSpPr/>
          <p:nvPr/>
        </p:nvSpPr>
        <p:spPr>
          <a:xfrm>
            <a:off x="3312688" y="3289586"/>
            <a:ext cx="548640" cy="119299"/>
          </a:xfrm>
          <a:prstGeom prst="rect">
            <a:avLst/>
          </a:prstGeom>
          <a:solidFill>
            <a:srgbClr val="FFFFFF"/>
          </a:solidFill>
          <a:ln w="6350">
            <a:solidFill>
              <a:srgbClr val="E2E2E2"/>
            </a:solidFill>
            <a:prstDash val="solid"/>
          </a:ln>
        </p:spPr>
      </p:sp>
      <p:sp>
        <p:nvSpPr>
          <p:cNvPr id="126" name="Shape 118"/>
          <p:cNvSpPr/>
          <p:nvPr/>
        </p:nvSpPr>
        <p:spPr>
          <a:xfrm>
            <a:off x="3861328" y="3289586"/>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408885"/>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9" name="Shape 121"/>
          <p:cNvSpPr/>
          <p:nvPr/>
        </p:nvSpPr>
        <p:spPr>
          <a:xfrm>
            <a:off x="843808" y="3408885"/>
            <a:ext cx="320040" cy="119299"/>
          </a:xfrm>
          <a:prstGeom prst="rect">
            <a:avLst/>
          </a:prstGeom>
          <a:solidFill>
            <a:srgbClr val="FFFFFF"/>
          </a:solidFill>
          <a:ln w="6350">
            <a:solidFill>
              <a:srgbClr val="E2E2E2"/>
            </a:solidFill>
            <a:prstDash val="solid"/>
          </a:ln>
        </p:spPr>
      </p:sp>
      <p:sp>
        <p:nvSpPr>
          <p:cNvPr id="130" name="Shape 122"/>
          <p:cNvSpPr/>
          <p:nvPr/>
        </p:nvSpPr>
        <p:spPr>
          <a:xfrm>
            <a:off x="1163848" y="3408885"/>
            <a:ext cx="868680" cy="119299"/>
          </a:xfrm>
          <a:prstGeom prst="rect">
            <a:avLst/>
          </a:prstGeom>
          <a:solidFill>
            <a:srgbClr val="FFFFFF"/>
          </a:solidFill>
          <a:ln w="6350">
            <a:solidFill>
              <a:srgbClr val="E2E2E2"/>
            </a:solidFill>
            <a:prstDash val="solid"/>
          </a:ln>
        </p:spPr>
      </p:sp>
      <p:sp>
        <p:nvSpPr>
          <p:cNvPr id="131" name="Shape 123"/>
          <p:cNvSpPr/>
          <p:nvPr/>
        </p:nvSpPr>
        <p:spPr>
          <a:xfrm>
            <a:off x="2032528" y="3408885"/>
            <a:ext cx="640080" cy="119299"/>
          </a:xfrm>
          <a:prstGeom prst="rect">
            <a:avLst/>
          </a:prstGeom>
          <a:solidFill>
            <a:srgbClr val="FFFFFF"/>
          </a:solidFill>
          <a:ln w="6350">
            <a:solidFill>
              <a:srgbClr val="E2E2E2"/>
            </a:solidFill>
            <a:prstDash val="solid"/>
          </a:ln>
        </p:spPr>
      </p:sp>
      <p:sp>
        <p:nvSpPr>
          <p:cNvPr id="132" name="Shape 124"/>
          <p:cNvSpPr/>
          <p:nvPr/>
        </p:nvSpPr>
        <p:spPr>
          <a:xfrm>
            <a:off x="2672608" y="3408885"/>
            <a:ext cx="640080" cy="119299"/>
          </a:xfrm>
          <a:prstGeom prst="rect">
            <a:avLst/>
          </a:prstGeom>
          <a:solidFill>
            <a:srgbClr val="FFFFFF"/>
          </a:solidFill>
          <a:ln w="6350">
            <a:solidFill>
              <a:srgbClr val="E2E2E2"/>
            </a:solidFill>
            <a:prstDash val="solid"/>
          </a:ln>
        </p:spPr>
      </p:sp>
      <p:sp>
        <p:nvSpPr>
          <p:cNvPr id="133" name="Shape 125"/>
          <p:cNvSpPr/>
          <p:nvPr/>
        </p:nvSpPr>
        <p:spPr>
          <a:xfrm>
            <a:off x="3312688" y="3408885"/>
            <a:ext cx="548640" cy="119299"/>
          </a:xfrm>
          <a:prstGeom prst="rect">
            <a:avLst/>
          </a:prstGeom>
          <a:solidFill>
            <a:srgbClr val="FFFFFF"/>
          </a:solidFill>
          <a:ln w="6350">
            <a:solidFill>
              <a:srgbClr val="E2E2E2"/>
            </a:solidFill>
            <a:prstDash val="solid"/>
          </a:ln>
        </p:spPr>
      </p:sp>
      <p:sp>
        <p:nvSpPr>
          <p:cNvPr id="134" name="Shape 126"/>
          <p:cNvSpPr/>
          <p:nvPr/>
        </p:nvSpPr>
        <p:spPr>
          <a:xfrm>
            <a:off x="3861328" y="3408885"/>
            <a:ext cx="731520" cy="119299"/>
          </a:xfrm>
          <a:prstGeom prst="rect">
            <a:avLst/>
          </a:prstGeom>
          <a:solidFill>
            <a:srgbClr val="FFFFFF"/>
          </a:solidFill>
          <a:ln w="6350">
            <a:solidFill>
              <a:srgbClr val="E2E2E2"/>
            </a:solidFill>
            <a:prstDash val="solid"/>
          </a:ln>
        </p:spPr>
      </p:sp>
      <p:sp>
        <p:nvSpPr>
          <p:cNvPr id="135" name="Shape 127"/>
          <p:cNvSpPr/>
          <p:nvPr/>
        </p:nvSpPr>
        <p:spPr>
          <a:xfrm>
            <a:off x="587776" y="3528185"/>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7" name="Shape 129"/>
          <p:cNvSpPr/>
          <p:nvPr/>
        </p:nvSpPr>
        <p:spPr>
          <a:xfrm>
            <a:off x="843808" y="3528185"/>
            <a:ext cx="320040" cy="119299"/>
          </a:xfrm>
          <a:prstGeom prst="rect">
            <a:avLst/>
          </a:prstGeom>
          <a:solidFill>
            <a:srgbClr val="FFFFFF"/>
          </a:solidFill>
          <a:ln w="6350">
            <a:solidFill>
              <a:srgbClr val="E2E2E2"/>
            </a:solidFill>
            <a:prstDash val="solid"/>
          </a:ln>
        </p:spPr>
      </p:sp>
      <p:sp>
        <p:nvSpPr>
          <p:cNvPr id="138" name="Shape 130"/>
          <p:cNvSpPr/>
          <p:nvPr/>
        </p:nvSpPr>
        <p:spPr>
          <a:xfrm>
            <a:off x="1163848" y="3528185"/>
            <a:ext cx="868680" cy="119299"/>
          </a:xfrm>
          <a:prstGeom prst="rect">
            <a:avLst/>
          </a:prstGeom>
          <a:solidFill>
            <a:srgbClr val="FFFFFF"/>
          </a:solidFill>
          <a:ln w="6350">
            <a:solidFill>
              <a:srgbClr val="E2E2E2"/>
            </a:solidFill>
            <a:prstDash val="solid"/>
          </a:ln>
        </p:spPr>
      </p:sp>
      <p:sp>
        <p:nvSpPr>
          <p:cNvPr id="139" name="Shape 131"/>
          <p:cNvSpPr/>
          <p:nvPr/>
        </p:nvSpPr>
        <p:spPr>
          <a:xfrm>
            <a:off x="2032528" y="3528185"/>
            <a:ext cx="640080" cy="119299"/>
          </a:xfrm>
          <a:prstGeom prst="rect">
            <a:avLst/>
          </a:prstGeom>
          <a:solidFill>
            <a:srgbClr val="FFFFFF"/>
          </a:solidFill>
          <a:ln w="6350">
            <a:solidFill>
              <a:srgbClr val="E2E2E2"/>
            </a:solidFill>
            <a:prstDash val="solid"/>
          </a:ln>
        </p:spPr>
      </p:sp>
      <p:sp>
        <p:nvSpPr>
          <p:cNvPr id="140" name="Shape 132"/>
          <p:cNvSpPr/>
          <p:nvPr/>
        </p:nvSpPr>
        <p:spPr>
          <a:xfrm>
            <a:off x="2672608" y="3528185"/>
            <a:ext cx="640080" cy="119299"/>
          </a:xfrm>
          <a:prstGeom prst="rect">
            <a:avLst/>
          </a:prstGeom>
          <a:solidFill>
            <a:srgbClr val="FFFFFF"/>
          </a:solidFill>
          <a:ln w="6350">
            <a:solidFill>
              <a:srgbClr val="E2E2E2"/>
            </a:solidFill>
            <a:prstDash val="solid"/>
          </a:ln>
        </p:spPr>
      </p:sp>
      <p:sp>
        <p:nvSpPr>
          <p:cNvPr id="141" name="Shape 133"/>
          <p:cNvSpPr/>
          <p:nvPr/>
        </p:nvSpPr>
        <p:spPr>
          <a:xfrm>
            <a:off x="3312688" y="3528185"/>
            <a:ext cx="548640" cy="119299"/>
          </a:xfrm>
          <a:prstGeom prst="rect">
            <a:avLst/>
          </a:prstGeom>
          <a:solidFill>
            <a:srgbClr val="FFFFFF"/>
          </a:solidFill>
          <a:ln w="6350">
            <a:solidFill>
              <a:srgbClr val="E2E2E2"/>
            </a:solidFill>
            <a:prstDash val="solid"/>
          </a:ln>
        </p:spPr>
      </p:sp>
      <p:sp>
        <p:nvSpPr>
          <p:cNvPr id="142" name="Shape 134"/>
          <p:cNvSpPr/>
          <p:nvPr/>
        </p:nvSpPr>
        <p:spPr>
          <a:xfrm>
            <a:off x="3861328" y="3528185"/>
            <a:ext cx="731520" cy="119299"/>
          </a:xfrm>
          <a:prstGeom prst="rect">
            <a:avLst/>
          </a:prstGeom>
          <a:solidFill>
            <a:srgbClr val="FFFFFF"/>
          </a:solidFill>
          <a:ln w="6350">
            <a:solidFill>
              <a:srgbClr val="E2E2E2"/>
            </a:solidFill>
            <a:prstDash val="solid"/>
          </a:ln>
        </p:spPr>
      </p:sp>
      <p:sp>
        <p:nvSpPr>
          <p:cNvPr id="143" name="Shape 135"/>
          <p:cNvSpPr/>
          <p:nvPr/>
        </p:nvSpPr>
        <p:spPr>
          <a:xfrm>
            <a:off x="587776" y="3647484"/>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5" name="Shape 137"/>
          <p:cNvSpPr/>
          <p:nvPr/>
        </p:nvSpPr>
        <p:spPr>
          <a:xfrm>
            <a:off x="843808" y="3647484"/>
            <a:ext cx="320040" cy="119299"/>
          </a:xfrm>
          <a:prstGeom prst="rect">
            <a:avLst/>
          </a:prstGeom>
          <a:solidFill>
            <a:srgbClr val="FFFFFF"/>
          </a:solidFill>
          <a:ln w="6350">
            <a:solidFill>
              <a:srgbClr val="E2E2E2"/>
            </a:solidFill>
            <a:prstDash val="solid"/>
          </a:ln>
        </p:spPr>
      </p:sp>
      <p:sp>
        <p:nvSpPr>
          <p:cNvPr id="146" name="Shape 138"/>
          <p:cNvSpPr/>
          <p:nvPr/>
        </p:nvSpPr>
        <p:spPr>
          <a:xfrm>
            <a:off x="1163848" y="3647484"/>
            <a:ext cx="868680" cy="119299"/>
          </a:xfrm>
          <a:prstGeom prst="rect">
            <a:avLst/>
          </a:prstGeom>
          <a:solidFill>
            <a:srgbClr val="FFFFFF"/>
          </a:solidFill>
          <a:ln w="6350">
            <a:solidFill>
              <a:srgbClr val="E2E2E2"/>
            </a:solidFill>
            <a:prstDash val="solid"/>
          </a:ln>
        </p:spPr>
      </p:sp>
      <p:sp>
        <p:nvSpPr>
          <p:cNvPr id="147" name="Shape 139"/>
          <p:cNvSpPr/>
          <p:nvPr/>
        </p:nvSpPr>
        <p:spPr>
          <a:xfrm>
            <a:off x="2032528" y="3647484"/>
            <a:ext cx="640080" cy="119299"/>
          </a:xfrm>
          <a:prstGeom prst="rect">
            <a:avLst/>
          </a:prstGeom>
          <a:solidFill>
            <a:srgbClr val="FFFFFF"/>
          </a:solidFill>
          <a:ln w="6350">
            <a:solidFill>
              <a:srgbClr val="E2E2E2"/>
            </a:solidFill>
            <a:prstDash val="solid"/>
          </a:ln>
        </p:spPr>
      </p:sp>
      <p:sp>
        <p:nvSpPr>
          <p:cNvPr id="148" name="Shape 140"/>
          <p:cNvSpPr/>
          <p:nvPr/>
        </p:nvSpPr>
        <p:spPr>
          <a:xfrm>
            <a:off x="2672608" y="3647484"/>
            <a:ext cx="640080" cy="119299"/>
          </a:xfrm>
          <a:prstGeom prst="rect">
            <a:avLst/>
          </a:prstGeom>
          <a:solidFill>
            <a:srgbClr val="FFFFFF"/>
          </a:solidFill>
          <a:ln w="6350">
            <a:solidFill>
              <a:srgbClr val="E2E2E2"/>
            </a:solidFill>
            <a:prstDash val="solid"/>
          </a:ln>
        </p:spPr>
      </p:sp>
      <p:sp>
        <p:nvSpPr>
          <p:cNvPr id="149" name="Shape 141"/>
          <p:cNvSpPr/>
          <p:nvPr/>
        </p:nvSpPr>
        <p:spPr>
          <a:xfrm>
            <a:off x="3312688" y="3647484"/>
            <a:ext cx="548640" cy="119299"/>
          </a:xfrm>
          <a:prstGeom prst="rect">
            <a:avLst/>
          </a:prstGeom>
          <a:solidFill>
            <a:srgbClr val="FFFFFF"/>
          </a:solidFill>
          <a:ln w="6350">
            <a:solidFill>
              <a:srgbClr val="E2E2E2"/>
            </a:solidFill>
            <a:prstDash val="solid"/>
          </a:ln>
        </p:spPr>
      </p:sp>
      <p:sp>
        <p:nvSpPr>
          <p:cNvPr id="150" name="Shape 142"/>
          <p:cNvSpPr/>
          <p:nvPr/>
        </p:nvSpPr>
        <p:spPr>
          <a:xfrm>
            <a:off x="3861328" y="3647484"/>
            <a:ext cx="731520" cy="119299"/>
          </a:xfrm>
          <a:prstGeom prst="rect">
            <a:avLst/>
          </a:prstGeom>
          <a:solidFill>
            <a:srgbClr val="FFFFFF"/>
          </a:solidFill>
          <a:ln w="6350">
            <a:solidFill>
              <a:srgbClr val="E2E2E2"/>
            </a:solidFill>
            <a:prstDash val="solid"/>
          </a:ln>
        </p:spPr>
      </p:sp>
      <p:sp>
        <p:nvSpPr>
          <p:cNvPr id="151" name="Shape 143"/>
          <p:cNvSpPr/>
          <p:nvPr/>
        </p:nvSpPr>
        <p:spPr>
          <a:xfrm>
            <a:off x="843808" y="2693089"/>
            <a:ext cx="3749040" cy="119299"/>
          </a:xfrm>
          <a:prstGeom prst="rect">
            <a:avLst/>
          </a:prstGeom>
          <a:solidFill>
            <a:srgbClr val="1A73E8">
              <a:alpha val="12000"/>
            </a:srgbClr>
          </a:solidFill>
          <a:ln w="19050">
            <a:solidFill>
              <a:srgbClr val="1A73E8"/>
            </a:solidFill>
            <a:prstDash val="solid"/>
          </a:ln>
        </p:spPr>
      </p:sp>
      <p:sp>
        <p:nvSpPr>
          <p:cNvPr id="152" name="Shape 144"/>
          <p:cNvSpPr/>
          <p:nvPr/>
        </p:nvSpPr>
        <p:spPr>
          <a:xfrm>
            <a:off x="587776" y="3794216"/>
            <a:ext cx="4950927" cy="201168"/>
          </a:xfrm>
          <a:prstGeom prst="rect">
            <a:avLst/>
          </a:prstGeom>
          <a:solidFill>
            <a:srgbClr val="F8F9FA"/>
          </a:solidFill>
          <a:ln w="12700">
            <a:solidFill>
              <a:srgbClr val="F8F9FA"/>
            </a:solidFill>
            <a:prstDash val="solid"/>
          </a:ln>
        </p:spPr>
      </p:sp>
      <p:sp>
        <p:nvSpPr>
          <p:cNvPr id="153" name="Text 14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4" name="Shape 146"/>
          <p:cNvSpPr/>
          <p:nvPr/>
        </p:nvSpPr>
        <p:spPr>
          <a:xfrm>
            <a:off x="1136416" y="3794216"/>
            <a:ext cx="731520" cy="201168"/>
          </a:xfrm>
          <a:prstGeom prst="rect">
            <a:avLst/>
          </a:prstGeom>
          <a:solidFill>
            <a:srgbClr val="E1EFFE"/>
          </a:solidFill>
          <a:ln w="12700">
            <a:solidFill>
              <a:srgbClr val="E1EFFE"/>
            </a:solidFill>
            <a:prstDash val="solid"/>
          </a:ln>
        </p:spPr>
      </p:sp>
      <p:sp>
        <p:nvSpPr>
          <p:cNvPr id="155" name="Text 14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56" name="Shape 148"/>
          <p:cNvSpPr/>
          <p:nvPr/>
        </p:nvSpPr>
        <p:spPr>
          <a:xfrm>
            <a:off x="825520" y="2674801"/>
            <a:ext cx="3785616" cy="155875"/>
          </a:xfrm>
          <a:prstGeom prst="roundRect">
            <a:avLst>
              <a:gd name="adj" fmla="val 29331"/>
            </a:avLst>
          </a:prstGeom>
          <a:solidFill>
            <a:srgbClr val="FFFFFF">
              <a:alpha val="0"/>
            </a:srgbClr>
          </a:solidFill>
          <a:ln w="31750">
            <a:solidFill>
              <a:srgbClr val="E53935"/>
            </a:solidFill>
            <a:prstDash val="solid"/>
          </a:ln>
        </p:spPr>
      </p:sp>
      <p:sp>
        <p:nvSpPr>
          <p:cNvPr id="157" name="Shape 149"/>
          <p:cNvSpPr/>
          <p:nvPr/>
        </p:nvSpPr>
        <p:spPr>
          <a:xfrm>
            <a:off x="4473976" y="2537641"/>
            <a:ext cx="274320" cy="274320"/>
          </a:xfrm>
          <a:prstGeom prst="ellipse">
            <a:avLst/>
          </a:prstGeom>
          <a:solidFill>
            <a:srgbClr val="E53935"/>
          </a:solidFill>
          <a:ln w="12700">
            <a:solidFill>
              <a:srgbClr val="FFFFFF"/>
            </a:solidFill>
            <a:prstDash val="solid"/>
          </a:ln>
        </p:spPr>
      </p:sp>
      <p:sp>
        <p:nvSpPr>
          <p:cNvPr id="158" name="Text 150"/>
          <p:cNvSpPr txBox="1"/>
          <p:nvPr/>
        </p:nvSpPr>
        <p:spPr>
          <a:xfrm>
            <a:off x="447397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59" name="Image 6" descr="preencoded.png">    </p:cNvPr>
          <p:cNvPicPr>
            <a:picLocks noChangeAspect="1"/>
          </p:cNvPicPr>
          <p:nvPr/>
        </p:nvPicPr>
        <p:blipFill>
          <a:blip r:embed="rId7"/>
          <a:stretch>
            <a:fillRect/>
          </a:stretch>
        </p:blipFill>
        <p:spPr>
          <a:xfrm>
            <a:off x="2905780" y="2758703"/>
            <a:ext cx="237744" cy="237744"/>
          </a:xfrm>
          <a:prstGeom prst="rect">
            <a:avLst/>
          </a:prstGeom>
        </p:spPr>
      </p:pic>
      <p:sp>
        <p:nvSpPr>
          <p:cNvPr id="160" name="Text 1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61" name="Text 1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baris judul di baris 1</a:t>
            </a:r>
            <a:endParaRPr lang="en-US" sz="1800" dirty="0"/>
          </a:p>
        </p:txBody>
      </p:sp>
      <p:sp>
        <p:nvSpPr>
          <p:cNvPr id="162" name="Text 1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sel A1, ketik No. Tekan Tab untuk pindah ke kanan: Nama, Tahfidz, B. Arab, TIK, Rata-rata.</a:t>
            </a:r>
            <a:endParaRPr lang="en-US" sz="1300" dirty="0"/>
          </a:p>
        </p:txBody>
      </p:sp>
      <p:sp>
        <p:nvSpPr>
          <p:cNvPr id="163" name="Shape 15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64"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165" name="Text 15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Tab = pindah ke kanan. Enter = pindah ke bawah.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E9</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82</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FFFFFF"/>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FFFFFF"/>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FFFFFF"/>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FFFFFF"/>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FFFFFF"/>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FFFFFF"/>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Shape 92"/>
          <p:cNvSpPr/>
          <p:nvPr/>
        </p:nvSpPr>
        <p:spPr>
          <a:xfrm>
            <a:off x="587776" y="2931688"/>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2" name="Shape 94"/>
          <p:cNvSpPr/>
          <p:nvPr/>
        </p:nvSpPr>
        <p:spPr>
          <a:xfrm>
            <a:off x="843808" y="2931688"/>
            <a:ext cx="320040" cy="119299"/>
          </a:xfrm>
          <a:prstGeom prst="rect">
            <a:avLst/>
          </a:prstGeom>
          <a:solidFill>
            <a:srgbClr val="FFFFFF"/>
          </a:solidFill>
          <a:ln w="6350">
            <a:solidFill>
              <a:srgbClr val="E2E2E2"/>
            </a:solidFill>
            <a:prstDash val="solid"/>
          </a:ln>
        </p:spPr>
      </p:sp>
      <p:sp>
        <p:nvSpPr>
          <p:cNvPr id="103" name="Text 95"/>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4" name="Shape 96"/>
          <p:cNvSpPr/>
          <p:nvPr/>
        </p:nvSpPr>
        <p:spPr>
          <a:xfrm>
            <a:off x="1163848" y="2931688"/>
            <a:ext cx="868680" cy="119299"/>
          </a:xfrm>
          <a:prstGeom prst="rect">
            <a:avLst/>
          </a:prstGeom>
          <a:solidFill>
            <a:srgbClr val="FFFFFF"/>
          </a:solidFill>
          <a:ln w="6350">
            <a:solidFill>
              <a:srgbClr val="E2E2E2"/>
            </a:solidFill>
            <a:prstDash val="solid"/>
          </a:ln>
        </p:spPr>
      </p:sp>
      <p:sp>
        <p:nvSpPr>
          <p:cNvPr id="105" name="Text 97"/>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6" name="Shape 98"/>
          <p:cNvSpPr/>
          <p:nvPr/>
        </p:nvSpPr>
        <p:spPr>
          <a:xfrm>
            <a:off x="2032528" y="2931688"/>
            <a:ext cx="640080" cy="119299"/>
          </a:xfrm>
          <a:prstGeom prst="rect">
            <a:avLst/>
          </a:prstGeom>
          <a:solidFill>
            <a:srgbClr val="FFFFFF"/>
          </a:solidFill>
          <a:ln w="6350">
            <a:solidFill>
              <a:srgbClr val="E2E2E2"/>
            </a:solidFill>
            <a:prstDash val="solid"/>
          </a:ln>
        </p:spPr>
      </p:sp>
      <p:sp>
        <p:nvSpPr>
          <p:cNvPr id="107" name="Text 99"/>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8" name="Shape 100"/>
          <p:cNvSpPr/>
          <p:nvPr/>
        </p:nvSpPr>
        <p:spPr>
          <a:xfrm>
            <a:off x="2672608" y="2931688"/>
            <a:ext cx="640080" cy="119299"/>
          </a:xfrm>
          <a:prstGeom prst="rect">
            <a:avLst/>
          </a:prstGeom>
          <a:solidFill>
            <a:srgbClr val="FFFFFF"/>
          </a:solidFill>
          <a:ln w="6350">
            <a:solidFill>
              <a:srgbClr val="E2E2E2"/>
            </a:solidFill>
            <a:prstDash val="solid"/>
          </a:ln>
        </p:spPr>
      </p:sp>
      <p:sp>
        <p:nvSpPr>
          <p:cNvPr id="109" name="Text 101"/>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0" name="Shape 102"/>
          <p:cNvSpPr/>
          <p:nvPr/>
        </p:nvSpPr>
        <p:spPr>
          <a:xfrm>
            <a:off x="3312688" y="2931688"/>
            <a:ext cx="548640" cy="119299"/>
          </a:xfrm>
          <a:prstGeom prst="rect">
            <a:avLst/>
          </a:prstGeom>
          <a:solidFill>
            <a:srgbClr val="FFFFFF"/>
          </a:solidFill>
          <a:ln w="6350">
            <a:solidFill>
              <a:srgbClr val="E2E2E2"/>
            </a:solidFill>
            <a:prstDash val="solid"/>
          </a:ln>
        </p:spPr>
      </p:sp>
      <p:sp>
        <p:nvSpPr>
          <p:cNvPr id="111" name="Text 103"/>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2" name="Shape 104"/>
          <p:cNvSpPr/>
          <p:nvPr/>
        </p:nvSpPr>
        <p:spPr>
          <a:xfrm>
            <a:off x="3861328" y="2931688"/>
            <a:ext cx="731520" cy="119299"/>
          </a:xfrm>
          <a:prstGeom prst="rect">
            <a:avLst/>
          </a:prstGeom>
          <a:solidFill>
            <a:srgbClr val="FFFFFF"/>
          </a:solidFill>
          <a:ln w="6350">
            <a:solidFill>
              <a:srgbClr val="E2E2E2"/>
            </a:solidFill>
            <a:prstDash val="solid"/>
          </a:ln>
        </p:spPr>
      </p:sp>
      <p:sp>
        <p:nvSpPr>
          <p:cNvPr id="113" name="Shape 105"/>
          <p:cNvSpPr/>
          <p:nvPr/>
        </p:nvSpPr>
        <p:spPr>
          <a:xfrm>
            <a:off x="587776" y="30509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5" name="Shape 107"/>
          <p:cNvSpPr/>
          <p:nvPr/>
        </p:nvSpPr>
        <p:spPr>
          <a:xfrm>
            <a:off x="843808" y="3050987"/>
            <a:ext cx="320040" cy="119299"/>
          </a:xfrm>
          <a:prstGeom prst="rect">
            <a:avLst/>
          </a:prstGeom>
          <a:solidFill>
            <a:srgbClr val="FFFFFF"/>
          </a:solidFill>
          <a:ln w="6350">
            <a:solidFill>
              <a:srgbClr val="E2E2E2"/>
            </a:solidFill>
            <a:prstDash val="solid"/>
          </a:ln>
        </p:spPr>
      </p:sp>
      <p:sp>
        <p:nvSpPr>
          <p:cNvPr id="116" name="Text 108"/>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7" name="Shape 109"/>
          <p:cNvSpPr/>
          <p:nvPr/>
        </p:nvSpPr>
        <p:spPr>
          <a:xfrm>
            <a:off x="1163848" y="3050987"/>
            <a:ext cx="868680" cy="119299"/>
          </a:xfrm>
          <a:prstGeom prst="rect">
            <a:avLst/>
          </a:prstGeom>
          <a:solidFill>
            <a:srgbClr val="FFFFFF"/>
          </a:solidFill>
          <a:ln w="6350">
            <a:solidFill>
              <a:srgbClr val="E2E2E2"/>
            </a:solidFill>
            <a:prstDash val="solid"/>
          </a:ln>
        </p:spPr>
      </p:sp>
      <p:sp>
        <p:nvSpPr>
          <p:cNvPr id="118" name="Text 110"/>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9" name="Shape 111"/>
          <p:cNvSpPr/>
          <p:nvPr/>
        </p:nvSpPr>
        <p:spPr>
          <a:xfrm>
            <a:off x="2032528" y="3050987"/>
            <a:ext cx="640080" cy="119299"/>
          </a:xfrm>
          <a:prstGeom prst="rect">
            <a:avLst/>
          </a:prstGeom>
          <a:solidFill>
            <a:srgbClr val="FFFFFF"/>
          </a:solidFill>
          <a:ln w="6350">
            <a:solidFill>
              <a:srgbClr val="E2E2E2"/>
            </a:solidFill>
            <a:prstDash val="solid"/>
          </a:ln>
        </p:spPr>
      </p:sp>
      <p:sp>
        <p:nvSpPr>
          <p:cNvPr id="120" name="Text 112"/>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1" name="Shape 113"/>
          <p:cNvSpPr/>
          <p:nvPr/>
        </p:nvSpPr>
        <p:spPr>
          <a:xfrm>
            <a:off x="267260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3" name="Shape 115"/>
          <p:cNvSpPr/>
          <p:nvPr/>
        </p:nvSpPr>
        <p:spPr>
          <a:xfrm>
            <a:off x="3312688" y="3050987"/>
            <a:ext cx="548640" cy="119299"/>
          </a:xfrm>
          <a:prstGeom prst="rect">
            <a:avLst/>
          </a:prstGeom>
          <a:solidFill>
            <a:srgbClr val="FFFFFF"/>
          </a:solidFill>
          <a:ln w="6350">
            <a:solidFill>
              <a:srgbClr val="E2E2E2"/>
            </a:solidFill>
            <a:prstDash val="solid"/>
          </a:ln>
        </p:spPr>
      </p:sp>
      <p:sp>
        <p:nvSpPr>
          <p:cNvPr id="124" name="Text 116"/>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5" name="Shape 117"/>
          <p:cNvSpPr/>
          <p:nvPr/>
        </p:nvSpPr>
        <p:spPr>
          <a:xfrm>
            <a:off x="3861328" y="3050987"/>
            <a:ext cx="731520" cy="119299"/>
          </a:xfrm>
          <a:prstGeom prst="rect">
            <a:avLst/>
          </a:prstGeom>
          <a:solidFill>
            <a:srgbClr val="FFFFFF"/>
          </a:solidFill>
          <a:ln w="6350">
            <a:solidFill>
              <a:srgbClr val="E2E2E2"/>
            </a:solidFill>
            <a:prstDash val="solid"/>
          </a:ln>
        </p:spPr>
      </p:sp>
      <p:sp>
        <p:nvSpPr>
          <p:cNvPr id="126" name="Shape 118"/>
          <p:cNvSpPr/>
          <p:nvPr/>
        </p:nvSpPr>
        <p:spPr>
          <a:xfrm>
            <a:off x="587776" y="3170287"/>
            <a:ext cx="256032" cy="119299"/>
          </a:xfrm>
          <a:prstGeom prst="rect">
            <a:avLst/>
          </a:prstGeom>
          <a:solidFill>
            <a:srgbClr val="F8F9FA"/>
          </a:solidFill>
          <a:ln w="6350">
            <a:solidFill>
              <a:srgbClr val="DDDDDD"/>
            </a:solidFill>
            <a:prstDash val="solid"/>
          </a:ln>
        </p:spPr>
      </p:sp>
      <p:sp>
        <p:nvSpPr>
          <p:cNvPr id="127" name="Text 119"/>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8" name="Shape 120"/>
          <p:cNvSpPr/>
          <p:nvPr/>
        </p:nvSpPr>
        <p:spPr>
          <a:xfrm>
            <a:off x="843808" y="3170287"/>
            <a:ext cx="320040" cy="119299"/>
          </a:xfrm>
          <a:prstGeom prst="rect">
            <a:avLst/>
          </a:prstGeom>
          <a:solidFill>
            <a:srgbClr val="FFFFFF"/>
          </a:solidFill>
          <a:ln w="6350">
            <a:solidFill>
              <a:srgbClr val="E2E2E2"/>
            </a:solidFill>
            <a:prstDash val="solid"/>
          </a:ln>
        </p:spPr>
      </p:sp>
      <p:sp>
        <p:nvSpPr>
          <p:cNvPr id="129" name="Text 121"/>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0" name="Shape 122"/>
          <p:cNvSpPr/>
          <p:nvPr/>
        </p:nvSpPr>
        <p:spPr>
          <a:xfrm>
            <a:off x="1163848" y="3170287"/>
            <a:ext cx="868680" cy="119299"/>
          </a:xfrm>
          <a:prstGeom prst="rect">
            <a:avLst/>
          </a:prstGeom>
          <a:solidFill>
            <a:srgbClr val="FFFFFF"/>
          </a:solidFill>
          <a:ln w="6350">
            <a:solidFill>
              <a:srgbClr val="E2E2E2"/>
            </a:solidFill>
            <a:prstDash val="solid"/>
          </a:ln>
        </p:spPr>
      </p:sp>
      <p:sp>
        <p:nvSpPr>
          <p:cNvPr id="131" name="Text 123"/>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2" name="Shape 124"/>
          <p:cNvSpPr/>
          <p:nvPr/>
        </p:nvSpPr>
        <p:spPr>
          <a:xfrm>
            <a:off x="2032528" y="3170287"/>
            <a:ext cx="640080" cy="119299"/>
          </a:xfrm>
          <a:prstGeom prst="rect">
            <a:avLst/>
          </a:prstGeom>
          <a:solidFill>
            <a:srgbClr val="FFFFFF"/>
          </a:solidFill>
          <a:ln w="6350">
            <a:solidFill>
              <a:srgbClr val="E2E2E2"/>
            </a:solidFill>
            <a:prstDash val="solid"/>
          </a:ln>
        </p:spPr>
      </p:sp>
      <p:sp>
        <p:nvSpPr>
          <p:cNvPr id="133" name="Text 125"/>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4" name="Shape 126"/>
          <p:cNvSpPr/>
          <p:nvPr/>
        </p:nvSpPr>
        <p:spPr>
          <a:xfrm>
            <a:off x="2672608" y="3170287"/>
            <a:ext cx="640080" cy="119299"/>
          </a:xfrm>
          <a:prstGeom prst="rect">
            <a:avLst/>
          </a:prstGeom>
          <a:solidFill>
            <a:srgbClr val="FFFFFF"/>
          </a:solidFill>
          <a:ln w="6350">
            <a:solidFill>
              <a:srgbClr val="E2E2E2"/>
            </a:solidFill>
            <a:prstDash val="solid"/>
          </a:ln>
        </p:spPr>
      </p:sp>
      <p:sp>
        <p:nvSpPr>
          <p:cNvPr id="135" name="Text 127"/>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6" name="Shape 128"/>
          <p:cNvSpPr/>
          <p:nvPr/>
        </p:nvSpPr>
        <p:spPr>
          <a:xfrm>
            <a:off x="3312688" y="3170287"/>
            <a:ext cx="548640" cy="119299"/>
          </a:xfrm>
          <a:prstGeom prst="rect">
            <a:avLst/>
          </a:prstGeom>
          <a:solidFill>
            <a:srgbClr val="FFFFFF"/>
          </a:solidFill>
          <a:ln w="6350">
            <a:solidFill>
              <a:srgbClr val="E2E2E2"/>
            </a:solidFill>
            <a:prstDash val="solid"/>
          </a:ln>
        </p:spPr>
      </p:sp>
      <p:sp>
        <p:nvSpPr>
          <p:cNvPr id="137" name="Text 129"/>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8" name="Shape 130"/>
          <p:cNvSpPr/>
          <p:nvPr/>
        </p:nvSpPr>
        <p:spPr>
          <a:xfrm>
            <a:off x="3861328" y="3170287"/>
            <a:ext cx="731520" cy="119299"/>
          </a:xfrm>
          <a:prstGeom prst="rect">
            <a:avLst/>
          </a:prstGeom>
          <a:solidFill>
            <a:srgbClr val="FFFFFF"/>
          </a:solidFill>
          <a:ln w="6350">
            <a:solidFill>
              <a:srgbClr val="E2E2E2"/>
            </a:solidFill>
            <a:prstDash val="solid"/>
          </a:ln>
        </p:spPr>
      </p:sp>
      <p:sp>
        <p:nvSpPr>
          <p:cNvPr id="139" name="Shape 131"/>
          <p:cNvSpPr/>
          <p:nvPr/>
        </p:nvSpPr>
        <p:spPr>
          <a:xfrm>
            <a:off x="587776" y="3289586"/>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1" name="Shape 133"/>
          <p:cNvSpPr/>
          <p:nvPr/>
        </p:nvSpPr>
        <p:spPr>
          <a:xfrm>
            <a:off x="843808" y="3289586"/>
            <a:ext cx="320040" cy="119299"/>
          </a:xfrm>
          <a:prstGeom prst="rect">
            <a:avLst/>
          </a:prstGeom>
          <a:solidFill>
            <a:srgbClr val="FFFFFF"/>
          </a:solidFill>
          <a:ln w="6350">
            <a:solidFill>
              <a:srgbClr val="E2E2E2"/>
            </a:solidFill>
            <a:prstDash val="solid"/>
          </a:ln>
        </p:spPr>
      </p:sp>
      <p:sp>
        <p:nvSpPr>
          <p:cNvPr id="142" name="Text 134"/>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3" name="Shape 135"/>
          <p:cNvSpPr/>
          <p:nvPr/>
        </p:nvSpPr>
        <p:spPr>
          <a:xfrm>
            <a:off x="1163848" y="3289586"/>
            <a:ext cx="868680" cy="119299"/>
          </a:xfrm>
          <a:prstGeom prst="rect">
            <a:avLst/>
          </a:prstGeom>
          <a:solidFill>
            <a:srgbClr val="FFFFFF"/>
          </a:solidFill>
          <a:ln w="6350">
            <a:solidFill>
              <a:srgbClr val="E2E2E2"/>
            </a:solidFill>
            <a:prstDash val="solid"/>
          </a:ln>
        </p:spPr>
      </p:sp>
      <p:sp>
        <p:nvSpPr>
          <p:cNvPr id="144" name="Text 136"/>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5" name="Shape 137"/>
          <p:cNvSpPr/>
          <p:nvPr/>
        </p:nvSpPr>
        <p:spPr>
          <a:xfrm>
            <a:off x="2032528" y="3289586"/>
            <a:ext cx="640080" cy="119299"/>
          </a:xfrm>
          <a:prstGeom prst="rect">
            <a:avLst/>
          </a:prstGeom>
          <a:solidFill>
            <a:srgbClr val="FFFFFF"/>
          </a:solidFill>
          <a:ln w="6350">
            <a:solidFill>
              <a:srgbClr val="E2E2E2"/>
            </a:solidFill>
            <a:prstDash val="solid"/>
          </a:ln>
        </p:spPr>
      </p:sp>
      <p:sp>
        <p:nvSpPr>
          <p:cNvPr id="146" name="Text 138"/>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7" name="Shape 139"/>
          <p:cNvSpPr/>
          <p:nvPr/>
        </p:nvSpPr>
        <p:spPr>
          <a:xfrm>
            <a:off x="2672608" y="3289586"/>
            <a:ext cx="640080" cy="119299"/>
          </a:xfrm>
          <a:prstGeom prst="rect">
            <a:avLst/>
          </a:prstGeom>
          <a:solidFill>
            <a:srgbClr val="FFFFFF"/>
          </a:solidFill>
          <a:ln w="6350">
            <a:solidFill>
              <a:srgbClr val="E2E2E2"/>
            </a:solidFill>
            <a:prstDash val="solid"/>
          </a:ln>
        </p:spPr>
      </p:sp>
      <p:sp>
        <p:nvSpPr>
          <p:cNvPr id="148" name="Text 140"/>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49" name="Shape 141"/>
          <p:cNvSpPr/>
          <p:nvPr/>
        </p:nvSpPr>
        <p:spPr>
          <a:xfrm>
            <a:off x="3312688" y="3289586"/>
            <a:ext cx="548640" cy="119299"/>
          </a:xfrm>
          <a:prstGeom prst="rect">
            <a:avLst/>
          </a:prstGeom>
          <a:solidFill>
            <a:srgbClr val="FFFFFF"/>
          </a:solidFill>
          <a:ln w="6350">
            <a:solidFill>
              <a:srgbClr val="E2E2E2"/>
            </a:solidFill>
            <a:prstDash val="solid"/>
          </a:ln>
        </p:spPr>
      </p:sp>
      <p:sp>
        <p:nvSpPr>
          <p:cNvPr id="150" name="Text 142"/>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1" name="Shape 143"/>
          <p:cNvSpPr/>
          <p:nvPr/>
        </p:nvSpPr>
        <p:spPr>
          <a:xfrm>
            <a:off x="3861328" y="3289586"/>
            <a:ext cx="731520" cy="119299"/>
          </a:xfrm>
          <a:prstGeom prst="rect">
            <a:avLst/>
          </a:prstGeom>
          <a:solidFill>
            <a:srgbClr val="FFFFFF"/>
          </a:solidFill>
          <a:ln w="6350">
            <a:solidFill>
              <a:srgbClr val="E2E2E2"/>
            </a:solidFill>
            <a:prstDash val="solid"/>
          </a:ln>
        </p:spPr>
      </p:sp>
      <p:sp>
        <p:nvSpPr>
          <p:cNvPr id="152" name="Shape 144"/>
          <p:cNvSpPr/>
          <p:nvPr/>
        </p:nvSpPr>
        <p:spPr>
          <a:xfrm>
            <a:off x="587776" y="3408885"/>
            <a:ext cx="256032" cy="119299"/>
          </a:xfrm>
          <a:prstGeom prst="rect">
            <a:avLst/>
          </a:prstGeom>
          <a:solidFill>
            <a:srgbClr val="F8F9FA"/>
          </a:solidFill>
          <a:ln w="6350">
            <a:solidFill>
              <a:srgbClr val="DDDDDD"/>
            </a:solidFill>
            <a:prstDash val="solid"/>
          </a:ln>
        </p:spPr>
      </p:sp>
      <p:sp>
        <p:nvSpPr>
          <p:cNvPr id="153" name="Text 14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4" name="Shape 146"/>
          <p:cNvSpPr/>
          <p:nvPr/>
        </p:nvSpPr>
        <p:spPr>
          <a:xfrm>
            <a:off x="843808" y="3408885"/>
            <a:ext cx="320040" cy="119299"/>
          </a:xfrm>
          <a:prstGeom prst="rect">
            <a:avLst/>
          </a:prstGeom>
          <a:solidFill>
            <a:srgbClr val="FFFFFF"/>
          </a:solidFill>
          <a:ln w="6350">
            <a:solidFill>
              <a:srgbClr val="E2E2E2"/>
            </a:solidFill>
            <a:prstDash val="solid"/>
          </a:ln>
        </p:spPr>
      </p:sp>
      <p:sp>
        <p:nvSpPr>
          <p:cNvPr id="155" name="Text 147"/>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6" name="Shape 148"/>
          <p:cNvSpPr/>
          <p:nvPr/>
        </p:nvSpPr>
        <p:spPr>
          <a:xfrm>
            <a:off x="1163848" y="3408885"/>
            <a:ext cx="868680" cy="119299"/>
          </a:xfrm>
          <a:prstGeom prst="rect">
            <a:avLst/>
          </a:prstGeom>
          <a:solidFill>
            <a:srgbClr val="FFFFFF"/>
          </a:solidFill>
          <a:ln w="6350">
            <a:solidFill>
              <a:srgbClr val="E2E2E2"/>
            </a:solidFill>
            <a:prstDash val="solid"/>
          </a:ln>
        </p:spPr>
      </p:sp>
      <p:sp>
        <p:nvSpPr>
          <p:cNvPr id="157" name="Text 149"/>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8" name="Shape 150"/>
          <p:cNvSpPr/>
          <p:nvPr/>
        </p:nvSpPr>
        <p:spPr>
          <a:xfrm>
            <a:off x="2032528" y="3408885"/>
            <a:ext cx="640080" cy="119299"/>
          </a:xfrm>
          <a:prstGeom prst="rect">
            <a:avLst/>
          </a:prstGeom>
          <a:solidFill>
            <a:srgbClr val="FFFFFF"/>
          </a:solidFill>
          <a:ln w="6350">
            <a:solidFill>
              <a:srgbClr val="E2E2E2"/>
            </a:solidFill>
            <a:prstDash val="solid"/>
          </a:ln>
        </p:spPr>
      </p:sp>
      <p:sp>
        <p:nvSpPr>
          <p:cNvPr id="159" name="Text 151"/>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0" name="Shape 152"/>
          <p:cNvSpPr/>
          <p:nvPr/>
        </p:nvSpPr>
        <p:spPr>
          <a:xfrm>
            <a:off x="2672608" y="3408885"/>
            <a:ext cx="640080" cy="119299"/>
          </a:xfrm>
          <a:prstGeom prst="rect">
            <a:avLst/>
          </a:prstGeom>
          <a:solidFill>
            <a:srgbClr val="FFFFFF"/>
          </a:solidFill>
          <a:ln w="6350">
            <a:solidFill>
              <a:srgbClr val="E2E2E2"/>
            </a:solidFill>
            <a:prstDash val="solid"/>
          </a:ln>
        </p:spPr>
      </p:sp>
      <p:sp>
        <p:nvSpPr>
          <p:cNvPr id="161" name="Text 153"/>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2" name="Shape 154"/>
          <p:cNvSpPr/>
          <p:nvPr/>
        </p:nvSpPr>
        <p:spPr>
          <a:xfrm>
            <a:off x="3312688" y="3408885"/>
            <a:ext cx="548640" cy="119299"/>
          </a:xfrm>
          <a:prstGeom prst="rect">
            <a:avLst/>
          </a:prstGeom>
          <a:solidFill>
            <a:srgbClr val="FFFFFF"/>
          </a:solidFill>
          <a:ln w="6350">
            <a:solidFill>
              <a:srgbClr val="E2E2E2"/>
            </a:solidFill>
            <a:prstDash val="solid"/>
          </a:ln>
        </p:spPr>
      </p:sp>
      <p:sp>
        <p:nvSpPr>
          <p:cNvPr id="163" name="Text 155"/>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4" name="Shape 156"/>
          <p:cNvSpPr/>
          <p:nvPr/>
        </p:nvSpPr>
        <p:spPr>
          <a:xfrm>
            <a:off x="3861328" y="3408885"/>
            <a:ext cx="73152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320040" cy="119299"/>
          </a:xfrm>
          <a:prstGeom prst="rect">
            <a:avLst/>
          </a:prstGeom>
          <a:solidFill>
            <a:srgbClr val="FFFFFF"/>
          </a:solidFill>
          <a:ln w="6350">
            <a:solidFill>
              <a:srgbClr val="E2E2E2"/>
            </a:solidFill>
            <a:prstDash val="solid"/>
          </a:ln>
        </p:spPr>
      </p:sp>
      <p:sp>
        <p:nvSpPr>
          <p:cNvPr id="168" name="Text 160"/>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69" name="Shape 161"/>
          <p:cNvSpPr/>
          <p:nvPr/>
        </p:nvSpPr>
        <p:spPr>
          <a:xfrm>
            <a:off x="1163848" y="3528185"/>
            <a:ext cx="868680" cy="119299"/>
          </a:xfrm>
          <a:prstGeom prst="rect">
            <a:avLst/>
          </a:prstGeom>
          <a:solidFill>
            <a:srgbClr val="FFFFFF"/>
          </a:solidFill>
          <a:ln w="6350">
            <a:solidFill>
              <a:srgbClr val="E2E2E2"/>
            </a:solidFill>
            <a:prstDash val="solid"/>
          </a:ln>
        </p:spPr>
      </p:sp>
      <p:sp>
        <p:nvSpPr>
          <p:cNvPr id="170" name="Text 162"/>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1" name="Shape 163"/>
          <p:cNvSpPr/>
          <p:nvPr/>
        </p:nvSpPr>
        <p:spPr>
          <a:xfrm>
            <a:off x="2032528" y="3528185"/>
            <a:ext cx="640080" cy="119299"/>
          </a:xfrm>
          <a:prstGeom prst="rect">
            <a:avLst/>
          </a:prstGeom>
          <a:solidFill>
            <a:srgbClr val="FFFFFF"/>
          </a:solidFill>
          <a:ln w="6350">
            <a:solidFill>
              <a:srgbClr val="E2E2E2"/>
            </a:solidFill>
            <a:prstDash val="solid"/>
          </a:ln>
        </p:spPr>
      </p:sp>
      <p:sp>
        <p:nvSpPr>
          <p:cNvPr id="172" name="Text 164"/>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3" name="Shape 165"/>
          <p:cNvSpPr/>
          <p:nvPr/>
        </p:nvSpPr>
        <p:spPr>
          <a:xfrm>
            <a:off x="2672608" y="3528185"/>
            <a:ext cx="640080" cy="119299"/>
          </a:xfrm>
          <a:prstGeom prst="rect">
            <a:avLst/>
          </a:prstGeom>
          <a:solidFill>
            <a:srgbClr val="FFFFFF"/>
          </a:solidFill>
          <a:ln w="6350">
            <a:solidFill>
              <a:srgbClr val="E2E2E2"/>
            </a:solidFill>
            <a:prstDash val="solid"/>
          </a:ln>
        </p:spPr>
      </p:sp>
      <p:sp>
        <p:nvSpPr>
          <p:cNvPr id="174" name="Text 166"/>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5" name="Shape 167"/>
          <p:cNvSpPr/>
          <p:nvPr/>
        </p:nvSpPr>
        <p:spPr>
          <a:xfrm>
            <a:off x="3312688" y="3528185"/>
            <a:ext cx="548640" cy="119299"/>
          </a:xfrm>
          <a:prstGeom prst="rect">
            <a:avLst/>
          </a:prstGeom>
          <a:solidFill>
            <a:srgbClr val="FFFFFF"/>
          </a:solidFill>
          <a:ln w="6350">
            <a:solidFill>
              <a:srgbClr val="E2E2E2"/>
            </a:solidFill>
            <a:prstDash val="solid"/>
          </a:ln>
        </p:spPr>
      </p:sp>
      <p:sp>
        <p:nvSpPr>
          <p:cNvPr id="176" name="Text 168"/>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7" name="Shape 169"/>
          <p:cNvSpPr/>
          <p:nvPr/>
        </p:nvSpPr>
        <p:spPr>
          <a:xfrm>
            <a:off x="3861328" y="3528185"/>
            <a:ext cx="731520" cy="119299"/>
          </a:xfrm>
          <a:prstGeom prst="rect">
            <a:avLst/>
          </a:prstGeom>
          <a:solidFill>
            <a:srgbClr val="FFFFFF"/>
          </a:solidFill>
          <a:ln w="6350">
            <a:solidFill>
              <a:srgbClr val="E2E2E2"/>
            </a:solidFill>
            <a:prstDash val="solid"/>
          </a:ln>
        </p:spPr>
      </p:sp>
      <p:sp>
        <p:nvSpPr>
          <p:cNvPr id="178" name="Shape 170"/>
          <p:cNvSpPr/>
          <p:nvPr/>
        </p:nvSpPr>
        <p:spPr>
          <a:xfrm>
            <a:off x="587776" y="3647484"/>
            <a:ext cx="256032" cy="119299"/>
          </a:xfrm>
          <a:prstGeom prst="rect">
            <a:avLst/>
          </a:prstGeom>
          <a:solidFill>
            <a:srgbClr val="F8F9FA"/>
          </a:solidFill>
          <a:ln w="6350">
            <a:solidFill>
              <a:srgbClr val="DDDDDD"/>
            </a:solidFill>
            <a:prstDash val="solid"/>
          </a:ln>
        </p:spPr>
      </p:sp>
      <p:sp>
        <p:nvSpPr>
          <p:cNvPr id="179" name="Text 171"/>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0" name="Shape 172"/>
          <p:cNvSpPr/>
          <p:nvPr/>
        </p:nvSpPr>
        <p:spPr>
          <a:xfrm>
            <a:off x="843808" y="3647484"/>
            <a:ext cx="320040" cy="119299"/>
          </a:xfrm>
          <a:prstGeom prst="rect">
            <a:avLst/>
          </a:prstGeom>
          <a:solidFill>
            <a:srgbClr val="FFFFFF"/>
          </a:solidFill>
          <a:ln w="6350">
            <a:solidFill>
              <a:srgbClr val="E2E2E2"/>
            </a:solidFill>
            <a:prstDash val="solid"/>
          </a:ln>
        </p:spPr>
      </p:sp>
      <p:sp>
        <p:nvSpPr>
          <p:cNvPr id="181" name="Text 173"/>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2" name="Shape 174"/>
          <p:cNvSpPr/>
          <p:nvPr/>
        </p:nvSpPr>
        <p:spPr>
          <a:xfrm>
            <a:off x="1163848" y="3647484"/>
            <a:ext cx="868680" cy="119299"/>
          </a:xfrm>
          <a:prstGeom prst="rect">
            <a:avLst/>
          </a:prstGeom>
          <a:solidFill>
            <a:srgbClr val="FFFFFF"/>
          </a:solidFill>
          <a:ln w="6350">
            <a:solidFill>
              <a:srgbClr val="E2E2E2"/>
            </a:solidFill>
            <a:prstDash val="solid"/>
          </a:ln>
        </p:spPr>
      </p:sp>
      <p:sp>
        <p:nvSpPr>
          <p:cNvPr id="183" name="Text 175"/>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4" name="Shape 176"/>
          <p:cNvSpPr/>
          <p:nvPr/>
        </p:nvSpPr>
        <p:spPr>
          <a:xfrm>
            <a:off x="2032528" y="3647484"/>
            <a:ext cx="640080" cy="119299"/>
          </a:xfrm>
          <a:prstGeom prst="rect">
            <a:avLst/>
          </a:prstGeom>
          <a:solidFill>
            <a:srgbClr val="FFFFFF"/>
          </a:solidFill>
          <a:ln w="6350">
            <a:solidFill>
              <a:srgbClr val="E2E2E2"/>
            </a:solidFill>
            <a:prstDash val="solid"/>
          </a:ln>
        </p:spPr>
      </p:sp>
      <p:sp>
        <p:nvSpPr>
          <p:cNvPr id="185" name="Text 177"/>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6" name="Shape 178"/>
          <p:cNvSpPr/>
          <p:nvPr/>
        </p:nvSpPr>
        <p:spPr>
          <a:xfrm>
            <a:off x="2672608" y="3647484"/>
            <a:ext cx="640080" cy="119299"/>
          </a:xfrm>
          <a:prstGeom prst="rect">
            <a:avLst/>
          </a:prstGeom>
          <a:solidFill>
            <a:srgbClr val="FFFFFF"/>
          </a:solidFill>
          <a:ln w="6350">
            <a:solidFill>
              <a:srgbClr val="E2E2E2"/>
            </a:solidFill>
            <a:prstDash val="solid"/>
          </a:ln>
        </p:spPr>
      </p:sp>
      <p:sp>
        <p:nvSpPr>
          <p:cNvPr id="187" name="Text 179"/>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8" name="Shape 180"/>
          <p:cNvSpPr/>
          <p:nvPr/>
        </p:nvSpPr>
        <p:spPr>
          <a:xfrm>
            <a:off x="3312688" y="3647484"/>
            <a:ext cx="548640" cy="119299"/>
          </a:xfrm>
          <a:prstGeom prst="rect">
            <a:avLst/>
          </a:prstGeom>
          <a:solidFill>
            <a:srgbClr val="FFFFFF"/>
          </a:solidFill>
          <a:ln w="6350">
            <a:solidFill>
              <a:srgbClr val="E2E2E2"/>
            </a:solidFill>
            <a:prstDash val="solid"/>
          </a:ln>
        </p:spPr>
      </p:sp>
      <p:sp>
        <p:nvSpPr>
          <p:cNvPr id="189" name="Text 181"/>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0" name="Shape 182"/>
          <p:cNvSpPr/>
          <p:nvPr/>
        </p:nvSpPr>
        <p:spPr>
          <a:xfrm>
            <a:off x="3861328" y="3647484"/>
            <a:ext cx="731520" cy="119299"/>
          </a:xfrm>
          <a:prstGeom prst="rect">
            <a:avLst/>
          </a:prstGeom>
          <a:solidFill>
            <a:srgbClr val="FFFFFF"/>
          </a:solidFill>
          <a:ln w="6350">
            <a:solidFill>
              <a:srgbClr val="E2E2E2"/>
            </a:solidFill>
            <a:prstDash val="solid"/>
          </a:ln>
        </p:spPr>
      </p:sp>
      <p:sp>
        <p:nvSpPr>
          <p:cNvPr id="191" name="Shape 183"/>
          <p:cNvSpPr/>
          <p:nvPr/>
        </p:nvSpPr>
        <p:spPr>
          <a:xfrm>
            <a:off x="843808" y="2812388"/>
            <a:ext cx="3017520" cy="954396"/>
          </a:xfrm>
          <a:prstGeom prst="rect">
            <a:avLst/>
          </a:prstGeom>
          <a:solidFill>
            <a:srgbClr val="1A73E8">
              <a:alpha val="12000"/>
            </a:srgbClr>
          </a:solidFill>
          <a:ln w="19050">
            <a:solidFill>
              <a:srgbClr val="1A73E8"/>
            </a:solidFill>
            <a:prstDash val="solid"/>
          </a:ln>
        </p:spPr>
      </p:sp>
      <p:sp>
        <p:nvSpPr>
          <p:cNvPr id="192" name="Shape 184"/>
          <p:cNvSpPr/>
          <p:nvPr/>
        </p:nvSpPr>
        <p:spPr>
          <a:xfrm>
            <a:off x="587776" y="3794216"/>
            <a:ext cx="4950927" cy="201168"/>
          </a:xfrm>
          <a:prstGeom prst="rect">
            <a:avLst/>
          </a:prstGeom>
          <a:solidFill>
            <a:srgbClr val="F8F9FA"/>
          </a:solidFill>
          <a:ln w="12700">
            <a:solidFill>
              <a:srgbClr val="F8F9FA"/>
            </a:solidFill>
            <a:prstDash val="solid"/>
          </a:ln>
        </p:spPr>
      </p:sp>
      <p:sp>
        <p:nvSpPr>
          <p:cNvPr id="193" name="Text 18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4" name="Shape 186"/>
          <p:cNvSpPr/>
          <p:nvPr/>
        </p:nvSpPr>
        <p:spPr>
          <a:xfrm>
            <a:off x="1136416" y="3794216"/>
            <a:ext cx="731520" cy="201168"/>
          </a:xfrm>
          <a:prstGeom prst="rect">
            <a:avLst/>
          </a:prstGeom>
          <a:solidFill>
            <a:srgbClr val="E1EFFE"/>
          </a:solidFill>
          <a:ln w="12700">
            <a:solidFill>
              <a:srgbClr val="E1EFFE"/>
            </a:solidFill>
            <a:prstDash val="solid"/>
          </a:ln>
        </p:spPr>
      </p:sp>
      <p:sp>
        <p:nvSpPr>
          <p:cNvPr id="195" name="Text 18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6" name="Shape 188"/>
          <p:cNvSpPr/>
          <p:nvPr/>
        </p:nvSpPr>
        <p:spPr>
          <a:xfrm>
            <a:off x="825520" y="2794100"/>
            <a:ext cx="3054096" cy="990972"/>
          </a:xfrm>
          <a:prstGeom prst="roundRect">
            <a:avLst>
              <a:gd name="adj" fmla="val 4614"/>
            </a:avLst>
          </a:prstGeom>
          <a:solidFill>
            <a:srgbClr val="FFFFFF">
              <a:alpha val="0"/>
            </a:srgbClr>
          </a:solidFill>
          <a:ln w="31750">
            <a:solidFill>
              <a:srgbClr val="E53935"/>
            </a:solidFill>
            <a:prstDash val="solid"/>
          </a:ln>
        </p:spPr>
      </p:sp>
      <p:sp>
        <p:nvSpPr>
          <p:cNvPr id="197" name="Shape 189"/>
          <p:cNvSpPr/>
          <p:nvPr/>
        </p:nvSpPr>
        <p:spPr>
          <a:xfrm>
            <a:off x="3742456" y="2656940"/>
            <a:ext cx="274320" cy="274320"/>
          </a:xfrm>
          <a:prstGeom prst="ellipse">
            <a:avLst/>
          </a:prstGeom>
          <a:solidFill>
            <a:srgbClr val="E53935"/>
          </a:solidFill>
          <a:ln w="12700">
            <a:solidFill>
              <a:srgbClr val="FFFFFF"/>
            </a:solidFill>
            <a:prstDash val="solid"/>
          </a:ln>
        </p:spPr>
      </p:sp>
      <p:sp>
        <p:nvSpPr>
          <p:cNvPr id="198" name="Text 190"/>
          <p:cNvSpPr txBox="1"/>
          <p:nvPr/>
        </p:nvSpPr>
        <p:spPr>
          <a:xfrm>
            <a:off x="374245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99" name="Image 6" descr="preencoded.png">    </p:cNvPr>
          <p:cNvPicPr>
            <a:picLocks noChangeAspect="1"/>
          </p:cNvPicPr>
          <p:nvPr/>
        </p:nvPicPr>
        <p:blipFill>
          <a:blip r:embed="rId7"/>
          <a:stretch>
            <a:fillRect/>
          </a:stretch>
        </p:blipFill>
        <p:spPr>
          <a:xfrm>
            <a:off x="2503444" y="3337306"/>
            <a:ext cx="237744" cy="237744"/>
          </a:xfrm>
          <a:prstGeom prst="rect">
            <a:avLst/>
          </a:prstGeom>
        </p:spPr>
      </p:pic>
      <p:sp>
        <p:nvSpPr>
          <p:cNvPr id="200" name="Text 19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01" name="Text 19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data 8 santri (data contoh)</a:t>
            </a:r>
            <a:endParaRPr lang="en-US" sz="1800" dirty="0"/>
          </a:p>
        </p:txBody>
      </p:sp>
      <p:sp>
        <p:nvSpPr>
          <p:cNvPr id="202" name="Text 19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Mulai baris 2: nomor, nama, dan tiga nilai. Kolom Rata-rata dikosongkan dulu.</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Shape 92"/>
          <p:cNvSpPr/>
          <p:nvPr/>
        </p:nvSpPr>
        <p:spPr>
          <a:xfrm>
            <a:off x="587776" y="2931688"/>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2" name="Shape 94"/>
          <p:cNvSpPr/>
          <p:nvPr/>
        </p:nvSpPr>
        <p:spPr>
          <a:xfrm>
            <a:off x="843808" y="2931688"/>
            <a:ext cx="320040" cy="119299"/>
          </a:xfrm>
          <a:prstGeom prst="rect">
            <a:avLst/>
          </a:prstGeom>
          <a:solidFill>
            <a:srgbClr val="FFFFFF"/>
          </a:solidFill>
          <a:ln w="6350">
            <a:solidFill>
              <a:srgbClr val="E2E2E2"/>
            </a:solidFill>
            <a:prstDash val="solid"/>
          </a:ln>
        </p:spPr>
      </p:sp>
      <p:sp>
        <p:nvSpPr>
          <p:cNvPr id="103" name="Text 95"/>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4" name="Shape 96"/>
          <p:cNvSpPr/>
          <p:nvPr/>
        </p:nvSpPr>
        <p:spPr>
          <a:xfrm>
            <a:off x="1163848" y="2931688"/>
            <a:ext cx="868680" cy="119299"/>
          </a:xfrm>
          <a:prstGeom prst="rect">
            <a:avLst/>
          </a:prstGeom>
          <a:solidFill>
            <a:srgbClr val="FFFFFF"/>
          </a:solidFill>
          <a:ln w="6350">
            <a:solidFill>
              <a:srgbClr val="E2E2E2"/>
            </a:solidFill>
            <a:prstDash val="solid"/>
          </a:ln>
        </p:spPr>
      </p:sp>
      <p:sp>
        <p:nvSpPr>
          <p:cNvPr id="105" name="Text 97"/>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6" name="Shape 98"/>
          <p:cNvSpPr/>
          <p:nvPr/>
        </p:nvSpPr>
        <p:spPr>
          <a:xfrm>
            <a:off x="2032528" y="2931688"/>
            <a:ext cx="640080" cy="119299"/>
          </a:xfrm>
          <a:prstGeom prst="rect">
            <a:avLst/>
          </a:prstGeom>
          <a:solidFill>
            <a:srgbClr val="FFFFFF"/>
          </a:solidFill>
          <a:ln w="6350">
            <a:solidFill>
              <a:srgbClr val="E2E2E2"/>
            </a:solidFill>
            <a:prstDash val="solid"/>
          </a:ln>
        </p:spPr>
      </p:sp>
      <p:sp>
        <p:nvSpPr>
          <p:cNvPr id="107" name="Text 99"/>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8" name="Shape 100"/>
          <p:cNvSpPr/>
          <p:nvPr/>
        </p:nvSpPr>
        <p:spPr>
          <a:xfrm>
            <a:off x="2672608" y="2931688"/>
            <a:ext cx="640080" cy="119299"/>
          </a:xfrm>
          <a:prstGeom prst="rect">
            <a:avLst/>
          </a:prstGeom>
          <a:solidFill>
            <a:srgbClr val="FFFFFF"/>
          </a:solidFill>
          <a:ln w="6350">
            <a:solidFill>
              <a:srgbClr val="E2E2E2"/>
            </a:solidFill>
            <a:prstDash val="solid"/>
          </a:ln>
        </p:spPr>
      </p:sp>
      <p:sp>
        <p:nvSpPr>
          <p:cNvPr id="109" name="Text 101"/>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0" name="Shape 102"/>
          <p:cNvSpPr/>
          <p:nvPr/>
        </p:nvSpPr>
        <p:spPr>
          <a:xfrm>
            <a:off x="3312688" y="2931688"/>
            <a:ext cx="548640" cy="119299"/>
          </a:xfrm>
          <a:prstGeom prst="rect">
            <a:avLst/>
          </a:prstGeom>
          <a:solidFill>
            <a:srgbClr val="FFFFFF"/>
          </a:solidFill>
          <a:ln w="6350">
            <a:solidFill>
              <a:srgbClr val="E2E2E2"/>
            </a:solidFill>
            <a:prstDash val="solid"/>
          </a:ln>
        </p:spPr>
      </p:sp>
      <p:sp>
        <p:nvSpPr>
          <p:cNvPr id="111" name="Text 103"/>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2" name="Shape 104"/>
          <p:cNvSpPr/>
          <p:nvPr/>
        </p:nvSpPr>
        <p:spPr>
          <a:xfrm>
            <a:off x="3861328" y="2931688"/>
            <a:ext cx="731520" cy="119299"/>
          </a:xfrm>
          <a:prstGeom prst="rect">
            <a:avLst/>
          </a:prstGeom>
          <a:solidFill>
            <a:srgbClr val="FFFFFF"/>
          </a:solidFill>
          <a:ln w="6350">
            <a:solidFill>
              <a:srgbClr val="E2E2E2"/>
            </a:solidFill>
            <a:prstDash val="solid"/>
          </a:ln>
        </p:spPr>
      </p:sp>
      <p:sp>
        <p:nvSpPr>
          <p:cNvPr id="113" name="Shape 105"/>
          <p:cNvSpPr/>
          <p:nvPr/>
        </p:nvSpPr>
        <p:spPr>
          <a:xfrm>
            <a:off x="587776" y="30509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5" name="Shape 107"/>
          <p:cNvSpPr/>
          <p:nvPr/>
        </p:nvSpPr>
        <p:spPr>
          <a:xfrm>
            <a:off x="843808" y="3050987"/>
            <a:ext cx="320040" cy="119299"/>
          </a:xfrm>
          <a:prstGeom prst="rect">
            <a:avLst/>
          </a:prstGeom>
          <a:solidFill>
            <a:srgbClr val="FFFFFF"/>
          </a:solidFill>
          <a:ln w="6350">
            <a:solidFill>
              <a:srgbClr val="E2E2E2"/>
            </a:solidFill>
            <a:prstDash val="solid"/>
          </a:ln>
        </p:spPr>
      </p:sp>
      <p:sp>
        <p:nvSpPr>
          <p:cNvPr id="116" name="Text 108"/>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7" name="Shape 109"/>
          <p:cNvSpPr/>
          <p:nvPr/>
        </p:nvSpPr>
        <p:spPr>
          <a:xfrm>
            <a:off x="1163848" y="3050987"/>
            <a:ext cx="868680" cy="119299"/>
          </a:xfrm>
          <a:prstGeom prst="rect">
            <a:avLst/>
          </a:prstGeom>
          <a:solidFill>
            <a:srgbClr val="FFFFFF"/>
          </a:solidFill>
          <a:ln w="6350">
            <a:solidFill>
              <a:srgbClr val="E2E2E2"/>
            </a:solidFill>
            <a:prstDash val="solid"/>
          </a:ln>
        </p:spPr>
      </p:sp>
      <p:sp>
        <p:nvSpPr>
          <p:cNvPr id="118" name="Text 110"/>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9" name="Shape 111"/>
          <p:cNvSpPr/>
          <p:nvPr/>
        </p:nvSpPr>
        <p:spPr>
          <a:xfrm>
            <a:off x="2032528" y="3050987"/>
            <a:ext cx="640080" cy="119299"/>
          </a:xfrm>
          <a:prstGeom prst="rect">
            <a:avLst/>
          </a:prstGeom>
          <a:solidFill>
            <a:srgbClr val="FFFFFF"/>
          </a:solidFill>
          <a:ln w="6350">
            <a:solidFill>
              <a:srgbClr val="E2E2E2"/>
            </a:solidFill>
            <a:prstDash val="solid"/>
          </a:ln>
        </p:spPr>
      </p:sp>
      <p:sp>
        <p:nvSpPr>
          <p:cNvPr id="120" name="Text 112"/>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1" name="Shape 113"/>
          <p:cNvSpPr/>
          <p:nvPr/>
        </p:nvSpPr>
        <p:spPr>
          <a:xfrm>
            <a:off x="267260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3" name="Shape 115"/>
          <p:cNvSpPr/>
          <p:nvPr/>
        </p:nvSpPr>
        <p:spPr>
          <a:xfrm>
            <a:off x="3312688" y="3050987"/>
            <a:ext cx="548640" cy="119299"/>
          </a:xfrm>
          <a:prstGeom prst="rect">
            <a:avLst/>
          </a:prstGeom>
          <a:solidFill>
            <a:srgbClr val="FFFFFF"/>
          </a:solidFill>
          <a:ln w="6350">
            <a:solidFill>
              <a:srgbClr val="E2E2E2"/>
            </a:solidFill>
            <a:prstDash val="solid"/>
          </a:ln>
        </p:spPr>
      </p:sp>
      <p:sp>
        <p:nvSpPr>
          <p:cNvPr id="124" name="Text 116"/>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5" name="Shape 117"/>
          <p:cNvSpPr/>
          <p:nvPr/>
        </p:nvSpPr>
        <p:spPr>
          <a:xfrm>
            <a:off x="3861328" y="3050987"/>
            <a:ext cx="731520" cy="119299"/>
          </a:xfrm>
          <a:prstGeom prst="rect">
            <a:avLst/>
          </a:prstGeom>
          <a:solidFill>
            <a:srgbClr val="FFFFFF"/>
          </a:solidFill>
          <a:ln w="6350">
            <a:solidFill>
              <a:srgbClr val="E2E2E2"/>
            </a:solidFill>
            <a:prstDash val="solid"/>
          </a:ln>
        </p:spPr>
      </p:sp>
      <p:sp>
        <p:nvSpPr>
          <p:cNvPr id="126" name="Shape 118"/>
          <p:cNvSpPr/>
          <p:nvPr/>
        </p:nvSpPr>
        <p:spPr>
          <a:xfrm>
            <a:off x="587776" y="3170287"/>
            <a:ext cx="256032" cy="119299"/>
          </a:xfrm>
          <a:prstGeom prst="rect">
            <a:avLst/>
          </a:prstGeom>
          <a:solidFill>
            <a:srgbClr val="F8F9FA"/>
          </a:solidFill>
          <a:ln w="6350">
            <a:solidFill>
              <a:srgbClr val="DDDDDD"/>
            </a:solidFill>
            <a:prstDash val="solid"/>
          </a:ln>
        </p:spPr>
      </p:sp>
      <p:sp>
        <p:nvSpPr>
          <p:cNvPr id="127" name="Text 119"/>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8" name="Shape 120"/>
          <p:cNvSpPr/>
          <p:nvPr/>
        </p:nvSpPr>
        <p:spPr>
          <a:xfrm>
            <a:off x="843808" y="3170287"/>
            <a:ext cx="320040" cy="119299"/>
          </a:xfrm>
          <a:prstGeom prst="rect">
            <a:avLst/>
          </a:prstGeom>
          <a:solidFill>
            <a:srgbClr val="FFFFFF"/>
          </a:solidFill>
          <a:ln w="6350">
            <a:solidFill>
              <a:srgbClr val="E2E2E2"/>
            </a:solidFill>
            <a:prstDash val="solid"/>
          </a:ln>
        </p:spPr>
      </p:sp>
      <p:sp>
        <p:nvSpPr>
          <p:cNvPr id="129" name="Text 121"/>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0" name="Shape 122"/>
          <p:cNvSpPr/>
          <p:nvPr/>
        </p:nvSpPr>
        <p:spPr>
          <a:xfrm>
            <a:off x="1163848" y="3170287"/>
            <a:ext cx="868680" cy="119299"/>
          </a:xfrm>
          <a:prstGeom prst="rect">
            <a:avLst/>
          </a:prstGeom>
          <a:solidFill>
            <a:srgbClr val="FFFFFF"/>
          </a:solidFill>
          <a:ln w="6350">
            <a:solidFill>
              <a:srgbClr val="E2E2E2"/>
            </a:solidFill>
            <a:prstDash val="solid"/>
          </a:ln>
        </p:spPr>
      </p:sp>
      <p:sp>
        <p:nvSpPr>
          <p:cNvPr id="131" name="Text 123"/>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2" name="Shape 124"/>
          <p:cNvSpPr/>
          <p:nvPr/>
        </p:nvSpPr>
        <p:spPr>
          <a:xfrm>
            <a:off x="2032528" y="3170287"/>
            <a:ext cx="640080" cy="119299"/>
          </a:xfrm>
          <a:prstGeom prst="rect">
            <a:avLst/>
          </a:prstGeom>
          <a:solidFill>
            <a:srgbClr val="FFFFFF"/>
          </a:solidFill>
          <a:ln w="6350">
            <a:solidFill>
              <a:srgbClr val="E2E2E2"/>
            </a:solidFill>
            <a:prstDash val="solid"/>
          </a:ln>
        </p:spPr>
      </p:sp>
      <p:sp>
        <p:nvSpPr>
          <p:cNvPr id="133" name="Text 125"/>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4" name="Shape 126"/>
          <p:cNvSpPr/>
          <p:nvPr/>
        </p:nvSpPr>
        <p:spPr>
          <a:xfrm>
            <a:off x="2672608" y="3170287"/>
            <a:ext cx="640080" cy="119299"/>
          </a:xfrm>
          <a:prstGeom prst="rect">
            <a:avLst/>
          </a:prstGeom>
          <a:solidFill>
            <a:srgbClr val="FFFFFF"/>
          </a:solidFill>
          <a:ln w="6350">
            <a:solidFill>
              <a:srgbClr val="E2E2E2"/>
            </a:solidFill>
            <a:prstDash val="solid"/>
          </a:ln>
        </p:spPr>
      </p:sp>
      <p:sp>
        <p:nvSpPr>
          <p:cNvPr id="135" name="Text 127"/>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6" name="Shape 128"/>
          <p:cNvSpPr/>
          <p:nvPr/>
        </p:nvSpPr>
        <p:spPr>
          <a:xfrm>
            <a:off x="3312688" y="3170287"/>
            <a:ext cx="548640" cy="119299"/>
          </a:xfrm>
          <a:prstGeom prst="rect">
            <a:avLst/>
          </a:prstGeom>
          <a:solidFill>
            <a:srgbClr val="FFFFFF"/>
          </a:solidFill>
          <a:ln w="6350">
            <a:solidFill>
              <a:srgbClr val="E2E2E2"/>
            </a:solidFill>
            <a:prstDash val="solid"/>
          </a:ln>
        </p:spPr>
      </p:sp>
      <p:sp>
        <p:nvSpPr>
          <p:cNvPr id="137" name="Text 129"/>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8" name="Shape 130"/>
          <p:cNvSpPr/>
          <p:nvPr/>
        </p:nvSpPr>
        <p:spPr>
          <a:xfrm>
            <a:off x="3861328" y="3170287"/>
            <a:ext cx="731520" cy="119299"/>
          </a:xfrm>
          <a:prstGeom prst="rect">
            <a:avLst/>
          </a:prstGeom>
          <a:solidFill>
            <a:srgbClr val="FFFFFF"/>
          </a:solidFill>
          <a:ln w="6350">
            <a:solidFill>
              <a:srgbClr val="E2E2E2"/>
            </a:solidFill>
            <a:prstDash val="solid"/>
          </a:ln>
        </p:spPr>
      </p:sp>
      <p:sp>
        <p:nvSpPr>
          <p:cNvPr id="139" name="Shape 131"/>
          <p:cNvSpPr/>
          <p:nvPr/>
        </p:nvSpPr>
        <p:spPr>
          <a:xfrm>
            <a:off x="587776" y="3289586"/>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1" name="Shape 133"/>
          <p:cNvSpPr/>
          <p:nvPr/>
        </p:nvSpPr>
        <p:spPr>
          <a:xfrm>
            <a:off x="843808" y="3289586"/>
            <a:ext cx="320040" cy="119299"/>
          </a:xfrm>
          <a:prstGeom prst="rect">
            <a:avLst/>
          </a:prstGeom>
          <a:solidFill>
            <a:srgbClr val="FFFFFF"/>
          </a:solidFill>
          <a:ln w="6350">
            <a:solidFill>
              <a:srgbClr val="E2E2E2"/>
            </a:solidFill>
            <a:prstDash val="solid"/>
          </a:ln>
        </p:spPr>
      </p:sp>
      <p:sp>
        <p:nvSpPr>
          <p:cNvPr id="142" name="Text 134"/>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3" name="Shape 135"/>
          <p:cNvSpPr/>
          <p:nvPr/>
        </p:nvSpPr>
        <p:spPr>
          <a:xfrm>
            <a:off x="1163848" y="3289586"/>
            <a:ext cx="868680" cy="119299"/>
          </a:xfrm>
          <a:prstGeom prst="rect">
            <a:avLst/>
          </a:prstGeom>
          <a:solidFill>
            <a:srgbClr val="FFFFFF"/>
          </a:solidFill>
          <a:ln w="6350">
            <a:solidFill>
              <a:srgbClr val="E2E2E2"/>
            </a:solidFill>
            <a:prstDash val="solid"/>
          </a:ln>
        </p:spPr>
      </p:sp>
      <p:sp>
        <p:nvSpPr>
          <p:cNvPr id="144" name="Text 136"/>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5" name="Shape 137"/>
          <p:cNvSpPr/>
          <p:nvPr/>
        </p:nvSpPr>
        <p:spPr>
          <a:xfrm>
            <a:off x="2032528" y="3289586"/>
            <a:ext cx="640080" cy="119299"/>
          </a:xfrm>
          <a:prstGeom prst="rect">
            <a:avLst/>
          </a:prstGeom>
          <a:solidFill>
            <a:srgbClr val="FFFFFF"/>
          </a:solidFill>
          <a:ln w="6350">
            <a:solidFill>
              <a:srgbClr val="E2E2E2"/>
            </a:solidFill>
            <a:prstDash val="solid"/>
          </a:ln>
        </p:spPr>
      </p:sp>
      <p:sp>
        <p:nvSpPr>
          <p:cNvPr id="146" name="Text 138"/>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7" name="Shape 139"/>
          <p:cNvSpPr/>
          <p:nvPr/>
        </p:nvSpPr>
        <p:spPr>
          <a:xfrm>
            <a:off x="2672608" y="3289586"/>
            <a:ext cx="640080" cy="119299"/>
          </a:xfrm>
          <a:prstGeom prst="rect">
            <a:avLst/>
          </a:prstGeom>
          <a:solidFill>
            <a:srgbClr val="FFFFFF"/>
          </a:solidFill>
          <a:ln w="6350">
            <a:solidFill>
              <a:srgbClr val="E2E2E2"/>
            </a:solidFill>
            <a:prstDash val="solid"/>
          </a:ln>
        </p:spPr>
      </p:sp>
      <p:sp>
        <p:nvSpPr>
          <p:cNvPr id="148" name="Text 140"/>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49" name="Shape 141"/>
          <p:cNvSpPr/>
          <p:nvPr/>
        </p:nvSpPr>
        <p:spPr>
          <a:xfrm>
            <a:off x="3312688" y="3289586"/>
            <a:ext cx="548640" cy="119299"/>
          </a:xfrm>
          <a:prstGeom prst="rect">
            <a:avLst/>
          </a:prstGeom>
          <a:solidFill>
            <a:srgbClr val="FFFFFF"/>
          </a:solidFill>
          <a:ln w="6350">
            <a:solidFill>
              <a:srgbClr val="E2E2E2"/>
            </a:solidFill>
            <a:prstDash val="solid"/>
          </a:ln>
        </p:spPr>
      </p:sp>
      <p:sp>
        <p:nvSpPr>
          <p:cNvPr id="150" name="Text 142"/>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1" name="Shape 143"/>
          <p:cNvSpPr/>
          <p:nvPr/>
        </p:nvSpPr>
        <p:spPr>
          <a:xfrm>
            <a:off x="3861328" y="3289586"/>
            <a:ext cx="731520" cy="119299"/>
          </a:xfrm>
          <a:prstGeom prst="rect">
            <a:avLst/>
          </a:prstGeom>
          <a:solidFill>
            <a:srgbClr val="FFFFFF"/>
          </a:solidFill>
          <a:ln w="6350">
            <a:solidFill>
              <a:srgbClr val="E2E2E2"/>
            </a:solidFill>
            <a:prstDash val="solid"/>
          </a:ln>
        </p:spPr>
      </p:sp>
      <p:sp>
        <p:nvSpPr>
          <p:cNvPr id="152" name="Shape 144"/>
          <p:cNvSpPr/>
          <p:nvPr/>
        </p:nvSpPr>
        <p:spPr>
          <a:xfrm>
            <a:off x="587776" y="3408885"/>
            <a:ext cx="256032" cy="119299"/>
          </a:xfrm>
          <a:prstGeom prst="rect">
            <a:avLst/>
          </a:prstGeom>
          <a:solidFill>
            <a:srgbClr val="F8F9FA"/>
          </a:solidFill>
          <a:ln w="6350">
            <a:solidFill>
              <a:srgbClr val="DDDDDD"/>
            </a:solidFill>
            <a:prstDash val="solid"/>
          </a:ln>
        </p:spPr>
      </p:sp>
      <p:sp>
        <p:nvSpPr>
          <p:cNvPr id="153" name="Text 14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4" name="Shape 146"/>
          <p:cNvSpPr/>
          <p:nvPr/>
        </p:nvSpPr>
        <p:spPr>
          <a:xfrm>
            <a:off x="843808" y="3408885"/>
            <a:ext cx="320040" cy="119299"/>
          </a:xfrm>
          <a:prstGeom prst="rect">
            <a:avLst/>
          </a:prstGeom>
          <a:solidFill>
            <a:srgbClr val="FFFFFF"/>
          </a:solidFill>
          <a:ln w="6350">
            <a:solidFill>
              <a:srgbClr val="E2E2E2"/>
            </a:solidFill>
            <a:prstDash val="solid"/>
          </a:ln>
        </p:spPr>
      </p:sp>
      <p:sp>
        <p:nvSpPr>
          <p:cNvPr id="155" name="Text 147"/>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6" name="Shape 148"/>
          <p:cNvSpPr/>
          <p:nvPr/>
        </p:nvSpPr>
        <p:spPr>
          <a:xfrm>
            <a:off x="1163848" y="3408885"/>
            <a:ext cx="868680" cy="119299"/>
          </a:xfrm>
          <a:prstGeom prst="rect">
            <a:avLst/>
          </a:prstGeom>
          <a:solidFill>
            <a:srgbClr val="FFFFFF"/>
          </a:solidFill>
          <a:ln w="6350">
            <a:solidFill>
              <a:srgbClr val="E2E2E2"/>
            </a:solidFill>
            <a:prstDash val="solid"/>
          </a:ln>
        </p:spPr>
      </p:sp>
      <p:sp>
        <p:nvSpPr>
          <p:cNvPr id="157" name="Text 149"/>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8" name="Shape 150"/>
          <p:cNvSpPr/>
          <p:nvPr/>
        </p:nvSpPr>
        <p:spPr>
          <a:xfrm>
            <a:off x="2032528" y="3408885"/>
            <a:ext cx="640080" cy="119299"/>
          </a:xfrm>
          <a:prstGeom prst="rect">
            <a:avLst/>
          </a:prstGeom>
          <a:solidFill>
            <a:srgbClr val="FFFFFF"/>
          </a:solidFill>
          <a:ln w="6350">
            <a:solidFill>
              <a:srgbClr val="E2E2E2"/>
            </a:solidFill>
            <a:prstDash val="solid"/>
          </a:ln>
        </p:spPr>
      </p:sp>
      <p:sp>
        <p:nvSpPr>
          <p:cNvPr id="159" name="Text 151"/>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0" name="Shape 152"/>
          <p:cNvSpPr/>
          <p:nvPr/>
        </p:nvSpPr>
        <p:spPr>
          <a:xfrm>
            <a:off x="2672608" y="3408885"/>
            <a:ext cx="640080" cy="119299"/>
          </a:xfrm>
          <a:prstGeom prst="rect">
            <a:avLst/>
          </a:prstGeom>
          <a:solidFill>
            <a:srgbClr val="FFFFFF"/>
          </a:solidFill>
          <a:ln w="6350">
            <a:solidFill>
              <a:srgbClr val="E2E2E2"/>
            </a:solidFill>
            <a:prstDash val="solid"/>
          </a:ln>
        </p:spPr>
      </p:sp>
      <p:sp>
        <p:nvSpPr>
          <p:cNvPr id="161" name="Text 153"/>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2" name="Shape 154"/>
          <p:cNvSpPr/>
          <p:nvPr/>
        </p:nvSpPr>
        <p:spPr>
          <a:xfrm>
            <a:off x="3312688" y="3408885"/>
            <a:ext cx="548640" cy="119299"/>
          </a:xfrm>
          <a:prstGeom prst="rect">
            <a:avLst/>
          </a:prstGeom>
          <a:solidFill>
            <a:srgbClr val="FFFFFF"/>
          </a:solidFill>
          <a:ln w="6350">
            <a:solidFill>
              <a:srgbClr val="E2E2E2"/>
            </a:solidFill>
            <a:prstDash val="solid"/>
          </a:ln>
        </p:spPr>
      </p:sp>
      <p:sp>
        <p:nvSpPr>
          <p:cNvPr id="163" name="Text 155"/>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4" name="Shape 156"/>
          <p:cNvSpPr/>
          <p:nvPr/>
        </p:nvSpPr>
        <p:spPr>
          <a:xfrm>
            <a:off x="3861328" y="3408885"/>
            <a:ext cx="73152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320040" cy="119299"/>
          </a:xfrm>
          <a:prstGeom prst="rect">
            <a:avLst/>
          </a:prstGeom>
          <a:solidFill>
            <a:srgbClr val="FFFFFF"/>
          </a:solidFill>
          <a:ln w="6350">
            <a:solidFill>
              <a:srgbClr val="E2E2E2"/>
            </a:solidFill>
            <a:prstDash val="solid"/>
          </a:ln>
        </p:spPr>
      </p:sp>
      <p:sp>
        <p:nvSpPr>
          <p:cNvPr id="168" name="Text 160"/>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69" name="Shape 161"/>
          <p:cNvSpPr/>
          <p:nvPr/>
        </p:nvSpPr>
        <p:spPr>
          <a:xfrm>
            <a:off x="1163848" y="3528185"/>
            <a:ext cx="868680" cy="119299"/>
          </a:xfrm>
          <a:prstGeom prst="rect">
            <a:avLst/>
          </a:prstGeom>
          <a:solidFill>
            <a:srgbClr val="FFFFFF"/>
          </a:solidFill>
          <a:ln w="6350">
            <a:solidFill>
              <a:srgbClr val="E2E2E2"/>
            </a:solidFill>
            <a:prstDash val="solid"/>
          </a:ln>
        </p:spPr>
      </p:sp>
      <p:sp>
        <p:nvSpPr>
          <p:cNvPr id="170" name="Text 162"/>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1" name="Shape 163"/>
          <p:cNvSpPr/>
          <p:nvPr/>
        </p:nvSpPr>
        <p:spPr>
          <a:xfrm>
            <a:off x="2032528" y="3528185"/>
            <a:ext cx="640080" cy="119299"/>
          </a:xfrm>
          <a:prstGeom prst="rect">
            <a:avLst/>
          </a:prstGeom>
          <a:solidFill>
            <a:srgbClr val="FFFFFF"/>
          </a:solidFill>
          <a:ln w="6350">
            <a:solidFill>
              <a:srgbClr val="E2E2E2"/>
            </a:solidFill>
            <a:prstDash val="solid"/>
          </a:ln>
        </p:spPr>
      </p:sp>
      <p:sp>
        <p:nvSpPr>
          <p:cNvPr id="172" name="Text 164"/>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3" name="Shape 165"/>
          <p:cNvSpPr/>
          <p:nvPr/>
        </p:nvSpPr>
        <p:spPr>
          <a:xfrm>
            <a:off x="2672608" y="3528185"/>
            <a:ext cx="640080" cy="119299"/>
          </a:xfrm>
          <a:prstGeom prst="rect">
            <a:avLst/>
          </a:prstGeom>
          <a:solidFill>
            <a:srgbClr val="FFFFFF"/>
          </a:solidFill>
          <a:ln w="6350">
            <a:solidFill>
              <a:srgbClr val="E2E2E2"/>
            </a:solidFill>
            <a:prstDash val="solid"/>
          </a:ln>
        </p:spPr>
      </p:sp>
      <p:sp>
        <p:nvSpPr>
          <p:cNvPr id="174" name="Text 166"/>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5" name="Shape 167"/>
          <p:cNvSpPr/>
          <p:nvPr/>
        </p:nvSpPr>
        <p:spPr>
          <a:xfrm>
            <a:off x="3312688" y="3528185"/>
            <a:ext cx="548640" cy="119299"/>
          </a:xfrm>
          <a:prstGeom prst="rect">
            <a:avLst/>
          </a:prstGeom>
          <a:solidFill>
            <a:srgbClr val="FFFFFF"/>
          </a:solidFill>
          <a:ln w="6350">
            <a:solidFill>
              <a:srgbClr val="E2E2E2"/>
            </a:solidFill>
            <a:prstDash val="solid"/>
          </a:ln>
        </p:spPr>
      </p:sp>
      <p:sp>
        <p:nvSpPr>
          <p:cNvPr id="176" name="Text 168"/>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7" name="Shape 169"/>
          <p:cNvSpPr/>
          <p:nvPr/>
        </p:nvSpPr>
        <p:spPr>
          <a:xfrm>
            <a:off x="3861328" y="3528185"/>
            <a:ext cx="731520" cy="119299"/>
          </a:xfrm>
          <a:prstGeom prst="rect">
            <a:avLst/>
          </a:prstGeom>
          <a:solidFill>
            <a:srgbClr val="FFFFFF"/>
          </a:solidFill>
          <a:ln w="6350">
            <a:solidFill>
              <a:srgbClr val="E2E2E2"/>
            </a:solidFill>
            <a:prstDash val="solid"/>
          </a:ln>
        </p:spPr>
      </p:sp>
      <p:sp>
        <p:nvSpPr>
          <p:cNvPr id="178" name="Shape 170"/>
          <p:cNvSpPr/>
          <p:nvPr/>
        </p:nvSpPr>
        <p:spPr>
          <a:xfrm>
            <a:off x="587776" y="3647484"/>
            <a:ext cx="256032" cy="119299"/>
          </a:xfrm>
          <a:prstGeom prst="rect">
            <a:avLst/>
          </a:prstGeom>
          <a:solidFill>
            <a:srgbClr val="F8F9FA"/>
          </a:solidFill>
          <a:ln w="6350">
            <a:solidFill>
              <a:srgbClr val="DDDDDD"/>
            </a:solidFill>
            <a:prstDash val="solid"/>
          </a:ln>
        </p:spPr>
      </p:sp>
      <p:sp>
        <p:nvSpPr>
          <p:cNvPr id="179" name="Text 171"/>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0" name="Shape 172"/>
          <p:cNvSpPr/>
          <p:nvPr/>
        </p:nvSpPr>
        <p:spPr>
          <a:xfrm>
            <a:off x="843808" y="3647484"/>
            <a:ext cx="320040" cy="119299"/>
          </a:xfrm>
          <a:prstGeom prst="rect">
            <a:avLst/>
          </a:prstGeom>
          <a:solidFill>
            <a:srgbClr val="FFFFFF"/>
          </a:solidFill>
          <a:ln w="6350">
            <a:solidFill>
              <a:srgbClr val="E2E2E2"/>
            </a:solidFill>
            <a:prstDash val="solid"/>
          </a:ln>
        </p:spPr>
      </p:sp>
      <p:sp>
        <p:nvSpPr>
          <p:cNvPr id="181" name="Text 173"/>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2" name="Shape 174"/>
          <p:cNvSpPr/>
          <p:nvPr/>
        </p:nvSpPr>
        <p:spPr>
          <a:xfrm>
            <a:off x="1163848" y="3647484"/>
            <a:ext cx="868680" cy="119299"/>
          </a:xfrm>
          <a:prstGeom prst="rect">
            <a:avLst/>
          </a:prstGeom>
          <a:solidFill>
            <a:srgbClr val="FFFFFF"/>
          </a:solidFill>
          <a:ln w="6350">
            <a:solidFill>
              <a:srgbClr val="E2E2E2"/>
            </a:solidFill>
            <a:prstDash val="solid"/>
          </a:ln>
        </p:spPr>
      </p:sp>
      <p:sp>
        <p:nvSpPr>
          <p:cNvPr id="183" name="Text 175"/>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4" name="Shape 176"/>
          <p:cNvSpPr/>
          <p:nvPr/>
        </p:nvSpPr>
        <p:spPr>
          <a:xfrm>
            <a:off x="2032528" y="3647484"/>
            <a:ext cx="640080" cy="119299"/>
          </a:xfrm>
          <a:prstGeom prst="rect">
            <a:avLst/>
          </a:prstGeom>
          <a:solidFill>
            <a:srgbClr val="FFFFFF"/>
          </a:solidFill>
          <a:ln w="6350">
            <a:solidFill>
              <a:srgbClr val="E2E2E2"/>
            </a:solidFill>
            <a:prstDash val="solid"/>
          </a:ln>
        </p:spPr>
      </p:sp>
      <p:sp>
        <p:nvSpPr>
          <p:cNvPr id="185" name="Text 177"/>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6" name="Shape 178"/>
          <p:cNvSpPr/>
          <p:nvPr/>
        </p:nvSpPr>
        <p:spPr>
          <a:xfrm>
            <a:off x="2672608" y="3647484"/>
            <a:ext cx="640080" cy="119299"/>
          </a:xfrm>
          <a:prstGeom prst="rect">
            <a:avLst/>
          </a:prstGeom>
          <a:solidFill>
            <a:srgbClr val="FFFFFF"/>
          </a:solidFill>
          <a:ln w="6350">
            <a:solidFill>
              <a:srgbClr val="E2E2E2"/>
            </a:solidFill>
            <a:prstDash val="solid"/>
          </a:ln>
        </p:spPr>
      </p:sp>
      <p:sp>
        <p:nvSpPr>
          <p:cNvPr id="187" name="Text 179"/>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8" name="Shape 180"/>
          <p:cNvSpPr/>
          <p:nvPr/>
        </p:nvSpPr>
        <p:spPr>
          <a:xfrm>
            <a:off x="3312688" y="3647484"/>
            <a:ext cx="548640" cy="119299"/>
          </a:xfrm>
          <a:prstGeom prst="rect">
            <a:avLst/>
          </a:prstGeom>
          <a:solidFill>
            <a:srgbClr val="FFFFFF"/>
          </a:solidFill>
          <a:ln w="6350">
            <a:solidFill>
              <a:srgbClr val="E2E2E2"/>
            </a:solidFill>
            <a:prstDash val="solid"/>
          </a:ln>
        </p:spPr>
      </p:sp>
      <p:sp>
        <p:nvSpPr>
          <p:cNvPr id="189" name="Text 181"/>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0" name="Shape 182"/>
          <p:cNvSpPr/>
          <p:nvPr/>
        </p:nvSpPr>
        <p:spPr>
          <a:xfrm>
            <a:off x="3861328" y="3647484"/>
            <a:ext cx="731520" cy="119299"/>
          </a:xfrm>
          <a:prstGeom prst="rect">
            <a:avLst/>
          </a:prstGeom>
          <a:solidFill>
            <a:srgbClr val="FFFFFF"/>
          </a:solidFill>
          <a:ln w="6350">
            <a:solidFill>
              <a:srgbClr val="E2E2E2"/>
            </a:solidFill>
            <a:prstDash val="solid"/>
          </a:ln>
        </p:spPr>
      </p:sp>
      <p:sp>
        <p:nvSpPr>
          <p:cNvPr id="191" name="Shape 183"/>
          <p:cNvSpPr/>
          <p:nvPr/>
        </p:nvSpPr>
        <p:spPr>
          <a:xfrm>
            <a:off x="843808" y="2693089"/>
            <a:ext cx="3749040" cy="119299"/>
          </a:xfrm>
          <a:prstGeom prst="rect">
            <a:avLst/>
          </a:prstGeom>
          <a:solidFill>
            <a:srgbClr val="1A73E8">
              <a:alpha val="12000"/>
            </a:srgbClr>
          </a:solidFill>
          <a:ln w="19050">
            <a:solidFill>
              <a:srgbClr val="1A73E8"/>
            </a:solidFill>
            <a:prstDash val="solid"/>
          </a:ln>
        </p:spPr>
      </p:sp>
      <p:sp>
        <p:nvSpPr>
          <p:cNvPr id="192" name="Shape 184"/>
          <p:cNvSpPr/>
          <p:nvPr/>
        </p:nvSpPr>
        <p:spPr>
          <a:xfrm>
            <a:off x="587776" y="3794216"/>
            <a:ext cx="4950927" cy="201168"/>
          </a:xfrm>
          <a:prstGeom prst="rect">
            <a:avLst/>
          </a:prstGeom>
          <a:solidFill>
            <a:srgbClr val="F8F9FA"/>
          </a:solidFill>
          <a:ln w="12700">
            <a:solidFill>
              <a:srgbClr val="F8F9FA"/>
            </a:solidFill>
            <a:prstDash val="solid"/>
          </a:ln>
        </p:spPr>
      </p:sp>
      <p:sp>
        <p:nvSpPr>
          <p:cNvPr id="193" name="Text 18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4" name="Shape 186"/>
          <p:cNvSpPr/>
          <p:nvPr/>
        </p:nvSpPr>
        <p:spPr>
          <a:xfrm>
            <a:off x="1136416" y="3794216"/>
            <a:ext cx="731520" cy="201168"/>
          </a:xfrm>
          <a:prstGeom prst="rect">
            <a:avLst/>
          </a:prstGeom>
          <a:solidFill>
            <a:srgbClr val="E1EFFE"/>
          </a:solidFill>
          <a:ln w="12700">
            <a:solidFill>
              <a:srgbClr val="E1EFFE"/>
            </a:solidFill>
            <a:prstDash val="solid"/>
          </a:ln>
        </p:spPr>
      </p:sp>
      <p:sp>
        <p:nvSpPr>
          <p:cNvPr id="195" name="Text 18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6" name="Shape 188"/>
          <p:cNvSpPr/>
          <p:nvPr/>
        </p:nvSpPr>
        <p:spPr>
          <a:xfrm>
            <a:off x="2526304" y="2080013"/>
            <a:ext cx="219456" cy="219456"/>
          </a:xfrm>
          <a:prstGeom prst="roundRect">
            <a:avLst>
              <a:gd name="adj" fmla="val 20833"/>
            </a:avLst>
          </a:prstGeom>
          <a:solidFill>
            <a:srgbClr val="FFFFFF">
              <a:alpha val="0"/>
            </a:srgbClr>
          </a:solidFill>
          <a:ln w="31750">
            <a:solidFill>
              <a:srgbClr val="E53935"/>
            </a:solidFill>
            <a:prstDash val="solid"/>
          </a:ln>
        </p:spPr>
      </p:sp>
      <p:sp>
        <p:nvSpPr>
          <p:cNvPr id="197" name="Shape 189"/>
          <p:cNvSpPr/>
          <p:nvPr/>
        </p:nvSpPr>
        <p:spPr>
          <a:xfrm>
            <a:off x="2608600" y="1942853"/>
            <a:ext cx="274320" cy="274320"/>
          </a:xfrm>
          <a:prstGeom prst="ellipse">
            <a:avLst/>
          </a:prstGeom>
          <a:solidFill>
            <a:srgbClr val="E53935"/>
          </a:solidFill>
          <a:ln w="12700">
            <a:solidFill>
              <a:srgbClr val="FFFFFF"/>
            </a:solidFill>
            <a:prstDash val="solid"/>
          </a:ln>
        </p:spPr>
      </p:sp>
      <p:sp>
        <p:nvSpPr>
          <p:cNvPr id="198" name="Text 190"/>
          <p:cNvSpPr txBox="1"/>
          <p:nvPr/>
        </p:nvSpPr>
        <p:spPr>
          <a:xfrm>
            <a:off x="2608600"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99" name="Image 6" descr="preencoded.png">    </p:cNvPr>
          <p:cNvPicPr>
            <a:picLocks noChangeAspect="1"/>
          </p:cNvPicPr>
          <p:nvPr/>
        </p:nvPicPr>
        <p:blipFill>
          <a:blip r:embed="rId7"/>
          <a:stretch>
            <a:fillRect/>
          </a:stretch>
        </p:blipFill>
        <p:spPr>
          <a:xfrm>
            <a:off x="2645176" y="2198885"/>
            <a:ext cx="237744" cy="237744"/>
          </a:xfrm>
          <a:prstGeom prst="rect">
            <a:avLst/>
          </a:prstGeom>
        </p:spPr>
      </p:pic>
      <p:sp>
        <p:nvSpPr>
          <p:cNvPr id="200" name="Shape 191"/>
          <p:cNvSpPr/>
          <p:nvPr/>
        </p:nvSpPr>
        <p:spPr>
          <a:xfrm>
            <a:off x="3184672" y="2080013"/>
            <a:ext cx="237744" cy="219456"/>
          </a:xfrm>
          <a:prstGeom prst="roundRect">
            <a:avLst>
              <a:gd name="adj" fmla="val 20833"/>
            </a:avLst>
          </a:prstGeom>
          <a:solidFill>
            <a:srgbClr val="FFFFFF">
              <a:alpha val="0"/>
            </a:srgbClr>
          </a:solidFill>
          <a:ln w="31750">
            <a:solidFill>
              <a:srgbClr val="E53935"/>
            </a:solidFill>
            <a:prstDash val="solid"/>
          </a:ln>
        </p:spPr>
      </p:sp>
      <p:sp>
        <p:nvSpPr>
          <p:cNvPr id="201" name="Shape 192"/>
          <p:cNvSpPr/>
          <p:nvPr/>
        </p:nvSpPr>
        <p:spPr>
          <a:xfrm>
            <a:off x="3285256" y="1942853"/>
            <a:ext cx="274320" cy="274320"/>
          </a:xfrm>
          <a:prstGeom prst="ellipse">
            <a:avLst/>
          </a:prstGeom>
          <a:solidFill>
            <a:srgbClr val="E53935"/>
          </a:solidFill>
          <a:ln w="12700">
            <a:solidFill>
              <a:srgbClr val="FFFFFF"/>
            </a:solidFill>
            <a:prstDash val="solid"/>
          </a:ln>
        </p:spPr>
      </p:sp>
      <p:sp>
        <p:nvSpPr>
          <p:cNvPr id="202" name="Text 193"/>
          <p:cNvSpPr txBox="1"/>
          <p:nvPr/>
        </p:nvSpPr>
        <p:spPr>
          <a:xfrm>
            <a:off x="3285256"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3" name="Image 7" descr="preencoded.png">    </p:cNvPr>
          <p:cNvPicPr>
            <a:picLocks noChangeAspect="1"/>
          </p:cNvPicPr>
          <p:nvPr/>
        </p:nvPicPr>
        <p:blipFill>
          <a:blip r:embed="rId8"/>
          <a:stretch>
            <a:fillRect/>
          </a:stretch>
        </p:blipFill>
        <p:spPr>
          <a:xfrm>
            <a:off x="3313603" y="2198885"/>
            <a:ext cx="237744" cy="237744"/>
          </a:xfrm>
          <a:prstGeom prst="rect">
            <a:avLst/>
          </a:prstGeom>
        </p:spPr>
      </p:pic>
      <p:sp>
        <p:nvSpPr>
          <p:cNvPr id="204" name="Shape 194"/>
          <p:cNvSpPr/>
          <p:nvPr/>
        </p:nvSpPr>
        <p:spPr>
          <a:xfrm>
            <a:off x="2965216" y="2080013"/>
            <a:ext cx="219456" cy="219456"/>
          </a:xfrm>
          <a:prstGeom prst="roundRect">
            <a:avLst>
              <a:gd name="adj" fmla="val 20833"/>
            </a:avLst>
          </a:prstGeom>
          <a:solidFill>
            <a:srgbClr val="FFFFFF">
              <a:alpha val="0"/>
            </a:srgbClr>
          </a:solidFill>
          <a:ln w="31750">
            <a:solidFill>
              <a:srgbClr val="E53935"/>
            </a:solidFill>
            <a:prstDash val="solid"/>
          </a:ln>
        </p:spPr>
      </p:sp>
      <p:sp>
        <p:nvSpPr>
          <p:cNvPr id="205" name="Shape 195"/>
          <p:cNvSpPr/>
          <p:nvPr/>
        </p:nvSpPr>
        <p:spPr>
          <a:xfrm>
            <a:off x="3047512" y="1942853"/>
            <a:ext cx="274320" cy="274320"/>
          </a:xfrm>
          <a:prstGeom prst="ellipse">
            <a:avLst/>
          </a:prstGeom>
          <a:solidFill>
            <a:srgbClr val="E53935"/>
          </a:solidFill>
          <a:ln w="12700">
            <a:solidFill>
              <a:srgbClr val="FFFFFF"/>
            </a:solidFill>
            <a:prstDash val="solid"/>
          </a:ln>
        </p:spPr>
      </p:sp>
      <p:sp>
        <p:nvSpPr>
          <p:cNvPr id="206" name="Text 196"/>
          <p:cNvSpPr txBox="1"/>
          <p:nvPr/>
        </p:nvSpPr>
        <p:spPr>
          <a:xfrm>
            <a:off x="3047512"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207" name="Image 8" descr="preencoded.png">    </p:cNvPr>
          <p:cNvPicPr>
            <a:picLocks noChangeAspect="1"/>
          </p:cNvPicPr>
          <p:nvPr/>
        </p:nvPicPr>
        <p:blipFill>
          <a:blip r:embed="rId9"/>
          <a:stretch>
            <a:fillRect/>
          </a:stretch>
        </p:blipFill>
        <p:spPr>
          <a:xfrm>
            <a:off x="3084088" y="2198885"/>
            <a:ext cx="237744" cy="237744"/>
          </a:xfrm>
          <a:prstGeom prst="rect">
            <a:avLst/>
          </a:prstGeom>
        </p:spPr>
      </p:pic>
      <p:sp>
        <p:nvSpPr>
          <p:cNvPr id="208" name="Text 19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09" name="Text 19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Tebalkan dan warnai baris judul</a:t>
            </a:r>
            <a:endParaRPr lang="en-US" sz="1800" dirty="0"/>
          </a:p>
        </p:txBody>
      </p:sp>
      <p:sp>
        <p:nvSpPr>
          <p:cNvPr id="210" name="Text 19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angka 1 di kiri untuk memilih baris 1. Klik B (tebal), lalu ikon ember warna (Fill color) dan pilih hijau tua. Ubah warna huruf menjadi putih.</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D3E3FD"/>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Shape 92"/>
          <p:cNvSpPr/>
          <p:nvPr/>
        </p:nvSpPr>
        <p:spPr>
          <a:xfrm>
            <a:off x="587776" y="2931688"/>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2" name="Shape 94"/>
          <p:cNvSpPr/>
          <p:nvPr/>
        </p:nvSpPr>
        <p:spPr>
          <a:xfrm>
            <a:off x="843808" y="2931688"/>
            <a:ext cx="320040" cy="119299"/>
          </a:xfrm>
          <a:prstGeom prst="rect">
            <a:avLst/>
          </a:prstGeom>
          <a:solidFill>
            <a:srgbClr val="FFFFFF"/>
          </a:solidFill>
          <a:ln w="6350">
            <a:solidFill>
              <a:srgbClr val="E2E2E2"/>
            </a:solidFill>
            <a:prstDash val="solid"/>
          </a:ln>
        </p:spPr>
      </p:sp>
      <p:sp>
        <p:nvSpPr>
          <p:cNvPr id="103" name="Text 95"/>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4" name="Shape 96"/>
          <p:cNvSpPr/>
          <p:nvPr/>
        </p:nvSpPr>
        <p:spPr>
          <a:xfrm>
            <a:off x="1163848" y="2931688"/>
            <a:ext cx="868680" cy="119299"/>
          </a:xfrm>
          <a:prstGeom prst="rect">
            <a:avLst/>
          </a:prstGeom>
          <a:solidFill>
            <a:srgbClr val="FFFFFF"/>
          </a:solidFill>
          <a:ln w="6350">
            <a:solidFill>
              <a:srgbClr val="E2E2E2"/>
            </a:solidFill>
            <a:prstDash val="solid"/>
          </a:ln>
        </p:spPr>
      </p:sp>
      <p:sp>
        <p:nvSpPr>
          <p:cNvPr id="105" name="Text 97"/>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6" name="Shape 98"/>
          <p:cNvSpPr/>
          <p:nvPr/>
        </p:nvSpPr>
        <p:spPr>
          <a:xfrm>
            <a:off x="2032528" y="2931688"/>
            <a:ext cx="640080" cy="119299"/>
          </a:xfrm>
          <a:prstGeom prst="rect">
            <a:avLst/>
          </a:prstGeom>
          <a:solidFill>
            <a:srgbClr val="FFFFFF"/>
          </a:solidFill>
          <a:ln w="6350">
            <a:solidFill>
              <a:srgbClr val="E2E2E2"/>
            </a:solidFill>
            <a:prstDash val="solid"/>
          </a:ln>
        </p:spPr>
      </p:sp>
      <p:sp>
        <p:nvSpPr>
          <p:cNvPr id="107" name="Text 99"/>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8" name="Shape 100"/>
          <p:cNvSpPr/>
          <p:nvPr/>
        </p:nvSpPr>
        <p:spPr>
          <a:xfrm>
            <a:off x="2672608" y="2931688"/>
            <a:ext cx="640080" cy="119299"/>
          </a:xfrm>
          <a:prstGeom prst="rect">
            <a:avLst/>
          </a:prstGeom>
          <a:solidFill>
            <a:srgbClr val="FFFFFF"/>
          </a:solidFill>
          <a:ln w="6350">
            <a:solidFill>
              <a:srgbClr val="E2E2E2"/>
            </a:solidFill>
            <a:prstDash val="solid"/>
          </a:ln>
        </p:spPr>
      </p:sp>
      <p:sp>
        <p:nvSpPr>
          <p:cNvPr id="109" name="Text 101"/>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0" name="Shape 102"/>
          <p:cNvSpPr/>
          <p:nvPr/>
        </p:nvSpPr>
        <p:spPr>
          <a:xfrm>
            <a:off x="3312688" y="2931688"/>
            <a:ext cx="548640" cy="119299"/>
          </a:xfrm>
          <a:prstGeom prst="rect">
            <a:avLst/>
          </a:prstGeom>
          <a:solidFill>
            <a:srgbClr val="FFFFFF"/>
          </a:solidFill>
          <a:ln w="6350">
            <a:solidFill>
              <a:srgbClr val="E2E2E2"/>
            </a:solidFill>
            <a:prstDash val="solid"/>
          </a:ln>
        </p:spPr>
      </p:sp>
      <p:sp>
        <p:nvSpPr>
          <p:cNvPr id="111" name="Text 103"/>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2" name="Shape 104"/>
          <p:cNvSpPr/>
          <p:nvPr/>
        </p:nvSpPr>
        <p:spPr>
          <a:xfrm>
            <a:off x="3861328" y="2931688"/>
            <a:ext cx="731520" cy="119299"/>
          </a:xfrm>
          <a:prstGeom prst="rect">
            <a:avLst/>
          </a:prstGeom>
          <a:solidFill>
            <a:srgbClr val="FFFFFF"/>
          </a:solidFill>
          <a:ln w="6350">
            <a:solidFill>
              <a:srgbClr val="E2E2E2"/>
            </a:solidFill>
            <a:prstDash val="solid"/>
          </a:ln>
        </p:spPr>
      </p:sp>
      <p:sp>
        <p:nvSpPr>
          <p:cNvPr id="113" name="Shape 105"/>
          <p:cNvSpPr/>
          <p:nvPr/>
        </p:nvSpPr>
        <p:spPr>
          <a:xfrm>
            <a:off x="587776" y="30509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5" name="Shape 107"/>
          <p:cNvSpPr/>
          <p:nvPr/>
        </p:nvSpPr>
        <p:spPr>
          <a:xfrm>
            <a:off x="843808" y="3050987"/>
            <a:ext cx="320040" cy="119299"/>
          </a:xfrm>
          <a:prstGeom prst="rect">
            <a:avLst/>
          </a:prstGeom>
          <a:solidFill>
            <a:srgbClr val="FFFFFF"/>
          </a:solidFill>
          <a:ln w="6350">
            <a:solidFill>
              <a:srgbClr val="E2E2E2"/>
            </a:solidFill>
            <a:prstDash val="solid"/>
          </a:ln>
        </p:spPr>
      </p:sp>
      <p:sp>
        <p:nvSpPr>
          <p:cNvPr id="116" name="Text 108"/>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7" name="Shape 109"/>
          <p:cNvSpPr/>
          <p:nvPr/>
        </p:nvSpPr>
        <p:spPr>
          <a:xfrm>
            <a:off x="1163848" y="3050987"/>
            <a:ext cx="868680" cy="119299"/>
          </a:xfrm>
          <a:prstGeom prst="rect">
            <a:avLst/>
          </a:prstGeom>
          <a:solidFill>
            <a:srgbClr val="FFFFFF"/>
          </a:solidFill>
          <a:ln w="6350">
            <a:solidFill>
              <a:srgbClr val="E2E2E2"/>
            </a:solidFill>
            <a:prstDash val="solid"/>
          </a:ln>
        </p:spPr>
      </p:sp>
      <p:sp>
        <p:nvSpPr>
          <p:cNvPr id="118" name="Text 110"/>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9" name="Shape 111"/>
          <p:cNvSpPr/>
          <p:nvPr/>
        </p:nvSpPr>
        <p:spPr>
          <a:xfrm>
            <a:off x="2032528" y="3050987"/>
            <a:ext cx="640080" cy="119299"/>
          </a:xfrm>
          <a:prstGeom prst="rect">
            <a:avLst/>
          </a:prstGeom>
          <a:solidFill>
            <a:srgbClr val="FFFFFF"/>
          </a:solidFill>
          <a:ln w="6350">
            <a:solidFill>
              <a:srgbClr val="E2E2E2"/>
            </a:solidFill>
            <a:prstDash val="solid"/>
          </a:ln>
        </p:spPr>
      </p:sp>
      <p:sp>
        <p:nvSpPr>
          <p:cNvPr id="120" name="Text 112"/>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1" name="Shape 113"/>
          <p:cNvSpPr/>
          <p:nvPr/>
        </p:nvSpPr>
        <p:spPr>
          <a:xfrm>
            <a:off x="267260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3" name="Shape 115"/>
          <p:cNvSpPr/>
          <p:nvPr/>
        </p:nvSpPr>
        <p:spPr>
          <a:xfrm>
            <a:off x="3312688" y="3050987"/>
            <a:ext cx="548640" cy="119299"/>
          </a:xfrm>
          <a:prstGeom prst="rect">
            <a:avLst/>
          </a:prstGeom>
          <a:solidFill>
            <a:srgbClr val="FFFFFF"/>
          </a:solidFill>
          <a:ln w="6350">
            <a:solidFill>
              <a:srgbClr val="E2E2E2"/>
            </a:solidFill>
            <a:prstDash val="solid"/>
          </a:ln>
        </p:spPr>
      </p:sp>
      <p:sp>
        <p:nvSpPr>
          <p:cNvPr id="124" name="Text 116"/>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5" name="Shape 117"/>
          <p:cNvSpPr/>
          <p:nvPr/>
        </p:nvSpPr>
        <p:spPr>
          <a:xfrm>
            <a:off x="3861328" y="3050987"/>
            <a:ext cx="731520" cy="119299"/>
          </a:xfrm>
          <a:prstGeom prst="rect">
            <a:avLst/>
          </a:prstGeom>
          <a:solidFill>
            <a:srgbClr val="FFFFFF"/>
          </a:solidFill>
          <a:ln w="6350">
            <a:solidFill>
              <a:srgbClr val="E2E2E2"/>
            </a:solidFill>
            <a:prstDash val="solid"/>
          </a:ln>
        </p:spPr>
      </p:sp>
      <p:sp>
        <p:nvSpPr>
          <p:cNvPr id="126" name="Shape 118"/>
          <p:cNvSpPr/>
          <p:nvPr/>
        </p:nvSpPr>
        <p:spPr>
          <a:xfrm>
            <a:off x="587776" y="3170287"/>
            <a:ext cx="256032" cy="119299"/>
          </a:xfrm>
          <a:prstGeom prst="rect">
            <a:avLst/>
          </a:prstGeom>
          <a:solidFill>
            <a:srgbClr val="F8F9FA"/>
          </a:solidFill>
          <a:ln w="6350">
            <a:solidFill>
              <a:srgbClr val="DDDDDD"/>
            </a:solidFill>
            <a:prstDash val="solid"/>
          </a:ln>
        </p:spPr>
      </p:sp>
      <p:sp>
        <p:nvSpPr>
          <p:cNvPr id="127" name="Text 119"/>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8" name="Shape 120"/>
          <p:cNvSpPr/>
          <p:nvPr/>
        </p:nvSpPr>
        <p:spPr>
          <a:xfrm>
            <a:off x="843808" y="3170287"/>
            <a:ext cx="320040" cy="119299"/>
          </a:xfrm>
          <a:prstGeom prst="rect">
            <a:avLst/>
          </a:prstGeom>
          <a:solidFill>
            <a:srgbClr val="FFFFFF"/>
          </a:solidFill>
          <a:ln w="6350">
            <a:solidFill>
              <a:srgbClr val="E2E2E2"/>
            </a:solidFill>
            <a:prstDash val="solid"/>
          </a:ln>
        </p:spPr>
      </p:sp>
      <p:sp>
        <p:nvSpPr>
          <p:cNvPr id="129" name="Text 121"/>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0" name="Shape 122"/>
          <p:cNvSpPr/>
          <p:nvPr/>
        </p:nvSpPr>
        <p:spPr>
          <a:xfrm>
            <a:off x="1163848" y="3170287"/>
            <a:ext cx="868680" cy="119299"/>
          </a:xfrm>
          <a:prstGeom prst="rect">
            <a:avLst/>
          </a:prstGeom>
          <a:solidFill>
            <a:srgbClr val="FFFFFF"/>
          </a:solidFill>
          <a:ln w="6350">
            <a:solidFill>
              <a:srgbClr val="E2E2E2"/>
            </a:solidFill>
            <a:prstDash val="solid"/>
          </a:ln>
        </p:spPr>
      </p:sp>
      <p:sp>
        <p:nvSpPr>
          <p:cNvPr id="131" name="Text 123"/>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2" name="Shape 124"/>
          <p:cNvSpPr/>
          <p:nvPr/>
        </p:nvSpPr>
        <p:spPr>
          <a:xfrm>
            <a:off x="2032528" y="3170287"/>
            <a:ext cx="640080" cy="119299"/>
          </a:xfrm>
          <a:prstGeom prst="rect">
            <a:avLst/>
          </a:prstGeom>
          <a:solidFill>
            <a:srgbClr val="FFFFFF"/>
          </a:solidFill>
          <a:ln w="6350">
            <a:solidFill>
              <a:srgbClr val="E2E2E2"/>
            </a:solidFill>
            <a:prstDash val="solid"/>
          </a:ln>
        </p:spPr>
      </p:sp>
      <p:sp>
        <p:nvSpPr>
          <p:cNvPr id="133" name="Text 125"/>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4" name="Shape 126"/>
          <p:cNvSpPr/>
          <p:nvPr/>
        </p:nvSpPr>
        <p:spPr>
          <a:xfrm>
            <a:off x="2672608" y="3170287"/>
            <a:ext cx="640080" cy="119299"/>
          </a:xfrm>
          <a:prstGeom prst="rect">
            <a:avLst/>
          </a:prstGeom>
          <a:solidFill>
            <a:srgbClr val="FFFFFF"/>
          </a:solidFill>
          <a:ln w="6350">
            <a:solidFill>
              <a:srgbClr val="E2E2E2"/>
            </a:solidFill>
            <a:prstDash val="solid"/>
          </a:ln>
        </p:spPr>
      </p:sp>
      <p:sp>
        <p:nvSpPr>
          <p:cNvPr id="135" name="Text 127"/>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6" name="Shape 128"/>
          <p:cNvSpPr/>
          <p:nvPr/>
        </p:nvSpPr>
        <p:spPr>
          <a:xfrm>
            <a:off x="3312688" y="3170287"/>
            <a:ext cx="548640" cy="119299"/>
          </a:xfrm>
          <a:prstGeom prst="rect">
            <a:avLst/>
          </a:prstGeom>
          <a:solidFill>
            <a:srgbClr val="FFFFFF"/>
          </a:solidFill>
          <a:ln w="6350">
            <a:solidFill>
              <a:srgbClr val="E2E2E2"/>
            </a:solidFill>
            <a:prstDash val="solid"/>
          </a:ln>
        </p:spPr>
      </p:sp>
      <p:sp>
        <p:nvSpPr>
          <p:cNvPr id="137" name="Text 129"/>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8" name="Shape 130"/>
          <p:cNvSpPr/>
          <p:nvPr/>
        </p:nvSpPr>
        <p:spPr>
          <a:xfrm>
            <a:off x="3861328" y="3170287"/>
            <a:ext cx="731520" cy="119299"/>
          </a:xfrm>
          <a:prstGeom prst="rect">
            <a:avLst/>
          </a:prstGeom>
          <a:solidFill>
            <a:srgbClr val="FFFFFF"/>
          </a:solidFill>
          <a:ln w="6350">
            <a:solidFill>
              <a:srgbClr val="E2E2E2"/>
            </a:solidFill>
            <a:prstDash val="solid"/>
          </a:ln>
        </p:spPr>
      </p:sp>
      <p:sp>
        <p:nvSpPr>
          <p:cNvPr id="139" name="Shape 131"/>
          <p:cNvSpPr/>
          <p:nvPr/>
        </p:nvSpPr>
        <p:spPr>
          <a:xfrm>
            <a:off x="587776" y="3289586"/>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1" name="Shape 133"/>
          <p:cNvSpPr/>
          <p:nvPr/>
        </p:nvSpPr>
        <p:spPr>
          <a:xfrm>
            <a:off x="843808" y="3289586"/>
            <a:ext cx="320040" cy="119299"/>
          </a:xfrm>
          <a:prstGeom prst="rect">
            <a:avLst/>
          </a:prstGeom>
          <a:solidFill>
            <a:srgbClr val="FFFFFF"/>
          </a:solidFill>
          <a:ln w="6350">
            <a:solidFill>
              <a:srgbClr val="E2E2E2"/>
            </a:solidFill>
            <a:prstDash val="solid"/>
          </a:ln>
        </p:spPr>
      </p:sp>
      <p:sp>
        <p:nvSpPr>
          <p:cNvPr id="142" name="Text 134"/>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3" name="Shape 135"/>
          <p:cNvSpPr/>
          <p:nvPr/>
        </p:nvSpPr>
        <p:spPr>
          <a:xfrm>
            <a:off x="1163848" y="3289586"/>
            <a:ext cx="868680" cy="119299"/>
          </a:xfrm>
          <a:prstGeom prst="rect">
            <a:avLst/>
          </a:prstGeom>
          <a:solidFill>
            <a:srgbClr val="FFFFFF"/>
          </a:solidFill>
          <a:ln w="6350">
            <a:solidFill>
              <a:srgbClr val="E2E2E2"/>
            </a:solidFill>
            <a:prstDash val="solid"/>
          </a:ln>
        </p:spPr>
      </p:sp>
      <p:sp>
        <p:nvSpPr>
          <p:cNvPr id="144" name="Text 136"/>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5" name="Shape 137"/>
          <p:cNvSpPr/>
          <p:nvPr/>
        </p:nvSpPr>
        <p:spPr>
          <a:xfrm>
            <a:off x="2032528" y="3289586"/>
            <a:ext cx="640080" cy="119299"/>
          </a:xfrm>
          <a:prstGeom prst="rect">
            <a:avLst/>
          </a:prstGeom>
          <a:solidFill>
            <a:srgbClr val="FFFFFF"/>
          </a:solidFill>
          <a:ln w="6350">
            <a:solidFill>
              <a:srgbClr val="E2E2E2"/>
            </a:solidFill>
            <a:prstDash val="solid"/>
          </a:ln>
        </p:spPr>
      </p:sp>
      <p:sp>
        <p:nvSpPr>
          <p:cNvPr id="146" name="Text 138"/>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7" name="Shape 139"/>
          <p:cNvSpPr/>
          <p:nvPr/>
        </p:nvSpPr>
        <p:spPr>
          <a:xfrm>
            <a:off x="2672608" y="3289586"/>
            <a:ext cx="640080" cy="119299"/>
          </a:xfrm>
          <a:prstGeom prst="rect">
            <a:avLst/>
          </a:prstGeom>
          <a:solidFill>
            <a:srgbClr val="FFFFFF"/>
          </a:solidFill>
          <a:ln w="6350">
            <a:solidFill>
              <a:srgbClr val="E2E2E2"/>
            </a:solidFill>
            <a:prstDash val="solid"/>
          </a:ln>
        </p:spPr>
      </p:sp>
      <p:sp>
        <p:nvSpPr>
          <p:cNvPr id="148" name="Text 140"/>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49" name="Shape 141"/>
          <p:cNvSpPr/>
          <p:nvPr/>
        </p:nvSpPr>
        <p:spPr>
          <a:xfrm>
            <a:off x="3312688" y="3289586"/>
            <a:ext cx="548640" cy="119299"/>
          </a:xfrm>
          <a:prstGeom prst="rect">
            <a:avLst/>
          </a:prstGeom>
          <a:solidFill>
            <a:srgbClr val="FFFFFF"/>
          </a:solidFill>
          <a:ln w="6350">
            <a:solidFill>
              <a:srgbClr val="E2E2E2"/>
            </a:solidFill>
            <a:prstDash val="solid"/>
          </a:ln>
        </p:spPr>
      </p:sp>
      <p:sp>
        <p:nvSpPr>
          <p:cNvPr id="150" name="Text 142"/>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1" name="Shape 143"/>
          <p:cNvSpPr/>
          <p:nvPr/>
        </p:nvSpPr>
        <p:spPr>
          <a:xfrm>
            <a:off x="3861328" y="3289586"/>
            <a:ext cx="731520" cy="119299"/>
          </a:xfrm>
          <a:prstGeom prst="rect">
            <a:avLst/>
          </a:prstGeom>
          <a:solidFill>
            <a:srgbClr val="FFFFFF"/>
          </a:solidFill>
          <a:ln w="6350">
            <a:solidFill>
              <a:srgbClr val="E2E2E2"/>
            </a:solidFill>
            <a:prstDash val="solid"/>
          </a:ln>
        </p:spPr>
      </p:sp>
      <p:sp>
        <p:nvSpPr>
          <p:cNvPr id="152" name="Shape 144"/>
          <p:cNvSpPr/>
          <p:nvPr/>
        </p:nvSpPr>
        <p:spPr>
          <a:xfrm>
            <a:off x="587776" y="3408885"/>
            <a:ext cx="256032" cy="119299"/>
          </a:xfrm>
          <a:prstGeom prst="rect">
            <a:avLst/>
          </a:prstGeom>
          <a:solidFill>
            <a:srgbClr val="F8F9FA"/>
          </a:solidFill>
          <a:ln w="6350">
            <a:solidFill>
              <a:srgbClr val="DDDDDD"/>
            </a:solidFill>
            <a:prstDash val="solid"/>
          </a:ln>
        </p:spPr>
      </p:sp>
      <p:sp>
        <p:nvSpPr>
          <p:cNvPr id="153" name="Text 14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4" name="Shape 146"/>
          <p:cNvSpPr/>
          <p:nvPr/>
        </p:nvSpPr>
        <p:spPr>
          <a:xfrm>
            <a:off x="843808" y="3408885"/>
            <a:ext cx="320040" cy="119299"/>
          </a:xfrm>
          <a:prstGeom prst="rect">
            <a:avLst/>
          </a:prstGeom>
          <a:solidFill>
            <a:srgbClr val="FFFFFF"/>
          </a:solidFill>
          <a:ln w="6350">
            <a:solidFill>
              <a:srgbClr val="E2E2E2"/>
            </a:solidFill>
            <a:prstDash val="solid"/>
          </a:ln>
        </p:spPr>
      </p:sp>
      <p:sp>
        <p:nvSpPr>
          <p:cNvPr id="155" name="Text 147"/>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6" name="Shape 148"/>
          <p:cNvSpPr/>
          <p:nvPr/>
        </p:nvSpPr>
        <p:spPr>
          <a:xfrm>
            <a:off x="1163848" y="3408885"/>
            <a:ext cx="868680" cy="119299"/>
          </a:xfrm>
          <a:prstGeom prst="rect">
            <a:avLst/>
          </a:prstGeom>
          <a:solidFill>
            <a:srgbClr val="FFFFFF"/>
          </a:solidFill>
          <a:ln w="6350">
            <a:solidFill>
              <a:srgbClr val="E2E2E2"/>
            </a:solidFill>
            <a:prstDash val="solid"/>
          </a:ln>
        </p:spPr>
      </p:sp>
      <p:sp>
        <p:nvSpPr>
          <p:cNvPr id="157" name="Text 149"/>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8" name="Shape 150"/>
          <p:cNvSpPr/>
          <p:nvPr/>
        </p:nvSpPr>
        <p:spPr>
          <a:xfrm>
            <a:off x="2032528" y="3408885"/>
            <a:ext cx="640080" cy="119299"/>
          </a:xfrm>
          <a:prstGeom prst="rect">
            <a:avLst/>
          </a:prstGeom>
          <a:solidFill>
            <a:srgbClr val="FFFFFF"/>
          </a:solidFill>
          <a:ln w="6350">
            <a:solidFill>
              <a:srgbClr val="E2E2E2"/>
            </a:solidFill>
            <a:prstDash val="solid"/>
          </a:ln>
        </p:spPr>
      </p:sp>
      <p:sp>
        <p:nvSpPr>
          <p:cNvPr id="159" name="Text 151"/>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0" name="Shape 152"/>
          <p:cNvSpPr/>
          <p:nvPr/>
        </p:nvSpPr>
        <p:spPr>
          <a:xfrm>
            <a:off x="2672608" y="3408885"/>
            <a:ext cx="640080" cy="119299"/>
          </a:xfrm>
          <a:prstGeom prst="rect">
            <a:avLst/>
          </a:prstGeom>
          <a:solidFill>
            <a:srgbClr val="FFFFFF"/>
          </a:solidFill>
          <a:ln w="6350">
            <a:solidFill>
              <a:srgbClr val="E2E2E2"/>
            </a:solidFill>
            <a:prstDash val="solid"/>
          </a:ln>
        </p:spPr>
      </p:sp>
      <p:sp>
        <p:nvSpPr>
          <p:cNvPr id="161" name="Text 153"/>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2" name="Shape 154"/>
          <p:cNvSpPr/>
          <p:nvPr/>
        </p:nvSpPr>
        <p:spPr>
          <a:xfrm>
            <a:off x="3312688" y="3408885"/>
            <a:ext cx="548640" cy="119299"/>
          </a:xfrm>
          <a:prstGeom prst="rect">
            <a:avLst/>
          </a:prstGeom>
          <a:solidFill>
            <a:srgbClr val="FFFFFF"/>
          </a:solidFill>
          <a:ln w="6350">
            <a:solidFill>
              <a:srgbClr val="E2E2E2"/>
            </a:solidFill>
            <a:prstDash val="solid"/>
          </a:ln>
        </p:spPr>
      </p:sp>
      <p:sp>
        <p:nvSpPr>
          <p:cNvPr id="163" name="Text 155"/>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4" name="Shape 156"/>
          <p:cNvSpPr/>
          <p:nvPr/>
        </p:nvSpPr>
        <p:spPr>
          <a:xfrm>
            <a:off x="3861328" y="3408885"/>
            <a:ext cx="73152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320040" cy="119299"/>
          </a:xfrm>
          <a:prstGeom prst="rect">
            <a:avLst/>
          </a:prstGeom>
          <a:solidFill>
            <a:srgbClr val="FFFFFF"/>
          </a:solidFill>
          <a:ln w="6350">
            <a:solidFill>
              <a:srgbClr val="E2E2E2"/>
            </a:solidFill>
            <a:prstDash val="solid"/>
          </a:ln>
        </p:spPr>
      </p:sp>
      <p:sp>
        <p:nvSpPr>
          <p:cNvPr id="168" name="Text 160"/>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69" name="Shape 161"/>
          <p:cNvSpPr/>
          <p:nvPr/>
        </p:nvSpPr>
        <p:spPr>
          <a:xfrm>
            <a:off x="1163848" y="3528185"/>
            <a:ext cx="868680" cy="119299"/>
          </a:xfrm>
          <a:prstGeom prst="rect">
            <a:avLst/>
          </a:prstGeom>
          <a:solidFill>
            <a:srgbClr val="FFFFFF"/>
          </a:solidFill>
          <a:ln w="6350">
            <a:solidFill>
              <a:srgbClr val="E2E2E2"/>
            </a:solidFill>
            <a:prstDash val="solid"/>
          </a:ln>
        </p:spPr>
      </p:sp>
      <p:sp>
        <p:nvSpPr>
          <p:cNvPr id="170" name="Text 162"/>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1" name="Shape 163"/>
          <p:cNvSpPr/>
          <p:nvPr/>
        </p:nvSpPr>
        <p:spPr>
          <a:xfrm>
            <a:off x="2032528" y="3528185"/>
            <a:ext cx="640080" cy="119299"/>
          </a:xfrm>
          <a:prstGeom prst="rect">
            <a:avLst/>
          </a:prstGeom>
          <a:solidFill>
            <a:srgbClr val="FFFFFF"/>
          </a:solidFill>
          <a:ln w="6350">
            <a:solidFill>
              <a:srgbClr val="E2E2E2"/>
            </a:solidFill>
            <a:prstDash val="solid"/>
          </a:ln>
        </p:spPr>
      </p:sp>
      <p:sp>
        <p:nvSpPr>
          <p:cNvPr id="172" name="Text 164"/>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3" name="Shape 165"/>
          <p:cNvSpPr/>
          <p:nvPr/>
        </p:nvSpPr>
        <p:spPr>
          <a:xfrm>
            <a:off x="2672608" y="3528185"/>
            <a:ext cx="640080" cy="119299"/>
          </a:xfrm>
          <a:prstGeom prst="rect">
            <a:avLst/>
          </a:prstGeom>
          <a:solidFill>
            <a:srgbClr val="FFFFFF"/>
          </a:solidFill>
          <a:ln w="6350">
            <a:solidFill>
              <a:srgbClr val="E2E2E2"/>
            </a:solidFill>
            <a:prstDash val="solid"/>
          </a:ln>
        </p:spPr>
      </p:sp>
      <p:sp>
        <p:nvSpPr>
          <p:cNvPr id="174" name="Text 166"/>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5" name="Shape 167"/>
          <p:cNvSpPr/>
          <p:nvPr/>
        </p:nvSpPr>
        <p:spPr>
          <a:xfrm>
            <a:off x="3312688" y="3528185"/>
            <a:ext cx="548640" cy="119299"/>
          </a:xfrm>
          <a:prstGeom prst="rect">
            <a:avLst/>
          </a:prstGeom>
          <a:solidFill>
            <a:srgbClr val="FFFFFF"/>
          </a:solidFill>
          <a:ln w="6350">
            <a:solidFill>
              <a:srgbClr val="E2E2E2"/>
            </a:solidFill>
            <a:prstDash val="solid"/>
          </a:ln>
        </p:spPr>
      </p:sp>
      <p:sp>
        <p:nvSpPr>
          <p:cNvPr id="176" name="Text 168"/>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7" name="Shape 169"/>
          <p:cNvSpPr/>
          <p:nvPr/>
        </p:nvSpPr>
        <p:spPr>
          <a:xfrm>
            <a:off x="3861328" y="3528185"/>
            <a:ext cx="731520" cy="119299"/>
          </a:xfrm>
          <a:prstGeom prst="rect">
            <a:avLst/>
          </a:prstGeom>
          <a:solidFill>
            <a:srgbClr val="FFFFFF"/>
          </a:solidFill>
          <a:ln w="6350">
            <a:solidFill>
              <a:srgbClr val="E2E2E2"/>
            </a:solidFill>
            <a:prstDash val="solid"/>
          </a:ln>
        </p:spPr>
      </p:sp>
      <p:sp>
        <p:nvSpPr>
          <p:cNvPr id="178" name="Shape 170"/>
          <p:cNvSpPr/>
          <p:nvPr/>
        </p:nvSpPr>
        <p:spPr>
          <a:xfrm>
            <a:off x="587776" y="3647484"/>
            <a:ext cx="256032" cy="119299"/>
          </a:xfrm>
          <a:prstGeom prst="rect">
            <a:avLst/>
          </a:prstGeom>
          <a:solidFill>
            <a:srgbClr val="F8F9FA"/>
          </a:solidFill>
          <a:ln w="6350">
            <a:solidFill>
              <a:srgbClr val="DDDDDD"/>
            </a:solidFill>
            <a:prstDash val="solid"/>
          </a:ln>
        </p:spPr>
      </p:sp>
      <p:sp>
        <p:nvSpPr>
          <p:cNvPr id="179" name="Text 171"/>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0" name="Shape 172"/>
          <p:cNvSpPr/>
          <p:nvPr/>
        </p:nvSpPr>
        <p:spPr>
          <a:xfrm>
            <a:off x="843808" y="3647484"/>
            <a:ext cx="320040" cy="119299"/>
          </a:xfrm>
          <a:prstGeom prst="rect">
            <a:avLst/>
          </a:prstGeom>
          <a:solidFill>
            <a:srgbClr val="FFFFFF"/>
          </a:solidFill>
          <a:ln w="6350">
            <a:solidFill>
              <a:srgbClr val="E2E2E2"/>
            </a:solidFill>
            <a:prstDash val="solid"/>
          </a:ln>
        </p:spPr>
      </p:sp>
      <p:sp>
        <p:nvSpPr>
          <p:cNvPr id="181" name="Text 173"/>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2" name="Shape 174"/>
          <p:cNvSpPr/>
          <p:nvPr/>
        </p:nvSpPr>
        <p:spPr>
          <a:xfrm>
            <a:off x="1163848" y="3647484"/>
            <a:ext cx="868680" cy="119299"/>
          </a:xfrm>
          <a:prstGeom prst="rect">
            <a:avLst/>
          </a:prstGeom>
          <a:solidFill>
            <a:srgbClr val="FFFFFF"/>
          </a:solidFill>
          <a:ln w="6350">
            <a:solidFill>
              <a:srgbClr val="E2E2E2"/>
            </a:solidFill>
            <a:prstDash val="solid"/>
          </a:ln>
        </p:spPr>
      </p:sp>
      <p:sp>
        <p:nvSpPr>
          <p:cNvPr id="183" name="Text 175"/>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4" name="Shape 176"/>
          <p:cNvSpPr/>
          <p:nvPr/>
        </p:nvSpPr>
        <p:spPr>
          <a:xfrm>
            <a:off x="2032528" y="3647484"/>
            <a:ext cx="640080" cy="119299"/>
          </a:xfrm>
          <a:prstGeom prst="rect">
            <a:avLst/>
          </a:prstGeom>
          <a:solidFill>
            <a:srgbClr val="FFFFFF"/>
          </a:solidFill>
          <a:ln w="6350">
            <a:solidFill>
              <a:srgbClr val="E2E2E2"/>
            </a:solidFill>
            <a:prstDash val="solid"/>
          </a:ln>
        </p:spPr>
      </p:sp>
      <p:sp>
        <p:nvSpPr>
          <p:cNvPr id="185" name="Text 177"/>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6" name="Shape 178"/>
          <p:cNvSpPr/>
          <p:nvPr/>
        </p:nvSpPr>
        <p:spPr>
          <a:xfrm>
            <a:off x="2672608" y="3647484"/>
            <a:ext cx="640080" cy="119299"/>
          </a:xfrm>
          <a:prstGeom prst="rect">
            <a:avLst/>
          </a:prstGeom>
          <a:solidFill>
            <a:srgbClr val="FFFFFF"/>
          </a:solidFill>
          <a:ln w="6350">
            <a:solidFill>
              <a:srgbClr val="E2E2E2"/>
            </a:solidFill>
            <a:prstDash val="solid"/>
          </a:ln>
        </p:spPr>
      </p:sp>
      <p:sp>
        <p:nvSpPr>
          <p:cNvPr id="187" name="Text 179"/>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8" name="Shape 180"/>
          <p:cNvSpPr/>
          <p:nvPr/>
        </p:nvSpPr>
        <p:spPr>
          <a:xfrm>
            <a:off x="3312688" y="3647484"/>
            <a:ext cx="548640" cy="119299"/>
          </a:xfrm>
          <a:prstGeom prst="rect">
            <a:avLst/>
          </a:prstGeom>
          <a:solidFill>
            <a:srgbClr val="FFFFFF"/>
          </a:solidFill>
          <a:ln w="6350">
            <a:solidFill>
              <a:srgbClr val="E2E2E2"/>
            </a:solidFill>
            <a:prstDash val="solid"/>
          </a:ln>
        </p:spPr>
      </p:sp>
      <p:sp>
        <p:nvSpPr>
          <p:cNvPr id="189" name="Text 181"/>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0" name="Shape 182"/>
          <p:cNvSpPr/>
          <p:nvPr/>
        </p:nvSpPr>
        <p:spPr>
          <a:xfrm>
            <a:off x="3861328" y="3647484"/>
            <a:ext cx="731520" cy="119299"/>
          </a:xfrm>
          <a:prstGeom prst="rect">
            <a:avLst/>
          </a:prstGeom>
          <a:solidFill>
            <a:srgbClr val="FFFFFF"/>
          </a:solidFill>
          <a:ln w="6350">
            <a:solidFill>
              <a:srgbClr val="E2E2E2"/>
            </a:solidFill>
            <a:prstDash val="solid"/>
          </a:ln>
        </p:spPr>
      </p:sp>
      <p:sp>
        <p:nvSpPr>
          <p:cNvPr id="191" name="Shape 183"/>
          <p:cNvSpPr/>
          <p:nvPr/>
        </p:nvSpPr>
        <p:spPr>
          <a:xfrm>
            <a:off x="587776" y="3794216"/>
            <a:ext cx="4950927" cy="201168"/>
          </a:xfrm>
          <a:prstGeom prst="rect">
            <a:avLst/>
          </a:prstGeom>
          <a:solidFill>
            <a:srgbClr val="F8F9FA"/>
          </a:solidFill>
          <a:ln w="12700">
            <a:solidFill>
              <a:srgbClr val="F8F9FA"/>
            </a:solidFill>
            <a:prstDash val="solid"/>
          </a:ln>
        </p:spPr>
      </p:sp>
      <p:sp>
        <p:nvSpPr>
          <p:cNvPr id="192" name="Text 184"/>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3" name="Shape 185"/>
          <p:cNvSpPr/>
          <p:nvPr/>
        </p:nvSpPr>
        <p:spPr>
          <a:xfrm>
            <a:off x="1136416" y="3794216"/>
            <a:ext cx="731520" cy="201168"/>
          </a:xfrm>
          <a:prstGeom prst="rect">
            <a:avLst/>
          </a:prstGeom>
          <a:solidFill>
            <a:srgbClr val="E1EFFE"/>
          </a:solidFill>
          <a:ln w="12700">
            <a:solidFill>
              <a:srgbClr val="E1EFFE"/>
            </a:solidFill>
            <a:prstDash val="solid"/>
          </a:ln>
        </p:spPr>
      </p:sp>
      <p:sp>
        <p:nvSpPr>
          <p:cNvPr id="194" name="Text 186"/>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5" name="Shape 187"/>
          <p:cNvSpPr/>
          <p:nvPr/>
        </p:nvSpPr>
        <p:spPr>
          <a:xfrm>
            <a:off x="1959376" y="2546357"/>
            <a:ext cx="146304" cy="174163"/>
          </a:xfrm>
          <a:prstGeom prst="roundRect">
            <a:avLst>
              <a:gd name="adj" fmla="val 31250"/>
            </a:avLst>
          </a:prstGeom>
          <a:solidFill>
            <a:srgbClr val="FFFFFF">
              <a:alpha val="0"/>
            </a:srgbClr>
          </a:solidFill>
          <a:ln w="31750">
            <a:solidFill>
              <a:srgbClr val="E53935"/>
            </a:solidFill>
            <a:prstDash val="solid"/>
          </a:ln>
        </p:spPr>
      </p:sp>
      <p:sp>
        <p:nvSpPr>
          <p:cNvPr id="196" name="Shape 188"/>
          <p:cNvSpPr/>
          <p:nvPr/>
        </p:nvSpPr>
        <p:spPr>
          <a:xfrm>
            <a:off x="1968520" y="2409197"/>
            <a:ext cx="274320" cy="274320"/>
          </a:xfrm>
          <a:prstGeom prst="ellipse">
            <a:avLst/>
          </a:prstGeom>
          <a:solidFill>
            <a:srgbClr val="E53935"/>
          </a:solidFill>
          <a:ln w="12700">
            <a:solidFill>
              <a:srgbClr val="FFFFFF"/>
            </a:solidFill>
            <a:prstDash val="solid"/>
          </a:ln>
        </p:spPr>
      </p:sp>
      <p:sp>
        <p:nvSpPr>
          <p:cNvPr id="197" name="Text 189"/>
          <p:cNvSpPr txBox="1"/>
          <p:nvPr/>
        </p:nvSpPr>
        <p:spPr>
          <a:xfrm>
            <a:off x="1968520" y="24091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98" name="Image 6" descr="preencoded.png">    </p:cNvPr>
          <p:cNvPicPr>
            <a:picLocks noChangeAspect="1"/>
          </p:cNvPicPr>
          <p:nvPr/>
        </p:nvPicPr>
        <p:blipFill>
          <a:blip r:embed="rId7"/>
          <a:stretch>
            <a:fillRect/>
          </a:stretch>
        </p:blipFill>
        <p:spPr>
          <a:xfrm>
            <a:off x="2037100" y="2639404"/>
            <a:ext cx="237744" cy="237744"/>
          </a:xfrm>
          <a:prstGeom prst="rect">
            <a:avLst/>
          </a:prstGeom>
        </p:spPr>
      </p:pic>
      <p:sp>
        <p:nvSpPr>
          <p:cNvPr id="199" name="Text 19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00" name="Text 19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lebar kolom</a:t>
            </a:r>
            <a:endParaRPr lang="en-US" sz="1800" dirty="0"/>
          </a:p>
        </p:txBody>
      </p:sp>
      <p:sp>
        <p:nvSpPr>
          <p:cNvPr id="201" name="Text 19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Arahkan kursor ke garis di antara huruf kolom (misalnya antara B dan C). Klik dua kali agar lebar menyesuaikan isi.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Shape 92"/>
          <p:cNvSpPr/>
          <p:nvPr/>
        </p:nvSpPr>
        <p:spPr>
          <a:xfrm>
            <a:off x="587776" y="2931688"/>
            <a:ext cx="256032" cy="119299"/>
          </a:xfrm>
          <a:prstGeom prst="rect">
            <a:avLst/>
          </a:prstGeom>
          <a:solidFill>
            <a:srgbClr val="F8F9FA"/>
          </a:solidFill>
          <a:ln w="6350">
            <a:solidFill>
              <a:srgbClr val="DDDDDD"/>
            </a:solidFill>
            <a:prstDash val="solid"/>
          </a:ln>
        </p:spPr>
      </p:sp>
      <p:sp>
        <p:nvSpPr>
          <p:cNvPr id="101" name="Text 93"/>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2" name="Shape 94"/>
          <p:cNvSpPr/>
          <p:nvPr/>
        </p:nvSpPr>
        <p:spPr>
          <a:xfrm>
            <a:off x="843808" y="2931688"/>
            <a:ext cx="320040" cy="119299"/>
          </a:xfrm>
          <a:prstGeom prst="rect">
            <a:avLst/>
          </a:prstGeom>
          <a:solidFill>
            <a:srgbClr val="FFFFFF"/>
          </a:solidFill>
          <a:ln w="6350">
            <a:solidFill>
              <a:srgbClr val="E2E2E2"/>
            </a:solidFill>
            <a:prstDash val="solid"/>
          </a:ln>
        </p:spPr>
      </p:sp>
      <p:sp>
        <p:nvSpPr>
          <p:cNvPr id="103" name="Text 95"/>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4" name="Shape 96"/>
          <p:cNvSpPr/>
          <p:nvPr/>
        </p:nvSpPr>
        <p:spPr>
          <a:xfrm>
            <a:off x="1163848" y="2931688"/>
            <a:ext cx="868680" cy="119299"/>
          </a:xfrm>
          <a:prstGeom prst="rect">
            <a:avLst/>
          </a:prstGeom>
          <a:solidFill>
            <a:srgbClr val="FFFFFF"/>
          </a:solidFill>
          <a:ln w="6350">
            <a:solidFill>
              <a:srgbClr val="E2E2E2"/>
            </a:solidFill>
            <a:prstDash val="solid"/>
          </a:ln>
        </p:spPr>
      </p:sp>
      <p:sp>
        <p:nvSpPr>
          <p:cNvPr id="105" name="Text 97"/>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6" name="Shape 98"/>
          <p:cNvSpPr/>
          <p:nvPr/>
        </p:nvSpPr>
        <p:spPr>
          <a:xfrm>
            <a:off x="2032528" y="2931688"/>
            <a:ext cx="640080" cy="119299"/>
          </a:xfrm>
          <a:prstGeom prst="rect">
            <a:avLst/>
          </a:prstGeom>
          <a:solidFill>
            <a:srgbClr val="FFFFFF"/>
          </a:solidFill>
          <a:ln w="6350">
            <a:solidFill>
              <a:srgbClr val="E2E2E2"/>
            </a:solidFill>
            <a:prstDash val="solid"/>
          </a:ln>
        </p:spPr>
      </p:sp>
      <p:sp>
        <p:nvSpPr>
          <p:cNvPr id="107" name="Text 99"/>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8" name="Shape 100"/>
          <p:cNvSpPr/>
          <p:nvPr/>
        </p:nvSpPr>
        <p:spPr>
          <a:xfrm>
            <a:off x="2672608" y="2931688"/>
            <a:ext cx="640080" cy="119299"/>
          </a:xfrm>
          <a:prstGeom prst="rect">
            <a:avLst/>
          </a:prstGeom>
          <a:solidFill>
            <a:srgbClr val="FFFFFF"/>
          </a:solidFill>
          <a:ln w="6350">
            <a:solidFill>
              <a:srgbClr val="E2E2E2"/>
            </a:solidFill>
            <a:prstDash val="solid"/>
          </a:ln>
        </p:spPr>
      </p:sp>
      <p:sp>
        <p:nvSpPr>
          <p:cNvPr id="109" name="Text 101"/>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0" name="Shape 102"/>
          <p:cNvSpPr/>
          <p:nvPr/>
        </p:nvSpPr>
        <p:spPr>
          <a:xfrm>
            <a:off x="3312688" y="2931688"/>
            <a:ext cx="548640" cy="119299"/>
          </a:xfrm>
          <a:prstGeom prst="rect">
            <a:avLst/>
          </a:prstGeom>
          <a:solidFill>
            <a:srgbClr val="FFFFFF"/>
          </a:solidFill>
          <a:ln w="6350">
            <a:solidFill>
              <a:srgbClr val="E2E2E2"/>
            </a:solidFill>
            <a:prstDash val="solid"/>
          </a:ln>
        </p:spPr>
      </p:sp>
      <p:sp>
        <p:nvSpPr>
          <p:cNvPr id="111" name="Text 103"/>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2" name="Shape 104"/>
          <p:cNvSpPr/>
          <p:nvPr/>
        </p:nvSpPr>
        <p:spPr>
          <a:xfrm>
            <a:off x="3861328" y="2931688"/>
            <a:ext cx="731520" cy="119299"/>
          </a:xfrm>
          <a:prstGeom prst="rect">
            <a:avLst/>
          </a:prstGeom>
          <a:solidFill>
            <a:srgbClr val="FFFFFF"/>
          </a:solidFill>
          <a:ln w="6350">
            <a:solidFill>
              <a:srgbClr val="E2E2E2"/>
            </a:solidFill>
            <a:prstDash val="solid"/>
          </a:ln>
        </p:spPr>
      </p:sp>
      <p:sp>
        <p:nvSpPr>
          <p:cNvPr id="113" name="Shape 105"/>
          <p:cNvSpPr/>
          <p:nvPr/>
        </p:nvSpPr>
        <p:spPr>
          <a:xfrm>
            <a:off x="587776" y="3050987"/>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5" name="Shape 107"/>
          <p:cNvSpPr/>
          <p:nvPr/>
        </p:nvSpPr>
        <p:spPr>
          <a:xfrm>
            <a:off x="843808" y="3050987"/>
            <a:ext cx="320040" cy="119299"/>
          </a:xfrm>
          <a:prstGeom prst="rect">
            <a:avLst/>
          </a:prstGeom>
          <a:solidFill>
            <a:srgbClr val="FFFFFF"/>
          </a:solidFill>
          <a:ln w="6350">
            <a:solidFill>
              <a:srgbClr val="E2E2E2"/>
            </a:solidFill>
            <a:prstDash val="solid"/>
          </a:ln>
        </p:spPr>
      </p:sp>
      <p:sp>
        <p:nvSpPr>
          <p:cNvPr id="116" name="Text 108"/>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7" name="Shape 109"/>
          <p:cNvSpPr/>
          <p:nvPr/>
        </p:nvSpPr>
        <p:spPr>
          <a:xfrm>
            <a:off x="1163848" y="3050987"/>
            <a:ext cx="868680" cy="119299"/>
          </a:xfrm>
          <a:prstGeom prst="rect">
            <a:avLst/>
          </a:prstGeom>
          <a:solidFill>
            <a:srgbClr val="FFFFFF"/>
          </a:solidFill>
          <a:ln w="6350">
            <a:solidFill>
              <a:srgbClr val="E2E2E2"/>
            </a:solidFill>
            <a:prstDash val="solid"/>
          </a:ln>
        </p:spPr>
      </p:sp>
      <p:sp>
        <p:nvSpPr>
          <p:cNvPr id="118" name="Text 110"/>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19" name="Shape 111"/>
          <p:cNvSpPr/>
          <p:nvPr/>
        </p:nvSpPr>
        <p:spPr>
          <a:xfrm>
            <a:off x="2032528" y="3050987"/>
            <a:ext cx="640080" cy="119299"/>
          </a:xfrm>
          <a:prstGeom prst="rect">
            <a:avLst/>
          </a:prstGeom>
          <a:solidFill>
            <a:srgbClr val="FFFFFF"/>
          </a:solidFill>
          <a:ln w="6350">
            <a:solidFill>
              <a:srgbClr val="E2E2E2"/>
            </a:solidFill>
            <a:prstDash val="solid"/>
          </a:ln>
        </p:spPr>
      </p:sp>
      <p:sp>
        <p:nvSpPr>
          <p:cNvPr id="120" name="Text 112"/>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1" name="Shape 113"/>
          <p:cNvSpPr/>
          <p:nvPr/>
        </p:nvSpPr>
        <p:spPr>
          <a:xfrm>
            <a:off x="267260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3" name="Shape 115"/>
          <p:cNvSpPr/>
          <p:nvPr/>
        </p:nvSpPr>
        <p:spPr>
          <a:xfrm>
            <a:off x="3312688" y="3050987"/>
            <a:ext cx="548640" cy="119299"/>
          </a:xfrm>
          <a:prstGeom prst="rect">
            <a:avLst/>
          </a:prstGeom>
          <a:solidFill>
            <a:srgbClr val="FFFFFF"/>
          </a:solidFill>
          <a:ln w="6350">
            <a:solidFill>
              <a:srgbClr val="E2E2E2"/>
            </a:solidFill>
            <a:prstDash val="solid"/>
          </a:ln>
        </p:spPr>
      </p:sp>
      <p:sp>
        <p:nvSpPr>
          <p:cNvPr id="124" name="Text 116"/>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5" name="Shape 117"/>
          <p:cNvSpPr/>
          <p:nvPr/>
        </p:nvSpPr>
        <p:spPr>
          <a:xfrm>
            <a:off x="3861328" y="3050987"/>
            <a:ext cx="731520" cy="119299"/>
          </a:xfrm>
          <a:prstGeom prst="rect">
            <a:avLst/>
          </a:prstGeom>
          <a:solidFill>
            <a:srgbClr val="FFFFFF"/>
          </a:solidFill>
          <a:ln w="6350">
            <a:solidFill>
              <a:srgbClr val="E2E2E2"/>
            </a:solidFill>
            <a:prstDash val="solid"/>
          </a:ln>
        </p:spPr>
      </p:sp>
      <p:sp>
        <p:nvSpPr>
          <p:cNvPr id="126" name="Shape 118"/>
          <p:cNvSpPr/>
          <p:nvPr/>
        </p:nvSpPr>
        <p:spPr>
          <a:xfrm>
            <a:off x="587776" y="3170287"/>
            <a:ext cx="256032" cy="119299"/>
          </a:xfrm>
          <a:prstGeom prst="rect">
            <a:avLst/>
          </a:prstGeom>
          <a:solidFill>
            <a:srgbClr val="F8F9FA"/>
          </a:solidFill>
          <a:ln w="6350">
            <a:solidFill>
              <a:srgbClr val="DDDDDD"/>
            </a:solidFill>
            <a:prstDash val="solid"/>
          </a:ln>
        </p:spPr>
      </p:sp>
      <p:sp>
        <p:nvSpPr>
          <p:cNvPr id="127" name="Text 119"/>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8" name="Shape 120"/>
          <p:cNvSpPr/>
          <p:nvPr/>
        </p:nvSpPr>
        <p:spPr>
          <a:xfrm>
            <a:off x="843808" y="3170287"/>
            <a:ext cx="320040" cy="119299"/>
          </a:xfrm>
          <a:prstGeom prst="rect">
            <a:avLst/>
          </a:prstGeom>
          <a:solidFill>
            <a:srgbClr val="FFFFFF"/>
          </a:solidFill>
          <a:ln w="6350">
            <a:solidFill>
              <a:srgbClr val="E2E2E2"/>
            </a:solidFill>
            <a:prstDash val="solid"/>
          </a:ln>
        </p:spPr>
      </p:sp>
      <p:sp>
        <p:nvSpPr>
          <p:cNvPr id="129" name="Text 121"/>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0" name="Shape 122"/>
          <p:cNvSpPr/>
          <p:nvPr/>
        </p:nvSpPr>
        <p:spPr>
          <a:xfrm>
            <a:off x="1163848" y="3170287"/>
            <a:ext cx="868680" cy="119299"/>
          </a:xfrm>
          <a:prstGeom prst="rect">
            <a:avLst/>
          </a:prstGeom>
          <a:solidFill>
            <a:srgbClr val="FFFFFF"/>
          </a:solidFill>
          <a:ln w="6350">
            <a:solidFill>
              <a:srgbClr val="E2E2E2"/>
            </a:solidFill>
            <a:prstDash val="solid"/>
          </a:ln>
        </p:spPr>
      </p:sp>
      <p:sp>
        <p:nvSpPr>
          <p:cNvPr id="131" name="Text 123"/>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2" name="Shape 124"/>
          <p:cNvSpPr/>
          <p:nvPr/>
        </p:nvSpPr>
        <p:spPr>
          <a:xfrm>
            <a:off x="2032528" y="3170287"/>
            <a:ext cx="640080" cy="119299"/>
          </a:xfrm>
          <a:prstGeom prst="rect">
            <a:avLst/>
          </a:prstGeom>
          <a:solidFill>
            <a:srgbClr val="FFFFFF"/>
          </a:solidFill>
          <a:ln w="6350">
            <a:solidFill>
              <a:srgbClr val="E2E2E2"/>
            </a:solidFill>
            <a:prstDash val="solid"/>
          </a:ln>
        </p:spPr>
      </p:sp>
      <p:sp>
        <p:nvSpPr>
          <p:cNvPr id="133" name="Text 125"/>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4" name="Shape 126"/>
          <p:cNvSpPr/>
          <p:nvPr/>
        </p:nvSpPr>
        <p:spPr>
          <a:xfrm>
            <a:off x="2672608" y="3170287"/>
            <a:ext cx="640080" cy="119299"/>
          </a:xfrm>
          <a:prstGeom prst="rect">
            <a:avLst/>
          </a:prstGeom>
          <a:solidFill>
            <a:srgbClr val="FFFFFF"/>
          </a:solidFill>
          <a:ln w="6350">
            <a:solidFill>
              <a:srgbClr val="E2E2E2"/>
            </a:solidFill>
            <a:prstDash val="solid"/>
          </a:ln>
        </p:spPr>
      </p:sp>
      <p:sp>
        <p:nvSpPr>
          <p:cNvPr id="135" name="Text 127"/>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6" name="Shape 128"/>
          <p:cNvSpPr/>
          <p:nvPr/>
        </p:nvSpPr>
        <p:spPr>
          <a:xfrm>
            <a:off x="3312688" y="3170287"/>
            <a:ext cx="548640" cy="119299"/>
          </a:xfrm>
          <a:prstGeom prst="rect">
            <a:avLst/>
          </a:prstGeom>
          <a:solidFill>
            <a:srgbClr val="FFFFFF"/>
          </a:solidFill>
          <a:ln w="6350">
            <a:solidFill>
              <a:srgbClr val="E2E2E2"/>
            </a:solidFill>
            <a:prstDash val="solid"/>
          </a:ln>
        </p:spPr>
      </p:sp>
      <p:sp>
        <p:nvSpPr>
          <p:cNvPr id="137" name="Text 129"/>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8" name="Shape 130"/>
          <p:cNvSpPr/>
          <p:nvPr/>
        </p:nvSpPr>
        <p:spPr>
          <a:xfrm>
            <a:off x="3861328" y="3170287"/>
            <a:ext cx="731520" cy="119299"/>
          </a:xfrm>
          <a:prstGeom prst="rect">
            <a:avLst/>
          </a:prstGeom>
          <a:solidFill>
            <a:srgbClr val="FFFFFF"/>
          </a:solidFill>
          <a:ln w="6350">
            <a:solidFill>
              <a:srgbClr val="E2E2E2"/>
            </a:solidFill>
            <a:prstDash val="solid"/>
          </a:ln>
        </p:spPr>
      </p:sp>
      <p:sp>
        <p:nvSpPr>
          <p:cNvPr id="139" name="Shape 131"/>
          <p:cNvSpPr/>
          <p:nvPr/>
        </p:nvSpPr>
        <p:spPr>
          <a:xfrm>
            <a:off x="587776" y="3289586"/>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1" name="Shape 133"/>
          <p:cNvSpPr/>
          <p:nvPr/>
        </p:nvSpPr>
        <p:spPr>
          <a:xfrm>
            <a:off x="843808" y="3289586"/>
            <a:ext cx="320040" cy="119299"/>
          </a:xfrm>
          <a:prstGeom prst="rect">
            <a:avLst/>
          </a:prstGeom>
          <a:solidFill>
            <a:srgbClr val="FFFFFF"/>
          </a:solidFill>
          <a:ln w="6350">
            <a:solidFill>
              <a:srgbClr val="E2E2E2"/>
            </a:solidFill>
            <a:prstDash val="solid"/>
          </a:ln>
        </p:spPr>
      </p:sp>
      <p:sp>
        <p:nvSpPr>
          <p:cNvPr id="142" name="Text 134"/>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3" name="Shape 135"/>
          <p:cNvSpPr/>
          <p:nvPr/>
        </p:nvSpPr>
        <p:spPr>
          <a:xfrm>
            <a:off x="1163848" y="3289586"/>
            <a:ext cx="868680" cy="119299"/>
          </a:xfrm>
          <a:prstGeom prst="rect">
            <a:avLst/>
          </a:prstGeom>
          <a:solidFill>
            <a:srgbClr val="FFFFFF"/>
          </a:solidFill>
          <a:ln w="6350">
            <a:solidFill>
              <a:srgbClr val="E2E2E2"/>
            </a:solidFill>
            <a:prstDash val="solid"/>
          </a:ln>
        </p:spPr>
      </p:sp>
      <p:sp>
        <p:nvSpPr>
          <p:cNvPr id="144" name="Text 136"/>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5" name="Shape 137"/>
          <p:cNvSpPr/>
          <p:nvPr/>
        </p:nvSpPr>
        <p:spPr>
          <a:xfrm>
            <a:off x="2032528" y="3289586"/>
            <a:ext cx="640080" cy="119299"/>
          </a:xfrm>
          <a:prstGeom prst="rect">
            <a:avLst/>
          </a:prstGeom>
          <a:solidFill>
            <a:srgbClr val="FFFFFF"/>
          </a:solidFill>
          <a:ln w="6350">
            <a:solidFill>
              <a:srgbClr val="E2E2E2"/>
            </a:solidFill>
            <a:prstDash val="solid"/>
          </a:ln>
        </p:spPr>
      </p:sp>
      <p:sp>
        <p:nvSpPr>
          <p:cNvPr id="146" name="Text 138"/>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7" name="Shape 139"/>
          <p:cNvSpPr/>
          <p:nvPr/>
        </p:nvSpPr>
        <p:spPr>
          <a:xfrm>
            <a:off x="2672608" y="3289586"/>
            <a:ext cx="640080" cy="119299"/>
          </a:xfrm>
          <a:prstGeom prst="rect">
            <a:avLst/>
          </a:prstGeom>
          <a:solidFill>
            <a:srgbClr val="FFFFFF"/>
          </a:solidFill>
          <a:ln w="6350">
            <a:solidFill>
              <a:srgbClr val="E2E2E2"/>
            </a:solidFill>
            <a:prstDash val="solid"/>
          </a:ln>
        </p:spPr>
      </p:sp>
      <p:sp>
        <p:nvSpPr>
          <p:cNvPr id="148" name="Text 140"/>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49" name="Shape 141"/>
          <p:cNvSpPr/>
          <p:nvPr/>
        </p:nvSpPr>
        <p:spPr>
          <a:xfrm>
            <a:off x="3312688" y="3289586"/>
            <a:ext cx="548640" cy="119299"/>
          </a:xfrm>
          <a:prstGeom prst="rect">
            <a:avLst/>
          </a:prstGeom>
          <a:solidFill>
            <a:srgbClr val="FFFFFF"/>
          </a:solidFill>
          <a:ln w="6350">
            <a:solidFill>
              <a:srgbClr val="E2E2E2"/>
            </a:solidFill>
            <a:prstDash val="solid"/>
          </a:ln>
        </p:spPr>
      </p:sp>
      <p:sp>
        <p:nvSpPr>
          <p:cNvPr id="150" name="Text 142"/>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1" name="Shape 143"/>
          <p:cNvSpPr/>
          <p:nvPr/>
        </p:nvSpPr>
        <p:spPr>
          <a:xfrm>
            <a:off x="3861328" y="3289586"/>
            <a:ext cx="731520" cy="119299"/>
          </a:xfrm>
          <a:prstGeom prst="rect">
            <a:avLst/>
          </a:prstGeom>
          <a:solidFill>
            <a:srgbClr val="FFFFFF"/>
          </a:solidFill>
          <a:ln w="6350">
            <a:solidFill>
              <a:srgbClr val="E2E2E2"/>
            </a:solidFill>
            <a:prstDash val="solid"/>
          </a:ln>
        </p:spPr>
      </p:sp>
      <p:sp>
        <p:nvSpPr>
          <p:cNvPr id="152" name="Shape 144"/>
          <p:cNvSpPr/>
          <p:nvPr/>
        </p:nvSpPr>
        <p:spPr>
          <a:xfrm>
            <a:off x="587776" y="3408885"/>
            <a:ext cx="256032" cy="119299"/>
          </a:xfrm>
          <a:prstGeom prst="rect">
            <a:avLst/>
          </a:prstGeom>
          <a:solidFill>
            <a:srgbClr val="F8F9FA"/>
          </a:solidFill>
          <a:ln w="6350">
            <a:solidFill>
              <a:srgbClr val="DDDDDD"/>
            </a:solidFill>
            <a:prstDash val="solid"/>
          </a:ln>
        </p:spPr>
      </p:sp>
      <p:sp>
        <p:nvSpPr>
          <p:cNvPr id="153" name="Text 14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4" name="Shape 146"/>
          <p:cNvSpPr/>
          <p:nvPr/>
        </p:nvSpPr>
        <p:spPr>
          <a:xfrm>
            <a:off x="843808" y="3408885"/>
            <a:ext cx="320040" cy="119299"/>
          </a:xfrm>
          <a:prstGeom prst="rect">
            <a:avLst/>
          </a:prstGeom>
          <a:solidFill>
            <a:srgbClr val="FFFFFF"/>
          </a:solidFill>
          <a:ln w="6350">
            <a:solidFill>
              <a:srgbClr val="E2E2E2"/>
            </a:solidFill>
            <a:prstDash val="solid"/>
          </a:ln>
        </p:spPr>
      </p:sp>
      <p:sp>
        <p:nvSpPr>
          <p:cNvPr id="155" name="Text 147"/>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6" name="Shape 148"/>
          <p:cNvSpPr/>
          <p:nvPr/>
        </p:nvSpPr>
        <p:spPr>
          <a:xfrm>
            <a:off x="1163848" y="3408885"/>
            <a:ext cx="868680" cy="119299"/>
          </a:xfrm>
          <a:prstGeom prst="rect">
            <a:avLst/>
          </a:prstGeom>
          <a:solidFill>
            <a:srgbClr val="FFFFFF"/>
          </a:solidFill>
          <a:ln w="6350">
            <a:solidFill>
              <a:srgbClr val="E2E2E2"/>
            </a:solidFill>
            <a:prstDash val="solid"/>
          </a:ln>
        </p:spPr>
      </p:sp>
      <p:sp>
        <p:nvSpPr>
          <p:cNvPr id="157" name="Text 149"/>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8" name="Shape 150"/>
          <p:cNvSpPr/>
          <p:nvPr/>
        </p:nvSpPr>
        <p:spPr>
          <a:xfrm>
            <a:off x="2032528" y="3408885"/>
            <a:ext cx="640080" cy="119299"/>
          </a:xfrm>
          <a:prstGeom prst="rect">
            <a:avLst/>
          </a:prstGeom>
          <a:solidFill>
            <a:srgbClr val="FFFFFF"/>
          </a:solidFill>
          <a:ln w="6350">
            <a:solidFill>
              <a:srgbClr val="E2E2E2"/>
            </a:solidFill>
            <a:prstDash val="solid"/>
          </a:ln>
        </p:spPr>
      </p:sp>
      <p:sp>
        <p:nvSpPr>
          <p:cNvPr id="159" name="Text 151"/>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0" name="Shape 152"/>
          <p:cNvSpPr/>
          <p:nvPr/>
        </p:nvSpPr>
        <p:spPr>
          <a:xfrm>
            <a:off x="2672608" y="3408885"/>
            <a:ext cx="640080" cy="119299"/>
          </a:xfrm>
          <a:prstGeom prst="rect">
            <a:avLst/>
          </a:prstGeom>
          <a:solidFill>
            <a:srgbClr val="FFFFFF"/>
          </a:solidFill>
          <a:ln w="6350">
            <a:solidFill>
              <a:srgbClr val="E2E2E2"/>
            </a:solidFill>
            <a:prstDash val="solid"/>
          </a:ln>
        </p:spPr>
      </p:sp>
      <p:sp>
        <p:nvSpPr>
          <p:cNvPr id="161" name="Text 153"/>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2" name="Shape 154"/>
          <p:cNvSpPr/>
          <p:nvPr/>
        </p:nvSpPr>
        <p:spPr>
          <a:xfrm>
            <a:off x="3312688" y="3408885"/>
            <a:ext cx="548640" cy="119299"/>
          </a:xfrm>
          <a:prstGeom prst="rect">
            <a:avLst/>
          </a:prstGeom>
          <a:solidFill>
            <a:srgbClr val="FFFFFF"/>
          </a:solidFill>
          <a:ln w="6350">
            <a:solidFill>
              <a:srgbClr val="E2E2E2"/>
            </a:solidFill>
            <a:prstDash val="solid"/>
          </a:ln>
        </p:spPr>
      </p:sp>
      <p:sp>
        <p:nvSpPr>
          <p:cNvPr id="163" name="Text 155"/>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4" name="Shape 156"/>
          <p:cNvSpPr/>
          <p:nvPr/>
        </p:nvSpPr>
        <p:spPr>
          <a:xfrm>
            <a:off x="3861328" y="3408885"/>
            <a:ext cx="73152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320040" cy="119299"/>
          </a:xfrm>
          <a:prstGeom prst="rect">
            <a:avLst/>
          </a:prstGeom>
          <a:solidFill>
            <a:srgbClr val="FFFFFF"/>
          </a:solidFill>
          <a:ln w="6350">
            <a:solidFill>
              <a:srgbClr val="E2E2E2"/>
            </a:solidFill>
            <a:prstDash val="solid"/>
          </a:ln>
        </p:spPr>
      </p:sp>
      <p:sp>
        <p:nvSpPr>
          <p:cNvPr id="168" name="Text 160"/>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69" name="Shape 161"/>
          <p:cNvSpPr/>
          <p:nvPr/>
        </p:nvSpPr>
        <p:spPr>
          <a:xfrm>
            <a:off x="1163848" y="3528185"/>
            <a:ext cx="868680" cy="119299"/>
          </a:xfrm>
          <a:prstGeom prst="rect">
            <a:avLst/>
          </a:prstGeom>
          <a:solidFill>
            <a:srgbClr val="FFFFFF"/>
          </a:solidFill>
          <a:ln w="6350">
            <a:solidFill>
              <a:srgbClr val="E2E2E2"/>
            </a:solidFill>
            <a:prstDash val="solid"/>
          </a:ln>
        </p:spPr>
      </p:sp>
      <p:sp>
        <p:nvSpPr>
          <p:cNvPr id="170" name="Text 162"/>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1" name="Shape 163"/>
          <p:cNvSpPr/>
          <p:nvPr/>
        </p:nvSpPr>
        <p:spPr>
          <a:xfrm>
            <a:off x="2032528" y="3528185"/>
            <a:ext cx="640080" cy="119299"/>
          </a:xfrm>
          <a:prstGeom prst="rect">
            <a:avLst/>
          </a:prstGeom>
          <a:solidFill>
            <a:srgbClr val="FFFFFF"/>
          </a:solidFill>
          <a:ln w="6350">
            <a:solidFill>
              <a:srgbClr val="E2E2E2"/>
            </a:solidFill>
            <a:prstDash val="solid"/>
          </a:ln>
        </p:spPr>
      </p:sp>
      <p:sp>
        <p:nvSpPr>
          <p:cNvPr id="172" name="Text 164"/>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3" name="Shape 165"/>
          <p:cNvSpPr/>
          <p:nvPr/>
        </p:nvSpPr>
        <p:spPr>
          <a:xfrm>
            <a:off x="2672608" y="3528185"/>
            <a:ext cx="640080" cy="119299"/>
          </a:xfrm>
          <a:prstGeom prst="rect">
            <a:avLst/>
          </a:prstGeom>
          <a:solidFill>
            <a:srgbClr val="FFFFFF"/>
          </a:solidFill>
          <a:ln w="6350">
            <a:solidFill>
              <a:srgbClr val="E2E2E2"/>
            </a:solidFill>
            <a:prstDash val="solid"/>
          </a:ln>
        </p:spPr>
      </p:sp>
      <p:sp>
        <p:nvSpPr>
          <p:cNvPr id="174" name="Text 166"/>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5" name="Shape 167"/>
          <p:cNvSpPr/>
          <p:nvPr/>
        </p:nvSpPr>
        <p:spPr>
          <a:xfrm>
            <a:off x="3312688" y="3528185"/>
            <a:ext cx="548640" cy="119299"/>
          </a:xfrm>
          <a:prstGeom prst="rect">
            <a:avLst/>
          </a:prstGeom>
          <a:solidFill>
            <a:srgbClr val="FFFFFF"/>
          </a:solidFill>
          <a:ln w="6350">
            <a:solidFill>
              <a:srgbClr val="E2E2E2"/>
            </a:solidFill>
            <a:prstDash val="solid"/>
          </a:ln>
        </p:spPr>
      </p:sp>
      <p:sp>
        <p:nvSpPr>
          <p:cNvPr id="176" name="Text 168"/>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7" name="Shape 169"/>
          <p:cNvSpPr/>
          <p:nvPr/>
        </p:nvSpPr>
        <p:spPr>
          <a:xfrm>
            <a:off x="3861328" y="3528185"/>
            <a:ext cx="731520" cy="119299"/>
          </a:xfrm>
          <a:prstGeom prst="rect">
            <a:avLst/>
          </a:prstGeom>
          <a:solidFill>
            <a:srgbClr val="FFFFFF"/>
          </a:solidFill>
          <a:ln w="6350">
            <a:solidFill>
              <a:srgbClr val="E2E2E2"/>
            </a:solidFill>
            <a:prstDash val="solid"/>
          </a:ln>
        </p:spPr>
      </p:sp>
      <p:sp>
        <p:nvSpPr>
          <p:cNvPr id="178" name="Shape 170"/>
          <p:cNvSpPr/>
          <p:nvPr/>
        </p:nvSpPr>
        <p:spPr>
          <a:xfrm>
            <a:off x="587776" y="3647484"/>
            <a:ext cx="256032" cy="119299"/>
          </a:xfrm>
          <a:prstGeom prst="rect">
            <a:avLst/>
          </a:prstGeom>
          <a:solidFill>
            <a:srgbClr val="F8F9FA"/>
          </a:solidFill>
          <a:ln w="6350">
            <a:solidFill>
              <a:srgbClr val="DDDDDD"/>
            </a:solidFill>
            <a:prstDash val="solid"/>
          </a:ln>
        </p:spPr>
      </p:sp>
      <p:sp>
        <p:nvSpPr>
          <p:cNvPr id="179" name="Text 171"/>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0" name="Shape 172"/>
          <p:cNvSpPr/>
          <p:nvPr/>
        </p:nvSpPr>
        <p:spPr>
          <a:xfrm>
            <a:off x="843808" y="3647484"/>
            <a:ext cx="320040" cy="119299"/>
          </a:xfrm>
          <a:prstGeom prst="rect">
            <a:avLst/>
          </a:prstGeom>
          <a:solidFill>
            <a:srgbClr val="FFFFFF"/>
          </a:solidFill>
          <a:ln w="6350">
            <a:solidFill>
              <a:srgbClr val="E2E2E2"/>
            </a:solidFill>
            <a:prstDash val="solid"/>
          </a:ln>
        </p:spPr>
      </p:sp>
      <p:sp>
        <p:nvSpPr>
          <p:cNvPr id="181" name="Text 173"/>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2" name="Shape 174"/>
          <p:cNvSpPr/>
          <p:nvPr/>
        </p:nvSpPr>
        <p:spPr>
          <a:xfrm>
            <a:off x="1163848" y="3647484"/>
            <a:ext cx="868680" cy="119299"/>
          </a:xfrm>
          <a:prstGeom prst="rect">
            <a:avLst/>
          </a:prstGeom>
          <a:solidFill>
            <a:srgbClr val="FFFFFF"/>
          </a:solidFill>
          <a:ln w="6350">
            <a:solidFill>
              <a:srgbClr val="E2E2E2"/>
            </a:solidFill>
            <a:prstDash val="solid"/>
          </a:ln>
        </p:spPr>
      </p:sp>
      <p:sp>
        <p:nvSpPr>
          <p:cNvPr id="183" name="Text 175"/>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4" name="Shape 176"/>
          <p:cNvSpPr/>
          <p:nvPr/>
        </p:nvSpPr>
        <p:spPr>
          <a:xfrm>
            <a:off x="2032528" y="3647484"/>
            <a:ext cx="640080" cy="119299"/>
          </a:xfrm>
          <a:prstGeom prst="rect">
            <a:avLst/>
          </a:prstGeom>
          <a:solidFill>
            <a:srgbClr val="FFFFFF"/>
          </a:solidFill>
          <a:ln w="6350">
            <a:solidFill>
              <a:srgbClr val="E2E2E2"/>
            </a:solidFill>
            <a:prstDash val="solid"/>
          </a:ln>
        </p:spPr>
      </p:sp>
      <p:sp>
        <p:nvSpPr>
          <p:cNvPr id="185" name="Text 177"/>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6" name="Shape 178"/>
          <p:cNvSpPr/>
          <p:nvPr/>
        </p:nvSpPr>
        <p:spPr>
          <a:xfrm>
            <a:off x="2672608" y="3647484"/>
            <a:ext cx="640080" cy="119299"/>
          </a:xfrm>
          <a:prstGeom prst="rect">
            <a:avLst/>
          </a:prstGeom>
          <a:solidFill>
            <a:srgbClr val="FFFFFF"/>
          </a:solidFill>
          <a:ln w="6350">
            <a:solidFill>
              <a:srgbClr val="E2E2E2"/>
            </a:solidFill>
            <a:prstDash val="solid"/>
          </a:ln>
        </p:spPr>
      </p:sp>
      <p:sp>
        <p:nvSpPr>
          <p:cNvPr id="187" name="Text 179"/>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8" name="Shape 180"/>
          <p:cNvSpPr/>
          <p:nvPr/>
        </p:nvSpPr>
        <p:spPr>
          <a:xfrm>
            <a:off x="3312688" y="3647484"/>
            <a:ext cx="548640" cy="119299"/>
          </a:xfrm>
          <a:prstGeom prst="rect">
            <a:avLst/>
          </a:prstGeom>
          <a:solidFill>
            <a:srgbClr val="FFFFFF"/>
          </a:solidFill>
          <a:ln w="6350">
            <a:solidFill>
              <a:srgbClr val="E2E2E2"/>
            </a:solidFill>
            <a:prstDash val="solid"/>
          </a:ln>
        </p:spPr>
      </p:sp>
      <p:sp>
        <p:nvSpPr>
          <p:cNvPr id="189" name="Text 181"/>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0" name="Shape 182"/>
          <p:cNvSpPr/>
          <p:nvPr/>
        </p:nvSpPr>
        <p:spPr>
          <a:xfrm>
            <a:off x="3861328" y="3647484"/>
            <a:ext cx="731520" cy="119299"/>
          </a:xfrm>
          <a:prstGeom prst="rect">
            <a:avLst/>
          </a:prstGeom>
          <a:solidFill>
            <a:srgbClr val="FFFFFF"/>
          </a:solidFill>
          <a:ln w="6350">
            <a:solidFill>
              <a:srgbClr val="E2E2E2"/>
            </a:solidFill>
            <a:prstDash val="solid"/>
          </a:ln>
        </p:spPr>
      </p:sp>
      <p:sp>
        <p:nvSpPr>
          <p:cNvPr id="191" name="Shape 183"/>
          <p:cNvSpPr/>
          <p:nvPr/>
        </p:nvSpPr>
        <p:spPr>
          <a:xfrm>
            <a:off x="843808" y="2693089"/>
            <a:ext cx="3749040" cy="1073695"/>
          </a:xfrm>
          <a:prstGeom prst="rect">
            <a:avLst/>
          </a:prstGeom>
          <a:solidFill>
            <a:srgbClr val="1A73E8">
              <a:alpha val="12000"/>
            </a:srgbClr>
          </a:solidFill>
          <a:ln w="19050">
            <a:solidFill>
              <a:srgbClr val="1A73E8"/>
            </a:solidFill>
            <a:prstDash val="solid"/>
          </a:ln>
        </p:spPr>
      </p:sp>
      <p:sp>
        <p:nvSpPr>
          <p:cNvPr id="192" name="Shape 184"/>
          <p:cNvSpPr/>
          <p:nvPr/>
        </p:nvSpPr>
        <p:spPr>
          <a:xfrm>
            <a:off x="587776" y="3794216"/>
            <a:ext cx="4950927" cy="201168"/>
          </a:xfrm>
          <a:prstGeom prst="rect">
            <a:avLst/>
          </a:prstGeom>
          <a:solidFill>
            <a:srgbClr val="F8F9FA"/>
          </a:solidFill>
          <a:ln w="12700">
            <a:solidFill>
              <a:srgbClr val="F8F9FA"/>
            </a:solidFill>
            <a:prstDash val="solid"/>
          </a:ln>
        </p:spPr>
      </p:sp>
      <p:sp>
        <p:nvSpPr>
          <p:cNvPr id="193" name="Text 18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4" name="Shape 186"/>
          <p:cNvSpPr/>
          <p:nvPr/>
        </p:nvSpPr>
        <p:spPr>
          <a:xfrm>
            <a:off x="1136416" y="3794216"/>
            <a:ext cx="731520" cy="201168"/>
          </a:xfrm>
          <a:prstGeom prst="rect">
            <a:avLst/>
          </a:prstGeom>
          <a:solidFill>
            <a:srgbClr val="E1EFFE"/>
          </a:solidFill>
          <a:ln w="12700">
            <a:solidFill>
              <a:srgbClr val="E1EFFE"/>
            </a:solidFill>
            <a:prstDash val="solid"/>
          </a:ln>
        </p:spPr>
      </p:sp>
      <p:sp>
        <p:nvSpPr>
          <p:cNvPr id="195" name="Text 18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6" name="Shape 188"/>
          <p:cNvSpPr/>
          <p:nvPr/>
        </p:nvSpPr>
        <p:spPr>
          <a:xfrm>
            <a:off x="3422416" y="2080013"/>
            <a:ext cx="237744" cy="219456"/>
          </a:xfrm>
          <a:prstGeom prst="roundRect">
            <a:avLst>
              <a:gd name="adj" fmla="val 20833"/>
            </a:avLst>
          </a:prstGeom>
          <a:solidFill>
            <a:srgbClr val="FFFFFF">
              <a:alpha val="0"/>
            </a:srgbClr>
          </a:solidFill>
          <a:ln w="31750">
            <a:solidFill>
              <a:srgbClr val="E53935"/>
            </a:solidFill>
            <a:prstDash val="solid"/>
          </a:ln>
        </p:spPr>
      </p:sp>
      <p:sp>
        <p:nvSpPr>
          <p:cNvPr id="197" name="Shape 189"/>
          <p:cNvSpPr/>
          <p:nvPr/>
        </p:nvSpPr>
        <p:spPr>
          <a:xfrm>
            <a:off x="3523000" y="1942853"/>
            <a:ext cx="274320" cy="274320"/>
          </a:xfrm>
          <a:prstGeom prst="ellipse">
            <a:avLst/>
          </a:prstGeom>
          <a:solidFill>
            <a:srgbClr val="E53935"/>
          </a:solidFill>
          <a:ln w="12700">
            <a:solidFill>
              <a:srgbClr val="FFFFFF"/>
            </a:solidFill>
            <a:prstDash val="solid"/>
          </a:ln>
        </p:spPr>
      </p:sp>
      <p:sp>
        <p:nvSpPr>
          <p:cNvPr id="198" name="Text 190"/>
          <p:cNvSpPr txBox="1"/>
          <p:nvPr/>
        </p:nvSpPr>
        <p:spPr>
          <a:xfrm>
            <a:off x="3523000"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99" name="Image 6" descr="preencoded.png">    </p:cNvPr>
          <p:cNvPicPr>
            <a:picLocks noChangeAspect="1"/>
          </p:cNvPicPr>
          <p:nvPr/>
        </p:nvPicPr>
        <p:blipFill>
          <a:blip r:embed="rId7"/>
          <a:stretch>
            <a:fillRect/>
          </a:stretch>
        </p:blipFill>
        <p:spPr>
          <a:xfrm>
            <a:off x="3551347" y="2198885"/>
            <a:ext cx="237744" cy="237744"/>
          </a:xfrm>
          <a:prstGeom prst="rect">
            <a:avLst/>
          </a:prstGeom>
        </p:spPr>
      </p:pic>
      <p:sp>
        <p:nvSpPr>
          <p:cNvPr id="200" name="Shape 191"/>
          <p:cNvSpPr/>
          <p:nvPr/>
        </p:nvSpPr>
        <p:spPr>
          <a:xfrm>
            <a:off x="825520" y="2674801"/>
            <a:ext cx="3785616" cy="1110271"/>
          </a:xfrm>
          <a:prstGeom prst="roundRect">
            <a:avLst>
              <a:gd name="adj" fmla="val 4118"/>
            </a:avLst>
          </a:prstGeom>
          <a:solidFill>
            <a:srgbClr val="FFFFFF">
              <a:alpha val="0"/>
            </a:srgbClr>
          </a:solidFill>
          <a:ln w="31750">
            <a:solidFill>
              <a:srgbClr val="E53935"/>
            </a:solidFill>
            <a:prstDash val="solid"/>
          </a:ln>
        </p:spPr>
      </p:sp>
      <p:sp>
        <p:nvSpPr>
          <p:cNvPr id="201" name="Shape 192"/>
          <p:cNvSpPr/>
          <p:nvPr/>
        </p:nvSpPr>
        <p:spPr>
          <a:xfrm>
            <a:off x="4473976" y="2537641"/>
            <a:ext cx="274320" cy="274320"/>
          </a:xfrm>
          <a:prstGeom prst="ellipse">
            <a:avLst/>
          </a:prstGeom>
          <a:solidFill>
            <a:srgbClr val="E53935"/>
          </a:solidFill>
          <a:ln w="12700">
            <a:solidFill>
              <a:srgbClr val="FFFFFF"/>
            </a:solidFill>
            <a:prstDash val="solid"/>
          </a:ln>
        </p:spPr>
      </p:sp>
      <p:sp>
        <p:nvSpPr>
          <p:cNvPr id="202" name="Text 193"/>
          <p:cNvSpPr txBox="1"/>
          <p:nvPr/>
        </p:nvSpPr>
        <p:spPr>
          <a:xfrm>
            <a:off x="447397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3" name="Image 7" descr="preencoded.png">    </p:cNvPr>
          <p:cNvPicPr>
            <a:picLocks noChangeAspect="1"/>
          </p:cNvPicPr>
          <p:nvPr/>
        </p:nvPicPr>
        <p:blipFill>
          <a:blip r:embed="rId8"/>
          <a:stretch>
            <a:fillRect/>
          </a:stretch>
        </p:blipFill>
        <p:spPr>
          <a:xfrm>
            <a:off x="2905780" y="3283621"/>
            <a:ext cx="237744" cy="237744"/>
          </a:xfrm>
          <a:prstGeom prst="rect">
            <a:avLst/>
          </a:prstGeom>
        </p:spPr>
      </p:pic>
      <p:sp>
        <p:nvSpPr>
          <p:cNvPr id="204" name="Text 19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205" name="Text 19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garis tepi tabel</a:t>
            </a:r>
            <a:endParaRPr lang="en-US" sz="1800" dirty="0"/>
          </a:p>
        </p:txBody>
      </p:sp>
      <p:sp>
        <p:nvSpPr>
          <p:cNvPr id="206" name="Text 19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seluruh tabel (seret dari A1 sampai F9). Klik ikon Borders, pilih semua garis.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2 santri lagi (data contoh) di baris 10 dan 11.</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Klik sel D5: tulis di buku, apa isinya dan apa alamatnya.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Ganti nama tab Sheet1 menjadi Nilai (klik kanan tab › Rename).</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Warnai selang-seling baris data dengan warna hijau muda.</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memiliki baris judul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 diketik di sel yang benar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Baris judul tebal dan berwarna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memiliki garis tepi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kelebihan spreadsheet dibanding tabel di kertas?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alamat sel itu penting?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nilai adalah data pribadi. Berlatihlah dengan data contoh, dan jaga data asli milik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Rumus dasar: SUM, AVERAGE, MIN, MAX, dan COUNT.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Rumus Dasar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SUM, AVERAGE, MIN, MAX, dan COUNT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Google Sheets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satu nilai diubah, apakah kita harus menghitung ulang semuanya dengan kalkulator?</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rumus dengan diawali tanda sama dengan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fungsi SUM, AVERAGE, MIN, MAX, dan COUNT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Menyalin rumus dengan fill handle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Menulis Rumus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097280"/>
          </a:xfrm>
          <a:prstGeom prst="roundRect">
            <a:avLst>
              <a:gd name="adj" fmla="val 6667"/>
            </a:avLst>
          </a:prstGeom>
          <a:solidFill>
            <a:srgbClr val="FFFFFF"/>
          </a:solidFill>
          <a:ln w="19050">
            <a:solidFill>
              <a:srgbClr val="1F7A5C"/>
            </a:solidFill>
            <a:prstDash val="solid"/>
          </a:ln>
        </p:spPr>
      </p:sp>
      <p:sp>
        <p:nvSpPr>
          <p:cNvPr id="10" name="Text 6"/>
          <p:cNvSpPr txBox="1"/>
          <p:nvPr/>
        </p:nvSpPr>
        <p:spPr>
          <a:xfrm>
            <a:off x="640080" y="1188720"/>
            <a:ext cx="7863840" cy="1005840"/>
          </a:xfrm>
          <a:prstGeom prst="rect">
            <a:avLst/>
          </a:prstGeom>
          <a:noFill/>
          <a:ln/>
        </p:spPr>
        <p:txBody>
          <a:bodyPr wrap="square" lIns="0" tIns="0" rIns="0" bIns="0" rtlCol="0" anchor="ctr"/>
          <a:lstStyle/>
          <a:p>
            <a:pPr algn="ctr" indent="0" marL="0">
              <a:buNone/>
            </a:pPr>
            <a:r>
              <a:rPr lang="en-US" sz="3400" b="1" dirty="0">
                <a:solidFill>
                  <a:srgbClr val="E53935"/>
                </a:solidFill>
                <a:latin typeface="Courier New" pitchFamily="34" charset="0"/>
                <a:ea typeface="Courier New" pitchFamily="34" charset="-122"/>
                <a:cs typeface="Courier New" pitchFamily="34" charset="-120"/>
              </a:rPr>
              <a:t>=</a:t>
            </a:r>
            <a:pPr algn="ctr" indent="0" marL="0">
              <a:buNone/>
            </a:pPr>
            <a:r>
              <a:rPr lang="en-US" sz="3400" b="1" dirty="0">
                <a:solidFill>
                  <a:srgbClr val="0078D4"/>
                </a:solidFill>
                <a:latin typeface="Courier New" pitchFamily="34" charset="0"/>
                <a:ea typeface="Courier New" pitchFamily="34" charset="-122"/>
                <a:cs typeface="Courier New" pitchFamily="34" charset="-120"/>
              </a:rPr>
              <a:t>AVERAGE</a:t>
            </a:r>
            <a:pPr algn="ctr" indent="0" marL="0">
              <a:buNone/>
            </a:pPr>
            <a:r>
              <a:rPr lang="en-US" sz="3400" dirty="0">
                <a:solidFill>
                  <a:srgbClr val="1E2A26"/>
                </a:solidFill>
                <a:latin typeface="Courier New" pitchFamily="34" charset="0"/>
                <a:ea typeface="Courier New" pitchFamily="34" charset="-122"/>
                <a:cs typeface="Courier New" pitchFamily="34" charset="-120"/>
              </a:rPr>
              <a:t>(</a:t>
            </a:r>
            <a:pPr algn="ctr" indent="0" marL="0">
              <a:buNone/>
            </a:pPr>
            <a:r>
              <a:rPr lang="en-US" sz="3400" b="1" dirty="0">
                <a:solidFill>
                  <a:srgbClr val="1F7A5C"/>
                </a:solidFill>
                <a:latin typeface="Courier New" pitchFamily="34" charset="0"/>
                <a:ea typeface="Courier New" pitchFamily="34" charset="-122"/>
                <a:cs typeface="Courier New" pitchFamily="34" charset="-120"/>
              </a:rPr>
              <a:t>C2:E2</a:t>
            </a:r>
            <a:pPr algn="ctr" indent="0" marL="0">
              <a:buNone/>
            </a:pPr>
            <a:r>
              <a:rPr lang="en-US" sz="3400" dirty="0">
                <a:solidFill>
                  <a:srgbClr val="1E2A26"/>
                </a:solidFill>
                <a:latin typeface="Courier New" pitchFamily="34" charset="0"/>
                <a:ea typeface="Courier New" pitchFamily="34" charset="-122"/>
                <a:cs typeface="Courier New" pitchFamily="34" charset="-120"/>
              </a:rPr>
              <a:t>)</a:t>
            </a:r>
            <a:endParaRPr lang="en-US" sz="3400" dirty="0"/>
          </a:p>
        </p:txBody>
      </p:sp>
      <p:sp>
        <p:nvSpPr>
          <p:cNvPr id="11" name="Shape 7"/>
          <p:cNvSpPr/>
          <p:nvPr/>
        </p:nvSpPr>
        <p:spPr>
          <a:xfrm>
            <a:off x="457200" y="2468880"/>
            <a:ext cx="2606040" cy="1463040"/>
          </a:xfrm>
          <a:prstGeom prst="roundRect">
            <a:avLst>
              <a:gd name="adj" fmla="val 6250"/>
            </a:avLst>
          </a:prstGeom>
          <a:solidFill>
            <a:srgbClr val="E6F2EC"/>
          </a:solidFill>
          <a:ln w="12700">
            <a:solidFill>
              <a:srgbClr val="E6F2EC"/>
            </a:solidFill>
            <a:prstDash val="solid"/>
          </a:ln>
        </p:spPr>
      </p:sp>
      <p:sp>
        <p:nvSpPr>
          <p:cNvPr id="12" name="Text 8"/>
          <p:cNvSpPr txBox="1"/>
          <p:nvPr/>
        </p:nvSpPr>
        <p:spPr>
          <a:xfrm>
            <a:off x="594360" y="2560320"/>
            <a:ext cx="2377440" cy="411480"/>
          </a:xfrm>
          <a:prstGeom prst="rect">
            <a:avLst/>
          </a:prstGeom>
          <a:noFill/>
          <a:ln/>
        </p:spPr>
        <p:txBody>
          <a:bodyPr wrap="square" lIns="0" tIns="0" rIns="0" bIns="0" rtlCol="0" anchor="t"/>
          <a:lstStyle/>
          <a:p>
            <a:pPr indent="0" marL="0">
              <a:buNone/>
            </a:pPr>
            <a:r>
              <a:rPr lang="en-US" sz="1800" b="1" dirty="0">
                <a:solidFill>
                  <a:srgbClr val="E53935"/>
                </a:solidFill>
                <a:latin typeface="Courier New" pitchFamily="34" charset="0"/>
                <a:ea typeface="Courier New" pitchFamily="34" charset="-122"/>
                <a:cs typeface="Courier New" pitchFamily="34" charset="-120"/>
              </a:rPr>
              <a:t>=</a:t>
            </a:r>
            <a:endParaRPr lang="en-US" sz="1800" dirty="0"/>
          </a:p>
        </p:txBody>
      </p:sp>
      <p:sp>
        <p:nvSpPr>
          <p:cNvPr id="13" name="Text 9"/>
          <p:cNvSpPr txBox="1"/>
          <p:nvPr/>
        </p:nvSpPr>
        <p:spPr>
          <a:xfrm>
            <a:off x="594360" y="301752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Tanda sama dengan: wajib di awal setiap rumus</a:t>
            </a:r>
            <a:endParaRPr lang="en-US" sz="1250" dirty="0"/>
          </a:p>
        </p:txBody>
      </p:sp>
      <p:sp>
        <p:nvSpPr>
          <p:cNvPr id="14" name="Shape 10"/>
          <p:cNvSpPr/>
          <p:nvPr/>
        </p:nvSpPr>
        <p:spPr>
          <a:xfrm>
            <a:off x="3246120" y="2468880"/>
            <a:ext cx="2606040" cy="1463040"/>
          </a:xfrm>
          <a:prstGeom prst="roundRect">
            <a:avLst>
              <a:gd name="adj" fmla="val 6250"/>
            </a:avLst>
          </a:prstGeom>
          <a:solidFill>
            <a:srgbClr val="E6F2EC"/>
          </a:solidFill>
          <a:ln w="12700">
            <a:solidFill>
              <a:srgbClr val="E6F2EC"/>
            </a:solidFill>
            <a:prstDash val="solid"/>
          </a:ln>
        </p:spPr>
      </p:sp>
      <p:sp>
        <p:nvSpPr>
          <p:cNvPr id="15" name="Text 11"/>
          <p:cNvSpPr txBox="1"/>
          <p:nvPr/>
        </p:nvSpPr>
        <p:spPr>
          <a:xfrm>
            <a:off x="3383280" y="2560320"/>
            <a:ext cx="2377440" cy="411480"/>
          </a:xfrm>
          <a:prstGeom prst="rect">
            <a:avLst/>
          </a:prstGeom>
          <a:noFill/>
          <a:ln/>
        </p:spPr>
        <p:txBody>
          <a:bodyPr wrap="square" lIns="0" tIns="0" rIns="0" bIns="0" rtlCol="0" anchor="t"/>
          <a:lstStyle/>
          <a:p>
            <a:pPr indent="0" marL="0">
              <a:buNone/>
            </a:pPr>
            <a:r>
              <a:rPr lang="en-US" sz="1800" b="1" dirty="0">
                <a:solidFill>
                  <a:srgbClr val="0078D4"/>
                </a:solidFill>
                <a:latin typeface="Courier New" pitchFamily="34" charset="0"/>
                <a:ea typeface="Courier New" pitchFamily="34" charset="-122"/>
                <a:cs typeface="Courier New" pitchFamily="34" charset="-120"/>
              </a:rPr>
              <a:t>AVERAGE</a:t>
            </a:r>
            <a:endParaRPr lang="en-US" sz="1800" dirty="0"/>
          </a:p>
        </p:txBody>
      </p:sp>
      <p:sp>
        <p:nvSpPr>
          <p:cNvPr id="16" name="Text 12"/>
          <p:cNvSpPr txBox="1"/>
          <p:nvPr/>
        </p:nvSpPr>
        <p:spPr>
          <a:xfrm>
            <a:off x="3383280" y="301752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Nama fungsi: apa yang dihitung</a:t>
            </a:r>
            <a:endParaRPr lang="en-US" sz="1250" dirty="0"/>
          </a:p>
        </p:txBody>
      </p:sp>
      <p:sp>
        <p:nvSpPr>
          <p:cNvPr id="17" name="Shape 13"/>
          <p:cNvSpPr/>
          <p:nvPr/>
        </p:nvSpPr>
        <p:spPr>
          <a:xfrm>
            <a:off x="6035040" y="2468880"/>
            <a:ext cx="2606040" cy="1463040"/>
          </a:xfrm>
          <a:prstGeom prst="roundRect">
            <a:avLst>
              <a:gd name="adj" fmla="val 6250"/>
            </a:avLst>
          </a:prstGeom>
          <a:solidFill>
            <a:srgbClr val="E6F2EC"/>
          </a:solidFill>
          <a:ln w="12700">
            <a:solidFill>
              <a:srgbClr val="E6F2EC"/>
            </a:solidFill>
            <a:prstDash val="solid"/>
          </a:ln>
        </p:spPr>
      </p:sp>
      <p:sp>
        <p:nvSpPr>
          <p:cNvPr id="18" name="Text 14"/>
          <p:cNvSpPr txBox="1"/>
          <p:nvPr/>
        </p:nvSpPr>
        <p:spPr>
          <a:xfrm>
            <a:off x="6172200" y="2560320"/>
            <a:ext cx="2377440" cy="411480"/>
          </a:xfrm>
          <a:prstGeom prst="rect">
            <a:avLst/>
          </a:prstGeom>
          <a:noFill/>
          <a:ln/>
        </p:spPr>
        <p:txBody>
          <a:bodyPr wrap="square" lIns="0" tIns="0" rIns="0" bIns="0" rtlCol="0" anchor="t"/>
          <a:lstStyle/>
          <a:p>
            <a:pPr indent="0" marL="0">
              <a:buNone/>
            </a:pPr>
            <a:r>
              <a:rPr lang="en-US" sz="1800" b="1" dirty="0">
                <a:solidFill>
                  <a:srgbClr val="1F7A5C"/>
                </a:solidFill>
                <a:latin typeface="Courier New" pitchFamily="34" charset="0"/>
                <a:ea typeface="Courier New" pitchFamily="34" charset="-122"/>
                <a:cs typeface="Courier New" pitchFamily="34" charset="-120"/>
              </a:rPr>
              <a:t>C2:E2</a:t>
            </a:r>
            <a:endParaRPr lang="en-US" sz="1800" dirty="0"/>
          </a:p>
        </p:txBody>
      </p:sp>
      <p:sp>
        <p:nvSpPr>
          <p:cNvPr id="19" name="Text 15"/>
          <p:cNvSpPr txBox="1"/>
          <p:nvPr/>
        </p:nvSpPr>
        <p:spPr>
          <a:xfrm>
            <a:off x="6172200" y="301752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Rentang sel: dari C2 sampai E2 (titik dua = sampai)</a:t>
            </a:r>
            <a:endParaRPr lang="en-US" sz="1250" dirty="0"/>
          </a:p>
        </p:txBody>
      </p:sp>
      <p:sp>
        <p:nvSpPr>
          <p:cNvPr id="20" name="Shape 16"/>
          <p:cNvSpPr/>
          <p:nvPr/>
        </p:nvSpPr>
        <p:spPr>
          <a:xfrm>
            <a:off x="457200" y="4069080"/>
            <a:ext cx="8229600" cy="502920"/>
          </a:xfrm>
          <a:prstGeom prst="roundRect">
            <a:avLst>
              <a:gd name="adj" fmla="val 18182"/>
            </a:avLst>
          </a:prstGeom>
          <a:solidFill>
            <a:srgbClr val="FBF1D3"/>
          </a:solidFill>
          <a:ln w="12700">
            <a:solidFill>
              <a:srgbClr val="FBF1D3"/>
            </a:solidFill>
            <a:prstDash val="solid"/>
          </a:ln>
        </p:spPr>
      </p:sp>
      <p:sp>
        <p:nvSpPr>
          <p:cNvPr id="21" name="Text 17"/>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Setelah mengetik rumus, tekan Enter. Sel menampilkan hasil; rumusnya terlihat di bilah fx.</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Lima Fungsi Dasar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SUM</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Menjumlahkan. =SUM(C2:C9) → jumlah nilai C2 sampai C9.</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AVERAGE</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Rata-rata. =AVERAGE(C2:E2) → rata-rata nilai satu santri.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MAX</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Nilai tertinggi. =MAX(C2:C9)</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MIN</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Nilai terendah. =MIN(C2:C9)</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COUNT</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Menghitung banyak sel berisi angka. =COUNT(C2:C9) → 8</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Fill Handle</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Kotak kecil di pojok sel. Seret ke bawah untuk menyalin rumus.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Menghitung dengan Rumus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Rekap_Nilai_Kelas_8A</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Rata-rata dan fill handle</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Jumlah, tertinggi, terendah, banyak data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perubahan otomatis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Rata-rata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=AVERAGE(C2:E2)</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ourier New" pitchFamily="34" charset="0"/>
                <a:ea typeface="Courier New" pitchFamily="34" charset="-122"/>
                <a:cs typeface="Courier New" pitchFamily="34" charset="-120"/>
              </a:rPr>
              <a:t>=AVERAGE(C2:E2)</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Shape 106"/>
          <p:cNvSpPr/>
          <p:nvPr/>
        </p:nvSpPr>
        <p:spPr>
          <a:xfrm>
            <a:off x="587776" y="3050987"/>
            <a:ext cx="256032" cy="119299"/>
          </a:xfrm>
          <a:prstGeom prst="rect">
            <a:avLst/>
          </a:prstGeom>
          <a:solidFill>
            <a:srgbClr val="F8F9FA"/>
          </a:solidFill>
          <a:ln w="6350">
            <a:solidFill>
              <a:srgbClr val="DDDDDD"/>
            </a:solidFill>
            <a:prstDash val="solid"/>
          </a:ln>
        </p:spPr>
      </p:sp>
      <p:sp>
        <p:nvSpPr>
          <p:cNvPr id="115" name="Text 10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6" name="Shape 108"/>
          <p:cNvSpPr/>
          <p:nvPr/>
        </p:nvSpPr>
        <p:spPr>
          <a:xfrm>
            <a:off x="843808" y="3050987"/>
            <a:ext cx="320040" cy="119299"/>
          </a:xfrm>
          <a:prstGeom prst="rect">
            <a:avLst/>
          </a:prstGeom>
          <a:solidFill>
            <a:srgbClr val="FFFFFF"/>
          </a:solidFill>
          <a:ln w="6350">
            <a:solidFill>
              <a:srgbClr val="E2E2E2"/>
            </a:solidFill>
            <a:prstDash val="solid"/>
          </a:ln>
        </p:spPr>
      </p:sp>
      <p:sp>
        <p:nvSpPr>
          <p:cNvPr id="117" name="Text 109"/>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8" name="Shape 110"/>
          <p:cNvSpPr/>
          <p:nvPr/>
        </p:nvSpPr>
        <p:spPr>
          <a:xfrm>
            <a:off x="1163848" y="3050987"/>
            <a:ext cx="868680" cy="119299"/>
          </a:xfrm>
          <a:prstGeom prst="rect">
            <a:avLst/>
          </a:prstGeom>
          <a:solidFill>
            <a:srgbClr val="FFFFFF"/>
          </a:solidFill>
          <a:ln w="6350">
            <a:solidFill>
              <a:srgbClr val="E2E2E2"/>
            </a:solidFill>
            <a:prstDash val="solid"/>
          </a:ln>
        </p:spPr>
      </p:sp>
      <p:sp>
        <p:nvSpPr>
          <p:cNvPr id="119" name="Text 111"/>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0" name="Shape 112"/>
          <p:cNvSpPr/>
          <p:nvPr/>
        </p:nvSpPr>
        <p:spPr>
          <a:xfrm>
            <a:off x="2032528" y="3050987"/>
            <a:ext cx="640080" cy="119299"/>
          </a:xfrm>
          <a:prstGeom prst="rect">
            <a:avLst/>
          </a:prstGeom>
          <a:solidFill>
            <a:srgbClr val="FFFFFF"/>
          </a:solidFill>
          <a:ln w="6350">
            <a:solidFill>
              <a:srgbClr val="E2E2E2"/>
            </a:solidFill>
            <a:prstDash val="solid"/>
          </a:ln>
        </p:spPr>
      </p:sp>
      <p:sp>
        <p:nvSpPr>
          <p:cNvPr id="121" name="Text 113"/>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2" name="Shape 114"/>
          <p:cNvSpPr/>
          <p:nvPr/>
        </p:nvSpPr>
        <p:spPr>
          <a:xfrm>
            <a:off x="2672608" y="3050987"/>
            <a:ext cx="640080" cy="119299"/>
          </a:xfrm>
          <a:prstGeom prst="rect">
            <a:avLst/>
          </a:prstGeom>
          <a:solidFill>
            <a:srgbClr val="FFFFFF"/>
          </a:solidFill>
          <a:ln w="6350">
            <a:solidFill>
              <a:srgbClr val="E2E2E2"/>
            </a:solidFill>
            <a:prstDash val="solid"/>
          </a:ln>
        </p:spPr>
      </p:sp>
      <p:sp>
        <p:nvSpPr>
          <p:cNvPr id="123" name="Text 115"/>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4" name="Shape 116"/>
          <p:cNvSpPr/>
          <p:nvPr/>
        </p:nvSpPr>
        <p:spPr>
          <a:xfrm>
            <a:off x="3312688" y="3050987"/>
            <a:ext cx="548640" cy="119299"/>
          </a:xfrm>
          <a:prstGeom prst="rect">
            <a:avLst/>
          </a:prstGeom>
          <a:solidFill>
            <a:srgbClr val="FFFFFF"/>
          </a:solidFill>
          <a:ln w="6350">
            <a:solidFill>
              <a:srgbClr val="E2E2E2"/>
            </a:solidFill>
            <a:prstDash val="solid"/>
          </a:ln>
        </p:spPr>
      </p:sp>
      <p:sp>
        <p:nvSpPr>
          <p:cNvPr id="125" name="Text 117"/>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6" name="Shape 118"/>
          <p:cNvSpPr/>
          <p:nvPr/>
        </p:nvSpPr>
        <p:spPr>
          <a:xfrm>
            <a:off x="3861328" y="3050987"/>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170287"/>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9" name="Shape 121"/>
          <p:cNvSpPr/>
          <p:nvPr/>
        </p:nvSpPr>
        <p:spPr>
          <a:xfrm>
            <a:off x="843808" y="3170287"/>
            <a:ext cx="320040" cy="119299"/>
          </a:xfrm>
          <a:prstGeom prst="rect">
            <a:avLst/>
          </a:prstGeom>
          <a:solidFill>
            <a:srgbClr val="FFFFFF"/>
          </a:solidFill>
          <a:ln w="6350">
            <a:solidFill>
              <a:srgbClr val="E2E2E2"/>
            </a:solidFill>
            <a:prstDash val="solid"/>
          </a:ln>
        </p:spPr>
      </p:sp>
      <p:sp>
        <p:nvSpPr>
          <p:cNvPr id="130" name="Text 122"/>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1" name="Shape 123"/>
          <p:cNvSpPr/>
          <p:nvPr/>
        </p:nvSpPr>
        <p:spPr>
          <a:xfrm>
            <a:off x="1163848" y="3170287"/>
            <a:ext cx="868680" cy="119299"/>
          </a:xfrm>
          <a:prstGeom prst="rect">
            <a:avLst/>
          </a:prstGeom>
          <a:solidFill>
            <a:srgbClr val="FFFFFF"/>
          </a:solidFill>
          <a:ln w="6350">
            <a:solidFill>
              <a:srgbClr val="E2E2E2"/>
            </a:solidFill>
            <a:prstDash val="solid"/>
          </a:ln>
        </p:spPr>
      </p:sp>
      <p:sp>
        <p:nvSpPr>
          <p:cNvPr id="132" name="Text 124"/>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3" name="Shape 125"/>
          <p:cNvSpPr/>
          <p:nvPr/>
        </p:nvSpPr>
        <p:spPr>
          <a:xfrm>
            <a:off x="2032528" y="3170287"/>
            <a:ext cx="640080" cy="119299"/>
          </a:xfrm>
          <a:prstGeom prst="rect">
            <a:avLst/>
          </a:prstGeom>
          <a:solidFill>
            <a:srgbClr val="FFFFFF"/>
          </a:solidFill>
          <a:ln w="6350">
            <a:solidFill>
              <a:srgbClr val="E2E2E2"/>
            </a:solidFill>
            <a:prstDash val="solid"/>
          </a:ln>
        </p:spPr>
      </p:sp>
      <p:sp>
        <p:nvSpPr>
          <p:cNvPr id="134" name="Text 126"/>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5" name="Shape 127"/>
          <p:cNvSpPr/>
          <p:nvPr/>
        </p:nvSpPr>
        <p:spPr>
          <a:xfrm>
            <a:off x="267260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7" name="Shape 129"/>
          <p:cNvSpPr/>
          <p:nvPr/>
        </p:nvSpPr>
        <p:spPr>
          <a:xfrm>
            <a:off x="3312688" y="3170287"/>
            <a:ext cx="548640" cy="119299"/>
          </a:xfrm>
          <a:prstGeom prst="rect">
            <a:avLst/>
          </a:prstGeom>
          <a:solidFill>
            <a:srgbClr val="FFFFFF"/>
          </a:solidFill>
          <a:ln w="6350">
            <a:solidFill>
              <a:srgbClr val="E2E2E2"/>
            </a:solidFill>
            <a:prstDash val="solid"/>
          </a:ln>
        </p:spPr>
      </p:sp>
      <p:sp>
        <p:nvSpPr>
          <p:cNvPr id="138" name="Text 130"/>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9" name="Shape 131"/>
          <p:cNvSpPr/>
          <p:nvPr/>
        </p:nvSpPr>
        <p:spPr>
          <a:xfrm>
            <a:off x="3861328" y="3170287"/>
            <a:ext cx="731520" cy="119299"/>
          </a:xfrm>
          <a:prstGeom prst="rect">
            <a:avLst/>
          </a:prstGeom>
          <a:solidFill>
            <a:srgbClr val="FFFFFF"/>
          </a:solidFill>
          <a:ln w="6350">
            <a:solidFill>
              <a:srgbClr val="E2E2E2"/>
            </a:solidFill>
            <a:prstDash val="solid"/>
          </a:ln>
        </p:spPr>
      </p:sp>
      <p:sp>
        <p:nvSpPr>
          <p:cNvPr id="140" name="Shape 132"/>
          <p:cNvSpPr/>
          <p:nvPr/>
        </p:nvSpPr>
        <p:spPr>
          <a:xfrm>
            <a:off x="587776" y="3289586"/>
            <a:ext cx="256032" cy="119299"/>
          </a:xfrm>
          <a:prstGeom prst="rect">
            <a:avLst/>
          </a:prstGeom>
          <a:solidFill>
            <a:srgbClr val="F8F9FA"/>
          </a:solidFill>
          <a:ln w="6350">
            <a:solidFill>
              <a:srgbClr val="DDDDDD"/>
            </a:solidFill>
            <a:prstDash val="solid"/>
          </a:ln>
        </p:spPr>
      </p:sp>
      <p:sp>
        <p:nvSpPr>
          <p:cNvPr id="141" name="Text 133"/>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2" name="Shape 134"/>
          <p:cNvSpPr/>
          <p:nvPr/>
        </p:nvSpPr>
        <p:spPr>
          <a:xfrm>
            <a:off x="843808" y="3289586"/>
            <a:ext cx="320040" cy="119299"/>
          </a:xfrm>
          <a:prstGeom prst="rect">
            <a:avLst/>
          </a:prstGeom>
          <a:solidFill>
            <a:srgbClr val="FFFFFF"/>
          </a:solidFill>
          <a:ln w="6350">
            <a:solidFill>
              <a:srgbClr val="E2E2E2"/>
            </a:solidFill>
            <a:prstDash val="solid"/>
          </a:ln>
        </p:spPr>
      </p:sp>
      <p:sp>
        <p:nvSpPr>
          <p:cNvPr id="143" name="Text 135"/>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4" name="Shape 136"/>
          <p:cNvSpPr/>
          <p:nvPr/>
        </p:nvSpPr>
        <p:spPr>
          <a:xfrm>
            <a:off x="1163848" y="3289586"/>
            <a:ext cx="868680" cy="119299"/>
          </a:xfrm>
          <a:prstGeom prst="rect">
            <a:avLst/>
          </a:prstGeom>
          <a:solidFill>
            <a:srgbClr val="FFFFFF"/>
          </a:solidFill>
          <a:ln w="6350">
            <a:solidFill>
              <a:srgbClr val="E2E2E2"/>
            </a:solidFill>
            <a:prstDash val="solid"/>
          </a:ln>
        </p:spPr>
      </p:sp>
      <p:sp>
        <p:nvSpPr>
          <p:cNvPr id="145" name="Text 137"/>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6" name="Shape 138"/>
          <p:cNvSpPr/>
          <p:nvPr/>
        </p:nvSpPr>
        <p:spPr>
          <a:xfrm>
            <a:off x="2032528" y="3289586"/>
            <a:ext cx="640080" cy="119299"/>
          </a:xfrm>
          <a:prstGeom prst="rect">
            <a:avLst/>
          </a:prstGeom>
          <a:solidFill>
            <a:srgbClr val="FFFFFF"/>
          </a:solidFill>
          <a:ln w="6350">
            <a:solidFill>
              <a:srgbClr val="E2E2E2"/>
            </a:solidFill>
            <a:prstDash val="solid"/>
          </a:ln>
        </p:spPr>
      </p:sp>
      <p:sp>
        <p:nvSpPr>
          <p:cNvPr id="147" name="Text 139"/>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8" name="Shape 140"/>
          <p:cNvSpPr/>
          <p:nvPr/>
        </p:nvSpPr>
        <p:spPr>
          <a:xfrm>
            <a:off x="2672608" y="3289586"/>
            <a:ext cx="640080" cy="119299"/>
          </a:xfrm>
          <a:prstGeom prst="rect">
            <a:avLst/>
          </a:prstGeom>
          <a:solidFill>
            <a:srgbClr val="FFFFFF"/>
          </a:solidFill>
          <a:ln w="6350">
            <a:solidFill>
              <a:srgbClr val="E2E2E2"/>
            </a:solidFill>
            <a:prstDash val="solid"/>
          </a:ln>
        </p:spPr>
      </p:sp>
      <p:sp>
        <p:nvSpPr>
          <p:cNvPr id="149" name="Text 141"/>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0" name="Shape 142"/>
          <p:cNvSpPr/>
          <p:nvPr/>
        </p:nvSpPr>
        <p:spPr>
          <a:xfrm>
            <a:off x="3312688" y="3289586"/>
            <a:ext cx="548640" cy="119299"/>
          </a:xfrm>
          <a:prstGeom prst="rect">
            <a:avLst/>
          </a:prstGeom>
          <a:solidFill>
            <a:srgbClr val="FFFFFF"/>
          </a:solidFill>
          <a:ln w="6350">
            <a:solidFill>
              <a:srgbClr val="E2E2E2"/>
            </a:solidFill>
            <a:prstDash val="solid"/>
          </a:ln>
        </p:spPr>
      </p:sp>
      <p:sp>
        <p:nvSpPr>
          <p:cNvPr id="151" name="Text 143"/>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2" name="Shape 144"/>
          <p:cNvSpPr/>
          <p:nvPr/>
        </p:nvSpPr>
        <p:spPr>
          <a:xfrm>
            <a:off x="3861328" y="3289586"/>
            <a:ext cx="731520" cy="119299"/>
          </a:xfrm>
          <a:prstGeom prst="rect">
            <a:avLst/>
          </a:prstGeom>
          <a:solidFill>
            <a:srgbClr val="FFFFFF"/>
          </a:solidFill>
          <a:ln w="6350">
            <a:solidFill>
              <a:srgbClr val="E2E2E2"/>
            </a:solidFill>
            <a:prstDash val="solid"/>
          </a:ln>
        </p:spPr>
      </p:sp>
      <p:sp>
        <p:nvSpPr>
          <p:cNvPr id="153" name="Shape 145"/>
          <p:cNvSpPr/>
          <p:nvPr/>
        </p:nvSpPr>
        <p:spPr>
          <a:xfrm>
            <a:off x="587776" y="3408885"/>
            <a:ext cx="256032" cy="119299"/>
          </a:xfrm>
          <a:prstGeom prst="rect">
            <a:avLst/>
          </a:prstGeom>
          <a:solidFill>
            <a:srgbClr val="F8F9FA"/>
          </a:solidFill>
          <a:ln w="6350">
            <a:solidFill>
              <a:srgbClr val="DDDDDD"/>
            </a:solidFill>
            <a:prstDash val="solid"/>
          </a:ln>
        </p:spPr>
      </p:sp>
      <p:sp>
        <p:nvSpPr>
          <p:cNvPr id="154" name="Text 14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5" name="Shape 147"/>
          <p:cNvSpPr/>
          <p:nvPr/>
        </p:nvSpPr>
        <p:spPr>
          <a:xfrm>
            <a:off x="843808" y="3408885"/>
            <a:ext cx="320040" cy="119299"/>
          </a:xfrm>
          <a:prstGeom prst="rect">
            <a:avLst/>
          </a:prstGeom>
          <a:solidFill>
            <a:srgbClr val="FFFFFF"/>
          </a:solidFill>
          <a:ln w="6350">
            <a:solidFill>
              <a:srgbClr val="E2E2E2"/>
            </a:solidFill>
            <a:prstDash val="solid"/>
          </a:ln>
        </p:spPr>
      </p:sp>
      <p:sp>
        <p:nvSpPr>
          <p:cNvPr id="156" name="Text 148"/>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7" name="Shape 149"/>
          <p:cNvSpPr/>
          <p:nvPr/>
        </p:nvSpPr>
        <p:spPr>
          <a:xfrm>
            <a:off x="1163848" y="3408885"/>
            <a:ext cx="868680" cy="119299"/>
          </a:xfrm>
          <a:prstGeom prst="rect">
            <a:avLst/>
          </a:prstGeom>
          <a:solidFill>
            <a:srgbClr val="FFFFFF"/>
          </a:solidFill>
          <a:ln w="6350">
            <a:solidFill>
              <a:srgbClr val="E2E2E2"/>
            </a:solidFill>
            <a:prstDash val="solid"/>
          </a:ln>
        </p:spPr>
      </p:sp>
      <p:sp>
        <p:nvSpPr>
          <p:cNvPr id="158" name="Text 150"/>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9" name="Shape 151"/>
          <p:cNvSpPr/>
          <p:nvPr/>
        </p:nvSpPr>
        <p:spPr>
          <a:xfrm>
            <a:off x="2032528" y="3408885"/>
            <a:ext cx="640080" cy="119299"/>
          </a:xfrm>
          <a:prstGeom prst="rect">
            <a:avLst/>
          </a:prstGeom>
          <a:solidFill>
            <a:srgbClr val="FFFFFF"/>
          </a:solidFill>
          <a:ln w="6350">
            <a:solidFill>
              <a:srgbClr val="E2E2E2"/>
            </a:solidFill>
            <a:prstDash val="solid"/>
          </a:ln>
        </p:spPr>
      </p:sp>
      <p:sp>
        <p:nvSpPr>
          <p:cNvPr id="160" name="Text 152"/>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1" name="Shape 153"/>
          <p:cNvSpPr/>
          <p:nvPr/>
        </p:nvSpPr>
        <p:spPr>
          <a:xfrm>
            <a:off x="2672608" y="3408885"/>
            <a:ext cx="640080" cy="119299"/>
          </a:xfrm>
          <a:prstGeom prst="rect">
            <a:avLst/>
          </a:prstGeom>
          <a:solidFill>
            <a:srgbClr val="FFFFFF"/>
          </a:solidFill>
          <a:ln w="6350">
            <a:solidFill>
              <a:srgbClr val="E2E2E2"/>
            </a:solidFill>
            <a:prstDash val="solid"/>
          </a:ln>
        </p:spPr>
      </p:sp>
      <p:sp>
        <p:nvSpPr>
          <p:cNvPr id="162" name="Text 154"/>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3" name="Shape 155"/>
          <p:cNvSpPr/>
          <p:nvPr/>
        </p:nvSpPr>
        <p:spPr>
          <a:xfrm>
            <a:off x="3312688" y="3408885"/>
            <a:ext cx="548640" cy="119299"/>
          </a:xfrm>
          <a:prstGeom prst="rect">
            <a:avLst/>
          </a:prstGeom>
          <a:solidFill>
            <a:srgbClr val="FFFFFF"/>
          </a:solidFill>
          <a:ln w="6350">
            <a:solidFill>
              <a:srgbClr val="E2E2E2"/>
            </a:solidFill>
            <a:prstDash val="solid"/>
          </a:ln>
        </p:spPr>
      </p:sp>
      <p:sp>
        <p:nvSpPr>
          <p:cNvPr id="164" name="Text 156"/>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5" name="Shape 157"/>
          <p:cNvSpPr/>
          <p:nvPr/>
        </p:nvSpPr>
        <p:spPr>
          <a:xfrm>
            <a:off x="3861328" y="3408885"/>
            <a:ext cx="731520" cy="119299"/>
          </a:xfrm>
          <a:prstGeom prst="rect">
            <a:avLst/>
          </a:prstGeom>
          <a:solidFill>
            <a:srgbClr val="FFFFFF"/>
          </a:solidFill>
          <a:ln w="6350">
            <a:solidFill>
              <a:srgbClr val="E2E2E2"/>
            </a:solidFill>
            <a:prstDash val="solid"/>
          </a:ln>
        </p:spPr>
      </p:sp>
      <p:sp>
        <p:nvSpPr>
          <p:cNvPr id="166" name="Shape 158"/>
          <p:cNvSpPr/>
          <p:nvPr/>
        </p:nvSpPr>
        <p:spPr>
          <a:xfrm>
            <a:off x="587776" y="3528185"/>
            <a:ext cx="256032" cy="119299"/>
          </a:xfrm>
          <a:prstGeom prst="rect">
            <a:avLst/>
          </a:prstGeom>
          <a:solidFill>
            <a:srgbClr val="F8F9FA"/>
          </a:solidFill>
          <a:ln w="6350">
            <a:solidFill>
              <a:srgbClr val="DDDDDD"/>
            </a:solidFill>
            <a:prstDash val="solid"/>
          </a:ln>
        </p:spPr>
      </p:sp>
      <p:sp>
        <p:nvSpPr>
          <p:cNvPr id="167" name="Text 159"/>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8" name="Shape 160"/>
          <p:cNvSpPr/>
          <p:nvPr/>
        </p:nvSpPr>
        <p:spPr>
          <a:xfrm>
            <a:off x="843808" y="3528185"/>
            <a:ext cx="320040" cy="119299"/>
          </a:xfrm>
          <a:prstGeom prst="rect">
            <a:avLst/>
          </a:prstGeom>
          <a:solidFill>
            <a:srgbClr val="FFFFFF"/>
          </a:solidFill>
          <a:ln w="6350">
            <a:solidFill>
              <a:srgbClr val="E2E2E2"/>
            </a:solidFill>
            <a:prstDash val="solid"/>
          </a:ln>
        </p:spPr>
      </p:sp>
      <p:sp>
        <p:nvSpPr>
          <p:cNvPr id="169" name="Text 161"/>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0" name="Shape 162"/>
          <p:cNvSpPr/>
          <p:nvPr/>
        </p:nvSpPr>
        <p:spPr>
          <a:xfrm>
            <a:off x="1163848" y="3528185"/>
            <a:ext cx="868680" cy="119299"/>
          </a:xfrm>
          <a:prstGeom prst="rect">
            <a:avLst/>
          </a:prstGeom>
          <a:solidFill>
            <a:srgbClr val="FFFFFF"/>
          </a:solidFill>
          <a:ln w="6350">
            <a:solidFill>
              <a:srgbClr val="E2E2E2"/>
            </a:solidFill>
            <a:prstDash val="solid"/>
          </a:ln>
        </p:spPr>
      </p:sp>
      <p:sp>
        <p:nvSpPr>
          <p:cNvPr id="171" name="Text 163"/>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2" name="Shape 164"/>
          <p:cNvSpPr/>
          <p:nvPr/>
        </p:nvSpPr>
        <p:spPr>
          <a:xfrm>
            <a:off x="2032528" y="3528185"/>
            <a:ext cx="640080" cy="119299"/>
          </a:xfrm>
          <a:prstGeom prst="rect">
            <a:avLst/>
          </a:prstGeom>
          <a:solidFill>
            <a:srgbClr val="FFFFFF"/>
          </a:solidFill>
          <a:ln w="6350">
            <a:solidFill>
              <a:srgbClr val="E2E2E2"/>
            </a:solidFill>
            <a:prstDash val="solid"/>
          </a:ln>
        </p:spPr>
      </p:sp>
      <p:sp>
        <p:nvSpPr>
          <p:cNvPr id="173" name="Text 165"/>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4" name="Shape 166"/>
          <p:cNvSpPr/>
          <p:nvPr/>
        </p:nvSpPr>
        <p:spPr>
          <a:xfrm>
            <a:off x="2672608" y="3528185"/>
            <a:ext cx="640080" cy="119299"/>
          </a:xfrm>
          <a:prstGeom prst="rect">
            <a:avLst/>
          </a:prstGeom>
          <a:solidFill>
            <a:srgbClr val="FFFFFF"/>
          </a:solidFill>
          <a:ln w="6350">
            <a:solidFill>
              <a:srgbClr val="E2E2E2"/>
            </a:solidFill>
            <a:prstDash val="solid"/>
          </a:ln>
        </p:spPr>
      </p:sp>
      <p:sp>
        <p:nvSpPr>
          <p:cNvPr id="175" name="Text 167"/>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6" name="Shape 168"/>
          <p:cNvSpPr/>
          <p:nvPr/>
        </p:nvSpPr>
        <p:spPr>
          <a:xfrm>
            <a:off x="3312688" y="3528185"/>
            <a:ext cx="548640" cy="119299"/>
          </a:xfrm>
          <a:prstGeom prst="rect">
            <a:avLst/>
          </a:prstGeom>
          <a:solidFill>
            <a:srgbClr val="FFFFFF"/>
          </a:solidFill>
          <a:ln w="6350">
            <a:solidFill>
              <a:srgbClr val="E2E2E2"/>
            </a:solidFill>
            <a:prstDash val="solid"/>
          </a:ln>
        </p:spPr>
      </p:sp>
      <p:sp>
        <p:nvSpPr>
          <p:cNvPr id="177" name="Text 169"/>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8" name="Shape 170"/>
          <p:cNvSpPr/>
          <p:nvPr/>
        </p:nvSpPr>
        <p:spPr>
          <a:xfrm>
            <a:off x="3861328" y="3528185"/>
            <a:ext cx="731520" cy="119299"/>
          </a:xfrm>
          <a:prstGeom prst="rect">
            <a:avLst/>
          </a:prstGeom>
          <a:solidFill>
            <a:srgbClr val="FFFFFF"/>
          </a:solidFill>
          <a:ln w="6350">
            <a:solidFill>
              <a:srgbClr val="E2E2E2"/>
            </a:solidFill>
            <a:prstDash val="solid"/>
          </a:ln>
        </p:spPr>
      </p:sp>
      <p:sp>
        <p:nvSpPr>
          <p:cNvPr id="179" name="Shape 171"/>
          <p:cNvSpPr/>
          <p:nvPr/>
        </p:nvSpPr>
        <p:spPr>
          <a:xfrm>
            <a:off x="587776" y="3647484"/>
            <a:ext cx="256032" cy="119299"/>
          </a:xfrm>
          <a:prstGeom prst="rect">
            <a:avLst/>
          </a:prstGeom>
          <a:solidFill>
            <a:srgbClr val="F8F9FA"/>
          </a:solidFill>
          <a:ln w="6350">
            <a:solidFill>
              <a:srgbClr val="DDDDDD"/>
            </a:solidFill>
            <a:prstDash val="solid"/>
          </a:ln>
        </p:spPr>
      </p:sp>
      <p:sp>
        <p:nvSpPr>
          <p:cNvPr id="180" name="Text 172"/>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1" name="Shape 173"/>
          <p:cNvSpPr/>
          <p:nvPr/>
        </p:nvSpPr>
        <p:spPr>
          <a:xfrm>
            <a:off x="843808" y="3647484"/>
            <a:ext cx="320040" cy="119299"/>
          </a:xfrm>
          <a:prstGeom prst="rect">
            <a:avLst/>
          </a:prstGeom>
          <a:solidFill>
            <a:srgbClr val="FFFFFF"/>
          </a:solidFill>
          <a:ln w="6350">
            <a:solidFill>
              <a:srgbClr val="E2E2E2"/>
            </a:solidFill>
            <a:prstDash val="solid"/>
          </a:ln>
        </p:spPr>
      </p:sp>
      <p:sp>
        <p:nvSpPr>
          <p:cNvPr id="182" name="Text 174"/>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3" name="Shape 175"/>
          <p:cNvSpPr/>
          <p:nvPr/>
        </p:nvSpPr>
        <p:spPr>
          <a:xfrm>
            <a:off x="1163848" y="3647484"/>
            <a:ext cx="868680" cy="119299"/>
          </a:xfrm>
          <a:prstGeom prst="rect">
            <a:avLst/>
          </a:prstGeom>
          <a:solidFill>
            <a:srgbClr val="FFFFFF"/>
          </a:solidFill>
          <a:ln w="6350">
            <a:solidFill>
              <a:srgbClr val="E2E2E2"/>
            </a:solidFill>
            <a:prstDash val="solid"/>
          </a:ln>
        </p:spPr>
      </p:sp>
      <p:sp>
        <p:nvSpPr>
          <p:cNvPr id="184" name="Text 176"/>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5" name="Shape 177"/>
          <p:cNvSpPr/>
          <p:nvPr/>
        </p:nvSpPr>
        <p:spPr>
          <a:xfrm>
            <a:off x="2032528" y="3647484"/>
            <a:ext cx="640080" cy="119299"/>
          </a:xfrm>
          <a:prstGeom prst="rect">
            <a:avLst/>
          </a:prstGeom>
          <a:solidFill>
            <a:srgbClr val="FFFFFF"/>
          </a:solidFill>
          <a:ln w="6350">
            <a:solidFill>
              <a:srgbClr val="E2E2E2"/>
            </a:solidFill>
            <a:prstDash val="solid"/>
          </a:ln>
        </p:spPr>
      </p:sp>
      <p:sp>
        <p:nvSpPr>
          <p:cNvPr id="186" name="Text 178"/>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7" name="Shape 179"/>
          <p:cNvSpPr/>
          <p:nvPr/>
        </p:nvSpPr>
        <p:spPr>
          <a:xfrm>
            <a:off x="2672608" y="3647484"/>
            <a:ext cx="640080" cy="119299"/>
          </a:xfrm>
          <a:prstGeom prst="rect">
            <a:avLst/>
          </a:prstGeom>
          <a:solidFill>
            <a:srgbClr val="FFFFFF"/>
          </a:solidFill>
          <a:ln w="6350">
            <a:solidFill>
              <a:srgbClr val="E2E2E2"/>
            </a:solidFill>
            <a:prstDash val="solid"/>
          </a:ln>
        </p:spPr>
      </p:sp>
      <p:sp>
        <p:nvSpPr>
          <p:cNvPr id="188" name="Text 180"/>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9" name="Shape 181"/>
          <p:cNvSpPr/>
          <p:nvPr/>
        </p:nvSpPr>
        <p:spPr>
          <a:xfrm>
            <a:off x="3312688" y="3647484"/>
            <a:ext cx="548640" cy="119299"/>
          </a:xfrm>
          <a:prstGeom prst="rect">
            <a:avLst/>
          </a:prstGeom>
          <a:solidFill>
            <a:srgbClr val="FFFFFF"/>
          </a:solidFill>
          <a:ln w="6350">
            <a:solidFill>
              <a:srgbClr val="E2E2E2"/>
            </a:solidFill>
            <a:prstDash val="solid"/>
          </a:ln>
        </p:spPr>
      </p:sp>
      <p:sp>
        <p:nvSpPr>
          <p:cNvPr id="190" name="Text 182"/>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1" name="Shape 183"/>
          <p:cNvSpPr/>
          <p:nvPr/>
        </p:nvSpPr>
        <p:spPr>
          <a:xfrm>
            <a:off x="3861328" y="3647484"/>
            <a:ext cx="731520" cy="119299"/>
          </a:xfrm>
          <a:prstGeom prst="rect">
            <a:avLst/>
          </a:prstGeom>
          <a:solidFill>
            <a:srgbClr val="FFFFFF"/>
          </a:solidFill>
          <a:ln w="6350">
            <a:solidFill>
              <a:srgbClr val="E2E2E2"/>
            </a:solidFill>
            <a:prstDash val="solid"/>
          </a:ln>
        </p:spPr>
      </p:sp>
      <p:sp>
        <p:nvSpPr>
          <p:cNvPr id="192" name="Shape 184"/>
          <p:cNvSpPr/>
          <p:nvPr/>
        </p:nvSpPr>
        <p:spPr>
          <a:xfrm>
            <a:off x="3861328" y="2812388"/>
            <a:ext cx="731520" cy="119299"/>
          </a:xfrm>
          <a:prstGeom prst="rect">
            <a:avLst/>
          </a:prstGeom>
          <a:solidFill>
            <a:srgbClr val="1A73E8">
              <a:alpha val="12000"/>
            </a:srgbClr>
          </a:solidFill>
          <a:ln w="19050">
            <a:solidFill>
              <a:srgbClr val="1A73E8"/>
            </a:solidFill>
            <a:prstDash val="solid"/>
          </a:ln>
        </p:spPr>
      </p:sp>
      <p:sp>
        <p:nvSpPr>
          <p:cNvPr id="193" name="Shape 185"/>
          <p:cNvSpPr/>
          <p:nvPr/>
        </p:nvSpPr>
        <p:spPr>
          <a:xfrm>
            <a:off x="587776" y="3794216"/>
            <a:ext cx="4950927" cy="201168"/>
          </a:xfrm>
          <a:prstGeom prst="rect">
            <a:avLst/>
          </a:prstGeom>
          <a:solidFill>
            <a:srgbClr val="F8F9FA"/>
          </a:solidFill>
          <a:ln w="12700">
            <a:solidFill>
              <a:srgbClr val="F8F9FA"/>
            </a:solidFill>
            <a:prstDash val="solid"/>
          </a:ln>
        </p:spPr>
      </p:sp>
      <p:sp>
        <p:nvSpPr>
          <p:cNvPr id="194" name="Text 18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5" name="Shape 187"/>
          <p:cNvSpPr/>
          <p:nvPr/>
        </p:nvSpPr>
        <p:spPr>
          <a:xfrm>
            <a:off x="1136416" y="3794216"/>
            <a:ext cx="731520" cy="201168"/>
          </a:xfrm>
          <a:prstGeom prst="rect">
            <a:avLst/>
          </a:prstGeom>
          <a:solidFill>
            <a:srgbClr val="E1EFFE"/>
          </a:solidFill>
          <a:ln w="12700">
            <a:solidFill>
              <a:srgbClr val="E1EFFE"/>
            </a:solidFill>
            <a:prstDash val="solid"/>
          </a:ln>
        </p:spPr>
      </p:sp>
      <p:sp>
        <p:nvSpPr>
          <p:cNvPr id="196" name="Text 18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7" name="Shape 189"/>
          <p:cNvSpPr/>
          <p:nvPr/>
        </p:nvSpPr>
        <p:spPr>
          <a:xfrm>
            <a:off x="3861328" y="2931688"/>
            <a:ext cx="1463040" cy="292608"/>
          </a:xfrm>
          <a:prstGeom prst="rect">
            <a:avLst/>
          </a:prstGeom>
          <a:solidFill>
            <a:srgbClr val="FFFFFF"/>
          </a:solidFill>
          <a:ln w="6350">
            <a:solidFill>
              <a:srgbClr val="BBBBBB"/>
            </a:solidFill>
            <a:prstDash val="solid"/>
          </a:ln>
        </p:spPr>
      </p:sp>
      <p:sp>
        <p:nvSpPr>
          <p:cNvPr id="198" name="Text 190"/>
          <p:cNvSpPr txBox="1"/>
          <p:nvPr/>
        </p:nvSpPr>
        <p:spPr>
          <a:xfrm>
            <a:off x="3907048" y="2931688"/>
            <a:ext cx="1417320" cy="292608"/>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AVERAGE(value1, ...)</a:t>
            </a:r>
            <a:endParaRPr lang="en-US" sz="650" dirty="0"/>
          </a:p>
          <a:p>
            <a:pPr indent="0" marL="0">
              <a:buNone/>
            </a:pPr>
            <a:r>
              <a:rPr lang="en-US" sz="650" dirty="0">
                <a:solidFill>
                  <a:srgbClr val="666666"/>
                </a:solidFill>
                <a:latin typeface="Calibri" pitchFamily="34" charset="0"/>
                <a:ea typeface="Calibri" pitchFamily="34" charset="-122"/>
                <a:cs typeface="Calibri" pitchFamily="34" charset="-120"/>
              </a:rPr>
              <a:t>Rata-rata dari nilai</a:t>
            </a:r>
            <a:endParaRPr lang="en-US" sz="650" dirty="0"/>
          </a:p>
        </p:txBody>
      </p:sp>
      <p:sp>
        <p:nvSpPr>
          <p:cNvPr id="199" name="Shape 191"/>
          <p:cNvSpPr/>
          <p:nvPr/>
        </p:nvSpPr>
        <p:spPr>
          <a:xfrm>
            <a:off x="3843040" y="2794100"/>
            <a:ext cx="768096" cy="155875"/>
          </a:xfrm>
          <a:prstGeom prst="roundRect">
            <a:avLst>
              <a:gd name="adj" fmla="val 29331"/>
            </a:avLst>
          </a:prstGeom>
          <a:solidFill>
            <a:srgbClr val="FFFFFF">
              <a:alpha val="0"/>
            </a:srgbClr>
          </a:solidFill>
          <a:ln w="31750">
            <a:solidFill>
              <a:srgbClr val="E53935"/>
            </a:solidFill>
            <a:prstDash val="solid"/>
          </a:ln>
        </p:spPr>
      </p:sp>
      <p:sp>
        <p:nvSpPr>
          <p:cNvPr id="200" name="Shape 192"/>
          <p:cNvSpPr/>
          <p:nvPr/>
        </p:nvSpPr>
        <p:spPr>
          <a:xfrm>
            <a:off x="4473976" y="2656940"/>
            <a:ext cx="274320" cy="274320"/>
          </a:xfrm>
          <a:prstGeom prst="ellipse">
            <a:avLst/>
          </a:prstGeom>
          <a:solidFill>
            <a:srgbClr val="E53935"/>
          </a:solidFill>
          <a:ln w="12700">
            <a:solidFill>
              <a:srgbClr val="FFFFFF"/>
            </a:solidFill>
            <a:prstDash val="solid"/>
          </a:ln>
        </p:spPr>
      </p:sp>
      <p:sp>
        <p:nvSpPr>
          <p:cNvPr id="201" name="Text 193"/>
          <p:cNvSpPr txBox="1"/>
          <p:nvPr/>
        </p:nvSpPr>
        <p:spPr>
          <a:xfrm>
            <a:off x="447397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2" name="Image 6" descr="preencoded.png">    </p:cNvPr>
          <p:cNvPicPr>
            <a:picLocks noChangeAspect="1"/>
          </p:cNvPicPr>
          <p:nvPr/>
        </p:nvPicPr>
        <p:blipFill>
          <a:blip r:embed="rId7"/>
          <a:stretch>
            <a:fillRect/>
          </a:stretch>
        </p:blipFill>
        <p:spPr>
          <a:xfrm>
            <a:off x="4263664" y="2878003"/>
            <a:ext cx="237744" cy="237744"/>
          </a:xfrm>
          <a:prstGeom prst="rect">
            <a:avLst/>
          </a:prstGeom>
        </p:spPr>
      </p:pic>
      <p:sp>
        <p:nvSpPr>
          <p:cNvPr id="203" name="Shape 194"/>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04" name="Shape 195"/>
          <p:cNvSpPr/>
          <p:nvPr/>
        </p:nvSpPr>
        <p:spPr>
          <a:xfrm>
            <a:off x="5310104" y="2198885"/>
            <a:ext cx="274320" cy="274320"/>
          </a:xfrm>
          <a:prstGeom prst="ellipse">
            <a:avLst/>
          </a:prstGeom>
          <a:solidFill>
            <a:srgbClr val="E53935"/>
          </a:solidFill>
          <a:ln w="12700">
            <a:solidFill>
              <a:srgbClr val="FFFFFF"/>
            </a:solidFill>
            <a:prstDash val="solid"/>
          </a:ln>
        </p:spPr>
      </p:sp>
      <p:sp>
        <p:nvSpPr>
          <p:cNvPr id="205" name="Text 196"/>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6" name="Image 7" descr="preencoded.png">    </p:cNvPr>
          <p:cNvPicPr>
            <a:picLocks noChangeAspect="1"/>
          </p:cNvPicPr>
          <p:nvPr/>
        </p:nvPicPr>
        <p:blipFill>
          <a:blip r:embed="rId8"/>
          <a:stretch>
            <a:fillRect/>
          </a:stretch>
        </p:blipFill>
        <p:spPr>
          <a:xfrm>
            <a:off x="3571390" y="2464976"/>
            <a:ext cx="237744" cy="237744"/>
          </a:xfrm>
          <a:prstGeom prst="rect">
            <a:avLst/>
          </a:prstGeom>
        </p:spPr>
      </p:pic>
      <p:sp>
        <p:nvSpPr>
          <p:cNvPr id="207" name="Text 19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08" name="Text 19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F2, ketik =AVERAGE(C2:E2)</a:t>
            </a:r>
            <a:endParaRPr lang="en-US" sz="1800" dirty="0"/>
          </a:p>
        </p:txBody>
      </p:sp>
      <p:sp>
        <p:nvSpPr>
          <p:cNvPr id="209" name="Text 19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sel F2. Ketik rumus =AVERAGE(C2:E2), lalu tekan Enter.</a:t>
            </a:r>
            <a:endParaRPr lang="en-US" sz="1300" dirty="0"/>
          </a:p>
        </p:txBody>
      </p:sp>
      <p:sp>
        <p:nvSpPr>
          <p:cNvPr id="210" name="Shape 20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11"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212" name="Text 20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Saat mengetik =AV, muncul saran fungsi. Tekan Tab untuk memilihnya.</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Rata-rata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=AVERAGE(C2:E2)</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Shape 106"/>
          <p:cNvSpPr/>
          <p:nvPr/>
        </p:nvSpPr>
        <p:spPr>
          <a:xfrm>
            <a:off x="587776" y="3050987"/>
            <a:ext cx="256032" cy="119299"/>
          </a:xfrm>
          <a:prstGeom prst="rect">
            <a:avLst/>
          </a:prstGeom>
          <a:solidFill>
            <a:srgbClr val="F8F9FA"/>
          </a:solidFill>
          <a:ln w="6350">
            <a:solidFill>
              <a:srgbClr val="DDDDDD"/>
            </a:solidFill>
            <a:prstDash val="solid"/>
          </a:ln>
        </p:spPr>
      </p:sp>
      <p:sp>
        <p:nvSpPr>
          <p:cNvPr id="115" name="Text 10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6" name="Shape 108"/>
          <p:cNvSpPr/>
          <p:nvPr/>
        </p:nvSpPr>
        <p:spPr>
          <a:xfrm>
            <a:off x="843808" y="3050987"/>
            <a:ext cx="320040" cy="119299"/>
          </a:xfrm>
          <a:prstGeom prst="rect">
            <a:avLst/>
          </a:prstGeom>
          <a:solidFill>
            <a:srgbClr val="FFFFFF"/>
          </a:solidFill>
          <a:ln w="6350">
            <a:solidFill>
              <a:srgbClr val="E2E2E2"/>
            </a:solidFill>
            <a:prstDash val="solid"/>
          </a:ln>
        </p:spPr>
      </p:sp>
      <p:sp>
        <p:nvSpPr>
          <p:cNvPr id="117" name="Text 109"/>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8" name="Shape 110"/>
          <p:cNvSpPr/>
          <p:nvPr/>
        </p:nvSpPr>
        <p:spPr>
          <a:xfrm>
            <a:off x="1163848" y="3050987"/>
            <a:ext cx="868680" cy="119299"/>
          </a:xfrm>
          <a:prstGeom prst="rect">
            <a:avLst/>
          </a:prstGeom>
          <a:solidFill>
            <a:srgbClr val="FFFFFF"/>
          </a:solidFill>
          <a:ln w="6350">
            <a:solidFill>
              <a:srgbClr val="E2E2E2"/>
            </a:solidFill>
            <a:prstDash val="solid"/>
          </a:ln>
        </p:spPr>
      </p:sp>
      <p:sp>
        <p:nvSpPr>
          <p:cNvPr id="119" name="Text 111"/>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0" name="Shape 112"/>
          <p:cNvSpPr/>
          <p:nvPr/>
        </p:nvSpPr>
        <p:spPr>
          <a:xfrm>
            <a:off x="2032528" y="3050987"/>
            <a:ext cx="640080" cy="119299"/>
          </a:xfrm>
          <a:prstGeom prst="rect">
            <a:avLst/>
          </a:prstGeom>
          <a:solidFill>
            <a:srgbClr val="FFFFFF"/>
          </a:solidFill>
          <a:ln w="6350">
            <a:solidFill>
              <a:srgbClr val="E2E2E2"/>
            </a:solidFill>
            <a:prstDash val="solid"/>
          </a:ln>
        </p:spPr>
      </p:sp>
      <p:sp>
        <p:nvSpPr>
          <p:cNvPr id="121" name="Text 113"/>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2" name="Shape 114"/>
          <p:cNvSpPr/>
          <p:nvPr/>
        </p:nvSpPr>
        <p:spPr>
          <a:xfrm>
            <a:off x="2672608" y="3050987"/>
            <a:ext cx="640080" cy="119299"/>
          </a:xfrm>
          <a:prstGeom prst="rect">
            <a:avLst/>
          </a:prstGeom>
          <a:solidFill>
            <a:srgbClr val="FFFFFF"/>
          </a:solidFill>
          <a:ln w="6350">
            <a:solidFill>
              <a:srgbClr val="E2E2E2"/>
            </a:solidFill>
            <a:prstDash val="solid"/>
          </a:ln>
        </p:spPr>
      </p:sp>
      <p:sp>
        <p:nvSpPr>
          <p:cNvPr id="123" name="Text 115"/>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4" name="Shape 116"/>
          <p:cNvSpPr/>
          <p:nvPr/>
        </p:nvSpPr>
        <p:spPr>
          <a:xfrm>
            <a:off x="3312688" y="3050987"/>
            <a:ext cx="548640" cy="119299"/>
          </a:xfrm>
          <a:prstGeom prst="rect">
            <a:avLst/>
          </a:prstGeom>
          <a:solidFill>
            <a:srgbClr val="FFFFFF"/>
          </a:solidFill>
          <a:ln w="6350">
            <a:solidFill>
              <a:srgbClr val="E2E2E2"/>
            </a:solidFill>
            <a:prstDash val="solid"/>
          </a:ln>
        </p:spPr>
      </p:sp>
      <p:sp>
        <p:nvSpPr>
          <p:cNvPr id="125" name="Text 117"/>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6" name="Shape 118"/>
          <p:cNvSpPr/>
          <p:nvPr/>
        </p:nvSpPr>
        <p:spPr>
          <a:xfrm>
            <a:off x="3861328" y="3050987"/>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170287"/>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9" name="Shape 121"/>
          <p:cNvSpPr/>
          <p:nvPr/>
        </p:nvSpPr>
        <p:spPr>
          <a:xfrm>
            <a:off x="843808" y="3170287"/>
            <a:ext cx="320040" cy="119299"/>
          </a:xfrm>
          <a:prstGeom prst="rect">
            <a:avLst/>
          </a:prstGeom>
          <a:solidFill>
            <a:srgbClr val="FFFFFF"/>
          </a:solidFill>
          <a:ln w="6350">
            <a:solidFill>
              <a:srgbClr val="E2E2E2"/>
            </a:solidFill>
            <a:prstDash val="solid"/>
          </a:ln>
        </p:spPr>
      </p:sp>
      <p:sp>
        <p:nvSpPr>
          <p:cNvPr id="130" name="Text 122"/>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1" name="Shape 123"/>
          <p:cNvSpPr/>
          <p:nvPr/>
        </p:nvSpPr>
        <p:spPr>
          <a:xfrm>
            <a:off x="1163848" y="3170287"/>
            <a:ext cx="868680" cy="119299"/>
          </a:xfrm>
          <a:prstGeom prst="rect">
            <a:avLst/>
          </a:prstGeom>
          <a:solidFill>
            <a:srgbClr val="FFFFFF"/>
          </a:solidFill>
          <a:ln w="6350">
            <a:solidFill>
              <a:srgbClr val="E2E2E2"/>
            </a:solidFill>
            <a:prstDash val="solid"/>
          </a:ln>
        </p:spPr>
      </p:sp>
      <p:sp>
        <p:nvSpPr>
          <p:cNvPr id="132" name="Text 124"/>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3" name="Shape 125"/>
          <p:cNvSpPr/>
          <p:nvPr/>
        </p:nvSpPr>
        <p:spPr>
          <a:xfrm>
            <a:off x="2032528" y="3170287"/>
            <a:ext cx="640080" cy="119299"/>
          </a:xfrm>
          <a:prstGeom prst="rect">
            <a:avLst/>
          </a:prstGeom>
          <a:solidFill>
            <a:srgbClr val="FFFFFF"/>
          </a:solidFill>
          <a:ln w="6350">
            <a:solidFill>
              <a:srgbClr val="E2E2E2"/>
            </a:solidFill>
            <a:prstDash val="solid"/>
          </a:ln>
        </p:spPr>
      </p:sp>
      <p:sp>
        <p:nvSpPr>
          <p:cNvPr id="134" name="Text 126"/>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5" name="Shape 127"/>
          <p:cNvSpPr/>
          <p:nvPr/>
        </p:nvSpPr>
        <p:spPr>
          <a:xfrm>
            <a:off x="267260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7" name="Shape 129"/>
          <p:cNvSpPr/>
          <p:nvPr/>
        </p:nvSpPr>
        <p:spPr>
          <a:xfrm>
            <a:off x="3312688" y="3170287"/>
            <a:ext cx="548640" cy="119299"/>
          </a:xfrm>
          <a:prstGeom prst="rect">
            <a:avLst/>
          </a:prstGeom>
          <a:solidFill>
            <a:srgbClr val="FFFFFF"/>
          </a:solidFill>
          <a:ln w="6350">
            <a:solidFill>
              <a:srgbClr val="E2E2E2"/>
            </a:solidFill>
            <a:prstDash val="solid"/>
          </a:ln>
        </p:spPr>
      </p:sp>
      <p:sp>
        <p:nvSpPr>
          <p:cNvPr id="138" name="Text 130"/>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39" name="Shape 131"/>
          <p:cNvSpPr/>
          <p:nvPr/>
        </p:nvSpPr>
        <p:spPr>
          <a:xfrm>
            <a:off x="3861328" y="3170287"/>
            <a:ext cx="731520" cy="119299"/>
          </a:xfrm>
          <a:prstGeom prst="rect">
            <a:avLst/>
          </a:prstGeom>
          <a:solidFill>
            <a:srgbClr val="FFFFFF"/>
          </a:solidFill>
          <a:ln w="6350">
            <a:solidFill>
              <a:srgbClr val="E2E2E2"/>
            </a:solidFill>
            <a:prstDash val="solid"/>
          </a:ln>
        </p:spPr>
      </p:sp>
      <p:sp>
        <p:nvSpPr>
          <p:cNvPr id="140" name="Shape 132"/>
          <p:cNvSpPr/>
          <p:nvPr/>
        </p:nvSpPr>
        <p:spPr>
          <a:xfrm>
            <a:off x="587776" y="3289586"/>
            <a:ext cx="256032" cy="119299"/>
          </a:xfrm>
          <a:prstGeom prst="rect">
            <a:avLst/>
          </a:prstGeom>
          <a:solidFill>
            <a:srgbClr val="F8F9FA"/>
          </a:solidFill>
          <a:ln w="6350">
            <a:solidFill>
              <a:srgbClr val="DDDDDD"/>
            </a:solidFill>
            <a:prstDash val="solid"/>
          </a:ln>
        </p:spPr>
      </p:sp>
      <p:sp>
        <p:nvSpPr>
          <p:cNvPr id="141" name="Text 133"/>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2" name="Shape 134"/>
          <p:cNvSpPr/>
          <p:nvPr/>
        </p:nvSpPr>
        <p:spPr>
          <a:xfrm>
            <a:off x="843808" y="3289586"/>
            <a:ext cx="320040" cy="119299"/>
          </a:xfrm>
          <a:prstGeom prst="rect">
            <a:avLst/>
          </a:prstGeom>
          <a:solidFill>
            <a:srgbClr val="FFFFFF"/>
          </a:solidFill>
          <a:ln w="6350">
            <a:solidFill>
              <a:srgbClr val="E2E2E2"/>
            </a:solidFill>
            <a:prstDash val="solid"/>
          </a:ln>
        </p:spPr>
      </p:sp>
      <p:sp>
        <p:nvSpPr>
          <p:cNvPr id="143" name="Text 135"/>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4" name="Shape 136"/>
          <p:cNvSpPr/>
          <p:nvPr/>
        </p:nvSpPr>
        <p:spPr>
          <a:xfrm>
            <a:off x="1163848" y="3289586"/>
            <a:ext cx="868680" cy="119299"/>
          </a:xfrm>
          <a:prstGeom prst="rect">
            <a:avLst/>
          </a:prstGeom>
          <a:solidFill>
            <a:srgbClr val="FFFFFF"/>
          </a:solidFill>
          <a:ln w="6350">
            <a:solidFill>
              <a:srgbClr val="E2E2E2"/>
            </a:solidFill>
            <a:prstDash val="solid"/>
          </a:ln>
        </p:spPr>
      </p:sp>
      <p:sp>
        <p:nvSpPr>
          <p:cNvPr id="145" name="Text 137"/>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6" name="Shape 138"/>
          <p:cNvSpPr/>
          <p:nvPr/>
        </p:nvSpPr>
        <p:spPr>
          <a:xfrm>
            <a:off x="2032528" y="3289586"/>
            <a:ext cx="640080" cy="119299"/>
          </a:xfrm>
          <a:prstGeom prst="rect">
            <a:avLst/>
          </a:prstGeom>
          <a:solidFill>
            <a:srgbClr val="FFFFFF"/>
          </a:solidFill>
          <a:ln w="6350">
            <a:solidFill>
              <a:srgbClr val="E2E2E2"/>
            </a:solidFill>
            <a:prstDash val="solid"/>
          </a:ln>
        </p:spPr>
      </p:sp>
      <p:sp>
        <p:nvSpPr>
          <p:cNvPr id="147" name="Text 139"/>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48" name="Shape 140"/>
          <p:cNvSpPr/>
          <p:nvPr/>
        </p:nvSpPr>
        <p:spPr>
          <a:xfrm>
            <a:off x="2672608" y="3289586"/>
            <a:ext cx="640080" cy="119299"/>
          </a:xfrm>
          <a:prstGeom prst="rect">
            <a:avLst/>
          </a:prstGeom>
          <a:solidFill>
            <a:srgbClr val="FFFFFF"/>
          </a:solidFill>
          <a:ln w="6350">
            <a:solidFill>
              <a:srgbClr val="E2E2E2"/>
            </a:solidFill>
            <a:prstDash val="solid"/>
          </a:ln>
        </p:spPr>
      </p:sp>
      <p:sp>
        <p:nvSpPr>
          <p:cNvPr id="149" name="Text 141"/>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0" name="Shape 142"/>
          <p:cNvSpPr/>
          <p:nvPr/>
        </p:nvSpPr>
        <p:spPr>
          <a:xfrm>
            <a:off x="3312688" y="3289586"/>
            <a:ext cx="548640" cy="119299"/>
          </a:xfrm>
          <a:prstGeom prst="rect">
            <a:avLst/>
          </a:prstGeom>
          <a:solidFill>
            <a:srgbClr val="FFFFFF"/>
          </a:solidFill>
          <a:ln w="6350">
            <a:solidFill>
              <a:srgbClr val="E2E2E2"/>
            </a:solidFill>
            <a:prstDash val="solid"/>
          </a:ln>
        </p:spPr>
      </p:sp>
      <p:sp>
        <p:nvSpPr>
          <p:cNvPr id="151" name="Text 143"/>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2" name="Shape 144"/>
          <p:cNvSpPr/>
          <p:nvPr/>
        </p:nvSpPr>
        <p:spPr>
          <a:xfrm>
            <a:off x="3861328" y="3289586"/>
            <a:ext cx="731520" cy="119299"/>
          </a:xfrm>
          <a:prstGeom prst="rect">
            <a:avLst/>
          </a:prstGeom>
          <a:solidFill>
            <a:srgbClr val="FFFFFF"/>
          </a:solidFill>
          <a:ln w="6350">
            <a:solidFill>
              <a:srgbClr val="E2E2E2"/>
            </a:solidFill>
            <a:prstDash val="solid"/>
          </a:ln>
        </p:spPr>
      </p:sp>
      <p:sp>
        <p:nvSpPr>
          <p:cNvPr id="153" name="Shape 145"/>
          <p:cNvSpPr/>
          <p:nvPr/>
        </p:nvSpPr>
        <p:spPr>
          <a:xfrm>
            <a:off x="587776" y="3408885"/>
            <a:ext cx="256032" cy="119299"/>
          </a:xfrm>
          <a:prstGeom prst="rect">
            <a:avLst/>
          </a:prstGeom>
          <a:solidFill>
            <a:srgbClr val="F8F9FA"/>
          </a:solidFill>
          <a:ln w="6350">
            <a:solidFill>
              <a:srgbClr val="DDDDDD"/>
            </a:solidFill>
            <a:prstDash val="solid"/>
          </a:ln>
        </p:spPr>
      </p:sp>
      <p:sp>
        <p:nvSpPr>
          <p:cNvPr id="154" name="Text 14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5" name="Shape 147"/>
          <p:cNvSpPr/>
          <p:nvPr/>
        </p:nvSpPr>
        <p:spPr>
          <a:xfrm>
            <a:off x="843808" y="3408885"/>
            <a:ext cx="320040" cy="119299"/>
          </a:xfrm>
          <a:prstGeom prst="rect">
            <a:avLst/>
          </a:prstGeom>
          <a:solidFill>
            <a:srgbClr val="FFFFFF"/>
          </a:solidFill>
          <a:ln w="6350">
            <a:solidFill>
              <a:srgbClr val="E2E2E2"/>
            </a:solidFill>
            <a:prstDash val="solid"/>
          </a:ln>
        </p:spPr>
      </p:sp>
      <p:sp>
        <p:nvSpPr>
          <p:cNvPr id="156" name="Text 148"/>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57" name="Shape 149"/>
          <p:cNvSpPr/>
          <p:nvPr/>
        </p:nvSpPr>
        <p:spPr>
          <a:xfrm>
            <a:off x="1163848" y="3408885"/>
            <a:ext cx="868680" cy="119299"/>
          </a:xfrm>
          <a:prstGeom prst="rect">
            <a:avLst/>
          </a:prstGeom>
          <a:solidFill>
            <a:srgbClr val="FFFFFF"/>
          </a:solidFill>
          <a:ln w="6350">
            <a:solidFill>
              <a:srgbClr val="E2E2E2"/>
            </a:solidFill>
            <a:prstDash val="solid"/>
          </a:ln>
        </p:spPr>
      </p:sp>
      <p:sp>
        <p:nvSpPr>
          <p:cNvPr id="158" name="Text 150"/>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59" name="Shape 151"/>
          <p:cNvSpPr/>
          <p:nvPr/>
        </p:nvSpPr>
        <p:spPr>
          <a:xfrm>
            <a:off x="2032528" y="3408885"/>
            <a:ext cx="640080" cy="119299"/>
          </a:xfrm>
          <a:prstGeom prst="rect">
            <a:avLst/>
          </a:prstGeom>
          <a:solidFill>
            <a:srgbClr val="FFFFFF"/>
          </a:solidFill>
          <a:ln w="6350">
            <a:solidFill>
              <a:srgbClr val="E2E2E2"/>
            </a:solidFill>
            <a:prstDash val="solid"/>
          </a:ln>
        </p:spPr>
      </p:sp>
      <p:sp>
        <p:nvSpPr>
          <p:cNvPr id="160" name="Text 152"/>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1" name="Shape 153"/>
          <p:cNvSpPr/>
          <p:nvPr/>
        </p:nvSpPr>
        <p:spPr>
          <a:xfrm>
            <a:off x="2672608" y="3408885"/>
            <a:ext cx="640080" cy="119299"/>
          </a:xfrm>
          <a:prstGeom prst="rect">
            <a:avLst/>
          </a:prstGeom>
          <a:solidFill>
            <a:srgbClr val="FFFFFF"/>
          </a:solidFill>
          <a:ln w="6350">
            <a:solidFill>
              <a:srgbClr val="E2E2E2"/>
            </a:solidFill>
            <a:prstDash val="solid"/>
          </a:ln>
        </p:spPr>
      </p:sp>
      <p:sp>
        <p:nvSpPr>
          <p:cNvPr id="162" name="Text 154"/>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3" name="Shape 155"/>
          <p:cNvSpPr/>
          <p:nvPr/>
        </p:nvSpPr>
        <p:spPr>
          <a:xfrm>
            <a:off x="3312688" y="3408885"/>
            <a:ext cx="548640" cy="119299"/>
          </a:xfrm>
          <a:prstGeom prst="rect">
            <a:avLst/>
          </a:prstGeom>
          <a:solidFill>
            <a:srgbClr val="FFFFFF"/>
          </a:solidFill>
          <a:ln w="6350">
            <a:solidFill>
              <a:srgbClr val="E2E2E2"/>
            </a:solidFill>
            <a:prstDash val="solid"/>
          </a:ln>
        </p:spPr>
      </p:sp>
      <p:sp>
        <p:nvSpPr>
          <p:cNvPr id="164" name="Text 156"/>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5" name="Shape 157"/>
          <p:cNvSpPr/>
          <p:nvPr/>
        </p:nvSpPr>
        <p:spPr>
          <a:xfrm>
            <a:off x="3861328" y="3408885"/>
            <a:ext cx="731520" cy="119299"/>
          </a:xfrm>
          <a:prstGeom prst="rect">
            <a:avLst/>
          </a:prstGeom>
          <a:solidFill>
            <a:srgbClr val="FFFFFF"/>
          </a:solidFill>
          <a:ln w="6350">
            <a:solidFill>
              <a:srgbClr val="E2E2E2"/>
            </a:solidFill>
            <a:prstDash val="solid"/>
          </a:ln>
        </p:spPr>
      </p:sp>
      <p:sp>
        <p:nvSpPr>
          <p:cNvPr id="166" name="Shape 158"/>
          <p:cNvSpPr/>
          <p:nvPr/>
        </p:nvSpPr>
        <p:spPr>
          <a:xfrm>
            <a:off x="587776" y="3528185"/>
            <a:ext cx="256032" cy="119299"/>
          </a:xfrm>
          <a:prstGeom prst="rect">
            <a:avLst/>
          </a:prstGeom>
          <a:solidFill>
            <a:srgbClr val="F8F9FA"/>
          </a:solidFill>
          <a:ln w="6350">
            <a:solidFill>
              <a:srgbClr val="DDDDDD"/>
            </a:solidFill>
            <a:prstDash val="solid"/>
          </a:ln>
        </p:spPr>
      </p:sp>
      <p:sp>
        <p:nvSpPr>
          <p:cNvPr id="167" name="Text 159"/>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8" name="Shape 160"/>
          <p:cNvSpPr/>
          <p:nvPr/>
        </p:nvSpPr>
        <p:spPr>
          <a:xfrm>
            <a:off x="843808" y="3528185"/>
            <a:ext cx="320040" cy="119299"/>
          </a:xfrm>
          <a:prstGeom prst="rect">
            <a:avLst/>
          </a:prstGeom>
          <a:solidFill>
            <a:srgbClr val="FFFFFF"/>
          </a:solidFill>
          <a:ln w="6350">
            <a:solidFill>
              <a:srgbClr val="E2E2E2"/>
            </a:solidFill>
            <a:prstDash val="solid"/>
          </a:ln>
        </p:spPr>
      </p:sp>
      <p:sp>
        <p:nvSpPr>
          <p:cNvPr id="169" name="Text 161"/>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0" name="Shape 162"/>
          <p:cNvSpPr/>
          <p:nvPr/>
        </p:nvSpPr>
        <p:spPr>
          <a:xfrm>
            <a:off x="1163848" y="3528185"/>
            <a:ext cx="868680" cy="119299"/>
          </a:xfrm>
          <a:prstGeom prst="rect">
            <a:avLst/>
          </a:prstGeom>
          <a:solidFill>
            <a:srgbClr val="FFFFFF"/>
          </a:solidFill>
          <a:ln w="6350">
            <a:solidFill>
              <a:srgbClr val="E2E2E2"/>
            </a:solidFill>
            <a:prstDash val="solid"/>
          </a:ln>
        </p:spPr>
      </p:sp>
      <p:sp>
        <p:nvSpPr>
          <p:cNvPr id="171" name="Text 163"/>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2" name="Shape 164"/>
          <p:cNvSpPr/>
          <p:nvPr/>
        </p:nvSpPr>
        <p:spPr>
          <a:xfrm>
            <a:off x="2032528" y="3528185"/>
            <a:ext cx="640080" cy="119299"/>
          </a:xfrm>
          <a:prstGeom prst="rect">
            <a:avLst/>
          </a:prstGeom>
          <a:solidFill>
            <a:srgbClr val="FFFFFF"/>
          </a:solidFill>
          <a:ln w="6350">
            <a:solidFill>
              <a:srgbClr val="E2E2E2"/>
            </a:solidFill>
            <a:prstDash val="solid"/>
          </a:ln>
        </p:spPr>
      </p:sp>
      <p:sp>
        <p:nvSpPr>
          <p:cNvPr id="173" name="Text 165"/>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4" name="Shape 166"/>
          <p:cNvSpPr/>
          <p:nvPr/>
        </p:nvSpPr>
        <p:spPr>
          <a:xfrm>
            <a:off x="2672608" y="3528185"/>
            <a:ext cx="640080" cy="119299"/>
          </a:xfrm>
          <a:prstGeom prst="rect">
            <a:avLst/>
          </a:prstGeom>
          <a:solidFill>
            <a:srgbClr val="FFFFFF"/>
          </a:solidFill>
          <a:ln w="6350">
            <a:solidFill>
              <a:srgbClr val="E2E2E2"/>
            </a:solidFill>
            <a:prstDash val="solid"/>
          </a:ln>
        </p:spPr>
      </p:sp>
      <p:sp>
        <p:nvSpPr>
          <p:cNvPr id="175" name="Text 167"/>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76" name="Shape 168"/>
          <p:cNvSpPr/>
          <p:nvPr/>
        </p:nvSpPr>
        <p:spPr>
          <a:xfrm>
            <a:off x="3312688" y="3528185"/>
            <a:ext cx="548640" cy="119299"/>
          </a:xfrm>
          <a:prstGeom prst="rect">
            <a:avLst/>
          </a:prstGeom>
          <a:solidFill>
            <a:srgbClr val="FFFFFF"/>
          </a:solidFill>
          <a:ln w="6350">
            <a:solidFill>
              <a:srgbClr val="E2E2E2"/>
            </a:solidFill>
            <a:prstDash val="solid"/>
          </a:ln>
        </p:spPr>
      </p:sp>
      <p:sp>
        <p:nvSpPr>
          <p:cNvPr id="177" name="Text 169"/>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78" name="Shape 170"/>
          <p:cNvSpPr/>
          <p:nvPr/>
        </p:nvSpPr>
        <p:spPr>
          <a:xfrm>
            <a:off x="3861328" y="3528185"/>
            <a:ext cx="731520" cy="119299"/>
          </a:xfrm>
          <a:prstGeom prst="rect">
            <a:avLst/>
          </a:prstGeom>
          <a:solidFill>
            <a:srgbClr val="FFFFFF"/>
          </a:solidFill>
          <a:ln w="6350">
            <a:solidFill>
              <a:srgbClr val="E2E2E2"/>
            </a:solidFill>
            <a:prstDash val="solid"/>
          </a:ln>
        </p:spPr>
      </p:sp>
      <p:sp>
        <p:nvSpPr>
          <p:cNvPr id="179" name="Shape 171"/>
          <p:cNvSpPr/>
          <p:nvPr/>
        </p:nvSpPr>
        <p:spPr>
          <a:xfrm>
            <a:off x="587776" y="3647484"/>
            <a:ext cx="256032" cy="119299"/>
          </a:xfrm>
          <a:prstGeom prst="rect">
            <a:avLst/>
          </a:prstGeom>
          <a:solidFill>
            <a:srgbClr val="F8F9FA"/>
          </a:solidFill>
          <a:ln w="6350">
            <a:solidFill>
              <a:srgbClr val="DDDDDD"/>
            </a:solidFill>
            <a:prstDash val="solid"/>
          </a:ln>
        </p:spPr>
      </p:sp>
      <p:sp>
        <p:nvSpPr>
          <p:cNvPr id="180" name="Text 172"/>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1" name="Shape 173"/>
          <p:cNvSpPr/>
          <p:nvPr/>
        </p:nvSpPr>
        <p:spPr>
          <a:xfrm>
            <a:off x="843808" y="3647484"/>
            <a:ext cx="320040" cy="119299"/>
          </a:xfrm>
          <a:prstGeom prst="rect">
            <a:avLst/>
          </a:prstGeom>
          <a:solidFill>
            <a:srgbClr val="FFFFFF"/>
          </a:solidFill>
          <a:ln w="6350">
            <a:solidFill>
              <a:srgbClr val="E2E2E2"/>
            </a:solidFill>
            <a:prstDash val="solid"/>
          </a:ln>
        </p:spPr>
      </p:sp>
      <p:sp>
        <p:nvSpPr>
          <p:cNvPr id="182" name="Text 174"/>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3" name="Shape 175"/>
          <p:cNvSpPr/>
          <p:nvPr/>
        </p:nvSpPr>
        <p:spPr>
          <a:xfrm>
            <a:off x="1163848" y="3647484"/>
            <a:ext cx="868680" cy="119299"/>
          </a:xfrm>
          <a:prstGeom prst="rect">
            <a:avLst/>
          </a:prstGeom>
          <a:solidFill>
            <a:srgbClr val="FFFFFF"/>
          </a:solidFill>
          <a:ln w="6350">
            <a:solidFill>
              <a:srgbClr val="E2E2E2"/>
            </a:solidFill>
            <a:prstDash val="solid"/>
          </a:ln>
        </p:spPr>
      </p:sp>
      <p:sp>
        <p:nvSpPr>
          <p:cNvPr id="184" name="Text 176"/>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85" name="Shape 177"/>
          <p:cNvSpPr/>
          <p:nvPr/>
        </p:nvSpPr>
        <p:spPr>
          <a:xfrm>
            <a:off x="2032528" y="3647484"/>
            <a:ext cx="640080" cy="119299"/>
          </a:xfrm>
          <a:prstGeom prst="rect">
            <a:avLst/>
          </a:prstGeom>
          <a:solidFill>
            <a:srgbClr val="FFFFFF"/>
          </a:solidFill>
          <a:ln w="6350">
            <a:solidFill>
              <a:srgbClr val="E2E2E2"/>
            </a:solidFill>
            <a:prstDash val="solid"/>
          </a:ln>
        </p:spPr>
      </p:sp>
      <p:sp>
        <p:nvSpPr>
          <p:cNvPr id="186" name="Text 178"/>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87" name="Shape 179"/>
          <p:cNvSpPr/>
          <p:nvPr/>
        </p:nvSpPr>
        <p:spPr>
          <a:xfrm>
            <a:off x="2672608" y="3647484"/>
            <a:ext cx="640080" cy="119299"/>
          </a:xfrm>
          <a:prstGeom prst="rect">
            <a:avLst/>
          </a:prstGeom>
          <a:solidFill>
            <a:srgbClr val="FFFFFF"/>
          </a:solidFill>
          <a:ln w="6350">
            <a:solidFill>
              <a:srgbClr val="E2E2E2"/>
            </a:solidFill>
            <a:prstDash val="solid"/>
          </a:ln>
        </p:spPr>
      </p:sp>
      <p:sp>
        <p:nvSpPr>
          <p:cNvPr id="188" name="Text 180"/>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89" name="Shape 181"/>
          <p:cNvSpPr/>
          <p:nvPr/>
        </p:nvSpPr>
        <p:spPr>
          <a:xfrm>
            <a:off x="3312688" y="3647484"/>
            <a:ext cx="548640" cy="119299"/>
          </a:xfrm>
          <a:prstGeom prst="rect">
            <a:avLst/>
          </a:prstGeom>
          <a:solidFill>
            <a:srgbClr val="FFFFFF"/>
          </a:solidFill>
          <a:ln w="6350">
            <a:solidFill>
              <a:srgbClr val="E2E2E2"/>
            </a:solidFill>
            <a:prstDash val="solid"/>
          </a:ln>
        </p:spPr>
      </p:sp>
      <p:sp>
        <p:nvSpPr>
          <p:cNvPr id="190" name="Text 182"/>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1" name="Shape 183"/>
          <p:cNvSpPr/>
          <p:nvPr/>
        </p:nvSpPr>
        <p:spPr>
          <a:xfrm>
            <a:off x="3861328" y="3647484"/>
            <a:ext cx="731520" cy="119299"/>
          </a:xfrm>
          <a:prstGeom prst="rect">
            <a:avLst/>
          </a:prstGeom>
          <a:solidFill>
            <a:srgbClr val="FFFFFF"/>
          </a:solidFill>
          <a:ln w="6350">
            <a:solidFill>
              <a:srgbClr val="E2E2E2"/>
            </a:solidFill>
            <a:prstDash val="solid"/>
          </a:ln>
        </p:spPr>
      </p:sp>
      <p:sp>
        <p:nvSpPr>
          <p:cNvPr id="192" name="Shape 184"/>
          <p:cNvSpPr/>
          <p:nvPr/>
        </p:nvSpPr>
        <p:spPr>
          <a:xfrm>
            <a:off x="3861328" y="2812388"/>
            <a:ext cx="731520" cy="119299"/>
          </a:xfrm>
          <a:prstGeom prst="rect">
            <a:avLst/>
          </a:prstGeom>
          <a:solidFill>
            <a:srgbClr val="1A73E8">
              <a:alpha val="12000"/>
            </a:srgbClr>
          </a:solidFill>
          <a:ln w="19050">
            <a:solidFill>
              <a:srgbClr val="1A73E8"/>
            </a:solidFill>
            <a:prstDash val="solid"/>
          </a:ln>
        </p:spPr>
      </p:sp>
      <p:sp>
        <p:nvSpPr>
          <p:cNvPr id="193" name="Shape 185"/>
          <p:cNvSpPr/>
          <p:nvPr/>
        </p:nvSpPr>
        <p:spPr>
          <a:xfrm>
            <a:off x="587776" y="3794216"/>
            <a:ext cx="4950927" cy="201168"/>
          </a:xfrm>
          <a:prstGeom prst="rect">
            <a:avLst/>
          </a:prstGeom>
          <a:solidFill>
            <a:srgbClr val="F8F9FA"/>
          </a:solidFill>
          <a:ln w="12700">
            <a:solidFill>
              <a:srgbClr val="F8F9FA"/>
            </a:solidFill>
            <a:prstDash val="solid"/>
          </a:ln>
        </p:spPr>
      </p:sp>
      <p:sp>
        <p:nvSpPr>
          <p:cNvPr id="194" name="Text 18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95" name="Shape 187"/>
          <p:cNvSpPr/>
          <p:nvPr/>
        </p:nvSpPr>
        <p:spPr>
          <a:xfrm>
            <a:off x="1136416" y="3794216"/>
            <a:ext cx="731520" cy="201168"/>
          </a:xfrm>
          <a:prstGeom prst="rect">
            <a:avLst/>
          </a:prstGeom>
          <a:solidFill>
            <a:srgbClr val="E1EFFE"/>
          </a:solidFill>
          <a:ln w="12700">
            <a:solidFill>
              <a:srgbClr val="E1EFFE"/>
            </a:solidFill>
            <a:prstDash val="solid"/>
          </a:ln>
        </p:spPr>
      </p:sp>
      <p:sp>
        <p:nvSpPr>
          <p:cNvPr id="196" name="Text 18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97" name="Shape 189"/>
          <p:cNvSpPr/>
          <p:nvPr/>
        </p:nvSpPr>
        <p:spPr>
          <a:xfrm>
            <a:off x="3843040" y="2794100"/>
            <a:ext cx="768096" cy="155875"/>
          </a:xfrm>
          <a:prstGeom prst="roundRect">
            <a:avLst>
              <a:gd name="adj" fmla="val 29331"/>
            </a:avLst>
          </a:prstGeom>
          <a:solidFill>
            <a:srgbClr val="FFFFFF">
              <a:alpha val="0"/>
            </a:srgbClr>
          </a:solidFill>
          <a:ln w="31750">
            <a:solidFill>
              <a:srgbClr val="E53935"/>
            </a:solidFill>
            <a:prstDash val="solid"/>
          </a:ln>
        </p:spPr>
      </p:sp>
      <p:sp>
        <p:nvSpPr>
          <p:cNvPr id="198" name="Shape 190"/>
          <p:cNvSpPr/>
          <p:nvPr/>
        </p:nvSpPr>
        <p:spPr>
          <a:xfrm>
            <a:off x="4473976" y="2656940"/>
            <a:ext cx="274320" cy="274320"/>
          </a:xfrm>
          <a:prstGeom prst="ellipse">
            <a:avLst/>
          </a:prstGeom>
          <a:solidFill>
            <a:srgbClr val="E53935"/>
          </a:solidFill>
          <a:ln w="12700">
            <a:solidFill>
              <a:srgbClr val="FFFFFF"/>
            </a:solidFill>
            <a:prstDash val="solid"/>
          </a:ln>
        </p:spPr>
      </p:sp>
      <p:sp>
        <p:nvSpPr>
          <p:cNvPr id="199" name="Text 191"/>
          <p:cNvSpPr txBox="1"/>
          <p:nvPr/>
        </p:nvSpPr>
        <p:spPr>
          <a:xfrm>
            <a:off x="447397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0" name="Image 6" descr="preencoded.png">    </p:cNvPr>
          <p:cNvPicPr>
            <a:picLocks noChangeAspect="1"/>
          </p:cNvPicPr>
          <p:nvPr/>
        </p:nvPicPr>
        <p:blipFill>
          <a:blip r:embed="rId7"/>
          <a:stretch>
            <a:fillRect/>
          </a:stretch>
        </p:blipFill>
        <p:spPr>
          <a:xfrm>
            <a:off x="4263664" y="2878003"/>
            <a:ext cx="237744" cy="237744"/>
          </a:xfrm>
          <a:prstGeom prst="rect">
            <a:avLst/>
          </a:prstGeom>
        </p:spPr>
      </p:pic>
      <p:sp>
        <p:nvSpPr>
          <p:cNvPr id="201" name="Shape 192"/>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02" name="Shape 193"/>
          <p:cNvSpPr/>
          <p:nvPr/>
        </p:nvSpPr>
        <p:spPr>
          <a:xfrm>
            <a:off x="5310104" y="2198885"/>
            <a:ext cx="274320" cy="274320"/>
          </a:xfrm>
          <a:prstGeom prst="ellipse">
            <a:avLst/>
          </a:prstGeom>
          <a:solidFill>
            <a:srgbClr val="E53935"/>
          </a:solidFill>
          <a:ln w="12700">
            <a:solidFill>
              <a:srgbClr val="FFFFFF"/>
            </a:solidFill>
            <a:prstDash val="solid"/>
          </a:ln>
        </p:spPr>
      </p:sp>
      <p:sp>
        <p:nvSpPr>
          <p:cNvPr id="203" name="Text 194"/>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4" name="Image 7" descr="preencoded.png">    </p:cNvPr>
          <p:cNvPicPr>
            <a:picLocks noChangeAspect="1"/>
          </p:cNvPicPr>
          <p:nvPr/>
        </p:nvPicPr>
        <p:blipFill>
          <a:blip r:embed="rId8"/>
          <a:stretch>
            <a:fillRect/>
          </a:stretch>
        </p:blipFill>
        <p:spPr>
          <a:xfrm>
            <a:off x="3571390" y="2464976"/>
            <a:ext cx="237744" cy="237744"/>
          </a:xfrm>
          <a:prstGeom prst="rect">
            <a:avLst/>
          </a:prstGeom>
        </p:spPr>
      </p:pic>
      <p:sp>
        <p:nvSpPr>
          <p:cNvPr id="205" name="Text 19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06" name="Text 19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Hasil muncul, rumus tetap di bilah fx</a:t>
            </a:r>
            <a:endParaRPr lang="en-US" sz="1800" dirty="0"/>
          </a:p>
        </p:txBody>
      </p:sp>
      <p:sp>
        <p:nvSpPr>
          <p:cNvPr id="207" name="Text 19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Sel F2 menampilkan 85.0. Klik F2 lagi: bilah fx menampilkan rumusnya.</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Rata-rata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F9</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=AVERAGE(C9:E9)</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Text 106"/>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32004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3050987"/>
            <a:ext cx="640080" cy="119299"/>
          </a:xfrm>
          <a:prstGeom prst="rect">
            <a:avLst/>
          </a:prstGeom>
          <a:solidFill>
            <a:srgbClr val="FFFFFF"/>
          </a:solidFill>
          <a:ln w="6350">
            <a:solidFill>
              <a:srgbClr val="E2E2E2"/>
            </a:solidFill>
            <a:prstDash val="solid"/>
          </a:ln>
        </p:spPr>
      </p:sp>
      <p:sp>
        <p:nvSpPr>
          <p:cNvPr id="124" name="Text 116"/>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3050987"/>
            <a:ext cx="731520" cy="119299"/>
          </a:xfrm>
          <a:prstGeom prst="rect">
            <a:avLst/>
          </a:prstGeom>
          <a:solidFill>
            <a:srgbClr val="FFFFFF"/>
          </a:solidFill>
          <a:ln w="6350">
            <a:solidFill>
              <a:srgbClr val="E2E2E2"/>
            </a:solidFill>
            <a:prstDash val="solid"/>
          </a:ln>
        </p:spPr>
      </p:sp>
      <p:sp>
        <p:nvSpPr>
          <p:cNvPr id="128" name="Text 120"/>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32004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3170287"/>
            <a:ext cx="640080" cy="119299"/>
          </a:xfrm>
          <a:prstGeom prst="rect">
            <a:avLst/>
          </a:prstGeom>
          <a:solidFill>
            <a:srgbClr val="FFFFFF"/>
          </a:solidFill>
          <a:ln w="6350">
            <a:solidFill>
              <a:srgbClr val="E2E2E2"/>
            </a:solidFill>
            <a:prstDash val="solid"/>
          </a:ln>
        </p:spPr>
      </p:sp>
      <p:sp>
        <p:nvSpPr>
          <p:cNvPr id="138" name="Text 130"/>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3170287"/>
            <a:ext cx="731520" cy="119299"/>
          </a:xfrm>
          <a:prstGeom prst="rect">
            <a:avLst/>
          </a:prstGeom>
          <a:solidFill>
            <a:srgbClr val="FFFFFF"/>
          </a:solidFill>
          <a:ln w="6350">
            <a:solidFill>
              <a:srgbClr val="E2E2E2"/>
            </a:solidFill>
            <a:prstDash val="solid"/>
          </a:ln>
        </p:spPr>
      </p:sp>
      <p:sp>
        <p:nvSpPr>
          <p:cNvPr id="142" name="Text 134"/>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32004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289586"/>
            <a:ext cx="868680" cy="119299"/>
          </a:xfrm>
          <a:prstGeom prst="rect">
            <a:avLst/>
          </a:prstGeom>
          <a:solidFill>
            <a:srgbClr val="FFFFFF"/>
          </a:solidFill>
          <a:ln w="6350">
            <a:solidFill>
              <a:srgbClr val="E2E2E2"/>
            </a:solidFill>
            <a:prstDash val="solid"/>
          </a:ln>
        </p:spPr>
      </p:sp>
      <p:sp>
        <p:nvSpPr>
          <p:cNvPr id="148" name="Text 140"/>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289586"/>
            <a:ext cx="640080" cy="119299"/>
          </a:xfrm>
          <a:prstGeom prst="rect">
            <a:avLst/>
          </a:prstGeom>
          <a:solidFill>
            <a:srgbClr val="FFFFFF"/>
          </a:solidFill>
          <a:ln w="6350">
            <a:solidFill>
              <a:srgbClr val="E2E2E2"/>
            </a:solidFill>
            <a:prstDash val="solid"/>
          </a:ln>
        </p:spPr>
      </p:sp>
      <p:sp>
        <p:nvSpPr>
          <p:cNvPr id="152" name="Text 144"/>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289586"/>
            <a:ext cx="548640" cy="119299"/>
          </a:xfrm>
          <a:prstGeom prst="rect">
            <a:avLst/>
          </a:prstGeom>
          <a:solidFill>
            <a:srgbClr val="FFFFFF"/>
          </a:solidFill>
          <a:ln w="6350">
            <a:solidFill>
              <a:srgbClr val="E2E2E2"/>
            </a:solidFill>
            <a:prstDash val="solid"/>
          </a:ln>
        </p:spPr>
      </p:sp>
      <p:sp>
        <p:nvSpPr>
          <p:cNvPr id="154" name="Text 146"/>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289586"/>
            <a:ext cx="731520" cy="119299"/>
          </a:xfrm>
          <a:prstGeom prst="rect">
            <a:avLst/>
          </a:prstGeom>
          <a:solidFill>
            <a:srgbClr val="FFFFFF"/>
          </a:solidFill>
          <a:ln w="6350">
            <a:solidFill>
              <a:srgbClr val="E2E2E2"/>
            </a:solidFill>
            <a:prstDash val="solid"/>
          </a:ln>
        </p:spPr>
      </p:sp>
      <p:sp>
        <p:nvSpPr>
          <p:cNvPr id="156" name="Text 148"/>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408885"/>
            <a:ext cx="868680" cy="119299"/>
          </a:xfrm>
          <a:prstGeom prst="rect">
            <a:avLst/>
          </a:prstGeom>
          <a:solidFill>
            <a:srgbClr val="FFFFFF"/>
          </a:solidFill>
          <a:ln w="6350">
            <a:solidFill>
              <a:srgbClr val="E2E2E2"/>
            </a:solidFill>
            <a:prstDash val="solid"/>
          </a:ln>
        </p:spPr>
      </p:sp>
      <p:sp>
        <p:nvSpPr>
          <p:cNvPr id="162" name="Text 154"/>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408885"/>
            <a:ext cx="640080" cy="119299"/>
          </a:xfrm>
          <a:prstGeom prst="rect">
            <a:avLst/>
          </a:prstGeom>
          <a:solidFill>
            <a:srgbClr val="FFFFFF"/>
          </a:solidFill>
          <a:ln w="6350">
            <a:solidFill>
              <a:srgbClr val="E2E2E2"/>
            </a:solidFill>
            <a:prstDash val="solid"/>
          </a:ln>
        </p:spPr>
      </p:sp>
      <p:sp>
        <p:nvSpPr>
          <p:cNvPr id="164" name="Text 156"/>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408885"/>
            <a:ext cx="640080" cy="119299"/>
          </a:xfrm>
          <a:prstGeom prst="rect">
            <a:avLst/>
          </a:prstGeom>
          <a:solidFill>
            <a:srgbClr val="FFFFFF"/>
          </a:solidFill>
          <a:ln w="6350">
            <a:solidFill>
              <a:srgbClr val="E2E2E2"/>
            </a:solidFill>
            <a:prstDash val="solid"/>
          </a:ln>
        </p:spPr>
      </p:sp>
      <p:sp>
        <p:nvSpPr>
          <p:cNvPr id="166" name="Text 158"/>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408885"/>
            <a:ext cx="548640" cy="119299"/>
          </a:xfrm>
          <a:prstGeom prst="rect">
            <a:avLst/>
          </a:prstGeom>
          <a:solidFill>
            <a:srgbClr val="FFFFFF"/>
          </a:solidFill>
          <a:ln w="6350">
            <a:solidFill>
              <a:srgbClr val="E2E2E2"/>
            </a:solidFill>
            <a:prstDash val="solid"/>
          </a:ln>
        </p:spPr>
      </p:sp>
      <p:sp>
        <p:nvSpPr>
          <p:cNvPr id="168" name="Text 160"/>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408885"/>
            <a:ext cx="731520" cy="119299"/>
          </a:xfrm>
          <a:prstGeom prst="rect">
            <a:avLst/>
          </a:prstGeom>
          <a:solidFill>
            <a:srgbClr val="FFFFFF"/>
          </a:solidFill>
          <a:ln w="6350">
            <a:solidFill>
              <a:srgbClr val="E2E2E2"/>
            </a:solidFill>
            <a:prstDash val="solid"/>
          </a:ln>
        </p:spPr>
      </p:sp>
      <p:sp>
        <p:nvSpPr>
          <p:cNvPr id="170" name="Text 162"/>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32004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528185"/>
            <a:ext cx="868680" cy="119299"/>
          </a:xfrm>
          <a:prstGeom prst="rect">
            <a:avLst/>
          </a:prstGeom>
          <a:solidFill>
            <a:srgbClr val="FFFFFF"/>
          </a:solidFill>
          <a:ln w="6350">
            <a:solidFill>
              <a:srgbClr val="E2E2E2"/>
            </a:solidFill>
            <a:prstDash val="solid"/>
          </a:ln>
        </p:spPr>
      </p:sp>
      <p:sp>
        <p:nvSpPr>
          <p:cNvPr id="176" name="Text 168"/>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528185"/>
            <a:ext cx="640080" cy="119299"/>
          </a:xfrm>
          <a:prstGeom prst="rect">
            <a:avLst/>
          </a:prstGeom>
          <a:solidFill>
            <a:srgbClr val="FFFFFF"/>
          </a:solidFill>
          <a:ln w="6350">
            <a:solidFill>
              <a:srgbClr val="E2E2E2"/>
            </a:solidFill>
            <a:prstDash val="solid"/>
          </a:ln>
        </p:spPr>
      </p:sp>
      <p:sp>
        <p:nvSpPr>
          <p:cNvPr id="178" name="Text 170"/>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528185"/>
            <a:ext cx="640080" cy="119299"/>
          </a:xfrm>
          <a:prstGeom prst="rect">
            <a:avLst/>
          </a:prstGeom>
          <a:solidFill>
            <a:srgbClr val="FFFFFF"/>
          </a:solidFill>
          <a:ln w="6350">
            <a:solidFill>
              <a:srgbClr val="E2E2E2"/>
            </a:solidFill>
            <a:prstDash val="solid"/>
          </a:ln>
        </p:spPr>
      </p:sp>
      <p:sp>
        <p:nvSpPr>
          <p:cNvPr id="180" name="Text 172"/>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528185"/>
            <a:ext cx="548640" cy="119299"/>
          </a:xfrm>
          <a:prstGeom prst="rect">
            <a:avLst/>
          </a:prstGeom>
          <a:solidFill>
            <a:srgbClr val="FFFFFF"/>
          </a:solidFill>
          <a:ln w="6350">
            <a:solidFill>
              <a:srgbClr val="E2E2E2"/>
            </a:solidFill>
            <a:prstDash val="solid"/>
          </a:ln>
        </p:spPr>
      </p:sp>
      <p:sp>
        <p:nvSpPr>
          <p:cNvPr id="182" name="Text 174"/>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528185"/>
            <a:ext cx="731520" cy="119299"/>
          </a:xfrm>
          <a:prstGeom prst="rect">
            <a:avLst/>
          </a:prstGeom>
          <a:solidFill>
            <a:srgbClr val="FFFFFF"/>
          </a:solidFill>
          <a:ln w="6350">
            <a:solidFill>
              <a:srgbClr val="E2E2E2"/>
            </a:solidFill>
            <a:prstDash val="solid"/>
          </a:ln>
        </p:spPr>
      </p:sp>
      <p:sp>
        <p:nvSpPr>
          <p:cNvPr id="184" name="Text 176"/>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32004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647484"/>
            <a:ext cx="868680" cy="119299"/>
          </a:xfrm>
          <a:prstGeom prst="rect">
            <a:avLst/>
          </a:prstGeom>
          <a:solidFill>
            <a:srgbClr val="FFFFFF"/>
          </a:solidFill>
          <a:ln w="6350">
            <a:solidFill>
              <a:srgbClr val="E2E2E2"/>
            </a:solidFill>
            <a:prstDash val="solid"/>
          </a:ln>
        </p:spPr>
      </p:sp>
      <p:sp>
        <p:nvSpPr>
          <p:cNvPr id="190" name="Text 182"/>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647484"/>
            <a:ext cx="640080" cy="119299"/>
          </a:xfrm>
          <a:prstGeom prst="rect">
            <a:avLst/>
          </a:prstGeom>
          <a:solidFill>
            <a:srgbClr val="FFFFFF"/>
          </a:solidFill>
          <a:ln w="6350">
            <a:solidFill>
              <a:srgbClr val="E2E2E2"/>
            </a:solidFill>
            <a:prstDash val="solid"/>
          </a:ln>
        </p:spPr>
      </p:sp>
      <p:sp>
        <p:nvSpPr>
          <p:cNvPr id="192" name="Text 184"/>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647484"/>
            <a:ext cx="640080" cy="119299"/>
          </a:xfrm>
          <a:prstGeom prst="rect">
            <a:avLst/>
          </a:prstGeom>
          <a:solidFill>
            <a:srgbClr val="FFFFFF"/>
          </a:solidFill>
          <a:ln w="6350">
            <a:solidFill>
              <a:srgbClr val="E2E2E2"/>
            </a:solidFill>
            <a:prstDash val="solid"/>
          </a:ln>
        </p:spPr>
      </p:sp>
      <p:sp>
        <p:nvSpPr>
          <p:cNvPr id="194" name="Text 186"/>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647484"/>
            <a:ext cx="548640" cy="119299"/>
          </a:xfrm>
          <a:prstGeom prst="rect">
            <a:avLst/>
          </a:prstGeom>
          <a:solidFill>
            <a:srgbClr val="FFFFFF"/>
          </a:solidFill>
          <a:ln w="6350">
            <a:solidFill>
              <a:srgbClr val="E2E2E2"/>
            </a:solidFill>
            <a:prstDash val="solid"/>
          </a:ln>
        </p:spPr>
      </p:sp>
      <p:sp>
        <p:nvSpPr>
          <p:cNvPr id="196" name="Text 188"/>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647484"/>
            <a:ext cx="731520" cy="119299"/>
          </a:xfrm>
          <a:prstGeom prst="rect">
            <a:avLst/>
          </a:prstGeom>
          <a:solidFill>
            <a:srgbClr val="FFFFFF"/>
          </a:solidFill>
          <a:ln w="6350">
            <a:solidFill>
              <a:srgbClr val="E2E2E2"/>
            </a:solidFill>
            <a:prstDash val="solid"/>
          </a:ln>
        </p:spPr>
      </p:sp>
      <p:sp>
        <p:nvSpPr>
          <p:cNvPr id="198" name="Text 190"/>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3861328" y="2812388"/>
            <a:ext cx="73152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4537984" y="2876824"/>
            <a:ext cx="64008" cy="64008"/>
          </a:xfrm>
          <a:prstGeom prst="rect">
            <a:avLst/>
          </a:prstGeom>
          <a:solidFill>
            <a:srgbClr val="1A73E8"/>
          </a:solidFill>
          <a:ln w="12700">
            <a:solidFill>
              <a:srgbClr val="1A73E8"/>
            </a:solidFill>
            <a:prstDash val="solid"/>
          </a:ln>
        </p:spPr>
      </p:sp>
      <p:sp>
        <p:nvSpPr>
          <p:cNvPr id="205" name="Shape 197"/>
          <p:cNvSpPr/>
          <p:nvPr/>
        </p:nvSpPr>
        <p:spPr>
          <a:xfrm>
            <a:off x="4501408" y="2840248"/>
            <a:ext cx="164592" cy="164592"/>
          </a:xfrm>
          <a:prstGeom prst="roundRect">
            <a:avLst>
              <a:gd name="adj" fmla="val 27778"/>
            </a:avLst>
          </a:prstGeom>
          <a:solidFill>
            <a:srgbClr val="FFFFFF">
              <a:alpha val="0"/>
            </a:srgbClr>
          </a:solidFill>
          <a:ln w="31750">
            <a:solidFill>
              <a:srgbClr val="E53935"/>
            </a:solidFill>
            <a:prstDash val="solid"/>
          </a:ln>
        </p:spPr>
      </p:sp>
      <p:sp>
        <p:nvSpPr>
          <p:cNvPr id="206" name="Shape 198"/>
          <p:cNvSpPr/>
          <p:nvPr/>
        </p:nvSpPr>
        <p:spPr>
          <a:xfrm>
            <a:off x="4528840" y="2703088"/>
            <a:ext cx="274320" cy="274320"/>
          </a:xfrm>
          <a:prstGeom prst="ellipse">
            <a:avLst/>
          </a:prstGeom>
          <a:solidFill>
            <a:srgbClr val="E53935"/>
          </a:solidFill>
          <a:ln w="12700">
            <a:solidFill>
              <a:srgbClr val="FFFFFF"/>
            </a:solidFill>
            <a:prstDash val="solid"/>
          </a:ln>
        </p:spPr>
      </p:sp>
      <p:sp>
        <p:nvSpPr>
          <p:cNvPr id="207" name="Text 199"/>
          <p:cNvSpPr txBox="1"/>
          <p:nvPr/>
        </p:nvSpPr>
        <p:spPr>
          <a:xfrm>
            <a:off x="4528840" y="270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8" name="Image 6" descr="preencoded.png">    </p:cNvPr>
          <p:cNvPicPr>
            <a:picLocks noChangeAspect="1"/>
          </p:cNvPicPr>
          <p:nvPr/>
        </p:nvPicPr>
        <p:blipFill>
          <a:blip r:embed="rId7"/>
          <a:stretch>
            <a:fillRect/>
          </a:stretch>
        </p:blipFill>
        <p:spPr>
          <a:xfrm>
            <a:off x="4588276" y="2927116"/>
            <a:ext cx="237744" cy="237744"/>
          </a:xfrm>
          <a:prstGeom prst="rect">
            <a:avLst/>
          </a:prstGeom>
        </p:spPr>
      </p:pic>
      <p:sp>
        <p:nvSpPr>
          <p:cNvPr id="209" name="Shape 200"/>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10" name="Shape 201"/>
          <p:cNvSpPr/>
          <p:nvPr/>
        </p:nvSpPr>
        <p:spPr>
          <a:xfrm>
            <a:off x="5310104" y="2198885"/>
            <a:ext cx="274320" cy="274320"/>
          </a:xfrm>
          <a:prstGeom prst="ellipse">
            <a:avLst/>
          </a:prstGeom>
          <a:solidFill>
            <a:srgbClr val="E53935"/>
          </a:solidFill>
          <a:ln w="12700">
            <a:solidFill>
              <a:srgbClr val="FFFFFF"/>
            </a:solidFill>
            <a:prstDash val="solid"/>
          </a:ln>
        </p:spPr>
      </p:sp>
      <p:sp>
        <p:nvSpPr>
          <p:cNvPr id="211" name="Text 202"/>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2" name="Image 7" descr="preencoded.png">    </p:cNvPr>
          <p:cNvPicPr>
            <a:picLocks noChangeAspect="1"/>
          </p:cNvPicPr>
          <p:nvPr/>
        </p:nvPicPr>
        <p:blipFill>
          <a:blip r:embed="rId8"/>
          <a:stretch>
            <a:fillRect/>
          </a:stretch>
        </p:blipFill>
        <p:spPr>
          <a:xfrm>
            <a:off x="3571390" y="2464976"/>
            <a:ext cx="237744" cy="237744"/>
          </a:xfrm>
          <a:prstGeom prst="rect">
            <a:avLst/>
          </a:prstGeom>
        </p:spPr>
      </p:pic>
      <p:sp>
        <p:nvSpPr>
          <p:cNvPr id="213" name="Text 20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14" name="Text 20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Seret fill handle ke bawah sampai F9</a:t>
            </a:r>
            <a:endParaRPr lang="en-US" sz="1800" dirty="0"/>
          </a:p>
        </p:txBody>
      </p:sp>
      <p:sp>
        <p:nvSpPr>
          <p:cNvPr id="215" name="Text 20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F2. Arahkan kursor ke kotak kecil di pojok kanan bawah sel. Tekan dan seret sampai F9.</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Rumus Lain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B11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79533"/>
          </a:xfrm>
          <a:prstGeom prst="rect">
            <a:avLst/>
          </a:prstGeom>
          <a:solidFill>
            <a:srgbClr val="F8F9FA"/>
          </a:solidFill>
          <a:ln w="12700">
            <a:solidFill>
              <a:srgbClr val="F8F9FA"/>
            </a:solidFill>
            <a:prstDash val="solid"/>
          </a:ln>
        </p:spPr>
      </p:sp>
      <p:sp>
        <p:nvSpPr>
          <p:cNvPr id="61" name="Shape 53"/>
          <p:cNvSpPr/>
          <p:nvPr/>
        </p:nvSpPr>
        <p:spPr>
          <a:xfrm>
            <a:off x="843808" y="2573789"/>
            <a:ext cx="320040" cy="79533"/>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79533"/>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79533"/>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79533"/>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79533"/>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79533"/>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53322"/>
            <a:ext cx="256032" cy="79533"/>
          </a:xfrm>
          <a:prstGeom prst="rect">
            <a:avLst/>
          </a:prstGeom>
          <a:solidFill>
            <a:srgbClr val="F8F9FA"/>
          </a:solidFill>
          <a:ln w="6350">
            <a:solidFill>
              <a:srgbClr val="DDDDDD"/>
            </a:solidFill>
            <a:prstDash val="solid"/>
          </a:ln>
        </p:spPr>
      </p:sp>
      <p:sp>
        <p:nvSpPr>
          <p:cNvPr id="74" name="Text 66"/>
          <p:cNvSpPr txBox="1"/>
          <p:nvPr/>
        </p:nvSpPr>
        <p:spPr>
          <a:xfrm>
            <a:off x="587776" y="265332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53322"/>
            <a:ext cx="320040" cy="79533"/>
          </a:xfrm>
          <a:prstGeom prst="rect">
            <a:avLst/>
          </a:prstGeom>
          <a:solidFill>
            <a:srgbClr val="0F4C3A"/>
          </a:solidFill>
          <a:ln w="6350">
            <a:solidFill>
              <a:srgbClr val="E2E2E2"/>
            </a:solidFill>
            <a:prstDash val="solid"/>
          </a:ln>
        </p:spPr>
      </p:sp>
      <p:sp>
        <p:nvSpPr>
          <p:cNvPr id="76" name="Text 68"/>
          <p:cNvSpPr txBox="1"/>
          <p:nvPr/>
        </p:nvSpPr>
        <p:spPr>
          <a:xfrm>
            <a:off x="871240" y="2653322"/>
            <a:ext cx="2651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53322"/>
            <a:ext cx="868680" cy="79533"/>
          </a:xfrm>
          <a:prstGeom prst="rect">
            <a:avLst/>
          </a:prstGeom>
          <a:solidFill>
            <a:srgbClr val="0F4C3A"/>
          </a:solidFill>
          <a:ln w="6350">
            <a:solidFill>
              <a:srgbClr val="E2E2E2"/>
            </a:solidFill>
            <a:prstDash val="solid"/>
          </a:ln>
        </p:spPr>
      </p:sp>
      <p:sp>
        <p:nvSpPr>
          <p:cNvPr id="78" name="Text 70"/>
          <p:cNvSpPr txBox="1"/>
          <p:nvPr/>
        </p:nvSpPr>
        <p:spPr>
          <a:xfrm>
            <a:off x="1191280" y="2653322"/>
            <a:ext cx="8138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53322"/>
            <a:ext cx="640080" cy="79533"/>
          </a:xfrm>
          <a:prstGeom prst="rect">
            <a:avLst/>
          </a:prstGeom>
          <a:solidFill>
            <a:srgbClr val="0F4C3A"/>
          </a:solidFill>
          <a:ln w="6350">
            <a:solidFill>
              <a:srgbClr val="E2E2E2"/>
            </a:solidFill>
            <a:prstDash val="solid"/>
          </a:ln>
        </p:spPr>
      </p:sp>
      <p:sp>
        <p:nvSpPr>
          <p:cNvPr id="80" name="Text 72"/>
          <p:cNvSpPr txBox="1"/>
          <p:nvPr/>
        </p:nvSpPr>
        <p:spPr>
          <a:xfrm>
            <a:off x="205996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53322"/>
            <a:ext cx="640080" cy="79533"/>
          </a:xfrm>
          <a:prstGeom prst="rect">
            <a:avLst/>
          </a:prstGeom>
          <a:solidFill>
            <a:srgbClr val="0F4C3A"/>
          </a:solidFill>
          <a:ln w="6350">
            <a:solidFill>
              <a:srgbClr val="E2E2E2"/>
            </a:solidFill>
            <a:prstDash val="solid"/>
          </a:ln>
        </p:spPr>
      </p:sp>
      <p:sp>
        <p:nvSpPr>
          <p:cNvPr id="82" name="Text 74"/>
          <p:cNvSpPr txBox="1"/>
          <p:nvPr/>
        </p:nvSpPr>
        <p:spPr>
          <a:xfrm>
            <a:off x="270004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53322"/>
            <a:ext cx="548640" cy="79533"/>
          </a:xfrm>
          <a:prstGeom prst="rect">
            <a:avLst/>
          </a:prstGeom>
          <a:solidFill>
            <a:srgbClr val="0F4C3A"/>
          </a:solidFill>
          <a:ln w="6350">
            <a:solidFill>
              <a:srgbClr val="E2E2E2"/>
            </a:solidFill>
            <a:prstDash val="solid"/>
          </a:ln>
        </p:spPr>
      </p:sp>
      <p:sp>
        <p:nvSpPr>
          <p:cNvPr id="84" name="Text 76"/>
          <p:cNvSpPr txBox="1"/>
          <p:nvPr/>
        </p:nvSpPr>
        <p:spPr>
          <a:xfrm>
            <a:off x="3340120" y="2653322"/>
            <a:ext cx="4937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53322"/>
            <a:ext cx="731520" cy="79533"/>
          </a:xfrm>
          <a:prstGeom prst="rect">
            <a:avLst/>
          </a:prstGeom>
          <a:solidFill>
            <a:srgbClr val="0F4C3A"/>
          </a:solidFill>
          <a:ln w="6350">
            <a:solidFill>
              <a:srgbClr val="E2E2E2"/>
            </a:solidFill>
            <a:prstDash val="solid"/>
          </a:ln>
        </p:spPr>
      </p:sp>
      <p:sp>
        <p:nvSpPr>
          <p:cNvPr id="86" name="Text 78"/>
          <p:cNvSpPr txBox="1"/>
          <p:nvPr/>
        </p:nvSpPr>
        <p:spPr>
          <a:xfrm>
            <a:off x="3888760" y="2653322"/>
            <a:ext cx="67665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732855"/>
            <a:ext cx="256032" cy="79533"/>
          </a:xfrm>
          <a:prstGeom prst="rect">
            <a:avLst/>
          </a:prstGeom>
          <a:solidFill>
            <a:srgbClr val="F8F9FA"/>
          </a:solidFill>
          <a:ln w="6350">
            <a:solidFill>
              <a:srgbClr val="DDDDDD"/>
            </a:solidFill>
            <a:prstDash val="solid"/>
          </a:ln>
        </p:spPr>
      </p:sp>
      <p:sp>
        <p:nvSpPr>
          <p:cNvPr id="88" name="Text 80"/>
          <p:cNvSpPr txBox="1"/>
          <p:nvPr/>
        </p:nvSpPr>
        <p:spPr>
          <a:xfrm>
            <a:off x="587776" y="273285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732855"/>
            <a:ext cx="320040" cy="79533"/>
          </a:xfrm>
          <a:prstGeom prst="rect">
            <a:avLst/>
          </a:prstGeom>
          <a:solidFill>
            <a:srgbClr val="FFFFFF"/>
          </a:solidFill>
          <a:ln w="6350">
            <a:solidFill>
              <a:srgbClr val="E2E2E2"/>
            </a:solidFill>
            <a:prstDash val="solid"/>
          </a:ln>
        </p:spPr>
      </p:sp>
      <p:sp>
        <p:nvSpPr>
          <p:cNvPr id="90" name="Text 82"/>
          <p:cNvSpPr txBox="1"/>
          <p:nvPr/>
        </p:nvSpPr>
        <p:spPr>
          <a:xfrm>
            <a:off x="871240" y="2732855"/>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732855"/>
            <a:ext cx="868680" cy="79533"/>
          </a:xfrm>
          <a:prstGeom prst="rect">
            <a:avLst/>
          </a:prstGeom>
          <a:solidFill>
            <a:srgbClr val="FFFFFF"/>
          </a:solidFill>
          <a:ln w="6350">
            <a:solidFill>
              <a:srgbClr val="E2E2E2"/>
            </a:solidFill>
            <a:prstDash val="solid"/>
          </a:ln>
        </p:spPr>
      </p:sp>
      <p:sp>
        <p:nvSpPr>
          <p:cNvPr id="92" name="Text 84"/>
          <p:cNvSpPr txBox="1"/>
          <p:nvPr/>
        </p:nvSpPr>
        <p:spPr>
          <a:xfrm>
            <a:off x="1191280" y="273285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732855"/>
            <a:ext cx="640080" cy="79533"/>
          </a:xfrm>
          <a:prstGeom prst="rect">
            <a:avLst/>
          </a:prstGeom>
          <a:solidFill>
            <a:srgbClr val="FFFFFF"/>
          </a:solidFill>
          <a:ln w="6350">
            <a:solidFill>
              <a:srgbClr val="E2E2E2"/>
            </a:solidFill>
            <a:prstDash val="solid"/>
          </a:ln>
        </p:spPr>
      </p:sp>
      <p:sp>
        <p:nvSpPr>
          <p:cNvPr id="94" name="Text 86"/>
          <p:cNvSpPr txBox="1"/>
          <p:nvPr/>
        </p:nvSpPr>
        <p:spPr>
          <a:xfrm>
            <a:off x="205996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732855"/>
            <a:ext cx="640080" cy="79533"/>
          </a:xfrm>
          <a:prstGeom prst="rect">
            <a:avLst/>
          </a:prstGeom>
          <a:solidFill>
            <a:srgbClr val="FFFFFF"/>
          </a:solidFill>
          <a:ln w="6350">
            <a:solidFill>
              <a:srgbClr val="E2E2E2"/>
            </a:solidFill>
            <a:prstDash val="solid"/>
          </a:ln>
        </p:spPr>
      </p:sp>
      <p:sp>
        <p:nvSpPr>
          <p:cNvPr id="96" name="Text 88"/>
          <p:cNvSpPr txBox="1"/>
          <p:nvPr/>
        </p:nvSpPr>
        <p:spPr>
          <a:xfrm>
            <a:off x="270004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732855"/>
            <a:ext cx="548640" cy="79533"/>
          </a:xfrm>
          <a:prstGeom prst="rect">
            <a:avLst/>
          </a:prstGeom>
          <a:solidFill>
            <a:srgbClr val="FFFFFF"/>
          </a:solidFill>
          <a:ln w="6350">
            <a:solidFill>
              <a:srgbClr val="E2E2E2"/>
            </a:solidFill>
            <a:prstDash val="solid"/>
          </a:ln>
        </p:spPr>
      </p:sp>
      <p:sp>
        <p:nvSpPr>
          <p:cNvPr id="98" name="Text 90"/>
          <p:cNvSpPr txBox="1"/>
          <p:nvPr/>
        </p:nvSpPr>
        <p:spPr>
          <a:xfrm>
            <a:off x="3340120" y="2732855"/>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732855"/>
            <a:ext cx="731520" cy="79533"/>
          </a:xfrm>
          <a:prstGeom prst="rect">
            <a:avLst/>
          </a:prstGeom>
          <a:solidFill>
            <a:srgbClr val="FFFFFF"/>
          </a:solidFill>
          <a:ln w="6350">
            <a:solidFill>
              <a:srgbClr val="E2E2E2"/>
            </a:solidFill>
            <a:prstDash val="solid"/>
          </a:ln>
        </p:spPr>
      </p:sp>
      <p:sp>
        <p:nvSpPr>
          <p:cNvPr id="100" name="Text 92"/>
          <p:cNvSpPr txBox="1"/>
          <p:nvPr/>
        </p:nvSpPr>
        <p:spPr>
          <a:xfrm>
            <a:off x="3888760" y="2732855"/>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812388"/>
            <a:ext cx="256032" cy="79533"/>
          </a:xfrm>
          <a:prstGeom prst="rect">
            <a:avLst/>
          </a:prstGeom>
          <a:solidFill>
            <a:srgbClr val="F8F9FA"/>
          </a:solidFill>
          <a:ln w="6350">
            <a:solidFill>
              <a:srgbClr val="DDDDDD"/>
            </a:solidFill>
            <a:prstDash val="solid"/>
          </a:ln>
        </p:spPr>
      </p:sp>
      <p:sp>
        <p:nvSpPr>
          <p:cNvPr id="102" name="Text 94"/>
          <p:cNvSpPr txBox="1"/>
          <p:nvPr/>
        </p:nvSpPr>
        <p:spPr>
          <a:xfrm>
            <a:off x="587776" y="281238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812388"/>
            <a:ext cx="320040" cy="79533"/>
          </a:xfrm>
          <a:prstGeom prst="rect">
            <a:avLst/>
          </a:prstGeom>
          <a:solidFill>
            <a:srgbClr val="FFFFFF"/>
          </a:solidFill>
          <a:ln w="6350">
            <a:solidFill>
              <a:srgbClr val="E2E2E2"/>
            </a:solidFill>
            <a:prstDash val="solid"/>
          </a:ln>
        </p:spPr>
      </p:sp>
      <p:sp>
        <p:nvSpPr>
          <p:cNvPr id="104" name="Text 96"/>
          <p:cNvSpPr txBox="1"/>
          <p:nvPr/>
        </p:nvSpPr>
        <p:spPr>
          <a:xfrm>
            <a:off x="871240" y="2812388"/>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812388"/>
            <a:ext cx="868680" cy="79533"/>
          </a:xfrm>
          <a:prstGeom prst="rect">
            <a:avLst/>
          </a:prstGeom>
          <a:solidFill>
            <a:srgbClr val="FFFFFF"/>
          </a:solidFill>
          <a:ln w="6350">
            <a:solidFill>
              <a:srgbClr val="E2E2E2"/>
            </a:solidFill>
            <a:prstDash val="solid"/>
          </a:ln>
        </p:spPr>
      </p:sp>
      <p:sp>
        <p:nvSpPr>
          <p:cNvPr id="106" name="Text 98"/>
          <p:cNvSpPr txBox="1"/>
          <p:nvPr/>
        </p:nvSpPr>
        <p:spPr>
          <a:xfrm>
            <a:off x="1191280" y="281238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812388"/>
            <a:ext cx="640080" cy="79533"/>
          </a:xfrm>
          <a:prstGeom prst="rect">
            <a:avLst/>
          </a:prstGeom>
          <a:solidFill>
            <a:srgbClr val="FFFFFF"/>
          </a:solidFill>
          <a:ln w="6350">
            <a:solidFill>
              <a:srgbClr val="E2E2E2"/>
            </a:solidFill>
            <a:prstDash val="solid"/>
          </a:ln>
        </p:spPr>
      </p:sp>
      <p:sp>
        <p:nvSpPr>
          <p:cNvPr id="108" name="Text 100"/>
          <p:cNvSpPr txBox="1"/>
          <p:nvPr/>
        </p:nvSpPr>
        <p:spPr>
          <a:xfrm>
            <a:off x="205996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812388"/>
            <a:ext cx="640080" cy="79533"/>
          </a:xfrm>
          <a:prstGeom prst="rect">
            <a:avLst/>
          </a:prstGeom>
          <a:solidFill>
            <a:srgbClr val="FFFFFF"/>
          </a:solidFill>
          <a:ln w="6350">
            <a:solidFill>
              <a:srgbClr val="E2E2E2"/>
            </a:solidFill>
            <a:prstDash val="solid"/>
          </a:ln>
        </p:spPr>
      </p:sp>
      <p:sp>
        <p:nvSpPr>
          <p:cNvPr id="110" name="Text 102"/>
          <p:cNvSpPr txBox="1"/>
          <p:nvPr/>
        </p:nvSpPr>
        <p:spPr>
          <a:xfrm>
            <a:off x="270004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812388"/>
            <a:ext cx="548640" cy="79533"/>
          </a:xfrm>
          <a:prstGeom prst="rect">
            <a:avLst/>
          </a:prstGeom>
          <a:solidFill>
            <a:srgbClr val="FFFFFF"/>
          </a:solidFill>
          <a:ln w="6350">
            <a:solidFill>
              <a:srgbClr val="E2E2E2"/>
            </a:solidFill>
            <a:prstDash val="solid"/>
          </a:ln>
        </p:spPr>
      </p:sp>
      <p:sp>
        <p:nvSpPr>
          <p:cNvPr id="112" name="Text 104"/>
          <p:cNvSpPr txBox="1"/>
          <p:nvPr/>
        </p:nvSpPr>
        <p:spPr>
          <a:xfrm>
            <a:off x="3340120" y="2812388"/>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812388"/>
            <a:ext cx="731520" cy="79533"/>
          </a:xfrm>
          <a:prstGeom prst="rect">
            <a:avLst/>
          </a:prstGeom>
          <a:solidFill>
            <a:srgbClr val="FFFFFF"/>
          </a:solidFill>
          <a:ln w="6350">
            <a:solidFill>
              <a:srgbClr val="E2E2E2"/>
            </a:solidFill>
            <a:prstDash val="solid"/>
          </a:ln>
        </p:spPr>
      </p:sp>
      <p:sp>
        <p:nvSpPr>
          <p:cNvPr id="114" name="Text 106"/>
          <p:cNvSpPr txBox="1"/>
          <p:nvPr/>
        </p:nvSpPr>
        <p:spPr>
          <a:xfrm>
            <a:off x="3888760" y="2812388"/>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2891921"/>
            <a:ext cx="256032" cy="79533"/>
          </a:xfrm>
          <a:prstGeom prst="rect">
            <a:avLst/>
          </a:prstGeom>
          <a:solidFill>
            <a:srgbClr val="F8F9FA"/>
          </a:solidFill>
          <a:ln w="6350">
            <a:solidFill>
              <a:srgbClr val="DDDDDD"/>
            </a:solidFill>
            <a:prstDash val="solid"/>
          </a:ln>
        </p:spPr>
      </p:sp>
      <p:sp>
        <p:nvSpPr>
          <p:cNvPr id="116" name="Text 108"/>
          <p:cNvSpPr txBox="1"/>
          <p:nvPr/>
        </p:nvSpPr>
        <p:spPr>
          <a:xfrm>
            <a:off x="587776" y="289192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2891921"/>
            <a:ext cx="320040" cy="79533"/>
          </a:xfrm>
          <a:prstGeom prst="rect">
            <a:avLst/>
          </a:prstGeom>
          <a:solidFill>
            <a:srgbClr val="FFFFFF"/>
          </a:solidFill>
          <a:ln w="6350">
            <a:solidFill>
              <a:srgbClr val="E2E2E2"/>
            </a:solidFill>
            <a:prstDash val="solid"/>
          </a:ln>
        </p:spPr>
      </p:sp>
      <p:sp>
        <p:nvSpPr>
          <p:cNvPr id="118" name="Text 110"/>
          <p:cNvSpPr txBox="1"/>
          <p:nvPr/>
        </p:nvSpPr>
        <p:spPr>
          <a:xfrm>
            <a:off x="871240" y="2891921"/>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2891921"/>
            <a:ext cx="868680" cy="79533"/>
          </a:xfrm>
          <a:prstGeom prst="rect">
            <a:avLst/>
          </a:prstGeom>
          <a:solidFill>
            <a:srgbClr val="FFFFFF"/>
          </a:solidFill>
          <a:ln w="6350">
            <a:solidFill>
              <a:srgbClr val="E2E2E2"/>
            </a:solidFill>
            <a:prstDash val="solid"/>
          </a:ln>
        </p:spPr>
      </p:sp>
      <p:sp>
        <p:nvSpPr>
          <p:cNvPr id="120" name="Text 112"/>
          <p:cNvSpPr txBox="1"/>
          <p:nvPr/>
        </p:nvSpPr>
        <p:spPr>
          <a:xfrm>
            <a:off x="1191280" y="289192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2891921"/>
            <a:ext cx="640080" cy="79533"/>
          </a:xfrm>
          <a:prstGeom prst="rect">
            <a:avLst/>
          </a:prstGeom>
          <a:solidFill>
            <a:srgbClr val="FFFFFF"/>
          </a:solidFill>
          <a:ln w="6350">
            <a:solidFill>
              <a:srgbClr val="E2E2E2"/>
            </a:solidFill>
            <a:prstDash val="solid"/>
          </a:ln>
        </p:spPr>
      </p:sp>
      <p:sp>
        <p:nvSpPr>
          <p:cNvPr id="122" name="Text 114"/>
          <p:cNvSpPr txBox="1"/>
          <p:nvPr/>
        </p:nvSpPr>
        <p:spPr>
          <a:xfrm>
            <a:off x="205996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2891921"/>
            <a:ext cx="640080" cy="79533"/>
          </a:xfrm>
          <a:prstGeom prst="rect">
            <a:avLst/>
          </a:prstGeom>
          <a:solidFill>
            <a:srgbClr val="FFFFFF"/>
          </a:solidFill>
          <a:ln w="6350">
            <a:solidFill>
              <a:srgbClr val="E2E2E2"/>
            </a:solidFill>
            <a:prstDash val="solid"/>
          </a:ln>
        </p:spPr>
      </p:sp>
      <p:sp>
        <p:nvSpPr>
          <p:cNvPr id="124" name="Text 116"/>
          <p:cNvSpPr txBox="1"/>
          <p:nvPr/>
        </p:nvSpPr>
        <p:spPr>
          <a:xfrm>
            <a:off x="270004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2891921"/>
            <a:ext cx="548640" cy="79533"/>
          </a:xfrm>
          <a:prstGeom prst="rect">
            <a:avLst/>
          </a:prstGeom>
          <a:solidFill>
            <a:srgbClr val="FFFFFF"/>
          </a:solidFill>
          <a:ln w="6350">
            <a:solidFill>
              <a:srgbClr val="E2E2E2"/>
            </a:solidFill>
            <a:prstDash val="solid"/>
          </a:ln>
        </p:spPr>
      </p:sp>
      <p:sp>
        <p:nvSpPr>
          <p:cNvPr id="126" name="Text 118"/>
          <p:cNvSpPr txBox="1"/>
          <p:nvPr/>
        </p:nvSpPr>
        <p:spPr>
          <a:xfrm>
            <a:off x="3340120" y="2891921"/>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2891921"/>
            <a:ext cx="731520" cy="79533"/>
          </a:xfrm>
          <a:prstGeom prst="rect">
            <a:avLst/>
          </a:prstGeom>
          <a:solidFill>
            <a:srgbClr val="FFFFFF"/>
          </a:solidFill>
          <a:ln w="6350">
            <a:solidFill>
              <a:srgbClr val="E2E2E2"/>
            </a:solidFill>
            <a:prstDash val="solid"/>
          </a:ln>
        </p:spPr>
      </p:sp>
      <p:sp>
        <p:nvSpPr>
          <p:cNvPr id="128" name="Text 120"/>
          <p:cNvSpPr txBox="1"/>
          <p:nvPr/>
        </p:nvSpPr>
        <p:spPr>
          <a:xfrm>
            <a:off x="3888760" y="2891921"/>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2971454"/>
            <a:ext cx="256032" cy="79533"/>
          </a:xfrm>
          <a:prstGeom prst="rect">
            <a:avLst/>
          </a:prstGeom>
          <a:solidFill>
            <a:srgbClr val="F8F9FA"/>
          </a:solidFill>
          <a:ln w="6350">
            <a:solidFill>
              <a:srgbClr val="DDDDDD"/>
            </a:solidFill>
            <a:prstDash val="solid"/>
          </a:ln>
        </p:spPr>
      </p:sp>
      <p:sp>
        <p:nvSpPr>
          <p:cNvPr id="130" name="Text 122"/>
          <p:cNvSpPr txBox="1"/>
          <p:nvPr/>
        </p:nvSpPr>
        <p:spPr>
          <a:xfrm>
            <a:off x="587776" y="2971454"/>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2971454"/>
            <a:ext cx="320040" cy="79533"/>
          </a:xfrm>
          <a:prstGeom prst="rect">
            <a:avLst/>
          </a:prstGeom>
          <a:solidFill>
            <a:srgbClr val="FFFFFF"/>
          </a:solidFill>
          <a:ln w="6350">
            <a:solidFill>
              <a:srgbClr val="E2E2E2"/>
            </a:solidFill>
            <a:prstDash val="solid"/>
          </a:ln>
        </p:spPr>
      </p:sp>
      <p:sp>
        <p:nvSpPr>
          <p:cNvPr id="132" name="Text 124"/>
          <p:cNvSpPr txBox="1"/>
          <p:nvPr/>
        </p:nvSpPr>
        <p:spPr>
          <a:xfrm>
            <a:off x="871240" y="2971454"/>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2971454"/>
            <a:ext cx="868680" cy="79533"/>
          </a:xfrm>
          <a:prstGeom prst="rect">
            <a:avLst/>
          </a:prstGeom>
          <a:solidFill>
            <a:srgbClr val="FFFFFF"/>
          </a:solidFill>
          <a:ln w="6350">
            <a:solidFill>
              <a:srgbClr val="E2E2E2"/>
            </a:solidFill>
            <a:prstDash val="solid"/>
          </a:ln>
        </p:spPr>
      </p:sp>
      <p:sp>
        <p:nvSpPr>
          <p:cNvPr id="134" name="Text 126"/>
          <p:cNvSpPr txBox="1"/>
          <p:nvPr/>
        </p:nvSpPr>
        <p:spPr>
          <a:xfrm>
            <a:off x="1191280" y="2971454"/>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2971454"/>
            <a:ext cx="640080" cy="79533"/>
          </a:xfrm>
          <a:prstGeom prst="rect">
            <a:avLst/>
          </a:prstGeom>
          <a:solidFill>
            <a:srgbClr val="FFFFFF"/>
          </a:solidFill>
          <a:ln w="6350">
            <a:solidFill>
              <a:srgbClr val="E2E2E2"/>
            </a:solidFill>
            <a:prstDash val="solid"/>
          </a:ln>
        </p:spPr>
      </p:sp>
      <p:sp>
        <p:nvSpPr>
          <p:cNvPr id="136" name="Text 128"/>
          <p:cNvSpPr txBox="1"/>
          <p:nvPr/>
        </p:nvSpPr>
        <p:spPr>
          <a:xfrm>
            <a:off x="205996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2971454"/>
            <a:ext cx="640080" cy="79533"/>
          </a:xfrm>
          <a:prstGeom prst="rect">
            <a:avLst/>
          </a:prstGeom>
          <a:solidFill>
            <a:srgbClr val="FFFFFF"/>
          </a:solidFill>
          <a:ln w="6350">
            <a:solidFill>
              <a:srgbClr val="E2E2E2"/>
            </a:solidFill>
            <a:prstDash val="solid"/>
          </a:ln>
        </p:spPr>
      </p:sp>
      <p:sp>
        <p:nvSpPr>
          <p:cNvPr id="138" name="Text 130"/>
          <p:cNvSpPr txBox="1"/>
          <p:nvPr/>
        </p:nvSpPr>
        <p:spPr>
          <a:xfrm>
            <a:off x="270004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2971454"/>
            <a:ext cx="548640" cy="79533"/>
          </a:xfrm>
          <a:prstGeom prst="rect">
            <a:avLst/>
          </a:prstGeom>
          <a:solidFill>
            <a:srgbClr val="FFFFFF"/>
          </a:solidFill>
          <a:ln w="6350">
            <a:solidFill>
              <a:srgbClr val="E2E2E2"/>
            </a:solidFill>
            <a:prstDash val="solid"/>
          </a:ln>
        </p:spPr>
      </p:sp>
      <p:sp>
        <p:nvSpPr>
          <p:cNvPr id="140" name="Text 132"/>
          <p:cNvSpPr txBox="1"/>
          <p:nvPr/>
        </p:nvSpPr>
        <p:spPr>
          <a:xfrm>
            <a:off x="3340120" y="2971454"/>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2971454"/>
            <a:ext cx="731520" cy="79533"/>
          </a:xfrm>
          <a:prstGeom prst="rect">
            <a:avLst/>
          </a:prstGeom>
          <a:solidFill>
            <a:srgbClr val="FFFFFF"/>
          </a:solidFill>
          <a:ln w="6350">
            <a:solidFill>
              <a:srgbClr val="E2E2E2"/>
            </a:solidFill>
            <a:prstDash val="solid"/>
          </a:ln>
        </p:spPr>
      </p:sp>
      <p:sp>
        <p:nvSpPr>
          <p:cNvPr id="142" name="Text 134"/>
          <p:cNvSpPr txBox="1"/>
          <p:nvPr/>
        </p:nvSpPr>
        <p:spPr>
          <a:xfrm>
            <a:off x="3888760" y="2971454"/>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050987"/>
            <a:ext cx="256032" cy="79533"/>
          </a:xfrm>
          <a:prstGeom prst="rect">
            <a:avLst/>
          </a:prstGeom>
          <a:solidFill>
            <a:srgbClr val="F8F9FA"/>
          </a:solidFill>
          <a:ln w="6350">
            <a:solidFill>
              <a:srgbClr val="DDDDDD"/>
            </a:solidFill>
            <a:prstDash val="solid"/>
          </a:ln>
        </p:spPr>
      </p:sp>
      <p:sp>
        <p:nvSpPr>
          <p:cNvPr id="144" name="Text 136"/>
          <p:cNvSpPr txBox="1"/>
          <p:nvPr/>
        </p:nvSpPr>
        <p:spPr>
          <a:xfrm>
            <a:off x="587776" y="3050987"/>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050987"/>
            <a:ext cx="320040" cy="79533"/>
          </a:xfrm>
          <a:prstGeom prst="rect">
            <a:avLst/>
          </a:prstGeom>
          <a:solidFill>
            <a:srgbClr val="FFFFFF"/>
          </a:solidFill>
          <a:ln w="6350">
            <a:solidFill>
              <a:srgbClr val="E2E2E2"/>
            </a:solidFill>
            <a:prstDash val="solid"/>
          </a:ln>
        </p:spPr>
      </p:sp>
      <p:sp>
        <p:nvSpPr>
          <p:cNvPr id="146" name="Text 138"/>
          <p:cNvSpPr txBox="1"/>
          <p:nvPr/>
        </p:nvSpPr>
        <p:spPr>
          <a:xfrm>
            <a:off x="871240" y="3050987"/>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050987"/>
            <a:ext cx="868680" cy="79533"/>
          </a:xfrm>
          <a:prstGeom prst="rect">
            <a:avLst/>
          </a:prstGeom>
          <a:solidFill>
            <a:srgbClr val="FFFFFF"/>
          </a:solidFill>
          <a:ln w="6350">
            <a:solidFill>
              <a:srgbClr val="E2E2E2"/>
            </a:solidFill>
            <a:prstDash val="solid"/>
          </a:ln>
        </p:spPr>
      </p:sp>
      <p:sp>
        <p:nvSpPr>
          <p:cNvPr id="148" name="Text 140"/>
          <p:cNvSpPr txBox="1"/>
          <p:nvPr/>
        </p:nvSpPr>
        <p:spPr>
          <a:xfrm>
            <a:off x="1191280" y="3050987"/>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050987"/>
            <a:ext cx="640080" cy="79533"/>
          </a:xfrm>
          <a:prstGeom prst="rect">
            <a:avLst/>
          </a:prstGeom>
          <a:solidFill>
            <a:srgbClr val="FFFFFF"/>
          </a:solidFill>
          <a:ln w="6350">
            <a:solidFill>
              <a:srgbClr val="E2E2E2"/>
            </a:solidFill>
            <a:prstDash val="solid"/>
          </a:ln>
        </p:spPr>
      </p:sp>
      <p:sp>
        <p:nvSpPr>
          <p:cNvPr id="150" name="Text 142"/>
          <p:cNvSpPr txBox="1"/>
          <p:nvPr/>
        </p:nvSpPr>
        <p:spPr>
          <a:xfrm>
            <a:off x="205996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050987"/>
            <a:ext cx="640080" cy="79533"/>
          </a:xfrm>
          <a:prstGeom prst="rect">
            <a:avLst/>
          </a:prstGeom>
          <a:solidFill>
            <a:srgbClr val="FFFFFF"/>
          </a:solidFill>
          <a:ln w="6350">
            <a:solidFill>
              <a:srgbClr val="E2E2E2"/>
            </a:solidFill>
            <a:prstDash val="solid"/>
          </a:ln>
        </p:spPr>
      </p:sp>
      <p:sp>
        <p:nvSpPr>
          <p:cNvPr id="152" name="Text 144"/>
          <p:cNvSpPr txBox="1"/>
          <p:nvPr/>
        </p:nvSpPr>
        <p:spPr>
          <a:xfrm>
            <a:off x="270004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050987"/>
            <a:ext cx="548640" cy="79533"/>
          </a:xfrm>
          <a:prstGeom prst="rect">
            <a:avLst/>
          </a:prstGeom>
          <a:solidFill>
            <a:srgbClr val="FFFFFF"/>
          </a:solidFill>
          <a:ln w="6350">
            <a:solidFill>
              <a:srgbClr val="E2E2E2"/>
            </a:solidFill>
            <a:prstDash val="solid"/>
          </a:ln>
        </p:spPr>
      </p:sp>
      <p:sp>
        <p:nvSpPr>
          <p:cNvPr id="154" name="Text 146"/>
          <p:cNvSpPr txBox="1"/>
          <p:nvPr/>
        </p:nvSpPr>
        <p:spPr>
          <a:xfrm>
            <a:off x="3340120" y="3050987"/>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050987"/>
            <a:ext cx="731520" cy="79533"/>
          </a:xfrm>
          <a:prstGeom prst="rect">
            <a:avLst/>
          </a:prstGeom>
          <a:solidFill>
            <a:srgbClr val="FFFFFF"/>
          </a:solidFill>
          <a:ln w="6350">
            <a:solidFill>
              <a:srgbClr val="E2E2E2"/>
            </a:solidFill>
            <a:prstDash val="solid"/>
          </a:ln>
        </p:spPr>
      </p:sp>
      <p:sp>
        <p:nvSpPr>
          <p:cNvPr id="156" name="Text 148"/>
          <p:cNvSpPr txBox="1"/>
          <p:nvPr/>
        </p:nvSpPr>
        <p:spPr>
          <a:xfrm>
            <a:off x="3888760" y="3050987"/>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130520"/>
            <a:ext cx="256032" cy="79533"/>
          </a:xfrm>
          <a:prstGeom prst="rect">
            <a:avLst/>
          </a:prstGeom>
          <a:solidFill>
            <a:srgbClr val="F8F9FA"/>
          </a:solidFill>
          <a:ln w="6350">
            <a:solidFill>
              <a:srgbClr val="DDDDDD"/>
            </a:solidFill>
            <a:prstDash val="solid"/>
          </a:ln>
        </p:spPr>
      </p:sp>
      <p:sp>
        <p:nvSpPr>
          <p:cNvPr id="158" name="Text 150"/>
          <p:cNvSpPr txBox="1"/>
          <p:nvPr/>
        </p:nvSpPr>
        <p:spPr>
          <a:xfrm>
            <a:off x="587776" y="3130520"/>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130520"/>
            <a:ext cx="320040" cy="79533"/>
          </a:xfrm>
          <a:prstGeom prst="rect">
            <a:avLst/>
          </a:prstGeom>
          <a:solidFill>
            <a:srgbClr val="FFFFFF"/>
          </a:solidFill>
          <a:ln w="6350">
            <a:solidFill>
              <a:srgbClr val="E2E2E2"/>
            </a:solidFill>
            <a:prstDash val="solid"/>
          </a:ln>
        </p:spPr>
      </p:sp>
      <p:sp>
        <p:nvSpPr>
          <p:cNvPr id="160" name="Text 152"/>
          <p:cNvSpPr txBox="1"/>
          <p:nvPr/>
        </p:nvSpPr>
        <p:spPr>
          <a:xfrm>
            <a:off x="871240" y="3130520"/>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130520"/>
            <a:ext cx="868680" cy="79533"/>
          </a:xfrm>
          <a:prstGeom prst="rect">
            <a:avLst/>
          </a:prstGeom>
          <a:solidFill>
            <a:srgbClr val="FFFFFF"/>
          </a:solidFill>
          <a:ln w="6350">
            <a:solidFill>
              <a:srgbClr val="E2E2E2"/>
            </a:solidFill>
            <a:prstDash val="solid"/>
          </a:ln>
        </p:spPr>
      </p:sp>
      <p:sp>
        <p:nvSpPr>
          <p:cNvPr id="162" name="Text 154"/>
          <p:cNvSpPr txBox="1"/>
          <p:nvPr/>
        </p:nvSpPr>
        <p:spPr>
          <a:xfrm>
            <a:off x="1191280" y="3130520"/>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130520"/>
            <a:ext cx="640080" cy="79533"/>
          </a:xfrm>
          <a:prstGeom prst="rect">
            <a:avLst/>
          </a:prstGeom>
          <a:solidFill>
            <a:srgbClr val="FFFFFF"/>
          </a:solidFill>
          <a:ln w="6350">
            <a:solidFill>
              <a:srgbClr val="E2E2E2"/>
            </a:solidFill>
            <a:prstDash val="solid"/>
          </a:ln>
        </p:spPr>
      </p:sp>
      <p:sp>
        <p:nvSpPr>
          <p:cNvPr id="164" name="Text 156"/>
          <p:cNvSpPr txBox="1"/>
          <p:nvPr/>
        </p:nvSpPr>
        <p:spPr>
          <a:xfrm>
            <a:off x="205996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130520"/>
            <a:ext cx="640080" cy="79533"/>
          </a:xfrm>
          <a:prstGeom prst="rect">
            <a:avLst/>
          </a:prstGeom>
          <a:solidFill>
            <a:srgbClr val="FFFFFF"/>
          </a:solidFill>
          <a:ln w="6350">
            <a:solidFill>
              <a:srgbClr val="E2E2E2"/>
            </a:solidFill>
            <a:prstDash val="solid"/>
          </a:ln>
        </p:spPr>
      </p:sp>
      <p:sp>
        <p:nvSpPr>
          <p:cNvPr id="166" name="Text 158"/>
          <p:cNvSpPr txBox="1"/>
          <p:nvPr/>
        </p:nvSpPr>
        <p:spPr>
          <a:xfrm>
            <a:off x="270004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130520"/>
            <a:ext cx="548640" cy="79533"/>
          </a:xfrm>
          <a:prstGeom prst="rect">
            <a:avLst/>
          </a:prstGeom>
          <a:solidFill>
            <a:srgbClr val="FFFFFF"/>
          </a:solidFill>
          <a:ln w="6350">
            <a:solidFill>
              <a:srgbClr val="E2E2E2"/>
            </a:solidFill>
            <a:prstDash val="solid"/>
          </a:ln>
        </p:spPr>
      </p:sp>
      <p:sp>
        <p:nvSpPr>
          <p:cNvPr id="168" name="Text 160"/>
          <p:cNvSpPr txBox="1"/>
          <p:nvPr/>
        </p:nvSpPr>
        <p:spPr>
          <a:xfrm>
            <a:off x="3340120" y="3130520"/>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130520"/>
            <a:ext cx="731520" cy="79533"/>
          </a:xfrm>
          <a:prstGeom prst="rect">
            <a:avLst/>
          </a:prstGeom>
          <a:solidFill>
            <a:srgbClr val="FFFFFF"/>
          </a:solidFill>
          <a:ln w="6350">
            <a:solidFill>
              <a:srgbClr val="E2E2E2"/>
            </a:solidFill>
            <a:prstDash val="solid"/>
          </a:ln>
        </p:spPr>
      </p:sp>
      <p:sp>
        <p:nvSpPr>
          <p:cNvPr id="170" name="Text 162"/>
          <p:cNvSpPr txBox="1"/>
          <p:nvPr/>
        </p:nvSpPr>
        <p:spPr>
          <a:xfrm>
            <a:off x="3888760" y="3130520"/>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210053"/>
            <a:ext cx="256032" cy="79533"/>
          </a:xfrm>
          <a:prstGeom prst="rect">
            <a:avLst/>
          </a:prstGeom>
          <a:solidFill>
            <a:srgbClr val="F8F9FA"/>
          </a:solidFill>
          <a:ln w="6350">
            <a:solidFill>
              <a:srgbClr val="DDDDDD"/>
            </a:solidFill>
            <a:prstDash val="solid"/>
          </a:ln>
        </p:spPr>
      </p:sp>
      <p:sp>
        <p:nvSpPr>
          <p:cNvPr id="172" name="Text 164"/>
          <p:cNvSpPr txBox="1"/>
          <p:nvPr/>
        </p:nvSpPr>
        <p:spPr>
          <a:xfrm>
            <a:off x="587776" y="3210053"/>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210053"/>
            <a:ext cx="320040" cy="79533"/>
          </a:xfrm>
          <a:prstGeom prst="rect">
            <a:avLst/>
          </a:prstGeom>
          <a:solidFill>
            <a:srgbClr val="FFFFFF"/>
          </a:solidFill>
          <a:ln w="6350">
            <a:solidFill>
              <a:srgbClr val="E2E2E2"/>
            </a:solidFill>
            <a:prstDash val="solid"/>
          </a:ln>
        </p:spPr>
      </p:sp>
      <p:sp>
        <p:nvSpPr>
          <p:cNvPr id="174" name="Text 166"/>
          <p:cNvSpPr txBox="1"/>
          <p:nvPr/>
        </p:nvSpPr>
        <p:spPr>
          <a:xfrm>
            <a:off x="871240" y="3210053"/>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210053"/>
            <a:ext cx="868680" cy="79533"/>
          </a:xfrm>
          <a:prstGeom prst="rect">
            <a:avLst/>
          </a:prstGeom>
          <a:solidFill>
            <a:srgbClr val="FFFFFF"/>
          </a:solidFill>
          <a:ln w="6350">
            <a:solidFill>
              <a:srgbClr val="E2E2E2"/>
            </a:solidFill>
            <a:prstDash val="solid"/>
          </a:ln>
        </p:spPr>
      </p:sp>
      <p:sp>
        <p:nvSpPr>
          <p:cNvPr id="176" name="Text 168"/>
          <p:cNvSpPr txBox="1"/>
          <p:nvPr/>
        </p:nvSpPr>
        <p:spPr>
          <a:xfrm>
            <a:off x="1191280" y="3210053"/>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210053"/>
            <a:ext cx="640080" cy="79533"/>
          </a:xfrm>
          <a:prstGeom prst="rect">
            <a:avLst/>
          </a:prstGeom>
          <a:solidFill>
            <a:srgbClr val="FFFFFF"/>
          </a:solidFill>
          <a:ln w="6350">
            <a:solidFill>
              <a:srgbClr val="E2E2E2"/>
            </a:solidFill>
            <a:prstDash val="solid"/>
          </a:ln>
        </p:spPr>
      </p:sp>
      <p:sp>
        <p:nvSpPr>
          <p:cNvPr id="178" name="Text 170"/>
          <p:cNvSpPr txBox="1"/>
          <p:nvPr/>
        </p:nvSpPr>
        <p:spPr>
          <a:xfrm>
            <a:off x="205996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210053"/>
            <a:ext cx="640080" cy="79533"/>
          </a:xfrm>
          <a:prstGeom prst="rect">
            <a:avLst/>
          </a:prstGeom>
          <a:solidFill>
            <a:srgbClr val="FFFFFF"/>
          </a:solidFill>
          <a:ln w="6350">
            <a:solidFill>
              <a:srgbClr val="E2E2E2"/>
            </a:solidFill>
            <a:prstDash val="solid"/>
          </a:ln>
        </p:spPr>
      </p:sp>
      <p:sp>
        <p:nvSpPr>
          <p:cNvPr id="180" name="Text 172"/>
          <p:cNvSpPr txBox="1"/>
          <p:nvPr/>
        </p:nvSpPr>
        <p:spPr>
          <a:xfrm>
            <a:off x="270004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210053"/>
            <a:ext cx="548640" cy="79533"/>
          </a:xfrm>
          <a:prstGeom prst="rect">
            <a:avLst/>
          </a:prstGeom>
          <a:solidFill>
            <a:srgbClr val="FFFFFF"/>
          </a:solidFill>
          <a:ln w="6350">
            <a:solidFill>
              <a:srgbClr val="E2E2E2"/>
            </a:solidFill>
            <a:prstDash val="solid"/>
          </a:ln>
        </p:spPr>
      </p:sp>
      <p:sp>
        <p:nvSpPr>
          <p:cNvPr id="182" name="Text 174"/>
          <p:cNvSpPr txBox="1"/>
          <p:nvPr/>
        </p:nvSpPr>
        <p:spPr>
          <a:xfrm>
            <a:off x="3340120" y="3210053"/>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210053"/>
            <a:ext cx="731520" cy="79533"/>
          </a:xfrm>
          <a:prstGeom prst="rect">
            <a:avLst/>
          </a:prstGeom>
          <a:solidFill>
            <a:srgbClr val="FFFFFF"/>
          </a:solidFill>
          <a:ln w="6350">
            <a:solidFill>
              <a:srgbClr val="E2E2E2"/>
            </a:solidFill>
            <a:prstDash val="solid"/>
          </a:ln>
        </p:spPr>
      </p:sp>
      <p:sp>
        <p:nvSpPr>
          <p:cNvPr id="184" name="Text 176"/>
          <p:cNvSpPr txBox="1"/>
          <p:nvPr/>
        </p:nvSpPr>
        <p:spPr>
          <a:xfrm>
            <a:off x="3888760" y="3210053"/>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289586"/>
            <a:ext cx="256032" cy="79533"/>
          </a:xfrm>
          <a:prstGeom prst="rect">
            <a:avLst/>
          </a:prstGeom>
          <a:solidFill>
            <a:srgbClr val="F8F9FA"/>
          </a:solidFill>
          <a:ln w="6350">
            <a:solidFill>
              <a:srgbClr val="DDDDDD"/>
            </a:solidFill>
            <a:prstDash val="solid"/>
          </a:ln>
        </p:spPr>
      </p:sp>
      <p:sp>
        <p:nvSpPr>
          <p:cNvPr id="186" name="Text 178"/>
          <p:cNvSpPr txBox="1"/>
          <p:nvPr/>
        </p:nvSpPr>
        <p:spPr>
          <a:xfrm>
            <a:off x="587776" y="3289586"/>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289586"/>
            <a:ext cx="320040" cy="79533"/>
          </a:xfrm>
          <a:prstGeom prst="rect">
            <a:avLst/>
          </a:prstGeom>
          <a:solidFill>
            <a:srgbClr val="FFFFFF"/>
          </a:solidFill>
          <a:ln w="6350">
            <a:solidFill>
              <a:srgbClr val="E2E2E2"/>
            </a:solidFill>
            <a:prstDash val="solid"/>
          </a:ln>
        </p:spPr>
      </p:sp>
      <p:sp>
        <p:nvSpPr>
          <p:cNvPr id="188" name="Text 180"/>
          <p:cNvSpPr txBox="1"/>
          <p:nvPr/>
        </p:nvSpPr>
        <p:spPr>
          <a:xfrm>
            <a:off x="871240" y="3289586"/>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289586"/>
            <a:ext cx="868680" cy="79533"/>
          </a:xfrm>
          <a:prstGeom prst="rect">
            <a:avLst/>
          </a:prstGeom>
          <a:solidFill>
            <a:srgbClr val="FFFFFF"/>
          </a:solidFill>
          <a:ln w="6350">
            <a:solidFill>
              <a:srgbClr val="E2E2E2"/>
            </a:solidFill>
            <a:prstDash val="solid"/>
          </a:ln>
        </p:spPr>
      </p:sp>
      <p:sp>
        <p:nvSpPr>
          <p:cNvPr id="190" name="Text 182"/>
          <p:cNvSpPr txBox="1"/>
          <p:nvPr/>
        </p:nvSpPr>
        <p:spPr>
          <a:xfrm>
            <a:off x="1191280" y="3289586"/>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289586"/>
            <a:ext cx="640080" cy="79533"/>
          </a:xfrm>
          <a:prstGeom prst="rect">
            <a:avLst/>
          </a:prstGeom>
          <a:solidFill>
            <a:srgbClr val="FFFFFF"/>
          </a:solidFill>
          <a:ln w="6350">
            <a:solidFill>
              <a:srgbClr val="E2E2E2"/>
            </a:solidFill>
            <a:prstDash val="solid"/>
          </a:ln>
        </p:spPr>
      </p:sp>
      <p:sp>
        <p:nvSpPr>
          <p:cNvPr id="192" name="Text 184"/>
          <p:cNvSpPr txBox="1"/>
          <p:nvPr/>
        </p:nvSpPr>
        <p:spPr>
          <a:xfrm>
            <a:off x="205996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289586"/>
            <a:ext cx="640080" cy="79533"/>
          </a:xfrm>
          <a:prstGeom prst="rect">
            <a:avLst/>
          </a:prstGeom>
          <a:solidFill>
            <a:srgbClr val="FFFFFF"/>
          </a:solidFill>
          <a:ln w="6350">
            <a:solidFill>
              <a:srgbClr val="E2E2E2"/>
            </a:solidFill>
            <a:prstDash val="solid"/>
          </a:ln>
        </p:spPr>
      </p:sp>
      <p:sp>
        <p:nvSpPr>
          <p:cNvPr id="194" name="Text 186"/>
          <p:cNvSpPr txBox="1"/>
          <p:nvPr/>
        </p:nvSpPr>
        <p:spPr>
          <a:xfrm>
            <a:off x="270004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289586"/>
            <a:ext cx="548640" cy="79533"/>
          </a:xfrm>
          <a:prstGeom prst="rect">
            <a:avLst/>
          </a:prstGeom>
          <a:solidFill>
            <a:srgbClr val="FFFFFF"/>
          </a:solidFill>
          <a:ln w="6350">
            <a:solidFill>
              <a:srgbClr val="E2E2E2"/>
            </a:solidFill>
            <a:prstDash val="solid"/>
          </a:ln>
        </p:spPr>
      </p:sp>
      <p:sp>
        <p:nvSpPr>
          <p:cNvPr id="196" name="Text 188"/>
          <p:cNvSpPr txBox="1"/>
          <p:nvPr/>
        </p:nvSpPr>
        <p:spPr>
          <a:xfrm>
            <a:off x="3340120" y="3289586"/>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289586"/>
            <a:ext cx="731520" cy="79533"/>
          </a:xfrm>
          <a:prstGeom prst="rect">
            <a:avLst/>
          </a:prstGeom>
          <a:solidFill>
            <a:srgbClr val="FFFFFF"/>
          </a:solidFill>
          <a:ln w="6350">
            <a:solidFill>
              <a:srgbClr val="E2E2E2"/>
            </a:solidFill>
            <a:prstDash val="solid"/>
          </a:ln>
        </p:spPr>
      </p:sp>
      <p:sp>
        <p:nvSpPr>
          <p:cNvPr id="198" name="Text 190"/>
          <p:cNvSpPr txBox="1"/>
          <p:nvPr/>
        </p:nvSpPr>
        <p:spPr>
          <a:xfrm>
            <a:off x="3888760" y="3289586"/>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587776" y="3369119"/>
            <a:ext cx="256032" cy="79533"/>
          </a:xfrm>
          <a:prstGeom prst="rect">
            <a:avLst/>
          </a:prstGeom>
          <a:solidFill>
            <a:srgbClr val="F8F9FA"/>
          </a:solidFill>
          <a:ln w="6350">
            <a:solidFill>
              <a:srgbClr val="DDDDDD"/>
            </a:solidFill>
            <a:prstDash val="solid"/>
          </a:ln>
        </p:spPr>
      </p:sp>
      <p:sp>
        <p:nvSpPr>
          <p:cNvPr id="200" name="Text 192"/>
          <p:cNvSpPr txBox="1"/>
          <p:nvPr/>
        </p:nvSpPr>
        <p:spPr>
          <a:xfrm>
            <a:off x="587776" y="3369119"/>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10</a:t>
            </a:r>
            <a:endParaRPr lang="en-US" sz="650" dirty="0"/>
          </a:p>
        </p:txBody>
      </p:sp>
      <p:sp>
        <p:nvSpPr>
          <p:cNvPr id="201" name="Shape 193"/>
          <p:cNvSpPr/>
          <p:nvPr/>
        </p:nvSpPr>
        <p:spPr>
          <a:xfrm>
            <a:off x="843808" y="3369119"/>
            <a:ext cx="320040" cy="79533"/>
          </a:xfrm>
          <a:prstGeom prst="rect">
            <a:avLst/>
          </a:prstGeom>
          <a:solidFill>
            <a:srgbClr val="FFFFFF"/>
          </a:solidFill>
          <a:ln w="6350">
            <a:solidFill>
              <a:srgbClr val="E2E2E2"/>
            </a:solidFill>
            <a:prstDash val="solid"/>
          </a:ln>
        </p:spPr>
      </p:sp>
      <p:sp>
        <p:nvSpPr>
          <p:cNvPr id="202" name="Shape 194"/>
          <p:cNvSpPr/>
          <p:nvPr/>
        </p:nvSpPr>
        <p:spPr>
          <a:xfrm>
            <a:off x="1163848" y="3369119"/>
            <a:ext cx="868680" cy="79533"/>
          </a:xfrm>
          <a:prstGeom prst="rect">
            <a:avLst/>
          </a:prstGeom>
          <a:solidFill>
            <a:srgbClr val="FFFFFF"/>
          </a:solidFill>
          <a:ln w="6350">
            <a:solidFill>
              <a:srgbClr val="E2E2E2"/>
            </a:solidFill>
            <a:prstDash val="solid"/>
          </a:ln>
        </p:spPr>
      </p:sp>
      <p:sp>
        <p:nvSpPr>
          <p:cNvPr id="203" name="Shape 195"/>
          <p:cNvSpPr/>
          <p:nvPr/>
        </p:nvSpPr>
        <p:spPr>
          <a:xfrm>
            <a:off x="2032528" y="3369119"/>
            <a:ext cx="640080" cy="79533"/>
          </a:xfrm>
          <a:prstGeom prst="rect">
            <a:avLst/>
          </a:prstGeom>
          <a:solidFill>
            <a:srgbClr val="FFFFFF"/>
          </a:solidFill>
          <a:ln w="6350">
            <a:solidFill>
              <a:srgbClr val="E2E2E2"/>
            </a:solidFill>
            <a:prstDash val="solid"/>
          </a:ln>
        </p:spPr>
      </p:sp>
      <p:sp>
        <p:nvSpPr>
          <p:cNvPr id="204" name="Shape 196"/>
          <p:cNvSpPr/>
          <p:nvPr/>
        </p:nvSpPr>
        <p:spPr>
          <a:xfrm>
            <a:off x="2672608" y="3369119"/>
            <a:ext cx="640080" cy="79533"/>
          </a:xfrm>
          <a:prstGeom prst="rect">
            <a:avLst/>
          </a:prstGeom>
          <a:solidFill>
            <a:srgbClr val="FFFFFF"/>
          </a:solidFill>
          <a:ln w="6350">
            <a:solidFill>
              <a:srgbClr val="E2E2E2"/>
            </a:solidFill>
            <a:prstDash val="solid"/>
          </a:ln>
        </p:spPr>
      </p:sp>
      <p:sp>
        <p:nvSpPr>
          <p:cNvPr id="205" name="Shape 197"/>
          <p:cNvSpPr/>
          <p:nvPr/>
        </p:nvSpPr>
        <p:spPr>
          <a:xfrm>
            <a:off x="3312688" y="3369119"/>
            <a:ext cx="548640" cy="79533"/>
          </a:xfrm>
          <a:prstGeom prst="rect">
            <a:avLst/>
          </a:prstGeom>
          <a:solidFill>
            <a:srgbClr val="FFFFFF"/>
          </a:solidFill>
          <a:ln w="6350">
            <a:solidFill>
              <a:srgbClr val="E2E2E2"/>
            </a:solidFill>
            <a:prstDash val="solid"/>
          </a:ln>
        </p:spPr>
      </p:sp>
      <p:sp>
        <p:nvSpPr>
          <p:cNvPr id="206" name="Shape 198"/>
          <p:cNvSpPr/>
          <p:nvPr/>
        </p:nvSpPr>
        <p:spPr>
          <a:xfrm>
            <a:off x="3861328" y="3369119"/>
            <a:ext cx="731520" cy="79533"/>
          </a:xfrm>
          <a:prstGeom prst="rect">
            <a:avLst/>
          </a:prstGeom>
          <a:solidFill>
            <a:srgbClr val="FFFFFF"/>
          </a:solidFill>
          <a:ln w="6350">
            <a:solidFill>
              <a:srgbClr val="E2E2E2"/>
            </a:solidFill>
            <a:prstDash val="solid"/>
          </a:ln>
        </p:spPr>
      </p:sp>
      <p:sp>
        <p:nvSpPr>
          <p:cNvPr id="207" name="Shape 199"/>
          <p:cNvSpPr/>
          <p:nvPr/>
        </p:nvSpPr>
        <p:spPr>
          <a:xfrm>
            <a:off x="587776" y="3448652"/>
            <a:ext cx="256032" cy="79533"/>
          </a:xfrm>
          <a:prstGeom prst="rect">
            <a:avLst/>
          </a:prstGeom>
          <a:solidFill>
            <a:srgbClr val="F8F9FA"/>
          </a:solidFill>
          <a:ln w="6350">
            <a:solidFill>
              <a:srgbClr val="DDDDDD"/>
            </a:solidFill>
            <a:prstDash val="solid"/>
          </a:ln>
        </p:spPr>
      </p:sp>
      <p:sp>
        <p:nvSpPr>
          <p:cNvPr id="208" name="Text 200"/>
          <p:cNvSpPr txBox="1"/>
          <p:nvPr/>
        </p:nvSpPr>
        <p:spPr>
          <a:xfrm>
            <a:off x="587776" y="344865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11</a:t>
            </a:r>
            <a:endParaRPr lang="en-US" sz="650" dirty="0"/>
          </a:p>
        </p:txBody>
      </p:sp>
      <p:sp>
        <p:nvSpPr>
          <p:cNvPr id="209" name="Shape 201"/>
          <p:cNvSpPr/>
          <p:nvPr/>
        </p:nvSpPr>
        <p:spPr>
          <a:xfrm>
            <a:off x="843808" y="3448652"/>
            <a:ext cx="320040" cy="79533"/>
          </a:xfrm>
          <a:prstGeom prst="rect">
            <a:avLst/>
          </a:prstGeom>
          <a:solidFill>
            <a:srgbClr val="FFFFFF"/>
          </a:solidFill>
          <a:ln w="6350">
            <a:solidFill>
              <a:srgbClr val="E2E2E2"/>
            </a:solidFill>
            <a:prstDash val="solid"/>
          </a:ln>
        </p:spPr>
      </p:sp>
      <p:sp>
        <p:nvSpPr>
          <p:cNvPr id="210" name="Shape 202"/>
          <p:cNvSpPr/>
          <p:nvPr/>
        </p:nvSpPr>
        <p:spPr>
          <a:xfrm>
            <a:off x="1163848" y="3448652"/>
            <a:ext cx="868680" cy="79533"/>
          </a:xfrm>
          <a:prstGeom prst="rect">
            <a:avLst/>
          </a:prstGeom>
          <a:solidFill>
            <a:srgbClr val="FFFFFF"/>
          </a:solidFill>
          <a:ln w="6350">
            <a:solidFill>
              <a:srgbClr val="E2E2E2"/>
            </a:solidFill>
            <a:prstDash val="solid"/>
          </a:ln>
        </p:spPr>
      </p:sp>
      <p:sp>
        <p:nvSpPr>
          <p:cNvPr id="211" name="Text 203"/>
          <p:cNvSpPr txBox="1"/>
          <p:nvPr/>
        </p:nvSpPr>
        <p:spPr>
          <a:xfrm>
            <a:off x="1191280" y="3448652"/>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a:t>
            </a:r>
            <a:endParaRPr lang="en-US" sz="600" dirty="0"/>
          </a:p>
        </p:txBody>
      </p:sp>
      <p:sp>
        <p:nvSpPr>
          <p:cNvPr id="212" name="Shape 204"/>
          <p:cNvSpPr/>
          <p:nvPr/>
        </p:nvSpPr>
        <p:spPr>
          <a:xfrm>
            <a:off x="2032528" y="3448652"/>
            <a:ext cx="640080" cy="79533"/>
          </a:xfrm>
          <a:prstGeom prst="rect">
            <a:avLst/>
          </a:prstGeom>
          <a:solidFill>
            <a:srgbClr val="FFFFFF"/>
          </a:solidFill>
          <a:ln w="6350">
            <a:solidFill>
              <a:srgbClr val="E2E2E2"/>
            </a:solidFill>
            <a:prstDash val="solid"/>
          </a:ln>
        </p:spPr>
      </p:sp>
      <p:sp>
        <p:nvSpPr>
          <p:cNvPr id="213" name="Shape 205"/>
          <p:cNvSpPr/>
          <p:nvPr/>
        </p:nvSpPr>
        <p:spPr>
          <a:xfrm>
            <a:off x="2672608" y="3448652"/>
            <a:ext cx="640080" cy="79533"/>
          </a:xfrm>
          <a:prstGeom prst="rect">
            <a:avLst/>
          </a:prstGeom>
          <a:solidFill>
            <a:srgbClr val="FFFFFF"/>
          </a:solidFill>
          <a:ln w="6350">
            <a:solidFill>
              <a:srgbClr val="E2E2E2"/>
            </a:solidFill>
            <a:prstDash val="solid"/>
          </a:ln>
        </p:spPr>
      </p:sp>
      <p:sp>
        <p:nvSpPr>
          <p:cNvPr id="214" name="Shape 206"/>
          <p:cNvSpPr/>
          <p:nvPr/>
        </p:nvSpPr>
        <p:spPr>
          <a:xfrm>
            <a:off x="3312688" y="3448652"/>
            <a:ext cx="548640" cy="79533"/>
          </a:xfrm>
          <a:prstGeom prst="rect">
            <a:avLst/>
          </a:prstGeom>
          <a:solidFill>
            <a:srgbClr val="FFFFFF"/>
          </a:solidFill>
          <a:ln w="6350">
            <a:solidFill>
              <a:srgbClr val="E2E2E2"/>
            </a:solidFill>
            <a:prstDash val="solid"/>
          </a:ln>
        </p:spPr>
      </p:sp>
      <p:sp>
        <p:nvSpPr>
          <p:cNvPr id="215" name="Shape 207"/>
          <p:cNvSpPr/>
          <p:nvPr/>
        </p:nvSpPr>
        <p:spPr>
          <a:xfrm>
            <a:off x="3861328" y="3448652"/>
            <a:ext cx="731520" cy="79533"/>
          </a:xfrm>
          <a:prstGeom prst="rect">
            <a:avLst/>
          </a:prstGeom>
          <a:solidFill>
            <a:srgbClr val="FFFFFF"/>
          </a:solidFill>
          <a:ln w="6350">
            <a:solidFill>
              <a:srgbClr val="E2E2E2"/>
            </a:solidFill>
            <a:prstDash val="solid"/>
          </a:ln>
        </p:spPr>
      </p:sp>
      <p:sp>
        <p:nvSpPr>
          <p:cNvPr id="216" name="Shape 208"/>
          <p:cNvSpPr/>
          <p:nvPr/>
        </p:nvSpPr>
        <p:spPr>
          <a:xfrm>
            <a:off x="587776" y="3528185"/>
            <a:ext cx="256032" cy="79533"/>
          </a:xfrm>
          <a:prstGeom prst="rect">
            <a:avLst/>
          </a:prstGeom>
          <a:solidFill>
            <a:srgbClr val="F8F9FA"/>
          </a:solidFill>
          <a:ln w="6350">
            <a:solidFill>
              <a:srgbClr val="DDDDDD"/>
            </a:solidFill>
            <a:prstDash val="solid"/>
          </a:ln>
        </p:spPr>
      </p:sp>
      <p:sp>
        <p:nvSpPr>
          <p:cNvPr id="217" name="Text 209"/>
          <p:cNvSpPr txBox="1"/>
          <p:nvPr/>
        </p:nvSpPr>
        <p:spPr>
          <a:xfrm>
            <a:off x="587776" y="352818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12</a:t>
            </a:r>
            <a:endParaRPr lang="en-US" sz="650" dirty="0"/>
          </a:p>
        </p:txBody>
      </p:sp>
      <p:sp>
        <p:nvSpPr>
          <p:cNvPr id="218" name="Shape 210"/>
          <p:cNvSpPr/>
          <p:nvPr/>
        </p:nvSpPr>
        <p:spPr>
          <a:xfrm>
            <a:off x="843808" y="3528185"/>
            <a:ext cx="320040" cy="79533"/>
          </a:xfrm>
          <a:prstGeom prst="rect">
            <a:avLst/>
          </a:prstGeom>
          <a:solidFill>
            <a:srgbClr val="FFFFFF"/>
          </a:solidFill>
          <a:ln w="6350">
            <a:solidFill>
              <a:srgbClr val="E2E2E2"/>
            </a:solidFill>
            <a:prstDash val="solid"/>
          </a:ln>
        </p:spPr>
      </p:sp>
      <p:sp>
        <p:nvSpPr>
          <p:cNvPr id="219" name="Shape 211"/>
          <p:cNvSpPr/>
          <p:nvPr/>
        </p:nvSpPr>
        <p:spPr>
          <a:xfrm>
            <a:off x="1163848" y="3528185"/>
            <a:ext cx="868680" cy="79533"/>
          </a:xfrm>
          <a:prstGeom prst="rect">
            <a:avLst/>
          </a:prstGeom>
          <a:solidFill>
            <a:srgbClr val="FFFFFF"/>
          </a:solidFill>
          <a:ln w="6350">
            <a:solidFill>
              <a:srgbClr val="E2E2E2"/>
            </a:solidFill>
            <a:prstDash val="solid"/>
          </a:ln>
        </p:spPr>
      </p:sp>
      <p:sp>
        <p:nvSpPr>
          <p:cNvPr id="220" name="Text 212"/>
          <p:cNvSpPr txBox="1"/>
          <p:nvPr/>
        </p:nvSpPr>
        <p:spPr>
          <a:xfrm>
            <a:off x="1191280" y="352818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Tertinggi</a:t>
            </a:r>
            <a:endParaRPr lang="en-US" sz="600" dirty="0"/>
          </a:p>
        </p:txBody>
      </p:sp>
      <p:sp>
        <p:nvSpPr>
          <p:cNvPr id="221" name="Shape 213"/>
          <p:cNvSpPr/>
          <p:nvPr/>
        </p:nvSpPr>
        <p:spPr>
          <a:xfrm>
            <a:off x="2032528" y="3528185"/>
            <a:ext cx="640080" cy="79533"/>
          </a:xfrm>
          <a:prstGeom prst="rect">
            <a:avLst/>
          </a:prstGeom>
          <a:solidFill>
            <a:srgbClr val="FFFFFF"/>
          </a:solidFill>
          <a:ln w="6350">
            <a:solidFill>
              <a:srgbClr val="E2E2E2"/>
            </a:solidFill>
            <a:prstDash val="solid"/>
          </a:ln>
        </p:spPr>
      </p:sp>
      <p:sp>
        <p:nvSpPr>
          <p:cNvPr id="222" name="Shape 214"/>
          <p:cNvSpPr/>
          <p:nvPr/>
        </p:nvSpPr>
        <p:spPr>
          <a:xfrm>
            <a:off x="2672608" y="3528185"/>
            <a:ext cx="640080" cy="79533"/>
          </a:xfrm>
          <a:prstGeom prst="rect">
            <a:avLst/>
          </a:prstGeom>
          <a:solidFill>
            <a:srgbClr val="FFFFFF"/>
          </a:solidFill>
          <a:ln w="6350">
            <a:solidFill>
              <a:srgbClr val="E2E2E2"/>
            </a:solidFill>
            <a:prstDash val="solid"/>
          </a:ln>
        </p:spPr>
      </p:sp>
      <p:sp>
        <p:nvSpPr>
          <p:cNvPr id="223" name="Shape 215"/>
          <p:cNvSpPr/>
          <p:nvPr/>
        </p:nvSpPr>
        <p:spPr>
          <a:xfrm>
            <a:off x="3312688" y="3528185"/>
            <a:ext cx="548640" cy="79533"/>
          </a:xfrm>
          <a:prstGeom prst="rect">
            <a:avLst/>
          </a:prstGeom>
          <a:solidFill>
            <a:srgbClr val="FFFFFF"/>
          </a:solidFill>
          <a:ln w="6350">
            <a:solidFill>
              <a:srgbClr val="E2E2E2"/>
            </a:solidFill>
            <a:prstDash val="solid"/>
          </a:ln>
        </p:spPr>
      </p:sp>
      <p:sp>
        <p:nvSpPr>
          <p:cNvPr id="224" name="Shape 216"/>
          <p:cNvSpPr/>
          <p:nvPr/>
        </p:nvSpPr>
        <p:spPr>
          <a:xfrm>
            <a:off x="3861328" y="3528185"/>
            <a:ext cx="731520" cy="79533"/>
          </a:xfrm>
          <a:prstGeom prst="rect">
            <a:avLst/>
          </a:prstGeom>
          <a:solidFill>
            <a:srgbClr val="FFFFFF"/>
          </a:solidFill>
          <a:ln w="6350">
            <a:solidFill>
              <a:srgbClr val="E2E2E2"/>
            </a:solidFill>
            <a:prstDash val="solid"/>
          </a:ln>
        </p:spPr>
      </p:sp>
      <p:sp>
        <p:nvSpPr>
          <p:cNvPr id="225" name="Shape 217"/>
          <p:cNvSpPr/>
          <p:nvPr/>
        </p:nvSpPr>
        <p:spPr>
          <a:xfrm>
            <a:off x="587776" y="3607718"/>
            <a:ext cx="256032" cy="79533"/>
          </a:xfrm>
          <a:prstGeom prst="rect">
            <a:avLst/>
          </a:prstGeom>
          <a:solidFill>
            <a:srgbClr val="F8F9FA"/>
          </a:solidFill>
          <a:ln w="6350">
            <a:solidFill>
              <a:srgbClr val="DDDDDD"/>
            </a:solidFill>
            <a:prstDash val="solid"/>
          </a:ln>
        </p:spPr>
      </p:sp>
      <p:sp>
        <p:nvSpPr>
          <p:cNvPr id="226" name="Text 218"/>
          <p:cNvSpPr txBox="1"/>
          <p:nvPr/>
        </p:nvSpPr>
        <p:spPr>
          <a:xfrm>
            <a:off x="587776" y="360771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13</a:t>
            </a:r>
            <a:endParaRPr lang="en-US" sz="650" dirty="0"/>
          </a:p>
        </p:txBody>
      </p:sp>
      <p:sp>
        <p:nvSpPr>
          <p:cNvPr id="227" name="Shape 219"/>
          <p:cNvSpPr/>
          <p:nvPr/>
        </p:nvSpPr>
        <p:spPr>
          <a:xfrm>
            <a:off x="843808" y="3607718"/>
            <a:ext cx="320040" cy="79533"/>
          </a:xfrm>
          <a:prstGeom prst="rect">
            <a:avLst/>
          </a:prstGeom>
          <a:solidFill>
            <a:srgbClr val="FFFFFF"/>
          </a:solidFill>
          <a:ln w="6350">
            <a:solidFill>
              <a:srgbClr val="E2E2E2"/>
            </a:solidFill>
            <a:prstDash val="solid"/>
          </a:ln>
        </p:spPr>
      </p:sp>
      <p:sp>
        <p:nvSpPr>
          <p:cNvPr id="228" name="Shape 220"/>
          <p:cNvSpPr/>
          <p:nvPr/>
        </p:nvSpPr>
        <p:spPr>
          <a:xfrm>
            <a:off x="1163848" y="3607718"/>
            <a:ext cx="868680" cy="79533"/>
          </a:xfrm>
          <a:prstGeom prst="rect">
            <a:avLst/>
          </a:prstGeom>
          <a:solidFill>
            <a:srgbClr val="FFFFFF"/>
          </a:solidFill>
          <a:ln w="6350">
            <a:solidFill>
              <a:srgbClr val="E2E2E2"/>
            </a:solidFill>
            <a:prstDash val="solid"/>
          </a:ln>
        </p:spPr>
      </p:sp>
      <p:sp>
        <p:nvSpPr>
          <p:cNvPr id="229" name="Text 221"/>
          <p:cNvSpPr txBox="1"/>
          <p:nvPr/>
        </p:nvSpPr>
        <p:spPr>
          <a:xfrm>
            <a:off x="1191280" y="360771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Terendah</a:t>
            </a:r>
            <a:endParaRPr lang="en-US" sz="600" dirty="0"/>
          </a:p>
        </p:txBody>
      </p:sp>
      <p:sp>
        <p:nvSpPr>
          <p:cNvPr id="230" name="Shape 222"/>
          <p:cNvSpPr/>
          <p:nvPr/>
        </p:nvSpPr>
        <p:spPr>
          <a:xfrm>
            <a:off x="2032528" y="3607718"/>
            <a:ext cx="640080" cy="79533"/>
          </a:xfrm>
          <a:prstGeom prst="rect">
            <a:avLst/>
          </a:prstGeom>
          <a:solidFill>
            <a:srgbClr val="FFFFFF"/>
          </a:solidFill>
          <a:ln w="6350">
            <a:solidFill>
              <a:srgbClr val="E2E2E2"/>
            </a:solidFill>
            <a:prstDash val="solid"/>
          </a:ln>
        </p:spPr>
      </p:sp>
      <p:sp>
        <p:nvSpPr>
          <p:cNvPr id="231" name="Shape 223"/>
          <p:cNvSpPr/>
          <p:nvPr/>
        </p:nvSpPr>
        <p:spPr>
          <a:xfrm>
            <a:off x="2672608" y="3607718"/>
            <a:ext cx="640080" cy="79533"/>
          </a:xfrm>
          <a:prstGeom prst="rect">
            <a:avLst/>
          </a:prstGeom>
          <a:solidFill>
            <a:srgbClr val="FFFFFF"/>
          </a:solidFill>
          <a:ln w="6350">
            <a:solidFill>
              <a:srgbClr val="E2E2E2"/>
            </a:solidFill>
            <a:prstDash val="solid"/>
          </a:ln>
        </p:spPr>
      </p:sp>
      <p:sp>
        <p:nvSpPr>
          <p:cNvPr id="232" name="Shape 224"/>
          <p:cNvSpPr/>
          <p:nvPr/>
        </p:nvSpPr>
        <p:spPr>
          <a:xfrm>
            <a:off x="3312688" y="3607718"/>
            <a:ext cx="548640" cy="79533"/>
          </a:xfrm>
          <a:prstGeom prst="rect">
            <a:avLst/>
          </a:prstGeom>
          <a:solidFill>
            <a:srgbClr val="FFFFFF"/>
          </a:solidFill>
          <a:ln w="6350">
            <a:solidFill>
              <a:srgbClr val="E2E2E2"/>
            </a:solidFill>
            <a:prstDash val="solid"/>
          </a:ln>
        </p:spPr>
      </p:sp>
      <p:sp>
        <p:nvSpPr>
          <p:cNvPr id="233" name="Shape 225"/>
          <p:cNvSpPr/>
          <p:nvPr/>
        </p:nvSpPr>
        <p:spPr>
          <a:xfrm>
            <a:off x="3861328" y="3607718"/>
            <a:ext cx="731520" cy="79533"/>
          </a:xfrm>
          <a:prstGeom prst="rect">
            <a:avLst/>
          </a:prstGeom>
          <a:solidFill>
            <a:srgbClr val="FFFFFF"/>
          </a:solidFill>
          <a:ln w="6350">
            <a:solidFill>
              <a:srgbClr val="E2E2E2"/>
            </a:solidFill>
            <a:prstDash val="solid"/>
          </a:ln>
        </p:spPr>
      </p:sp>
      <p:sp>
        <p:nvSpPr>
          <p:cNvPr id="234" name="Shape 226"/>
          <p:cNvSpPr/>
          <p:nvPr/>
        </p:nvSpPr>
        <p:spPr>
          <a:xfrm>
            <a:off x="587776" y="3687251"/>
            <a:ext cx="256032" cy="79533"/>
          </a:xfrm>
          <a:prstGeom prst="rect">
            <a:avLst/>
          </a:prstGeom>
          <a:solidFill>
            <a:srgbClr val="F8F9FA"/>
          </a:solidFill>
          <a:ln w="6350">
            <a:solidFill>
              <a:srgbClr val="DDDDDD"/>
            </a:solidFill>
            <a:prstDash val="solid"/>
          </a:ln>
        </p:spPr>
      </p:sp>
      <p:sp>
        <p:nvSpPr>
          <p:cNvPr id="235" name="Text 227"/>
          <p:cNvSpPr txBox="1"/>
          <p:nvPr/>
        </p:nvSpPr>
        <p:spPr>
          <a:xfrm>
            <a:off x="587776" y="368725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14</a:t>
            </a:r>
            <a:endParaRPr lang="en-US" sz="650" dirty="0"/>
          </a:p>
        </p:txBody>
      </p:sp>
      <p:sp>
        <p:nvSpPr>
          <p:cNvPr id="236" name="Shape 228"/>
          <p:cNvSpPr/>
          <p:nvPr/>
        </p:nvSpPr>
        <p:spPr>
          <a:xfrm>
            <a:off x="843808" y="3687251"/>
            <a:ext cx="320040" cy="79533"/>
          </a:xfrm>
          <a:prstGeom prst="rect">
            <a:avLst/>
          </a:prstGeom>
          <a:solidFill>
            <a:srgbClr val="FFFFFF"/>
          </a:solidFill>
          <a:ln w="6350">
            <a:solidFill>
              <a:srgbClr val="E2E2E2"/>
            </a:solidFill>
            <a:prstDash val="solid"/>
          </a:ln>
        </p:spPr>
      </p:sp>
      <p:sp>
        <p:nvSpPr>
          <p:cNvPr id="237" name="Shape 229"/>
          <p:cNvSpPr/>
          <p:nvPr/>
        </p:nvSpPr>
        <p:spPr>
          <a:xfrm>
            <a:off x="1163848" y="3687251"/>
            <a:ext cx="868680" cy="79533"/>
          </a:xfrm>
          <a:prstGeom prst="rect">
            <a:avLst/>
          </a:prstGeom>
          <a:solidFill>
            <a:srgbClr val="FFFFFF"/>
          </a:solidFill>
          <a:ln w="6350">
            <a:solidFill>
              <a:srgbClr val="E2E2E2"/>
            </a:solidFill>
            <a:prstDash val="solid"/>
          </a:ln>
        </p:spPr>
      </p:sp>
      <p:sp>
        <p:nvSpPr>
          <p:cNvPr id="238" name="Text 230"/>
          <p:cNvSpPr txBox="1"/>
          <p:nvPr/>
        </p:nvSpPr>
        <p:spPr>
          <a:xfrm>
            <a:off x="1191280" y="368725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Banyak data</a:t>
            </a:r>
            <a:endParaRPr lang="en-US" sz="600" dirty="0"/>
          </a:p>
        </p:txBody>
      </p:sp>
      <p:sp>
        <p:nvSpPr>
          <p:cNvPr id="239" name="Shape 231"/>
          <p:cNvSpPr/>
          <p:nvPr/>
        </p:nvSpPr>
        <p:spPr>
          <a:xfrm>
            <a:off x="2032528" y="3687251"/>
            <a:ext cx="640080" cy="79533"/>
          </a:xfrm>
          <a:prstGeom prst="rect">
            <a:avLst/>
          </a:prstGeom>
          <a:solidFill>
            <a:srgbClr val="FFFFFF"/>
          </a:solidFill>
          <a:ln w="6350">
            <a:solidFill>
              <a:srgbClr val="E2E2E2"/>
            </a:solidFill>
            <a:prstDash val="solid"/>
          </a:ln>
        </p:spPr>
      </p:sp>
      <p:sp>
        <p:nvSpPr>
          <p:cNvPr id="240" name="Shape 232"/>
          <p:cNvSpPr/>
          <p:nvPr/>
        </p:nvSpPr>
        <p:spPr>
          <a:xfrm>
            <a:off x="2672608" y="3687251"/>
            <a:ext cx="640080" cy="79533"/>
          </a:xfrm>
          <a:prstGeom prst="rect">
            <a:avLst/>
          </a:prstGeom>
          <a:solidFill>
            <a:srgbClr val="FFFFFF"/>
          </a:solidFill>
          <a:ln w="6350">
            <a:solidFill>
              <a:srgbClr val="E2E2E2"/>
            </a:solidFill>
            <a:prstDash val="solid"/>
          </a:ln>
        </p:spPr>
      </p:sp>
      <p:sp>
        <p:nvSpPr>
          <p:cNvPr id="241" name="Shape 233"/>
          <p:cNvSpPr/>
          <p:nvPr/>
        </p:nvSpPr>
        <p:spPr>
          <a:xfrm>
            <a:off x="3312688" y="3687251"/>
            <a:ext cx="548640" cy="79533"/>
          </a:xfrm>
          <a:prstGeom prst="rect">
            <a:avLst/>
          </a:prstGeom>
          <a:solidFill>
            <a:srgbClr val="FFFFFF"/>
          </a:solidFill>
          <a:ln w="6350">
            <a:solidFill>
              <a:srgbClr val="E2E2E2"/>
            </a:solidFill>
            <a:prstDash val="solid"/>
          </a:ln>
        </p:spPr>
      </p:sp>
      <p:sp>
        <p:nvSpPr>
          <p:cNvPr id="242" name="Shape 234"/>
          <p:cNvSpPr/>
          <p:nvPr/>
        </p:nvSpPr>
        <p:spPr>
          <a:xfrm>
            <a:off x="3861328" y="3687251"/>
            <a:ext cx="731520" cy="79533"/>
          </a:xfrm>
          <a:prstGeom prst="rect">
            <a:avLst/>
          </a:prstGeom>
          <a:solidFill>
            <a:srgbClr val="FFFFFF"/>
          </a:solidFill>
          <a:ln w="6350">
            <a:solidFill>
              <a:srgbClr val="E2E2E2"/>
            </a:solidFill>
            <a:prstDash val="solid"/>
          </a:ln>
        </p:spPr>
      </p:sp>
      <p:sp>
        <p:nvSpPr>
          <p:cNvPr id="243" name="Shape 235"/>
          <p:cNvSpPr/>
          <p:nvPr/>
        </p:nvSpPr>
        <p:spPr>
          <a:xfrm>
            <a:off x="1163848" y="3448652"/>
            <a:ext cx="868680" cy="318132"/>
          </a:xfrm>
          <a:prstGeom prst="rect">
            <a:avLst/>
          </a:prstGeom>
          <a:solidFill>
            <a:srgbClr val="1A73E8">
              <a:alpha val="12000"/>
            </a:srgbClr>
          </a:solidFill>
          <a:ln w="19050">
            <a:solidFill>
              <a:srgbClr val="1A73E8"/>
            </a:solidFill>
            <a:prstDash val="solid"/>
          </a:ln>
        </p:spPr>
      </p:sp>
      <p:sp>
        <p:nvSpPr>
          <p:cNvPr id="244" name="Shape 236"/>
          <p:cNvSpPr/>
          <p:nvPr/>
        </p:nvSpPr>
        <p:spPr>
          <a:xfrm>
            <a:off x="587776" y="3794216"/>
            <a:ext cx="4950927" cy="201168"/>
          </a:xfrm>
          <a:prstGeom prst="rect">
            <a:avLst/>
          </a:prstGeom>
          <a:solidFill>
            <a:srgbClr val="F8F9FA"/>
          </a:solidFill>
          <a:ln w="12700">
            <a:solidFill>
              <a:srgbClr val="F8F9FA"/>
            </a:solidFill>
            <a:prstDash val="solid"/>
          </a:ln>
        </p:spPr>
      </p:sp>
      <p:sp>
        <p:nvSpPr>
          <p:cNvPr id="245" name="Text 23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46" name="Shape 238"/>
          <p:cNvSpPr/>
          <p:nvPr/>
        </p:nvSpPr>
        <p:spPr>
          <a:xfrm>
            <a:off x="1136416" y="3794216"/>
            <a:ext cx="731520" cy="201168"/>
          </a:xfrm>
          <a:prstGeom prst="rect">
            <a:avLst/>
          </a:prstGeom>
          <a:solidFill>
            <a:srgbClr val="E1EFFE"/>
          </a:solidFill>
          <a:ln w="12700">
            <a:solidFill>
              <a:srgbClr val="E1EFFE"/>
            </a:solidFill>
            <a:prstDash val="solid"/>
          </a:ln>
        </p:spPr>
      </p:sp>
      <p:sp>
        <p:nvSpPr>
          <p:cNvPr id="247" name="Text 2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48" name="Shape 240"/>
          <p:cNvSpPr/>
          <p:nvPr/>
        </p:nvSpPr>
        <p:spPr>
          <a:xfrm>
            <a:off x="1145560" y="3430364"/>
            <a:ext cx="905256" cy="354708"/>
          </a:xfrm>
          <a:prstGeom prst="roundRect">
            <a:avLst>
              <a:gd name="adj" fmla="val 12889"/>
            </a:avLst>
          </a:prstGeom>
          <a:solidFill>
            <a:srgbClr val="FFFFFF">
              <a:alpha val="0"/>
            </a:srgbClr>
          </a:solidFill>
          <a:ln w="31750">
            <a:solidFill>
              <a:srgbClr val="E53935"/>
            </a:solidFill>
            <a:prstDash val="solid"/>
          </a:ln>
        </p:spPr>
      </p:sp>
      <p:sp>
        <p:nvSpPr>
          <p:cNvPr id="249" name="Shape 241"/>
          <p:cNvSpPr/>
          <p:nvPr/>
        </p:nvSpPr>
        <p:spPr>
          <a:xfrm>
            <a:off x="1913656" y="3293204"/>
            <a:ext cx="274320" cy="274320"/>
          </a:xfrm>
          <a:prstGeom prst="ellipse">
            <a:avLst/>
          </a:prstGeom>
          <a:solidFill>
            <a:srgbClr val="E53935"/>
          </a:solidFill>
          <a:ln w="12700">
            <a:solidFill>
              <a:srgbClr val="FFFFFF"/>
            </a:solidFill>
            <a:prstDash val="solid"/>
          </a:ln>
        </p:spPr>
      </p:sp>
      <p:sp>
        <p:nvSpPr>
          <p:cNvPr id="250" name="Text 242"/>
          <p:cNvSpPr txBox="1"/>
          <p:nvPr/>
        </p:nvSpPr>
        <p:spPr>
          <a:xfrm>
            <a:off x="1913656" y="32932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51" name="Image 6" descr="preencoded.png">    </p:cNvPr>
          <p:cNvPicPr>
            <a:picLocks noChangeAspect="1"/>
          </p:cNvPicPr>
          <p:nvPr/>
        </p:nvPicPr>
        <p:blipFill>
          <a:blip r:embed="rId7"/>
          <a:stretch>
            <a:fillRect/>
          </a:stretch>
        </p:blipFill>
        <p:spPr>
          <a:xfrm>
            <a:off x="1641622" y="3623625"/>
            <a:ext cx="237744" cy="237744"/>
          </a:xfrm>
          <a:prstGeom prst="rect">
            <a:avLst/>
          </a:prstGeom>
        </p:spPr>
      </p:pic>
      <p:sp>
        <p:nvSpPr>
          <p:cNvPr id="252" name="Text 2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53" name="Text 2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label di A11–A14</a:t>
            </a:r>
            <a:endParaRPr lang="en-US" sz="1800" dirty="0"/>
          </a:p>
        </p:txBody>
      </p:sp>
      <p:sp>
        <p:nvSpPr>
          <p:cNvPr id="254" name="Text 2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bawah tabel, ketik di kolom B: Jumlah, Tertinggi, Terendah, Banyak data.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Rumus Lain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C12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=MAX(C2:C9)</a:t>
            </a:r>
            <a:endParaRPr lang="en-US" sz="800" dirty="0"/>
          </a:p>
        </p:txBody>
      </p:sp>
      <p:sp>
        <p:nvSpPr>
          <p:cNvPr id="60" name="Shape 52"/>
          <p:cNvSpPr/>
          <p:nvPr/>
        </p:nvSpPr>
        <p:spPr>
          <a:xfrm>
            <a:off x="587776" y="2573789"/>
            <a:ext cx="4950927" cy="79533"/>
          </a:xfrm>
          <a:prstGeom prst="rect">
            <a:avLst/>
          </a:prstGeom>
          <a:solidFill>
            <a:srgbClr val="F8F9FA"/>
          </a:solidFill>
          <a:ln w="12700">
            <a:solidFill>
              <a:srgbClr val="F8F9FA"/>
            </a:solidFill>
            <a:prstDash val="solid"/>
          </a:ln>
        </p:spPr>
      </p:sp>
      <p:sp>
        <p:nvSpPr>
          <p:cNvPr id="61" name="Shape 53"/>
          <p:cNvSpPr/>
          <p:nvPr/>
        </p:nvSpPr>
        <p:spPr>
          <a:xfrm>
            <a:off x="843808" y="2573789"/>
            <a:ext cx="320040" cy="79533"/>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79533"/>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79533"/>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79533"/>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79533"/>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79533"/>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53322"/>
            <a:ext cx="256032" cy="79533"/>
          </a:xfrm>
          <a:prstGeom prst="rect">
            <a:avLst/>
          </a:prstGeom>
          <a:solidFill>
            <a:srgbClr val="F8F9FA"/>
          </a:solidFill>
          <a:ln w="6350">
            <a:solidFill>
              <a:srgbClr val="DDDDDD"/>
            </a:solidFill>
            <a:prstDash val="solid"/>
          </a:ln>
        </p:spPr>
      </p:sp>
      <p:sp>
        <p:nvSpPr>
          <p:cNvPr id="74" name="Text 66"/>
          <p:cNvSpPr txBox="1"/>
          <p:nvPr/>
        </p:nvSpPr>
        <p:spPr>
          <a:xfrm>
            <a:off x="587776" y="265332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53322"/>
            <a:ext cx="320040" cy="79533"/>
          </a:xfrm>
          <a:prstGeom prst="rect">
            <a:avLst/>
          </a:prstGeom>
          <a:solidFill>
            <a:srgbClr val="0F4C3A"/>
          </a:solidFill>
          <a:ln w="6350">
            <a:solidFill>
              <a:srgbClr val="E2E2E2"/>
            </a:solidFill>
            <a:prstDash val="solid"/>
          </a:ln>
        </p:spPr>
      </p:sp>
      <p:sp>
        <p:nvSpPr>
          <p:cNvPr id="76" name="Text 68"/>
          <p:cNvSpPr txBox="1"/>
          <p:nvPr/>
        </p:nvSpPr>
        <p:spPr>
          <a:xfrm>
            <a:off x="871240" y="2653322"/>
            <a:ext cx="2651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53322"/>
            <a:ext cx="868680" cy="79533"/>
          </a:xfrm>
          <a:prstGeom prst="rect">
            <a:avLst/>
          </a:prstGeom>
          <a:solidFill>
            <a:srgbClr val="0F4C3A"/>
          </a:solidFill>
          <a:ln w="6350">
            <a:solidFill>
              <a:srgbClr val="E2E2E2"/>
            </a:solidFill>
            <a:prstDash val="solid"/>
          </a:ln>
        </p:spPr>
      </p:sp>
      <p:sp>
        <p:nvSpPr>
          <p:cNvPr id="78" name="Text 70"/>
          <p:cNvSpPr txBox="1"/>
          <p:nvPr/>
        </p:nvSpPr>
        <p:spPr>
          <a:xfrm>
            <a:off x="1191280" y="2653322"/>
            <a:ext cx="8138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53322"/>
            <a:ext cx="640080" cy="79533"/>
          </a:xfrm>
          <a:prstGeom prst="rect">
            <a:avLst/>
          </a:prstGeom>
          <a:solidFill>
            <a:srgbClr val="0F4C3A"/>
          </a:solidFill>
          <a:ln w="6350">
            <a:solidFill>
              <a:srgbClr val="E2E2E2"/>
            </a:solidFill>
            <a:prstDash val="solid"/>
          </a:ln>
        </p:spPr>
      </p:sp>
      <p:sp>
        <p:nvSpPr>
          <p:cNvPr id="80" name="Text 72"/>
          <p:cNvSpPr txBox="1"/>
          <p:nvPr/>
        </p:nvSpPr>
        <p:spPr>
          <a:xfrm>
            <a:off x="205996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53322"/>
            <a:ext cx="640080" cy="79533"/>
          </a:xfrm>
          <a:prstGeom prst="rect">
            <a:avLst/>
          </a:prstGeom>
          <a:solidFill>
            <a:srgbClr val="0F4C3A"/>
          </a:solidFill>
          <a:ln w="6350">
            <a:solidFill>
              <a:srgbClr val="E2E2E2"/>
            </a:solidFill>
            <a:prstDash val="solid"/>
          </a:ln>
        </p:spPr>
      </p:sp>
      <p:sp>
        <p:nvSpPr>
          <p:cNvPr id="82" name="Text 74"/>
          <p:cNvSpPr txBox="1"/>
          <p:nvPr/>
        </p:nvSpPr>
        <p:spPr>
          <a:xfrm>
            <a:off x="270004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53322"/>
            <a:ext cx="548640" cy="79533"/>
          </a:xfrm>
          <a:prstGeom prst="rect">
            <a:avLst/>
          </a:prstGeom>
          <a:solidFill>
            <a:srgbClr val="0F4C3A"/>
          </a:solidFill>
          <a:ln w="6350">
            <a:solidFill>
              <a:srgbClr val="E2E2E2"/>
            </a:solidFill>
            <a:prstDash val="solid"/>
          </a:ln>
        </p:spPr>
      </p:sp>
      <p:sp>
        <p:nvSpPr>
          <p:cNvPr id="84" name="Text 76"/>
          <p:cNvSpPr txBox="1"/>
          <p:nvPr/>
        </p:nvSpPr>
        <p:spPr>
          <a:xfrm>
            <a:off x="3340120" y="2653322"/>
            <a:ext cx="4937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53322"/>
            <a:ext cx="731520" cy="79533"/>
          </a:xfrm>
          <a:prstGeom prst="rect">
            <a:avLst/>
          </a:prstGeom>
          <a:solidFill>
            <a:srgbClr val="0F4C3A"/>
          </a:solidFill>
          <a:ln w="6350">
            <a:solidFill>
              <a:srgbClr val="E2E2E2"/>
            </a:solidFill>
            <a:prstDash val="solid"/>
          </a:ln>
        </p:spPr>
      </p:sp>
      <p:sp>
        <p:nvSpPr>
          <p:cNvPr id="86" name="Text 78"/>
          <p:cNvSpPr txBox="1"/>
          <p:nvPr/>
        </p:nvSpPr>
        <p:spPr>
          <a:xfrm>
            <a:off x="3888760" y="2653322"/>
            <a:ext cx="67665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732855"/>
            <a:ext cx="256032" cy="79533"/>
          </a:xfrm>
          <a:prstGeom prst="rect">
            <a:avLst/>
          </a:prstGeom>
          <a:solidFill>
            <a:srgbClr val="F8F9FA"/>
          </a:solidFill>
          <a:ln w="6350">
            <a:solidFill>
              <a:srgbClr val="DDDDDD"/>
            </a:solidFill>
            <a:prstDash val="solid"/>
          </a:ln>
        </p:spPr>
      </p:sp>
      <p:sp>
        <p:nvSpPr>
          <p:cNvPr id="88" name="Text 80"/>
          <p:cNvSpPr txBox="1"/>
          <p:nvPr/>
        </p:nvSpPr>
        <p:spPr>
          <a:xfrm>
            <a:off x="587776" y="273285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732855"/>
            <a:ext cx="320040" cy="79533"/>
          </a:xfrm>
          <a:prstGeom prst="rect">
            <a:avLst/>
          </a:prstGeom>
          <a:solidFill>
            <a:srgbClr val="FFFFFF"/>
          </a:solidFill>
          <a:ln w="6350">
            <a:solidFill>
              <a:srgbClr val="E2E2E2"/>
            </a:solidFill>
            <a:prstDash val="solid"/>
          </a:ln>
        </p:spPr>
      </p:sp>
      <p:sp>
        <p:nvSpPr>
          <p:cNvPr id="90" name="Text 82"/>
          <p:cNvSpPr txBox="1"/>
          <p:nvPr/>
        </p:nvSpPr>
        <p:spPr>
          <a:xfrm>
            <a:off x="871240" y="2732855"/>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732855"/>
            <a:ext cx="868680" cy="79533"/>
          </a:xfrm>
          <a:prstGeom prst="rect">
            <a:avLst/>
          </a:prstGeom>
          <a:solidFill>
            <a:srgbClr val="FFFFFF"/>
          </a:solidFill>
          <a:ln w="6350">
            <a:solidFill>
              <a:srgbClr val="E2E2E2"/>
            </a:solidFill>
            <a:prstDash val="solid"/>
          </a:ln>
        </p:spPr>
      </p:sp>
      <p:sp>
        <p:nvSpPr>
          <p:cNvPr id="92" name="Text 84"/>
          <p:cNvSpPr txBox="1"/>
          <p:nvPr/>
        </p:nvSpPr>
        <p:spPr>
          <a:xfrm>
            <a:off x="1191280" y="273285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732855"/>
            <a:ext cx="640080" cy="79533"/>
          </a:xfrm>
          <a:prstGeom prst="rect">
            <a:avLst/>
          </a:prstGeom>
          <a:solidFill>
            <a:srgbClr val="FFFFFF"/>
          </a:solidFill>
          <a:ln w="6350">
            <a:solidFill>
              <a:srgbClr val="E2E2E2"/>
            </a:solidFill>
            <a:prstDash val="solid"/>
          </a:ln>
        </p:spPr>
      </p:sp>
      <p:sp>
        <p:nvSpPr>
          <p:cNvPr id="94" name="Text 86"/>
          <p:cNvSpPr txBox="1"/>
          <p:nvPr/>
        </p:nvSpPr>
        <p:spPr>
          <a:xfrm>
            <a:off x="205996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732855"/>
            <a:ext cx="640080" cy="79533"/>
          </a:xfrm>
          <a:prstGeom prst="rect">
            <a:avLst/>
          </a:prstGeom>
          <a:solidFill>
            <a:srgbClr val="FFFFFF"/>
          </a:solidFill>
          <a:ln w="6350">
            <a:solidFill>
              <a:srgbClr val="E2E2E2"/>
            </a:solidFill>
            <a:prstDash val="solid"/>
          </a:ln>
        </p:spPr>
      </p:sp>
      <p:sp>
        <p:nvSpPr>
          <p:cNvPr id="96" name="Text 88"/>
          <p:cNvSpPr txBox="1"/>
          <p:nvPr/>
        </p:nvSpPr>
        <p:spPr>
          <a:xfrm>
            <a:off x="270004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732855"/>
            <a:ext cx="548640" cy="79533"/>
          </a:xfrm>
          <a:prstGeom prst="rect">
            <a:avLst/>
          </a:prstGeom>
          <a:solidFill>
            <a:srgbClr val="FFFFFF"/>
          </a:solidFill>
          <a:ln w="6350">
            <a:solidFill>
              <a:srgbClr val="E2E2E2"/>
            </a:solidFill>
            <a:prstDash val="solid"/>
          </a:ln>
        </p:spPr>
      </p:sp>
      <p:sp>
        <p:nvSpPr>
          <p:cNvPr id="98" name="Text 90"/>
          <p:cNvSpPr txBox="1"/>
          <p:nvPr/>
        </p:nvSpPr>
        <p:spPr>
          <a:xfrm>
            <a:off x="3340120" y="2732855"/>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732855"/>
            <a:ext cx="731520" cy="79533"/>
          </a:xfrm>
          <a:prstGeom prst="rect">
            <a:avLst/>
          </a:prstGeom>
          <a:solidFill>
            <a:srgbClr val="FFFFFF"/>
          </a:solidFill>
          <a:ln w="6350">
            <a:solidFill>
              <a:srgbClr val="E2E2E2"/>
            </a:solidFill>
            <a:prstDash val="solid"/>
          </a:ln>
        </p:spPr>
      </p:sp>
      <p:sp>
        <p:nvSpPr>
          <p:cNvPr id="100" name="Text 92"/>
          <p:cNvSpPr txBox="1"/>
          <p:nvPr/>
        </p:nvSpPr>
        <p:spPr>
          <a:xfrm>
            <a:off x="3888760" y="2732855"/>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812388"/>
            <a:ext cx="256032" cy="79533"/>
          </a:xfrm>
          <a:prstGeom prst="rect">
            <a:avLst/>
          </a:prstGeom>
          <a:solidFill>
            <a:srgbClr val="F8F9FA"/>
          </a:solidFill>
          <a:ln w="6350">
            <a:solidFill>
              <a:srgbClr val="DDDDDD"/>
            </a:solidFill>
            <a:prstDash val="solid"/>
          </a:ln>
        </p:spPr>
      </p:sp>
      <p:sp>
        <p:nvSpPr>
          <p:cNvPr id="102" name="Text 94"/>
          <p:cNvSpPr txBox="1"/>
          <p:nvPr/>
        </p:nvSpPr>
        <p:spPr>
          <a:xfrm>
            <a:off x="587776" y="281238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812388"/>
            <a:ext cx="320040" cy="79533"/>
          </a:xfrm>
          <a:prstGeom prst="rect">
            <a:avLst/>
          </a:prstGeom>
          <a:solidFill>
            <a:srgbClr val="FFFFFF"/>
          </a:solidFill>
          <a:ln w="6350">
            <a:solidFill>
              <a:srgbClr val="E2E2E2"/>
            </a:solidFill>
            <a:prstDash val="solid"/>
          </a:ln>
        </p:spPr>
      </p:sp>
      <p:sp>
        <p:nvSpPr>
          <p:cNvPr id="104" name="Text 96"/>
          <p:cNvSpPr txBox="1"/>
          <p:nvPr/>
        </p:nvSpPr>
        <p:spPr>
          <a:xfrm>
            <a:off x="871240" y="2812388"/>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812388"/>
            <a:ext cx="868680" cy="79533"/>
          </a:xfrm>
          <a:prstGeom prst="rect">
            <a:avLst/>
          </a:prstGeom>
          <a:solidFill>
            <a:srgbClr val="FFFFFF"/>
          </a:solidFill>
          <a:ln w="6350">
            <a:solidFill>
              <a:srgbClr val="E2E2E2"/>
            </a:solidFill>
            <a:prstDash val="solid"/>
          </a:ln>
        </p:spPr>
      </p:sp>
      <p:sp>
        <p:nvSpPr>
          <p:cNvPr id="106" name="Text 98"/>
          <p:cNvSpPr txBox="1"/>
          <p:nvPr/>
        </p:nvSpPr>
        <p:spPr>
          <a:xfrm>
            <a:off x="1191280" y="281238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812388"/>
            <a:ext cx="640080" cy="79533"/>
          </a:xfrm>
          <a:prstGeom prst="rect">
            <a:avLst/>
          </a:prstGeom>
          <a:solidFill>
            <a:srgbClr val="FFFFFF"/>
          </a:solidFill>
          <a:ln w="6350">
            <a:solidFill>
              <a:srgbClr val="E2E2E2"/>
            </a:solidFill>
            <a:prstDash val="solid"/>
          </a:ln>
        </p:spPr>
      </p:sp>
      <p:sp>
        <p:nvSpPr>
          <p:cNvPr id="108" name="Text 100"/>
          <p:cNvSpPr txBox="1"/>
          <p:nvPr/>
        </p:nvSpPr>
        <p:spPr>
          <a:xfrm>
            <a:off x="205996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812388"/>
            <a:ext cx="640080" cy="79533"/>
          </a:xfrm>
          <a:prstGeom prst="rect">
            <a:avLst/>
          </a:prstGeom>
          <a:solidFill>
            <a:srgbClr val="FFFFFF"/>
          </a:solidFill>
          <a:ln w="6350">
            <a:solidFill>
              <a:srgbClr val="E2E2E2"/>
            </a:solidFill>
            <a:prstDash val="solid"/>
          </a:ln>
        </p:spPr>
      </p:sp>
      <p:sp>
        <p:nvSpPr>
          <p:cNvPr id="110" name="Text 102"/>
          <p:cNvSpPr txBox="1"/>
          <p:nvPr/>
        </p:nvSpPr>
        <p:spPr>
          <a:xfrm>
            <a:off x="270004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812388"/>
            <a:ext cx="548640" cy="79533"/>
          </a:xfrm>
          <a:prstGeom prst="rect">
            <a:avLst/>
          </a:prstGeom>
          <a:solidFill>
            <a:srgbClr val="FFFFFF"/>
          </a:solidFill>
          <a:ln w="6350">
            <a:solidFill>
              <a:srgbClr val="E2E2E2"/>
            </a:solidFill>
            <a:prstDash val="solid"/>
          </a:ln>
        </p:spPr>
      </p:sp>
      <p:sp>
        <p:nvSpPr>
          <p:cNvPr id="112" name="Text 104"/>
          <p:cNvSpPr txBox="1"/>
          <p:nvPr/>
        </p:nvSpPr>
        <p:spPr>
          <a:xfrm>
            <a:off x="3340120" y="2812388"/>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812388"/>
            <a:ext cx="731520" cy="79533"/>
          </a:xfrm>
          <a:prstGeom prst="rect">
            <a:avLst/>
          </a:prstGeom>
          <a:solidFill>
            <a:srgbClr val="FFFFFF"/>
          </a:solidFill>
          <a:ln w="6350">
            <a:solidFill>
              <a:srgbClr val="E2E2E2"/>
            </a:solidFill>
            <a:prstDash val="solid"/>
          </a:ln>
        </p:spPr>
      </p:sp>
      <p:sp>
        <p:nvSpPr>
          <p:cNvPr id="114" name="Text 106"/>
          <p:cNvSpPr txBox="1"/>
          <p:nvPr/>
        </p:nvSpPr>
        <p:spPr>
          <a:xfrm>
            <a:off x="3888760" y="2812388"/>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2891921"/>
            <a:ext cx="256032" cy="79533"/>
          </a:xfrm>
          <a:prstGeom prst="rect">
            <a:avLst/>
          </a:prstGeom>
          <a:solidFill>
            <a:srgbClr val="F8F9FA"/>
          </a:solidFill>
          <a:ln w="6350">
            <a:solidFill>
              <a:srgbClr val="DDDDDD"/>
            </a:solidFill>
            <a:prstDash val="solid"/>
          </a:ln>
        </p:spPr>
      </p:sp>
      <p:sp>
        <p:nvSpPr>
          <p:cNvPr id="116" name="Text 108"/>
          <p:cNvSpPr txBox="1"/>
          <p:nvPr/>
        </p:nvSpPr>
        <p:spPr>
          <a:xfrm>
            <a:off x="587776" y="289192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2891921"/>
            <a:ext cx="320040" cy="79533"/>
          </a:xfrm>
          <a:prstGeom prst="rect">
            <a:avLst/>
          </a:prstGeom>
          <a:solidFill>
            <a:srgbClr val="FFFFFF"/>
          </a:solidFill>
          <a:ln w="6350">
            <a:solidFill>
              <a:srgbClr val="E2E2E2"/>
            </a:solidFill>
            <a:prstDash val="solid"/>
          </a:ln>
        </p:spPr>
      </p:sp>
      <p:sp>
        <p:nvSpPr>
          <p:cNvPr id="118" name="Text 110"/>
          <p:cNvSpPr txBox="1"/>
          <p:nvPr/>
        </p:nvSpPr>
        <p:spPr>
          <a:xfrm>
            <a:off x="871240" y="2891921"/>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2891921"/>
            <a:ext cx="868680" cy="79533"/>
          </a:xfrm>
          <a:prstGeom prst="rect">
            <a:avLst/>
          </a:prstGeom>
          <a:solidFill>
            <a:srgbClr val="FFFFFF"/>
          </a:solidFill>
          <a:ln w="6350">
            <a:solidFill>
              <a:srgbClr val="E2E2E2"/>
            </a:solidFill>
            <a:prstDash val="solid"/>
          </a:ln>
        </p:spPr>
      </p:sp>
      <p:sp>
        <p:nvSpPr>
          <p:cNvPr id="120" name="Text 112"/>
          <p:cNvSpPr txBox="1"/>
          <p:nvPr/>
        </p:nvSpPr>
        <p:spPr>
          <a:xfrm>
            <a:off x="1191280" y="289192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2891921"/>
            <a:ext cx="640080" cy="79533"/>
          </a:xfrm>
          <a:prstGeom prst="rect">
            <a:avLst/>
          </a:prstGeom>
          <a:solidFill>
            <a:srgbClr val="FFFFFF"/>
          </a:solidFill>
          <a:ln w="6350">
            <a:solidFill>
              <a:srgbClr val="E2E2E2"/>
            </a:solidFill>
            <a:prstDash val="solid"/>
          </a:ln>
        </p:spPr>
      </p:sp>
      <p:sp>
        <p:nvSpPr>
          <p:cNvPr id="122" name="Text 114"/>
          <p:cNvSpPr txBox="1"/>
          <p:nvPr/>
        </p:nvSpPr>
        <p:spPr>
          <a:xfrm>
            <a:off x="205996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2891921"/>
            <a:ext cx="640080" cy="79533"/>
          </a:xfrm>
          <a:prstGeom prst="rect">
            <a:avLst/>
          </a:prstGeom>
          <a:solidFill>
            <a:srgbClr val="FFFFFF"/>
          </a:solidFill>
          <a:ln w="6350">
            <a:solidFill>
              <a:srgbClr val="E2E2E2"/>
            </a:solidFill>
            <a:prstDash val="solid"/>
          </a:ln>
        </p:spPr>
      </p:sp>
      <p:sp>
        <p:nvSpPr>
          <p:cNvPr id="124" name="Text 116"/>
          <p:cNvSpPr txBox="1"/>
          <p:nvPr/>
        </p:nvSpPr>
        <p:spPr>
          <a:xfrm>
            <a:off x="270004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2891921"/>
            <a:ext cx="548640" cy="79533"/>
          </a:xfrm>
          <a:prstGeom prst="rect">
            <a:avLst/>
          </a:prstGeom>
          <a:solidFill>
            <a:srgbClr val="FFFFFF"/>
          </a:solidFill>
          <a:ln w="6350">
            <a:solidFill>
              <a:srgbClr val="E2E2E2"/>
            </a:solidFill>
            <a:prstDash val="solid"/>
          </a:ln>
        </p:spPr>
      </p:sp>
      <p:sp>
        <p:nvSpPr>
          <p:cNvPr id="126" name="Text 118"/>
          <p:cNvSpPr txBox="1"/>
          <p:nvPr/>
        </p:nvSpPr>
        <p:spPr>
          <a:xfrm>
            <a:off x="3340120" y="2891921"/>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2891921"/>
            <a:ext cx="731520" cy="79533"/>
          </a:xfrm>
          <a:prstGeom prst="rect">
            <a:avLst/>
          </a:prstGeom>
          <a:solidFill>
            <a:srgbClr val="FFFFFF"/>
          </a:solidFill>
          <a:ln w="6350">
            <a:solidFill>
              <a:srgbClr val="E2E2E2"/>
            </a:solidFill>
            <a:prstDash val="solid"/>
          </a:ln>
        </p:spPr>
      </p:sp>
      <p:sp>
        <p:nvSpPr>
          <p:cNvPr id="128" name="Text 120"/>
          <p:cNvSpPr txBox="1"/>
          <p:nvPr/>
        </p:nvSpPr>
        <p:spPr>
          <a:xfrm>
            <a:off x="3888760" y="2891921"/>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2971454"/>
            <a:ext cx="256032" cy="79533"/>
          </a:xfrm>
          <a:prstGeom prst="rect">
            <a:avLst/>
          </a:prstGeom>
          <a:solidFill>
            <a:srgbClr val="F8F9FA"/>
          </a:solidFill>
          <a:ln w="6350">
            <a:solidFill>
              <a:srgbClr val="DDDDDD"/>
            </a:solidFill>
            <a:prstDash val="solid"/>
          </a:ln>
        </p:spPr>
      </p:sp>
      <p:sp>
        <p:nvSpPr>
          <p:cNvPr id="130" name="Text 122"/>
          <p:cNvSpPr txBox="1"/>
          <p:nvPr/>
        </p:nvSpPr>
        <p:spPr>
          <a:xfrm>
            <a:off x="587776" y="2971454"/>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2971454"/>
            <a:ext cx="320040" cy="79533"/>
          </a:xfrm>
          <a:prstGeom prst="rect">
            <a:avLst/>
          </a:prstGeom>
          <a:solidFill>
            <a:srgbClr val="FFFFFF"/>
          </a:solidFill>
          <a:ln w="6350">
            <a:solidFill>
              <a:srgbClr val="E2E2E2"/>
            </a:solidFill>
            <a:prstDash val="solid"/>
          </a:ln>
        </p:spPr>
      </p:sp>
      <p:sp>
        <p:nvSpPr>
          <p:cNvPr id="132" name="Text 124"/>
          <p:cNvSpPr txBox="1"/>
          <p:nvPr/>
        </p:nvSpPr>
        <p:spPr>
          <a:xfrm>
            <a:off x="871240" y="2971454"/>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2971454"/>
            <a:ext cx="868680" cy="79533"/>
          </a:xfrm>
          <a:prstGeom prst="rect">
            <a:avLst/>
          </a:prstGeom>
          <a:solidFill>
            <a:srgbClr val="FFFFFF"/>
          </a:solidFill>
          <a:ln w="6350">
            <a:solidFill>
              <a:srgbClr val="E2E2E2"/>
            </a:solidFill>
            <a:prstDash val="solid"/>
          </a:ln>
        </p:spPr>
      </p:sp>
      <p:sp>
        <p:nvSpPr>
          <p:cNvPr id="134" name="Text 126"/>
          <p:cNvSpPr txBox="1"/>
          <p:nvPr/>
        </p:nvSpPr>
        <p:spPr>
          <a:xfrm>
            <a:off x="1191280" y="2971454"/>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2971454"/>
            <a:ext cx="640080" cy="79533"/>
          </a:xfrm>
          <a:prstGeom prst="rect">
            <a:avLst/>
          </a:prstGeom>
          <a:solidFill>
            <a:srgbClr val="FFFFFF"/>
          </a:solidFill>
          <a:ln w="6350">
            <a:solidFill>
              <a:srgbClr val="E2E2E2"/>
            </a:solidFill>
            <a:prstDash val="solid"/>
          </a:ln>
        </p:spPr>
      </p:sp>
      <p:sp>
        <p:nvSpPr>
          <p:cNvPr id="136" name="Text 128"/>
          <p:cNvSpPr txBox="1"/>
          <p:nvPr/>
        </p:nvSpPr>
        <p:spPr>
          <a:xfrm>
            <a:off x="205996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2971454"/>
            <a:ext cx="640080" cy="79533"/>
          </a:xfrm>
          <a:prstGeom prst="rect">
            <a:avLst/>
          </a:prstGeom>
          <a:solidFill>
            <a:srgbClr val="FFFFFF"/>
          </a:solidFill>
          <a:ln w="6350">
            <a:solidFill>
              <a:srgbClr val="E2E2E2"/>
            </a:solidFill>
            <a:prstDash val="solid"/>
          </a:ln>
        </p:spPr>
      </p:sp>
      <p:sp>
        <p:nvSpPr>
          <p:cNvPr id="138" name="Text 130"/>
          <p:cNvSpPr txBox="1"/>
          <p:nvPr/>
        </p:nvSpPr>
        <p:spPr>
          <a:xfrm>
            <a:off x="270004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2971454"/>
            <a:ext cx="548640" cy="79533"/>
          </a:xfrm>
          <a:prstGeom prst="rect">
            <a:avLst/>
          </a:prstGeom>
          <a:solidFill>
            <a:srgbClr val="FFFFFF"/>
          </a:solidFill>
          <a:ln w="6350">
            <a:solidFill>
              <a:srgbClr val="E2E2E2"/>
            </a:solidFill>
            <a:prstDash val="solid"/>
          </a:ln>
        </p:spPr>
      </p:sp>
      <p:sp>
        <p:nvSpPr>
          <p:cNvPr id="140" name="Text 132"/>
          <p:cNvSpPr txBox="1"/>
          <p:nvPr/>
        </p:nvSpPr>
        <p:spPr>
          <a:xfrm>
            <a:off x="3340120" y="2971454"/>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2971454"/>
            <a:ext cx="731520" cy="79533"/>
          </a:xfrm>
          <a:prstGeom prst="rect">
            <a:avLst/>
          </a:prstGeom>
          <a:solidFill>
            <a:srgbClr val="FFFFFF"/>
          </a:solidFill>
          <a:ln w="6350">
            <a:solidFill>
              <a:srgbClr val="E2E2E2"/>
            </a:solidFill>
            <a:prstDash val="solid"/>
          </a:ln>
        </p:spPr>
      </p:sp>
      <p:sp>
        <p:nvSpPr>
          <p:cNvPr id="142" name="Text 134"/>
          <p:cNvSpPr txBox="1"/>
          <p:nvPr/>
        </p:nvSpPr>
        <p:spPr>
          <a:xfrm>
            <a:off x="3888760" y="2971454"/>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050987"/>
            <a:ext cx="256032" cy="79533"/>
          </a:xfrm>
          <a:prstGeom prst="rect">
            <a:avLst/>
          </a:prstGeom>
          <a:solidFill>
            <a:srgbClr val="F8F9FA"/>
          </a:solidFill>
          <a:ln w="6350">
            <a:solidFill>
              <a:srgbClr val="DDDDDD"/>
            </a:solidFill>
            <a:prstDash val="solid"/>
          </a:ln>
        </p:spPr>
      </p:sp>
      <p:sp>
        <p:nvSpPr>
          <p:cNvPr id="144" name="Text 136"/>
          <p:cNvSpPr txBox="1"/>
          <p:nvPr/>
        </p:nvSpPr>
        <p:spPr>
          <a:xfrm>
            <a:off x="587776" y="3050987"/>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050987"/>
            <a:ext cx="320040" cy="79533"/>
          </a:xfrm>
          <a:prstGeom prst="rect">
            <a:avLst/>
          </a:prstGeom>
          <a:solidFill>
            <a:srgbClr val="FFFFFF"/>
          </a:solidFill>
          <a:ln w="6350">
            <a:solidFill>
              <a:srgbClr val="E2E2E2"/>
            </a:solidFill>
            <a:prstDash val="solid"/>
          </a:ln>
        </p:spPr>
      </p:sp>
      <p:sp>
        <p:nvSpPr>
          <p:cNvPr id="146" name="Text 138"/>
          <p:cNvSpPr txBox="1"/>
          <p:nvPr/>
        </p:nvSpPr>
        <p:spPr>
          <a:xfrm>
            <a:off x="871240" y="3050987"/>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050987"/>
            <a:ext cx="868680" cy="79533"/>
          </a:xfrm>
          <a:prstGeom prst="rect">
            <a:avLst/>
          </a:prstGeom>
          <a:solidFill>
            <a:srgbClr val="FFFFFF"/>
          </a:solidFill>
          <a:ln w="6350">
            <a:solidFill>
              <a:srgbClr val="E2E2E2"/>
            </a:solidFill>
            <a:prstDash val="solid"/>
          </a:ln>
        </p:spPr>
      </p:sp>
      <p:sp>
        <p:nvSpPr>
          <p:cNvPr id="148" name="Text 140"/>
          <p:cNvSpPr txBox="1"/>
          <p:nvPr/>
        </p:nvSpPr>
        <p:spPr>
          <a:xfrm>
            <a:off x="1191280" y="3050987"/>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050987"/>
            <a:ext cx="640080" cy="79533"/>
          </a:xfrm>
          <a:prstGeom prst="rect">
            <a:avLst/>
          </a:prstGeom>
          <a:solidFill>
            <a:srgbClr val="FFFFFF"/>
          </a:solidFill>
          <a:ln w="6350">
            <a:solidFill>
              <a:srgbClr val="E2E2E2"/>
            </a:solidFill>
            <a:prstDash val="solid"/>
          </a:ln>
        </p:spPr>
      </p:sp>
      <p:sp>
        <p:nvSpPr>
          <p:cNvPr id="150" name="Text 142"/>
          <p:cNvSpPr txBox="1"/>
          <p:nvPr/>
        </p:nvSpPr>
        <p:spPr>
          <a:xfrm>
            <a:off x="205996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050987"/>
            <a:ext cx="640080" cy="79533"/>
          </a:xfrm>
          <a:prstGeom prst="rect">
            <a:avLst/>
          </a:prstGeom>
          <a:solidFill>
            <a:srgbClr val="FFFFFF"/>
          </a:solidFill>
          <a:ln w="6350">
            <a:solidFill>
              <a:srgbClr val="E2E2E2"/>
            </a:solidFill>
            <a:prstDash val="solid"/>
          </a:ln>
        </p:spPr>
      </p:sp>
      <p:sp>
        <p:nvSpPr>
          <p:cNvPr id="152" name="Text 144"/>
          <p:cNvSpPr txBox="1"/>
          <p:nvPr/>
        </p:nvSpPr>
        <p:spPr>
          <a:xfrm>
            <a:off x="270004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050987"/>
            <a:ext cx="548640" cy="79533"/>
          </a:xfrm>
          <a:prstGeom prst="rect">
            <a:avLst/>
          </a:prstGeom>
          <a:solidFill>
            <a:srgbClr val="FFFFFF"/>
          </a:solidFill>
          <a:ln w="6350">
            <a:solidFill>
              <a:srgbClr val="E2E2E2"/>
            </a:solidFill>
            <a:prstDash val="solid"/>
          </a:ln>
        </p:spPr>
      </p:sp>
      <p:sp>
        <p:nvSpPr>
          <p:cNvPr id="154" name="Text 146"/>
          <p:cNvSpPr txBox="1"/>
          <p:nvPr/>
        </p:nvSpPr>
        <p:spPr>
          <a:xfrm>
            <a:off x="3340120" y="3050987"/>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050987"/>
            <a:ext cx="731520" cy="79533"/>
          </a:xfrm>
          <a:prstGeom prst="rect">
            <a:avLst/>
          </a:prstGeom>
          <a:solidFill>
            <a:srgbClr val="FFFFFF"/>
          </a:solidFill>
          <a:ln w="6350">
            <a:solidFill>
              <a:srgbClr val="E2E2E2"/>
            </a:solidFill>
            <a:prstDash val="solid"/>
          </a:ln>
        </p:spPr>
      </p:sp>
      <p:sp>
        <p:nvSpPr>
          <p:cNvPr id="156" name="Text 148"/>
          <p:cNvSpPr txBox="1"/>
          <p:nvPr/>
        </p:nvSpPr>
        <p:spPr>
          <a:xfrm>
            <a:off x="3888760" y="3050987"/>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130520"/>
            <a:ext cx="256032" cy="79533"/>
          </a:xfrm>
          <a:prstGeom prst="rect">
            <a:avLst/>
          </a:prstGeom>
          <a:solidFill>
            <a:srgbClr val="F8F9FA"/>
          </a:solidFill>
          <a:ln w="6350">
            <a:solidFill>
              <a:srgbClr val="DDDDDD"/>
            </a:solidFill>
            <a:prstDash val="solid"/>
          </a:ln>
        </p:spPr>
      </p:sp>
      <p:sp>
        <p:nvSpPr>
          <p:cNvPr id="158" name="Text 150"/>
          <p:cNvSpPr txBox="1"/>
          <p:nvPr/>
        </p:nvSpPr>
        <p:spPr>
          <a:xfrm>
            <a:off x="587776" y="3130520"/>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130520"/>
            <a:ext cx="320040" cy="79533"/>
          </a:xfrm>
          <a:prstGeom prst="rect">
            <a:avLst/>
          </a:prstGeom>
          <a:solidFill>
            <a:srgbClr val="FFFFFF"/>
          </a:solidFill>
          <a:ln w="6350">
            <a:solidFill>
              <a:srgbClr val="E2E2E2"/>
            </a:solidFill>
            <a:prstDash val="solid"/>
          </a:ln>
        </p:spPr>
      </p:sp>
      <p:sp>
        <p:nvSpPr>
          <p:cNvPr id="160" name="Text 152"/>
          <p:cNvSpPr txBox="1"/>
          <p:nvPr/>
        </p:nvSpPr>
        <p:spPr>
          <a:xfrm>
            <a:off x="871240" y="3130520"/>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130520"/>
            <a:ext cx="868680" cy="79533"/>
          </a:xfrm>
          <a:prstGeom prst="rect">
            <a:avLst/>
          </a:prstGeom>
          <a:solidFill>
            <a:srgbClr val="FFFFFF"/>
          </a:solidFill>
          <a:ln w="6350">
            <a:solidFill>
              <a:srgbClr val="E2E2E2"/>
            </a:solidFill>
            <a:prstDash val="solid"/>
          </a:ln>
        </p:spPr>
      </p:sp>
      <p:sp>
        <p:nvSpPr>
          <p:cNvPr id="162" name="Text 154"/>
          <p:cNvSpPr txBox="1"/>
          <p:nvPr/>
        </p:nvSpPr>
        <p:spPr>
          <a:xfrm>
            <a:off x="1191280" y="3130520"/>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130520"/>
            <a:ext cx="640080" cy="79533"/>
          </a:xfrm>
          <a:prstGeom prst="rect">
            <a:avLst/>
          </a:prstGeom>
          <a:solidFill>
            <a:srgbClr val="FFFFFF"/>
          </a:solidFill>
          <a:ln w="6350">
            <a:solidFill>
              <a:srgbClr val="E2E2E2"/>
            </a:solidFill>
            <a:prstDash val="solid"/>
          </a:ln>
        </p:spPr>
      </p:sp>
      <p:sp>
        <p:nvSpPr>
          <p:cNvPr id="164" name="Text 156"/>
          <p:cNvSpPr txBox="1"/>
          <p:nvPr/>
        </p:nvSpPr>
        <p:spPr>
          <a:xfrm>
            <a:off x="205996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130520"/>
            <a:ext cx="640080" cy="79533"/>
          </a:xfrm>
          <a:prstGeom prst="rect">
            <a:avLst/>
          </a:prstGeom>
          <a:solidFill>
            <a:srgbClr val="FFFFFF"/>
          </a:solidFill>
          <a:ln w="6350">
            <a:solidFill>
              <a:srgbClr val="E2E2E2"/>
            </a:solidFill>
            <a:prstDash val="solid"/>
          </a:ln>
        </p:spPr>
      </p:sp>
      <p:sp>
        <p:nvSpPr>
          <p:cNvPr id="166" name="Text 158"/>
          <p:cNvSpPr txBox="1"/>
          <p:nvPr/>
        </p:nvSpPr>
        <p:spPr>
          <a:xfrm>
            <a:off x="270004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130520"/>
            <a:ext cx="548640" cy="79533"/>
          </a:xfrm>
          <a:prstGeom prst="rect">
            <a:avLst/>
          </a:prstGeom>
          <a:solidFill>
            <a:srgbClr val="FFFFFF"/>
          </a:solidFill>
          <a:ln w="6350">
            <a:solidFill>
              <a:srgbClr val="E2E2E2"/>
            </a:solidFill>
            <a:prstDash val="solid"/>
          </a:ln>
        </p:spPr>
      </p:sp>
      <p:sp>
        <p:nvSpPr>
          <p:cNvPr id="168" name="Text 160"/>
          <p:cNvSpPr txBox="1"/>
          <p:nvPr/>
        </p:nvSpPr>
        <p:spPr>
          <a:xfrm>
            <a:off x="3340120" y="3130520"/>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130520"/>
            <a:ext cx="731520" cy="79533"/>
          </a:xfrm>
          <a:prstGeom prst="rect">
            <a:avLst/>
          </a:prstGeom>
          <a:solidFill>
            <a:srgbClr val="FFFFFF"/>
          </a:solidFill>
          <a:ln w="6350">
            <a:solidFill>
              <a:srgbClr val="E2E2E2"/>
            </a:solidFill>
            <a:prstDash val="solid"/>
          </a:ln>
        </p:spPr>
      </p:sp>
      <p:sp>
        <p:nvSpPr>
          <p:cNvPr id="170" name="Text 162"/>
          <p:cNvSpPr txBox="1"/>
          <p:nvPr/>
        </p:nvSpPr>
        <p:spPr>
          <a:xfrm>
            <a:off x="3888760" y="3130520"/>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210053"/>
            <a:ext cx="256032" cy="79533"/>
          </a:xfrm>
          <a:prstGeom prst="rect">
            <a:avLst/>
          </a:prstGeom>
          <a:solidFill>
            <a:srgbClr val="F8F9FA"/>
          </a:solidFill>
          <a:ln w="6350">
            <a:solidFill>
              <a:srgbClr val="DDDDDD"/>
            </a:solidFill>
            <a:prstDash val="solid"/>
          </a:ln>
        </p:spPr>
      </p:sp>
      <p:sp>
        <p:nvSpPr>
          <p:cNvPr id="172" name="Text 164"/>
          <p:cNvSpPr txBox="1"/>
          <p:nvPr/>
        </p:nvSpPr>
        <p:spPr>
          <a:xfrm>
            <a:off x="587776" y="3210053"/>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210053"/>
            <a:ext cx="320040" cy="79533"/>
          </a:xfrm>
          <a:prstGeom prst="rect">
            <a:avLst/>
          </a:prstGeom>
          <a:solidFill>
            <a:srgbClr val="FFFFFF"/>
          </a:solidFill>
          <a:ln w="6350">
            <a:solidFill>
              <a:srgbClr val="E2E2E2"/>
            </a:solidFill>
            <a:prstDash val="solid"/>
          </a:ln>
        </p:spPr>
      </p:sp>
      <p:sp>
        <p:nvSpPr>
          <p:cNvPr id="174" name="Text 166"/>
          <p:cNvSpPr txBox="1"/>
          <p:nvPr/>
        </p:nvSpPr>
        <p:spPr>
          <a:xfrm>
            <a:off x="871240" y="3210053"/>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210053"/>
            <a:ext cx="868680" cy="79533"/>
          </a:xfrm>
          <a:prstGeom prst="rect">
            <a:avLst/>
          </a:prstGeom>
          <a:solidFill>
            <a:srgbClr val="FFFFFF"/>
          </a:solidFill>
          <a:ln w="6350">
            <a:solidFill>
              <a:srgbClr val="E2E2E2"/>
            </a:solidFill>
            <a:prstDash val="solid"/>
          </a:ln>
        </p:spPr>
      </p:sp>
      <p:sp>
        <p:nvSpPr>
          <p:cNvPr id="176" name="Text 168"/>
          <p:cNvSpPr txBox="1"/>
          <p:nvPr/>
        </p:nvSpPr>
        <p:spPr>
          <a:xfrm>
            <a:off x="1191280" y="3210053"/>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210053"/>
            <a:ext cx="640080" cy="79533"/>
          </a:xfrm>
          <a:prstGeom prst="rect">
            <a:avLst/>
          </a:prstGeom>
          <a:solidFill>
            <a:srgbClr val="FFFFFF"/>
          </a:solidFill>
          <a:ln w="6350">
            <a:solidFill>
              <a:srgbClr val="E2E2E2"/>
            </a:solidFill>
            <a:prstDash val="solid"/>
          </a:ln>
        </p:spPr>
      </p:sp>
      <p:sp>
        <p:nvSpPr>
          <p:cNvPr id="178" name="Text 170"/>
          <p:cNvSpPr txBox="1"/>
          <p:nvPr/>
        </p:nvSpPr>
        <p:spPr>
          <a:xfrm>
            <a:off x="205996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210053"/>
            <a:ext cx="640080" cy="79533"/>
          </a:xfrm>
          <a:prstGeom prst="rect">
            <a:avLst/>
          </a:prstGeom>
          <a:solidFill>
            <a:srgbClr val="FFFFFF"/>
          </a:solidFill>
          <a:ln w="6350">
            <a:solidFill>
              <a:srgbClr val="E2E2E2"/>
            </a:solidFill>
            <a:prstDash val="solid"/>
          </a:ln>
        </p:spPr>
      </p:sp>
      <p:sp>
        <p:nvSpPr>
          <p:cNvPr id="180" name="Text 172"/>
          <p:cNvSpPr txBox="1"/>
          <p:nvPr/>
        </p:nvSpPr>
        <p:spPr>
          <a:xfrm>
            <a:off x="270004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210053"/>
            <a:ext cx="548640" cy="79533"/>
          </a:xfrm>
          <a:prstGeom prst="rect">
            <a:avLst/>
          </a:prstGeom>
          <a:solidFill>
            <a:srgbClr val="FFFFFF"/>
          </a:solidFill>
          <a:ln w="6350">
            <a:solidFill>
              <a:srgbClr val="E2E2E2"/>
            </a:solidFill>
            <a:prstDash val="solid"/>
          </a:ln>
        </p:spPr>
      </p:sp>
      <p:sp>
        <p:nvSpPr>
          <p:cNvPr id="182" name="Text 174"/>
          <p:cNvSpPr txBox="1"/>
          <p:nvPr/>
        </p:nvSpPr>
        <p:spPr>
          <a:xfrm>
            <a:off x="3340120" y="3210053"/>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210053"/>
            <a:ext cx="731520" cy="79533"/>
          </a:xfrm>
          <a:prstGeom prst="rect">
            <a:avLst/>
          </a:prstGeom>
          <a:solidFill>
            <a:srgbClr val="FFFFFF"/>
          </a:solidFill>
          <a:ln w="6350">
            <a:solidFill>
              <a:srgbClr val="E2E2E2"/>
            </a:solidFill>
            <a:prstDash val="solid"/>
          </a:ln>
        </p:spPr>
      </p:sp>
      <p:sp>
        <p:nvSpPr>
          <p:cNvPr id="184" name="Text 176"/>
          <p:cNvSpPr txBox="1"/>
          <p:nvPr/>
        </p:nvSpPr>
        <p:spPr>
          <a:xfrm>
            <a:off x="3888760" y="3210053"/>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289586"/>
            <a:ext cx="256032" cy="79533"/>
          </a:xfrm>
          <a:prstGeom prst="rect">
            <a:avLst/>
          </a:prstGeom>
          <a:solidFill>
            <a:srgbClr val="F8F9FA"/>
          </a:solidFill>
          <a:ln w="6350">
            <a:solidFill>
              <a:srgbClr val="DDDDDD"/>
            </a:solidFill>
            <a:prstDash val="solid"/>
          </a:ln>
        </p:spPr>
      </p:sp>
      <p:sp>
        <p:nvSpPr>
          <p:cNvPr id="186" name="Text 178"/>
          <p:cNvSpPr txBox="1"/>
          <p:nvPr/>
        </p:nvSpPr>
        <p:spPr>
          <a:xfrm>
            <a:off x="587776" y="3289586"/>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289586"/>
            <a:ext cx="320040" cy="79533"/>
          </a:xfrm>
          <a:prstGeom prst="rect">
            <a:avLst/>
          </a:prstGeom>
          <a:solidFill>
            <a:srgbClr val="FFFFFF"/>
          </a:solidFill>
          <a:ln w="6350">
            <a:solidFill>
              <a:srgbClr val="E2E2E2"/>
            </a:solidFill>
            <a:prstDash val="solid"/>
          </a:ln>
        </p:spPr>
      </p:sp>
      <p:sp>
        <p:nvSpPr>
          <p:cNvPr id="188" name="Text 180"/>
          <p:cNvSpPr txBox="1"/>
          <p:nvPr/>
        </p:nvSpPr>
        <p:spPr>
          <a:xfrm>
            <a:off x="871240" y="3289586"/>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289586"/>
            <a:ext cx="868680" cy="79533"/>
          </a:xfrm>
          <a:prstGeom prst="rect">
            <a:avLst/>
          </a:prstGeom>
          <a:solidFill>
            <a:srgbClr val="FFFFFF"/>
          </a:solidFill>
          <a:ln w="6350">
            <a:solidFill>
              <a:srgbClr val="E2E2E2"/>
            </a:solidFill>
            <a:prstDash val="solid"/>
          </a:ln>
        </p:spPr>
      </p:sp>
      <p:sp>
        <p:nvSpPr>
          <p:cNvPr id="190" name="Text 182"/>
          <p:cNvSpPr txBox="1"/>
          <p:nvPr/>
        </p:nvSpPr>
        <p:spPr>
          <a:xfrm>
            <a:off x="1191280" y="3289586"/>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289586"/>
            <a:ext cx="640080" cy="79533"/>
          </a:xfrm>
          <a:prstGeom prst="rect">
            <a:avLst/>
          </a:prstGeom>
          <a:solidFill>
            <a:srgbClr val="FFFFFF"/>
          </a:solidFill>
          <a:ln w="6350">
            <a:solidFill>
              <a:srgbClr val="E2E2E2"/>
            </a:solidFill>
            <a:prstDash val="solid"/>
          </a:ln>
        </p:spPr>
      </p:sp>
      <p:sp>
        <p:nvSpPr>
          <p:cNvPr id="192" name="Text 184"/>
          <p:cNvSpPr txBox="1"/>
          <p:nvPr/>
        </p:nvSpPr>
        <p:spPr>
          <a:xfrm>
            <a:off x="205996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289586"/>
            <a:ext cx="640080" cy="79533"/>
          </a:xfrm>
          <a:prstGeom prst="rect">
            <a:avLst/>
          </a:prstGeom>
          <a:solidFill>
            <a:srgbClr val="FFFFFF"/>
          </a:solidFill>
          <a:ln w="6350">
            <a:solidFill>
              <a:srgbClr val="E2E2E2"/>
            </a:solidFill>
            <a:prstDash val="solid"/>
          </a:ln>
        </p:spPr>
      </p:sp>
      <p:sp>
        <p:nvSpPr>
          <p:cNvPr id="194" name="Text 186"/>
          <p:cNvSpPr txBox="1"/>
          <p:nvPr/>
        </p:nvSpPr>
        <p:spPr>
          <a:xfrm>
            <a:off x="270004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289586"/>
            <a:ext cx="548640" cy="79533"/>
          </a:xfrm>
          <a:prstGeom prst="rect">
            <a:avLst/>
          </a:prstGeom>
          <a:solidFill>
            <a:srgbClr val="FFFFFF"/>
          </a:solidFill>
          <a:ln w="6350">
            <a:solidFill>
              <a:srgbClr val="E2E2E2"/>
            </a:solidFill>
            <a:prstDash val="solid"/>
          </a:ln>
        </p:spPr>
      </p:sp>
      <p:sp>
        <p:nvSpPr>
          <p:cNvPr id="196" name="Text 188"/>
          <p:cNvSpPr txBox="1"/>
          <p:nvPr/>
        </p:nvSpPr>
        <p:spPr>
          <a:xfrm>
            <a:off x="3340120" y="3289586"/>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289586"/>
            <a:ext cx="731520" cy="79533"/>
          </a:xfrm>
          <a:prstGeom prst="rect">
            <a:avLst/>
          </a:prstGeom>
          <a:solidFill>
            <a:srgbClr val="FFFFFF"/>
          </a:solidFill>
          <a:ln w="6350">
            <a:solidFill>
              <a:srgbClr val="E2E2E2"/>
            </a:solidFill>
            <a:prstDash val="solid"/>
          </a:ln>
        </p:spPr>
      </p:sp>
      <p:sp>
        <p:nvSpPr>
          <p:cNvPr id="198" name="Text 190"/>
          <p:cNvSpPr txBox="1"/>
          <p:nvPr/>
        </p:nvSpPr>
        <p:spPr>
          <a:xfrm>
            <a:off x="3888760" y="3289586"/>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587776" y="3369119"/>
            <a:ext cx="256032" cy="79533"/>
          </a:xfrm>
          <a:prstGeom prst="rect">
            <a:avLst/>
          </a:prstGeom>
          <a:solidFill>
            <a:srgbClr val="F8F9FA"/>
          </a:solidFill>
          <a:ln w="6350">
            <a:solidFill>
              <a:srgbClr val="DDDDDD"/>
            </a:solidFill>
            <a:prstDash val="solid"/>
          </a:ln>
        </p:spPr>
      </p:sp>
      <p:sp>
        <p:nvSpPr>
          <p:cNvPr id="200" name="Text 192"/>
          <p:cNvSpPr txBox="1"/>
          <p:nvPr/>
        </p:nvSpPr>
        <p:spPr>
          <a:xfrm>
            <a:off x="587776" y="3369119"/>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10</a:t>
            </a:r>
            <a:endParaRPr lang="en-US" sz="650" dirty="0"/>
          </a:p>
        </p:txBody>
      </p:sp>
      <p:sp>
        <p:nvSpPr>
          <p:cNvPr id="201" name="Shape 193"/>
          <p:cNvSpPr/>
          <p:nvPr/>
        </p:nvSpPr>
        <p:spPr>
          <a:xfrm>
            <a:off x="843808" y="3369119"/>
            <a:ext cx="320040" cy="79533"/>
          </a:xfrm>
          <a:prstGeom prst="rect">
            <a:avLst/>
          </a:prstGeom>
          <a:solidFill>
            <a:srgbClr val="FFFFFF"/>
          </a:solidFill>
          <a:ln w="6350">
            <a:solidFill>
              <a:srgbClr val="E2E2E2"/>
            </a:solidFill>
            <a:prstDash val="solid"/>
          </a:ln>
        </p:spPr>
      </p:sp>
      <p:sp>
        <p:nvSpPr>
          <p:cNvPr id="202" name="Shape 194"/>
          <p:cNvSpPr/>
          <p:nvPr/>
        </p:nvSpPr>
        <p:spPr>
          <a:xfrm>
            <a:off x="1163848" y="3369119"/>
            <a:ext cx="868680" cy="79533"/>
          </a:xfrm>
          <a:prstGeom prst="rect">
            <a:avLst/>
          </a:prstGeom>
          <a:solidFill>
            <a:srgbClr val="FFFFFF"/>
          </a:solidFill>
          <a:ln w="6350">
            <a:solidFill>
              <a:srgbClr val="E2E2E2"/>
            </a:solidFill>
            <a:prstDash val="solid"/>
          </a:ln>
        </p:spPr>
      </p:sp>
      <p:sp>
        <p:nvSpPr>
          <p:cNvPr id="203" name="Shape 195"/>
          <p:cNvSpPr/>
          <p:nvPr/>
        </p:nvSpPr>
        <p:spPr>
          <a:xfrm>
            <a:off x="2032528" y="3369119"/>
            <a:ext cx="640080" cy="79533"/>
          </a:xfrm>
          <a:prstGeom prst="rect">
            <a:avLst/>
          </a:prstGeom>
          <a:solidFill>
            <a:srgbClr val="FFFFFF"/>
          </a:solidFill>
          <a:ln w="6350">
            <a:solidFill>
              <a:srgbClr val="E2E2E2"/>
            </a:solidFill>
            <a:prstDash val="solid"/>
          </a:ln>
        </p:spPr>
      </p:sp>
      <p:sp>
        <p:nvSpPr>
          <p:cNvPr id="204" name="Shape 196"/>
          <p:cNvSpPr/>
          <p:nvPr/>
        </p:nvSpPr>
        <p:spPr>
          <a:xfrm>
            <a:off x="2672608" y="3369119"/>
            <a:ext cx="640080" cy="79533"/>
          </a:xfrm>
          <a:prstGeom prst="rect">
            <a:avLst/>
          </a:prstGeom>
          <a:solidFill>
            <a:srgbClr val="FFFFFF"/>
          </a:solidFill>
          <a:ln w="6350">
            <a:solidFill>
              <a:srgbClr val="E2E2E2"/>
            </a:solidFill>
            <a:prstDash val="solid"/>
          </a:ln>
        </p:spPr>
      </p:sp>
      <p:sp>
        <p:nvSpPr>
          <p:cNvPr id="205" name="Shape 197"/>
          <p:cNvSpPr/>
          <p:nvPr/>
        </p:nvSpPr>
        <p:spPr>
          <a:xfrm>
            <a:off x="3312688" y="3369119"/>
            <a:ext cx="548640" cy="79533"/>
          </a:xfrm>
          <a:prstGeom prst="rect">
            <a:avLst/>
          </a:prstGeom>
          <a:solidFill>
            <a:srgbClr val="FFFFFF"/>
          </a:solidFill>
          <a:ln w="6350">
            <a:solidFill>
              <a:srgbClr val="E2E2E2"/>
            </a:solidFill>
            <a:prstDash val="solid"/>
          </a:ln>
        </p:spPr>
      </p:sp>
      <p:sp>
        <p:nvSpPr>
          <p:cNvPr id="206" name="Shape 198"/>
          <p:cNvSpPr/>
          <p:nvPr/>
        </p:nvSpPr>
        <p:spPr>
          <a:xfrm>
            <a:off x="3861328" y="3369119"/>
            <a:ext cx="731520" cy="79533"/>
          </a:xfrm>
          <a:prstGeom prst="rect">
            <a:avLst/>
          </a:prstGeom>
          <a:solidFill>
            <a:srgbClr val="FFFFFF"/>
          </a:solidFill>
          <a:ln w="6350">
            <a:solidFill>
              <a:srgbClr val="E2E2E2"/>
            </a:solidFill>
            <a:prstDash val="solid"/>
          </a:ln>
        </p:spPr>
      </p:sp>
      <p:sp>
        <p:nvSpPr>
          <p:cNvPr id="207" name="Shape 199"/>
          <p:cNvSpPr/>
          <p:nvPr/>
        </p:nvSpPr>
        <p:spPr>
          <a:xfrm>
            <a:off x="587776" y="3448652"/>
            <a:ext cx="256032" cy="79533"/>
          </a:xfrm>
          <a:prstGeom prst="rect">
            <a:avLst/>
          </a:prstGeom>
          <a:solidFill>
            <a:srgbClr val="F8F9FA"/>
          </a:solidFill>
          <a:ln w="6350">
            <a:solidFill>
              <a:srgbClr val="DDDDDD"/>
            </a:solidFill>
            <a:prstDash val="solid"/>
          </a:ln>
        </p:spPr>
      </p:sp>
      <p:sp>
        <p:nvSpPr>
          <p:cNvPr id="208" name="Text 200"/>
          <p:cNvSpPr txBox="1"/>
          <p:nvPr/>
        </p:nvSpPr>
        <p:spPr>
          <a:xfrm>
            <a:off x="587776" y="344865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11</a:t>
            </a:r>
            <a:endParaRPr lang="en-US" sz="650" dirty="0"/>
          </a:p>
        </p:txBody>
      </p:sp>
      <p:sp>
        <p:nvSpPr>
          <p:cNvPr id="209" name="Shape 201"/>
          <p:cNvSpPr/>
          <p:nvPr/>
        </p:nvSpPr>
        <p:spPr>
          <a:xfrm>
            <a:off x="843808" y="3448652"/>
            <a:ext cx="320040" cy="79533"/>
          </a:xfrm>
          <a:prstGeom prst="rect">
            <a:avLst/>
          </a:prstGeom>
          <a:solidFill>
            <a:srgbClr val="FFFFFF"/>
          </a:solidFill>
          <a:ln w="6350">
            <a:solidFill>
              <a:srgbClr val="E2E2E2"/>
            </a:solidFill>
            <a:prstDash val="solid"/>
          </a:ln>
        </p:spPr>
      </p:sp>
      <p:sp>
        <p:nvSpPr>
          <p:cNvPr id="210" name="Shape 202"/>
          <p:cNvSpPr/>
          <p:nvPr/>
        </p:nvSpPr>
        <p:spPr>
          <a:xfrm>
            <a:off x="1163848" y="3448652"/>
            <a:ext cx="868680" cy="79533"/>
          </a:xfrm>
          <a:prstGeom prst="rect">
            <a:avLst/>
          </a:prstGeom>
          <a:solidFill>
            <a:srgbClr val="FFFFFF"/>
          </a:solidFill>
          <a:ln w="6350">
            <a:solidFill>
              <a:srgbClr val="E2E2E2"/>
            </a:solidFill>
            <a:prstDash val="solid"/>
          </a:ln>
        </p:spPr>
      </p:sp>
      <p:sp>
        <p:nvSpPr>
          <p:cNvPr id="211" name="Text 203"/>
          <p:cNvSpPr txBox="1"/>
          <p:nvPr/>
        </p:nvSpPr>
        <p:spPr>
          <a:xfrm>
            <a:off x="1191280" y="3448652"/>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a:t>
            </a:r>
            <a:endParaRPr lang="en-US" sz="600" dirty="0"/>
          </a:p>
        </p:txBody>
      </p:sp>
      <p:sp>
        <p:nvSpPr>
          <p:cNvPr id="212" name="Shape 204"/>
          <p:cNvSpPr/>
          <p:nvPr/>
        </p:nvSpPr>
        <p:spPr>
          <a:xfrm>
            <a:off x="2032528" y="3448652"/>
            <a:ext cx="640080" cy="79533"/>
          </a:xfrm>
          <a:prstGeom prst="rect">
            <a:avLst/>
          </a:prstGeom>
          <a:solidFill>
            <a:srgbClr val="FFFFFF"/>
          </a:solidFill>
          <a:ln w="6350">
            <a:solidFill>
              <a:srgbClr val="E2E2E2"/>
            </a:solidFill>
            <a:prstDash val="solid"/>
          </a:ln>
        </p:spPr>
      </p:sp>
      <p:sp>
        <p:nvSpPr>
          <p:cNvPr id="213" name="Text 205"/>
          <p:cNvSpPr txBox="1"/>
          <p:nvPr/>
        </p:nvSpPr>
        <p:spPr>
          <a:xfrm>
            <a:off x="2059960" y="3448652"/>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663</a:t>
            </a:r>
            <a:endParaRPr lang="en-US" sz="600" dirty="0"/>
          </a:p>
        </p:txBody>
      </p:sp>
      <p:sp>
        <p:nvSpPr>
          <p:cNvPr id="214" name="Shape 206"/>
          <p:cNvSpPr/>
          <p:nvPr/>
        </p:nvSpPr>
        <p:spPr>
          <a:xfrm>
            <a:off x="2672608" y="3448652"/>
            <a:ext cx="640080" cy="79533"/>
          </a:xfrm>
          <a:prstGeom prst="rect">
            <a:avLst/>
          </a:prstGeom>
          <a:solidFill>
            <a:srgbClr val="FFFFFF"/>
          </a:solidFill>
          <a:ln w="6350">
            <a:solidFill>
              <a:srgbClr val="E2E2E2"/>
            </a:solidFill>
            <a:prstDash val="solid"/>
          </a:ln>
        </p:spPr>
      </p:sp>
      <p:sp>
        <p:nvSpPr>
          <p:cNvPr id="215" name="Shape 207"/>
          <p:cNvSpPr/>
          <p:nvPr/>
        </p:nvSpPr>
        <p:spPr>
          <a:xfrm>
            <a:off x="3312688" y="3448652"/>
            <a:ext cx="548640" cy="79533"/>
          </a:xfrm>
          <a:prstGeom prst="rect">
            <a:avLst/>
          </a:prstGeom>
          <a:solidFill>
            <a:srgbClr val="FFFFFF"/>
          </a:solidFill>
          <a:ln w="6350">
            <a:solidFill>
              <a:srgbClr val="E2E2E2"/>
            </a:solidFill>
            <a:prstDash val="solid"/>
          </a:ln>
        </p:spPr>
      </p:sp>
      <p:sp>
        <p:nvSpPr>
          <p:cNvPr id="216" name="Shape 208"/>
          <p:cNvSpPr/>
          <p:nvPr/>
        </p:nvSpPr>
        <p:spPr>
          <a:xfrm>
            <a:off x="3861328" y="3448652"/>
            <a:ext cx="731520" cy="79533"/>
          </a:xfrm>
          <a:prstGeom prst="rect">
            <a:avLst/>
          </a:prstGeom>
          <a:solidFill>
            <a:srgbClr val="FFFFFF"/>
          </a:solidFill>
          <a:ln w="6350">
            <a:solidFill>
              <a:srgbClr val="E2E2E2"/>
            </a:solidFill>
            <a:prstDash val="solid"/>
          </a:ln>
        </p:spPr>
      </p:sp>
      <p:sp>
        <p:nvSpPr>
          <p:cNvPr id="217" name="Shape 209"/>
          <p:cNvSpPr/>
          <p:nvPr/>
        </p:nvSpPr>
        <p:spPr>
          <a:xfrm>
            <a:off x="587776" y="3528185"/>
            <a:ext cx="256032" cy="79533"/>
          </a:xfrm>
          <a:prstGeom prst="rect">
            <a:avLst/>
          </a:prstGeom>
          <a:solidFill>
            <a:srgbClr val="F8F9FA"/>
          </a:solidFill>
          <a:ln w="6350">
            <a:solidFill>
              <a:srgbClr val="DDDDDD"/>
            </a:solidFill>
            <a:prstDash val="solid"/>
          </a:ln>
        </p:spPr>
      </p:sp>
      <p:sp>
        <p:nvSpPr>
          <p:cNvPr id="218" name="Text 210"/>
          <p:cNvSpPr txBox="1"/>
          <p:nvPr/>
        </p:nvSpPr>
        <p:spPr>
          <a:xfrm>
            <a:off x="587776" y="352818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12</a:t>
            </a:r>
            <a:endParaRPr lang="en-US" sz="650" dirty="0"/>
          </a:p>
        </p:txBody>
      </p:sp>
      <p:sp>
        <p:nvSpPr>
          <p:cNvPr id="219" name="Shape 211"/>
          <p:cNvSpPr/>
          <p:nvPr/>
        </p:nvSpPr>
        <p:spPr>
          <a:xfrm>
            <a:off x="843808" y="3528185"/>
            <a:ext cx="320040" cy="79533"/>
          </a:xfrm>
          <a:prstGeom prst="rect">
            <a:avLst/>
          </a:prstGeom>
          <a:solidFill>
            <a:srgbClr val="FFFFFF"/>
          </a:solidFill>
          <a:ln w="6350">
            <a:solidFill>
              <a:srgbClr val="E2E2E2"/>
            </a:solidFill>
            <a:prstDash val="solid"/>
          </a:ln>
        </p:spPr>
      </p:sp>
      <p:sp>
        <p:nvSpPr>
          <p:cNvPr id="220" name="Shape 212"/>
          <p:cNvSpPr/>
          <p:nvPr/>
        </p:nvSpPr>
        <p:spPr>
          <a:xfrm>
            <a:off x="1163848" y="3528185"/>
            <a:ext cx="868680" cy="79533"/>
          </a:xfrm>
          <a:prstGeom prst="rect">
            <a:avLst/>
          </a:prstGeom>
          <a:solidFill>
            <a:srgbClr val="FFFFFF"/>
          </a:solidFill>
          <a:ln w="6350">
            <a:solidFill>
              <a:srgbClr val="E2E2E2"/>
            </a:solidFill>
            <a:prstDash val="solid"/>
          </a:ln>
        </p:spPr>
      </p:sp>
      <p:sp>
        <p:nvSpPr>
          <p:cNvPr id="221" name="Text 213"/>
          <p:cNvSpPr txBox="1"/>
          <p:nvPr/>
        </p:nvSpPr>
        <p:spPr>
          <a:xfrm>
            <a:off x="1191280" y="352818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Tertinggi</a:t>
            </a:r>
            <a:endParaRPr lang="en-US" sz="600" dirty="0"/>
          </a:p>
        </p:txBody>
      </p:sp>
      <p:sp>
        <p:nvSpPr>
          <p:cNvPr id="222" name="Shape 214"/>
          <p:cNvSpPr/>
          <p:nvPr/>
        </p:nvSpPr>
        <p:spPr>
          <a:xfrm>
            <a:off x="2032528" y="3528185"/>
            <a:ext cx="640080" cy="79533"/>
          </a:xfrm>
          <a:prstGeom prst="rect">
            <a:avLst/>
          </a:prstGeom>
          <a:solidFill>
            <a:srgbClr val="FFFFFF"/>
          </a:solidFill>
          <a:ln w="6350">
            <a:solidFill>
              <a:srgbClr val="E2E2E2"/>
            </a:solidFill>
            <a:prstDash val="solid"/>
          </a:ln>
        </p:spPr>
      </p:sp>
      <p:sp>
        <p:nvSpPr>
          <p:cNvPr id="223" name="Text 215"/>
          <p:cNvSpPr txBox="1"/>
          <p:nvPr/>
        </p:nvSpPr>
        <p:spPr>
          <a:xfrm>
            <a:off x="2059960" y="352818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224" name="Shape 216"/>
          <p:cNvSpPr/>
          <p:nvPr/>
        </p:nvSpPr>
        <p:spPr>
          <a:xfrm>
            <a:off x="2672608" y="3528185"/>
            <a:ext cx="640080" cy="79533"/>
          </a:xfrm>
          <a:prstGeom prst="rect">
            <a:avLst/>
          </a:prstGeom>
          <a:solidFill>
            <a:srgbClr val="FFFFFF"/>
          </a:solidFill>
          <a:ln w="6350">
            <a:solidFill>
              <a:srgbClr val="E2E2E2"/>
            </a:solidFill>
            <a:prstDash val="solid"/>
          </a:ln>
        </p:spPr>
      </p:sp>
      <p:sp>
        <p:nvSpPr>
          <p:cNvPr id="225" name="Shape 217"/>
          <p:cNvSpPr/>
          <p:nvPr/>
        </p:nvSpPr>
        <p:spPr>
          <a:xfrm>
            <a:off x="3312688" y="3528185"/>
            <a:ext cx="548640" cy="79533"/>
          </a:xfrm>
          <a:prstGeom prst="rect">
            <a:avLst/>
          </a:prstGeom>
          <a:solidFill>
            <a:srgbClr val="FFFFFF"/>
          </a:solidFill>
          <a:ln w="6350">
            <a:solidFill>
              <a:srgbClr val="E2E2E2"/>
            </a:solidFill>
            <a:prstDash val="solid"/>
          </a:ln>
        </p:spPr>
      </p:sp>
      <p:sp>
        <p:nvSpPr>
          <p:cNvPr id="226" name="Shape 218"/>
          <p:cNvSpPr/>
          <p:nvPr/>
        </p:nvSpPr>
        <p:spPr>
          <a:xfrm>
            <a:off x="3861328" y="3528185"/>
            <a:ext cx="731520" cy="79533"/>
          </a:xfrm>
          <a:prstGeom prst="rect">
            <a:avLst/>
          </a:prstGeom>
          <a:solidFill>
            <a:srgbClr val="FFFFFF"/>
          </a:solidFill>
          <a:ln w="6350">
            <a:solidFill>
              <a:srgbClr val="E2E2E2"/>
            </a:solidFill>
            <a:prstDash val="solid"/>
          </a:ln>
        </p:spPr>
      </p:sp>
      <p:sp>
        <p:nvSpPr>
          <p:cNvPr id="227" name="Shape 219"/>
          <p:cNvSpPr/>
          <p:nvPr/>
        </p:nvSpPr>
        <p:spPr>
          <a:xfrm>
            <a:off x="587776" y="3607718"/>
            <a:ext cx="256032" cy="79533"/>
          </a:xfrm>
          <a:prstGeom prst="rect">
            <a:avLst/>
          </a:prstGeom>
          <a:solidFill>
            <a:srgbClr val="F8F9FA"/>
          </a:solidFill>
          <a:ln w="6350">
            <a:solidFill>
              <a:srgbClr val="DDDDDD"/>
            </a:solidFill>
            <a:prstDash val="solid"/>
          </a:ln>
        </p:spPr>
      </p:sp>
      <p:sp>
        <p:nvSpPr>
          <p:cNvPr id="228" name="Text 220"/>
          <p:cNvSpPr txBox="1"/>
          <p:nvPr/>
        </p:nvSpPr>
        <p:spPr>
          <a:xfrm>
            <a:off x="587776" y="360771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13</a:t>
            </a:r>
            <a:endParaRPr lang="en-US" sz="650" dirty="0"/>
          </a:p>
        </p:txBody>
      </p:sp>
      <p:sp>
        <p:nvSpPr>
          <p:cNvPr id="229" name="Shape 221"/>
          <p:cNvSpPr/>
          <p:nvPr/>
        </p:nvSpPr>
        <p:spPr>
          <a:xfrm>
            <a:off x="843808" y="3607718"/>
            <a:ext cx="320040" cy="79533"/>
          </a:xfrm>
          <a:prstGeom prst="rect">
            <a:avLst/>
          </a:prstGeom>
          <a:solidFill>
            <a:srgbClr val="FFFFFF"/>
          </a:solidFill>
          <a:ln w="6350">
            <a:solidFill>
              <a:srgbClr val="E2E2E2"/>
            </a:solidFill>
            <a:prstDash val="solid"/>
          </a:ln>
        </p:spPr>
      </p:sp>
      <p:sp>
        <p:nvSpPr>
          <p:cNvPr id="230" name="Shape 222"/>
          <p:cNvSpPr/>
          <p:nvPr/>
        </p:nvSpPr>
        <p:spPr>
          <a:xfrm>
            <a:off x="1163848" y="3607718"/>
            <a:ext cx="868680" cy="79533"/>
          </a:xfrm>
          <a:prstGeom prst="rect">
            <a:avLst/>
          </a:prstGeom>
          <a:solidFill>
            <a:srgbClr val="FFFFFF"/>
          </a:solidFill>
          <a:ln w="6350">
            <a:solidFill>
              <a:srgbClr val="E2E2E2"/>
            </a:solidFill>
            <a:prstDash val="solid"/>
          </a:ln>
        </p:spPr>
      </p:sp>
      <p:sp>
        <p:nvSpPr>
          <p:cNvPr id="231" name="Text 223"/>
          <p:cNvSpPr txBox="1"/>
          <p:nvPr/>
        </p:nvSpPr>
        <p:spPr>
          <a:xfrm>
            <a:off x="1191280" y="360771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Terendah</a:t>
            </a:r>
            <a:endParaRPr lang="en-US" sz="600" dirty="0"/>
          </a:p>
        </p:txBody>
      </p:sp>
      <p:sp>
        <p:nvSpPr>
          <p:cNvPr id="232" name="Shape 224"/>
          <p:cNvSpPr/>
          <p:nvPr/>
        </p:nvSpPr>
        <p:spPr>
          <a:xfrm>
            <a:off x="2032528" y="3607718"/>
            <a:ext cx="640080" cy="79533"/>
          </a:xfrm>
          <a:prstGeom prst="rect">
            <a:avLst/>
          </a:prstGeom>
          <a:solidFill>
            <a:srgbClr val="FFFFFF"/>
          </a:solidFill>
          <a:ln w="6350">
            <a:solidFill>
              <a:srgbClr val="E2E2E2"/>
            </a:solidFill>
            <a:prstDash val="solid"/>
          </a:ln>
        </p:spPr>
      </p:sp>
      <p:sp>
        <p:nvSpPr>
          <p:cNvPr id="233" name="Text 225"/>
          <p:cNvSpPr txBox="1"/>
          <p:nvPr/>
        </p:nvSpPr>
        <p:spPr>
          <a:xfrm>
            <a:off x="2059960" y="360771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234" name="Shape 226"/>
          <p:cNvSpPr/>
          <p:nvPr/>
        </p:nvSpPr>
        <p:spPr>
          <a:xfrm>
            <a:off x="2672608" y="3607718"/>
            <a:ext cx="640080" cy="79533"/>
          </a:xfrm>
          <a:prstGeom prst="rect">
            <a:avLst/>
          </a:prstGeom>
          <a:solidFill>
            <a:srgbClr val="FFFFFF"/>
          </a:solidFill>
          <a:ln w="6350">
            <a:solidFill>
              <a:srgbClr val="E2E2E2"/>
            </a:solidFill>
            <a:prstDash val="solid"/>
          </a:ln>
        </p:spPr>
      </p:sp>
      <p:sp>
        <p:nvSpPr>
          <p:cNvPr id="235" name="Shape 227"/>
          <p:cNvSpPr/>
          <p:nvPr/>
        </p:nvSpPr>
        <p:spPr>
          <a:xfrm>
            <a:off x="3312688" y="3607718"/>
            <a:ext cx="548640" cy="79533"/>
          </a:xfrm>
          <a:prstGeom prst="rect">
            <a:avLst/>
          </a:prstGeom>
          <a:solidFill>
            <a:srgbClr val="FFFFFF"/>
          </a:solidFill>
          <a:ln w="6350">
            <a:solidFill>
              <a:srgbClr val="E2E2E2"/>
            </a:solidFill>
            <a:prstDash val="solid"/>
          </a:ln>
        </p:spPr>
      </p:sp>
      <p:sp>
        <p:nvSpPr>
          <p:cNvPr id="236" name="Shape 228"/>
          <p:cNvSpPr/>
          <p:nvPr/>
        </p:nvSpPr>
        <p:spPr>
          <a:xfrm>
            <a:off x="3861328" y="3607718"/>
            <a:ext cx="731520" cy="79533"/>
          </a:xfrm>
          <a:prstGeom prst="rect">
            <a:avLst/>
          </a:prstGeom>
          <a:solidFill>
            <a:srgbClr val="FFFFFF"/>
          </a:solidFill>
          <a:ln w="6350">
            <a:solidFill>
              <a:srgbClr val="E2E2E2"/>
            </a:solidFill>
            <a:prstDash val="solid"/>
          </a:ln>
        </p:spPr>
      </p:sp>
      <p:sp>
        <p:nvSpPr>
          <p:cNvPr id="237" name="Shape 229"/>
          <p:cNvSpPr/>
          <p:nvPr/>
        </p:nvSpPr>
        <p:spPr>
          <a:xfrm>
            <a:off x="587776" y="3687251"/>
            <a:ext cx="256032" cy="79533"/>
          </a:xfrm>
          <a:prstGeom prst="rect">
            <a:avLst/>
          </a:prstGeom>
          <a:solidFill>
            <a:srgbClr val="F8F9FA"/>
          </a:solidFill>
          <a:ln w="6350">
            <a:solidFill>
              <a:srgbClr val="DDDDDD"/>
            </a:solidFill>
            <a:prstDash val="solid"/>
          </a:ln>
        </p:spPr>
      </p:sp>
      <p:sp>
        <p:nvSpPr>
          <p:cNvPr id="238" name="Text 230"/>
          <p:cNvSpPr txBox="1"/>
          <p:nvPr/>
        </p:nvSpPr>
        <p:spPr>
          <a:xfrm>
            <a:off x="587776" y="368725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14</a:t>
            </a:r>
            <a:endParaRPr lang="en-US" sz="650" dirty="0"/>
          </a:p>
        </p:txBody>
      </p:sp>
      <p:sp>
        <p:nvSpPr>
          <p:cNvPr id="239" name="Shape 231"/>
          <p:cNvSpPr/>
          <p:nvPr/>
        </p:nvSpPr>
        <p:spPr>
          <a:xfrm>
            <a:off x="843808" y="3687251"/>
            <a:ext cx="320040" cy="79533"/>
          </a:xfrm>
          <a:prstGeom prst="rect">
            <a:avLst/>
          </a:prstGeom>
          <a:solidFill>
            <a:srgbClr val="FFFFFF"/>
          </a:solidFill>
          <a:ln w="6350">
            <a:solidFill>
              <a:srgbClr val="E2E2E2"/>
            </a:solidFill>
            <a:prstDash val="solid"/>
          </a:ln>
        </p:spPr>
      </p:sp>
      <p:sp>
        <p:nvSpPr>
          <p:cNvPr id="240" name="Shape 232"/>
          <p:cNvSpPr/>
          <p:nvPr/>
        </p:nvSpPr>
        <p:spPr>
          <a:xfrm>
            <a:off x="1163848" y="3687251"/>
            <a:ext cx="868680" cy="79533"/>
          </a:xfrm>
          <a:prstGeom prst="rect">
            <a:avLst/>
          </a:prstGeom>
          <a:solidFill>
            <a:srgbClr val="FFFFFF"/>
          </a:solidFill>
          <a:ln w="6350">
            <a:solidFill>
              <a:srgbClr val="E2E2E2"/>
            </a:solidFill>
            <a:prstDash val="solid"/>
          </a:ln>
        </p:spPr>
      </p:sp>
      <p:sp>
        <p:nvSpPr>
          <p:cNvPr id="241" name="Text 233"/>
          <p:cNvSpPr txBox="1"/>
          <p:nvPr/>
        </p:nvSpPr>
        <p:spPr>
          <a:xfrm>
            <a:off x="1191280" y="368725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Banyak data</a:t>
            </a:r>
            <a:endParaRPr lang="en-US" sz="600" dirty="0"/>
          </a:p>
        </p:txBody>
      </p:sp>
      <p:sp>
        <p:nvSpPr>
          <p:cNvPr id="242" name="Shape 234"/>
          <p:cNvSpPr/>
          <p:nvPr/>
        </p:nvSpPr>
        <p:spPr>
          <a:xfrm>
            <a:off x="2032528" y="3687251"/>
            <a:ext cx="640080" cy="79533"/>
          </a:xfrm>
          <a:prstGeom prst="rect">
            <a:avLst/>
          </a:prstGeom>
          <a:solidFill>
            <a:srgbClr val="FFFFFF"/>
          </a:solidFill>
          <a:ln w="6350">
            <a:solidFill>
              <a:srgbClr val="E2E2E2"/>
            </a:solidFill>
            <a:prstDash val="solid"/>
          </a:ln>
        </p:spPr>
      </p:sp>
      <p:sp>
        <p:nvSpPr>
          <p:cNvPr id="243" name="Text 235"/>
          <p:cNvSpPr txBox="1"/>
          <p:nvPr/>
        </p:nvSpPr>
        <p:spPr>
          <a:xfrm>
            <a:off x="2059960" y="368725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244" name="Shape 236"/>
          <p:cNvSpPr/>
          <p:nvPr/>
        </p:nvSpPr>
        <p:spPr>
          <a:xfrm>
            <a:off x="2672608" y="3687251"/>
            <a:ext cx="640080" cy="79533"/>
          </a:xfrm>
          <a:prstGeom prst="rect">
            <a:avLst/>
          </a:prstGeom>
          <a:solidFill>
            <a:srgbClr val="FFFFFF"/>
          </a:solidFill>
          <a:ln w="6350">
            <a:solidFill>
              <a:srgbClr val="E2E2E2"/>
            </a:solidFill>
            <a:prstDash val="solid"/>
          </a:ln>
        </p:spPr>
      </p:sp>
      <p:sp>
        <p:nvSpPr>
          <p:cNvPr id="245" name="Shape 237"/>
          <p:cNvSpPr/>
          <p:nvPr/>
        </p:nvSpPr>
        <p:spPr>
          <a:xfrm>
            <a:off x="3312688" y="3687251"/>
            <a:ext cx="548640" cy="79533"/>
          </a:xfrm>
          <a:prstGeom prst="rect">
            <a:avLst/>
          </a:prstGeom>
          <a:solidFill>
            <a:srgbClr val="FFFFFF"/>
          </a:solidFill>
          <a:ln w="6350">
            <a:solidFill>
              <a:srgbClr val="E2E2E2"/>
            </a:solidFill>
            <a:prstDash val="solid"/>
          </a:ln>
        </p:spPr>
      </p:sp>
      <p:sp>
        <p:nvSpPr>
          <p:cNvPr id="246" name="Shape 238"/>
          <p:cNvSpPr/>
          <p:nvPr/>
        </p:nvSpPr>
        <p:spPr>
          <a:xfrm>
            <a:off x="3861328" y="3687251"/>
            <a:ext cx="731520" cy="79533"/>
          </a:xfrm>
          <a:prstGeom prst="rect">
            <a:avLst/>
          </a:prstGeom>
          <a:solidFill>
            <a:srgbClr val="FFFFFF"/>
          </a:solidFill>
          <a:ln w="6350">
            <a:solidFill>
              <a:srgbClr val="E2E2E2"/>
            </a:solidFill>
            <a:prstDash val="solid"/>
          </a:ln>
        </p:spPr>
      </p:sp>
      <p:sp>
        <p:nvSpPr>
          <p:cNvPr id="247" name="Shape 239"/>
          <p:cNvSpPr/>
          <p:nvPr/>
        </p:nvSpPr>
        <p:spPr>
          <a:xfrm>
            <a:off x="2032528" y="3448652"/>
            <a:ext cx="640080" cy="318132"/>
          </a:xfrm>
          <a:prstGeom prst="rect">
            <a:avLst/>
          </a:prstGeom>
          <a:solidFill>
            <a:srgbClr val="1A73E8">
              <a:alpha val="12000"/>
            </a:srgbClr>
          </a:solidFill>
          <a:ln w="19050">
            <a:solidFill>
              <a:srgbClr val="1A73E8"/>
            </a:solidFill>
            <a:prstDash val="solid"/>
          </a:ln>
        </p:spPr>
      </p:sp>
      <p:sp>
        <p:nvSpPr>
          <p:cNvPr id="248" name="Shape 240"/>
          <p:cNvSpPr/>
          <p:nvPr/>
        </p:nvSpPr>
        <p:spPr>
          <a:xfrm>
            <a:off x="587776" y="3794216"/>
            <a:ext cx="4950927" cy="201168"/>
          </a:xfrm>
          <a:prstGeom prst="rect">
            <a:avLst/>
          </a:prstGeom>
          <a:solidFill>
            <a:srgbClr val="F8F9FA"/>
          </a:solidFill>
          <a:ln w="12700">
            <a:solidFill>
              <a:srgbClr val="F8F9FA"/>
            </a:solidFill>
            <a:prstDash val="solid"/>
          </a:ln>
        </p:spPr>
      </p:sp>
      <p:sp>
        <p:nvSpPr>
          <p:cNvPr id="249" name="Text 241"/>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50" name="Shape 242"/>
          <p:cNvSpPr/>
          <p:nvPr/>
        </p:nvSpPr>
        <p:spPr>
          <a:xfrm>
            <a:off x="1136416" y="3794216"/>
            <a:ext cx="731520" cy="201168"/>
          </a:xfrm>
          <a:prstGeom prst="rect">
            <a:avLst/>
          </a:prstGeom>
          <a:solidFill>
            <a:srgbClr val="E1EFFE"/>
          </a:solidFill>
          <a:ln w="12700">
            <a:solidFill>
              <a:srgbClr val="E1EFFE"/>
            </a:solidFill>
            <a:prstDash val="solid"/>
          </a:ln>
        </p:spPr>
      </p:sp>
      <p:sp>
        <p:nvSpPr>
          <p:cNvPr id="251" name="Text 243"/>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52" name="Shape 244"/>
          <p:cNvSpPr/>
          <p:nvPr/>
        </p:nvSpPr>
        <p:spPr>
          <a:xfrm>
            <a:off x="2014240" y="3430364"/>
            <a:ext cx="676656" cy="354708"/>
          </a:xfrm>
          <a:prstGeom prst="roundRect">
            <a:avLst>
              <a:gd name="adj" fmla="val 12889"/>
            </a:avLst>
          </a:prstGeom>
          <a:solidFill>
            <a:srgbClr val="FFFFFF">
              <a:alpha val="0"/>
            </a:srgbClr>
          </a:solidFill>
          <a:ln w="31750">
            <a:solidFill>
              <a:srgbClr val="E53935"/>
            </a:solidFill>
            <a:prstDash val="solid"/>
          </a:ln>
        </p:spPr>
      </p:sp>
      <p:sp>
        <p:nvSpPr>
          <p:cNvPr id="253" name="Shape 245"/>
          <p:cNvSpPr/>
          <p:nvPr/>
        </p:nvSpPr>
        <p:spPr>
          <a:xfrm>
            <a:off x="2553736" y="3293204"/>
            <a:ext cx="274320" cy="274320"/>
          </a:xfrm>
          <a:prstGeom prst="ellipse">
            <a:avLst/>
          </a:prstGeom>
          <a:solidFill>
            <a:srgbClr val="E53935"/>
          </a:solidFill>
          <a:ln w="12700">
            <a:solidFill>
              <a:srgbClr val="FFFFFF"/>
            </a:solidFill>
            <a:prstDash val="solid"/>
          </a:ln>
        </p:spPr>
      </p:sp>
      <p:sp>
        <p:nvSpPr>
          <p:cNvPr id="254" name="Text 246"/>
          <p:cNvSpPr txBox="1"/>
          <p:nvPr/>
        </p:nvSpPr>
        <p:spPr>
          <a:xfrm>
            <a:off x="2553736" y="32932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55" name="Image 6" descr="preencoded.png">    </p:cNvPr>
          <p:cNvPicPr>
            <a:picLocks noChangeAspect="1"/>
          </p:cNvPicPr>
          <p:nvPr/>
        </p:nvPicPr>
        <p:blipFill>
          <a:blip r:embed="rId7"/>
          <a:stretch>
            <a:fillRect/>
          </a:stretch>
        </p:blipFill>
        <p:spPr>
          <a:xfrm>
            <a:off x="2384572" y="3623625"/>
            <a:ext cx="237744" cy="237744"/>
          </a:xfrm>
          <a:prstGeom prst="rect">
            <a:avLst/>
          </a:prstGeom>
        </p:spPr>
      </p:pic>
      <p:sp>
        <p:nvSpPr>
          <p:cNvPr id="256" name="Shape 247"/>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57" name="Shape 248"/>
          <p:cNvSpPr/>
          <p:nvPr/>
        </p:nvSpPr>
        <p:spPr>
          <a:xfrm>
            <a:off x="5310104" y="2198885"/>
            <a:ext cx="274320" cy="274320"/>
          </a:xfrm>
          <a:prstGeom prst="ellipse">
            <a:avLst/>
          </a:prstGeom>
          <a:solidFill>
            <a:srgbClr val="E53935"/>
          </a:solidFill>
          <a:ln w="12700">
            <a:solidFill>
              <a:srgbClr val="FFFFFF"/>
            </a:solidFill>
            <a:prstDash val="solid"/>
          </a:ln>
        </p:spPr>
      </p:sp>
      <p:sp>
        <p:nvSpPr>
          <p:cNvPr id="258" name="Text 249"/>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59" name="Image 7" descr="preencoded.png">    </p:cNvPr>
          <p:cNvPicPr>
            <a:picLocks noChangeAspect="1"/>
          </p:cNvPicPr>
          <p:nvPr/>
        </p:nvPicPr>
        <p:blipFill>
          <a:blip r:embed="rId8"/>
          <a:stretch>
            <a:fillRect/>
          </a:stretch>
        </p:blipFill>
        <p:spPr>
          <a:xfrm>
            <a:off x="3571390" y="2464976"/>
            <a:ext cx="237744" cy="237744"/>
          </a:xfrm>
          <a:prstGeom prst="rect">
            <a:avLst/>
          </a:prstGeom>
        </p:spPr>
      </p:pic>
      <p:sp>
        <p:nvSpPr>
          <p:cNvPr id="260" name="Text 2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61" name="Text 2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rumus SUM, MAX, MIN, COUNT di kolom C</a:t>
            </a:r>
            <a:endParaRPr lang="en-US" sz="1800" dirty="0"/>
          </a:p>
        </p:txBody>
      </p:sp>
      <p:sp>
        <p:nvSpPr>
          <p:cNvPr id="262" name="Text 2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C11: =SUM(C2:C9) · C12: =MAX(C2:C9) · C13: =MIN(C2:C9) · C14: =COUNT(C2:C9)</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Rumus Lain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E11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=SUM(E2:E9)</a:t>
            </a:r>
            <a:endParaRPr lang="en-US" sz="800" dirty="0"/>
          </a:p>
        </p:txBody>
      </p:sp>
      <p:sp>
        <p:nvSpPr>
          <p:cNvPr id="60" name="Shape 52"/>
          <p:cNvSpPr/>
          <p:nvPr/>
        </p:nvSpPr>
        <p:spPr>
          <a:xfrm>
            <a:off x="587776" y="2573789"/>
            <a:ext cx="4950927" cy="79533"/>
          </a:xfrm>
          <a:prstGeom prst="rect">
            <a:avLst/>
          </a:prstGeom>
          <a:solidFill>
            <a:srgbClr val="F8F9FA"/>
          </a:solidFill>
          <a:ln w="12700">
            <a:solidFill>
              <a:srgbClr val="F8F9FA"/>
            </a:solidFill>
            <a:prstDash val="solid"/>
          </a:ln>
        </p:spPr>
      </p:sp>
      <p:sp>
        <p:nvSpPr>
          <p:cNvPr id="61" name="Shape 53"/>
          <p:cNvSpPr/>
          <p:nvPr/>
        </p:nvSpPr>
        <p:spPr>
          <a:xfrm>
            <a:off x="843808" y="2573789"/>
            <a:ext cx="320040" cy="79533"/>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79533"/>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79533"/>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79533"/>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79533"/>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79533"/>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53322"/>
            <a:ext cx="256032" cy="79533"/>
          </a:xfrm>
          <a:prstGeom prst="rect">
            <a:avLst/>
          </a:prstGeom>
          <a:solidFill>
            <a:srgbClr val="F8F9FA"/>
          </a:solidFill>
          <a:ln w="6350">
            <a:solidFill>
              <a:srgbClr val="DDDDDD"/>
            </a:solidFill>
            <a:prstDash val="solid"/>
          </a:ln>
        </p:spPr>
      </p:sp>
      <p:sp>
        <p:nvSpPr>
          <p:cNvPr id="74" name="Text 66"/>
          <p:cNvSpPr txBox="1"/>
          <p:nvPr/>
        </p:nvSpPr>
        <p:spPr>
          <a:xfrm>
            <a:off x="587776" y="265332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53322"/>
            <a:ext cx="320040" cy="79533"/>
          </a:xfrm>
          <a:prstGeom prst="rect">
            <a:avLst/>
          </a:prstGeom>
          <a:solidFill>
            <a:srgbClr val="0F4C3A"/>
          </a:solidFill>
          <a:ln w="6350">
            <a:solidFill>
              <a:srgbClr val="E2E2E2"/>
            </a:solidFill>
            <a:prstDash val="solid"/>
          </a:ln>
        </p:spPr>
      </p:sp>
      <p:sp>
        <p:nvSpPr>
          <p:cNvPr id="76" name="Text 68"/>
          <p:cNvSpPr txBox="1"/>
          <p:nvPr/>
        </p:nvSpPr>
        <p:spPr>
          <a:xfrm>
            <a:off x="871240" y="2653322"/>
            <a:ext cx="2651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53322"/>
            <a:ext cx="868680" cy="79533"/>
          </a:xfrm>
          <a:prstGeom prst="rect">
            <a:avLst/>
          </a:prstGeom>
          <a:solidFill>
            <a:srgbClr val="0F4C3A"/>
          </a:solidFill>
          <a:ln w="6350">
            <a:solidFill>
              <a:srgbClr val="E2E2E2"/>
            </a:solidFill>
            <a:prstDash val="solid"/>
          </a:ln>
        </p:spPr>
      </p:sp>
      <p:sp>
        <p:nvSpPr>
          <p:cNvPr id="78" name="Text 70"/>
          <p:cNvSpPr txBox="1"/>
          <p:nvPr/>
        </p:nvSpPr>
        <p:spPr>
          <a:xfrm>
            <a:off x="1191280" y="2653322"/>
            <a:ext cx="8138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53322"/>
            <a:ext cx="640080" cy="79533"/>
          </a:xfrm>
          <a:prstGeom prst="rect">
            <a:avLst/>
          </a:prstGeom>
          <a:solidFill>
            <a:srgbClr val="0F4C3A"/>
          </a:solidFill>
          <a:ln w="6350">
            <a:solidFill>
              <a:srgbClr val="E2E2E2"/>
            </a:solidFill>
            <a:prstDash val="solid"/>
          </a:ln>
        </p:spPr>
      </p:sp>
      <p:sp>
        <p:nvSpPr>
          <p:cNvPr id="80" name="Text 72"/>
          <p:cNvSpPr txBox="1"/>
          <p:nvPr/>
        </p:nvSpPr>
        <p:spPr>
          <a:xfrm>
            <a:off x="205996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53322"/>
            <a:ext cx="640080" cy="79533"/>
          </a:xfrm>
          <a:prstGeom prst="rect">
            <a:avLst/>
          </a:prstGeom>
          <a:solidFill>
            <a:srgbClr val="0F4C3A"/>
          </a:solidFill>
          <a:ln w="6350">
            <a:solidFill>
              <a:srgbClr val="E2E2E2"/>
            </a:solidFill>
            <a:prstDash val="solid"/>
          </a:ln>
        </p:spPr>
      </p:sp>
      <p:sp>
        <p:nvSpPr>
          <p:cNvPr id="82" name="Text 74"/>
          <p:cNvSpPr txBox="1"/>
          <p:nvPr/>
        </p:nvSpPr>
        <p:spPr>
          <a:xfrm>
            <a:off x="270004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53322"/>
            <a:ext cx="548640" cy="79533"/>
          </a:xfrm>
          <a:prstGeom prst="rect">
            <a:avLst/>
          </a:prstGeom>
          <a:solidFill>
            <a:srgbClr val="0F4C3A"/>
          </a:solidFill>
          <a:ln w="6350">
            <a:solidFill>
              <a:srgbClr val="E2E2E2"/>
            </a:solidFill>
            <a:prstDash val="solid"/>
          </a:ln>
        </p:spPr>
      </p:sp>
      <p:sp>
        <p:nvSpPr>
          <p:cNvPr id="84" name="Text 76"/>
          <p:cNvSpPr txBox="1"/>
          <p:nvPr/>
        </p:nvSpPr>
        <p:spPr>
          <a:xfrm>
            <a:off x="3340120" y="2653322"/>
            <a:ext cx="4937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53322"/>
            <a:ext cx="731520" cy="79533"/>
          </a:xfrm>
          <a:prstGeom prst="rect">
            <a:avLst/>
          </a:prstGeom>
          <a:solidFill>
            <a:srgbClr val="0F4C3A"/>
          </a:solidFill>
          <a:ln w="6350">
            <a:solidFill>
              <a:srgbClr val="E2E2E2"/>
            </a:solidFill>
            <a:prstDash val="solid"/>
          </a:ln>
        </p:spPr>
      </p:sp>
      <p:sp>
        <p:nvSpPr>
          <p:cNvPr id="86" name="Text 78"/>
          <p:cNvSpPr txBox="1"/>
          <p:nvPr/>
        </p:nvSpPr>
        <p:spPr>
          <a:xfrm>
            <a:off x="3888760" y="2653322"/>
            <a:ext cx="67665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732855"/>
            <a:ext cx="256032" cy="79533"/>
          </a:xfrm>
          <a:prstGeom prst="rect">
            <a:avLst/>
          </a:prstGeom>
          <a:solidFill>
            <a:srgbClr val="F8F9FA"/>
          </a:solidFill>
          <a:ln w="6350">
            <a:solidFill>
              <a:srgbClr val="DDDDDD"/>
            </a:solidFill>
            <a:prstDash val="solid"/>
          </a:ln>
        </p:spPr>
      </p:sp>
      <p:sp>
        <p:nvSpPr>
          <p:cNvPr id="88" name="Text 80"/>
          <p:cNvSpPr txBox="1"/>
          <p:nvPr/>
        </p:nvSpPr>
        <p:spPr>
          <a:xfrm>
            <a:off x="587776" y="273285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732855"/>
            <a:ext cx="320040" cy="79533"/>
          </a:xfrm>
          <a:prstGeom prst="rect">
            <a:avLst/>
          </a:prstGeom>
          <a:solidFill>
            <a:srgbClr val="FFFFFF"/>
          </a:solidFill>
          <a:ln w="6350">
            <a:solidFill>
              <a:srgbClr val="E2E2E2"/>
            </a:solidFill>
            <a:prstDash val="solid"/>
          </a:ln>
        </p:spPr>
      </p:sp>
      <p:sp>
        <p:nvSpPr>
          <p:cNvPr id="90" name="Text 82"/>
          <p:cNvSpPr txBox="1"/>
          <p:nvPr/>
        </p:nvSpPr>
        <p:spPr>
          <a:xfrm>
            <a:off x="871240" y="2732855"/>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732855"/>
            <a:ext cx="868680" cy="79533"/>
          </a:xfrm>
          <a:prstGeom prst="rect">
            <a:avLst/>
          </a:prstGeom>
          <a:solidFill>
            <a:srgbClr val="FFFFFF"/>
          </a:solidFill>
          <a:ln w="6350">
            <a:solidFill>
              <a:srgbClr val="E2E2E2"/>
            </a:solidFill>
            <a:prstDash val="solid"/>
          </a:ln>
        </p:spPr>
      </p:sp>
      <p:sp>
        <p:nvSpPr>
          <p:cNvPr id="92" name="Text 84"/>
          <p:cNvSpPr txBox="1"/>
          <p:nvPr/>
        </p:nvSpPr>
        <p:spPr>
          <a:xfrm>
            <a:off x="1191280" y="273285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732855"/>
            <a:ext cx="640080" cy="79533"/>
          </a:xfrm>
          <a:prstGeom prst="rect">
            <a:avLst/>
          </a:prstGeom>
          <a:solidFill>
            <a:srgbClr val="FFFFFF"/>
          </a:solidFill>
          <a:ln w="6350">
            <a:solidFill>
              <a:srgbClr val="E2E2E2"/>
            </a:solidFill>
            <a:prstDash val="solid"/>
          </a:ln>
        </p:spPr>
      </p:sp>
      <p:sp>
        <p:nvSpPr>
          <p:cNvPr id="94" name="Text 86"/>
          <p:cNvSpPr txBox="1"/>
          <p:nvPr/>
        </p:nvSpPr>
        <p:spPr>
          <a:xfrm>
            <a:off x="205996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732855"/>
            <a:ext cx="640080" cy="79533"/>
          </a:xfrm>
          <a:prstGeom prst="rect">
            <a:avLst/>
          </a:prstGeom>
          <a:solidFill>
            <a:srgbClr val="FFFFFF"/>
          </a:solidFill>
          <a:ln w="6350">
            <a:solidFill>
              <a:srgbClr val="E2E2E2"/>
            </a:solidFill>
            <a:prstDash val="solid"/>
          </a:ln>
        </p:spPr>
      </p:sp>
      <p:sp>
        <p:nvSpPr>
          <p:cNvPr id="96" name="Text 88"/>
          <p:cNvSpPr txBox="1"/>
          <p:nvPr/>
        </p:nvSpPr>
        <p:spPr>
          <a:xfrm>
            <a:off x="270004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732855"/>
            <a:ext cx="548640" cy="79533"/>
          </a:xfrm>
          <a:prstGeom prst="rect">
            <a:avLst/>
          </a:prstGeom>
          <a:solidFill>
            <a:srgbClr val="FFFFFF"/>
          </a:solidFill>
          <a:ln w="6350">
            <a:solidFill>
              <a:srgbClr val="E2E2E2"/>
            </a:solidFill>
            <a:prstDash val="solid"/>
          </a:ln>
        </p:spPr>
      </p:sp>
      <p:sp>
        <p:nvSpPr>
          <p:cNvPr id="98" name="Text 90"/>
          <p:cNvSpPr txBox="1"/>
          <p:nvPr/>
        </p:nvSpPr>
        <p:spPr>
          <a:xfrm>
            <a:off x="3340120" y="2732855"/>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732855"/>
            <a:ext cx="731520" cy="79533"/>
          </a:xfrm>
          <a:prstGeom prst="rect">
            <a:avLst/>
          </a:prstGeom>
          <a:solidFill>
            <a:srgbClr val="FFFFFF"/>
          </a:solidFill>
          <a:ln w="6350">
            <a:solidFill>
              <a:srgbClr val="E2E2E2"/>
            </a:solidFill>
            <a:prstDash val="solid"/>
          </a:ln>
        </p:spPr>
      </p:sp>
      <p:sp>
        <p:nvSpPr>
          <p:cNvPr id="100" name="Text 92"/>
          <p:cNvSpPr txBox="1"/>
          <p:nvPr/>
        </p:nvSpPr>
        <p:spPr>
          <a:xfrm>
            <a:off x="3888760" y="2732855"/>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812388"/>
            <a:ext cx="256032" cy="79533"/>
          </a:xfrm>
          <a:prstGeom prst="rect">
            <a:avLst/>
          </a:prstGeom>
          <a:solidFill>
            <a:srgbClr val="F8F9FA"/>
          </a:solidFill>
          <a:ln w="6350">
            <a:solidFill>
              <a:srgbClr val="DDDDDD"/>
            </a:solidFill>
            <a:prstDash val="solid"/>
          </a:ln>
        </p:spPr>
      </p:sp>
      <p:sp>
        <p:nvSpPr>
          <p:cNvPr id="102" name="Text 94"/>
          <p:cNvSpPr txBox="1"/>
          <p:nvPr/>
        </p:nvSpPr>
        <p:spPr>
          <a:xfrm>
            <a:off x="587776" y="281238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812388"/>
            <a:ext cx="320040" cy="79533"/>
          </a:xfrm>
          <a:prstGeom prst="rect">
            <a:avLst/>
          </a:prstGeom>
          <a:solidFill>
            <a:srgbClr val="FFFFFF"/>
          </a:solidFill>
          <a:ln w="6350">
            <a:solidFill>
              <a:srgbClr val="E2E2E2"/>
            </a:solidFill>
            <a:prstDash val="solid"/>
          </a:ln>
        </p:spPr>
      </p:sp>
      <p:sp>
        <p:nvSpPr>
          <p:cNvPr id="104" name="Text 96"/>
          <p:cNvSpPr txBox="1"/>
          <p:nvPr/>
        </p:nvSpPr>
        <p:spPr>
          <a:xfrm>
            <a:off x="871240" y="2812388"/>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812388"/>
            <a:ext cx="868680" cy="79533"/>
          </a:xfrm>
          <a:prstGeom prst="rect">
            <a:avLst/>
          </a:prstGeom>
          <a:solidFill>
            <a:srgbClr val="FFFFFF"/>
          </a:solidFill>
          <a:ln w="6350">
            <a:solidFill>
              <a:srgbClr val="E2E2E2"/>
            </a:solidFill>
            <a:prstDash val="solid"/>
          </a:ln>
        </p:spPr>
      </p:sp>
      <p:sp>
        <p:nvSpPr>
          <p:cNvPr id="106" name="Text 98"/>
          <p:cNvSpPr txBox="1"/>
          <p:nvPr/>
        </p:nvSpPr>
        <p:spPr>
          <a:xfrm>
            <a:off x="1191280" y="281238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812388"/>
            <a:ext cx="640080" cy="79533"/>
          </a:xfrm>
          <a:prstGeom prst="rect">
            <a:avLst/>
          </a:prstGeom>
          <a:solidFill>
            <a:srgbClr val="FFFFFF"/>
          </a:solidFill>
          <a:ln w="6350">
            <a:solidFill>
              <a:srgbClr val="E2E2E2"/>
            </a:solidFill>
            <a:prstDash val="solid"/>
          </a:ln>
        </p:spPr>
      </p:sp>
      <p:sp>
        <p:nvSpPr>
          <p:cNvPr id="108" name="Text 100"/>
          <p:cNvSpPr txBox="1"/>
          <p:nvPr/>
        </p:nvSpPr>
        <p:spPr>
          <a:xfrm>
            <a:off x="205996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812388"/>
            <a:ext cx="640080" cy="79533"/>
          </a:xfrm>
          <a:prstGeom prst="rect">
            <a:avLst/>
          </a:prstGeom>
          <a:solidFill>
            <a:srgbClr val="FFFFFF"/>
          </a:solidFill>
          <a:ln w="6350">
            <a:solidFill>
              <a:srgbClr val="E2E2E2"/>
            </a:solidFill>
            <a:prstDash val="solid"/>
          </a:ln>
        </p:spPr>
      </p:sp>
      <p:sp>
        <p:nvSpPr>
          <p:cNvPr id="110" name="Text 102"/>
          <p:cNvSpPr txBox="1"/>
          <p:nvPr/>
        </p:nvSpPr>
        <p:spPr>
          <a:xfrm>
            <a:off x="270004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812388"/>
            <a:ext cx="548640" cy="79533"/>
          </a:xfrm>
          <a:prstGeom prst="rect">
            <a:avLst/>
          </a:prstGeom>
          <a:solidFill>
            <a:srgbClr val="FFFFFF"/>
          </a:solidFill>
          <a:ln w="6350">
            <a:solidFill>
              <a:srgbClr val="E2E2E2"/>
            </a:solidFill>
            <a:prstDash val="solid"/>
          </a:ln>
        </p:spPr>
      </p:sp>
      <p:sp>
        <p:nvSpPr>
          <p:cNvPr id="112" name="Text 104"/>
          <p:cNvSpPr txBox="1"/>
          <p:nvPr/>
        </p:nvSpPr>
        <p:spPr>
          <a:xfrm>
            <a:off x="3340120" y="2812388"/>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812388"/>
            <a:ext cx="731520" cy="79533"/>
          </a:xfrm>
          <a:prstGeom prst="rect">
            <a:avLst/>
          </a:prstGeom>
          <a:solidFill>
            <a:srgbClr val="FFFFFF"/>
          </a:solidFill>
          <a:ln w="6350">
            <a:solidFill>
              <a:srgbClr val="E2E2E2"/>
            </a:solidFill>
            <a:prstDash val="solid"/>
          </a:ln>
        </p:spPr>
      </p:sp>
      <p:sp>
        <p:nvSpPr>
          <p:cNvPr id="114" name="Text 106"/>
          <p:cNvSpPr txBox="1"/>
          <p:nvPr/>
        </p:nvSpPr>
        <p:spPr>
          <a:xfrm>
            <a:off x="3888760" y="2812388"/>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2891921"/>
            <a:ext cx="256032" cy="79533"/>
          </a:xfrm>
          <a:prstGeom prst="rect">
            <a:avLst/>
          </a:prstGeom>
          <a:solidFill>
            <a:srgbClr val="F8F9FA"/>
          </a:solidFill>
          <a:ln w="6350">
            <a:solidFill>
              <a:srgbClr val="DDDDDD"/>
            </a:solidFill>
            <a:prstDash val="solid"/>
          </a:ln>
        </p:spPr>
      </p:sp>
      <p:sp>
        <p:nvSpPr>
          <p:cNvPr id="116" name="Text 108"/>
          <p:cNvSpPr txBox="1"/>
          <p:nvPr/>
        </p:nvSpPr>
        <p:spPr>
          <a:xfrm>
            <a:off x="587776" y="289192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2891921"/>
            <a:ext cx="320040" cy="79533"/>
          </a:xfrm>
          <a:prstGeom prst="rect">
            <a:avLst/>
          </a:prstGeom>
          <a:solidFill>
            <a:srgbClr val="FFFFFF"/>
          </a:solidFill>
          <a:ln w="6350">
            <a:solidFill>
              <a:srgbClr val="E2E2E2"/>
            </a:solidFill>
            <a:prstDash val="solid"/>
          </a:ln>
        </p:spPr>
      </p:sp>
      <p:sp>
        <p:nvSpPr>
          <p:cNvPr id="118" name="Text 110"/>
          <p:cNvSpPr txBox="1"/>
          <p:nvPr/>
        </p:nvSpPr>
        <p:spPr>
          <a:xfrm>
            <a:off x="871240" y="2891921"/>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2891921"/>
            <a:ext cx="868680" cy="79533"/>
          </a:xfrm>
          <a:prstGeom prst="rect">
            <a:avLst/>
          </a:prstGeom>
          <a:solidFill>
            <a:srgbClr val="FFFFFF"/>
          </a:solidFill>
          <a:ln w="6350">
            <a:solidFill>
              <a:srgbClr val="E2E2E2"/>
            </a:solidFill>
            <a:prstDash val="solid"/>
          </a:ln>
        </p:spPr>
      </p:sp>
      <p:sp>
        <p:nvSpPr>
          <p:cNvPr id="120" name="Text 112"/>
          <p:cNvSpPr txBox="1"/>
          <p:nvPr/>
        </p:nvSpPr>
        <p:spPr>
          <a:xfrm>
            <a:off x="1191280" y="289192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2891921"/>
            <a:ext cx="640080" cy="79533"/>
          </a:xfrm>
          <a:prstGeom prst="rect">
            <a:avLst/>
          </a:prstGeom>
          <a:solidFill>
            <a:srgbClr val="FFFFFF"/>
          </a:solidFill>
          <a:ln w="6350">
            <a:solidFill>
              <a:srgbClr val="E2E2E2"/>
            </a:solidFill>
            <a:prstDash val="solid"/>
          </a:ln>
        </p:spPr>
      </p:sp>
      <p:sp>
        <p:nvSpPr>
          <p:cNvPr id="122" name="Text 114"/>
          <p:cNvSpPr txBox="1"/>
          <p:nvPr/>
        </p:nvSpPr>
        <p:spPr>
          <a:xfrm>
            <a:off x="205996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2891921"/>
            <a:ext cx="640080" cy="79533"/>
          </a:xfrm>
          <a:prstGeom prst="rect">
            <a:avLst/>
          </a:prstGeom>
          <a:solidFill>
            <a:srgbClr val="FFFFFF"/>
          </a:solidFill>
          <a:ln w="6350">
            <a:solidFill>
              <a:srgbClr val="E2E2E2"/>
            </a:solidFill>
            <a:prstDash val="solid"/>
          </a:ln>
        </p:spPr>
      </p:sp>
      <p:sp>
        <p:nvSpPr>
          <p:cNvPr id="124" name="Text 116"/>
          <p:cNvSpPr txBox="1"/>
          <p:nvPr/>
        </p:nvSpPr>
        <p:spPr>
          <a:xfrm>
            <a:off x="270004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2891921"/>
            <a:ext cx="548640" cy="79533"/>
          </a:xfrm>
          <a:prstGeom prst="rect">
            <a:avLst/>
          </a:prstGeom>
          <a:solidFill>
            <a:srgbClr val="FFFFFF"/>
          </a:solidFill>
          <a:ln w="6350">
            <a:solidFill>
              <a:srgbClr val="E2E2E2"/>
            </a:solidFill>
            <a:prstDash val="solid"/>
          </a:ln>
        </p:spPr>
      </p:sp>
      <p:sp>
        <p:nvSpPr>
          <p:cNvPr id="126" name="Text 118"/>
          <p:cNvSpPr txBox="1"/>
          <p:nvPr/>
        </p:nvSpPr>
        <p:spPr>
          <a:xfrm>
            <a:off x="3340120" y="2891921"/>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2891921"/>
            <a:ext cx="731520" cy="79533"/>
          </a:xfrm>
          <a:prstGeom prst="rect">
            <a:avLst/>
          </a:prstGeom>
          <a:solidFill>
            <a:srgbClr val="FFFFFF"/>
          </a:solidFill>
          <a:ln w="6350">
            <a:solidFill>
              <a:srgbClr val="E2E2E2"/>
            </a:solidFill>
            <a:prstDash val="solid"/>
          </a:ln>
        </p:spPr>
      </p:sp>
      <p:sp>
        <p:nvSpPr>
          <p:cNvPr id="128" name="Text 120"/>
          <p:cNvSpPr txBox="1"/>
          <p:nvPr/>
        </p:nvSpPr>
        <p:spPr>
          <a:xfrm>
            <a:off x="3888760" y="2891921"/>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2971454"/>
            <a:ext cx="256032" cy="79533"/>
          </a:xfrm>
          <a:prstGeom prst="rect">
            <a:avLst/>
          </a:prstGeom>
          <a:solidFill>
            <a:srgbClr val="F8F9FA"/>
          </a:solidFill>
          <a:ln w="6350">
            <a:solidFill>
              <a:srgbClr val="DDDDDD"/>
            </a:solidFill>
            <a:prstDash val="solid"/>
          </a:ln>
        </p:spPr>
      </p:sp>
      <p:sp>
        <p:nvSpPr>
          <p:cNvPr id="130" name="Text 122"/>
          <p:cNvSpPr txBox="1"/>
          <p:nvPr/>
        </p:nvSpPr>
        <p:spPr>
          <a:xfrm>
            <a:off x="587776" y="2971454"/>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2971454"/>
            <a:ext cx="320040" cy="79533"/>
          </a:xfrm>
          <a:prstGeom prst="rect">
            <a:avLst/>
          </a:prstGeom>
          <a:solidFill>
            <a:srgbClr val="FFFFFF"/>
          </a:solidFill>
          <a:ln w="6350">
            <a:solidFill>
              <a:srgbClr val="E2E2E2"/>
            </a:solidFill>
            <a:prstDash val="solid"/>
          </a:ln>
        </p:spPr>
      </p:sp>
      <p:sp>
        <p:nvSpPr>
          <p:cNvPr id="132" name="Text 124"/>
          <p:cNvSpPr txBox="1"/>
          <p:nvPr/>
        </p:nvSpPr>
        <p:spPr>
          <a:xfrm>
            <a:off x="871240" y="2971454"/>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2971454"/>
            <a:ext cx="868680" cy="79533"/>
          </a:xfrm>
          <a:prstGeom prst="rect">
            <a:avLst/>
          </a:prstGeom>
          <a:solidFill>
            <a:srgbClr val="FFFFFF"/>
          </a:solidFill>
          <a:ln w="6350">
            <a:solidFill>
              <a:srgbClr val="E2E2E2"/>
            </a:solidFill>
            <a:prstDash val="solid"/>
          </a:ln>
        </p:spPr>
      </p:sp>
      <p:sp>
        <p:nvSpPr>
          <p:cNvPr id="134" name="Text 126"/>
          <p:cNvSpPr txBox="1"/>
          <p:nvPr/>
        </p:nvSpPr>
        <p:spPr>
          <a:xfrm>
            <a:off x="1191280" y="2971454"/>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2971454"/>
            <a:ext cx="640080" cy="79533"/>
          </a:xfrm>
          <a:prstGeom prst="rect">
            <a:avLst/>
          </a:prstGeom>
          <a:solidFill>
            <a:srgbClr val="FFFFFF"/>
          </a:solidFill>
          <a:ln w="6350">
            <a:solidFill>
              <a:srgbClr val="E2E2E2"/>
            </a:solidFill>
            <a:prstDash val="solid"/>
          </a:ln>
        </p:spPr>
      </p:sp>
      <p:sp>
        <p:nvSpPr>
          <p:cNvPr id="136" name="Text 128"/>
          <p:cNvSpPr txBox="1"/>
          <p:nvPr/>
        </p:nvSpPr>
        <p:spPr>
          <a:xfrm>
            <a:off x="205996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2971454"/>
            <a:ext cx="640080" cy="79533"/>
          </a:xfrm>
          <a:prstGeom prst="rect">
            <a:avLst/>
          </a:prstGeom>
          <a:solidFill>
            <a:srgbClr val="FFFFFF"/>
          </a:solidFill>
          <a:ln w="6350">
            <a:solidFill>
              <a:srgbClr val="E2E2E2"/>
            </a:solidFill>
            <a:prstDash val="solid"/>
          </a:ln>
        </p:spPr>
      </p:sp>
      <p:sp>
        <p:nvSpPr>
          <p:cNvPr id="138" name="Text 130"/>
          <p:cNvSpPr txBox="1"/>
          <p:nvPr/>
        </p:nvSpPr>
        <p:spPr>
          <a:xfrm>
            <a:off x="270004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2971454"/>
            <a:ext cx="548640" cy="79533"/>
          </a:xfrm>
          <a:prstGeom prst="rect">
            <a:avLst/>
          </a:prstGeom>
          <a:solidFill>
            <a:srgbClr val="FFFFFF"/>
          </a:solidFill>
          <a:ln w="6350">
            <a:solidFill>
              <a:srgbClr val="E2E2E2"/>
            </a:solidFill>
            <a:prstDash val="solid"/>
          </a:ln>
        </p:spPr>
      </p:sp>
      <p:sp>
        <p:nvSpPr>
          <p:cNvPr id="140" name="Text 132"/>
          <p:cNvSpPr txBox="1"/>
          <p:nvPr/>
        </p:nvSpPr>
        <p:spPr>
          <a:xfrm>
            <a:off x="3340120" y="2971454"/>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2971454"/>
            <a:ext cx="731520" cy="79533"/>
          </a:xfrm>
          <a:prstGeom prst="rect">
            <a:avLst/>
          </a:prstGeom>
          <a:solidFill>
            <a:srgbClr val="FFFFFF"/>
          </a:solidFill>
          <a:ln w="6350">
            <a:solidFill>
              <a:srgbClr val="E2E2E2"/>
            </a:solidFill>
            <a:prstDash val="solid"/>
          </a:ln>
        </p:spPr>
      </p:sp>
      <p:sp>
        <p:nvSpPr>
          <p:cNvPr id="142" name="Text 134"/>
          <p:cNvSpPr txBox="1"/>
          <p:nvPr/>
        </p:nvSpPr>
        <p:spPr>
          <a:xfrm>
            <a:off x="3888760" y="2971454"/>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050987"/>
            <a:ext cx="256032" cy="79533"/>
          </a:xfrm>
          <a:prstGeom prst="rect">
            <a:avLst/>
          </a:prstGeom>
          <a:solidFill>
            <a:srgbClr val="F8F9FA"/>
          </a:solidFill>
          <a:ln w="6350">
            <a:solidFill>
              <a:srgbClr val="DDDDDD"/>
            </a:solidFill>
            <a:prstDash val="solid"/>
          </a:ln>
        </p:spPr>
      </p:sp>
      <p:sp>
        <p:nvSpPr>
          <p:cNvPr id="144" name="Text 136"/>
          <p:cNvSpPr txBox="1"/>
          <p:nvPr/>
        </p:nvSpPr>
        <p:spPr>
          <a:xfrm>
            <a:off x="587776" y="3050987"/>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050987"/>
            <a:ext cx="320040" cy="79533"/>
          </a:xfrm>
          <a:prstGeom prst="rect">
            <a:avLst/>
          </a:prstGeom>
          <a:solidFill>
            <a:srgbClr val="FFFFFF"/>
          </a:solidFill>
          <a:ln w="6350">
            <a:solidFill>
              <a:srgbClr val="E2E2E2"/>
            </a:solidFill>
            <a:prstDash val="solid"/>
          </a:ln>
        </p:spPr>
      </p:sp>
      <p:sp>
        <p:nvSpPr>
          <p:cNvPr id="146" name="Text 138"/>
          <p:cNvSpPr txBox="1"/>
          <p:nvPr/>
        </p:nvSpPr>
        <p:spPr>
          <a:xfrm>
            <a:off x="871240" y="3050987"/>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050987"/>
            <a:ext cx="868680" cy="79533"/>
          </a:xfrm>
          <a:prstGeom prst="rect">
            <a:avLst/>
          </a:prstGeom>
          <a:solidFill>
            <a:srgbClr val="FFFFFF"/>
          </a:solidFill>
          <a:ln w="6350">
            <a:solidFill>
              <a:srgbClr val="E2E2E2"/>
            </a:solidFill>
            <a:prstDash val="solid"/>
          </a:ln>
        </p:spPr>
      </p:sp>
      <p:sp>
        <p:nvSpPr>
          <p:cNvPr id="148" name="Text 140"/>
          <p:cNvSpPr txBox="1"/>
          <p:nvPr/>
        </p:nvSpPr>
        <p:spPr>
          <a:xfrm>
            <a:off x="1191280" y="3050987"/>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050987"/>
            <a:ext cx="640080" cy="79533"/>
          </a:xfrm>
          <a:prstGeom prst="rect">
            <a:avLst/>
          </a:prstGeom>
          <a:solidFill>
            <a:srgbClr val="FFFFFF"/>
          </a:solidFill>
          <a:ln w="6350">
            <a:solidFill>
              <a:srgbClr val="E2E2E2"/>
            </a:solidFill>
            <a:prstDash val="solid"/>
          </a:ln>
        </p:spPr>
      </p:sp>
      <p:sp>
        <p:nvSpPr>
          <p:cNvPr id="150" name="Text 142"/>
          <p:cNvSpPr txBox="1"/>
          <p:nvPr/>
        </p:nvSpPr>
        <p:spPr>
          <a:xfrm>
            <a:off x="205996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050987"/>
            <a:ext cx="640080" cy="79533"/>
          </a:xfrm>
          <a:prstGeom prst="rect">
            <a:avLst/>
          </a:prstGeom>
          <a:solidFill>
            <a:srgbClr val="FFFFFF"/>
          </a:solidFill>
          <a:ln w="6350">
            <a:solidFill>
              <a:srgbClr val="E2E2E2"/>
            </a:solidFill>
            <a:prstDash val="solid"/>
          </a:ln>
        </p:spPr>
      </p:sp>
      <p:sp>
        <p:nvSpPr>
          <p:cNvPr id="152" name="Text 144"/>
          <p:cNvSpPr txBox="1"/>
          <p:nvPr/>
        </p:nvSpPr>
        <p:spPr>
          <a:xfrm>
            <a:off x="270004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050987"/>
            <a:ext cx="548640" cy="79533"/>
          </a:xfrm>
          <a:prstGeom prst="rect">
            <a:avLst/>
          </a:prstGeom>
          <a:solidFill>
            <a:srgbClr val="FFFFFF"/>
          </a:solidFill>
          <a:ln w="6350">
            <a:solidFill>
              <a:srgbClr val="E2E2E2"/>
            </a:solidFill>
            <a:prstDash val="solid"/>
          </a:ln>
        </p:spPr>
      </p:sp>
      <p:sp>
        <p:nvSpPr>
          <p:cNvPr id="154" name="Text 146"/>
          <p:cNvSpPr txBox="1"/>
          <p:nvPr/>
        </p:nvSpPr>
        <p:spPr>
          <a:xfrm>
            <a:off x="3340120" y="3050987"/>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050987"/>
            <a:ext cx="731520" cy="79533"/>
          </a:xfrm>
          <a:prstGeom prst="rect">
            <a:avLst/>
          </a:prstGeom>
          <a:solidFill>
            <a:srgbClr val="FFFFFF"/>
          </a:solidFill>
          <a:ln w="6350">
            <a:solidFill>
              <a:srgbClr val="E2E2E2"/>
            </a:solidFill>
            <a:prstDash val="solid"/>
          </a:ln>
        </p:spPr>
      </p:sp>
      <p:sp>
        <p:nvSpPr>
          <p:cNvPr id="156" name="Text 148"/>
          <p:cNvSpPr txBox="1"/>
          <p:nvPr/>
        </p:nvSpPr>
        <p:spPr>
          <a:xfrm>
            <a:off x="3888760" y="3050987"/>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130520"/>
            <a:ext cx="256032" cy="79533"/>
          </a:xfrm>
          <a:prstGeom prst="rect">
            <a:avLst/>
          </a:prstGeom>
          <a:solidFill>
            <a:srgbClr val="F8F9FA"/>
          </a:solidFill>
          <a:ln w="6350">
            <a:solidFill>
              <a:srgbClr val="DDDDDD"/>
            </a:solidFill>
            <a:prstDash val="solid"/>
          </a:ln>
        </p:spPr>
      </p:sp>
      <p:sp>
        <p:nvSpPr>
          <p:cNvPr id="158" name="Text 150"/>
          <p:cNvSpPr txBox="1"/>
          <p:nvPr/>
        </p:nvSpPr>
        <p:spPr>
          <a:xfrm>
            <a:off x="587776" y="3130520"/>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130520"/>
            <a:ext cx="320040" cy="79533"/>
          </a:xfrm>
          <a:prstGeom prst="rect">
            <a:avLst/>
          </a:prstGeom>
          <a:solidFill>
            <a:srgbClr val="FFFFFF"/>
          </a:solidFill>
          <a:ln w="6350">
            <a:solidFill>
              <a:srgbClr val="E2E2E2"/>
            </a:solidFill>
            <a:prstDash val="solid"/>
          </a:ln>
        </p:spPr>
      </p:sp>
      <p:sp>
        <p:nvSpPr>
          <p:cNvPr id="160" name="Text 152"/>
          <p:cNvSpPr txBox="1"/>
          <p:nvPr/>
        </p:nvSpPr>
        <p:spPr>
          <a:xfrm>
            <a:off x="871240" y="3130520"/>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130520"/>
            <a:ext cx="868680" cy="79533"/>
          </a:xfrm>
          <a:prstGeom prst="rect">
            <a:avLst/>
          </a:prstGeom>
          <a:solidFill>
            <a:srgbClr val="FFFFFF"/>
          </a:solidFill>
          <a:ln w="6350">
            <a:solidFill>
              <a:srgbClr val="E2E2E2"/>
            </a:solidFill>
            <a:prstDash val="solid"/>
          </a:ln>
        </p:spPr>
      </p:sp>
      <p:sp>
        <p:nvSpPr>
          <p:cNvPr id="162" name="Text 154"/>
          <p:cNvSpPr txBox="1"/>
          <p:nvPr/>
        </p:nvSpPr>
        <p:spPr>
          <a:xfrm>
            <a:off x="1191280" y="3130520"/>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130520"/>
            <a:ext cx="640080" cy="79533"/>
          </a:xfrm>
          <a:prstGeom prst="rect">
            <a:avLst/>
          </a:prstGeom>
          <a:solidFill>
            <a:srgbClr val="FFFFFF"/>
          </a:solidFill>
          <a:ln w="6350">
            <a:solidFill>
              <a:srgbClr val="E2E2E2"/>
            </a:solidFill>
            <a:prstDash val="solid"/>
          </a:ln>
        </p:spPr>
      </p:sp>
      <p:sp>
        <p:nvSpPr>
          <p:cNvPr id="164" name="Text 156"/>
          <p:cNvSpPr txBox="1"/>
          <p:nvPr/>
        </p:nvSpPr>
        <p:spPr>
          <a:xfrm>
            <a:off x="205996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130520"/>
            <a:ext cx="640080" cy="79533"/>
          </a:xfrm>
          <a:prstGeom prst="rect">
            <a:avLst/>
          </a:prstGeom>
          <a:solidFill>
            <a:srgbClr val="FFFFFF"/>
          </a:solidFill>
          <a:ln w="6350">
            <a:solidFill>
              <a:srgbClr val="E2E2E2"/>
            </a:solidFill>
            <a:prstDash val="solid"/>
          </a:ln>
        </p:spPr>
      </p:sp>
      <p:sp>
        <p:nvSpPr>
          <p:cNvPr id="166" name="Text 158"/>
          <p:cNvSpPr txBox="1"/>
          <p:nvPr/>
        </p:nvSpPr>
        <p:spPr>
          <a:xfrm>
            <a:off x="270004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130520"/>
            <a:ext cx="548640" cy="79533"/>
          </a:xfrm>
          <a:prstGeom prst="rect">
            <a:avLst/>
          </a:prstGeom>
          <a:solidFill>
            <a:srgbClr val="FFFFFF"/>
          </a:solidFill>
          <a:ln w="6350">
            <a:solidFill>
              <a:srgbClr val="E2E2E2"/>
            </a:solidFill>
            <a:prstDash val="solid"/>
          </a:ln>
        </p:spPr>
      </p:sp>
      <p:sp>
        <p:nvSpPr>
          <p:cNvPr id="168" name="Text 160"/>
          <p:cNvSpPr txBox="1"/>
          <p:nvPr/>
        </p:nvSpPr>
        <p:spPr>
          <a:xfrm>
            <a:off x="3340120" y="3130520"/>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130520"/>
            <a:ext cx="731520" cy="79533"/>
          </a:xfrm>
          <a:prstGeom prst="rect">
            <a:avLst/>
          </a:prstGeom>
          <a:solidFill>
            <a:srgbClr val="FFFFFF"/>
          </a:solidFill>
          <a:ln w="6350">
            <a:solidFill>
              <a:srgbClr val="E2E2E2"/>
            </a:solidFill>
            <a:prstDash val="solid"/>
          </a:ln>
        </p:spPr>
      </p:sp>
      <p:sp>
        <p:nvSpPr>
          <p:cNvPr id="170" name="Text 162"/>
          <p:cNvSpPr txBox="1"/>
          <p:nvPr/>
        </p:nvSpPr>
        <p:spPr>
          <a:xfrm>
            <a:off x="3888760" y="3130520"/>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210053"/>
            <a:ext cx="256032" cy="79533"/>
          </a:xfrm>
          <a:prstGeom prst="rect">
            <a:avLst/>
          </a:prstGeom>
          <a:solidFill>
            <a:srgbClr val="F8F9FA"/>
          </a:solidFill>
          <a:ln w="6350">
            <a:solidFill>
              <a:srgbClr val="DDDDDD"/>
            </a:solidFill>
            <a:prstDash val="solid"/>
          </a:ln>
        </p:spPr>
      </p:sp>
      <p:sp>
        <p:nvSpPr>
          <p:cNvPr id="172" name="Text 164"/>
          <p:cNvSpPr txBox="1"/>
          <p:nvPr/>
        </p:nvSpPr>
        <p:spPr>
          <a:xfrm>
            <a:off x="587776" y="3210053"/>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210053"/>
            <a:ext cx="320040" cy="79533"/>
          </a:xfrm>
          <a:prstGeom prst="rect">
            <a:avLst/>
          </a:prstGeom>
          <a:solidFill>
            <a:srgbClr val="FFFFFF"/>
          </a:solidFill>
          <a:ln w="6350">
            <a:solidFill>
              <a:srgbClr val="E2E2E2"/>
            </a:solidFill>
            <a:prstDash val="solid"/>
          </a:ln>
        </p:spPr>
      </p:sp>
      <p:sp>
        <p:nvSpPr>
          <p:cNvPr id="174" name="Text 166"/>
          <p:cNvSpPr txBox="1"/>
          <p:nvPr/>
        </p:nvSpPr>
        <p:spPr>
          <a:xfrm>
            <a:off x="871240" y="3210053"/>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210053"/>
            <a:ext cx="868680" cy="79533"/>
          </a:xfrm>
          <a:prstGeom prst="rect">
            <a:avLst/>
          </a:prstGeom>
          <a:solidFill>
            <a:srgbClr val="FFFFFF"/>
          </a:solidFill>
          <a:ln w="6350">
            <a:solidFill>
              <a:srgbClr val="E2E2E2"/>
            </a:solidFill>
            <a:prstDash val="solid"/>
          </a:ln>
        </p:spPr>
      </p:sp>
      <p:sp>
        <p:nvSpPr>
          <p:cNvPr id="176" name="Text 168"/>
          <p:cNvSpPr txBox="1"/>
          <p:nvPr/>
        </p:nvSpPr>
        <p:spPr>
          <a:xfrm>
            <a:off x="1191280" y="3210053"/>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210053"/>
            <a:ext cx="640080" cy="79533"/>
          </a:xfrm>
          <a:prstGeom prst="rect">
            <a:avLst/>
          </a:prstGeom>
          <a:solidFill>
            <a:srgbClr val="FFFFFF"/>
          </a:solidFill>
          <a:ln w="6350">
            <a:solidFill>
              <a:srgbClr val="E2E2E2"/>
            </a:solidFill>
            <a:prstDash val="solid"/>
          </a:ln>
        </p:spPr>
      </p:sp>
      <p:sp>
        <p:nvSpPr>
          <p:cNvPr id="178" name="Text 170"/>
          <p:cNvSpPr txBox="1"/>
          <p:nvPr/>
        </p:nvSpPr>
        <p:spPr>
          <a:xfrm>
            <a:off x="205996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210053"/>
            <a:ext cx="640080" cy="79533"/>
          </a:xfrm>
          <a:prstGeom prst="rect">
            <a:avLst/>
          </a:prstGeom>
          <a:solidFill>
            <a:srgbClr val="FFFFFF"/>
          </a:solidFill>
          <a:ln w="6350">
            <a:solidFill>
              <a:srgbClr val="E2E2E2"/>
            </a:solidFill>
            <a:prstDash val="solid"/>
          </a:ln>
        </p:spPr>
      </p:sp>
      <p:sp>
        <p:nvSpPr>
          <p:cNvPr id="180" name="Text 172"/>
          <p:cNvSpPr txBox="1"/>
          <p:nvPr/>
        </p:nvSpPr>
        <p:spPr>
          <a:xfrm>
            <a:off x="270004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210053"/>
            <a:ext cx="548640" cy="79533"/>
          </a:xfrm>
          <a:prstGeom prst="rect">
            <a:avLst/>
          </a:prstGeom>
          <a:solidFill>
            <a:srgbClr val="FFFFFF"/>
          </a:solidFill>
          <a:ln w="6350">
            <a:solidFill>
              <a:srgbClr val="E2E2E2"/>
            </a:solidFill>
            <a:prstDash val="solid"/>
          </a:ln>
        </p:spPr>
      </p:sp>
      <p:sp>
        <p:nvSpPr>
          <p:cNvPr id="182" name="Text 174"/>
          <p:cNvSpPr txBox="1"/>
          <p:nvPr/>
        </p:nvSpPr>
        <p:spPr>
          <a:xfrm>
            <a:off x="3340120" y="3210053"/>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210053"/>
            <a:ext cx="731520" cy="79533"/>
          </a:xfrm>
          <a:prstGeom prst="rect">
            <a:avLst/>
          </a:prstGeom>
          <a:solidFill>
            <a:srgbClr val="FFFFFF"/>
          </a:solidFill>
          <a:ln w="6350">
            <a:solidFill>
              <a:srgbClr val="E2E2E2"/>
            </a:solidFill>
            <a:prstDash val="solid"/>
          </a:ln>
        </p:spPr>
      </p:sp>
      <p:sp>
        <p:nvSpPr>
          <p:cNvPr id="184" name="Text 176"/>
          <p:cNvSpPr txBox="1"/>
          <p:nvPr/>
        </p:nvSpPr>
        <p:spPr>
          <a:xfrm>
            <a:off x="3888760" y="3210053"/>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289586"/>
            <a:ext cx="256032" cy="79533"/>
          </a:xfrm>
          <a:prstGeom prst="rect">
            <a:avLst/>
          </a:prstGeom>
          <a:solidFill>
            <a:srgbClr val="F8F9FA"/>
          </a:solidFill>
          <a:ln w="6350">
            <a:solidFill>
              <a:srgbClr val="DDDDDD"/>
            </a:solidFill>
            <a:prstDash val="solid"/>
          </a:ln>
        </p:spPr>
      </p:sp>
      <p:sp>
        <p:nvSpPr>
          <p:cNvPr id="186" name="Text 178"/>
          <p:cNvSpPr txBox="1"/>
          <p:nvPr/>
        </p:nvSpPr>
        <p:spPr>
          <a:xfrm>
            <a:off x="587776" y="3289586"/>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289586"/>
            <a:ext cx="320040" cy="79533"/>
          </a:xfrm>
          <a:prstGeom prst="rect">
            <a:avLst/>
          </a:prstGeom>
          <a:solidFill>
            <a:srgbClr val="FFFFFF"/>
          </a:solidFill>
          <a:ln w="6350">
            <a:solidFill>
              <a:srgbClr val="E2E2E2"/>
            </a:solidFill>
            <a:prstDash val="solid"/>
          </a:ln>
        </p:spPr>
      </p:sp>
      <p:sp>
        <p:nvSpPr>
          <p:cNvPr id="188" name="Text 180"/>
          <p:cNvSpPr txBox="1"/>
          <p:nvPr/>
        </p:nvSpPr>
        <p:spPr>
          <a:xfrm>
            <a:off x="871240" y="3289586"/>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289586"/>
            <a:ext cx="868680" cy="79533"/>
          </a:xfrm>
          <a:prstGeom prst="rect">
            <a:avLst/>
          </a:prstGeom>
          <a:solidFill>
            <a:srgbClr val="FFFFFF"/>
          </a:solidFill>
          <a:ln w="6350">
            <a:solidFill>
              <a:srgbClr val="E2E2E2"/>
            </a:solidFill>
            <a:prstDash val="solid"/>
          </a:ln>
        </p:spPr>
      </p:sp>
      <p:sp>
        <p:nvSpPr>
          <p:cNvPr id="190" name="Text 182"/>
          <p:cNvSpPr txBox="1"/>
          <p:nvPr/>
        </p:nvSpPr>
        <p:spPr>
          <a:xfrm>
            <a:off x="1191280" y="3289586"/>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289586"/>
            <a:ext cx="640080" cy="79533"/>
          </a:xfrm>
          <a:prstGeom prst="rect">
            <a:avLst/>
          </a:prstGeom>
          <a:solidFill>
            <a:srgbClr val="FFFFFF"/>
          </a:solidFill>
          <a:ln w="6350">
            <a:solidFill>
              <a:srgbClr val="E2E2E2"/>
            </a:solidFill>
            <a:prstDash val="solid"/>
          </a:ln>
        </p:spPr>
      </p:sp>
      <p:sp>
        <p:nvSpPr>
          <p:cNvPr id="192" name="Text 184"/>
          <p:cNvSpPr txBox="1"/>
          <p:nvPr/>
        </p:nvSpPr>
        <p:spPr>
          <a:xfrm>
            <a:off x="205996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289586"/>
            <a:ext cx="640080" cy="79533"/>
          </a:xfrm>
          <a:prstGeom prst="rect">
            <a:avLst/>
          </a:prstGeom>
          <a:solidFill>
            <a:srgbClr val="FFFFFF"/>
          </a:solidFill>
          <a:ln w="6350">
            <a:solidFill>
              <a:srgbClr val="E2E2E2"/>
            </a:solidFill>
            <a:prstDash val="solid"/>
          </a:ln>
        </p:spPr>
      </p:sp>
      <p:sp>
        <p:nvSpPr>
          <p:cNvPr id="194" name="Text 186"/>
          <p:cNvSpPr txBox="1"/>
          <p:nvPr/>
        </p:nvSpPr>
        <p:spPr>
          <a:xfrm>
            <a:off x="270004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289586"/>
            <a:ext cx="548640" cy="79533"/>
          </a:xfrm>
          <a:prstGeom prst="rect">
            <a:avLst/>
          </a:prstGeom>
          <a:solidFill>
            <a:srgbClr val="FFFFFF"/>
          </a:solidFill>
          <a:ln w="6350">
            <a:solidFill>
              <a:srgbClr val="E2E2E2"/>
            </a:solidFill>
            <a:prstDash val="solid"/>
          </a:ln>
        </p:spPr>
      </p:sp>
      <p:sp>
        <p:nvSpPr>
          <p:cNvPr id="196" name="Text 188"/>
          <p:cNvSpPr txBox="1"/>
          <p:nvPr/>
        </p:nvSpPr>
        <p:spPr>
          <a:xfrm>
            <a:off x="3340120" y="3289586"/>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289586"/>
            <a:ext cx="731520" cy="79533"/>
          </a:xfrm>
          <a:prstGeom prst="rect">
            <a:avLst/>
          </a:prstGeom>
          <a:solidFill>
            <a:srgbClr val="FFFFFF"/>
          </a:solidFill>
          <a:ln w="6350">
            <a:solidFill>
              <a:srgbClr val="E2E2E2"/>
            </a:solidFill>
            <a:prstDash val="solid"/>
          </a:ln>
        </p:spPr>
      </p:sp>
      <p:sp>
        <p:nvSpPr>
          <p:cNvPr id="198" name="Text 190"/>
          <p:cNvSpPr txBox="1"/>
          <p:nvPr/>
        </p:nvSpPr>
        <p:spPr>
          <a:xfrm>
            <a:off x="3888760" y="3289586"/>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587776" y="3369119"/>
            <a:ext cx="256032" cy="79533"/>
          </a:xfrm>
          <a:prstGeom prst="rect">
            <a:avLst/>
          </a:prstGeom>
          <a:solidFill>
            <a:srgbClr val="F8F9FA"/>
          </a:solidFill>
          <a:ln w="6350">
            <a:solidFill>
              <a:srgbClr val="DDDDDD"/>
            </a:solidFill>
            <a:prstDash val="solid"/>
          </a:ln>
        </p:spPr>
      </p:sp>
      <p:sp>
        <p:nvSpPr>
          <p:cNvPr id="200" name="Text 192"/>
          <p:cNvSpPr txBox="1"/>
          <p:nvPr/>
        </p:nvSpPr>
        <p:spPr>
          <a:xfrm>
            <a:off x="587776" y="3369119"/>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10</a:t>
            </a:r>
            <a:endParaRPr lang="en-US" sz="650" dirty="0"/>
          </a:p>
        </p:txBody>
      </p:sp>
      <p:sp>
        <p:nvSpPr>
          <p:cNvPr id="201" name="Shape 193"/>
          <p:cNvSpPr/>
          <p:nvPr/>
        </p:nvSpPr>
        <p:spPr>
          <a:xfrm>
            <a:off x="843808" y="3369119"/>
            <a:ext cx="320040" cy="79533"/>
          </a:xfrm>
          <a:prstGeom prst="rect">
            <a:avLst/>
          </a:prstGeom>
          <a:solidFill>
            <a:srgbClr val="FFFFFF"/>
          </a:solidFill>
          <a:ln w="6350">
            <a:solidFill>
              <a:srgbClr val="E2E2E2"/>
            </a:solidFill>
            <a:prstDash val="solid"/>
          </a:ln>
        </p:spPr>
      </p:sp>
      <p:sp>
        <p:nvSpPr>
          <p:cNvPr id="202" name="Shape 194"/>
          <p:cNvSpPr/>
          <p:nvPr/>
        </p:nvSpPr>
        <p:spPr>
          <a:xfrm>
            <a:off x="1163848" y="3369119"/>
            <a:ext cx="868680" cy="79533"/>
          </a:xfrm>
          <a:prstGeom prst="rect">
            <a:avLst/>
          </a:prstGeom>
          <a:solidFill>
            <a:srgbClr val="FFFFFF"/>
          </a:solidFill>
          <a:ln w="6350">
            <a:solidFill>
              <a:srgbClr val="E2E2E2"/>
            </a:solidFill>
            <a:prstDash val="solid"/>
          </a:ln>
        </p:spPr>
      </p:sp>
      <p:sp>
        <p:nvSpPr>
          <p:cNvPr id="203" name="Shape 195"/>
          <p:cNvSpPr/>
          <p:nvPr/>
        </p:nvSpPr>
        <p:spPr>
          <a:xfrm>
            <a:off x="2032528" y="3369119"/>
            <a:ext cx="640080" cy="79533"/>
          </a:xfrm>
          <a:prstGeom prst="rect">
            <a:avLst/>
          </a:prstGeom>
          <a:solidFill>
            <a:srgbClr val="FFFFFF"/>
          </a:solidFill>
          <a:ln w="6350">
            <a:solidFill>
              <a:srgbClr val="E2E2E2"/>
            </a:solidFill>
            <a:prstDash val="solid"/>
          </a:ln>
        </p:spPr>
      </p:sp>
      <p:sp>
        <p:nvSpPr>
          <p:cNvPr id="204" name="Shape 196"/>
          <p:cNvSpPr/>
          <p:nvPr/>
        </p:nvSpPr>
        <p:spPr>
          <a:xfrm>
            <a:off x="2672608" y="3369119"/>
            <a:ext cx="640080" cy="79533"/>
          </a:xfrm>
          <a:prstGeom prst="rect">
            <a:avLst/>
          </a:prstGeom>
          <a:solidFill>
            <a:srgbClr val="FFFFFF"/>
          </a:solidFill>
          <a:ln w="6350">
            <a:solidFill>
              <a:srgbClr val="E2E2E2"/>
            </a:solidFill>
            <a:prstDash val="solid"/>
          </a:ln>
        </p:spPr>
      </p:sp>
      <p:sp>
        <p:nvSpPr>
          <p:cNvPr id="205" name="Shape 197"/>
          <p:cNvSpPr/>
          <p:nvPr/>
        </p:nvSpPr>
        <p:spPr>
          <a:xfrm>
            <a:off x="3312688" y="3369119"/>
            <a:ext cx="548640" cy="79533"/>
          </a:xfrm>
          <a:prstGeom prst="rect">
            <a:avLst/>
          </a:prstGeom>
          <a:solidFill>
            <a:srgbClr val="FFFFFF"/>
          </a:solidFill>
          <a:ln w="6350">
            <a:solidFill>
              <a:srgbClr val="E2E2E2"/>
            </a:solidFill>
            <a:prstDash val="solid"/>
          </a:ln>
        </p:spPr>
      </p:sp>
      <p:sp>
        <p:nvSpPr>
          <p:cNvPr id="206" name="Shape 198"/>
          <p:cNvSpPr/>
          <p:nvPr/>
        </p:nvSpPr>
        <p:spPr>
          <a:xfrm>
            <a:off x="3861328" y="3369119"/>
            <a:ext cx="731520" cy="79533"/>
          </a:xfrm>
          <a:prstGeom prst="rect">
            <a:avLst/>
          </a:prstGeom>
          <a:solidFill>
            <a:srgbClr val="FFFFFF"/>
          </a:solidFill>
          <a:ln w="6350">
            <a:solidFill>
              <a:srgbClr val="E2E2E2"/>
            </a:solidFill>
            <a:prstDash val="solid"/>
          </a:ln>
        </p:spPr>
      </p:sp>
      <p:sp>
        <p:nvSpPr>
          <p:cNvPr id="207" name="Shape 199"/>
          <p:cNvSpPr/>
          <p:nvPr/>
        </p:nvSpPr>
        <p:spPr>
          <a:xfrm>
            <a:off x="587776" y="3448652"/>
            <a:ext cx="256032" cy="79533"/>
          </a:xfrm>
          <a:prstGeom prst="rect">
            <a:avLst/>
          </a:prstGeom>
          <a:solidFill>
            <a:srgbClr val="F8F9FA"/>
          </a:solidFill>
          <a:ln w="6350">
            <a:solidFill>
              <a:srgbClr val="DDDDDD"/>
            </a:solidFill>
            <a:prstDash val="solid"/>
          </a:ln>
        </p:spPr>
      </p:sp>
      <p:sp>
        <p:nvSpPr>
          <p:cNvPr id="208" name="Text 200"/>
          <p:cNvSpPr txBox="1"/>
          <p:nvPr/>
        </p:nvSpPr>
        <p:spPr>
          <a:xfrm>
            <a:off x="587776" y="344865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11</a:t>
            </a:r>
            <a:endParaRPr lang="en-US" sz="650" dirty="0"/>
          </a:p>
        </p:txBody>
      </p:sp>
      <p:sp>
        <p:nvSpPr>
          <p:cNvPr id="209" name="Shape 201"/>
          <p:cNvSpPr/>
          <p:nvPr/>
        </p:nvSpPr>
        <p:spPr>
          <a:xfrm>
            <a:off x="843808" y="3448652"/>
            <a:ext cx="320040" cy="79533"/>
          </a:xfrm>
          <a:prstGeom prst="rect">
            <a:avLst/>
          </a:prstGeom>
          <a:solidFill>
            <a:srgbClr val="FFFFFF"/>
          </a:solidFill>
          <a:ln w="6350">
            <a:solidFill>
              <a:srgbClr val="E2E2E2"/>
            </a:solidFill>
            <a:prstDash val="solid"/>
          </a:ln>
        </p:spPr>
      </p:sp>
      <p:sp>
        <p:nvSpPr>
          <p:cNvPr id="210" name="Shape 202"/>
          <p:cNvSpPr/>
          <p:nvPr/>
        </p:nvSpPr>
        <p:spPr>
          <a:xfrm>
            <a:off x="1163848" y="3448652"/>
            <a:ext cx="868680" cy="79533"/>
          </a:xfrm>
          <a:prstGeom prst="rect">
            <a:avLst/>
          </a:prstGeom>
          <a:solidFill>
            <a:srgbClr val="FFFFFF"/>
          </a:solidFill>
          <a:ln w="6350">
            <a:solidFill>
              <a:srgbClr val="E2E2E2"/>
            </a:solidFill>
            <a:prstDash val="solid"/>
          </a:ln>
        </p:spPr>
      </p:sp>
      <p:sp>
        <p:nvSpPr>
          <p:cNvPr id="211" name="Text 203"/>
          <p:cNvSpPr txBox="1"/>
          <p:nvPr/>
        </p:nvSpPr>
        <p:spPr>
          <a:xfrm>
            <a:off x="1191280" y="3448652"/>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a:t>
            </a:r>
            <a:endParaRPr lang="en-US" sz="600" dirty="0"/>
          </a:p>
        </p:txBody>
      </p:sp>
      <p:sp>
        <p:nvSpPr>
          <p:cNvPr id="212" name="Shape 204"/>
          <p:cNvSpPr/>
          <p:nvPr/>
        </p:nvSpPr>
        <p:spPr>
          <a:xfrm>
            <a:off x="2032528" y="3448652"/>
            <a:ext cx="640080" cy="79533"/>
          </a:xfrm>
          <a:prstGeom prst="rect">
            <a:avLst/>
          </a:prstGeom>
          <a:solidFill>
            <a:srgbClr val="FFFFFF"/>
          </a:solidFill>
          <a:ln w="6350">
            <a:solidFill>
              <a:srgbClr val="E2E2E2"/>
            </a:solidFill>
            <a:prstDash val="solid"/>
          </a:ln>
        </p:spPr>
      </p:sp>
      <p:sp>
        <p:nvSpPr>
          <p:cNvPr id="213" name="Text 205"/>
          <p:cNvSpPr txBox="1"/>
          <p:nvPr/>
        </p:nvSpPr>
        <p:spPr>
          <a:xfrm>
            <a:off x="2059960" y="3448652"/>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663</a:t>
            </a:r>
            <a:endParaRPr lang="en-US" sz="600" dirty="0"/>
          </a:p>
        </p:txBody>
      </p:sp>
      <p:sp>
        <p:nvSpPr>
          <p:cNvPr id="214" name="Shape 206"/>
          <p:cNvSpPr/>
          <p:nvPr/>
        </p:nvSpPr>
        <p:spPr>
          <a:xfrm>
            <a:off x="2672608" y="3448652"/>
            <a:ext cx="640080" cy="79533"/>
          </a:xfrm>
          <a:prstGeom prst="rect">
            <a:avLst/>
          </a:prstGeom>
          <a:solidFill>
            <a:srgbClr val="FFFFFF"/>
          </a:solidFill>
          <a:ln w="6350">
            <a:solidFill>
              <a:srgbClr val="E2E2E2"/>
            </a:solidFill>
            <a:prstDash val="solid"/>
          </a:ln>
        </p:spPr>
      </p:sp>
      <p:sp>
        <p:nvSpPr>
          <p:cNvPr id="215" name="Text 207"/>
          <p:cNvSpPr txBox="1"/>
          <p:nvPr/>
        </p:nvSpPr>
        <p:spPr>
          <a:xfrm>
            <a:off x="2700040" y="3448652"/>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648</a:t>
            </a:r>
            <a:endParaRPr lang="en-US" sz="600" dirty="0"/>
          </a:p>
        </p:txBody>
      </p:sp>
      <p:sp>
        <p:nvSpPr>
          <p:cNvPr id="216" name="Shape 208"/>
          <p:cNvSpPr/>
          <p:nvPr/>
        </p:nvSpPr>
        <p:spPr>
          <a:xfrm>
            <a:off x="3312688" y="3448652"/>
            <a:ext cx="548640" cy="79533"/>
          </a:xfrm>
          <a:prstGeom prst="rect">
            <a:avLst/>
          </a:prstGeom>
          <a:solidFill>
            <a:srgbClr val="FFFFFF"/>
          </a:solidFill>
          <a:ln w="6350">
            <a:solidFill>
              <a:srgbClr val="E2E2E2"/>
            </a:solidFill>
            <a:prstDash val="solid"/>
          </a:ln>
        </p:spPr>
      </p:sp>
      <p:sp>
        <p:nvSpPr>
          <p:cNvPr id="217" name="Text 209"/>
          <p:cNvSpPr txBox="1"/>
          <p:nvPr/>
        </p:nvSpPr>
        <p:spPr>
          <a:xfrm>
            <a:off x="3340120" y="3448652"/>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680</a:t>
            </a:r>
            <a:endParaRPr lang="en-US" sz="600" dirty="0"/>
          </a:p>
        </p:txBody>
      </p:sp>
      <p:sp>
        <p:nvSpPr>
          <p:cNvPr id="218" name="Shape 210"/>
          <p:cNvSpPr/>
          <p:nvPr/>
        </p:nvSpPr>
        <p:spPr>
          <a:xfrm>
            <a:off x="3861328" y="3448652"/>
            <a:ext cx="731520" cy="79533"/>
          </a:xfrm>
          <a:prstGeom prst="rect">
            <a:avLst/>
          </a:prstGeom>
          <a:solidFill>
            <a:srgbClr val="FFFFFF"/>
          </a:solidFill>
          <a:ln w="6350">
            <a:solidFill>
              <a:srgbClr val="E2E2E2"/>
            </a:solidFill>
            <a:prstDash val="solid"/>
          </a:ln>
        </p:spPr>
      </p:sp>
      <p:sp>
        <p:nvSpPr>
          <p:cNvPr id="219" name="Shape 211"/>
          <p:cNvSpPr/>
          <p:nvPr/>
        </p:nvSpPr>
        <p:spPr>
          <a:xfrm>
            <a:off x="587776" y="3528185"/>
            <a:ext cx="256032" cy="79533"/>
          </a:xfrm>
          <a:prstGeom prst="rect">
            <a:avLst/>
          </a:prstGeom>
          <a:solidFill>
            <a:srgbClr val="F8F9FA"/>
          </a:solidFill>
          <a:ln w="6350">
            <a:solidFill>
              <a:srgbClr val="DDDDDD"/>
            </a:solidFill>
            <a:prstDash val="solid"/>
          </a:ln>
        </p:spPr>
      </p:sp>
      <p:sp>
        <p:nvSpPr>
          <p:cNvPr id="220" name="Text 212"/>
          <p:cNvSpPr txBox="1"/>
          <p:nvPr/>
        </p:nvSpPr>
        <p:spPr>
          <a:xfrm>
            <a:off x="587776" y="352818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12</a:t>
            </a:r>
            <a:endParaRPr lang="en-US" sz="650" dirty="0"/>
          </a:p>
        </p:txBody>
      </p:sp>
      <p:sp>
        <p:nvSpPr>
          <p:cNvPr id="221" name="Shape 213"/>
          <p:cNvSpPr/>
          <p:nvPr/>
        </p:nvSpPr>
        <p:spPr>
          <a:xfrm>
            <a:off x="843808" y="3528185"/>
            <a:ext cx="320040" cy="79533"/>
          </a:xfrm>
          <a:prstGeom prst="rect">
            <a:avLst/>
          </a:prstGeom>
          <a:solidFill>
            <a:srgbClr val="FFFFFF"/>
          </a:solidFill>
          <a:ln w="6350">
            <a:solidFill>
              <a:srgbClr val="E2E2E2"/>
            </a:solidFill>
            <a:prstDash val="solid"/>
          </a:ln>
        </p:spPr>
      </p:sp>
      <p:sp>
        <p:nvSpPr>
          <p:cNvPr id="222" name="Shape 214"/>
          <p:cNvSpPr/>
          <p:nvPr/>
        </p:nvSpPr>
        <p:spPr>
          <a:xfrm>
            <a:off x="1163848" y="3528185"/>
            <a:ext cx="868680" cy="79533"/>
          </a:xfrm>
          <a:prstGeom prst="rect">
            <a:avLst/>
          </a:prstGeom>
          <a:solidFill>
            <a:srgbClr val="FFFFFF"/>
          </a:solidFill>
          <a:ln w="6350">
            <a:solidFill>
              <a:srgbClr val="E2E2E2"/>
            </a:solidFill>
            <a:prstDash val="solid"/>
          </a:ln>
        </p:spPr>
      </p:sp>
      <p:sp>
        <p:nvSpPr>
          <p:cNvPr id="223" name="Text 215"/>
          <p:cNvSpPr txBox="1"/>
          <p:nvPr/>
        </p:nvSpPr>
        <p:spPr>
          <a:xfrm>
            <a:off x="1191280" y="352818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Tertinggi</a:t>
            </a:r>
            <a:endParaRPr lang="en-US" sz="600" dirty="0"/>
          </a:p>
        </p:txBody>
      </p:sp>
      <p:sp>
        <p:nvSpPr>
          <p:cNvPr id="224" name="Shape 216"/>
          <p:cNvSpPr/>
          <p:nvPr/>
        </p:nvSpPr>
        <p:spPr>
          <a:xfrm>
            <a:off x="2032528" y="3528185"/>
            <a:ext cx="640080" cy="79533"/>
          </a:xfrm>
          <a:prstGeom prst="rect">
            <a:avLst/>
          </a:prstGeom>
          <a:solidFill>
            <a:srgbClr val="FFFFFF"/>
          </a:solidFill>
          <a:ln w="6350">
            <a:solidFill>
              <a:srgbClr val="E2E2E2"/>
            </a:solidFill>
            <a:prstDash val="solid"/>
          </a:ln>
        </p:spPr>
      </p:sp>
      <p:sp>
        <p:nvSpPr>
          <p:cNvPr id="225" name="Text 217"/>
          <p:cNvSpPr txBox="1"/>
          <p:nvPr/>
        </p:nvSpPr>
        <p:spPr>
          <a:xfrm>
            <a:off x="2059960" y="352818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226" name="Shape 218"/>
          <p:cNvSpPr/>
          <p:nvPr/>
        </p:nvSpPr>
        <p:spPr>
          <a:xfrm>
            <a:off x="2672608" y="3528185"/>
            <a:ext cx="640080" cy="79533"/>
          </a:xfrm>
          <a:prstGeom prst="rect">
            <a:avLst/>
          </a:prstGeom>
          <a:solidFill>
            <a:srgbClr val="FFFFFF"/>
          </a:solidFill>
          <a:ln w="6350">
            <a:solidFill>
              <a:srgbClr val="E2E2E2"/>
            </a:solidFill>
            <a:prstDash val="solid"/>
          </a:ln>
        </p:spPr>
      </p:sp>
      <p:sp>
        <p:nvSpPr>
          <p:cNvPr id="227" name="Text 219"/>
          <p:cNvSpPr txBox="1"/>
          <p:nvPr/>
        </p:nvSpPr>
        <p:spPr>
          <a:xfrm>
            <a:off x="2700040" y="352818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228" name="Shape 220"/>
          <p:cNvSpPr/>
          <p:nvPr/>
        </p:nvSpPr>
        <p:spPr>
          <a:xfrm>
            <a:off x="3312688" y="3528185"/>
            <a:ext cx="548640" cy="79533"/>
          </a:xfrm>
          <a:prstGeom prst="rect">
            <a:avLst/>
          </a:prstGeom>
          <a:solidFill>
            <a:srgbClr val="FFFFFF"/>
          </a:solidFill>
          <a:ln w="6350">
            <a:solidFill>
              <a:srgbClr val="E2E2E2"/>
            </a:solidFill>
            <a:prstDash val="solid"/>
          </a:ln>
        </p:spPr>
      </p:sp>
      <p:sp>
        <p:nvSpPr>
          <p:cNvPr id="229" name="Text 221"/>
          <p:cNvSpPr txBox="1"/>
          <p:nvPr/>
        </p:nvSpPr>
        <p:spPr>
          <a:xfrm>
            <a:off x="3340120" y="3528185"/>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230" name="Shape 222"/>
          <p:cNvSpPr/>
          <p:nvPr/>
        </p:nvSpPr>
        <p:spPr>
          <a:xfrm>
            <a:off x="3861328" y="3528185"/>
            <a:ext cx="731520" cy="79533"/>
          </a:xfrm>
          <a:prstGeom prst="rect">
            <a:avLst/>
          </a:prstGeom>
          <a:solidFill>
            <a:srgbClr val="FFFFFF"/>
          </a:solidFill>
          <a:ln w="6350">
            <a:solidFill>
              <a:srgbClr val="E2E2E2"/>
            </a:solidFill>
            <a:prstDash val="solid"/>
          </a:ln>
        </p:spPr>
      </p:sp>
      <p:sp>
        <p:nvSpPr>
          <p:cNvPr id="231" name="Shape 223"/>
          <p:cNvSpPr/>
          <p:nvPr/>
        </p:nvSpPr>
        <p:spPr>
          <a:xfrm>
            <a:off x="587776" y="3607718"/>
            <a:ext cx="256032" cy="79533"/>
          </a:xfrm>
          <a:prstGeom prst="rect">
            <a:avLst/>
          </a:prstGeom>
          <a:solidFill>
            <a:srgbClr val="F8F9FA"/>
          </a:solidFill>
          <a:ln w="6350">
            <a:solidFill>
              <a:srgbClr val="DDDDDD"/>
            </a:solidFill>
            <a:prstDash val="solid"/>
          </a:ln>
        </p:spPr>
      </p:sp>
      <p:sp>
        <p:nvSpPr>
          <p:cNvPr id="232" name="Text 224"/>
          <p:cNvSpPr txBox="1"/>
          <p:nvPr/>
        </p:nvSpPr>
        <p:spPr>
          <a:xfrm>
            <a:off x="587776" y="360771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13</a:t>
            </a:r>
            <a:endParaRPr lang="en-US" sz="650" dirty="0"/>
          </a:p>
        </p:txBody>
      </p:sp>
      <p:sp>
        <p:nvSpPr>
          <p:cNvPr id="233" name="Shape 225"/>
          <p:cNvSpPr/>
          <p:nvPr/>
        </p:nvSpPr>
        <p:spPr>
          <a:xfrm>
            <a:off x="843808" y="3607718"/>
            <a:ext cx="320040" cy="79533"/>
          </a:xfrm>
          <a:prstGeom prst="rect">
            <a:avLst/>
          </a:prstGeom>
          <a:solidFill>
            <a:srgbClr val="FFFFFF"/>
          </a:solidFill>
          <a:ln w="6350">
            <a:solidFill>
              <a:srgbClr val="E2E2E2"/>
            </a:solidFill>
            <a:prstDash val="solid"/>
          </a:ln>
        </p:spPr>
      </p:sp>
      <p:sp>
        <p:nvSpPr>
          <p:cNvPr id="234" name="Shape 226"/>
          <p:cNvSpPr/>
          <p:nvPr/>
        </p:nvSpPr>
        <p:spPr>
          <a:xfrm>
            <a:off x="1163848" y="3607718"/>
            <a:ext cx="868680" cy="79533"/>
          </a:xfrm>
          <a:prstGeom prst="rect">
            <a:avLst/>
          </a:prstGeom>
          <a:solidFill>
            <a:srgbClr val="FFFFFF"/>
          </a:solidFill>
          <a:ln w="6350">
            <a:solidFill>
              <a:srgbClr val="E2E2E2"/>
            </a:solidFill>
            <a:prstDash val="solid"/>
          </a:ln>
        </p:spPr>
      </p:sp>
      <p:sp>
        <p:nvSpPr>
          <p:cNvPr id="235" name="Text 227"/>
          <p:cNvSpPr txBox="1"/>
          <p:nvPr/>
        </p:nvSpPr>
        <p:spPr>
          <a:xfrm>
            <a:off x="1191280" y="360771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Terendah</a:t>
            </a:r>
            <a:endParaRPr lang="en-US" sz="600" dirty="0"/>
          </a:p>
        </p:txBody>
      </p:sp>
      <p:sp>
        <p:nvSpPr>
          <p:cNvPr id="236" name="Shape 228"/>
          <p:cNvSpPr/>
          <p:nvPr/>
        </p:nvSpPr>
        <p:spPr>
          <a:xfrm>
            <a:off x="2032528" y="3607718"/>
            <a:ext cx="640080" cy="79533"/>
          </a:xfrm>
          <a:prstGeom prst="rect">
            <a:avLst/>
          </a:prstGeom>
          <a:solidFill>
            <a:srgbClr val="FFFFFF"/>
          </a:solidFill>
          <a:ln w="6350">
            <a:solidFill>
              <a:srgbClr val="E2E2E2"/>
            </a:solidFill>
            <a:prstDash val="solid"/>
          </a:ln>
        </p:spPr>
      </p:sp>
      <p:sp>
        <p:nvSpPr>
          <p:cNvPr id="237" name="Text 229"/>
          <p:cNvSpPr txBox="1"/>
          <p:nvPr/>
        </p:nvSpPr>
        <p:spPr>
          <a:xfrm>
            <a:off x="2059960" y="360771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238" name="Shape 230"/>
          <p:cNvSpPr/>
          <p:nvPr/>
        </p:nvSpPr>
        <p:spPr>
          <a:xfrm>
            <a:off x="2672608" y="3607718"/>
            <a:ext cx="640080" cy="79533"/>
          </a:xfrm>
          <a:prstGeom prst="rect">
            <a:avLst/>
          </a:prstGeom>
          <a:solidFill>
            <a:srgbClr val="FFFFFF"/>
          </a:solidFill>
          <a:ln w="6350">
            <a:solidFill>
              <a:srgbClr val="E2E2E2"/>
            </a:solidFill>
            <a:prstDash val="solid"/>
          </a:ln>
        </p:spPr>
      </p:sp>
      <p:sp>
        <p:nvSpPr>
          <p:cNvPr id="239" name="Text 231"/>
          <p:cNvSpPr txBox="1"/>
          <p:nvPr/>
        </p:nvSpPr>
        <p:spPr>
          <a:xfrm>
            <a:off x="2700040" y="360771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240" name="Shape 232"/>
          <p:cNvSpPr/>
          <p:nvPr/>
        </p:nvSpPr>
        <p:spPr>
          <a:xfrm>
            <a:off x="3312688" y="3607718"/>
            <a:ext cx="548640" cy="79533"/>
          </a:xfrm>
          <a:prstGeom prst="rect">
            <a:avLst/>
          </a:prstGeom>
          <a:solidFill>
            <a:srgbClr val="FFFFFF"/>
          </a:solidFill>
          <a:ln w="6350">
            <a:solidFill>
              <a:srgbClr val="E2E2E2"/>
            </a:solidFill>
            <a:prstDash val="solid"/>
          </a:ln>
        </p:spPr>
      </p:sp>
      <p:sp>
        <p:nvSpPr>
          <p:cNvPr id="241" name="Text 233"/>
          <p:cNvSpPr txBox="1"/>
          <p:nvPr/>
        </p:nvSpPr>
        <p:spPr>
          <a:xfrm>
            <a:off x="3340120" y="3607718"/>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242" name="Shape 234"/>
          <p:cNvSpPr/>
          <p:nvPr/>
        </p:nvSpPr>
        <p:spPr>
          <a:xfrm>
            <a:off x="3861328" y="3607718"/>
            <a:ext cx="731520" cy="79533"/>
          </a:xfrm>
          <a:prstGeom prst="rect">
            <a:avLst/>
          </a:prstGeom>
          <a:solidFill>
            <a:srgbClr val="FFFFFF"/>
          </a:solidFill>
          <a:ln w="6350">
            <a:solidFill>
              <a:srgbClr val="E2E2E2"/>
            </a:solidFill>
            <a:prstDash val="solid"/>
          </a:ln>
        </p:spPr>
      </p:sp>
      <p:sp>
        <p:nvSpPr>
          <p:cNvPr id="243" name="Shape 235"/>
          <p:cNvSpPr/>
          <p:nvPr/>
        </p:nvSpPr>
        <p:spPr>
          <a:xfrm>
            <a:off x="587776" y="3687251"/>
            <a:ext cx="256032" cy="79533"/>
          </a:xfrm>
          <a:prstGeom prst="rect">
            <a:avLst/>
          </a:prstGeom>
          <a:solidFill>
            <a:srgbClr val="F8F9FA"/>
          </a:solidFill>
          <a:ln w="6350">
            <a:solidFill>
              <a:srgbClr val="DDDDDD"/>
            </a:solidFill>
            <a:prstDash val="solid"/>
          </a:ln>
        </p:spPr>
      </p:sp>
      <p:sp>
        <p:nvSpPr>
          <p:cNvPr id="244" name="Text 236"/>
          <p:cNvSpPr txBox="1"/>
          <p:nvPr/>
        </p:nvSpPr>
        <p:spPr>
          <a:xfrm>
            <a:off x="587776" y="368725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14</a:t>
            </a:r>
            <a:endParaRPr lang="en-US" sz="650" dirty="0"/>
          </a:p>
        </p:txBody>
      </p:sp>
      <p:sp>
        <p:nvSpPr>
          <p:cNvPr id="245" name="Shape 237"/>
          <p:cNvSpPr/>
          <p:nvPr/>
        </p:nvSpPr>
        <p:spPr>
          <a:xfrm>
            <a:off x="843808" y="3687251"/>
            <a:ext cx="320040" cy="79533"/>
          </a:xfrm>
          <a:prstGeom prst="rect">
            <a:avLst/>
          </a:prstGeom>
          <a:solidFill>
            <a:srgbClr val="FFFFFF"/>
          </a:solidFill>
          <a:ln w="6350">
            <a:solidFill>
              <a:srgbClr val="E2E2E2"/>
            </a:solidFill>
            <a:prstDash val="solid"/>
          </a:ln>
        </p:spPr>
      </p:sp>
      <p:sp>
        <p:nvSpPr>
          <p:cNvPr id="246" name="Shape 238"/>
          <p:cNvSpPr/>
          <p:nvPr/>
        </p:nvSpPr>
        <p:spPr>
          <a:xfrm>
            <a:off x="1163848" y="3687251"/>
            <a:ext cx="868680" cy="79533"/>
          </a:xfrm>
          <a:prstGeom prst="rect">
            <a:avLst/>
          </a:prstGeom>
          <a:solidFill>
            <a:srgbClr val="FFFFFF"/>
          </a:solidFill>
          <a:ln w="6350">
            <a:solidFill>
              <a:srgbClr val="E2E2E2"/>
            </a:solidFill>
            <a:prstDash val="solid"/>
          </a:ln>
        </p:spPr>
      </p:sp>
      <p:sp>
        <p:nvSpPr>
          <p:cNvPr id="247" name="Text 239"/>
          <p:cNvSpPr txBox="1"/>
          <p:nvPr/>
        </p:nvSpPr>
        <p:spPr>
          <a:xfrm>
            <a:off x="1191280" y="368725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Banyak data</a:t>
            </a:r>
            <a:endParaRPr lang="en-US" sz="600" dirty="0"/>
          </a:p>
        </p:txBody>
      </p:sp>
      <p:sp>
        <p:nvSpPr>
          <p:cNvPr id="248" name="Shape 240"/>
          <p:cNvSpPr/>
          <p:nvPr/>
        </p:nvSpPr>
        <p:spPr>
          <a:xfrm>
            <a:off x="2032528" y="3687251"/>
            <a:ext cx="640080" cy="79533"/>
          </a:xfrm>
          <a:prstGeom prst="rect">
            <a:avLst/>
          </a:prstGeom>
          <a:solidFill>
            <a:srgbClr val="FFFFFF"/>
          </a:solidFill>
          <a:ln w="6350">
            <a:solidFill>
              <a:srgbClr val="E2E2E2"/>
            </a:solidFill>
            <a:prstDash val="solid"/>
          </a:ln>
        </p:spPr>
      </p:sp>
      <p:sp>
        <p:nvSpPr>
          <p:cNvPr id="249" name="Text 241"/>
          <p:cNvSpPr txBox="1"/>
          <p:nvPr/>
        </p:nvSpPr>
        <p:spPr>
          <a:xfrm>
            <a:off x="2059960" y="368725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250" name="Shape 242"/>
          <p:cNvSpPr/>
          <p:nvPr/>
        </p:nvSpPr>
        <p:spPr>
          <a:xfrm>
            <a:off x="2672608" y="3687251"/>
            <a:ext cx="640080" cy="79533"/>
          </a:xfrm>
          <a:prstGeom prst="rect">
            <a:avLst/>
          </a:prstGeom>
          <a:solidFill>
            <a:srgbClr val="FFFFFF"/>
          </a:solidFill>
          <a:ln w="6350">
            <a:solidFill>
              <a:srgbClr val="E2E2E2"/>
            </a:solidFill>
            <a:prstDash val="solid"/>
          </a:ln>
        </p:spPr>
      </p:sp>
      <p:sp>
        <p:nvSpPr>
          <p:cNvPr id="251" name="Text 243"/>
          <p:cNvSpPr txBox="1"/>
          <p:nvPr/>
        </p:nvSpPr>
        <p:spPr>
          <a:xfrm>
            <a:off x="2700040" y="368725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252" name="Shape 244"/>
          <p:cNvSpPr/>
          <p:nvPr/>
        </p:nvSpPr>
        <p:spPr>
          <a:xfrm>
            <a:off x="3312688" y="3687251"/>
            <a:ext cx="548640" cy="79533"/>
          </a:xfrm>
          <a:prstGeom prst="rect">
            <a:avLst/>
          </a:prstGeom>
          <a:solidFill>
            <a:srgbClr val="FFFFFF"/>
          </a:solidFill>
          <a:ln w="6350">
            <a:solidFill>
              <a:srgbClr val="E2E2E2"/>
            </a:solidFill>
            <a:prstDash val="solid"/>
          </a:ln>
        </p:spPr>
      </p:sp>
      <p:sp>
        <p:nvSpPr>
          <p:cNvPr id="253" name="Text 245"/>
          <p:cNvSpPr txBox="1"/>
          <p:nvPr/>
        </p:nvSpPr>
        <p:spPr>
          <a:xfrm>
            <a:off x="3340120" y="3687251"/>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254" name="Shape 246"/>
          <p:cNvSpPr/>
          <p:nvPr/>
        </p:nvSpPr>
        <p:spPr>
          <a:xfrm>
            <a:off x="3861328" y="3687251"/>
            <a:ext cx="731520" cy="79533"/>
          </a:xfrm>
          <a:prstGeom prst="rect">
            <a:avLst/>
          </a:prstGeom>
          <a:solidFill>
            <a:srgbClr val="FFFFFF"/>
          </a:solidFill>
          <a:ln w="6350">
            <a:solidFill>
              <a:srgbClr val="E2E2E2"/>
            </a:solidFill>
            <a:prstDash val="solid"/>
          </a:ln>
        </p:spPr>
      </p:sp>
      <p:sp>
        <p:nvSpPr>
          <p:cNvPr id="255" name="Shape 247"/>
          <p:cNvSpPr/>
          <p:nvPr/>
        </p:nvSpPr>
        <p:spPr>
          <a:xfrm>
            <a:off x="2032528" y="3448652"/>
            <a:ext cx="1828800" cy="318132"/>
          </a:xfrm>
          <a:prstGeom prst="rect">
            <a:avLst/>
          </a:prstGeom>
          <a:solidFill>
            <a:srgbClr val="1A73E8">
              <a:alpha val="12000"/>
            </a:srgbClr>
          </a:solidFill>
          <a:ln w="19050">
            <a:solidFill>
              <a:srgbClr val="1A73E8"/>
            </a:solidFill>
            <a:prstDash val="solid"/>
          </a:ln>
        </p:spPr>
      </p:sp>
      <p:sp>
        <p:nvSpPr>
          <p:cNvPr id="256" name="Shape 248"/>
          <p:cNvSpPr/>
          <p:nvPr/>
        </p:nvSpPr>
        <p:spPr>
          <a:xfrm>
            <a:off x="587776" y="3794216"/>
            <a:ext cx="4950927" cy="201168"/>
          </a:xfrm>
          <a:prstGeom prst="rect">
            <a:avLst/>
          </a:prstGeom>
          <a:solidFill>
            <a:srgbClr val="F8F9FA"/>
          </a:solidFill>
          <a:ln w="12700">
            <a:solidFill>
              <a:srgbClr val="F8F9FA"/>
            </a:solidFill>
            <a:prstDash val="solid"/>
          </a:ln>
        </p:spPr>
      </p:sp>
      <p:sp>
        <p:nvSpPr>
          <p:cNvPr id="257" name="Text 24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58" name="Shape 250"/>
          <p:cNvSpPr/>
          <p:nvPr/>
        </p:nvSpPr>
        <p:spPr>
          <a:xfrm>
            <a:off x="1136416" y="3794216"/>
            <a:ext cx="731520" cy="201168"/>
          </a:xfrm>
          <a:prstGeom prst="rect">
            <a:avLst/>
          </a:prstGeom>
          <a:solidFill>
            <a:srgbClr val="E1EFFE"/>
          </a:solidFill>
          <a:ln w="12700">
            <a:solidFill>
              <a:srgbClr val="E1EFFE"/>
            </a:solidFill>
            <a:prstDash val="solid"/>
          </a:ln>
        </p:spPr>
      </p:sp>
      <p:sp>
        <p:nvSpPr>
          <p:cNvPr id="259" name="Text 25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60" name="Shape 252"/>
          <p:cNvSpPr/>
          <p:nvPr/>
        </p:nvSpPr>
        <p:spPr>
          <a:xfrm>
            <a:off x="2014240" y="3430364"/>
            <a:ext cx="1865376" cy="354708"/>
          </a:xfrm>
          <a:prstGeom prst="roundRect">
            <a:avLst>
              <a:gd name="adj" fmla="val 12889"/>
            </a:avLst>
          </a:prstGeom>
          <a:solidFill>
            <a:srgbClr val="FFFFFF">
              <a:alpha val="0"/>
            </a:srgbClr>
          </a:solidFill>
          <a:ln w="31750">
            <a:solidFill>
              <a:srgbClr val="E53935"/>
            </a:solidFill>
            <a:prstDash val="solid"/>
          </a:ln>
        </p:spPr>
      </p:sp>
      <p:sp>
        <p:nvSpPr>
          <p:cNvPr id="261" name="Shape 253"/>
          <p:cNvSpPr/>
          <p:nvPr/>
        </p:nvSpPr>
        <p:spPr>
          <a:xfrm>
            <a:off x="3742456" y="3293204"/>
            <a:ext cx="274320" cy="274320"/>
          </a:xfrm>
          <a:prstGeom prst="ellipse">
            <a:avLst/>
          </a:prstGeom>
          <a:solidFill>
            <a:srgbClr val="E53935"/>
          </a:solidFill>
          <a:ln w="12700">
            <a:solidFill>
              <a:srgbClr val="FFFFFF"/>
            </a:solidFill>
            <a:prstDash val="solid"/>
          </a:ln>
        </p:spPr>
      </p:sp>
      <p:sp>
        <p:nvSpPr>
          <p:cNvPr id="262" name="Text 254"/>
          <p:cNvSpPr txBox="1"/>
          <p:nvPr/>
        </p:nvSpPr>
        <p:spPr>
          <a:xfrm>
            <a:off x="3742456" y="32932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263" name="Image 6" descr="preencoded.png">    </p:cNvPr>
          <p:cNvPicPr>
            <a:picLocks noChangeAspect="1"/>
          </p:cNvPicPr>
          <p:nvPr/>
        </p:nvPicPr>
        <p:blipFill>
          <a:blip r:embed="rId7"/>
          <a:stretch>
            <a:fillRect/>
          </a:stretch>
        </p:blipFill>
        <p:spPr>
          <a:xfrm>
            <a:off x="3038368" y="3623625"/>
            <a:ext cx="237744" cy="237744"/>
          </a:xfrm>
          <a:prstGeom prst="rect">
            <a:avLst/>
          </a:prstGeom>
        </p:spPr>
      </p:pic>
      <p:sp>
        <p:nvSpPr>
          <p:cNvPr id="264" name="Text 2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65" name="Text 2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Seret ke kanan sampai kolom E</a:t>
            </a:r>
            <a:endParaRPr lang="en-US" sz="1800" dirty="0"/>
          </a:p>
        </p:txBody>
      </p:sp>
      <p:sp>
        <p:nvSpPr>
          <p:cNvPr id="266" name="Text 2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C11 sampai C14. Seret fill handle ke kanan sampai kolom E. Rumus menyesuaikan untuk B. Arab dan TIK.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C5</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90</a:t>
            </a:r>
            <a:endParaRPr lang="en-US" sz="800" dirty="0"/>
          </a:p>
        </p:txBody>
      </p:sp>
      <p:sp>
        <p:nvSpPr>
          <p:cNvPr id="60" name="Shape 52"/>
          <p:cNvSpPr/>
          <p:nvPr/>
        </p:nvSpPr>
        <p:spPr>
          <a:xfrm>
            <a:off x="587776" y="2573789"/>
            <a:ext cx="4950927" cy="79533"/>
          </a:xfrm>
          <a:prstGeom prst="rect">
            <a:avLst/>
          </a:prstGeom>
          <a:solidFill>
            <a:srgbClr val="F8F9FA"/>
          </a:solidFill>
          <a:ln w="12700">
            <a:solidFill>
              <a:srgbClr val="F8F9FA"/>
            </a:solidFill>
            <a:prstDash val="solid"/>
          </a:ln>
        </p:spPr>
      </p:sp>
      <p:sp>
        <p:nvSpPr>
          <p:cNvPr id="61" name="Shape 53"/>
          <p:cNvSpPr/>
          <p:nvPr/>
        </p:nvSpPr>
        <p:spPr>
          <a:xfrm>
            <a:off x="843808" y="2573789"/>
            <a:ext cx="320040" cy="79533"/>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79533"/>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79533"/>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79533"/>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79533"/>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79533"/>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79533"/>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53322"/>
            <a:ext cx="256032" cy="79533"/>
          </a:xfrm>
          <a:prstGeom prst="rect">
            <a:avLst/>
          </a:prstGeom>
          <a:solidFill>
            <a:srgbClr val="F8F9FA"/>
          </a:solidFill>
          <a:ln w="6350">
            <a:solidFill>
              <a:srgbClr val="DDDDDD"/>
            </a:solidFill>
            <a:prstDash val="solid"/>
          </a:ln>
        </p:spPr>
      </p:sp>
      <p:sp>
        <p:nvSpPr>
          <p:cNvPr id="74" name="Text 66"/>
          <p:cNvSpPr txBox="1"/>
          <p:nvPr/>
        </p:nvSpPr>
        <p:spPr>
          <a:xfrm>
            <a:off x="587776" y="265332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53322"/>
            <a:ext cx="320040" cy="79533"/>
          </a:xfrm>
          <a:prstGeom prst="rect">
            <a:avLst/>
          </a:prstGeom>
          <a:solidFill>
            <a:srgbClr val="0F4C3A"/>
          </a:solidFill>
          <a:ln w="6350">
            <a:solidFill>
              <a:srgbClr val="E2E2E2"/>
            </a:solidFill>
            <a:prstDash val="solid"/>
          </a:ln>
        </p:spPr>
      </p:sp>
      <p:sp>
        <p:nvSpPr>
          <p:cNvPr id="76" name="Text 68"/>
          <p:cNvSpPr txBox="1"/>
          <p:nvPr/>
        </p:nvSpPr>
        <p:spPr>
          <a:xfrm>
            <a:off x="871240" y="2653322"/>
            <a:ext cx="2651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53322"/>
            <a:ext cx="868680" cy="79533"/>
          </a:xfrm>
          <a:prstGeom prst="rect">
            <a:avLst/>
          </a:prstGeom>
          <a:solidFill>
            <a:srgbClr val="0F4C3A"/>
          </a:solidFill>
          <a:ln w="6350">
            <a:solidFill>
              <a:srgbClr val="E2E2E2"/>
            </a:solidFill>
            <a:prstDash val="solid"/>
          </a:ln>
        </p:spPr>
      </p:sp>
      <p:sp>
        <p:nvSpPr>
          <p:cNvPr id="78" name="Text 70"/>
          <p:cNvSpPr txBox="1"/>
          <p:nvPr/>
        </p:nvSpPr>
        <p:spPr>
          <a:xfrm>
            <a:off x="1191280" y="2653322"/>
            <a:ext cx="8138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53322"/>
            <a:ext cx="640080" cy="79533"/>
          </a:xfrm>
          <a:prstGeom prst="rect">
            <a:avLst/>
          </a:prstGeom>
          <a:solidFill>
            <a:srgbClr val="0F4C3A"/>
          </a:solidFill>
          <a:ln w="6350">
            <a:solidFill>
              <a:srgbClr val="E2E2E2"/>
            </a:solidFill>
            <a:prstDash val="solid"/>
          </a:ln>
        </p:spPr>
      </p:sp>
      <p:sp>
        <p:nvSpPr>
          <p:cNvPr id="80" name="Text 72"/>
          <p:cNvSpPr txBox="1"/>
          <p:nvPr/>
        </p:nvSpPr>
        <p:spPr>
          <a:xfrm>
            <a:off x="205996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53322"/>
            <a:ext cx="640080" cy="79533"/>
          </a:xfrm>
          <a:prstGeom prst="rect">
            <a:avLst/>
          </a:prstGeom>
          <a:solidFill>
            <a:srgbClr val="0F4C3A"/>
          </a:solidFill>
          <a:ln w="6350">
            <a:solidFill>
              <a:srgbClr val="E2E2E2"/>
            </a:solidFill>
            <a:prstDash val="solid"/>
          </a:ln>
        </p:spPr>
      </p:sp>
      <p:sp>
        <p:nvSpPr>
          <p:cNvPr id="82" name="Text 74"/>
          <p:cNvSpPr txBox="1"/>
          <p:nvPr/>
        </p:nvSpPr>
        <p:spPr>
          <a:xfrm>
            <a:off x="2700040" y="2653322"/>
            <a:ext cx="58521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53322"/>
            <a:ext cx="548640" cy="79533"/>
          </a:xfrm>
          <a:prstGeom prst="rect">
            <a:avLst/>
          </a:prstGeom>
          <a:solidFill>
            <a:srgbClr val="0F4C3A"/>
          </a:solidFill>
          <a:ln w="6350">
            <a:solidFill>
              <a:srgbClr val="E2E2E2"/>
            </a:solidFill>
            <a:prstDash val="solid"/>
          </a:ln>
        </p:spPr>
      </p:sp>
      <p:sp>
        <p:nvSpPr>
          <p:cNvPr id="84" name="Text 76"/>
          <p:cNvSpPr txBox="1"/>
          <p:nvPr/>
        </p:nvSpPr>
        <p:spPr>
          <a:xfrm>
            <a:off x="3340120" y="2653322"/>
            <a:ext cx="49377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53322"/>
            <a:ext cx="731520" cy="79533"/>
          </a:xfrm>
          <a:prstGeom prst="rect">
            <a:avLst/>
          </a:prstGeom>
          <a:solidFill>
            <a:srgbClr val="0F4C3A"/>
          </a:solidFill>
          <a:ln w="6350">
            <a:solidFill>
              <a:srgbClr val="E2E2E2"/>
            </a:solidFill>
            <a:prstDash val="solid"/>
          </a:ln>
        </p:spPr>
      </p:sp>
      <p:sp>
        <p:nvSpPr>
          <p:cNvPr id="86" name="Text 78"/>
          <p:cNvSpPr txBox="1"/>
          <p:nvPr/>
        </p:nvSpPr>
        <p:spPr>
          <a:xfrm>
            <a:off x="3888760" y="2653322"/>
            <a:ext cx="676656" cy="79533"/>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732855"/>
            <a:ext cx="256032" cy="79533"/>
          </a:xfrm>
          <a:prstGeom prst="rect">
            <a:avLst/>
          </a:prstGeom>
          <a:solidFill>
            <a:srgbClr val="F8F9FA"/>
          </a:solidFill>
          <a:ln w="6350">
            <a:solidFill>
              <a:srgbClr val="DDDDDD"/>
            </a:solidFill>
            <a:prstDash val="solid"/>
          </a:ln>
        </p:spPr>
      </p:sp>
      <p:sp>
        <p:nvSpPr>
          <p:cNvPr id="88" name="Text 80"/>
          <p:cNvSpPr txBox="1"/>
          <p:nvPr/>
        </p:nvSpPr>
        <p:spPr>
          <a:xfrm>
            <a:off x="587776" y="273285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732855"/>
            <a:ext cx="320040" cy="79533"/>
          </a:xfrm>
          <a:prstGeom prst="rect">
            <a:avLst/>
          </a:prstGeom>
          <a:solidFill>
            <a:srgbClr val="FFFFFF"/>
          </a:solidFill>
          <a:ln w="6350">
            <a:solidFill>
              <a:srgbClr val="E2E2E2"/>
            </a:solidFill>
            <a:prstDash val="solid"/>
          </a:ln>
        </p:spPr>
      </p:sp>
      <p:sp>
        <p:nvSpPr>
          <p:cNvPr id="90" name="Text 82"/>
          <p:cNvSpPr txBox="1"/>
          <p:nvPr/>
        </p:nvSpPr>
        <p:spPr>
          <a:xfrm>
            <a:off x="871240" y="2732855"/>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732855"/>
            <a:ext cx="868680" cy="79533"/>
          </a:xfrm>
          <a:prstGeom prst="rect">
            <a:avLst/>
          </a:prstGeom>
          <a:solidFill>
            <a:srgbClr val="FFFFFF"/>
          </a:solidFill>
          <a:ln w="6350">
            <a:solidFill>
              <a:srgbClr val="E2E2E2"/>
            </a:solidFill>
            <a:prstDash val="solid"/>
          </a:ln>
        </p:spPr>
      </p:sp>
      <p:sp>
        <p:nvSpPr>
          <p:cNvPr id="92" name="Text 84"/>
          <p:cNvSpPr txBox="1"/>
          <p:nvPr/>
        </p:nvSpPr>
        <p:spPr>
          <a:xfrm>
            <a:off x="1191280" y="273285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732855"/>
            <a:ext cx="640080" cy="79533"/>
          </a:xfrm>
          <a:prstGeom prst="rect">
            <a:avLst/>
          </a:prstGeom>
          <a:solidFill>
            <a:srgbClr val="FFFFFF"/>
          </a:solidFill>
          <a:ln w="6350">
            <a:solidFill>
              <a:srgbClr val="E2E2E2"/>
            </a:solidFill>
            <a:prstDash val="solid"/>
          </a:ln>
        </p:spPr>
      </p:sp>
      <p:sp>
        <p:nvSpPr>
          <p:cNvPr id="94" name="Text 86"/>
          <p:cNvSpPr txBox="1"/>
          <p:nvPr/>
        </p:nvSpPr>
        <p:spPr>
          <a:xfrm>
            <a:off x="205996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732855"/>
            <a:ext cx="640080" cy="79533"/>
          </a:xfrm>
          <a:prstGeom prst="rect">
            <a:avLst/>
          </a:prstGeom>
          <a:solidFill>
            <a:srgbClr val="FFFFFF"/>
          </a:solidFill>
          <a:ln w="6350">
            <a:solidFill>
              <a:srgbClr val="E2E2E2"/>
            </a:solidFill>
            <a:prstDash val="solid"/>
          </a:ln>
        </p:spPr>
      </p:sp>
      <p:sp>
        <p:nvSpPr>
          <p:cNvPr id="96" name="Text 88"/>
          <p:cNvSpPr txBox="1"/>
          <p:nvPr/>
        </p:nvSpPr>
        <p:spPr>
          <a:xfrm>
            <a:off x="2700040" y="273285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732855"/>
            <a:ext cx="548640" cy="79533"/>
          </a:xfrm>
          <a:prstGeom prst="rect">
            <a:avLst/>
          </a:prstGeom>
          <a:solidFill>
            <a:srgbClr val="FFFFFF"/>
          </a:solidFill>
          <a:ln w="6350">
            <a:solidFill>
              <a:srgbClr val="E2E2E2"/>
            </a:solidFill>
            <a:prstDash val="solid"/>
          </a:ln>
        </p:spPr>
      </p:sp>
      <p:sp>
        <p:nvSpPr>
          <p:cNvPr id="98" name="Text 90"/>
          <p:cNvSpPr txBox="1"/>
          <p:nvPr/>
        </p:nvSpPr>
        <p:spPr>
          <a:xfrm>
            <a:off x="3340120" y="2732855"/>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732855"/>
            <a:ext cx="731520" cy="79533"/>
          </a:xfrm>
          <a:prstGeom prst="rect">
            <a:avLst/>
          </a:prstGeom>
          <a:solidFill>
            <a:srgbClr val="FFFFFF"/>
          </a:solidFill>
          <a:ln w="6350">
            <a:solidFill>
              <a:srgbClr val="E2E2E2"/>
            </a:solidFill>
            <a:prstDash val="solid"/>
          </a:ln>
        </p:spPr>
      </p:sp>
      <p:sp>
        <p:nvSpPr>
          <p:cNvPr id="100" name="Text 92"/>
          <p:cNvSpPr txBox="1"/>
          <p:nvPr/>
        </p:nvSpPr>
        <p:spPr>
          <a:xfrm>
            <a:off x="3888760" y="2732855"/>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812388"/>
            <a:ext cx="256032" cy="79533"/>
          </a:xfrm>
          <a:prstGeom prst="rect">
            <a:avLst/>
          </a:prstGeom>
          <a:solidFill>
            <a:srgbClr val="F8F9FA"/>
          </a:solidFill>
          <a:ln w="6350">
            <a:solidFill>
              <a:srgbClr val="DDDDDD"/>
            </a:solidFill>
            <a:prstDash val="solid"/>
          </a:ln>
        </p:spPr>
      </p:sp>
      <p:sp>
        <p:nvSpPr>
          <p:cNvPr id="102" name="Text 94"/>
          <p:cNvSpPr txBox="1"/>
          <p:nvPr/>
        </p:nvSpPr>
        <p:spPr>
          <a:xfrm>
            <a:off x="587776" y="281238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812388"/>
            <a:ext cx="320040" cy="79533"/>
          </a:xfrm>
          <a:prstGeom prst="rect">
            <a:avLst/>
          </a:prstGeom>
          <a:solidFill>
            <a:srgbClr val="FFFFFF"/>
          </a:solidFill>
          <a:ln w="6350">
            <a:solidFill>
              <a:srgbClr val="E2E2E2"/>
            </a:solidFill>
            <a:prstDash val="solid"/>
          </a:ln>
        </p:spPr>
      </p:sp>
      <p:sp>
        <p:nvSpPr>
          <p:cNvPr id="104" name="Text 96"/>
          <p:cNvSpPr txBox="1"/>
          <p:nvPr/>
        </p:nvSpPr>
        <p:spPr>
          <a:xfrm>
            <a:off x="871240" y="2812388"/>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812388"/>
            <a:ext cx="868680" cy="79533"/>
          </a:xfrm>
          <a:prstGeom prst="rect">
            <a:avLst/>
          </a:prstGeom>
          <a:solidFill>
            <a:srgbClr val="FFFFFF"/>
          </a:solidFill>
          <a:ln w="6350">
            <a:solidFill>
              <a:srgbClr val="E2E2E2"/>
            </a:solidFill>
            <a:prstDash val="solid"/>
          </a:ln>
        </p:spPr>
      </p:sp>
      <p:sp>
        <p:nvSpPr>
          <p:cNvPr id="106" name="Text 98"/>
          <p:cNvSpPr txBox="1"/>
          <p:nvPr/>
        </p:nvSpPr>
        <p:spPr>
          <a:xfrm>
            <a:off x="1191280" y="281238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812388"/>
            <a:ext cx="640080" cy="79533"/>
          </a:xfrm>
          <a:prstGeom prst="rect">
            <a:avLst/>
          </a:prstGeom>
          <a:solidFill>
            <a:srgbClr val="FFFFFF"/>
          </a:solidFill>
          <a:ln w="6350">
            <a:solidFill>
              <a:srgbClr val="E2E2E2"/>
            </a:solidFill>
            <a:prstDash val="solid"/>
          </a:ln>
        </p:spPr>
      </p:sp>
      <p:sp>
        <p:nvSpPr>
          <p:cNvPr id="108" name="Text 100"/>
          <p:cNvSpPr txBox="1"/>
          <p:nvPr/>
        </p:nvSpPr>
        <p:spPr>
          <a:xfrm>
            <a:off x="205996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812388"/>
            <a:ext cx="640080" cy="79533"/>
          </a:xfrm>
          <a:prstGeom prst="rect">
            <a:avLst/>
          </a:prstGeom>
          <a:solidFill>
            <a:srgbClr val="FFFFFF"/>
          </a:solidFill>
          <a:ln w="6350">
            <a:solidFill>
              <a:srgbClr val="E2E2E2"/>
            </a:solidFill>
            <a:prstDash val="solid"/>
          </a:ln>
        </p:spPr>
      </p:sp>
      <p:sp>
        <p:nvSpPr>
          <p:cNvPr id="110" name="Text 102"/>
          <p:cNvSpPr txBox="1"/>
          <p:nvPr/>
        </p:nvSpPr>
        <p:spPr>
          <a:xfrm>
            <a:off x="2700040" y="281238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812388"/>
            <a:ext cx="548640" cy="79533"/>
          </a:xfrm>
          <a:prstGeom prst="rect">
            <a:avLst/>
          </a:prstGeom>
          <a:solidFill>
            <a:srgbClr val="FFFFFF"/>
          </a:solidFill>
          <a:ln w="6350">
            <a:solidFill>
              <a:srgbClr val="E2E2E2"/>
            </a:solidFill>
            <a:prstDash val="solid"/>
          </a:ln>
        </p:spPr>
      </p:sp>
      <p:sp>
        <p:nvSpPr>
          <p:cNvPr id="112" name="Text 104"/>
          <p:cNvSpPr txBox="1"/>
          <p:nvPr/>
        </p:nvSpPr>
        <p:spPr>
          <a:xfrm>
            <a:off x="3340120" y="2812388"/>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812388"/>
            <a:ext cx="731520" cy="79533"/>
          </a:xfrm>
          <a:prstGeom prst="rect">
            <a:avLst/>
          </a:prstGeom>
          <a:solidFill>
            <a:srgbClr val="FFFFFF"/>
          </a:solidFill>
          <a:ln w="6350">
            <a:solidFill>
              <a:srgbClr val="E2E2E2"/>
            </a:solidFill>
            <a:prstDash val="solid"/>
          </a:ln>
        </p:spPr>
      </p:sp>
      <p:sp>
        <p:nvSpPr>
          <p:cNvPr id="114" name="Text 106"/>
          <p:cNvSpPr txBox="1"/>
          <p:nvPr/>
        </p:nvSpPr>
        <p:spPr>
          <a:xfrm>
            <a:off x="3888760" y="2812388"/>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2891921"/>
            <a:ext cx="256032" cy="79533"/>
          </a:xfrm>
          <a:prstGeom prst="rect">
            <a:avLst/>
          </a:prstGeom>
          <a:solidFill>
            <a:srgbClr val="F8F9FA"/>
          </a:solidFill>
          <a:ln w="6350">
            <a:solidFill>
              <a:srgbClr val="DDDDDD"/>
            </a:solidFill>
            <a:prstDash val="solid"/>
          </a:ln>
        </p:spPr>
      </p:sp>
      <p:sp>
        <p:nvSpPr>
          <p:cNvPr id="116" name="Text 108"/>
          <p:cNvSpPr txBox="1"/>
          <p:nvPr/>
        </p:nvSpPr>
        <p:spPr>
          <a:xfrm>
            <a:off x="587776" y="289192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2891921"/>
            <a:ext cx="320040" cy="79533"/>
          </a:xfrm>
          <a:prstGeom prst="rect">
            <a:avLst/>
          </a:prstGeom>
          <a:solidFill>
            <a:srgbClr val="FFFFFF"/>
          </a:solidFill>
          <a:ln w="6350">
            <a:solidFill>
              <a:srgbClr val="E2E2E2"/>
            </a:solidFill>
            <a:prstDash val="solid"/>
          </a:ln>
        </p:spPr>
      </p:sp>
      <p:sp>
        <p:nvSpPr>
          <p:cNvPr id="118" name="Text 110"/>
          <p:cNvSpPr txBox="1"/>
          <p:nvPr/>
        </p:nvSpPr>
        <p:spPr>
          <a:xfrm>
            <a:off x="871240" y="2891921"/>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2891921"/>
            <a:ext cx="868680" cy="79533"/>
          </a:xfrm>
          <a:prstGeom prst="rect">
            <a:avLst/>
          </a:prstGeom>
          <a:solidFill>
            <a:srgbClr val="FFFFFF"/>
          </a:solidFill>
          <a:ln w="6350">
            <a:solidFill>
              <a:srgbClr val="E2E2E2"/>
            </a:solidFill>
            <a:prstDash val="solid"/>
          </a:ln>
        </p:spPr>
      </p:sp>
      <p:sp>
        <p:nvSpPr>
          <p:cNvPr id="120" name="Text 112"/>
          <p:cNvSpPr txBox="1"/>
          <p:nvPr/>
        </p:nvSpPr>
        <p:spPr>
          <a:xfrm>
            <a:off x="1191280" y="289192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2891921"/>
            <a:ext cx="640080" cy="79533"/>
          </a:xfrm>
          <a:prstGeom prst="rect">
            <a:avLst/>
          </a:prstGeom>
          <a:solidFill>
            <a:srgbClr val="FFFFFF"/>
          </a:solidFill>
          <a:ln w="6350">
            <a:solidFill>
              <a:srgbClr val="E2E2E2"/>
            </a:solidFill>
            <a:prstDash val="solid"/>
          </a:ln>
        </p:spPr>
      </p:sp>
      <p:sp>
        <p:nvSpPr>
          <p:cNvPr id="122" name="Text 114"/>
          <p:cNvSpPr txBox="1"/>
          <p:nvPr/>
        </p:nvSpPr>
        <p:spPr>
          <a:xfrm>
            <a:off x="205996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2891921"/>
            <a:ext cx="640080" cy="79533"/>
          </a:xfrm>
          <a:prstGeom prst="rect">
            <a:avLst/>
          </a:prstGeom>
          <a:solidFill>
            <a:srgbClr val="FFFFFF"/>
          </a:solidFill>
          <a:ln w="6350">
            <a:solidFill>
              <a:srgbClr val="E2E2E2"/>
            </a:solidFill>
            <a:prstDash val="solid"/>
          </a:ln>
        </p:spPr>
      </p:sp>
      <p:sp>
        <p:nvSpPr>
          <p:cNvPr id="124" name="Text 116"/>
          <p:cNvSpPr txBox="1"/>
          <p:nvPr/>
        </p:nvSpPr>
        <p:spPr>
          <a:xfrm>
            <a:off x="2700040" y="289192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2891921"/>
            <a:ext cx="548640" cy="79533"/>
          </a:xfrm>
          <a:prstGeom prst="rect">
            <a:avLst/>
          </a:prstGeom>
          <a:solidFill>
            <a:srgbClr val="FFFFFF"/>
          </a:solidFill>
          <a:ln w="6350">
            <a:solidFill>
              <a:srgbClr val="E2E2E2"/>
            </a:solidFill>
            <a:prstDash val="solid"/>
          </a:ln>
        </p:spPr>
      </p:sp>
      <p:sp>
        <p:nvSpPr>
          <p:cNvPr id="126" name="Text 118"/>
          <p:cNvSpPr txBox="1"/>
          <p:nvPr/>
        </p:nvSpPr>
        <p:spPr>
          <a:xfrm>
            <a:off x="3340120" y="2891921"/>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2891921"/>
            <a:ext cx="731520" cy="79533"/>
          </a:xfrm>
          <a:prstGeom prst="rect">
            <a:avLst/>
          </a:prstGeom>
          <a:solidFill>
            <a:srgbClr val="FFFFFF"/>
          </a:solidFill>
          <a:ln w="6350">
            <a:solidFill>
              <a:srgbClr val="E2E2E2"/>
            </a:solidFill>
            <a:prstDash val="solid"/>
          </a:ln>
        </p:spPr>
      </p:sp>
      <p:sp>
        <p:nvSpPr>
          <p:cNvPr id="128" name="Text 120"/>
          <p:cNvSpPr txBox="1"/>
          <p:nvPr/>
        </p:nvSpPr>
        <p:spPr>
          <a:xfrm>
            <a:off x="3888760" y="2891921"/>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2971454"/>
            <a:ext cx="256032" cy="79533"/>
          </a:xfrm>
          <a:prstGeom prst="rect">
            <a:avLst/>
          </a:prstGeom>
          <a:solidFill>
            <a:srgbClr val="F8F9FA"/>
          </a:solidFill>
          <a:ln w="6350">
            <a:solidFill>
              <a:srgbClr val="DDDDDD"/>
            </a:solidFill>
            <a:prstDash val="solid"/>
          </a:ln>
        </p:spPr>
      </p:sp>
      <p:sp>
        <p:nvSpPr>
          <p:cNvPr id="130" name="Text 122"/>
          <p:cNvSpPr txBox="1"/>
          <p:nvPr/>
        </p:nvSpPr>
        <p:spPr>
          <a:xfrm>
            <a:off x="587776" y="2971454"/>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2971454"/>
            <a:ext cx="320040" cy="79533"/>
          </a:xfrm>
          <a:prstGeom prst="rect">
            <a:avLst/>
          </a:prstGeom>
          <a:solidFill>
            <a:srgbClr val="FFFFFF"/>
          </a:solidFill>
          <a:ln w="6350">
            <a:solidFill>
              <a:srgbClr val="E2E2E2"/>
            </a:solidFill>
            <a:prstDash val="solid"/>
          </a:ln>
        </p:spPr>
      </p:sp>
      <p:sp>
        <p:nvSpPr>
          <p:cNvPr id="132" name="Text 124"/>
          <p:cNvSpPr txBox="1"/>
          <p:nvPr/>
        </p:nvSpPr>
        <p:spPr>
          <a:xfrm>
            <a:off x="871240" y="2971454"/>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2971454"/>
            <a:ext cx="868680" cy="79533"/>
          </a:xfrm>
          <a:prstGeom prst="rect">
            <a:avLst/>
          </a:prstGeom>
          <a:solidFill>
            <a:srgbClr val="FFFFFF"/>
          </a:solidFill>
          <a:ln w="6350">
            <a:solidFill>
              <a:srgbClr val="E2E2E2"/>
            </a:solidFill>
            <a:prstDash val="solid"/>
          </a:ln>
        </p:spPr>
      </p:sp>
      <p:sp>
        <p:nvSpPr>
          <p:cNvPr id="134" name="Text 126"/>
          <p:cNvSpPr txBox="1"/>
          <p:nvPr/>
        </p:nvSpPr>
        <p:spPr>
          <a:xfrm>
            <a:off x="1191280" y="2971454"/>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2971454"/>
            <a:ext cx="640080" cy="79533"/>
          </a:xfrm>
          <a:prstGeom prst="rect">
            <a:avLst/>
          </a:prstGeom>
          <a:solidFill>
            <a:srgbClr val="FFFFFF"/>
          </a:solidFill>
          <a:ln w="6350">
            <a:solidFill>
              <a:srgbClr val="E2E2E2"/>
            </a:solidFill>
            <a:prstDash val="solid"/>
          </a:ln>
        </p:spPr>
      </p:sp>
      <p:sp>
        <p:nvSpPr>
          <p:cNvPr id="136" name="Text 128"/>
          <p:cNvSpPr txBox="1"/>
          <p:nvPr/>
        </p:nvSpPr>
        <p:spPr>
          <a:xfrm>
            <a:off x="205996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37" name="Shape 129"/>
          <p:cNvSpPr/>
          <p:nvPr/>
        </p:nvSpPr>
        <p:spPr>
          <a:xfrm>
            <a:off x="2672608" y="2971454"/>
            <a:ext cx="640080" cy="79533"/>
          </a:xfrm>
          <a:prstGeom prst="rect">
            <a:avLst/>
          </a:prstGeom>
          <a:solidFill>
            <a:srgbClr val="FFFFFF"/>
          </a:solidFill>
          <a:ln w="6350">
            <a:solidFill>
              <a:srgbClr val="E2E2E2"/>
            </a:solidFill>
            <a:prstDash val="solid"/>
          </a:ln>
        </p:spPr>
      </p:sp>
      <p:sp>
        <p:nvSpPr>
          <p:cNvPr id="138" name="Text 130"/>
          <p:cNvSpPr txBox="1"/>
          <p:nvPr/>
        </p:nvSpPr>
        <p:spPr>
          <a:xfrm>
            <a:off x="2700040" y="2971454"/>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2971454"/>
            <a:ext cx="548640" cy="79533"/>
          </a:xfrm>
          <a:prstGeom prst="rect">
            <a:avLst/>
          </a:prstGeom>
          <a:solidFill>
            <a:srgbClr val="FFFFFF"/>
          </a:solidFill>
          <a:ln w="6350">
            <a:solidFill>
              <a:srgbClr val="E2E2E2"/>
            </a:solidFill>
            <a:prstDash val="solid"/>
          </a:ln>
        </p:spPr>
      </p:sp>
      <p:sp>
        <p:nvSpPr>
          <p:cNvPr id="140" name="Text 132"/>
          <p:cNvSpPr txBox="1"/>
          <p:nvPr/>
        </p:nvSpPr>
        <p:spPr>
          <a:xfrm>
            <a:off x="3340120" y="2971454"/>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2971454"/>
            <a:ext cx="731520" cy="79533"/>
          </a:xfrm>
          <a:prstGeom prst="rect">
            <a:avLst/>
          </a:prstGeom>
          <a:solidFill>
            <a:srgbClr val="FFFFFF"/>
          </a:solidFill>
          <a:ln w="6350">
            <a:solidFill>
              <a:srgbClr val="E2E2E2"/>
            </a:solidFill>
            <a:prstDash val="solid"/>
          </a:ln>
        </p:spPr>
      </p:sp>
      <p:sp>
        <p:nvSpPr>
          <p:cNvPr id="142" name="Text 134"/>
          <p:cNvSpPr txBox="1"/>
          <p:nvPr/>
        </p:nvSpPr>
        <p:spPr>
          <a:xfrm>
            <a:off x="3888760" y="2971454"/>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86.0</a:t>
            </a:r>
            <a:endParaRPr lang="en-US" sz="600" dirty="0"/>
          </a:p>
        </p:txBody>
      </p:sp>
      <p:sp>
        <p:nvSpPr>
          <p:cNvPr id="143" name="Shape 135"/>
          <p:cNvSpPr/>
          <p:nvPr/>
        </p:nvSpPr>
        <p:spPr>
          <a:xfrm>
            <a:off x="587776" y="3050987"/>
            <a:ext cx="256032" cy="79533"/>
          </a:xfrm>
          <a:prstGeom prst="rect">
            <a:avLst/>
          </a:prstGeom>
          <a:solidFill>
            <a:srgbClr val="F8F9FA"/>
          </a:solidFill>
          <a:ln w="6350">
            <a:solidFill>
              <a:srgbClr val="DDDDDD"/>
            </a:solidFill>
            <a:prstDash val="solid"/>
          </a:ln>
        </p:spPr>
      </p:sp>
      <p:sp>
        <p:nvSpPr>
          <p:cNvPr id="144" name="Text 136"/>
          <p:cNvSpPr txBox="1"/>
          <p:nvPr/>
        </p:nvSpPr>
        <p:spPr>
          <a:xfrm>
            <a:off x="587776" y="3050987"/>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050987"/>
            <a:ext cx="320040" cy="79533"/>
          </a:xfrm>
          <a:prstGeom prst="rect">
            <a:avLst/>
          </a:prstGeom>
          <a:solidFill>
            <a:srgbClr val="FFFFFF"/>
          </a:solidFill>
          <a:ln w="6350">
            <a:solidFill>
              <a:srgbClr val="E2E2E2"/>
            </a:solidFill>
            <a:prstDash val="solid"/>
          </a:ln>
        </p:spPr>
      </p:sp>
      <p:sp>
        <p:nvSpPr>
          <p:cNvPr id="146" name="Text 138"/>
          <p:cNvSpPr txBox="1"/>
          <p:nvPr/>
        </p:nvSpPr>
        <p:spPr>
          <a:xfrm>
            <a:off x="871240" y="3050987"/>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050987"/>
            <a:ext cx="868680" cy="79533"/>
          </a:xfrm>
          <a:prstGeom prst="rect">
            <a:avLst/>
          </a:prstGeom>
          <a:solidFill>
            <a:srgbClr val="FFFFFF"/>
          </a:solidFill>
          <a:ln w="6350">
            <a:solidFill>
              <a:srgbClr val="E2E2E2"/>
            </a:solidFill>
            <a:prstDash val="solid"/>
          </a:ln>
        </p:spPr>
      </p:sp>
      <p:sp>
        <p:nvSpPr>
          <p:cNvPr id="148" name="Text 140"/>
          <p:cNvSpPr txBox="1"/>
          <p:nvPr/>
        </p:nvSpPr>
        <p:spPr>
          <a:xfrm>
            <a:off x="1191280" y="3050987"/>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050987"/>
            <a:ext cx="640080" cy="79533"/>
          </a:xfrm>
          <a:prstGeom prst="rect">
            <a:avLst/>
          </a:prstGeom>
          <a:solidFill>
            <a:srgbClr val="FFFFFF"/>
          </a:solidFill>
          <a:ln w="6350">
            <a:solidFill>
              <a:srgbClr val="E2E2E2"/>
            </a:solidFill>
            <a:prstDash val="solid"/>
          </a:ln>
        </p:spPr>
      </p:sp>
      <p:sp>
        <p:nvSpPr>
          <p:cNvPr id="150" name="Text 142"/>
          <p:cNvSpPr txBox="1"/>
          <p:nvPr/>
        </p:nvSpPr>
        <p:spPr>
          <a:xfrm>
            <a:off x="205996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050987"/>
            <a:ext cx="640080" cy="79533"/>
          </a:xfrm>
          <a:prstGeom prst="rect">
            <a:avLst/>
          </a:prstGeom>
          <a:solidFill>
            <a:srgbClr val="FFFFFF"/>
          </a:solidFill>
          <a:ln w="6350">
            <a:solidFill>
              <a:srgbClr val="E2E2E2"/>
            </a:solidFill>
            <a:prstDash val="solid"/>
          </a:ln>
        </p:spPr>
      </p:sp>
      <p:sp>
        <p:nvSpPr>
          <p:cNvPr id="152" name="Text 144"/>
          <p:cNvSpPr txBox="1"/>
          <p:nvPr/>
        </p:nvSpPr>
        <p:spPr>
          <a:xfrm>
            <a:off x="2700040" y="3050987"/>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050987"/>
            <a:ext cx="548640" cy="79533"/>
          </a:xfrm>
          <a:prstGeom prst="rect">
            <a:avLst/>
          </a:prstGeom>
          <a:solidFill>
            <a:srgbClr val="FFFFFF"/>
          </a:solidFill>
          <a:ln w="6350">
            <a:solidFill>
              <a:srgbClr val="E2E2E2"/>
            </a:solidFill>
            <a:prstDash val="solid"/>
          </a:ln>
        </p:spPr>
      </p:sp>
      <p:sp>
        <p:nvSpPr>
          <p:cNvPr id="154" name="Text 146"/>
          <p:cNvSpPr txBox="1"/>
          <p:nvPr/>
        </p:nvSpPr>
        <p:spPr>
          <a:xfrm>
            <a:off x="3340120" y="3050987"/>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050987"/>
            <a:ext cx="731520" cy="79533"/>
          </a:xfrm>
          <a:prstGeom prst="rect">
            <a:avLst/>
          </a:prstGeom>
          <a:solidFill>
            <a:srgbClr val="FFFFFF"/>
          </a:solidFill>
          <a:ln w="6350">
            <a:solidFill>
              <a:srgbClr val="E2E2E2"/>
            </a:solidFill>
            <a:prstDash val="solid"/>
          </a:ln>
        </p:spPr>
      </p:sp>
      <p:sp>
        <p:nvSpPr>
          <p:cNvPr id="156" name="Text 148"/>
          <p:cNvSpPr txBox="1"/>
          <p:nvPr/>
        </p:nvSpPr>
        <p:spPr>
          <a:xfrm>
            <a:off x="3888760" y="3050987"/>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130520"/>
            <a:ext cx="256032" cy="79533"/>
          </a:xfrm>
          <a:prstGeom prst="rect">
            <a:avLst/>
          </a:prstGeom>
          <a:solidFill>
            <a:srgbClr val="F8F9FA"/>
          </a:solidFill>
          <a:ln w="6350">
            <a:solidFill>
              <a:srgbClr val="DDDDDD"/>
            </a:solidFill>
            <a:prstDash val="solid"/>
          </a:ln>
        </p:spPr>
      </p:sp>
      <p:sp>
        <p:nvSpPr>
          <p:cNvPr id="158" name="Text 150"/>
          <p:cNvSpPr txBox="1"/>
          <p:nvPr/>
        </p:nvSpPr>
        <p:spPr>
          <a:xfrm>
            <a:off x="587776" y="3130520"/>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130520"/>
            <a:ext cx="320040" cy="79533"/>
          </a:xfrm>
          <a:prstGeom prst="rect">
            <a:avLst/>
          </a:prstGeom>
          <a:solidFill>
            <a:srgbClr val="FFFFFF"/>
          </a:solidFill>
          <a:ln w="6350">
            <a:solidFill>
              <a:srgbClr val="E2E2E2"/>
            </a:solidFill>
            <a:prstDash val="solid"/>
          </a:ln>
        </p:spPr>
      </p:sp>
      <p:sp>
        <p:nvSpPr>
          <p:cNvPr id="160" name="Text 152"/>
          <p:cNvSpPr txBox="1"/>
          <p:nvPr/>
        </p:nvSpPr>
        <p:spPr>
          <a:xfrm>
            <a:off x="871240" y="3130520"/>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130520"/>
            <a:ext cx="868680" cy="79533"/>
          </a:xfrm>
          <a:prstGeom prst="rect">
            <a:avLst/>
          </a:prstGeom>
          <a:solidFill>
            <a:srgbClr val="FFFFFF"/>
          </a:solidFill>
          <a:ln w="6350">
            <a:solidFill>
              <a:srgbClr val="E2E2E2"/>
            </a:solidFill>
            <a:prstDash val="solid"/>
          </a:ln>
        </p:spPr>
      </p:sp>
      <p:sp>
        <p:nvSpPr>
          <p:cNvPr id="162" name="Text 154"/>
          <p:cNvSpPr txBox="1"/>
          <p:nvPr/>
        </p:nvSpPr>
        <p:spPr>
          <a:xfrm>
            <a:off x="1191280" y="3130520"/>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130520"/>
            <a:ext cx="640080" cy="79533"/>
          </a:xfrm>
          <a:prstGeom prst="rect">
            <a:avLst/>
          </a:prstGeom>
          <a:solidFill>
            <a:srgbClr val="FFFFFF"/>
          </a:solidFill>
          <a:ln w="6350">
            <a:solidFill>
              <a:srgbClr val="E2E2E2"/>
            </a:solidFill>
            <a:prstDash val="solid"/>
          </a:ln>
        </p:spPr>
      </p:sp>
      <p:sp>
        <p:nvSpPr>
          <p:cNvPr id="164" name="Text 156"/>
          <p:cNvSpPr txBox="1"/>
          <p:nvPr/>
        </p:nvSpPr>
        <p:spPr>
          <a:xfrm>
            <a:off x="205996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130520"/>
            <a:ext cx="640080" cy="79533"/>
          </a:xfrm>
          <a:prstGeom prst="rect">
            <a:avLst/>
          </a:prstGeom>
          <a:solidFill>
            <a:srgbClr val="FFFFFF"/>
          </a:solidFill>
          <a:ln w="6350">
            <a:solidFill>
              <a:srgbClr val="E2E2E2"/>
            </a:solidFill>
            <a:prstDash val="solid"/>
          </a:ln>
        </p:spPr>
      </p:sp>
      <p:sp>
        <p:nvSpPr>
          <p:cNvPr id="166" name="Text 158"/>
          <p:cNvSpPr txBox="1"/>
          <p:nvPr/>
        </p:nvSpPr>
        <p:spPr>
          <a:xfrm>
            <a:off x="2700040" y="3130520"/>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130520"/>
            <a:ext cx="548640" cy="79533"/>
          </a:xfrm>
          <a:prstGeom prst="rect">
            <a:avLst/>
          </a:prstGeom>
          <a:solidFill>
            <a:srgbClr val="FFFFFF"/>
          </a:solidFill>
          <a:ln w="6350">
            <a:solidFill>
              <a:srgbClr val="E2E2E2"/>
            </a:solidFill>
            <a:prstDash val="solid"/>
          </a:ln>
        </p:spPr>
      </p:sp>
      <p:sp>
        <p:nvSpPr>
          <p:cNvPr id="168" name="Text 160"/>
          <p:cNvSpPr txBox="1"/>
          <p:nvPr/>
        </p:nvSpPr>
        <p:spPr>
          <a:xfrm>
            <a:off x="3340120" y="3130520"/>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130520"/>
            <a:ext cx="731520" cy="79533"/>
          </a:xfrm>
          <a:prstGeom prst="rect">
            <a:avLst/>
          </a:prstGeom>
          <a:solidFill>
            <a:srgbClr val="FFFFFF"/>
          </a:solidFill>
          <a:ln w="6350">
            <a:solidFill>
              <a:srgbClr val="E2E2E2"/>
            </a:solidFill>
            <a:prstDash val="solid"/>
          </a:ln>
        </p:spPr>
      </p:sp>
      <p:sp>
        <p:nvSpPr>
          <p:cNvPr id="170" name="Text 162"/>
          <p:cNvSpPr txBox="1"/>
          <p:nvPr/>
        </p:nvSpPr>
        <p:spPr>
          <a:xfrm>
            <a:off x="3888760" y="3130520"/>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210053"/>
            <a:ext cx="256032" cy="79533"/>
          </a:xfrm>
          <a:prstGeom prst="rect">
            <a:avLst/>
          </a:prstGeom>
          <a:solidFill>
            <a:srgbClr val="F8F9FA"/>
          </a:solidFill>
          <a:ln w="6350">
            <a:solidFill>
              <a:srgbClr val="DDDDDD"/>
            </a:solidFill>
            <a:prstDash val="solid"/>
          </a:ln>
        </p:spPr>
      </p:sp>
      <p:sp>
        <p:nvSpPr>
          <p:cNvPr id="172" name="Text 164"/>
          <p:cNvSpPr txBox="1"/>
          <p:nvPr/>
        </p:nvSpPr>
        <p:spPr>
          <a:xfrm>
            <a:off x="587776" y="3210053"/>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210053"/>
            <a:ext cx="320040" cy="79533"/>
          </a:xfrm>
          <a:prstGeom prst="rect">
            <a:avLst/>
          </a:prstGeom>
          <a:solidFill>
            <a:srgbClr val="FFFFFF"/>
          </a:solidFill>
          <a:ln w="6350">
            <a:solidFill>
              <a:srgbClr val="E2E2E2"/>
            </a:solidFill>
            <a:prstDash val="solid"/>
          </a:ln>
        </p:spPr>
      </p:sp>
      <p:sp>
        <p:nvSpPr>
          <p:cNvPr id="174" name="Text 166"/>
          <p:cNvSpPr txBox="1"/>
          <p:nvPr/>
        </p:nvSpPr>
        <p:spPr>
          <a:xfrm>
            <a:off x="871240" y="3210053"/>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210053"/>
            <a:ext cx="868680" cy="79533"/>
          </a:xfrm>
          <a:prstGeom prst="rect">
            <a:avLst/>
          </a:prstGeom>
          <a:solidFill>
            <a:srgbClr val="FFFFFF"/>
          </a:solidFill>
          <a:ln w="6350">
            <a:solidFill>
              <a:srgbClr val="E2E2E2"/>
            </a:solidFill>
            <a:prstDash val="solid"/>
          </a:ln>
        </p:spPr>
      </p:sp>
      <p:sp>
        <p:nvSpPr>
          <p:cNvPr id="176" name="Text 168"/>
          <p:cNvSpPr txBox="1"/>
          <p:nvPr/>
        </p:nvSpPr>
        <p:spPr>
          <a:xfrm>
            <a:off x="1191280" y="3210053"/>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210053"/>
            <a:ext cx="640080" cy="79533"/>
          </a:xfrm>
          <a:prstGeom prst="rect">
            <a:avLst/>
          </a:prstGeom>
          <a:solidFill>
            <a:srgbClr val="FFFFFF"/>
          </a:solidFill>
          <a:ln w="6350">
            <a:solidFill>
              <a:srgbClr val="E2E2E2"/>
            </a:solidFill>
            <a:prstDash val="solid"/>
          </a:ln>
        </p:spPr>
      </p:sp>
      <p:sp>
        <p:nvSpPr>
          <p:cNvPr id="178" name="Text 170"/>
          <p:cNvSpPr txBox="1"/>
          <p:nvPr/>
        </p:nvSpPr>
        <p:spPr>
          <a:xfrm>
            <a:off x="205996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210053"/>
            <a:ext cx="640080" cy="79533"/>
          </a:xfrm>
          <a:prstGeom prst="rect">
            <a:avLst/>
          </a:prstGeom>
          <a:solidFill>
            <a:srgbClr val="FFFFFF"/>
          </a:solidFill>
          <a:ln w="6350">
            <a:solidFill>
              <a:srgbClr val="E2E2E2"/>
            </a:solidFill>
            <a:prstDash val="solid"/>
          </a:ln>
        </p:spPr>
      </p:sp>
      <p:sp>
        <p:nvSpPr>
          <p:cNvPr id="180" name="Text 172"/>
          <p:cNvSpPr txBox="1"/>
          <p:nvPr/>
        </p:nvSpPr>
        <p:spPr>
          <a:xfrm>
            <a:off x="2700040" y="3210053"/>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210053"/>
            <a:ext cx="548640" cy="79533"/>
          </a:xfrm>
          <a:prstGeom prst="rect">
            <a:avLst/>
          </a:prstGeom>
          <a:solidFill>
            <a:srgbClr val="FFFFFF"/>
          </a:solidFill>
          <a:ln w="6350">
            <a:solidFill>
              <a:srgbClr val="E2E2E2"/>
            </a:solidFill>
            <a:prstDash val="solid"/>
          </a:ln>
        </p:spPr>
      </p:sp>
      <p:sp>
        <p:nvSpPr>
          <p:cNvPr id="182" name="Text 174"/>
          <p:cNvSpPr txBox="1"/>
          <p:nvPr/>
        </p:nvSpPr>
        <p:spPr>
          <a:xfrm>
            <a:off x="3340120" y="3210053"/>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210053"/>
            <a:ext cx="731520" cy="79533"/>
          </a:xfrm>
          <a:prstGeom prst="rect">
            <a:avLst/>
          </a:prstGeom>
          <a:solidFill>
            <a:srgbClr val="FFFFFF"/>
          </a:solidFill>
          <a:ln w="6350">
            <a:solidFill>
              <a:srgbClr val="E2E2E2"/>
            </a:solidFill>
            <a:prstDash val="solid"/>
          </a:ln>
        </p:spPr>
      </p:sp>
      <p:sp>
        <p:nvSpPr>
          <p:cNvPr id="184" name="Text 176"/>
          <p:cNvSpPr txBox="1"/>
          <p:nvPr/>
        </p:nvSpPr>
        <p:spPr>
          <a:xfrm>
            <a:off x="3888760" y="3210053"/>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289586"/>
            <a:ext cx="256032" cy="79533"/>
          </a:xfrm>
          <a:prstGeom prst="rect">
            <a:avLst/>
          </a:prstGeom>
          <a:solidFill>
            <a:srgbClr val="F8F9FA"/>
          </a:solidFill>
          <a:ln w="6350">
            <a:solidFill>
              <a:srgbClr val="DDDDDD"/>
            </a:solidFill>
            <a:prstDash val="solid"/>
          </a:ln>
        </p:spPr>
      </p:sp>
      <p:sp>
        <p:nvSpPr>
          <p:cNvPr id="186" name="Text 178"/>
          <p:cNvSpPr txBox="1"/>
          <p:nvPr/>
        </p:nvSpPr>
        <p:spPr>
          <a:xfrm>
            <a:off x="587776" y="3289586"/>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289586"/>
            <a:ext cx="320040" cy="79533"/>
          </a:xfrm>
          <a:prstGeom prst="rect">
            <a:avLst/>
          </a:prstGeom>
          <a:solidFill>
            <a:srgbClr val="FFFFFF"/>
          </a:solidFill>
          <a:ln w="6350">
            <a:solidFill>
              <a:srgbClr val="E2E2E2"/>
            </a:solidFill>
            <a:prstDash val="solid"/>
          </a:ln>
        </p:spPr>
      </p:sp>
      <p:sp>
        <p:nvSpPr>
          <p:cNvPr id="188" name="Text 180"/>
          <p:cNvSpPr txBox="1"/>
          <p:nvPr/>
        </p:nvSpPr>
        <p:spPr>
          <a:xfrm>
            <a:off x="871240" y="3289586"/>
            <a:ext cx="2651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289586"/>
            <a:ext cx="868680" cy="79533"/>
          </a:xfrm>
          <a:prstGeom prst="rect">
            <a:avLst/>
          </a:prstGeom>
          <a:solidFill>
            <a:srgbClr val="FFFFFF"/>
          </a:solidFill>
          <a:ln w="6350">
            <a:solidFill>
              <a:srgbClr val="E2E2E2"/>
            </a:solidFill>
            <a:prstDash val="solid"/>
          </a:ln>
        </p:spPr>
      </p:sp>
      <p:sp>
        <p:nvSpPr>
          <p:cNvPr id="190" name="Text 182"/>
          <p:cNvSpPr txBox="1"/>
          <p:nvPr/>
        </p:nvSpPr>
        <p:spPr>
          <a:xfrm>
            <a:off x="1191280" y="3289586"/>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289586"/>
            <a:ext cx="640080" cy="79533"/>
          </a:xfrm>
          <a:prstGeom prst="rect">
            <a:avLst/>
          </a:prstGeom>
          <a:solidFill>
            <a:srgbClr val="FFFFFF"/>
          </a:solidFill>
          <a:ln w="6350">
            <a:solidFill>
              <a:srgbClr val="E2E2E2"/>
            </a:solidFill>
            <a:prstDash val="solid"/>
          </a:ln>
        </p:spPr>
      </p:sp>
      <p:sp>
        <p:nvSpPr>
          <p:cNvPr id="192" name="Text 184"/>
          <p:cNvSpPr txBox="1"/>
          <p:nvPr/>
        </p:nvSpPr>
        <p:spPr>
          <a:xfrm>
            <a:off x="205996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289586"/>
            <a:ext cx="640080" cy="79533"/>
          </a:xfrm>
          <a:prstGeom prst="rect">
            <a:avLst/>
          </a:prstGeom>
          <a:solidFill>
            <a:srgbClr val="FFFFFF"/>
          </a:solidFill>
          <a:ln w="6350">
            <a:solidFill>
              <a:srgbClr val="E2E2E2"/>
            </a:solidFill>
            <a:prstDash val="solid"/>
          </a:ln>
        </p:spPr>
      </p:sp>
      <p:sp>
        <p:nvSpPr>
          <p:cNvPr id="194" name="Text 186"/>
          <p:cNvSpPr txBox="1"/>
          <p:nvPr/>
        </p:nvSpPr>
        <p:spPr>
          <a:xfrm>
            <a:off x="2700040" y="3289586"/>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289586"/>
            <a:ext cx="548640" cy="79533"/>
          </a:xfrm>
          <a:prstGeom prst="rect">
            <a:avLst/>
          </a:prstGeom>
          <a:solidFill>
            <a:srgbClr val="FFFFFF"/>
          </a:solidFill>
          <a:ln w="6350">
            <a:solidFill>
              <a:srgbClr val="E2E2E2"/>
            </a:solidFill>
            <a:prstDash val="solid"/>
          </a:ln>
        </p:spPr>
      </p:sp>
      <p:sp>
        <p:nvSpPr>
          <p:cNvPr id="196" name="Text 188"/>
          <p:cNvSpPr txBox="1"/>
          <p:nvPr/>
        </p:nvSpPr>
        <p:spPr>
          <a:xfrm>
            <a:off x="3340120" y="3289586"/>
            <a:ext cx="49377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289586"/>
            <a:ext cx="731520" cy="79533"/>
          </a:xfrm>
          <a:prstGeom prst="rect">
            <a:avLst/>
          </a:prstGeom>
          <a:solidFill>
            <a:srgbClr val="FFFFFF"/>
          </a:solidFill>
          <a:ln w="6350">
            <a:solidFill>
              <a:srgbClr val="E2E2E2"/>
            </a:solidFill>
            <a:prstDash val="solid"/>
          </a:ln>
        </p:spPr>
      </p:sp>
      <p:sp>
        <p:nvSpPr>
          <p:cNvPr id="198" name="Text 190"/>
          <p:cNvSpPr txBox="1"/>
          <p:nvPr/>
        </p:nvSpPr>
        <p:spPr>
          <a:xfrm>
            <a:off x="3888760" y="3289586"/>
            <a:ext cx="67665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587776" y="3369119"/>
            <a:ext cx="256032" cy="79533"/>
          </a:xfrm>
          <a:prstGeom prst="rect">
            <a:avLst/>
          </a:prstGeom>
          <a:solidFill>
            <a:srgbClr val="F8F9FA"/>
          </a:solidFill>
          <a:ln w="6350">
            <a:solidFill>
              <a:srgbClr val="DDDDDD"/>
            </a:solidFill>
            <a:prstDash val="solid"/>
          </a:ln>
        </p:spPr>
      </p:sp>
      <p:sp>
        <p:nvSpPr>
          <p:cNvPr id="200" name="Text 192"/>
          <p:cNvSpPr txBox="1"/>
          <p:nvPr/>
        </p:nvSpPr>
        <p:spPr>
          <a:xfrm>
            <a:off x="587776" y="3369119"/>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10</a:t>
            </a:r>
            <a:endParaRPr lang="en-US" sz="650" dirty="0"/>
          </a:p>
        </p:txBody>
      </p:sp>
      <p:sp>
        <p:nvSpPr>
          <p:cNvPr id="201" name="Shape 193"/>
          <p:cNvSpPr/>
          <p:nvPr/>
        </p:nvSpPr>
        <p:spPr>
          <a:xfrm>
            <a:off x="843808" y="3369119"/>
            <a:ext cx="320040" cy="79533"/>
          </a:xfrm>
          <a:prstGeom prst="rect">
            <a:avLst/>
          </a:prstGeom>
          <a:solidFill>
            <a:srgbClr val="FFFFFF"/>
          </a:solidFill>
          <a:ln w="6350">
            <a:solidFill>
              <a:srgbClr val="E2E2E2"/>
            </a:solidFill>
            <a:prstDash val="solid"/>
          </a:ln>
        </p:spPr>
      </p:sp>
      <p:sp>
        <p:nvSpPr>
          <p:cNvPr id="202" name="Shape 194"/>
          <p:cNvSpPr/>
          <p:nvPr/>
        </p:nvSpPr>
        <p:spPr>
          <a:xfrm>
            <a:off x="1163848" y="3369119"/>
            <a:ext cx="868680" cy="79533"/>
          </a:xfrm>
          <a:prstGeom prst="rect">
            <a:avLst/>
          </a:prstGeom>
          <a:solidFill>
            <a:srgbClr val="FFFFFF"/>
          </a:solidFill>
          <a:ln w="6350">
            <a:solidFill>
              <a:srgbClr val="E2E2E2"/>
            </a:solidFill>
            <a:prstDash val="solid"/>
          </a:ln>
        </p:spPr>
      </p:sp>
      <p:sp>
        <p:nvSpPr>
          <p:cNvPr id="203" name="Shape 195"/>
          <p:cNvSpPr/>
          <p:nvPr/>
        </p:nvSpPr>
        <p:spPr>
          <a:xfrm>
            <a:off x="2032528" y="3369119"/>
            <a:ext cx="640080" cy="79533"/>
          </a:xfrm>
          <a:prstGeom prst="rect">
            <a:avLst/>
          </a:prstGeom>
          <a:solidFill>
            <a:srgbClr val="FFFFFF"/>
          </a:solidFill>
          <a:ln w="6350">
            <a:solidFill>
              <a:srgbClr val="E2E2E2"/>
            </a:solidFill>
            <a:prstDash val="solid"/>
          </a:ln>
        </p:spPr>
      </p:sp>
      <p:sp>
        <p:nvSpPr>
          <p:cNvPr id="204" name="Shape 196"/>
          <p:cNvSpPr/>
          <p:nvPr/>
        </p:nvSpPr>
        <p:spPr>
          <a:xfrm>
            <a:off x="2672608" y="3369119"/>
            <a:ext cx="640080" cy="79533"/>
          </a:xfrm>
          <a:prstGeom prst="rect">
            <a:avLst/>
          </a:prstGeom>
          <a:solidFill>
            <a:srgbClr val="FFFFFF"/>
          </a:solidFill>
          <a:ln w="6350">
            <a:solidFill>
              <a:srgbClr val="E2E2E2"/>
            </a:solidFill>
            <a:prstDash val="solid"/>
          </a:ln>
        </p:spPr>
      </p:sp>
      <p:sp>
        <p:nvSpPr>
          <p:cNvPr id="205" name="Shape 197"/>
          <p:cNvSpPr/>
          <p:nvPr/>
        </p:nvSpPr>
        <p:spPr>
          <a:xfrm>
            <a:off x="3312688" y="3369119"/>
            <a:ext cx="548640" cy="79533"/>
          </a:xfrm>
          <a:prstGeom prst="rect">
            <a:avLst/>
          </a:prstGeom>
          <a:solidFill>
            <a:srgbClr val="FFFFFF"/>
          </a:solidFill>
          <a:ln w="6350">
            <a:solidFill>
              <a:srgbClr val="E2E2E2"/>
            </a:solidFill>
            <a:prstDash val="solid"/>
          </a:ln>
        </p:spPr>
      </p:sp>
      <p:sp>
        <p:nvSpPr>
          <p:cNvPr id="206" name="Shape 198"/>
          <p:cNvSpPr/>
          <p:nvPr/>
        </p:nvSpPr>
        <p:spPr>
          <a:xfrm>
            <a:off x="3861328" y="3369119"/>
            <a:ext cx="731520" cy="79533"/>
          </a:xfrm>
          <a:prstGeom prst="rect">
            <a:avLst/>
          </a:prstGeom>
          <a:solidFill>
            <a:srgbClr val="FFFFFF"/>
          </a:solidFill>
          <a:ln w="6350">
            <a:solidFill>
              <a:srgbClr val="E2E2E2"/>
            </a:solidFill>
            <a:prstDash val="solid"/>
          </a:ln>
        </p:spPr>
      </p:sp>
      <p:sp>
        <p:nvSpPr>
          <p:cNvPr id="207" name="Shape 199"/>
          <p:cNvSpPr/>
          <p:nvPr/>
        </p:nvSpPr>
        <p:spPr>
          <a:xfrm>
            <a:off x="587776" y="3448652"/>
            <a:ext cx="256032" cy="79533"/>
          </a:xfrm>
          <a:prstGeom prst="rect">
            <a:avLst/>
          </a:prstGeom>
          <a:solidFill>
            <a:srgbClr val="F8F9FA"/>
          </a:solidFill>
          <a:ln w="6350">
            <a:solidFill>
              <a:srgbClr val="DDDDDD"/>
            </a:solidFill>
            <a:prstDash val="solid"/>
          </a:ln>
        </p:spPr>
      </p:sp>
      <p:sp>
        <p:nvSpPr>
          <p:cNvPr id="208" name="Text 200"/>
          <p:cNvSpPr txBox="1"/>
          <p:nvPr/>
        </p:nvSpPr>
        <p:spPr>
          <a:xfrm>
            <a:off x="587776" y="3448652"/>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11</a:t>
            </a:r>
            <a:endParaRPr lang="en-US" sz="650" dirty="0"/>
          </a:p>
        </p:txBody>
      </p:sp>
      <p:sp>
        <p:nvSpPr>
          <p:cNvPr id="209" name="Shape 201"/>
          <p:cNvSpPr/>
          <p:nvPr/>
        </p:nvSpPr>
        <p:spPr>
          <a:xfrm>
            <a:off x="843808" y="3448652"/>
            <a:ext cx="320040" cy="79533"/>
          </a:xfrm>
          <a:prstGeom prst="rect">
            <a:avLst/>
          </a:prstGeom>
          <a:solidFill>
            <a:srgbClr val="FFFFFF"/>
          </a:solidFill>
          <a:ln w="6350">
            <a:solidFill>
              <a:srgbClr val="E2E2E2"/>
            </a:solidFill>
            <a:prstDash val="solid"/>
          </a:ln>
        </p:spPr>
      </p:sp>
      <p:sp>
        <p:nvSpPr>
          <p:cNvPr id="210" name="Shape 202"/>
          <p:cNvSpPr/>
          <p:nvPr/>
        </p:nvSpPr>
        <p:spPr>
          <a:xfrm>
            <a:off x="1163848" y="3448652"/>
            <a:ext cx="868680" cy="79533"/>
          </a:xfrm>
          <a:prstGeom prst="rect">
            <a:avLst/>
          </a:prstGeom>
          <a:solidFill>
            <a:srgbClr val="FFFFFF"/>
          </a:solidFill>
          <a:ln w="6350">
            <a:solidFill>
              <a:srgbClr val="E2E2E2"/>
            </a:solidFill>
            <a:prstDash val="solid"/>
          </a:ln>
        </p:spPr>
      </p:sp>
      <p:sp>
        <p:nvSpPr>
          <p:cNvPr id="211" name="Text 203"/>
          <p:cNvSpPr txBox="1"/>
          <p:nvPr/>
        </p:nvSpPr>
        <p:spPr>
          <a:xfrm>
            <a:off x="1191280" y="3448652"/>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Jumlah</a:t>
            </a:r>
            <a:endParaRPr lang="en-US" sz="600" dirty="0"/>
          </a:p>
        </p:txBody>
      </p:sp>
      <p:sp>
        <p:nvSpPr>
          <p:cNvPr id="212" name="Shape 204"/>
          <p:cNvSpPr/>
          <p:nvPr/>
        </p:nvSpPr>
        <p:spPr>
          <a:xfrm>
            <a:off x="2032528" y="3448652"/>
            <a:ext cx="640080" cy="79533"/>
          </a:xfrm>
          <a:prstGeom prst="rect">
            <a:avLst/>
          </a:prstGeom>
          <a:solidFill>
            <a:srgbClr val="FFFFFF"/>
          </a:solidFill>
          <a:ln w="6350">
            <a:solidFill>
              <a:srgbClr val="E2E2E2"/>
            </a:solidFill>
            <a:prstDash val="solid"/>
          </a:ln>
        </p:spPr>
      </p:sp>
      <p:sp>
        <p:nvSpPr>
          <p:cNvPr id="213" name="Text 205"/>
          <p:cNvSpPr txBox="1"/>
          <p:nvPr/>
        </p:nvSpPr>
        <p:spPr>
          <a:xfrm>
            <a:off x="2059960" y="3448652"/>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683</a:t>
            </a:r>
            <a:endParaRPr lang="en-US" sz="600" dirty="0"/>
          </a:p>
        </p:txBody>
      </p:sp>
      <p:sp>
        <p:nvSpPr>
          <p:cNvPr id="214" name="Shape 206"/>
          <p:cNvSpPr/>
          <p:nvPr/>
        </p:nvSpPr>
        <p:spPr>
          <a:xfrm>
            <a:off x="2672608" y="3448652"/>
            <a:ext cx="640080" cy="79533"/>
          </a:xfrm>
          <a:prstGeom prst="rect">
            <a:avLst/>
          </a:prstGeom>
          <a:solidFill>
            <a:srgbClr val="FFFFFF"/>
          </a:solidFill>
          <a:ln w="6350">
            <a:solidFill>
              <a:srgbClr val="E2E2E2"/>
            </a:solidFill>
            <a:prstDash val="solid"/>
          </a:ln>
        </p:spPr>
      </p:sp>
      <p:sp>
        <p:nvSpPr>
          <p:cNvPr id="215" name="Shape 207"/>
          <p:cNvSpPr/>
          <p:nvPr/>
        </p:nvSpPr>
        <p:spPr>
          <a:xfrm>
            <a:off x="3312688" y="3448652"/>
            <a:ext cx="548640" cy="79533"/>
          </a:xfrm>
          <a:prstGeom prst="rect">
            <a:avLst/>
          </a:prstGeom>
          <a:solidFill>
            <a:srgbClr val="FFFFFF"/>
          </a:solidFill>
          <a:ln w="6350">
            <a:solidFill>
              <a:srgbClr val="E2E2E2"/>
            </a:solidFill>
            <a:prstDash val="solid"/>
          </a:ln>
        </p:spPr>
      </p:sp>
      <p:sp>
        <p:nvSpPr>
          <p:cNvPr id="216" name="Shape 208"/>
          <p:cNvSpPr/>
          <p:nvPr/>
        </p:nvSpPr>
        <p:spPr>
          <a:xfrm>
            <a:off x="3861328" y="3448652"/>
            <a:ext cx="731520" cy="79533"/>
          </a:xfrm>
          <a:prstGeom prst="rect">
            <a:avLst/>
          </a:prstGeom>
          <a:solidFill>
            <a:srgbClr val="FFFFFF"/>
          </a:solidFill>
          <a:ln w="6350">
            <a:solidFill>
              <a:srgbClr val="E2E2E2"/>
            </a:solidFill>
            <a:prstDash val="solid"/>
          </a:ln>
        </p:spPr>
      </p:sp>
      <p:sp>
        <p:nvSpPr>
          <p:cNvPr id="217" name="Shape 209"/>
          <p:cNvSpPr/>
          <p:nvPr/>
        </p:nvSpPr>
        <p:spPr>
          <a:xfrm>
            <a:off x="587776" y="3528185"/>
            <a:ext cx="256032" cy="79533"/>
          </a:xfrm>
          <a:prstGeom prst="rect">
            <a:avLst/>
          </a:prstGeom>
          <a:solidFill>
            <a:srgbClr val="F8F9FA"/>
          </a:solidFill>
          <a:ln w="6350">
            <a:solidFill>
              <a:srgbClr val="DDDDDD"/>
            </a:solidFill>
            <a:prstDash val="solid"/>
          </a:ln>
        </p:spPr>
      </p:sp>
      <p:sp>
        <p:nvSpPr>
          <p:cNvPr id="218" name="Text 210"/>
          <p:cNvSpPr txBox="1"/>
          <p:nvPr/>
        </p:nvSpPr>
        <p:spPr>
          <a:xfrm>
            <a:off x="587776" y="3528185"/>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12</a:t>
            </a:r>
            <a:endParaRPr lang="en-US" sz="650" dirty="0"/>
          </a:p>
        </p:txBody>
      </p:sp>
      <p:sp>
        <p:nvSpPr>
          <p:cNvPr id="219" name="Shape 211"/>
          <p:cNvSpPr/>
          <p:nvPr/>
        </p:nvSpPr>
        <p:spPr>
          <a:xfrm>
            <a:off x="843808" y="3528185"/>
            <a:ext cx="320040" cy="79533"/>
          </a:xfrm>
          <a:prstGeom prst="rect">
            <a:avLst/>
          </a:prstGeom>
          <a:solidFill>
            <a:srgbClr val="FFFFFF"/>
          </a:solidFill>
          <a:ln w="6350">
            <a:solidFill>
              <a:srgbClr val="E2E2E2"/>
            </a:solidFill>
            <a:prstDash val="solid"/>
          </a:ln>
        </p:spPr>
      </p:sp>
      <p:sp>
        <p:nvSpPr>
          <p:cNvPr id="220" name="Shape 212"/>
          <p:cNvSpPr/>
          <p:nvPr/>
        </p:nvSpPr>
        <p:spPr>
          <a:xfrm>
            <a:off x="1163848" y="3528185"/>
            <a:ext cx="868680" cy="79533"/>
          </a:xfrm>
          <a:prstGeom prst="rect">
            <a:avLst/>
          </a:prstGeom>
          <a:solidFill>
            <a:srgbClr val="FFFFFF"/>
          </a:solidFill>
          <a:ln w="6350">
            <a:solidFill>
              <a:srgbClr val="E2E2E2"/>
            </a:solidFill>
            <a:prstDash val="solid"/>
          </a:ln>
        </p:spPr>
      </p:sp>
      <p:sp>
        <p:nvSpPr>
          <p:cNvPr id="221" name="Text 213"/>
          <p:cNvSpPr txBox="1"/>
          <p:nvPr/>
        </p:nvSpPr>
        <p:spPr>
          <a:xfrm>
            <a:off x="1191280" y="3528185"/>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Tertinggi</a:t>
            </a:r>
            <a:endParaRPr lang="en-US" sz="600" dirty="0"/>
          </a:p>
        </p:txBody>
      </p:sp>
      <p:sp>
        <p:nvSpPr>
          <p:cNvPr id="222" name="Shape 214"/>
          <p:cNvSpPr/>
          <p:nvPr/>
        </p:nvSpPr>
        <p:spPr>
          <a:xfrm>
            <a:off x="2032528" y="3528185"/>
            <a:ext cx="640080" cy="79533"/>
          </a:xfrm>
          <a:prstGeom prst="rect">
            <a:avLst/>
          </a:prstGeom>
          <a:solidFill>
            <a:srgbClr val="FFFFFF"/>
          </a:solidFill>
          <a:ln w="6350">
            <a:solidFill>
              <a:srgbClr val="E2E2E2"/>
            </a:solidFill>
            <a:prstDash val="solid"/>
          </a:ln>
        </p:spPr>
      </p:sp>
      <p:sp>
        <p:nvSpPr>
          <p:cNvPr id="223" name="Text 215"/>
          <p:cNvSpPr txBox="1"/>
          <p:nvPr/>
        </p:nvSpPr>
        <p:spPr>
          <a:xfrm>
            <a:off x="2059960" y="3528185"/>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224" name="Shape 216"/>
          <p:cNvSpPr/>
          <p:nvPr/>
        </p:nvSpPr>
        <p:spPr>
          <a:xfrm>
            <a:off x="2672608" y="3528185"/>
            <a:ext cx="640080" cy="79533"/>
          </a:xfrm>
          <a:prstGeom prst="rect">
            <a:avLst/>
          </a:prstGeom>
          <a:solidFill>
            <a:srgbClr val="FFFFFF"/>
          </a:solidFill>
          <a:ln w="6350">
            <a:solidFill>
              <a:srgbClr val="E2E2E2"/>
            </a:solidFill>
            <a:prstDash val="solid"/>
          </a:ln>
        </p:spPr>
      </p:sp>
      <p:sp>
        <p:nvSpPr>
          <p:cNvPr id="225" name="Shape 217"/>
          <p:cNvSpPr/>
          <p:nvPr/>
        </p:nvSpPr>
        <p:spPr>
          <a:xfrm>
            <a:off x="3312688" y="3528185"/>
            <a:ext cx="548640" cy="79533"/>
          </a:xfrm>
          <a:prstGeom prst="rect">
            <a:avLst/>
          </a:prstGeom>
          <a:solidFill>
            <a:srgbClr val="FFFFFF"/>
          </a:solidFill>
          <a:ln w="6350">
            <a:solidFill>
              <a:srgbClr val="E2E2E2"/>
            </a:solidFill>
            <a:prstDash val="solid"/>
          </a:ln>
        </p:spPr>
      </p:sp>
      <p:sp>
        <p:nvSpPr>
          <p:cNvPr id="226" name="Shape 218"/>
          <p:cNvSpPr/>
          <p:nvPr/>
        </p:nvSpPr>
        <p:spPr>
          <a:xfrm>
            <a:off x="3861328" y="3528185"/>
            <a:ext cx="731520" cy="79533"/>
          </a:xfrm>
          <a:prstGeom prst="rect">
            <a:avLst/>
          </a:prstGeom>
          <a:solidFill>
            <a:srgbClr val="FFFFFF"/>
          </a:solidFill>
          <a:ln w="6350">
            <a:solidFill>
              <a:srgbClr val="E2E2E2"/>
            </a:solidFill>
            <a:prstDash val="solid"/>
          </a:ln>
        </p:spPr>
      </p:sp>
      <p:sp>
        <p:nvSpPr>
          <p:cNvPr id="227" name="Shape 219"/>
          <p:cNvSpPr/>
          <p:nvPr/>
        </p:nvSpPr>
        <p:spPr>
          <a:xfrm>
            <a:off x="587776" y="3607718"/>
            <a:ext cx="256032" cy="79533"/>
          </a:xfrm>
          <a:prstGeom prst="rect">
            <a:avLst/>
          </a:prstGeom>
          <a:solidFill>
            <a:srgbClr val="F8F9FA"/>
          </a:solidFill>
          <a:ln w="6350">
            <a:solidFill>
              <a:srgbClr val="DDDDDD"/>
            </a:solidFill>
            <a:prstDash val="solid"/>
          </a:ln>
        </p:spPr>
      </p:sp>
      <p:sp>
        <p:nvSpPr>
          <p:cNvPr id="228" name="Text 220"/>
          <p:cNvSpPr txBox="1"/>
          <p:nvPr/>
        </p:nvSpPr>
        <p:spPr>
          <a:xfrm>
            <a:off x="587776" y="3607718"/>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13</a:t>
            </a:r>
            <a:endParaRPr lang="en-US" sz="650" dirty="0"/>
          </a:p>
        </p:txBody>
      </p:sp>
      <p:sp>
        <p:nvSpPr>
          <p:cNvPr id="229" name="Shape 221"/>
          <p:cNvSpPr/>
          <p:nvPr/>
        </p:nvSpPr>
        <p:spPr>
          <a:xfrm>
            <a:off x="843808" y="3607718"/>
            <a:ext cx="320040" cy="79533"/>
          </a:xfrm>
          <a:prstGeom prst="rect">
            <a:avLst/>
          </a:prstGeom>
          <a:solidFill>
            <a:srgbClr val="FFFFFF"/>
          </a:solidFill>
          <a:ln w="6350">
            <a:solidFill>
              <a:srgbClr val="E2E2E2"/>
            </a:solidFill>
            <a:prstDash val="solid"/>
          </a:ln>
        </p:spPr>
      </p:sp>
      <p:sp>
        <p:nvSpPr>
          <p:cNvPr id="230" name="Shape 222"/>
          <p:cNvSpPr/>
          <p:nvPr/>
        </p:nvSpPr>
        <p:spPr>
          <a:xfrm>
            <a:off x="1163848" y="3607718"/>
            <a:ext cx="868680" cy="79533"/>
          </a:xfrm>
          <a:prstGeom prst="rect">
            <a:avLst/>
          </a:prstGeom>
          <a:solidFill>
            <a:srgbClr val="FFFFFF"/>
          </a:solidFill>
          <a:ln w="6350">
            <a:solidFill>
              <a:srgbClr val="E2E2E2"/>
            </a:solidFill>
            <a:prstDash val="solid"/>
          </a:ln>
        </p:spPr>
      </p:sp>
      <p:sp>
        <p:nvSpPr>
          <p:cNvPr id="231" name="Text 223"/>
          <p:cNvSpPr txBox="1"/>
          <p:nvPr/>
        </p:nvSpPr>
        <p:spPr>
          <a:xfrm>
            <a:off x="1191280" y="3607718"/>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Terendah</a:t>
            </a:r>
            <a:endParaRPr lang="en-US" sz="600" dirty="0"/>
          </a:p>
        </p:txBody>
      </p:sp>
      <p:sp>
        <p:nvSpPr>
          <p:cNvPr id="232" name="Shape 224"/>
          <p:cNvSpPr/>
          <p:nvPr/>
        </p:nvSpPr>
        <p:spPr>
          <a:xfrm>
            <a:off x="2032528" y="3607718"/>
            <a:ext cx="640080" cy="79533"/>
          </a:xfrm>
          <a:prstGeom prst="rect">
            <a:avLst/>
          </a:prstGeom>
          <a:solidFill>
            <a:srgbClr val="FFFFFF"/>
          </a:solidFill>
          <a:ln w="6350">
            <a:solidFill>
              <a:srgbClr val="E2E2E2"/>
            </a:solidFill>
            <a:prstDash val="solid"/>
          </a:ln>
        </p:spPr>
      </p:sp>
      <p:sp>
        <p:nvSpPr>
          <p:cNvPr id="233" name="Text 225"/>
          <p:cNvSpPr txBox="1"/>
          <p:nvPr/>
        </p:nvSpPr>
        <p:spPr>
          <a:xfrm>
            <a:off x="2059960" y="3607718"/>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234" name="Shape 226"/>
          <p:cNvSpPr/>
          <p:nvPr/>
        </p:nvSpPr>
        <p:spPr>
          <a:xfrm>
            <a:off x="2672608" y="3607718"/>
            <a:ext cx="640080" cy="79533"/>
          </a:xfrm>
          <a:prstGeom prst="rect">
            <a:avLst/>
          </a:prstGeom>
          <a:solidFill>
            <a:srgbClr val="FFFFFF"/>
          </a:solidFill>
          <a:ln w="6350">
            <a:solidFill>
              <a:srgbClr val="E2E2E2"/>
            </a:solidFill>
            <a:prstDash val="solid"/>
          </a:ln>
        </p:spPr>
      </p:sp>
      <p:sp>
        <p:nvSpPr>
          <p:cNvPr id="235" name="Shape 227"/>
          <p:cNvSpPr/>
          <p:nvPr/>
        </p:nvSpPr>
        <p:spPr>
          <a:xfrm>
            <a:off x="3312688" y="3607718"/>
            <a:ext cx="548640" cy="79533"/>
          </a:xfrm>
          <a:prstGeom prst="rect">
            <a:avLst/>
          </a:prstGeom>
          <a:solidFill>
            <a:srgbClr val="FFFFFF"/>
          </a:solidFill>
          <a:ln w="6350">
            <a:solidFill>
              <a:srgbClr val="E2E2E2"/>
            </a:solidFill>
            <a:prstDash val="solid"/>
          </a:ln>
        </p:spPr>
      </p:sp>
      <p:sp>
        <p:nvSpPr>
          <p:cNvPr id="236" name="Shape 228"/>
          <p:cNvSpPr/>
          <p:nvPr/>
        </p:nvSpPr>
        <p:spPr>
          <a:xfrm>
            <a:off x="3861328" y="3607718"/>
            <a:ext cx="731520" cy="79533"/>
          </a:xfrm>
          <a:prstGeom prst="rect">
            <a:avLst/>
          </a:prstGeom>
          <a:solidFill>
            <a:srgbClr val="FFFFFF"/>
          </a:solidFill>
          <a:ln w="6350">
            <a:solidFill>
              <a:srgbClr val="E2E2E2"/>
            </a:solidFill>
            <a:prstDash val="solid"/>
          </a:ln>
        </p:spPr>
      </p:sp>
      <p:sp>
        <p:nvSpPr>
          <p:cNvPr id="237" name="Shape 229"/>
          <p:cNvSpPr/>
          <p:nvPr/>
        </p:nvSpPr>
        <p:spPr>
          <a:xfrm>
            <a:off x="587776" y="3687251"/>
            <a:ext cx="256032" cy="79533"/>
          </a:xfrm>
          <a:prstGeom prst="rect">
            <a:avLst/>
          </a:prstGeom>
          <a:solidFill>
            <a:srgbClr val="F8F9FA"/>
          </a:solidFill>
          <a:ln w="6350">
            <a:solidFill>
              <a:srgbClr val="DDDDDD"/>
            </a:solidFill>
            <a:prstDash val="solid"/>
          </a:ln>
        </p:spPr>
      </p:sp>
      <p:sp>
        <p:nvSpPr>
          <p:cNvPr id="238" name="Text 230"/>
          <p:cNvSpPr txBox="1"/>
          <p:nvPr/>
        </p:nvSpPr>
        <p:spPr>
          <a:xfrm>
            <a:off x="587776" y="3687251"/>
            <a:ext cx="256032" cy="79533"/>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14</a:t>
            </a:r>
            <a:endParaRPr lang="en-US" sz="650" dirty="0"/>
          </a:p>
        </p:txBody>
      </p:sp>
      <p:sp>
        <p:nvSpPr>
          <p:cNvPr id="239" name="Shape 231"/>
          <p:cNvSpPr/>
          <p:nvPr/>
        </p:nvSpPr>
        <p:spPr>
          <a:xfrm>
            <a:off x="843808" y="3687251"/>
            <a:ext cx="320040" cy="79533"/>
          </a:xfrm>
          <a:prstGeom prst="rect">
            <a:avLst/>
          </a:prstGeom>
          <a:solidFill>
            <a:srgbClr val="FFFFFF"/>
          </a:solidFill>
          <a:ln w="6350">
            <a:solidFill>
              <a:srgbClr val="E2E2E2"/>
            </a:solidFill>
            <a:prstDash val="solid"/>
          </a:ln>
        </p:spPr>
      </p:sp>
      <p:sp>
        <p:nvSpPr>
          <p:cNvPr id="240" name="Shape 232"/>
          <p:cNvSpPr/>
          <p:nvPr/>
        </p:nvSpPr>
        <p:spPr>
          <a:xfrm>
            <a:off x="1163848" y="3687251"/>
            <a:ext cx="868680" cy="79533"/>
          </a:xfrm>
          <a:prstGeom prst="rect">
            <a:avLst/>
          </a:prstGeom>
          <a:solidFill>
            <a:srgbClr val="FFFFFF"/>
          </a:solidFill>
          <a:ln w="6350">
            <a:solidFill>
              <a:srgbClr val="E2E2E2"/>
            </a:solidFill>
            <a:prstDash val="solid"/>
          </a:ln>
        </p:spPr>
      </p:sp>
      <p:sp>
        <p:nvSpPr>
          <p:cNvPr id="241" name="Text 233"/>
          <p:cNvSpPr txBox="1"/>
          <p:nvPr/>
        </p:nvSpPr>
        <p:spPr>
          <a:xfrm>
            <a:off x="1191280" y="3687251"/>
            <a:ext cx="813816" cy="79533"/>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Banyak data</a:t>
            </a:r>
            <a:endParaRPr lang="en-US" sz="600" dirty="0"/>
          </a:p>
        </p:txBody>
      </p:sp>
      <p:sp>
        <p:nvSpPr>
          <p:cNvPr id="242" name="Shape 234"/>
          <p:cNvSpPr/>
          <p:nvPr/>
        </p:nvSpPr>
        <p:spPr>
          <a:xfrm>
            <a:off x="2032528" y="3687251"/>
            <a:ext cx="640080" cy="79533"/>
          </a:xfrm>
          <a:prstGeom prst="rect">
            <a:avLst/>
          </a:prstGeom>
          <a:solidFill>
            <a:srgbClr val="FFFFFF"/>
          </a:solidFill>
          <a:ln w="6350">
            <a:solidFill>
              <a:srgbClr val="E2E2E2"/>
            </a:solidFill>
            <a:prstDash val="solid"/>
          </a:ln>
        </p:spPr>
      </p:sp>
      <p:sp>
        <p:nvSpPr>
          <p:cNvPr id="243" name="Text 235"/>
          <p:cNvSpPr txBox="1"/>
          <p:nvPr/>
        </p:nvSpPr>
        <p:spPr>
          <a:xfrm>
            <a:off x="2059960" y="3687251"/>
            <a:ext cx="585216" cy="79533"/>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244" name="Shape 236"/>
          <p:cNvSpPr/>
          <p:nvPr/>
        </p:nvSpPr>
        <p:spPr>
          <a:xfrm>
            <a:off x="2672608" y="3687251"/>
            <a:ext cx="640080" cy="79533"/>
          </a:xfrm>
          <a:prstGeom prst="rect">
            <a:avLst/>
          </a:prstGeom>
          <a:solidFill>
            <a:srgbClr val="FFFFFF"/>
          </a:solidFill>
          <a:ln w="6350">
            <a:solidFill>
              <a:srgbClr val="E2E2E2"/>
            </a:solidFill>
            <a:prstDash val="solid"/>
          </a:ln>
        </p:spPr>
      </p:sp>
      <p:sp>
        <p:nvSpPr>
          <p:cNvPr id="245" name="Shape 237"/>
          <p:cNvSpPr/>
          <p:nvPr/>
        </p:nvSpPr>
        <p:spPr>
          <a:xfrm>
            <a:off x="3312688" y="3687251"/>
            <a:ext cx="548640" cy="79533"/>
          </a:xfrm>
          <a:prstGeom prst="rect">
            <a:avLst/>
          </a:prstGeom>
          <a:solidFill>
            <a:srgbClr val="FFFFFF"/>
          </a:solidFill>
          <a:ln w="6350">
            <a:solidFill>
              <a:srgbClr val="E2E2E2"/>
            </a:solidFill>
            <a:prstDash val="solid"/>
          </a:ln>
        </p:spPr>
      </p:sp>
      <p:sp>
        <p:nvSpPr>
          <p:cNvPr id="246" name="Shape 238"/>
          <p:cNvSpPr/>
          <p:nvPr/>
        </p:nvSpPr>
        <p:spPr>
          <a:xfrm>
            <a:off x="3861328" y="3687251"/>
            <a:ext cx="731520" cy="79533"/>
          </a:xfrm>
          <a:prstGeom prst="rect">
            <a:avLst/>
          </a:prstGeom>
          <a:solidFill>
            <a:srgbClr val="FFFFFF"/>
          </a:solidFill>
          <a:ln w="6350">
            <a:solidFill>
              <a:srgbClr val="E2E2E2"/>
            </a:solidFill>
            <a:prstDash val="solid"/>
          </a:ln>
        </p:spPr>
      </p:sp>
      <p:sp>
        <p:nvSpPr>
          <p:cNvPr id="247" name="Shape 239"/>
          <p:cNvSpPr/>
          <p:nvPr/>
        </p:nvSpPr>
        <p:spPr>
          <a:xfrm>
            <a:off x="2032528" y="2971454"/>
            <a:ext cx="640080" cy="79533"/>
          </a:xfrm>
          <a:prstGeom prst="rect">
            <a:avLst/>
          </a:prstGeom>
          <a:solidFill>
            <a:srgbClr val="1A73E8">
              <a:alpha val="12000"/>
            </a:srgbClr>
          </a:solidFill>
          <a:ln w="19050">
            <a:solidFill>
              <a:srgbClr val="1A73E8"/>
            </a:solidFill>
            <a:prstDash val="solid"/>
          </a:ln>
        </p:spPr>
      </p:sp>
      <p:sp>
        <p:nvSpPr>
          <p:cNvPr id="248" name="Shape 240"/>
          <p:cNvSpPr/>
          <p:nvPr/>
        </p:nvSpPr>
        <p:spPr>
          <a:xfrm>
            <a:off x="587776" y="3794216"/>
            <a:ext cx="4950927" cy="201168"/>
          </a:xfrm>
          <a:prstGeom prst="rect">
            <a:avLst/>
          </a:prstGeom>
          <a:solidFill>
            <a:srgbClr val="F8F9FA"/>
          </a:solidFill>
          <a:ln w="12700">
            <a:solidFill>
              <a:srgbClr val="F8F9FA"/>
            </a:solidFill>
            <a:prstDash val="solid"/>
          </a:ln>
        </p:spPr>
      </p:sp>
      <p:sp>
        <p:nvSpPr>
          <p:cNvPr id="249" name="Text 241"/>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50" name="Shape 242"/>
          <p:cNvSpPr/>
          <p:nvPr/>
        </p:nvSpPr>
        <p:spPr>
          <a:xfrm>
            <a:off x="1136416" y="3794216"/>
            <a:ext cx="731520" cy="201168"/>
          </a:xfrm>
          <a:prstGeom prst="rect">
            <a:avLst/>
          </a:prstGeom>
          <a:solidFill>
            <a:srgbClr val="E1EFFE"/>
          </a:solidFill>
          <a:ln w="12700">
            <a:solidFill>
              <a:srgbClr val="E1EFFE"/>
            </a:solidFill>
            <a:prstDash val="solid"/>
          </a:ln>
        </p:spPr>
      </p:sp>
      <p:sp>
        <p:nvSpPr>
          <p:cNvPr id="251" name="Text 243"/>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52" name="Shape 244"/>
          <p:cNvSpPr/>
          <p:nvPr/>
        </p:nvSpPr>
        <p:spPr>
          <a:xfrm>
            <a:off x="2005096" y="2944022"/>
            <a:ext cx="694944" cy="134397"/>
          </a:xfrm>
          <a:prstGeom prst="roundRect">
            <a:avLst>
              <a:gd name="adj" fmla="val 34019"/>
            </a:avLst>
          </a:prstGeom>
          <a:solidFill>
            <a:srgbClr val="FFFFFF">
              <a:alpha val="0"/>
            </a:srgbClr>
          </a:solidFill>
          <a:ln w="31750">
            <a:solidFill>
              <a:srgbClr val="E53935"/>
            </a:solidFill>
            <a:prstDash val="solid"/>
          </a:ln>
        </p:spPr>
      </p:sp>
      <p:sp>
        <p:nvSpPr>
          <p:cNvPr id="253" name="Shape 245"/>
          <p:cNvSpPr/>
          <p:nvPr/>
        </p:nvSpPr>
        <p:spPr>
          <a:xfrm>
            <a:off x="2562880" y="2806862"/>
            <a:ext cx="274320" cy="274320"/>
          </a:xfrm>
          <a:prstGeom prst="ellipse">
            <a:avLst/>
          </a:prstGeom>
          <a:solidFill>
            <a:srgbClr val="E53935"/>
          </a:solidFill>
          <a:ln w="12700">
            <a:solidFill>
              <a:srgbClr val="FFFFFF"/>
            </a:solidFill>
            <a:prstDash val="solid"/>
          </a:ln>
        </p:spPr>
      </p:sp>
      <p:sp>
        <p:nvSpPr>
          <p:cNvPr id="254" name="Text 246"/>
          <p:cNvSpPr txBox="1"/>
          <p:nvPr/>
        </p:nvSpPr>
        <p:spPr>
          <a:xfrm>
            <a:off x="2562880" y="280686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55" name="Image 6" descr="preencoded.png">    </p:cNvPr>
          <p:cNvPicPr>
            <a:picLocks noChangeAspect="1"/>
          </p:cNvPicPr>
          <p:nvPr/>
        </p:nvPicPr>
        <p:blipFill>
          <a:blip r:embed="rId7"/>
          <a:stretch>
            <a:fillRect/>
          </a:stretch>
        </p:blipFill>
        <p:spPr>
          <a:xfrm>
            <a:off x="2384572" y="3015197"/>
            <a:ext cx="237744" cy="237744"/>
          </a:xfrm>
          <a:prstGeom prst="rect">
            <a:avLst/>
          </a:prstGeom>
        </p:spPr>
      </p:pic>
      <p:sp>
        <p:nvSpPr>
          <p:cNvPr id="256" name="Shape 247"/>
          <p:cNvSpPr/>
          <p:nvPr/>
        </p:nvSpPr>
        <p:spPr>
          <a:xfrm>
            <a:off x="3833896" y="2944022"/>
            <a:ext cx="786384" cy="134397"/>
          </a:xfrm>
          <a:prstGeom prst="roundRect">
            <a:avLst>
              <a:gd name="adj" fmla="val 34019"/>
            </a:avLst>
          </a:prstGeom>
          <a:solidFill>
            <a:srgbClr val="FFFFFF">
              <a:alpha val="0"/>
            </a:srgbClr>
          </a:solidFill>
          <a:ln w="31750">
            <a:solidFill>
              <a:srgbClr val="E53935"/>
            </a:solidFill>
            <a:prstDash val="solid"/>
          </a:ln>
        </p:spPr>
      </p:sp>
      <p:sp>
        <p:nvSpPr>
          <p:cNvPr id="257" name="Shape 248"/>
          <p:cNvSpPr/>
          <p:nvPr/>
        </p:nvSpPr>
        <p:spPr>
          <a:xfrm>
            <a:off x="4483120" y="2806862"/>
            <a:ext cx="274320" cy="274320"/>
          </a:xfrm>
          <a:prstGeom prst="ellipse">
            <a:avLst/>
          </a:prstGeom>
          <a:solidFill>
            <a:srgbClr val="E53935"/>
          </a:solidFill>
          <a:ln w="12700">
            <a:solidFill>
              <a:srgbClr val="FFFFFF"/>
            </a:solidFill>
            <a:prstDash val="solid"/>
          </a:ln>
        </p:spPr>
      </p:sp>
      <p:sp>
        <p:nvSpPr>
          <p:cNvPr id="258" name="Text 249"/>
          <p:cNvSpPr txBox="1"/>
          <p:nvPr/>
        </p:nvSpPr>
        <p:spPr>
          <a:xfrm>
            <a:off x="4483120" y="280686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59" name="Image 7" descr="preencoded.png">    </p:cNvPr>
          <p:cNvPicPr>
            <a:picLocks noChangeAspect="1"/>
          </p:cNvPicPr>
          <p:nvPr/>
        </p:nvPicPr>
        <p:blipFill>
          <a:blip r:embed="rId8"/>
          <a:stretch>
            <a:fillRect/>
          </a:stretch>
        </p:blipFill>
        <p:spPr>
          <a:xfrm>
            <a:off x="4263664" y="3015197"/>
            <a:ext cx="237744" cy="237744"/>
          </a:xfrm>
          <a:prstGeom prst="rect">
            <a:avLst/>
          </a:prstGeom>
        </p:spPr>
      </p:pic>
      <p:sp>
        <p:nvSpPr>
          <p:cNvPr id="260" name="Shape 250"/>
          <p:cNvSpPr/>
          <p:nvPr/>
        </p:nvSpPr>
        <p:spPr>
          <a:xfrm>
            <a:off x="2014240" y="3509897"/>
            <a:ext cx="676656" cy="275175"/>
          </a:xfrm>
          <a:prstGeom prst="roundRect">
            <a:avLst>
              <a:gd name="adj" fmla="val 16615"/>
            </a:avLst>
          </a:prstGeom>
          <a:solidFill>
            <a:srgbClr val="FFFFFF">
              <a:alpha val="0"/>
            </a:srgbClr>
          </a:solidFill>
          <a:ln w="31750">
            <a:solidFill>
              <a:srgbClr val="E53935"/>
            </a:solidFill>
            <a:prstDash val="solid"/>
          </a:ln>
        </p:spPr>
      </p:sp>
      <p:sp>
        <p:nvSpPr>
          <p:cNvPr id="261" name="Shape 251"/>
          <p:cNvSpPr/>
          <p:nvPr/>
        </p:nvSpPr>
        <p:spPr>
          <a:xfrm>
            <a:off x="2553736" y="3372737"/>
            <a:ext cx="274320" cy="274320"/>
          </a:xfrm>
          <a:prstGeom prst="ellipse">
            <a:avLst/>
          </a:prstGeom>
          <a:solidFill>
            <a:srgbClr val="E53935"/>
          </a:solidFill>
          <a:ln w="12700">
            <a:solidFill>
              <a:srgbClr val="FFFFFF"/>
            </a:solidFill>
            <a:prstDash val="solid"/>
          </a:ln>
        </p:spPr>
      </p:sp>
      <p:sp>
        <p:nvSpPr>
          <p:cNvPr id="262" name="Text 252"/>
          <p:cNvSpPr txBox="1"/>
          <p:nvPr/>
        </p:nvSpPr>
        <p:spPr>
          <a:xfrm>
            <a:off x="2553736" y="33727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263" name="Image 8" descr="preencoded.png">    </p:cNvPr>
          <p:cNvPicPr>
            <a:picLocks noChangeAspect="1"/>
          </p:cNvPicPr>
          <p:nvPr/>
        </p:nvPicPr>
        <p:blipFill>
          <a:blip r:embed="rId9"/>
          <a:stretch>
            <a:fillRect/>
          </a:stretch>
        </p:blipFill>
        <p:spPr>
          <a:xfrm>
            <a:off x="2384572" y="3659414"/>
            <a:ext cx="237744" cy="237744"/>
          </a:xfrm>
          <a:prstGeom prst="rect">
            <a:avLst/>
          </a:prstGeom>
        </p:spPr>
      </p:pic>
      <p:sp>
        <p:nvSpPr>
          <p:cNvPr id="264" name="Text 2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265" name="Text 2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Ubah satu nilai, lihat hasil berubah</a:t>
            </a:r>
            <a:endParaRPr lang="en-US" sz="1800" dirty="0"/>
          </a:p>
        </p:txBody>
      </p:sp>
      <p:sp>
        <p:nvSpPr>
          <p:cNvPr id="266" name="Text 2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Ubah nilai Tahfidz Hasan (C5) dari 70 menjadi 90. Perhatikan rata-rata Hasan, jumlah, dan nilai terendah ikut berubah.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kolom G bernama Jumlah, isi dengan =SUM(C2:E2) lalu salin ke bawah.</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Hitung rata-rata kelas untuk kolom Rata-rata (F) di sel F11.</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rata-rata hanya 1 angka di belakang koma (tombol .0 di toolbar).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apa beda SUM dan COUNT?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Kolom rata-rata terisi dengan rumus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baris jumlah, tertinggi, terendah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Rumus disalin dengan fill handle</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Nilai berubah otomatis saat data diubah</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terjadi pada rata-rata jika satu nilai diubah?</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Fungsi mana yang paling bermanfaat bagimu?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Jujur dalam data: jangan mengubah angka agar hasilnya terlihat lebih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Mengurutkan, menyaring, dan membuat grafik, lalu Proyek Database Kelas.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Sort, Filter &amp; Grafik</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Database Kelas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2: Google Sheets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cepat mengetahui siapa yang nilainya paling tinggi di kelas?</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Mengurutkan data dengan Sort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Menyaring data dengan Filter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grafik dari data dan menyusun Database Kelas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Alat Mengolah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Sort (Urutkan)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Mengurutkan data: A → Z, Z → A, terkecil → terbesar, atau sebaliknya.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Filter (Saring)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Menampilkan hanya data tertentu, misalnya hanya santri yang mengikuti Pramuka.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Chart (Grafik)</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Mengubah angka menjadi gambar: batang, garis, atau lingkaran.</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Memilih Jenis Grafik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Gunakan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Grafik batang (column)</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Grafik lingkaran (pie)</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Grafik garis (line)</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Untuk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Membandingkan nilai antar santri/kelas</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Melihat bagian dari keseluruhan (persen)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Melihat perubahan dari waktu ke waktu</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Mengolah dan Menyajikan Data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Rekap_Nilai, lalu proyek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Mengurutkan data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Menyaring data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grafik</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Sort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Text 106"/>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32004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3050987"/>
            <a:ext cx="640080" cy="119299"/>
          </a:xfrm>
          <a:prstGeom prst="rect">
            <a:avLst/>
          </a:prstGeom>
          <a:solidFill>
            <a:srgbClr val="FFFFFF"/>
          </a:solidFill>
          <a:ln w="6350">
            <a:solidFill>
              <a:srgbClr val="E2E2E2"/>
            </a:solidFill>
            <a:prstDash val="solid"/>
          </a:ln>
        </p:spPr>
      </p:sp>
      <p:sp>
        <p:nvSpPr>
          <p:cNvPr id="124" name="Text 116"/>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3050987"/>
            <a:ext cx="731520" cy="119299"/>
          </a:xfrm>
          <a:prstGeom prst="rect">
            <a:avLst/>
          </a:prstGeom>
          <a:solidFill>
            <a:srgbClr val="FFFFFF"/>
          </a:solidFill>
          <a:ln w="6350">
            <a:solidFill>
              <a:srgbClr val="E2E2E2"/>
            </a:solidFill>
            <a:prstDash val="solid"/>
          </a:ln>
        </p:spPr>
      </p:sp>
      <p:sp>
        <p:nvSpPr>
          <p:cNvPr id="128" name="Text 120"/>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32004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3170287"/>
            <a:ext cx="640080" cy="119299"/>
          </a:xfrm>
          <a:prstGeom prst="rect">
            <a:avLst/>
          </a:prstGeom>
          <a:solidFill>
            <a:srgbClr val="FFFFFF"/>
          </a:solidFill>
          <a:ln w="6350">
            <a:solidFill>
              <a:srgbClr val="E2E2E2"/>
            </a:solidFill>
            <a:prstDash val="solid"/>
          </a:ln>
        </p:spPr>
      </p:sp>
      <p:sp>
        <p:nvSpPr>
          <p:cNvPr id="138" name="Text 130"/>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3170287"/>
            <a:ext cx="731520" cy="119299"/>
          </a:xfrm>
          <a:prstGeom prst="rect">
            <a:avLst/>
          </a:prstGeom>
          <a:solidFill>
            <a:srgbClr val="FFFFFF"/>
          </a:solidFill>
          <a:ln w="6350">
            <a:solidFill>
              <a:srgbClr val="E2E2E2"/>
            </a:solidFill>
            <a:prstDash val="solid"/>
          </a:ln>
        </p:spPr>
      </p:sp>
      <p:sp>
        <p:nvSpPr>
          <p:cNvPr id="142" name="Text 134"/>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32004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289586"/>
            <a:ext cx="868680" cy="119299"/>
          </a:xfrm>
          <a:prstGeom prst="rect">
            <a:avLst/>
          </a:prstGeom>
          <a:solidFill>
            <a:srgbClr val="FFFFFF"/>
          </a:solidFill>
          <a:ln w="6350">
            <a:solidFill>
              <a:srgbClr val="E2E2E2"/>
            </a:solidFill>
            <a:prstDash val="solid"/>
          </a:ln>
        </p:spPr>
      </p:sp>
      <p:sp>
        <p:nvSpPr>
          <p:cNvPr id="148" name="Text 140"/>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289586"/>
            <a:ext cx="640080" cy="119299"/>
          </a:xfrm>
          <a:prstGeom prst="rect">
            <a:avLst/>
          </a:prstGeom>
          <a:solidFill>
            <a:srgbClr val="FFFFFF"/>
          </a:solidFill>
          <a:ln w="6350">
            <a:solidFill>
              <a:srgbClr val="E2E2E2"/>
            </a:solidFill>
            <a:prstDash val="solid"/>
          </a:ln>
        </p:spPr>
      </p:sp>
      <p:sp>
        <p:nvSpPr>
          <p:cNvPr id="152" name="Text 144"/>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289586"/>
            <a:ext cx="548640" cy="119299"/>
          </a:xfrm>
          <a:prstGeom prst="rect">
            <a:avLst/>
          </a:prstGeom>
          <a:solidFill>
            <a:srgbClr val="FFFFFF"/>
          </a:solidFill>
          <a:ln w="6350">
            <a:solidFill>
              <a:srgbClr val="E2E2E2"/>
            </a:solidFill>
            <a:prstDash val="solid"/>
          </a:ln>
        </p:spPr>
      </p:sp>
      <p:sp>
        <p:nvSpPr>
          <p:cNvPr id="154" name="Text 146"/>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289586"/>
            <a:ext cx="731520" cy="119299"/>
          </a:xfrm>
          <a:prstGeom prst="rect">
            <a:avLst/>
          </a:prstGeom>
          <a:solidFill>
            <a:srgbClr val="FFFFFF"/>
          </a:solidFill>
          <a:ln w="6350">
            <a:solidFill>
              <a:srgbClr val="E2E2E2"/>
            </a:solidFill>
            <a:prstDash val="solid"/>
          </a:ln>
        </p:spPr>
      </p:sp>
      <p:sp>
        <p:nvSpPr>
          <p:cNvPr id="156" name="Text 148"/>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408885"/>
            <a:ext cx="868680" cy="119299"/>
          </a:xfrm>
          <a:prstGeom prst="rect">
            <a:avLst/>
          </a:prstGeom>
          <a:solidFill>
            <a:srgbClr val="FFFFFF"/>
          </a:solidFill>
          <a:ln w="6350">
            <a:solidFill>
              <a:srgbClr val="E2E2E2"/>
            </a:solidFill>
            <a:prstDash val="solid"/>
          </a:ln>
        </p:spPr>
      </p:sp>
      <p:sp>
        <p:nvSpPr>
          <p:cNvPr id="162" name="Text 154"/>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408885"/>
            <a:ext cx="640080" cy="119299"/>
          </a:xfrm>
          <a:prstGeom prst="rect">
            <a:avLst/>
          </a:prstGeom>
          <a:solidFill>
            <a:srgbClr val="FFFFFF"/>
          </a:solidFill>
          <a:ln w="6350">
            <a:solidFill>
              <a:srgbClr val="E2E2E2"/>
            </a:solidFill>
            <a:prstDash val="solid"/>
          </a:ln>
        </p:spPr>
      </p:sp>
      <p:sp>
        <p:nvSpPr>
          <p:cNvPr id="164" name="Text 156"/>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408885"/>
            <a:ext cx="640080" cy="119299"/>
          </a:xfrm>
          <a:prstGeom prst="rect">
            <a:avLst/>
          </a:prstGeom>
          <a:solidFill>
            <a:srgbClr val="FFFFFF"/>
          </a:solidFill>
          <a:ln w="6350">
            <a:solidFill>
              <a:srgbClr val="E2E2E2"/>
            </a:solidFill>
            <a:prstDash val="solid"/>
          </a:ln>
        </p:spPr>
      </p:sp>
      <p:sp>
        <p:nvSpPr>
          <p:cNvPr id="166" name="Text 158"/>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408885"/>
            <a:ext cx="548640" cy="119299"/>
          </a:xfrm>
          <a:prstGeom prst="rect">
            <a:avLst/>
          </a:prstGeom>
          <a:solidFill>
            <a:srgbClr val="FFFFFF"/>
          </a:solidFill>
          <a:ln w="6350">
            <a:solidFill>
              <a:srgbClr val="E2E2E2"/>
            </a:solidFill>
            <a:prstDash val="solid"/>
          </a:ln>
        </p:spPr>
      </p:sp>
      <p:sp>
        <p:nvSpPr>
          <p:cNvPr id="168" name="Text 160"/>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408885"/>
            <a:ext cx="731520" cy="119299"/>
          </a:xfrm>
          <a:prstGeom prst="rect">
            <a:avLst/>
          </a:prstGeom>
          <a:solidFill>
            <a:srgbClr val="FFFFFF"/>
          </a:solidFill>
          <a:ln w="6350">
            <a:solidFill>
              <a:srgbClr val="E2E2E2"/>
            </a:solidFill>
            <a:prstDash val="solid"/>
          </a:ln>
        </p:spPr>
      </p:sp>
      <p:sp>
        <p:nvSpPr>
          <p:cNvPr id="170" name="Text 162"/>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32004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528185"/>
            <a:ext cx="868680" cy="119299"/>
          </a:xfrm>
          <a:prstGeom prst="rect">
            <a:avLst/>
          </a:prstGeom>
          <a:solidFill>
            <a:srgbClr val="FFFFFF"/>
          </a:solidFill>
          <a:ln w="6350">
            <a:solidFill>
              <a:srgbClr val="E2E2E2"/>
            </a:solidFill>
            <a:prstDash val="solid"/>
          </a:ln>
        </p:spPr>
      </p:sp>
      <p:sp>
        <p:nvSpPr>
          <p:cNvPr id="176" name="Text 168"/>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528185"/>
            <a:ext cx="640080" cy="119299"/>
          </a:xfrm>
          <a:prstGeom prst="rect">
            <a:avLst/>
          </a:prstGeom>
          <a:solidFill>
            <a:srgbClr val="FFFFFF"/>
          </a:solidFill>
          <a:ln w="6350">
            <a:solidFill>
              <a:srgbClr val="E2E2E2"/>
            </a:solidFill>
            <a:prstDash val="solid"/>
          </a:ln>
        </p:spPr>
      </p:sp>
      <p:sp>
        <p:nvSpPr>
          <p:cNvPr id="178" name="Text 170"/>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528185"/>
            <a:ext cx="640080" cy="119299"/>
          </a:xfrm>
          <a:prstGeom prst="rect">
            <a:avLst/>
          </a:prstGeom>
          <a:solidFill>
            <a:srgbClr val="FFFFFF"/>
          </a:solidFill>
          <a:ln w="6350">
            <a:solidFill>
              <a:srgbClr val="E2E2E2"/>
            </a:solidFill>
            <a:prstDash val="solid"/>
          </a:ln>
        </p:spPr>
      </p:sp>
      <p:sp>
        <p:nvSpPr>
          <p:cNvPr id="180" name="Text 172"/>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528185"/>
            <a:ext cx="548640" cy="119299"/>
          </a:xfrm>
          <a:prstGeom prst="rect">
            <a:avLst/>
          </a:prstGeom>
          <a:solidFill>
            <a:srgbClr val="FFFFFF"/>
          </a:solidFill>
          <a:ln w="6350">
            <a:solidFill>
              <a:srgbClr val="E2E2E2"/>
            </a:solidFill>
            <a:prstDash val="solid"/>
          </a:ln>
        </p:spPr>
      </p:sp>
      <p:sp>
        <p:nvSpPr>
          <p:cNvPr id="182" name="Text 174"/>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528185"/>
            <a:ext cx="731520" cy="119299"/>
          </a:xfrm>
          <a:prstGeom prst="rect">
            <a:avLst/>
          </a:prstGeom>
          <a:solidFill>
            <a:srgbClr val="FFFFFF"/>
          </a:solidFill>
          <a:ln w="6350">
            <a:solidFill>
              <a:srgbClr val="E2E2E2"/>
            </a:solidFill>
            <a:prstDash val="solid"/>
          </a:ln>
        </p:spPr>
      </p:sp>
      <p:sp>
        <p:nvSpPr>
          <p:cNvPr id="184" name="Text 176"/>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32004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647484"/>
            <a:ext cx="868680" cy="119299"/>
          </a:xfrm>
          <a:prstGeom prst="rect">
            <a:avLst/>
          </a:prstGeom>
          <a:solidFill>
            <a:srgbClr val="FFFFFF"/>
          </a:solidFill>
          <a:ln w="6350">
            <a:solidFill>
              <a:srgbClr val="E2E2E2"/>
            </a:solidFill>
            <a:prstDash val="solid"/>
          </a:ln>
        </p:spPr>
      </p:sp>
      <p:sp>
        <p:nvSpPr>
          <p:cNvPr id="190" name="Text 182"/>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647484"/>
            <a:ext cx="640080" cy="119299"/>
          </a:xfrm>
          <a:prstGeom prst="rect">
            <a:avLst/>
          </a:prstGeom>
          <a:solidFill>
            <a:srgbClr val="FFFFFF"/>
          </a:solidFill>
          <a:ln w="6350">
            <a:solidFill>
              <a:srgbClr val="E2E2E2"/>
            </a:solidFill>
            <a:prstDash val="solid"/>
          </a:ln>
        </p:spPr>
      </p:sp>
      <p:sp>
        <p:nvSpPr>
          <p:cNvPr id="192" name="Text 184"/>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647484"/>
            <a:ext cx="640080" cy="119299"/>
          </a:xfrm>
          <a:prstGeom prst="rect">
            <a:avLst/>
          </a:prstGeom>
          <a:solidFill>
            <a:srgbClr val="FFFFFF"/>
          </a:solidFill>
          <a:ln w="6350">
            <a:solidFill>
              <a:srgbClr val="E2E2E2"/>
            </a:solidFill>
            <a:prstDash val="solid"/>
          </a:ln>
        </p:spPr>
      </p:sp>
      <p:sp>
        <p:nvSpPr>
          <p:cNvPr id="194" name="Text 186"/>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647484"/>
            <a:ext cx="548640" cy="119299"/>
          </a:xfrm>
          <a:prstGeom prst="rect">
            <a:avLst/>
          </a:prstGeom>
          <a:solidFill>
            <a:srgbClr val="FFFFFF"/>
          </a:solidFill>
          <a:ln w="6350">
            <a:solidFill>
              <a:srgbClr val="E2E2E2"/>
            </a:solidFill>
            <a:prstDash val="solid"/>
          </a:ln>
        </p:spPr>
      </p:sp>
      <p:sp>
        <p:nvSpPr>
          <p:cNvPr id="196" name="Text 188"/>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647484"/>
            <a:ext cx="731520" cy="119299"/>
          </a:xfrm>
          <a:prstGeom prst="rect">
            <a:avLst/>
          </a:prstGeom>
          <a:solidFill>
            <a:srgbClr val="FFFFFF"/>
          </a:solidFill>
          <a:ln w="6350">
            <a:solidFill>
              <a:srgbClr val="E2E2E2"/>
            </a:solidFill>
            <a:prstDash val="solid"/>
          </a:ln>
        </p:spPr>
      </p:sp>
      <p:sp>
        <p:nvSpPr>
          <p:cNvPr id="198" name="Text 190"/>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843808" y="2693089"/>
            <a:ext cx="3749040" cy="1073695"/>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2572024" y="2043437"/>
            <a:ext cx="1417320" cy="1463040"/>
          </a:xfrm>
          <a:prstGeom prst="rect">
            <a:avLst/>
          </a:prstGeom>
          <a:solidFill>
            <a:srgbClr val="FFFFFF"/>
          </a:solidFill>
          <a:ln w="9525">
            <a:solidFill>
              <a:srgbClr val="AAAAAA"/>
            </a:solidFill>
            <a:prstDash val="solid"/>
          </a:ln>
        </p:spPr>
      </p:sp>
      <p:sp>
        <p:nvSpPr>
          <p:cNvPr id="205" name="Text 197"/>
          <p:cNvSpPr txBox="1"/>
          <p:nvPr/>
        </p:nvSpPr>
        <p:spPr>
          <a:xfrm>
            <a:off x="26817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sheet           ›</a:t>
            </a:r>
            <a:endParaRPr lang="en-US" sz="800" dirty="0"/>
          </a:p>
        </p:txBody>
      </p:sp>
      <p:sp>
        <p:nvSpPr>
          <p:cNvPr id="206" name="Text 198"/>
          <p:cNvSpPr txBox="1"/>
          <p:nvPr/>
        </p:nvSpPr>
        <p:spPr>
          <a:xfrm>
            <a:off x="26817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range           ›</a:t>
            </a:r>
            <a:endParaRPr lang="en-US" sz="800" dirty="0"/>
          </a:p>
        </p:txBody>
      </p:sp>
      <p:sp>
        <p:nvSpPr>
          <p:cNvPr id="207" name="Shape 199"/>
          <p:cNvSpPr/>
          <p:nvPr/>
        </p:nvSpPr>
        <p:spPr>
          <a:xfrm>
            <a:off x="2608600" y="2564645"/>
            <a:ext cx="1344168" cy="0"/>
          </a:xfrm>
          <a:prstGeom prst="line">
            <a:avLst/>
          </a:prstGeom>
          <a:noFill/>
          <a:ln w="6350">
            <a:solidFill>
              <a:srgbClr val="DDDDDD"/>
            </a:solidFill>
            <a:prstDash val="solid"/>
          </a:ln>
        </p:spPr>
      </p:sp>
      <p:sp>
        <p:nvSpPr>
          <p:cNvPr id="208" name="Text 200"/>
          <p:cNvSpPr txBox="1"/>
          <p:nvPr/>
        </p:nvSpPr>
        <p:spPr>
          <a:xfrm>
            <a:off x="268175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a filter</a:t>
            </a:r>
            <a:endParaRPr lang="en-US" sz="800" dirty="0"/>
          </a:p>
        </p:txBody>
      </p:sp>
      <p:sp>
        <p:nvSpPr>
          <p:cNvPr id="209" name="Text 201"/>
          <p:cNvSpPr txBox="1"/>
          <p:nvPr/>
        </p:nvSpPr>
        <p:spPr>
          <a:xfrm>
            <a:off x="2681752"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filter view</a:t>
            </a:r>
            <a:endParaRPr lang="en-US" sz="800" dirty="0"/>
          </a:p>
        </p:txBody>
      </p:sp>
      <p:sp>
        <p:nvSpPr>
          <p:cNvPr id="210" name="Shape 202"/>
          <p:cNvSpPr/>
          <p:nvPr/>
        </p:nvSpPr>
        <p:spPr>
          <a:xfrm>
            <a:off x="2608600" y="3168149"/>
            <a:ext cx="1344168" cy="0"/>
          </a:xfrm>
          <a:prstGeom prst="line">
            <a:avLst/>
          </a:prstGeom>
          <a:noFill/>
          <a:ln w="6350">
            <a:solidFill>
              <a:srgbClr val="DDDDDD"/>
            </a:solidFill>
            <a:prstDash val="solid"/>
          </a:ln>
        </p:spPr>
      </p:sp>
      <p:sp>
        <p:nvSpPr>
          <p:cNvPr id="211" name="Text 203"/>
          <p:cNvSpPr txBox="1"/>
          <p:nvPr/>
        </p:nvSpPr>
        <p:spPr>
          <a:xfrm>
            <a:off x="2681752" y="327787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Data validation</a:t>
            </a:r>
            <a:endParaRPr lang="en-US" sz="800" dirty="0"/>
          </a:p>
        </p:txBody>
      </p:sp>
      <p:sp>
        <p:nvSpPr>
          <p:cNvPr id="212" name="Shape 204"/>
          <p:cNvSpPr/>
          <p:nvPr/>
        </p:nvSpPr>
        <p:spPr>
          <a:xfrm>
            <a:off x="3989344" y="2272037"/>
            <a:ext cx="1234440" cy="658368"/>
          </a:xfrm>
          <a:prstGeom prst="rect">
            <a:avLst/>
          </a:prstGeom>
          <a:solidFill>
            <a:srgbClr val="FFFFFF"/>
          </a:solidFill>
          <a:ln w="9525">
            <a:solidFill>
              <a:srgbClr val="AAAAAA"/>
            </a:solidFill>
            <a:prstDash val="solid"/>
          </a:ln>
        </p:spPr>
      </p:sp>
      <p:sp>
        <p:nvSpPr>
          <p:cNvPr id="213" name="Text 205"/>
          <p:cNvSpPr txBox="1"/>
          <p:nvPr/>
        </p:nvSpPr>
        <p:spPr>
          <a:xfrm>
            <a:off x="4099072" y="229946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range A → Z</a:t>
            </a:r>
            <a:endParaRPr lang="en-US" sz="800" dirty="0"/>
          </a:p>
        </p:txBody>
      </p:sp>
      <p:sp>
        <p:nvSpPr>
          <p:cNvPr id="214" name="Text 206"/>
          <p:cNvSpPr txBox="1"/>
          <p:nvPr/>
        </p:nvSpPr>
        <p:spPr>
          <a:xfrm>
            <a:off x="4099072" y="250063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range Z → A</a:t>
            </a:r>
            <a:endParaRPr lang="en-US" sz="800" dirty="0"/>
          </a:p>
        </p:txBody>
      </p:sp>
      <p:sp>
        <p:nvSpPr>
          <p:cNvPr id="215" name="Text 207"/>
          <p:cNvSpPr txBox="1"/>
          <p:nvPr/>
        </p:nvSpPr>
        <p:spPr>
          <a:xfrm>
            <a:off x="4099072" y="270180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Advanced options</a:t>
            </a:r>
            <a:endParaRPr lang="en-US" sz="800" dirty="0"/>
          </a:p>
        </p:txBody>
      </p:sp>
      <p:sp>
        <p:nvSpPr>
          <p:cNvPr id="216" name="Shape 208"/>
          <p:cNvSpPr/>
          <p:nvPr/>
        </p:nvSpPr>
        <p:spPr>
          <a:xfrm>
            <a:off x="2590312" y="2253749"/>
            <a:ext cx="1380744" cy="228600"/>
          </a:xfrm>
          <a:prstGeom prst="roundRect">
            <a:avLst>
              <a:gd name="adj" fmla="val 20000"/>
            </a:avLst>
          </a:prstGeom>
          <a:solidFill>
            <a:srgbClr val="FFFFFF">
              <a:alpha val="0"/>
            </a:srgbClr>
          </a:solidFill>
          <a:ln w="31750">
            <a:solidFill>
              <a:srgbClr val="E53935"/>
            </a:solidFill>
            <a:prstDash val="solid"/>
          </a:ln>
        </p:spPr>
      </p:sp>
      <p:sp>
        <p:nvSpPr>
          <p:cNvPr id="217" name="Shape 209"/>
          <p:cNvSpPr/>
          <p:nvPr/>
        </p:nvSpPr>
        <p:spPr>
          <a:xfrm>
            <a:off x="3833896" y="2116589"/>
            <a:ext cx="274320" cy="274320"/>
          </a:xfrm>
          <a:prstGeom prst="ellipse">
            <a:avLst/>
          </a:prstGeom>
          <a:solidFill>
            <a:srgbClr val="E53935"/>
          </a:solidFill>
          <a:ln w="12700">
            <a:solidFill>
              <a:srgbClr val="FFFFFF"/>
            </a:solidFill>
            <a:prstDash val="solid"/>
          </a:ln>
        </p:spPr>
      </p:sp>
      <p:sp>
        <p:nvSpPr>
          <p:cNvPr id="218" name="Text 210"/>
          <p:cNvSpPr txBox="1"/>
          <p:nvPr/>
        </p:nvSpPr>
        <p:spPr>
          <a:xfrm>
            <a:off x="3833896" y="2116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9" name="Image 6" descr="preencoded.png">    </p:cNvPr>
          <p:cNvPicPr>
            <a:picLocks noChangeAspect="1"/>
          </p:cNvPicPr>
          <p:nvPr/>
        </p:nvPicPr>
        <p:blipFill>
          <a:blip r:embed="rId7"/>
          <a:stretch>
            <a:fillRect/>
          </a:stretch>
        </p:blipFill>
        <p:spPr>
          <a:xfrm>
            <a:off x="3347893" y="2377650"/>
            <a:ext cx="237744" cy="237744"/>
          </a:xfrm>
          <a:prstGeom prst="rect">
            <a:avLst/>
          </a:prstGeom>
        </p:spPr>
      </p:pic>
      <p:sp>
        <p:nvSpPr>
          <p:cNvPr id="220" name="Shape 211"/>
          <p:cNvSpPr/>
          <p:nvPr/>
        </p:nvSpPr>
        <p:spPr>
          <a:xfrm>
            <a:off x="4007632" y="2683517"/>
            <a:ext cx="1197864" cy="228600"/>
          </a:xfrm>
          <a:prstGeom prst="roundRect">
            <a:avLst>
              <a:gd name="adj" fmla="val 20000"/>
            </a:avLst>
          </a:prstGeom>
          <a:solidFill>
            <a:srgbClr val="FFFFFF">
              <a:alpha val="0"/>
            </a:srgbClr>
          </a:solidFill>
          <a:ln w="31750">
            <a:solidFill>
              <a:srgbClr val="E53935"/>
            </a:solidFill>
            <a:prstDash val="solid"/>
          </a:ln>
        </p:spPr>
      </p:sp>
      <p:sp>
        <p:nvSpPr>
          <p:cNvPr id="221" name="Shape 212"/>
          <p:cNvSpPr/>
          <p:nvPr/>
        </p:nvSpPr>
        <p:spPr>
          <a:xfrm>
            <a:off x="5068336" y="2546357"/>
            <a:ext cx="274320" cy="274320"/>
          </a:xfrm>
          <a:prstGeom prst="ellipse">
            <a:avLst/>
          </a:prstGeom>
          <a:solidFill>
            <a:srgbClr val="E53935"/>
          </a:solidFill>
          <a:ln w="12700">
            <a:solidFill>
              <a:srgbClr val="FFFFFF"/>
            </a:solidFill>
            <a:prstDash val="solid"/>
          </a:ln>
        </p:spPr>
      </p:sp>
      <p:sp>
        <p:nvSpPr>
          <p:cNvPr id="222" name="Text 213"/>
          <p:cNvSpPr txBox="1"/>
          <p:nvPr/>
        </p:nvSpPr>
        <p:spPr>
          <a:xfrm>
            <a:off x="5068336" y="25463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23" name="Image 7" descr="preencoded.png">    </p:cNvPr>
          <p:cNvPicPr>
            <a:picLocks noChangeAspect="1"/>
          </p:cNvPicPr>
          <p:nvPr/>
        </p:nvPicPr>
        <p:blipFill>
          <a:blip r:embed="rId8"/>
          <a:stretch>
            <a:fillRect/>
          </a:stretch>
        </p:blipFill>
        <p:spPr>
          <a:xfrm>
            <a:off x="4664629" y="2807418"/>
            <a:ext cx="237744" cy="237744"/>
          </a:xfrm>
          <a:prstGeom prst="rect">
            <a:avLst/>
          </a:prstGeom>
        </p:spPr>
      </p:pic>
      <p:sp>
        <p:nvSpPr>
          <p:cNvPr id="224" name="Text 21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25" name="Text 21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tabel A1:F9 › Data › Sort range</a:t>
            </a:r>
            <a:endParaRPr lang="en-US" sz="1800" dirty="0"/>
          </a:p>
        </p:txBody>
      </p:sp>
      <p:sp>
        <p:nvSpPr>
          <p:cNvPr id="226" name="Text 21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Seret dari A1 sampai F9. Klik menu Data › Sort range › Advanced range sorting options.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Sort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D3E3FD"/>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Text 106"/>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32004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19" name="Shape 111"/>
          <p:cNvSpPr/>
          <p:nvPr/>
        </p:nvSpPr>
        <p:spPr>
          <a:xfrm>
            <a:off x="116384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121" name="Shape 113"/>
          <p:cNvSpPr/>
          <p:nvPr/>
        </p:nvSpPr>
        <p:spPr>
          <a:xfrm>
            <a:off x="20325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23" name="Shape 115"/>
          <p:cNvSpPr/>
          <p:nvPr/>
        </p:nvSpPr>
        <p:spPr>
          <a:xfrm>
            <a:off x="2672608" y="3050987"/>
            <a:ext cx="640080" cy="119299"/>
          </a:xfrm>
          <a:prstGeom prst="rect">
            <a:avLst/>
          </a:prstGeom>
          <a:solidFill>
            <a:srgbClr val="FFFFFF"/>
          </a:solidFill>
          <a:ln w="6350">
            <a:solidFill>
              <a:srgbClr val="E2E2E2"/>
            </a:solidFill>
            <a:prstDash val="solid"/>
          </a:ln>
        </p:spPr>
      </p:sp>
      <p:sp>
        <p:nvSpPr>
          <p:cNvPr id="124" name="Text 116"/>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5" name="Shape 117"/>
          <p:cNvSpPr/>
          <p:nvPr/>
        </p:nvSpPr>
        <p:spPr>
          <a:xfrm>
            <a:off x="331268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27" name="Shape 119"/>
          <p:cNvSpPr/>
          <p:nvPr/>
        </p:nvSpPr>
        <p:spPr>
          <a:xfrm>
            <a:off x="3861328" y="3050987"/>
            <a:ext cx="731520" cy="119299"/>
          </a:xfrm>
          <a:prstGeom prst="rect">
            <a:avLst/>
          </a:prstGeom>
          <a:solidFill>
            <a:srgbClr val="FFFFFF"/>
          </a:solidFill>
          <a:ln w="6350">
            <a:solidFill>
              <a:srgbClr val="E2E2E2"/>
            </a:solidFill>
            <a:prstDash val="solid"/>
          </a:ln>
        </p:spPr>
      </p:sp>
      <p:sp>
        <p:nvSpPr>
          <p:cNvPr id="128" name="Text 120"/>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32004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33" name="Shape 125"/>
          <p:cNvSpPr/>
          <p:nvPr/>
        </p:nvSpPr>
        <p:spPr>
          <a:xfrm>
            <a:off x="116384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35" name="Shape 127"/>
          <p:cNvSpPr/>
          <p:nvPr/>
        </p:nvSpPr>
        <p:spPr>
          <a:xfrm>
            <a:off x="20325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37" name="Shape 129"/>
          <p:cNvSpPr/>
          <p:nvPr/>
        </p:nvSpPr>
        <p:spPr>
          <a:xfrm>
            <a:off x="2672608" y="3170287"/>
            <a:ext cx="640080" cy="119299"/>
          </a:xfrm>
          <a:prstGeom prst="rect">
            <a:avLst/>
          </a:prstGeom>
          <a:solidFill>
            <a:srgbClr val="FFFFFF"/>
          </a:solidFill>
          <a:ln w="6350">
            <a:solidFill>
              <a:srgbClr val="E2E2E2"/>
            </a:solidFill>
            <a:prstDash val="solid"/>
          </a:ln>
        </p:spPr>
      </p:sp>
      <p:sp>
        <p:nvSpPr>
          <p:cNvPr id="138" name="Text 130"/>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39" name="Shape 131"/>
          <p:cNvSpPr/>
          <p:nvPr/>
        </p:nvSpPr>
        <p:spPr>
          <a:xfrm>
            <a:off x="331268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41" name="Shape 133"/>
          <p:cNvSpPr/>
          <p:nvPr/>
        </p:nvSpPr>
        <p:spPr>
          <a:xfrm>
            <a:off x="3861328" y="3170287"/>
            <a:ext cx="731520" cy="119299"/>
          </a:xfrm>
          <a:prstGeom prst="rect">
            <a:avLst/>
          </a:prstGeom>
          <a:solidFill>
            <a:srgbClr val="FFFFFF"/>
          </a:solidFill>
          <a:ln w="6350">
            <a:solidFill>
              <a:srgbClr val="E2E2E2"/>
            </a:solidFill>
            <a:prstDash val="solid"/>
          </a:ln>
        </p:spPr>
      </p:sp>
      <p:sp>
        <p:nvSpPr>
          <p:cNvPr id="142" name="Text 134"/>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32004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47" name="Shape 139"/>
          <p:cNvSpPr/>
          <p:nvPr/>
        </p:nvSpPr>
        <p:spPr>
          <a:xfrm>
            <a:off x="1163848" y="3289586"/>
            <a:ext cx="868680" cy="119299"/>
          </a:xfrm>
          <a:prstGeom prst="rect">
            <a:avLst/>
          </a:prstGeom>
          <a:solidFill>
            <a:srgbClr val="FFFFFF"/>
          </a:solidFill>
          <a:ln w="6350">
            <a:solidFill>
              <a:srgbClr val="E2E2E2"/>
            </a:solidFill>
            <a:prstDash val="solid"/>
          </a:ln>
        </p:spPr>
      </p:sp>
      <p:sp>
        <p:nvSpPr>
          <p:cNvPr id="148" name="Text 140"/>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49" name="Shape 141"/>
          <p:cNvSpPr/>
          <p:nvPr/>
        </p:nvSpPr>
        <p:spPr>
          <a:xfrm>
            <a:off x="20325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1" name="Shape 143"/>
          <p:cNvSpPr/>
          <p:nvPr/>
        </p:nvSpPr>
        <p:spPr>
          <a:xfrm>
            <a:off x="2672608" y="3289586"/>
            <a:ext cx="640080" cy="119299"/>
          </a:xfrm>
          <a:prstGeom prst="rect">
            <a:avLst/>
          </a:prstGeom>
          <a:solidFill>
            <a:srgbClr val="FFFFFF"/>
          </a:solidFill>
          <a:ln w="6350">
            <a:solidFill>
              <a:srgbClr val="E2E2E2"/>
            </a:solidFill>
            <a:prstDash val="solid"/>
          </a:ln>
        </p:spPr>
      </p:sp>
      <p:sp>
        <p:nvSpPr>
          <p:cNvPr id="152" name="Text 144"/>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53" name="Shape 145"/>
          <p:cNvSpPr/>
          <p:nvPr/>
        </p:nvSpPr>
        <p:spPr>
          <a:xfrm>
            <a:off x="3312688" y="3289586"/>
            <a:ext cx="548640" cy="119299"/>
          </a:xfrm>
          <a:prstGeom prst="rect">
            <a:avLst/>
          </a:prstGeom>
          <a:solidFill>
            <a:srgbClr val="FFFFFF"/>
          </a:solidFill>
          <a:ln w="6350">
            <a:solidFill>
              <a:srgbClr val="E2E2E2"/>
            </a:solidFill>
            <a:prstDash val="solid"/>
          </a:ln>
        </p:spPr>
      </p:sp>
      <p:sp>
        <p:nvSpPr>
          <p:cNvPr id="154" name="Text 146"/>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55" name="Shape 147"/>
          <p:cNvSpPr/>
          <p:nvPr/>
        </p:nvSpPr>
        <p:spPr>
          <a:xfrm>
            <a:off x="3861328" y="3289586"/>
            <a:ext cx="731520" cy="119299"/>
          </a:xfrm>
          <a:prstGeom prst="rect">
            <a:avLst/>
          </a:prstGeom>
          <a:solidFill>
            <a:srgbClr val="FFFFFF"/>
          </a:solidFill>
          <a:ln w="6350">
            <a:solidFill>
              <a:srgbClr val="E2E2E2"/>
            </a:solidFill>
            <a:prstDash val="solid"/>
          </a:ln>
        </p:spPr>
      </p:sp>
      <p:sp>
        <p:nvSpPr>
          <p:cNvPr id="156" name="Text 148"/>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61" name="Shape 153"/>
          <p:cNvSpPr/>
          <p:nvPr/>
        </p:nvSpPr>
        <p:spPr>
          <a:xfrm>
            <a:off x="1163848" y="3408885"/>
            <a:ext cx="868680" cy="119299"/>
          </a:xfrm>
          <a:prstGeom prst="rect">
            <a:avLst/>
          </a:prstGeom>
          <a:solidFill>
            <a:srgbClr val="FFFFFF"/>
          </a:solidFill>
          <a:ln w="6350">
            <a:solidFill>
              <a:srgbClr val="E2E2E2"/>
            </a:solidFill>
            <a:prstDash val="solid"/>
          </a:ln>
        </p:spPr>
      </p:sp>
      <p:sp>
        <p:nvSpPr>
          <p:cNvPr id="162" name="Text 154"/>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63" name="Shape 155"/>
          <p:cNvSpPr/>
          <p:nvPr/>
        </p:nvSpPr>
        <p:spPr>
          <a:xfrm>
            <a:off x="2032528" y="3408885"/>
            <a:ext cx="640080" cy="119299"/>
          </a:xfrm>
          <a:prstGeom prst="rect">
            <a:avLst/>
          </a:prstGeom>
          <a:solidFill>
            <a:srgbClr val="FFFFFF"/>
          </a:solidFill>
          <a:ln w="6350">
            <a:solidFill>
              <a:srgbClr val="E2E2E2"/>
            </a:solidFill>
            <a:prstDash val="solid"/>
          </a:ln>
        </p:spPr>
      </p:sp>
      <p:sp>
        <p:nvSpPr>
          <p:cNvPr id="164" name="Text 156"/>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65" name="Shape 157"/>
          <p:cNvSpPr/>
          <p:nvPr/>
        </p:nvSpPr>
        <p:spPr>
          <a:xfrm>
            <a:off x="2672608" y="3408885"/>
            <a:ext cx="640080" cy="119299"/>
          </a:xfrm>
          <a:prstGeom prst="rect">
            <a:avLst/>
          </a:prstGeom>
          <a:solidFill>
            <a:srgbClr val="FFFFFF"/>
          </a:solidFill>
          <a:ln w="6350">
            <a:solidFill>
              <a:srgbClr val="E2E2E2"/>
            </a:solidFill>
            <a:prstDash val="solid"/>
          </a:ln>
        </p:spPr>
      </p:sp>
      <p:sp>
        <p:nvSpPr>
          <p:cNvPr id="166" name="Text 158"/>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7" name="Shape 159"/>
          <p:cNvSpPr/>
          <p:nvPr/>
        </p:nvSpPr>
        <p:spPr>
          <a:xfrm>
            <a:off x="3312688" y="3408885"/>
            <a:ext cx="548640" cy="119299"/>
          </a:xfrm>
          <a:prstGeom prst="rect">
            <a:avLst/>
          </a:prstGeom>
          <a:solidFill>
            <a:srgbClr val="FFFFFF"/>
          </a:solidFill>
          <a:ln w="6350">
            <a:solidFill>
              <a:srgbClr val="E2E2E2"/>
            </a:solidFill>
            <a:prstDash val="solid"/>
          </a:ln>
        </p:spPr>
      </p:sp>
      <p:sp>
        <p:nvSpPr>
          <p:cNvPr id="168" name="Text 160"/>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69" name="Shape 161"/>
          <p:cNvSpPr/>
          <p:nvPr/>
        </p:nvSpPr>
        <p:spPr>
          <a:xfrm>
            <a:off x="3861328" y="3408885"/>
            <a:ext cx="731520" cy="119299"/>
          </a:xfrm>
          <a:prstGeom prst="rect">
            <a:avLst/>
          </a:prstGeom>
          <a:solidFill>
            <a:srgbClr val="FFFFFF"/>
          </a:solidFill>
          <a:ln w="6350">
            <a:solidFill>
              <a:srgbClr val="E2E2E2"/>
            </a:solidFill>
            <a:prstDash val="solid"/>
          </a:ln>
        </p:spPr>
      </p:sp>
      <p:sp>
        <p:nvSpPr>
          <p:cNvPr id="170" name="Text 162"/>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32004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75" name="Shape 167"/>
          <p:cNvSpPr/>
          <p:nvPr/>
        </p:nvSpPr>
        <p:spPr>
          <a:xfrm>
            <a:off x="1163848" y="3528185"/>
            <a:ext cx="868680" cy="119299"/>
          </a:xfrm>
          <a:prstGeom prst="rect">
            <a:avLst/>
          </a:prstGeom>
          <a:solidFill>
            <a:srgbClr val="FFFFFF"/>
          </a:solidFill>
          <a:ln w="6350">
            <a:solidFill>
              <a:srgbClr val="E2E2E2"/>
            </a:solidFill>
            <a:prstDash val="solid"/>
          </a:ln>
        </p:spPr>
      </p:sp>
      <p:sp>
        <p:nvSpPr>
          <p:cNvPr id="176" name="Text 168"/>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77" name="Shape 169"/>
          <p:cNvSpPr/>
          <p:nvPr/>
        </p:nvSpPr>
        <p:spPr>
          <a:xfrm>
            <a:off x="2032528" y="3528185"/>
            <a:ext cx="640080" cy="119299"/>
          </a:xfrm>
          <a:prstGeom prst="rect">
            <a:avLst/>
          </a:prstGeom>
          <a:solidFill>
            <a:srgbClr val="FFFFFF"/>
          </a:solidFill>
          <a:ln w="6350">
            <a:solidFill>
              <a:srgbClr val="E2E2E2"/>
            </a:solidFill>
            <a:prstDash val="solid"/>
          </a:ln>
        </p:spPr>
      </p:sp>
      <p:sp>
        <p:nvSpPr>
          <p:cNvPr id="178" name="Text 170"/>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79" name="Shape 171"/>
          <p:cNvSpPr/>
          <p:nvPr/>
        </p:nvSpPr>
        <p:spPr>
          <a:xfrm>
            <a:off x="2672608" y="3528185"/>
            <a:ext cx="640080" cy="119299"/>
          </a:xfrm>
          <a:prstGeom prst="rect">
            <a:avLst/>
          </a:prstGeom>
          <a:solidFill>
            <a:srgbClr val="FFFFFF"/>
          </a:solidFill>
          <a:ln w="6350">
            <a:solidFill>
              <a:srgbClr val="E2E2E2"/>
            </a:solidFill>
            <a:prstDash val="solid"/>
          </a:ln>
        </p:spPr>
      </p:sp>
      <p:sp>
        <p:nvSpPr>
          <p:cNvPr id="180" name="Text 172"/>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81" name="Shape 173"/>
          <p:cNvSpPr/>
          <p:nvPr/>
        </p:nvSpPr>
        <p:spPr>
          <a:xfrm>
            <a:off x="3312688" y="3528185"/>
            <a:ext cx="548640" cy="119299"/>
          </a:xfrm>
          <a:prstGeom prst="rect">
            <a:avLst/>
          </a:prstGeom>
          <a:solidFill>
            <a:srgbClr val="FFFFFF"/>
          </a:solidFill>
          <a:ln w="6350">
            <a:solidFill>
              <a:srgbClr val="E2E2E2"/>
            </a:solidFill>
            <a:prstDash val="solid"/>
          </a:ln>
        </p:spPr>
      </p:sp>
      <p:sp>
        <p:nvSpPr>
          <p:cNvPr id="182" name="Text 174"/>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83" name="Shape 175"/>
          <p:cNvSpPr/>
          <p:nvPr/>
        </p:nvSpPr>
        <p:spPr>
          <a:xfrm>
            <a:off x="3861328" y="3528185"/>
            <a:ext cx="731520" cy="119299"/>
          </a:xfrm>
          <a:prstGeom prst="rect">
            <a:avLst/>
          </a:prstGeom>
          <a:solidFill>
            <a:srgbClr val="FFFFFF"/>
          </a:solidFill>
          <a:ln w="6350">
            <a:solidFill>
              <a:srgbClr val="E2E2E2"/>
            </a:solidFill>
            <a:prstDash val="solid"/>
          </a:ln>
        </p:spPr>
      </p:sp>
      <p:sp>
        <p:nvSpPr>
          <p:cNvPr id="184" name="Text 176"/>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32004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9" name="Shape 181"/>
          <p:cNvSpPr/>
          <p:nvPr/>
        </p:nvSpPr>
        <p:spPr>
          <a:xfrm>
            <a:off x="1163848" y="3647484"/>
            <a:ext cx="868680" cy="119299"/>
          </a:xfrm>
          <a:prstGeom prst="rect">
            <a:avLst/>
          </a:prstGeom>
          <a:solidFill>
            <a:srgbClr val="FFFFFF"/>
          </a:solidFill>
          <a:ln w="6350">
            <a:solidFill>
              <a:srgbClr val="E2E2E2"/>
            </a:solidFill>
            <a:prstDash val="solid"/>
          </a:ln>
        </p:spPr>
      </p:sp>
      <p:sp>
        <p:nvSpPr>
          <p:cNvPr id="190" name="Text 182"/>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91" name="Shape 183"/>
          <p:cNvSpPr/>
          <p:nvPr/>
        </p:nvSpPr>
        <p:spPr>
          <a:xfrm>
            <a:off x="2032528" y="3647484"/>
            <a:ext cx="640080" cy="119299"/>
          </a:xfrm>
          <a:prstGeom prst="rect">
            <a:avLst/>
          </a:prstGeom>
          <a:solidFill>
            <a:srgbClr val="FFFFFF"/>
          </a:solidFill>
          <a:ln w="6350">
            <a:solidFill>
              <a:srgbClr val="E2E2E2"/>
            </a:solidFill>
            <a:prstDash val="solid"/>
          </a:ln>
        </p:spPr>
      </p:sp>
      <p:sp>
        <p:nvSpPr>
          <p:cNvPr id="192" name="Text 184"/>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93" name="Shape 185"/>
          <p:cNvSpPr/>
          <p:nvPr/>
        </p:nvSpPr>
        <p:spPr>
          <a:xfrm>
            <a:off x="2672608" y="3647484"/>
            <a:ext cx="640080" cy="119299"/>
          </a:xfrm>
          <a:prstGeom prst="rect">
            <a:avLst/>
          </a:prstGeom>
          <a:solidFill>
            <a:srgbClr val="FFFFFF"/>
          </a:solidFill>
          <a:ln w="6350">
            <a:solidFill>
              <a:srgbClr val="E2E2E2"/>
            </a:solidFill>
            <a:prstDash val="solid"/>
          </a:ln>
        </p:spPr>
      </p:sp>
      <p:sp>
        <p:nvSpPr>
          <p:cNvPr id="194" name="Text 186"/>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95" name="Shape 187"/>
          <p:cNvSpPr/>
          <p:nvPr/>
        </p:nvSpPr>
        <p:spPr>
          <a:xfrm>
            <a:off x="3312688" y="3647484"/>
            <a:ext cx="548640" cy="119299"/>
          </a:xfrm>
          <a:prstGeom prst="rect">
            <a:avLst/>
          </a:prstGeom>
          <a:solidFill>
            <a:srgbClr val="FFFFFF"/>
          </a:solidFill>
          <a:ln w="6350">
            <a:solidFill>
              <a:srgbClr val="E2E2E2"/>
            </a:solidFill>
            <a:prstDash val="solid"/>
          </a:ln>
        </p:spPr>
      </p:sp>
      <p:sp>
        <p:nvSpPr>
          <p:cNvPr id="196" name="Text 188"/>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7" name="Shape 189"/>
          <p:cNvSpPr/>
          <p:nvPr/>
        </p:nvSpPr>
        <p:spPr>
          <a:xfrm>
            <a:off x="3861328" y="3647484"/>
            <a:ext cx="731520" cy="119299"/>
          </a:xfrm>
          <a:prstGeom prst="rect">
            <a:avLst/>
          </a:prstGeom>
          <a:solidFill>
            <a:srgbClr val="FFFFFF"/>
          </a:solidFill>
          <a:ln w="6350">
            <a:solidFill>
              <a:srgbClr val="E2E2E2"/>
            </a:solidFill>
            <a:prstDash val="solid"/>
          </a:ln>
        </p:spPr>
      </p:sp>
      <p:sp>
        <p:nvSpPr>
          <p:cNvPr id="198" name="Text 190"/>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3" name="Shape 195"/>
          <p:cNvSpPr/>
          <p:nvPr/>
        </p:nvSpPr>
        <p:spPr>
          <a:xfrm>
            <a:off x="3618464" y="2317757"/>
            <a:ext cx="1783080" cy="1143000"/>
          </a:xfrm>
          <a:prstGeom prst="roundRect">
            <a:avLst>
              <a:gd name="adj" fmla="val 4000"/>
            </a:avLst>
          </a:prstGeom>
          <a:solidFill>
            <a:srgbClr val="FFFFFF"/>
          </a:solidFill>
          <a:ln w="9525">
            <a:solidFill>
              <a:srgbClr val="AAAAAA"/>
            </a:solidFill>
            <a:prstDash val="solid"/>
          </a:ln>
        </p:spPr>
      </p:sp>
      <p:sp>
        <p:nvSpPr>
          <p:cNvPr id="204" name="Text 196"/>
          <p:cNvSpPr txBox="1"/>
          <p:nvPr/>
        </p:nvSpPr>
        <p:spPr>
          <a:xfrm>
            <a:off x="3691616" y="2363477"/>
            <a:ext cx="1645920"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Sort range from A1 to F9</a:t>
            </a:r>
            <a:endParaRPr lang="en-US" sz="750" dirty="0"/>
          </a:p>
        </p:txBody>
      </p:sp>
      <p:sp>
        <p:nvSpPr>
          <p:cNvPr id="205" name="Text 197"/>
          <p:cNvSpPr txBox="1"/>
          <p:nvPr/>
        </p:nvSpPr>
        <p:spPr>
          <a:xfrm>
            <a:off x="3691616" y="2592077"/>
            <a:ext cx="164592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Data has header row</a:t>
            </a:r>
            <a:endParaRPr lang="en-US" sz="700" dirty="0"/>
          </a:p>
        </p:txBody>
      </p:sp>
      <p:sp>
        <p:nvSpPr>
          <p:cNvPr id="206" name="Text 198"/>
          <p:cNvSpPr txBox="1"/>
          <p:nvPr/>
        </p:nvSpPr>
        <p:spPr>
          <a:xfrm>
            <a:off x="3691616" y="2820677"/>
            <a:ext cx="169164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Sort by  Rata-rata ▾   ○ A→Z  ● Z→A</a:t>
            </a:r>
            <a:endParaRPr lang="en-US" sz="650" dirty="0"/>
          </a:p>
        </p:txBody>
      </p:sp>
      <p:sp>
        <p:nvSpPr>
          <p:cNvPr id="207" name="Shape 199"/>
          <p:cNvSpPr/>
          <p:nvPr/>
        </p:nvSpPr>
        <p:spPr>
          <a:xfrm>
            <a:off x="4761464" y="3159005"/>
            <a:ext cx="502920" cy="201168"/>
          </a:xfrm>
          <a:prstGeom prst="roundRect">
            <a:avLst>
              <a:gd name="adj" fmla="val 50000"/>
            </a:avLst>
          </a:prstGeom>
          <a:solidFill>
            <a:srgbClr val="0B57D0"/>
          </a:solidFill>
          <a:ln w="12700">
            <a:solidFill>
              <a:srgbClr val="0B57D0"/>
            </a:solidFill>
            <a:prstDash val="solid"/>
          </a:ln>
        </p:spPr>
      </p:sp>
      <p:sp>
        <p:nvSpPr>
          <p:cNvPr id="208" name="Text 200"/>
          <p:cNvSpPr txBox="1"/>
          <p:nvPr/>
        </p:nvSpPr>
        <p:spPr>
          <a:xfrm>
            <a:off x="4761464" y="3159005"/>
            <a:ext cx="502920" cy="201168"/>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Sort</a:t>
            </a:r>
            <a:endParaRPr lang="en-US" sz="750" dirty="0"/>
          </a:p>
        </p:txBody>
      </p:sp>
      <p:sp>
        <p:nvSpPr>
          <p:cNvPr id="209" name="Shape 201"/>
          <p:cNvSpPr/>
          <p:nvPr/>
        </p:nvSpPr>
        <p:spPr>
          <a:xfrm>
            <a:off x="3645896" y="2555501"/>
            <a:ext cx="1728216" cy="466344"/>
          </a:xfrm>
          <a:prstGeom prst="roundRect">
            <a:avLst>
              <a:gd name="adj" fmla="val 9804"/>
            </a:avLst>
          </a:prstGeom>
          <a:solidFill>
            <a:srgbClr val="FFFFFF">
              <a:alpha val="0"/>
            </a:srgbClr>
          </a:solidFill>
          <a:ln w="31750">
            <a:solidFill>
              <a:srgbClr val="E53935"/>
            </a:solidFill>
            <a:prstDash val="solid"/>
          </a:ln>
        </p:spPr>
      </p:sp>
      <p:sp>
        <p:nvSpPr>
          <p:cNvPr id="210" name="Shape 202"/>
          <p:cNvSpPr/>
          <p:nvPr/>
        </p:nvSpPr>
        <p:spPr>
          <a:xfrm>
            <a:off x="5236952" y="2418341"/>
            <a:ext cx="274320" cy="274320"/>
          </a:xfrm>
          <a:prstGeom prst="ellipse">
            <a:avLst/>
          </a:prstGeom>
          <a:solidFill>
            <a:srgbClr val="E53935"/>
          </a:solidFill>
          <a:ln w="12700">
            <a:solidFill>
              <a:srgbClr val="FFFFFF"/>
            </a:solidFill>
            <a:prstDash val="solid"/>
          </a:ln>
        </p:spPr>
      </p:sp>
      <p:sp>
        <p:nvSpPr>
          <p:cNvPr id="211" name="Text 203"/>
          <p:cNvSpPr txBox="1"/>
          <p:nvPr/>
        </p:nvSpPr>
        <p:spPr>
          <a:xfrm>
            <a:off x="5236952" y="2418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2" name="Image 6" descr="preencoded.png">    </p:cNvPr>
          <p:cNvPicPr>
            <a:picLocks noChangeAspect="1"/>
          </p:cNvPicPr>
          <p:nvPr/>
        </p:nvPicPr>
        <p:blipFill>
          <a:blip r:embed="rId7"/>
          <a:stretch>
            <a:fillRect/>
          </a:stretch>
        </p:blipFill>
        <p:spPr>
          <a:xfrm>
            <a:off x="4594586" y="2810162"/>
            <a:ext cx="237744" cy="237744"/>
          </a:xfrm>
          <a:prstGeom prst="rect">
            <a:avLst/>
          </a:prstGeom>
        </p:spPr>
      </p:pic>
      <p:sp>
        <p:nvSpPr>
          <p:cNvPr id="213" name="Shape 204"/>
          <p:cNvSpPr/>
          <p:nvPr/>
        </p:nvSpPr>
        <p:spPr>
          <a:xfrm>
            <a:off x="4743176" y="3140717"/>
            <a:ext cx="539496" cy="237744"/>
          </a:xfrm>
          <a:prstGeom prst="roundRect">
            <a:avLst>
              <a:gd name="adj" fmla="val 19231"/>
            </a:avLst>
          </a:prstGeom>
          <a:solidFill>
            <a:srgbClr val="FFFFFF">
              <a:alpha val="0"/>
            </a:srgbClr>
          </a:solidFill>
          <a:ln w="31750">
            <a:solidFill>
              <a:srgbClr val="E53935"/>
            </a:solidFill>
            <a:prstDash val="solid"/>
          </a:ln>
        </p:spPr>
      </p:sp>
      <p:sp>
        <p:nvSpPr>
          <p:cNvPr id="214" name="Shape 205"/>
          <p:cNvSpPr/>
          <p:nvPr/>
        </p:nvSpPr>
        <p:spPr>
          <a:xfrm>
            <a:off x="5145512" y="3003557"/>
            <a:ext cx="274320" cy="274320"/>
          </a:xfrm>
          <a:prstGeom prst="ellipse">
            <a:avLst/>
          </a:prstGeom>
          <a:solidFill>
            <a:srgbClr val="E53935"/>
          </a:solidFill>
          <a:ln w="12700">
            <a:solidFill>
              <a:srgbClr val="FFFFFF"/>
            </a:solidFill>
            <a:prstDash val="solid"/>
          </a:ln>
        </p:spPr>
      </p:sp>
      <p:sp>
        <p:nvSpPr>
          <p:cNvPr id="215" name="Text 206"/>
          <p:cNvSpPr txBox="1"/>
          <p:nvPr/>
        </p:nvSpPr>
        <p:spPr>
          <a:xfrm>
            <a:off x="5145512" y="30035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6" name="Image 7" descr="preencoded.png">    </p:cNvPr>
          <p:cNvPicPr>
            <a:picLocks noChangeAspect="1"/>
          </p:cNvPicPr>
          <p:nvPr/>
        </p:nvPicPr>
        <p:blipFill>
          <a:blip r:embed="rId8"/>
          <a:stretch>
            <a:fillRect/>
          </a:stretch>
        </p:blipFill>
        <p:spPr>
          <a:xfrm>
            <a:off x="5038070" y="3269648"/>
            <a:ext cx="237744" cy="237744"/>
          </a:xfrm>
          <a:prstGeom prst="rect">
            <a:avLst/>
          </a:prstGeom>
        </p:spPr>
      </p:pic>
      <p:sp>
        <p:nvSpPr>
          <p:cNvPr id="217" name="Text 20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18" name="Text 20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Centang header, urutkan Z ke A</a:t>
            </a:r>
            <a:endParaRPr lang="en-US" sz="1800" dirty="0"/>
          </a:p>
        </p:txBody>
      </p:sp>
      <p:sp>
        <p:nvSpPr>
          <p:cNvPr id="219" name="Text 20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Centang Data has header row. Sort by: Rata-rata. Pilih Z → A. Klik Sort.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Filter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Text 79"/>
          <p:cNvSpPr txBox="1"/>
          <p:nvPr/>
        </p:nvSpPr>
        <p:spPr>
          <a:xfrm>
            <a:off x="103583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8" name="Text 80"/>
          <p:cNvSpPr txBox="1"/>
          <p:nvPr/>
        </p:nvSpPr>
        <p:spPr>
          <a:xfrm>
            <a:off x="190451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9" name="Text 81"/>
          <p:cNvSpPr txBox="1"/>
          <p:nvPr/>
        </p:nvSpPr>
        <p:spPr>
          <a:xfrm>
            <a:off x="254459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0" name="Text 82"/>
          <p:cNvSpPr txBox="1"/>
          <p:nvPr/>
        </p:nvSpPr>
        <p:spPr>
          <a:xfrm>
            <a:off x="318467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1" name="Text 83"/>
          <p:cNvSpPr txBox="1"/>
          <p:nvPr/>
        </p:nvSpPr>
        <p:spPr>
          <a:xfrm>
            <a:off x="373331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2" name="Text 84"/>
          <p:cNvSpPr txBox="1"/>
          <p:nvPr/>
        </p:nvSpPr>
        <p:spPr>
          <a:xfrm>
            <a:off x="446483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3" name="Shape 85"/>
          <p:cNvSpPr/>
          <p:nvPr/>
        </p:nvSpPr>
        <p:spPr>
          <a:xfrm>
            <a:off x="587776" y="2812388"/>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95" name="Shape 87"/>
          <p:cNvSpPr/>
          <p:nvPr/>
        </p:nvSpPr>
        <p:spPr>
          <a:xfrm>
            <a:off x="843808" y="2812388"/>
            <a:ext cx="320040" cy="119299"/>
          </a:xfrm>
          <a:prstGeom prst="rect">
            <a:avLst/>
          </a:prstGeom>
          <a:solidFill>
            <a:srgbClr val="FFFFFF"/>
          </a:solidFill>
          <a:ln w="6350">
            <a:solidFill>
              <a:srgbClr val="E2E2E2"/>
            </a:solidFill>
            <a:prstDash val="solid"/>
          </a:ln>
        </p:spPr>
      </p:sp>
      <p:sp>
        <p:nvSpPr>
          <p:cNvPr id="96" name="Text 88"/>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7" name="Shape 89"/>
          <p:cNvSpPr/>
          <p:nvPr/>
        </p:nvSpPr>
        <p:spPr>
          <a:xfrm>
            <a:off x="1163848" y="2812388"/>
            <a:ext cx="868680" cy="119299"/>
          </a:xfrm>
          <a:prstGeom prst="rect">
            <a:avLst/>
          </a:prstGeom>
          <a:solidFill>
            <a:srgbClr val="FFFFFF"/>
          </a:solidFill>
          <a:ln w="6350">
            <a:solidFill>
              <a:srgbClr val="E2E2E2"/>
            </a:solidFill>
            <a:prstDash val="solid"/>
          </a:ln>
        </p:spPr>
      </p:sp>
      <p:sp>
        <p:nvSpPr>
          <p:cNvPr id="98" name="Text 90"/>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9" name="Shape 91"/>
          <p:cNvSpPr/>
          <p:nvPr/>
        </p:nvSpPr>
        <p:spPr>
          <a:xfrm>
            <a:off x="2032528" y="2812388"/>
            <a:ext cx="640080" cy="119299"/>
          </a:xfrm>
          <a:prstGeom prst="rect">
            <a:avLst/>
          </a:prstGeom>
          <a:solidFill>
            <a:srgbClr val="FFFFFF"/>
          </a:solidFill>
          <a:ln w="6350">
            <a:solidFill>
              <a:srgbClr val="E2E2E2"/>
            </a:solidFill>
            <a:prstDash val="solid"/>
          </a:ln>
        </p:spPr>
      </p:sp>
      <p:sp>
        <p:nvSpPr>
          <p:cNvPr id="100" name="Text 92"/>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01" name="Shape 93"/>
          <p:cNvSpPr/>
          <p:nvPr/>
        </p:nvSpPr>
        <p:spPr>
          <a:xfrm>
            <a:off x="2672608" y="2812388"/>
            <a:ext cx="640080" cy="119299"/>
          </a:xfrm>
          <a:prstGeom prst="rect">
            <a:avLst/>
          </a:prstGeom>
          <a:solidFill>
            <a:srgbClr val="FFFFFF"/>
          </a:solidFill>
          <a:ln w="6350">
            <a:solidFill>
              <a:srgbClr val="E2E2E2"/>
            </a:solidFill>
            <a:prstDash val="solid"/>
          </a:ln>
        </p:spPr>
      </p:sp>
      <p:sp>
        <p:nvSpPr>
          <p:cNvPr id="102" name="Text 94"/>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03" name="Shape 95"/>
          <p:cNvSpPr/>
          <p:nvPr/>
        </p:nvSpPr>
        <p:spPr>
          <a:xfrm>
            <a:off x="3312688" y="2812388"/>
            <a:ext cx="548640" cy="119299"/>
          </a:xfrm>
          <a:prstGeom prst="rect">
            <a:avLst/>
          </a:prstGeom>
          <a:solidFill>
            <a:srgbClr val="FFFFFF"/>
          </a:solidFill>
          <a:ln w="6350">
            <a:solidFill>
              <a:srgbClr val="E2E2E2"/>
            </a:solidFill>
            <a:prstDash val="solid"/>
          </a:ln>
        </p:spPr>
      </p:sp>
      <p:sp>
        <p:nvSpPr>
          <p:cNvPr id="104" name="Text 96"/>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05" name="Shape 97"/>
          <p:cNvSpPr/>
          <p:nvPr/>
        </p:nvSpPr>
        <p:spPr>
          <a:xfrm>
            <a:off x="3861328" y="2812388"/>
            <a:ext cx="731520" cy="119299"/>
          </a:xfrm>
          <a:prstGeom prst="rect">
            <a:avLst/>
          </a:prstGeom>
          <a:solidFill>
            <a:srgbClr val="FFFFFF"/>
          </a:solidFill>
          <a:ln w="6350">
            <a:solidFill>
              <a:srgbClr val="E2E2E2"/>
            </a:solidFill>
            <a:prstDash val="solid"/>
          </a:ln>
        </p:spPr>
      </p:sp>
      <p:sp>
        <p:nvSpPr>
          <p:cNvPr id="106" name="Text 98"/>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7" name="Shape 99"/>
          <p:cNvSpPr/>
          <p:nvPr/>
        </p:nvSpPr>
        <p:spPr>
          <a:xfrm>
            <a:off x="587776" y="2931688"/>
            <a:ext cx="256032" cy="119299"/>
          </a:xfrm>
          <a:prstGeom prst="rect">
            <a:avLst/>
          </a:prstGeom>
          <a:solidFill>
            <a:srgbClr val="F8F9FA"/>
          </a:solidFill>
          <a:ln w="6350">
            <a:solidFill>
              <a:srgbClr val="DDDDDD"/>
            </a:solidFill>
            <a:prstDash val="solid"/>
          </a:ln>
        </p:spPr>
      </p:sp>
      <p:sp>
        <p:nvSpPr>
          <p:cNvPr id="108" name="Text 100"/>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9" name="Shape 101"/>
          <p:cNvSpPr/>
          <p:nvPr/>
        </p:nvSpPr>
        <p:spPr>
          <a:xfrm>
            <a:off x="843808" y="2931688"/>
            <a:ext cx="320040" cy="119299"/>
          </a:xfrm>
          <a:prstGeom prst="rect">
            <a:avLst/>
          </a:prstGeom>
          <a:solidFill>
            <a:srgbClr val="FFFFFF"/>
          </a:solidFill>
          <a:ln w="6350">
            <a:solidFill>
              <a:srgbClr val="E2E2E2"/>
            </a:solidFill>
            <a:prstDash val="solid"/>
          </a:ln>
        </p:spPr>
      </p:sp>
      <p:sp>
        <p:nvSpPr>
          <p:cNvPr id="110" name="Text 102"/>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1" name="Shape 103"/>
          <p:cNvSpPr/>
          <p:nvPr/>
        </p:nvSpPr>
        <p:spPr>
          <a:xfrm>
            <a:off x="1163848" y="2931688"/>
            <a:ext cx="868680" cy="119299"/>
          </a:xfrm>
          <a:prstGeom prst="rect">
            <a:avLst/>
          </a:prstGeom>
          <a:solidFill>
            <a:srgbClr val="FFFFFF"/>
          </a:solidFill>
          <a:ln w="6350">
            <a:solidFill>
              <a:srgbClr val="E2E2E2"/>
            </a:solidFill>
            <a:prstDash val="solid"/>
          </a:ln>
        </p:spPr>
      </p:sp>
      <p:sp>
        <p:nvSpPr>
          <p:cNvPr id="112" name="Text 104"/>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13" name="Shape 105"/>
          <p:cNvSpPr/>
          <p:nvPr/>
        </p:nvSpPr>
        <p:spPr>
          <a:xfrm>
            <a:off x="2032528" y="2931688"/>
            <a:ext cx="640080" cy="119299"/>
          </a:xfrm>
          <a:prstGeom prst="rect">
            <a:avLst/>
          </a:prstGeom>
          <a:solidFill>
            <a:srgbClr val="FFFFFF"/>
          </a:solidFill>
          <a:ln w="6350">
            <a:solidFill>
              <a:srgbClr val="E2E2E2"/>
            </a:solidFill>
            <a:prstDash val="solid"/>
          </a:ln>
        </p:spPr>
      </p:sp>
      <p:sp>
        <p:nvSpPr>
          <p:cNvPr id="114" name="Text 106"/>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15" name="Shape 107"/>
          <p:cNvSpPr/>
          <p:nvPr/>
        </p:nvSpPr>
        <p:spPr>
          <a:xfrm>
            <a:off x="2672608" y="2931688"/>
            <a:ext cx="640080" cy="119299"/>
          </a:xfrm>
          <a:prstGeom prst="rect">
            <a:avLst/>
          </a:prstGeom>
          <a:solidFill>
            <a:srgbClr val="FFFFFF"/>
          </a:solidFill>
          <a:ln w="6350">
            <a:solidFill>
              <a:srgbClr val="E2E2E2"/>
            </a:solidFill>
            <a:prstDash val="solid"/>
          </a:ln>
        </p:spPr>
      </p:sp>
      <p:sp>
        <p:nvSpPr>
          <p:cNvPr id="116" name="Text 108"/>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7" name="Shape 109"/>
          <p:cNvSpPr/>
          <p:nvPr/>
        </p:nvSpPr>
        <p:spPr>
          <a:xfrm>
            <a:off x="3312688" y="2931688"/>
            <a:ext cx="548640" cy="119299"/>
          </a:xfrm>
          <a:prstGeom prst="rect">
            <a:avLst/>
          </a:prstGeom>
          <a:solidFill>
            <a:srgbClr val="FFFFFF"/>
          </a:solidFill>
          <a:ln w="6350">
            <a:solidFill>
              <a:srgbClr val="E2E2E2"/>
            </a:solidFill>
            <a:prstDash val="solid"/>
          </a:ln>
        </p:spPr>
      </p:sp>
      <p:sp>
        <p:nvSpPr>
          <p:cNvPr id="118" name="Text 110"/>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9" name="Shape 111"/>
          <p:cNvSpPr/>
          <p:nvPr/>
        </p:nvSpPr>
        <p:spPr>
          <a:xfrm>
            <a:off x="3861328" y="2931688"/>
            <a:ext cx="731520" cy="119299"/>
          </a:xfrm>
          <a:prstGeom prst="rect">
            <a:avLst/>
          </a:prstGeom>
          <a:solidFill>
            <a:srgbClr val="FFFFFF"/>
          </a:solidFill>
          <a:ln w="6350">
            <a:solidFill>
              <a:srgbClr val="E2E2E2"/>
            </a:solidFill>
            <a:prstDash val="solid"/>
          </a:ln>
        </p:spPr>
      </p:sp>
      <p:sp>
        <p:nvSpPr>
          <p:cNvPr id="120" name="Text 112"/>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21" name="Shape 113"/>
          <p:cNvSpPr/>
          <p:nvPr/>
        </p:nvSpPr>
        <p:spPr>
          <a:xfrm>
            <a:off x="587776" y="3050987"/>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23" name="Shape 115"/>
          <p:cNvSpPr/>
          <p:nvPr/>
        </p:nvSpPr>
        <p:spPr>
          <a:xfrm>
            <a:off x="843808" y="3050987"/>
            <a:ext cx="320040" cy="119299"/>
          </a:xfrm>
          <a:prstGeom prst="rect">
            <a:avLst/>
          </a:prstGeom>
          <a:solidFill>
            <a:srgbClr val="FFFFFF"/>
          </a:solidFill>
          <a:ln w="6350">
            <a:solidFill>
              <a:srgbClr val="E2E2E2"/>
            </a:solidFill>
            <a:prstDash val="solid"/>
          </a:ln>
        </p:spPr>
      </p:sp>
      <p:sp>
        <p:nvSpPr>
          <p:cNvPr id="124" name="Text 116"/>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25" name="Shape 117"/>
          <p:cNvSpPr/>
          <p:nvPr/>
        </p:nvSpPr>
        <p:spPr>
          <a:xfrm>
            <a:off x="1163848" y="3050987"/>
            <a:ext cx="868680" cy="119299"/>
          </a:xfrm>
          <a:prstGeom prst="rect">
            <a:avLst/>
          </a:prstGeom>
          <a:solidFill>
            <a:srgbClr val="FFFFFF"/>
          </a:solidFill>
          <a:ln w="6350">
            <a:solidFill>
              <a:srgbClr val="E2E2E2"/>
            </a:solidFill>
            <a:prstDash val="solid"/>
          </a:ln>
        </p:spPr>
      </p:sp>
      <p:sp>
        <p:nvSpPr>
          <p:cNvPr id="126" name="Text 118"/>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7" name="Shape 119"/>
          <p:cNvSpPr/>
          <p:nvPr/>
        </p:nvSpPr>
        <p:spPr>
          <a:xfrm>
            <a:off x="2032528" y="3050987"/>
            <a:ext cx="640080" cy="119299"/>
          </a:xfrm>
          <a:prstGeom prst="rect">
            <a:avLst/>
          </a:prstGeom>
          <a:solidFill>
            <a:srgbClr val="FFFFFF"/>
          </a:solidFill>
          <a:ln w="6350">
            <a:solidFill>
              <a:srgbClr val="E2E2E2"/>
            </a:solidFill>
            <a:prstDash val="solid"/>
          </a:ln>
        </p:spPr>
      </p:sp>
      <p:sp>
        <p:nvSpPr>
          <p:cNvPr id="128" name="Text 120"/>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9" name="Shape 121"/>
          <p:cNvSpPr/>
          <p:nvPr/>
        </p:nvSpPr>
        <p:spPr>
          <a:xfrm>
            <a:off x="2672608" y="3050987"/>
            <a:ext cx="640080" cy="119299"/>
          </a:xfrm>
          <a:prstGeom prst="rect">
            <a:avLst/>
          </a:prstGeom>
          <a:solidFill>
            <a:srgbClr val="FFFFFF"/>
          </a:solidFill>
          <a:ln w="6350">
            <a:solidFill>
              <a:srgbClr val="E2E2E2"/>
            </a:solidFill>
            <a:prstDash val="solid"/>
          </a:ln>
        </p:spPr>
      </p:sp>
      <p:sp>
        <p:nvSpPr>
          <p:cNvPr id="130" name="Text 122"/>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31" name="Shape 123"/>
          <p:cNvSpPr/>
          <p:nvPr/>
        </p:nvSpPr>
        <p:spPr>
          <a:xfrm>
            <a:off x="3312688" y="3050987"/>
            <a:ext cx="548640" cy="119299"/>
          </a:xfrm>
          <a:prstGeom prst="rect">
            <a:avLst/>
          </a:prstGeom>
          <a:solidFill>
            <a:srgbClr val="FFFFFF"/>
          </a:solidFill>
          <a:ln w="6350">
            <a:solidFill>
              <a:srgbClr val="E2E2E2"/>
            </a:solidFill>
            <a:prstDash val="solid"/>
          </a:ln>
        </p:spPr>
      </p:sp>
      <p:sp>
        <p:nvSpPr>
          <p:cNvPr id="132" name="Text 124"/>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33" name="Shape 125"/>
          <p:cNvSpPr/>
          <p:nvPr/>
        </p:nvSpPr>
        <p:spPr>
          <a:xfrm>
            <a:off x="3861328" y="3050987"/>
            <a:ext cx="731520" cy="119299"/>
          </a:xfrm>
          <a:prstGeom prst="rect">
            <a:avLst/>
          </a:prstGeom>
          <a:solidFill>
            <a:srgbClr val="FFFFFF"/>
          </a:solidFill>
          <a:ln w="6350">
            <a:solidFill>
              <a:srgbClr val="E2E2E2"/>
            </a:solidFill>
            <a:prstDash val="solid"/>
          </a:ln>
        </p:spPr>
      </p:sp>
      <p:sp>
        <p:nvSpPr>
          <p:cNvPr id="134" name="Text 126"/>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35" name="Shape 127"/>
          <p:cNvSpPr/>
          <p:nvPr/>
        </p:nvSpPr>
        <p:spPr>
          <a:xfrm>
            <a:off x="587776" y="3170287"/>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7" name="Shape 129"/>
          <p:cNvSpPr/>
          <p:nvPr/>
        </p:nvSpPr>
        <p:spPr>
          <a:xfrm>
            <a:off x="843808" y="3170287"/>
            <a:ext cx="320040" cy="119299"/>
          </a:xfrm>
          <a:prstGeom prst="rect">
            <a:avLst/>
          </a:prstGeom>
          <a:solidFill>
            <a:srgbClr val="FFFFFF"/>
          </a:solidFill>
          <a:ln w="6350">
            <a:solidFill>
              <a:srgbClr val="E2E2E2"/>
            </a:solidFill>
            <a:prstDash val="solid"/>
          </a:ln>
        </p:spPr>
      </p:sp>
      <p:sp>
        <p:nvSpPr>
          <p:cNvPr id="138" name="Text 130"/>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9" name="Shape 131"/>
          <p:cNvSpPr/>
          <p:nvPr/>
        </p:nvSpPr>
        <p:spPr>
          <a:xfrm>
            <a:off x="1163848" y="3170287"/>
            <a:ext cx="868680" cy="119299"/>
          </a:xfrm>
          <a:prstGeom prst="rect">
            <a:avLst/>
          </a:prstGeom>
          <a:solidFill>
            <a:srgbClr val="FFFFFF"/>
          </a:solidFill>
          <a:ln w="6350">
            <a:solidFill>
              <a:srgbClr val="E2E2E2"/>
            </a:solidFill>
            <a:prstDash val="solid"/>
          </a:ln>
        </p:spPr>
      </p:sp>
      <p:sp>
        <p:nvSpPr>
          <p:cNvPr id="140" name="Text 132"/>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41" name="Shape 133"/>
          <p:cNvSpPr/>
          <p:nvPr/>
        </p:nvSpPr>
        <p:spPr>
          <a:xfrm>
            <a:off x="2032528" y="3170287"/>
            <a:ext cx="640080" cy="119299"/>
          </a:xfrm>
          <a:prstGeom prst="rect">
            <a:avLst/>
          </a:prstGeom>
          <a:solidFill>
            <a:srgbClr val="FFFFFF"/>
          </a:solidFill>
          <a:ln w="6350">
            <a:solidFill>
              <a:srgbClr val="E2E2E2"/>
            </a:solidFill>
            <a:prstDash val="solid"/>
          </a:ln>
        </p:spPr>
      </p:sp>
      <p:sp>
        <p:nvSpPr>
          <p:cNvPr id="142" name="Text 134"/>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43" name="Shape 135"/>
          <p:cNvSpPr/>
          <p:nvPr/>
        </p:nvSpPr>
        <p:spPr>
          <a:xfrm>
            <a:off x="2672608" y="3170287"/>
            <a:ext cx="640080" cy="119299"/>
          </a:xfrm>
          <a:prstGeom prst="rect">
            <a:avLst/>
          </a:prstGeom>
          <a:solidFill>
            <a:srgbClr val="FFFFFF"/>
          </a:solidFill>
          <a:ln w="6350">
            <a:solidFill>
              <a:srgbClr val="E2E2E2"/>
            </a:solidFill>
            <a:prstDash val="solid"/>
          </a:ln>
        </p:spPr>
      </p:sp>
      <p:sp>
        <p:nvSpPr>
          <p:cNvPr id="144" name="Text 136"/>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45" name="Shape 137"/>
          <p:cNvSpPr/>
          <p:nvPr/>
        </p:nvSpPr>
        <p:spPr>
          <a:xfrm>
            <a:off x="3312688" y="3170287"/>
            <a:ext cx="548640" cy="119299"/>
          </a:xfrm>
          <a:prstGeom prst="rect">
            <a:avLst/>
          </a:prstGeom>
          <a:solidFill>
            <a:srgbClr val="FFFFFF"/>
          </a:solidFill>
          <a:ln w="6350">
            <a:solidFill>
              <a:srgbClr val="E2E2E2"/>
            </a:solidFill>
            <a:prstDash val="solid"/>
          </a:ln>
        </p:spPr>
      </p:sp>
      <p:sp>
        <p:nvSpPr>
          <p:cNvPr id="146" name="Text 138"/>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7" name="Shape 139"/>
          <p:cNvSpPr/>
          <p:nvPr/>
        </p:nvSpPr>
        <p:spPr>
          <a:xfrm>
            <a:off x="3861328" y="3170287"/>
            <a:ext cx="731520" cy="119299"/>
          </a:xfrm>
          <a:prstGeom prst="rect">
            <a:avLst/>
          </a:prstGeom>
          <a:solidFill>
            <a:srgbClr val="FFFFFF"/>
          </a:solidFill>
          <a:ln w="6350">
            <a:solidFill>
              <a:srgbClr val="E2E2E2"/>
            </a:solidFill>
            <a:prstDash val="solid"/>
          </a:ln>
        </p:spPr>
      </p:sp>
      <p:sp>
        <p:nvSpPr>
          <p:cNvPr id="148" name="Text 140"/>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9" name="Shape 141"/>
          <p:cNvSpPr/>
          <p:nvPr/>
        </p:nvSpPr>
        <p:spPr>
          <a:xfrm>
            <a:off x="587776" y="3289586"/>
            <a:ext cx="256032" cy="119299"/>
          </a:xfrm>
          <a:prstGeom prst="rect">
            <a:avLst/>
          </a:prstGeom>
          <a:solidFill>
            <a:srgbClr val="F8F9FA"/>
          </a:solidFill>
          <a:ln w="6350">
            <a:solidFill>
              <a:srgbClr val="DDDDDD"/>
            </a:solidFill>
            <a:prstDash val="solid"/>
          </a:ln>
        </p:spPr>
      </p:sp>
      <p:sp>
        <p:nvSpPr>
          <p:cNvPr id="150" name="Text 14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51" name="Shape 143"/>
          <p:cNvSpPr/>
          <p:nvPr/>
        </p:nvSpPr>
        <p:spPr>
          <a:xfrm>
            <a:off x="843808" y="3289586"/>
            <a:ext cx="320040" cy="119299"/>
          </a:xfrm>
          <a:prstGeom prst="rect">
            <a:avLst/>
          </a:prstGeom>
          <a:solidFill>
            <a:srgbClr val="FFFFFF"/>
          </a:solidFill>
          <a:ln w="6350">
            <a:solidFill>
              <a:srgbClr val="E2E2E2"/>
            </a:solidFill>
            <a:prstDash val="solid"/>
          </a:ln>
        </p:spPr>
      </p:sp>
      <p:sp>
        <p:nvSpPr>
          <p:cNvPr id="152" name="Text 144"/>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53" name="Shape 145"/>
          <p:cNvSpPr/>
          <p:nvPr/>
        </p:nvSpPr>
        <p:spPr>
          <a:xfrm>
            <a:off x="1163848" y="3289586"/>
            <a:ext cx="868680" cy="119299"/>
          </a:xfrm>
          <a:prstGeom prst="rect">
            <a:avLst/>
          </a:prstGeom>
          <a:solidFill>
            <a:srgbClr val="FFFFFF"/>
          </a:solidFill>
          <a:ln w="6350">
            <a:solidFill>
              <a:srgbClr val="E2E2E2"/>
            </a:solidFill>
            <a:prstDash val="solid"/>
          </a:ln>
        </p:spPr>
      </p:sp>
      <p:sp>
        <p:nvSpPr>
          <p:cNvPr id="154" name="Text 146"/>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55" name="Shape 147"/>
          <p:cNvSpPr/>
          <p:nvPr/>
        </p:nvSpPr>
        <p:spPr>
          <a:xfrm>
            <a:off x="2032528" y="3289586"/>
            <a:ext cx="640080" cy="119299"/>
          </a:xfrm>
          <a:prstGeom prst="rect">
            <a:avLst/>
          </a:prstGeom>
          <a:solidFill>
            <a:srgbClr val="FFFFFF"/>
          </a:solidFill>
          <a:ln w="6350">
            <a:solidFill>
              <a:srgbClr val="E2E2E2"/>
            </a:solidFill>
            <a:prstDash val="solid"/>
          </a:ln>
        </p:spPr>
      </p:sp>
      <p:sp>
        <p:nvSpPr>
          <p:cNvPr id="156" name="Text 148"/>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7" name="Shape 149"/>
          <p:cNvSpPr/>
          <p:nvPr/>
        </p:nvSpPr>
        <p:spPr>
          <a:xfrm>
            <a:off x="2672608" y="3289586"/>
            <a:ext cx="640080" cy="119299"/>
          </a:xfrm>
          <a:prstGeom prst="rect">
            <a:avLst/>
          </a:prstGeom>
          <a:solidFill>
            <a:srgbClr val="FFFFFF"/>
          </a:solidFill>
          <a:ln w="6350">
            <a:solidFill>
              <a:srgbClr val="E2E2E2"/>
            </a:solidFill>
            <a:prstDash val="solid"/>
          </a:ln>
        </p:spPr>
      </p:sp>
      <p:sp>
        <p:nvSpPr>
          <p:cNvPr id="158" name="Text 150"/>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9" name="Shape 151"/>
          <p:cNvSpPr/>
          <p:nvPr/>
        </p:nvSpPr>
        <p:spPr>
          <a:xfrm>
            <a:off x="3312688" y="3289586"/>
            <a:ext cx="548640" cy="119299"/>
          </a:xfrm>
          <a:prstGeom prst="rect">
            <a:avLst/>
          </a:prstGeom>
          <a:solidFill>
            <a:srgbClr val="FFFFFF"/>
          </a:solidFill>
          <a:ln w="6350">
            <a:solidFill>
              <a:srgbClr val="E2E2E2"/>
            </a:solidFill>
            <a:prstDash val="solid"/>
          </a:ln>
        </p:spPr>
      </p:sp>
      <p:sp>
        <p:nvSpPr>
          <p:cNvPr id="160" name="Text 152"/>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61" name="Shape 153"/>
          <p:cNvSpPr/>
          <p:nvPr/>
        </p:nvSpPr>
        <p:spPr>
          <a:xfrm>
            <a:off x="3861328" y="3289586"/>
            <a:ext cx="731520" cy="119299"/>
          </a:xfrm>
          <a:prstGeom prst="rect">
            <a:avLst/>
          </a:prstGeom>
          <a:solidFill>
            <a:srgbClr val="FFFFFF"/>
          </a:solidFill>
          <a:ln w="6350">
            <a:solidFill>
              <a:srgbClr val="E2E2E2"/>
            </a:solidFill>
            <a:prstDash val="solid"/>
          </a:ln>
        </p:spPr>
      </p:sp>
      <p:sp>
        <p:nvSpPr>
          <p:cNvPr id="162" name="Text 154"/>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63" name="Shape 155"/>
          <p:cNvSpPr/>
          <p:nvPr/>
        </p:nvSpPr>
        <p:spPr>
          <a:xfrm>
            <a:off x="587776" y="3408885"/>
            <a:ext cx="256032" cy="119299"/>
          </a:xfrm>
          <a:prstGeom prst="rect">
            <a:avLst/>
          </a:prstGeom>
          <a:solidFill>
            <a:srgbClr val="F8F9FA"/>
          </a:solidFill>
          <a:ln w="6350">
            <a:solidFill>
              <a:srgbClr val="DDDDDD"/>
            </a:solidFill>
            <a:prstDash val="solid"/>
          </a:ln>
        </p:spPr>
      </p:sp>
      <p:sp>
        <p:nvSpPr>
          <p:cNvPr id="164" name="Text 15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65" name="Shape 157"/>
          <p:cNvSpPr/>
          <p:nvPr/>
        </p:nvSpPr>
        <p:spPr>
          <a:xfrm>
            <a:off x="843808" y="3408885"/>
            <a:ext cx="320040" cy="119299"/>
          </a:xfrm>
          <a:prstGeom prst="rect">
            <a:avLst/>
          </a:prstGeom>
          <a:solidFill>
            <a:srgbClr val="FFFFFF"/>
          </a:solidFill>
          <a:ln w="6350">
            <a:solidFill>
              <a:srgbClr val="E2E2E2"/>
            </a:solidFill>
            <a:prstDash val="solid"/>
          </a:ln>
        </p:spPr>
      </p:sp>
      <p:sp>
        <p:nvSpPr>
          <p:cNvPr id="166" name="Text 158"/>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7" name="Shape 159"/>
          <p:cNvSpPr/>
          <p:nvPr/>
        </p:nvSpPr>
        <p:spPr>
          <a:xfrm>
            <a:off x="1163848" y="3408885"/>
            <a:ext cx="868680" cy="119299"/>
          </a:xfrm>
          <a:prstGeom prst="rect">
            <a:avLst/>
          </a:prstGeom>
          <a:solidFill>
            <a:srgbClr val="FFFFFF"/>
          </a:solidFill>
          <a:ln w="6350">
            <a:solidFill>
              <a:srgbClr val="E2E2E2"/>
            </a:solidFill>
            <a:prstDash val="solid"/>
          </a:ln>
        </p:spPr>
      </p:sp>
      <p:sp>
        <p:nvSpPr>
          <p:cNvPr id="168" name="Text 160"/>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9" name="Shape 161"/>
          <p:cNvSpPr/>
          <p:nvPr/>
        </p:nvSpPr>
        <p:spPr>
          <a:xfrm>
            <a:off x="2032528" y="3408885"/>
            <a:ext cx="640080" cy="119299"/>
          </a:xfrm>
          <a:prstGeom prst="rect">
            <a:avLst/>
          </a:prstGeom>
          <a:solidFill>
            <a:srgbClr val="FFFFFF"/>
          </a:solidFill>
          <a:ln w="6350">
            <a:solidFill>
              <a:srgbClr val="E2E2E2"/>
            </a:solidFill>
            <a:prstDash val="solid"/>
          </a:ln>
        </p:spPr>
      </p:sp>
      <p:sp>
        <p:nvSpPr>
          <p:cNvPr id="170" name="Text 162"/>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71" name="Shape 163"/>
          <p:cNvSpPr/>
          <p:nvPr/>
        </p:nvSpPr>
        <p:spPr>
          <a:xfrm>
            <a:off x="2672608" y="3408885"/>
            <a:ext cx="640080" cy="119299"/>
          </a:xfrm>
          <a:prstGeom prst="rect">
            <a:avLst/>
          </a:prstGeom>
          <a:solidFill>
            <a:srgbClr val="FFFFFF"/>
          </a:solidFill>
          <a:ln w="6350">
            <a:solidFill>
              <a:srgbClr val="E2E2E2"/>
            </a:solidFill>
            <a:prstDash val="solid"/>
          </a:ln>
        </p:spPr>
      </p:sp>
      <p:sp>
        <p:nvSpPr>
          <p:cNvPr id="172" name="Text 164"/>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73" name="Shape 165"/>
          <p:cNvSpPr/>
          <p:nvPr/>
        </p:nvSpPr>
        <p:spPr>
          <a:xfrm>
            <a:off x="3312688" y="3408885"/>
            <a:ext cx="548640" cy="119299"/>
          </a:xfrm>
          <a:prstGeom prst="rect">
            <a:avLst/>
          </a:prstGeom>
          <a:solidFill>
            <a:srgbClr val="FFFFFF"/>
          </a:solidFill>
          <a:ln w="6350">
            <a:solidFill>
              <a:srgbClr val="E2E2E2"/>
            </a:solidFill>
            <a:prstDash val="solid"/>
          </a:ln>
        </p:spPr>
      </p:sp>
      <p:sp>
        <p:nvSpPr>
          <p:cNvPr id="174" name="Text 166"/>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75" name="Shape 167"/>
          <p:cNvSpPr/>
          <p:nvPr/>
        </p:nvSpPr>
        <p:spPr>
          <a:xfrm>
            <a:off x="3861328" y="3408885"/>
            <a:ext cx="731520" cy="119299"/>
          </a:xfrm>
          <a:prstGeom prst="rect">
            <a:avLst/>
          </a:prstGeom>
          <a:solidFill>
            <a:srgbClr val="FFFFFF"/>
          </a:solidFill>
          <a:ln w="6350">
            <a:solidFill>
              <a:srgbClr val="E2E2E2"/>
            </a:solidFill>
            <a:prstDash val="solid"/>
          </a:ln>
        </p:spPr>
      </p:sp>
      <p:sp>
        <p:nvSpPr>
          <p:cNvPr id="176" name="Text 168"/>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7" name="Shape 169"/>
          <p:cNvSpPr/>
          <p:nvPr/>
        </p:nvSpPr>
        <p:spPr>
          <a:xfrm>
            <a:off x="587776" y="3528185"/>
            <a:ext cx="256032" cy="119299"/>
          </a:xfrm>
          <a:prstGeom prst="rect">
            <a:avLst/>
          </a:prstGeom>
          <a:solidFill>
            <a:srgbClr val="F8F9FA"/>
          </a:solidFill>
          <a:ln w="6350">
            <a:solidFill>
              <a:srgbClr val="DDDDDD"/>
            </a:solidFill>
            <a:prstDash val="solid"/>
          </a:ln>
        </p:spPr>
      </p:sp>
      <p:sp>
        <p:nvSpPr>
          <p:cNvPr id="178" name="Text 170"/>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9" name="Shape 171"/>
          <p:cNvSpPr/>
          <p:nvPr/>
        </p:nvSpPr>
        <p:spPr>
          <a:xfrm>
            <a:off x="843808" y="3528185"/>
            <a:ext cx="320040" cy="119299"/>
          </a:xfrm>
          <a:prstGeom prst="rect">
            <a:avLst/>
          </a:prstGeom>
          <a:solidFill>
            <a:srgbClr val="FFFFFF"/>
          </a:solidFill>
          <a:ln w="6350">
            <a:solidFill>
              <a:srgbClr val="E2E2E2"/>
            </a:solidFill>
            <a:prstDash val="solid"/>
          </a:ln>
        </p:spPr>
      </p:sp>
      <p:sp>
        <p:nvSpPr>
          <p:cNvPr id="180" name="Text 172"/>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81" name="Shape 173"/>
          <p:cNvSpPr/>
          <p:nvPr/>
        </p:nvSpPr>
        <p:spPr>
          <a:xfrm>
            <a:off x="1163848" y="3528185"/>
            <a:ext cx="868680" cy="119299"/>
          </a:xfrm>
          <a:prstGeom prst="rect">
            <a:avLst/>
          </a:prstGeom>
          <a:solidFill>
            <a:srgbClr val="FFFFFF"/>
          </a:solidFill>
          <a:ln w="6350">
            <a:solidFill>
              <a:srgbClr val="E2E2E2"/>
            </a:solidFill>
            <a:prstDash val="solid"/>
          </a:ln>
        </p:spPr>
      </p:sp>
      <p:sp>
        <p:nvSpPr>
          <p:cNvPr id="182" name="Text 174"/>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83" name="Shape 175"/>
          <p:cNvSpPr/>
          <p:nvPr/>
        </p:nvSpPr>
        <p:spPr>
          <a:xfrm>
            <a:off x="2032528" y="3528185"/>
            <a:ext cx="640080" cy="119299"/>
          </a:xfrm>
          <a:prstGeom prst="rect">
            <a:avLst/>
          </a:prstGeom>
          <a:solidFill>
            <a:srgbClr val="FFFFFF"/>
          </a:solidFill>
          <a:ln w="6350">
            <a:solidFill>
              <a:srgbClr val="E2E2E2"/>
            </a:solidFill>
            <a:prstDash val="solid"/>
          </a:ln>
        </p:spPr>
      </p:sp>
      <p:sp>
        <p:nvSpPr>
          <p:cNvPr id="184" name="Text 176"/>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85" name="Shape 177"/>
          <p:cNvSpPr/>
          <p:nvPr/>
        </p:nvSpPr>
        <p:spPr>
          <a:xfrm>
            <a:off x="2672608" y="3528185"/>
            <a:ext cx="640080" cy="119299"/>
          </a:xfrm>
          <a:prstGeom prst="rect">
            <a:avLst/>
          </a:prstGeom>
          <a:solidFill>
            <a:srgbClr val="FFFFFF"/>
          </a:solidFill>
          <a:ln w="6350">
            <a:solidFill>
              <a:srgbClr val="E2E2E2"/>
            </a:solidFill>
            <a:prstDash val="solid"/>
          </a:ln>
        </p:spPr>
      </p:sp>
      <p:sp>
        <p:nvSpPr>
          <p:cNvPr id="186" name="Text 178"/>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7" name="Shape 179"/>
          <p:cNvSpPr/>
          <p:nvPr/>
        </p:nvSpPr>
        <p:spPr>
          <a:xfrm>
            <a:off x="3312688" y="3528185"/>
            <a:ext cx="548640" cy="119299"/>
          </a:xfrm>
          <a:prstGeom prst="rect">
            <a:avLst/>
          </a:prstGeom>
          <a:solidFill>
            <a:srgbClr val="FFFFFF"/>
          </a:solidFill>
          <a:ln w="6350">
            <a:solidFill>
              <a:srgbClr val="E2E2E2"/>
            </a:solidFill>
            <a:prstDash val="solid"/>
          </a:ln>
        </p:spPr>
      </p:sp>
      <p:sp>
        <p:nvSpPr>
          <p:cNvPr id="188" name="Text 180"/>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9" name="Shape 181"/>
          <p:cNvSpPr/>
          <p:nvPr/>
        </p:nvSpPr>
        <p:spPr>
          <a:xfrm>
            <a:off x="3861328" y="3528185"/>
            <a:ext cx="731520" cy="119299"/>
          </a:xfrm>
          <a:prstGeom prst="rect">
            <a:avLst/>
          </a:prstGeom>
          <a:solidFill>
            <a:srgbClr val="FFFFFF"/>
          </a:solidFill>
          <a:ln w="6350">
            <a:solidFill>
              <a:srgbClr val="E2E2E2"/>
            </a:solidFill>
            <a:prstDash val="solid"/>
          </a:ln>
        </p:spPr>
      </p:sp>
      <p:sp>
        <p:nvSpPr>
          <p:cNvPr id="190" name="Text 182"/>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91" name="Shape 183"/>
          <p:cNvSpPr/>
          <p:nvPr/>
        </p:nvSpPr>
        <p:spPr>
          <a:xfrm>
            <a:off x="587776" y="3647484"/>
            <a:ext cx="256032" cy="119299"/>
          </a:xfrm>
          <a:prstGeom prst="rect">
            <a:avLst/>
          </a:prstGeom>
          <a:solidFill>
            <a:srgbClr val="F8F9FA"/>
          </a:solidFill>
          <a:ln w="6350">
            <a:solidFill>
              <a:srgbClr val="DDDDDD"/>
            </a:solidFill>
            <a:prstDash val="solid"/>
          </a:ln>
        </p:spPr>
      </p:sp>
      <p:sp>
        <p:nvSpPr>
          <p:cNvPr id="192" name="Text 18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93" name="Shape 185"/>
          <p:cNvSpPr/>
          <p:nvPr/>
        </p:nvSpPr>
        <p:spPr>
          <a:xfrm>
            <a:off x="843808" y="3647484"/>
            <a:ext cx="320040" cy="119299"/>
          </a:xfrm>
          <a:prstGeom prst="rect">
            <a:avLst/>
          </a:prstGeom>
          <a:solidFill>
            <a:srgbClr val="FFFFFF"/>
          </a:solidFill>
          <a:ln w="6350">
            <a:solidFill>
              <a:srgbClr val="E2E2E2"/>
            </a:solidFill>
            <a:prstDash val="solid"/>
          </a:ln>
        </p:spPr>
      </p:sp>
      <p:sp>
        <p:nvSpPr>
          <p:cNvPr id="194" name="Text 186"/>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95" name="Shape 187"/>
          <p:cNvSpPr/>
          <p:nvPr/>
        </p:nvSpPr>
        <p:spPr>
          <a:xfrm>
            <a:off x="1163848" y="3647484"/>
            <a:ext cx="868680" cy="119299"/>
          </a:xfrm>
          <a:prstGeom prst="rect">
            <a:avLst/>
          </a:prstGeom>
          <a:solidFill>
            <a:srgbClr val="FFFFFF"/>
          </a:solidFill>
          <a:ln w="6350">
            <a:solidFill>
              <a:srgbClr val="E2E2E2"/>
            </a:solidFill>
            <a:prstDash val="solid"/>
          </a:ln>
        </p:spPr>
      </p:sp>
      <p:sp>
        <p:nvSpPr>
          <p:cNvPr id="196" name="Text 188"/>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7" name="Shape 189"/>
          <p:cNvSpPr/>
          <p:nvPr/>
        </p:nvSpPr>
        <p:spPr>
          <a:xfrm>
            <a:off x="2032528" y="3647484"/>
            <a:ext cx="640080" cy="119299"/>
          </a:xfrm>
          <a:prstGeom prst="rect">
            <a:avLst/>
          </a:prstGeom>
          <a:solidFill>
            <a:srgbClr val="FFFFFF"/>
          </a:solidFill>
          <a:ln w="6350">
            <a:solidFill>
              <a:srgbClr val="E2E2E2"/>
            </a:solidFill>
            <a:prstDash val="solid"/>
          </a:ln>
        </p:spPr>
      </p:sp>
      <p:sp>
        <p:nvSpPr>
          <p:cNvPr id="198" name="Text 190"/>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9" name="Shape 191"/>
          <p:cNvSpPr/>
          <p:nvPr/>
        </p:nvSpPr>
        <p:spPr>
          <a:xfrm>
            <a:off x="2672608" y="3647484"/>
            <a:ext cx="640080" cy="119299"/>
          </a:xfrm>
          <a:prstGeom prst="rect">
            <a:avLst/>
          </a:prstGeom>
          <a:solidFill>
            <a:srgbClr val="FFFFFF"/>
          </a:solidFill>
          <a:ln w="6350">
            <a:solidFill>
              <a:srgbClr val="E2E2E2"/>
            </a:solidFill>
            <a:prstDash val="solid"/>
          </a:ln>
        </p:spPr>
      </p:sp>
      <p:sp>
        <p:nvSpPr>
          <p:cNvPr id="200" name="Text 192"/>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201" name="Shape 193"/>
          <p:cNvSpPr/>
          <p:nvPr/>
        </p:nvSpPr>
        <p:spPr>
          <a:xfrm>
            <a:off x="3312688" y="3647484"/>
            <a:ext cx="548640" cy="119299"/>
          </a:xfrm>
          <a:prstGeom prst="rect">
            <a:avLst/>
          </a:prstGeom>
          <a:solidFill>
            <a:srgbClr val="FFFFFF"/>
          </a:solidFill>
          <a:ln w="6350">
            <a:solidFill>
              <a:srgbClr val="E2E2E2"/>
            </a:solidFill>
            <a:prstDash val="solid"/>
          </a:ln>
        </p:spPr>
      </p:sp>
      <p:sp>
        <p:nvSpPr>
          <p:cNvPr id="202" name="Text 194"/>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203" name="Shape 195"/>
          <p:cNvSpPr/>
          <p:nvPr/>
        </p:nvSpPr>
        <p:spPr>
          <a:xfrm>
            <a:off x="3861328" y="3647484"/>
            <a:ext cx="731520" cy="119299"/>
          </a:xfrm>
          <a:prstGeom prst="rect">
            <a:avLst/>
          </a:prstGeom>
          <a:solidFill>
            <a:srgbClr val="FFFFFF"/>
          </a:solidFill>
          <a:ln w="6350">
            <a:solidFill>
              <a:srgbClr val="E2E2E2"/>
            </a:solidFill>
            <a:prstDash val="solid"/>
          </a:ln>
        </p:spPr>
      </p:sp>
      <p:sp>
        <p:nvSpPr>
          <p:cNvPr id="204" name="Text 196"/>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205" name="Shape 197"/>
          <p:cNvSpPr/>
          <p:nvPr/>
        </p:nvSpPr>
        <p:spPr>
          <a:xfrm>
            <a:off x="587776" y="3794216"/>
            <a:ext cx="4950927" cy="201168"/>
          </a:xfrm>
          <a:prstGeom prst="rect">
            <a:avLst/>
          </a:prstGeom>
          <a:solidFill>
            <a:srgbClr val="F8F9FA"/>
          </a:solidFill>
          <a:ln w="12700">
            <a:solidFill>
              <a:srgbClr val="F8F9FA"/>
            </a:solidFill>
            <a:prstDash val="solid"/>
          </a:ln>
        </p:spPr>
      </p:sp>
      <p:sp>
        <p:nvSpPr>
          <p:cNvPr id="206" name="Text 19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7" name="Shape 199"/>
          <p:cNvSpPr/>
          <p:nvPr/>
        </p:nvSpPr>
        <p:spPr>
          <a:xfrm>
            <a:off x="1136416" y="3794216"/>
            <a:ext cx="731520" cy="201168"/>
          </a:xfrm>
          <a:prstGeom prst="rect">
            <a:avLst/>
          </a:prstGeom>
          <a:solidFill>
            <a:srgbClr val="E1EFFE"/>
          </a:solidFill>
          <a:ln w="12700">
            <a:solidFill>
              <a:srgbClr val="E1EFFE"/>
            </a:solidFill>
            <a:prstDash val="solid"/>
          </a:ln>
        </p:spPr>
      </p:sp>
      <p:sp>
        <p:nvSpPr>
          <p:cNvPr id="208" name="Text 200"/>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9" name="Shape 201"/>
          <p:cNvSpPr/>
          <p:nvPr/>
        </p:nvSpPr>
        <p:spPr>
          <a:xfrm>
            <a:off x="2572024" y="2043437"/>
            <a:ext cx="1417320" cy="1463040"/>
          </a:xfrm>
          <a:prstGeom prst="rect">
            <a:avLst/>
          </a:prstGeom>
          <a:solidFill>
            <a:srgbClr val="FFFFFF"/>
          </a:solidFill>
          <a:ln w="9525">
            <a:solidFill>
              <a:srgbClr val="AAAAAA"/>
            </a:solidFill>
            <a:prstDash val="solid"/>
          </a:ln>
        </p:spPr>
      </p:sp>
      <p:sp>
        <p:nvSpPr>
          <p:cNvPr id="210" name="Text 202"/>
          <p:cNvSpPr txBox="1"/>
          <p:nvPr/>
        </p:nvSpPr>
        <p:spPr>
          <a:xfrm>
            <a:off x="26817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sheet           ›</a:t>
            </a:r>
            <a:endParaRPr lang="en-US" sz="800" dirty="0"/>
          </a:p>
        </p:txBody>
      </p:sp>
      <p:sp>
        <p:nvSpPr>
          <p:cNvPr id="211" name="Text 203"/>
          <p:cNvSpPr txBox="1"/>
          <p:nvPr/>
        </p:nvSpPr>
        <p:spPr>
          <a:xfrm>
            <a:off x="26817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range           ›</a:t>
            </a:r>
            <a:endParaRPr lang="en-US" sz="800" dirty="0"/>
          </a:p>
        </p:txBody>
      </p:sp>
      <p:sp>
        <p:nvSpPr>
          <p:cNvPr id="212" name="Shape 204"/>
          <p:cNvSpPr/>
          <p:nvPr/>
        </p:nvSpPr>
        <p:spPr>
          <a:xfrm>
            <a:off x="2608600" y="2564645"/>
            <a:ext cx="1344168" cy="0"/>
          </a:xfrm>
          <a:prstGeom prst="line">
            <a:avLst/>
          </a:prstGeom>
          <a:noFill/>
          <a:ln w="6350">
            <a:solidFill>
              <a:srgbClr val="DDDDDD"/>
            </a:solidFill>
            <a:prstDash val="solid"/>
          </a:ln>
        </p:spPr>
      </p:sp>
      <p:sp>
        <p:nvSpPr>
          <p:cNvPr id="213" name="Text 205"/>
          <p:cNvSpPr txBox="1"/>
          <p:nvPr/>
        </p:nvSpPr>
        <p:spPr>
          <a:xfrm>
            <a:off x="268175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a filter</a:t>
            </a:r>
            <a:endParaRPr lang="en-US" sz="800" dirty="0"/>
          </a:p>
        </p:txBody>
      </p:sp>
      <p:sp>
        <p:nvSpPr>
          <p:cNvPr id="214" name="Text 206"/>
          <p:cNvSpPr txBox="1"/>
          <p:nvPr/>
        </p:nvSpPr>
        <p:spPr>
          <a:xfrm>
            <a:off x="2681752"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filter view</a:t>
            </a:r>
            <a:endParaRPr lang="en-US" sz="800" dirty="0"/>
          </a:p>
        </p:txBody>
      </p:sp>
      <p:sp>
        <p:nvSpPr>
          <p:cNvPr id="215" name="Shape 207"/>
          <p:cNvSpPr/>
          <p:nvPr/>
        </p:nvSpPr>
        <p:spPr>
          <a:xfrm>
            <a:off x="2608600" y="3168149"/>
            <a:ext cx="1344168" cy="0"/>
          </a:xfrm>
          <a:prstGeom prst="line">
            <a:avLst/>
          </a:prstGeom>
          <a:noFill/>
          <a:ln w="6350">
            <a:solidFill>
              <a:srgbClr val="DDDDDD"/>
            </a:solidFill>
            <a:prstDash val="solid"/>
          </a:ln>
        </p:spPr>
      </p:sp>
      <p:sp>
        <p:nvSpPr>
          <p:cNvPr id="216" name="Text 208"/>
          <p:cNvSpPr txBox="1"/>
          <p:nvPr/>
        </p:nvSpPr>
        <p:spPr>
          <a:xfrm>
            <a:off x="2681752" y="327787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Data validation</a:t>
            </a:r>
            <a:endParaRPr lang="en-US" sz="800" dirty="0"/>
          </a:p>
        </p:txBody>
      </p:sp>
      <p:sp>
        <p:nvSpPr>
          <p:cNvPr id="217" name="Shape 209"/>
          <p:cNvSpPr/>
          <p:nvPr/>
        </p:nvSpPr>
        <p:spPr>
          <a:xfrm>
            <a:off x="2590312" y="2656085"/>
            <a:ext cx="1380744" cy="228600"/>
          </a:xfrm>
          <a:prstGeom prst="roundRect">
            <a:avLst>
              <a:gd name="adj" fmla="val 20000"/>
            </a:avLst>
          </a:prstGeom>
          <a:solidFill>
            <a:srgbClr val="FFFFFF">
              <a:alpha val="0"/>
            </a:srgbClr>
          </a:solidFill>
          <a:ln w="31750">
            <a:solidFill>
              <a:srgbClr val="E53935"/>
            </a:solidFill>
            <a:prstDash val="solid"/>
          </a:ln>
        </p:spPr>
      </p:sp>
      <p:sp>
        <p:nvSpPr>
          <p:cNvPr id="218" name="Shape 210"/>
          <p:cNvSpPr/>
          <p:nvPr/>
        </p:nvSpPr>
        <p:spPr>
          <a:xfrm>
            <a:off x="3833896" y="2518925"/>
            <a:ext cx="274320" cy="274320"/>
          </a:xfrm>
          <a:prstGeom prst="ellipse">
            <a:avLst/>
          </a:prstGeom>
          <a:solidFill>
            <a:srgbClr val="E53935"/>
          </a:solidFill>
          <a:ln w="12700">
            <a:solidFill>
              <a:srgbClr val="FFFFFF"/>
            </a:solidFill>
            <a:prstDash val="solid"/>
          </a:ln>
        </p:spPr>
      </p:sp>
      <p:sp>
        <p:nvSpPr>
          <p:cNvPr id="219" name="Text 211"/>
          <p:cNvSpPr txBox="1"/>
          <p:nvPr/>
        </p:nvSpPr>
        <p:spPr>
          <a:xfrm>
            <a:off x="3833896" y="25189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220" name="Image 6" descr="preencoded.png">    </p:cNvPr>
          <p:cNvPicPr>
            <a:picLocks noChangeAspect="1"/>
          </p:cNvPicPr>
          <p:nvPr/>
        </p:nvPicPr>
        <p:blipFill>
          <a:blip r:embed="rId7"/>
          <a:stretch>
            <a:fillRect/>
          </a:stretch>
        </p:blipFill>
        <p:spPr>
          <a:xfrm>
            <a:off x="3347893" y="2779986"/>
            <a:ext cx="237744" cy="237744"/>
          </a:xfrm>
          <a:prstGeom prst="rect">
            <a:avLst/>
          </a:prstGeom>
        </p:spPr>
      </p:pic>
      <p:sp>
        <p:nvSpPr>
          <p:cNvPr id="221" name="Text 21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22" name="Text 21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Data › Create a filter</a:t>
            </a:r>
            <a:endParaRPr lang="en-US" sz="1800" dirty="0"/>
          </a:p>
        </p:txBody>
      </p:sp>
      <p:sp>
        <p:nvSpPr>
          <p:cNvPr id="223" name="Text 21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salah satu sel di tabel. Klik menu Data › Create a filter. Muncul ikon segitiga di setiap judul kolom.</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Filter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Database_Kelas_Latihan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Database_Kelas_Latihan</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54864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7772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58408" y="2573789"/>
            <a:ext cx="502920" cy="119299"/>
          </a:xfrm>
          <a:prstGeom prst="rect">
            <a:avLst/>
          </a:prstGeom>
          <a:solidFill>
            <a:srgbClr val="F8F9FA"/>
          </a:solidFill>
          <a:ln w="6350">
            <a:solidFill>
              <a:srgbClr val="DDDDDD"/>
            </a:solidFill>
            <a:prstDash val="solid"/>
          </a:ln>
        </p:spPr>
      </p:sp>
      <p:sp>
        <p:nvSpPr>
          <p:cNvPr id="70" name="Text 62"/>
          <p:cNvSpPr txBox="1"/>
          <p:nvPr/>
        </p:nvSpPr>
        <p:spPr>
          <a:xfrm>
            <a:off x="335840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45720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54864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581168" y="2693089"/>
            <a:ext cx="777240" cy="119299"/>
          </a:xfrm>
          <a:prstGeom prst="rect">
            <a:avLst/>
          </a:prstGeom>
          <a:solidFill>
            <a:srgbClr val="0F4C3A"/>
          </a:solidFill>
          <a:ln w="6350">
            <a:solidFill>
              <a:srgbClr val="E2E2E2"/>
            </a:solidFill>
            <a:prstDash val="solid"/>
          </a:ln>
        </p:spPr>
      </p:sp>
      <p:sp>
        <p:nvSpPr>
          <p:cNvPr id="82" name="Text 74"/>
          <p:cNvSpPr txBox="1"/>
          <p:nvPr/>
        </p:nvSpPr>
        <p:spPr>
          <a:xfrm>
            <a:off x="260860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3" name="Shape 75"/>
          <p:cNvSpPr/>
          <p:nvPr/>
        </p:nvSpPr>
        <p:spPr>
          <a:xfrm>
            <a:off x="3358408" y="2693089"/>
            <a:ext cx="502920" cy="119299"/>
          </a:xfrm>
          <a:prstGeom prst="rect">
            <a:avLst/>
          </a:prstGeom>
          <a:solidFill>
            <a:srgbClr val="0F4C3A"/>
          </a:solidFill>
          <a:ln w="6350">
            <a:solidFill>
              <a:srgbClr val="E2E2E2"/>
            </a:solidFill>
            <a:prstDash val="solid"/>
          </a:ln>
        </p:spPr>
      </p:sp>
      <p:sp>
        <p:nvSpPr>
          <p:cNvPr id="84" name="Text 76"/>
          <p:cNvSpPr txBox="1"/>
          <p:nvPr/>
        </p:nvSpPr>
        <p:spPr>
          <a:xfrm>
            <a:off x="338584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457200" cy="119299"/>
          </a:xfrm>
          <a:prstGeom prst="rect">
            <a:avLst/>
          </a:prstGeom>
          <a:solidFill>
            <a:srgbClr val="0F4C3A"/>
          </a:solidFill>
          <a:ln w="6350">
            <a:solidFill>
              <a:srgbClr val="E2E2E2"/>
            </a:solidFill>
            <a:prstDash val="solid"/>
          </a:ln>
        </p:spPr>
      </p:sp>
      <p:sp>
        <p:nvSpPr>
          <p:cNvPr id="86" name="Text 78"/>
          <p:cNvSpPr txBox="1"/>
          <p:nvPr/>
        </p:nvSpPr>
        <p:spPr>
          <a:xfrm>
            <a:off x="103583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7" name="Text 79"/>
          <p:cNvSpPr txBox="1"/>
          <p:nvPr/>
        </p:nvSpPr>
        <p:spPr>
          <a:xfrm>
            <a:off x="190451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8" name="Text 80"/>
          <p:cNvSpPr txBox="1"/>
          <p:nvPr/>
        </p:nvSpPr>
        <p:spPr>
          <a:xfrm>
            <a:off x="245315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89" name="Text 81"/>
          <p:cNvSpPr txBox="1"/>
          <p:nvPr/>
        </p:nvSpPr>
        <p:spPr>
          <a:xfrm>
            <a:off x="323039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0" name="Text 82"/>
          <p:cNvSpPr txBox="1"/>
          <p:nvPr/>
        </p:nvSpPr>
        <p:spPr>
          <a:xfrm>
            <a:off x="373331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1" name="Text 83"/>
          <p:cNvSpPr txBox="1"/>
          <p:nvPr/>
        </p:nvSpPr>
        <p:spPr>
          <a:xfrm>
            <a:off x="4190512" y="2693089"/>
            <a:ext cx="109728" cy="119299"/>
          </a:xfrm>
          <a:prstGeom prst="rect">
            <a:avLst/>
          </a:prstGeom>
          <a:noFill/>
          <a:ln/>
        </p:spPr>
        <p:txBody>
          <a:bodyPr wrap="square" lIns="0" tIns="0" rIns="0" bIns="0" rtlCol="0" anchor="ctr"/>
          <a:lstStyle/>
          <a:p>
            <a:pPr indent="0" marL="0">
              <a:buNone/>
            </a:pPr>
            <a:r>
              <a:rPr lang="en-US" sz="550" dirty="0">
                <a:solidFill>
                  <a:srgbClr val="FFFFFF"/>
                </a:solidFill>
                <a:latin typeface="Calibri" pitchFamily="34" charset="0"/>
                <a:ea typeface="Calibri" pitchFamily="34" charset="-122"/>
                <a:cs typeface="Calibri" pitchFamily="34" charset="-120"/>
              </a:rPr>
              <a:t>▼</a:t>
            </a:r>
            <a:endParaRPr lang="en-US" sz="550" dirty="0"/>
          </a:p>
        </p:txBody>
      </p:sp>
      <p:sp>
        <p:nvSpPr>
          <p:cNvPr id="92" name="Shape 84"/>
          <p:cNvSpPr/>
          <p:nvPr/>
        </p:nvSpPr>
        <p:spPr>
          <a:xfrm>
            <a:off x="587776" y="2812388"/>
            <a:ext cx="256032" cy="119299"/>
          </a:xfrm>
          <a:prstGeom prst="rect">
            <a:avLst/>
          </a:prstGeom>
          <a:solidFill>
            <a:srgbClr val="F8F9FA"/>
          </a:solidFill>
          <a:ln w="6350">
            <a:solidFill>
              <a:srgbClr val="DDDDDD"/>
            </a:solidFill>
            <a:prstDash val="solid"/>
          </a:ln>
        </p:spPr>
      </p:sp>
      <p:sp>
        <p:nvSpPr>
          <p:cNvPr id="93" name="Text 85"/>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94" name="Shape 86"/>
          <p:cNvSpPr/>
          <p:nvPr/>
        </p:nvSpPr>
        <p:spPr>
          <a:xfrm>
            <a:off x="843808" y="2812388"/>
            <a:ext cx="320040" cy="119299"/>
          </a:xfrm>
          <a:prstGeom prst="rect">
            <a:avLst/>
          </a:prstGeom>
          <a:solidFill>
            <a:srgbClr val="FFFFFF"/>
          </a:solidFill>
          <a:ln w="6350">
            <a:solidFill>
              <a:srgbClr val="E2E2E2"/>
            </a:solidFill>
            <a:prstDash val="solid"/>
          </a:ln>
        </p:spPr>
      </p:sp>
      <p:sp>
        <p:nvSpPr>
          <p:cNvPr id="95" name="Text 87"/>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6" name="Shape 88"/>
          <p:cNvSpPr/>
          <p:nvPr/>
        </p:nvSpPr>
        <p:spPr>
          <a:xfrm>
            <a:off x="1163848" y="2812388"/>
            <a:ext cx="868680" cy="119299"/>
          </a:xfrm>
          <a:prstGeom prst="rect">
            <a:avLst/>
          </a:prstGeom>
          <a:solidFill>
            <a:srgbClr val="FFFFFF"/>
          </a:solidFill>
          <a:ln w="6350">
            <a:solidFill>
              <a:srgbClr val="E2E2E2"/>
            </a:solidFill>
            <a:prstDash val="solid"/>
          </a:ln>
        </p:spPr>
      </p:sp>
      <p:sp>
        <p:nvSpPr>
          <p:cNvPr id="97" name="Text 89"/>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8" name="Shape 90"/>
          <p:cNvSpPr/>
          <p:nvPr/>
        </p:nvSpPr>
        <p:spPr>
          <a:xfrm>
            <a:off x="2032528" y="2812388"/>
            <a:ext cx="548640" cy="119299"/>
          </a:xfrm>
          <a:prstGeom prst="rect">
            <a:avLst/>
          </a:prstGeom>
          <a:solidFill>
            <a:srgbClr val="FFFFFF"/>
          </a:solidFill>
          <a:ln w="6350">
            <a:solidFill>
              <a:srgbClr val="E2E2E2"/>
            </a:solidFill>
            <a:prstDash val="solid"/>
          </a:ln>
        </p:spPr>
      </p:sp>
      <p:sp>
        <p:nvSpPr>
          <p:cNvPr id="99" name="Text 91"/>
          <p:cNvSpPr txBox="1"/>
          <p:nvPr/>
        </p:nvSpPr>
        <p:spPr>
          <a:xfrm>
            <a:off x="205996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00" name="Shape 92"/>
          <p:cNvSpPr/>
          <p:nvPr/>
        </p:nvSpPr>
        <p:spPr>
          <a:xfrm>
            <a:off x="2581168" y="2812388"/>
            <a:ext cx="777240" cy="119299"/>
          </a:xfrm>
          <a:prstGeom prst="rect">
            <a:avLst/>
          </a:prstGeom>
          <a:solidFill>
            <a:srgbClr val="FFFFFF"/>
          </a:solidFill>
          <a:ln w="6350">
            <a:solidFill>
              <a:srgbClr val="E2E2E2"/>
            </a:solidFill>
            <a:prstDash val="solid"/>
          </a:ln>
        </p:spPr>
      </p:sp>
      <p:sp>
        <p:nvSpPr>
          <p:cNvPr id="101" name="Text 93"/>
          <p:cNvSpPr txBox="1"/>
          <p:nvPr/>
        </p:nvSpPr>
        <p:spPr>
          <a:xfrm>
            <a:off x="260860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02" name="Shape 94"/>
          <p:cNvSpPr/>
          <p:nvPr/>
        </p:nvSpPr>
        <p:spPr>
          <a:xfrm>
            <a:off x="3358408" y="2812388"/>
            <a:ext cx="502920" cy="119299"/>
          </a:xfrm>
          <a:prstGeom prst="rect">
            <a:avLst/>
          </a:prstGeom>
          <a:solidFill>
            <a:srgbClr val="FFFFFF"/>
          </a:solidFill>
          <a:ln w="6350">
            <a:solidFill>
              <a:srgbClr val="E2E2E2"/>
            </a:solidFill>
            <a:prstDash val="solid"/>
          </a:ln>
        </p:spPr>
      </p:sp>
      <p:sp>
        <p:nvSpPr>
          <p:cNvPr id="103" name="Text 95"/>
          <p:cNvSpPr txBox="1"/>
          <p:nvPr/>
        </p:nvSpPr>
        <p:spPr>
          <a:xfrm>
            <a:off x="3385840" y="2812388"/>
            <a:ext cx="4480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04" name="Shape 96"/>
          <p:cNvSpPr/>
          <p:nvPr/>
        </p:nvSpPr>
        <p:spPr>
          <a:xfrm>
            <a:off x="3861328" y="2812388"/>
            <a:ext cx="457200" cy="119299"/>
          </a:xfrm>
          <a:prstGeom prst="rect">
            <a:avLst/>
          </a:prstGeom>
          <a:solidFill>
            <a:srgbClr val="FFFFFF"/>
          </a:solidFill>
          <a:ln w="6350">
            <a:solidFill>
              <a:srgbClr val="E2E2E2"/>
            </a:solidFill>
            <a:prstDash val="solid"/>
          </a:ln>
        </p:spPr>
      </p:sp>
      <p:sp>
        <p:nvSpPr>
          <p:cNvPr id="105" name="Shape 97"/>
          <p:cNvSpPr/>
          <p:nvPr/>
        </p:nvSpPr>
        <p:spPr>
          <a:xfrm>
            <a:off x="587776" y="2931688"/>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7" name="Shape 99"/>
          <p:cNvSpPr/>
          <p:nvPr/>
        </p:nvSpPr>
        <p:spPr>
          <a:xfrm>
            <a:off x="843808" y="2931688"/>
            <a:ext cx="320040" cy="119299"/>
          </a:xfrm>
          <a:prstGeom prst="rect">
            <a:avLst/>
          </a:prstGeom>
          <a:solidFill>
            <a:srgbClr val="FFFFFF"/>
          </a:solidFill>
          <a:ln w="6350">
            <a:solidFill>
              <a:srgbClr val="E2E2E2"/>
            </a:solidFill>
            <a:prstDash val="solid"/>
          </a:ln>
        </p:spPr>
      </p:sp>
      <p:sp>
        <p:nvSpPr>
          <p:cNvPr id="108" name="Text 100"/>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9" name="Shape 101"/>
          <p:cNvSpPr/>
          <p:nvPr/>
        </p:nvSpPr>
        <p:spPr>
          <a:xfrm>
            <a:off x="1163848" y="2931688"/>
            <a:ext cx="868680" cy="119299"/>
          </a:xfrm>
          <a:prstGeom prst="rect">
            <a:avLst/>
          </a:prstGeom>
          <a:solidFill>
            <a:srgbClr val="FFFFFF"/>
          </a:solidFill>
          <a:ln w="6350">
            <a:solidFill>
              <a:srgbClr val="E2E2E2"/>
            </a:solidFill>
            <a:prstDash val="solid"/>
          </a:ln>
        </p:spPr>
      </p:sp>
      <p:sp>
        <p:nvSpPr>
          <p:cNvPr id="110" name="Text 102"/>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11" name="Shape 103"/>
          <p:cNvSpPr/>
          <p:nvPr/>
        </p:nvSpPr>
        <p:spPr>
          <a:xfrm>
            <a:off x="203252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205996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13" name="Shape 105"/>
          <p:cNvSpPr/>
          <p:nvPr/>
        </p:nvSpPr>
        <p:spPr>
          <a:xfrm>
            <a:off x="2581168" y="2931688"/>
            <a:ext cx="777240" cy="119299"/>
          </a:xfrm>
          <a:prstGeom prst="rect">
            <a:avLst/>
          </a:prstGeom>
          <a:solidFill>
            <a:srgbClr val="FFFFFF"/>
          </a:solidFill>
          <a:ln w="6350">
            <a:solidFill>
              <a:srgbClr val="E2E2E2"/>
            </a:solidFill>
            <a:prstDash val="solid"/>
          </a:ln>
        </p:spPr>
      </p:sp>
      <p:sp>
        <p:nvSpPr>
          <p:cNvPr id="114" name="Text 106"/>
          <p:cNvSpPr txBox="1"/>
          <p:nvPr/>
        </p:nvSpPr>
        <p:spPr>
          <a:xfrm>
            <a:off x="260860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5" name="Shape 107"/>
          <p:cNvSpPr/>
          <p:nvPr/>
        </p:nvSpPr>
        <p:spPr>
          <a:xfrm>
            <a:off x="3358408" y="2931688"/>
            <a:ext cx="502920" cy="119299"/>
          </a:xfrm>
          <a:prstGeom prst="rect">
            <a:avLst/>
          </a:prstGeom>
          <a:solidFill>
            <a:srgbClr val="FFFFFF"/>
          </a:solidFill>
          <a:ln w="6350">
            <a:solidFill>
              <a:srgbClr val="E2E2E2"/>
            </a:solidFill>
            <a:prstDash val="solid"/>
          </a:ln>
        </p:spPr>
      </p:sp>
      <p:sp>
        <p:nvSpPr>
          <p:cNvPr id="116" name="Text 108"/>
          <p:cNvSpPr txBox="1"/>
          <p:nvPr/>
        </p:nvSpPr>
        <p:spPr>
          <a:xfrm>
            <a:off x="3385840" y="2931688"/>
            <a:ext cx="4480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7" name="Shape 109"/>
          <p:cNvSpPr/>
          <p:nvPr/>
        </p:nvSpPr>
        <p:spPr>
          <a:xfrm>
            <a:off x="3861328" y="2931688"/>
            <a:ext cx="457200" cy="119299"/>
          </a:xfrm>
          <a:prstGeom prst="rect">
            <a:avLst/>
          </a:prstGeom>
          <a:solidFill>
            <a:srgbClr val="FFFFFF"/>
          </a:solidFill>
          <a:ln w="6350">
            <a:solidFill>
              <a:srgbClr val="E2E2E2"/>
            </a:solidFill>
            <a:prstDash val="solid"/>
          </a:ln>
        </p:spPr>
      </p:sp>
      <p:sp>
        <p:nvSpPr>
          <p:cNvPr id="118" name="Shape 110"/>
          <p:cNvSpPr/>
          <p:nvPr/>
        </p:nvSpPr>
        <p:spPr>
          <a:xfrm>
            <a:off x="587776" y="3050987"/>
            <a:ext cx="256032" cy="119299"/>
          </a:xfrm>
          <a:prstGeom prst="rect">
            <a:avLst/>
          </a:prstGeom>
          <a:solidFill>
            <a:srgbClr val="F8F9FA"/>
          </a:solidFill>
          <a:ln w="6350">
            <a:solidFill>
              <a:srgbClr val="DDDDDD"/>
            </a:solidFill>
            <a:prstDash val="solid"/>
          </a:ln>
        </p:spPr>
      </p:sp>
      <p:sp>
        <p:nvSpPr>
          <p:cNvPr id="119" name="Text 111"/>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20" name="Shape 112"/>
          <p:cNvSpPr/>
          <p:nvPr/>
        </p:nvSpPr>
        <p:spPr>
          <a:xfrm>
            <a:off x="843808" y="3050987"/>
            <a:ext cx="320040" cy="119299"/>
          </a:xfrm>
          <a:prstGeom prst="rect">
            <a:avLst/>
          </a:prstGeom>
          <a:solidFill>
            <a:srgbClr val="FFFFFF"/>
          </a:solidFill>
          <a:ln w="6350">
            <a:solidFill>
              <a:srgbClr val="E2E2E2"/>
            </a:solidFill>
            <a:prstDash val="solid"/>
          </a:ln>
        </p:spPr>
      </p:sp>
      <p:sp>
        <p:nvSpPr>
          <p:cNvPr id="121" name="Text 113"/>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22" name="Shape 114"/>
          <p:cNvSpPr/>
          <p:nvPr/>
        </p:nvSpPr>
        <p:spPr>
          <a:xfrm>
            <a:off x="1163848" y="3050987"/>
            <a:ext cx="868680" cy="119299"/>
          </a:xfrm>
          <a:prstGeom prst="rect">
            <a:avLst/>
          </a:prstGeom>
          <a:solidFill>
            <a:srgbClr val="FFFFFF"/>
          </a:solidFill>
          <a:ln w="6350">
            <a:solidFill>
              <a:srgbClr val="E2E2E2"/>
            </a:solidFill>
            <a:prstDash val="solid"/>
          </a:ln>
        </p:spPr>
      </p:sp>
      <p:sp>
        <p:nvSpPr>
          <p:cNvPr id="123" name="Text 115"/>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4" name="Shape 116"/>
          <p:cNvSpPr/>
          <p:nvPr/>
        </p:nvSpPr>
        <p:spPr>
          <a:xfrm>
            <a:off x="2032528" y="3050987"/>
            <a:ext cx="548640" cy="119299"/>
          </a:xfrm>
          <a:prstGeom prst="rect">
            <a:avLst/>
          </a:prstGeom>
          <a:solidFill>
            <a:srgbClr val="FFFFFF"/>
          </a:solidFill>
          <a:ln w="6350">
            <a:solidFill>
              <a:srgbClr val="E2E2E2"/>
            </a:solidFill>
            <a:prstDash val="solid"/>
          </a:ln>
        </p:spPr>
      </p:sp>
      <p:sp>
        <p:nvSpPr>
          <p:cNvPr id="125" name="Text 117"/>
          <p:cNvSpPr txBox="1"/>
          <p:nvPr/>
        </p:nvSpPr>
        <p:spPr>
          <a:xfrm>
            <a:off x="205996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6" name="Shape 118"/>
          <p:cNvSpPr/>
          <p:nvPr/>
        </p:nvSpPr>
        <p:spPr>
          <a:xfrm>
            <a:off x="2581168" y="3050987"/>
            <a:ext cx="777240" cy="119299"/>
          </a:xfrm>
          <a:prstGeom prst="rect">
            <a:avLst/>
          </a:prstGeom>
          <a:solidFill>
            <a:srgbClr val="FFFFFF"/>
          </a:solidFill>
          <a:ln w="6350">
            <a:solidFill>
              <a:srgbClr val="E2E2E2"/>
            </a:solidFill>
            <a:prstDash val="solid"/>
          </a:ln>
        </p:spPr>
      </p:sp>
      <p:sp>
        <p:nvSpPr>
          <p:cNvPr id="127" name="Text 119"/>
          <p:cNvSpPr txBox="1"/>
          <p:nvPr/>
        </p:nvSpPr>
        <p:spPr>
          <a:xfrm>
            <a:off x="260860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8" name="Shape 120"/>
          <p:cNvSpPr/>
          <p:nvPr/>
        </p:nvSpPr>
        <p:spPr>
          <a:xfrm>
            <a:off x="3358408" y="3050987"/>
            <a:ext cx="502920" cy="119299"/>
          </a:xfrm>
          <a:prstGeom prst="rect">
            <a:avLst/>
          </a:prstGeom>
          <a:solidFill>
            <a:srgbClr val="FFFFFF"/>
          </a:solidFill>
          <a:ln w="6350">
            <a:solidFill>
              <a:srgbClr val="E2E2E2"/>
            </a:solidFill>
            <a:prstDash val="solid"/>
          </a:ln>
        </p:spPr>
      </p:sp>
      <p:sp>
        <p:nvSpPr>
          <p:cNvPr id="129" name="Text 121"/>
          <p:cNvSpPr txBox="1"/>
          <p:nvPr/>
        </p:nvSpPr>
        <p:spPr>
          <a:xfrm>
            <a:off x="3385840" y="3050987"/>
            <a:ext cx="4480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30" name="Shape 122"/>
          <p:cNvSpPr/>
          <p:nvPr/>
        </p:nvSpPr>
        <p:spPr>
          <a:xfrm>
            <a:off x="3861328" y="3050987"/>
            <a:ext cx="457200" cy="119299"/>
          </a:xfrm>
          <a:prstGeom prst="rect">
            <a:avLst/>
          </a:prstGeom>
          <a:solidFill>
            <a:srgbClr val="FFFFFF"/>
          </a:solidFill>
          <a:ln w="6350">
            <a:solidFill>
              <a:srgbClr val="E2E2E2"/>
            </a:solidFill>
            <a:prstDash val="solid"/>
          </a:ln>
        </p:spPr>
      </p:sp>
      <p:sp>
        <p:nvSpPr>
          <p:cNvPr id="131" name="Shape 123"/>
          <p:cNvSpPr/>
          <p:nvPr/>
        </p:nvSpPr>
        <p:spPr>
          <a:xfrm>
            <a:off x="587776" y="3170287"/>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3" name="Shape 125"/>
          <p:cNvSpPr/>
          <p:nvPr/>
        </p:nvSpPr>
        <p:spPr>
          <a:xfrm>
            <a:off x="843808" y="3170287"/>
            <a:ext cx="320040" cy="119299"/>
          </a:xfrm>
          <a:prstGeom prst="rect">
            <a:avLst/>
          </a:prstGeom>
          <a:solidFill>
            <a:srgbClr val="FFFFFF"/>
          </a:solidFill>
          <a:ln w="6350">
            <a:solidFill>
              <a:srgbClr val="E2E2E2"/>
            </a:solidFill>
            <a:prstDash val="solid"/>
          </a:ln>
        </p:spPr>
      </p:sp>
      <p:sp>
        <p:nvSpPr>
          <p:cNvPr id="134" name="Text 126"/>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5" name="Shape 127"/>
          <p:cNvSpPr/>
          <p:nvPr/>
        </p:nvSpPr>
        <p:spPr>
          <a:xfrm>
            <a:off x="1163848" y="3170287"/>
            <a:ext cx="868680" cy="119299"/>
          </a:xfrm>
          <a:prstGeom prst="rect">
            <a:avLst/>
          </a:prstGeom>
          <a:solidFill>
            <a:srgbClr val="FFFFFF"/>
          </a:solidFill>
          <a:ln w="6350">
            <a:solidFill>
              <a:srgbClr val="E2E2E2"/>
            </a:solidFill>
            <a:prstDash val="solid"/>
          </a:ln>
        </p:spPr>
      </p:sp>
      <p:sp>
        <p:nvSpPr>
          <p:cNvPr id="136" name="Text 128"/>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7" name="Shape 129"/>
          <p:cNvSpPr/>
          <p:nvPr/>
        </p:nvSpPr>
        <p:spPr>
          <a:xfrm>
            <a:off x="2032528" y="3170287"/>
            <a:ext cx="548640" cy="119299"/>
          </a:xfrm>
          <a:prstGeom prst="rect">
            <a:avLst/>
          </a:prstGeom>
          <a:solidFill>
            <a:srgbClr val="FFFFFF"/>
          </a:solidFill>
          <a:ln w="6350">
            <a:solidFill>
              <a:srgbClr val="E2E2E2"/>
            </a:solidFill>
            <a:prstDash val="solid"/>
          </a:ln>
        </p:spPr>
      </p:sp>
      <p:sp>
        <p:nvSpPr>
          <p:cNvPr id="138" name="Text 130"/>
          <p:cNvSpPr txBox="1"/>
          <p:nvPr/>
        </p:nvSpPr>
        <p:spPr>
          <a:xfrm>
            <a:off x="205996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9" name="Shape 131"/>
          <p:cNvSpPr/>
          <p:nvPr/>
        </p:nvSpPr>
        <p:spPr>
          <a:xfrm>
            <a:off x="2581168" y="3170287"/>
            <a:ext cx="777240" cy="119299"/>
          </a:xfrm>
          <a:prstGeom prst="rect">
            <a:avLst/>
          </a:prstGeom>
          <a:solidFill>
            <a:srgbClr val="FFFFFF"/>
          </a:solidFill>
          <a:ln w="6350">
            <a:solidFill>
              <a:srgbClr val="E2E2E2"/>
            </a:solidFill>
            <a:prstDash val="solid"/>
          </a:ln>
        </p:spPr>
      </p:sp>
      <p:sp>
        <p:nvSpPr>
          <p:cNvPr id="140" name="Text 132"/>
          <p:cNvSpPr txBox="1"/>
          <p:nvPr/>
        </p:nvSpPr>
        <p:spPr>
          <a:xfrm>
            <a:off x="260860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358408" y="3170287"/>
            <a:ext cx="502920" cy="119299"/>
          </a:xfrm>
          <a:prstGeom prst="rect">
            <a:avLst/>
          </a:prstGeom>
          <a:solidFill>
            <a:srgbClr val="FFFFFF"/>
          </a:solidFill>
          <a:ln w="6350">
            <a:solidFill>
              <a:srgbClr val="E2E2E2"/>
            </a:solidFill>
            <a:prstDash val="solid"/>
          </a:ln>
        </p:spPr>
      </p:sp>
      <p:sp>
        <p:nvSpPr>
          <p:cNvPr id="142" name="Text 134"/>
          <p:cNvSpPr txBox="1"/>
          <p:nvPr/>
        </p:nvSpPr>
        <p:spPr>
          <a:xfrm>
            <a:off x="3385840" y="3170287"/>
            <a:ext cx="4480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3" name="Shape 135"/>
          <p:cNvSpPr/>
          <p:nvPr/>
        </p:nvSpPr>
        <p:spPr>
          <a:xfrm>
            <a:off x="3861328" y="3170287"/>
            <a:ext cx="457200" cy="119299"/>
          </a:xfrm>
          <a:prstGeom prst="rect">
            <a:avLst/>
          </a:prstGeom>
          <a:solidFill>
            <a:srgbClr val="FFFFFF"/>
          </a:solidFill>
          <a:ln w="6350">
            <a:solidFill>
              <a:srgbClr val="E2E2E2"/>
            </a:solidFill>
            <a:prstDash val="solid"/>
          </a:ln>
        </p:spPr>
      </p:sp>
      <p:sp>
        <p:nvSpPr>
          <p:cNvPr id="144" name="Shape 136"/>
          <p:cNvSpPr/>
          <p:nvPr/>
        </p:nvSpPr>
        <p:spPr>
          <a:xfrm>
            <a:off x="587776" y="3289586"/>
            <a:ext cx="256032" cy="119299"/>
          </a:xfrm>
          <a:prstGeom prst="rect">
            <a:avLst/>
          </a:prstGeom>
          <a:solidFill>
            <a:srgbClr val="F8F9FA"/>
          </a:solidFill>
          <a:ln w="6350">
            <a:solidFill>
              <a:srgbClr val="DDDDDD"/>
            </a:solidFill>
            <a:prstDash val="solid"/>
          </a:ln>
        </p:spPr>
      </p:sp>
      <p:sp>
        <p:nvSpPr>
          <p:cNvPr id="145" name="Text 137"/>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6" name="Shape 138"/>
          <p:cNvSpPr/>
          <p:nvPr/>
        </p:nvSpPr>
        <p:spPr>
          <a:xfrm>
            <a:off x="843808" y="3289586"/>
            <a:ext cx="320040" cy="119299"/>
          </a:xfrm>
          <a:prstGeom prst="rect">
            <a:avLst/>
          </a:prstGeom>
          <a:solidFill>
            <a:srgbClr val="FFFFFF"/>
          </a:solidFill>
          <a:ln w="6350">
            <a:solidFill>
              <a:srgbClr val="E2E2E2"/>
            </a:solidFill>
            <a:prstDash val="solid"/>
          </a:ln>
        </p:spPr>
      </p:sp>
      <p:sp>
        <p:nvSpPr>
          <p:cNvPr id="147" name="Text 139"/>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8" name="Shape 140"/>
          <p:cNvSpPr/>
          <p:nvPr/>
        </p:nvSpPr>
        <p:spPr>
          <a:xfrm>
            <a:off x="1163848" y="3289586"/>
            <a:ext cx="868680" cy="119299"/>
          </a:xfrm>
          <a:prstGeom prst="rect">
            <a:avLst/>
          </a:prstGeom>
          <a:solidFill>
            <a:srgbClr val="FFFFFF"/>
          </a:solidFill>
          <a:ln w="6350">
            <a:solidFill>
              <a:srgbClr val="E2E2E2"/>
            </a:solidFill>
            <a:prstDash val="solid"/>
          </a:ln>
        </p:spPr>
      </p:sp>
      <p:sp>
        <p:nvSpPr>
          <p:cNvPr id="149" name="Text 141"/>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50" name="Shape 142"/>
          <p:cNvSpPr/>
          <p:nvPr/>
        </p:nvSpPr>
        <p:spPr>
          <a:xfrm>
            <a:off x="2032528" y="3289586"/>
            <a:ext cx="548640" cy="119299"/>
          </a:xfrm>
          <a:prstGeom prst="rect">
            <a:avLst/>
          </a:prstGeom>
          <a:solidFill>
            <a:srgbClr val="FFFFFF"/>
          </a:solidFill>
          <a:ln w="6350">
            <a:solidFill>
              <a:srgbClr val="E2E2E2"/>
            </a:solidFill>
            <a:prstDash val="solid"/>
          </a:ln>
        </p:spPr>
      </p:sp>
      <p:sp>
        <p:nvSpPr>
          <p:cNvPr id="151" name="Text 143"/>
          <p:cNvSpPr txBox="1"/>
          <p:nvPr/>
        </p:nvSpPr>
        <p:spPr>
          <a:xfrm>
            <a:off x="2059960" y="3289586"/>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2" name="Shape 144"/>
          <p:cNvSpPr/>
          <p:nvPr/>
        </p:nvSpPr>
        <p:spPr>
          <a:xfrm>
            <a:off x="2581168" y="3289586"/>
            <a:ext cx="777240" cy="119299"/>
          </a:xfrm>
          <a:prstGeom prst="rect">
            <a:avLst/>
          </a:prstGeom>
          <a:solidFill>
            <a:srgbClr val="FFFFFF"/>
          </a:solidFill>
          <a:ln w="6350">
            <a:solidFill>
              <a:srgbClr val="E2E2E2"/>
            </a:solidFill>
            <a:prstDash val="solid"/>
          </a:ln>
        </p:spPr>
      </p:sp>
      <p:sp>
        <p:nvSpPr>
          <p:cNvPr id="153" name="Text 145"/>
          <p:cNvSpPr txBox="1"/>
          <p:nvPr/>
        </p:nvSpPr>
        <p:spPr>
          <a:xfrm>
            <a:off x="2608600" y="3289586"/>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54" name="Shape 146"/>
          <p:cNvSpPr/>
          <p:nvPr/>
        </p:nvSpPr>
        <p:spPr>
          <a:xfrm>
            <a:off x="3358408" y="3289586"/>
            <a:ext cx="502920" cy="119299"/>
          </a:xfrm>
          <a:prstGeom prst="rect">
            <a:avLst/>
          </a:prstGeom>
          <a:solidFill>
            <a:srgbClr val="FFFFFF"/>
          </a:solidFill>
          <a:ln w="6350">
            <a:solidFill>
              <a:srgbClr val="E2E2E2"/>
            </a:solidFill>
            <a:prstDash val="solid"/>
          </a:ln>
        </p:spPr>
      </p:sp>
      <p:sp>
        <p:nvSpPr>
          <p:cNvPr id="155" name="Text 147"/>
          <p:cNvSpPr txBox="1"/>
          <p:nvPr/>
        </p:nvSpPr>
        <p:spPr>
          <a:xfrm>
            <a:off x="3385840" y="3289586"/>
            <a:ext cx="4480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6" name="Shape 148"/>
          <p:cNvSpPr/>
          <p:nvPr/>
        </p:nvSpPr>
        <p:spPr>
          <a:xfrm>
            <a:off x="3861328" y="3289586"/>
            <a:ext cx="457200" cy="119299"/>
          </a:xfrm>
          <a:prstGeom prst="rect">
            <a:avLst/>
          </a:prstGeom>
          <a:solidFill>
            <a:srgbClr val="FFFFFF"/>
          </a:solidFill>
          <a:ln w="6350">
            <a:solidFill>
              <a:srgbClr val="E2E2E2"/>
            </a:solidFill>
            <a:prstDash val="solid"/>
          </a:ln>
        </p:spPr>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Shape 152"/>
          <p:cNvSpPr/>
          <p:nvPr/>
        </p:nvSpPr>
        <p:spPr>
          <a:xfrm>
            <a:off x="1163848" y="3408885"/>
            <a:ext cx="868680" cy="119299"/>
          </a:xfrm>
          <a:prstGeom prst="rect">
            <a:avLst/>
          </a:prstGeom>
          <a:solidFill>
            <a:srgbClr val="FFFFFF"/>
          </a:solidFill>
          <a:ln w="6350">
            <a:solidFill>
              <a:srgbClr val="E2E2E2"/>
            </a:solidFill>
            <a:prstDash val="solid"/>
          </a:ln>
        </p:spPr>
      </p:sp>
      <p:sp>
        <p:nvSpPr>
          <p:cNvPr id="161" name="Shape 153"/>
          <p:cNvSpPr/>
          <p:nvPr/>
        </p:nvSpPr>
        <p:spPr>
          <a:xfrm>
            <a:off x="2032528" y="3408885"/>
            <a:ext cx="548640" cy="119299"/>
          </a:xfrm>
          <a:prstGeom prst="rect">
            <a:avLst/>
          </a:prstGeom>
          <a:solidFill>
            <a:srgbClr val="FFFFFF"/>
          </a:solidFill>
          <a:ln w="6350">
            <a:solidFill>
              <a:srgbClr val="E2E2E2"/>
            </a:solidFill>
            <a:prstDash val="solid"/>
          </a:ln>
        </p:spPr>
      </p:sp>
      <p:sp>
        <p:nvSpPr>
          <p:cNvPr id="162" name="Shape 154"/>
          <p:cNvSpPr/>
          <p:nvPr/>
        </p:nvSpPr>
        <p:spPr>
          <a:xfrm>
            <a:off x="2581168" y="3408885"/>
            <a:ext cx="777240" cy="119299"/>
          </a:xfrm>
          <a:prstGeom prst="rect">
            <a:avLst/>
          </a:prstGeom>
          <a:solidFill>
            <a:srgbClr val="FFFFFF"/>
          </a:solidFill>
          <a:ln w="6350">
            <a:solidFill>
              <a:srgbClr val="E2E2E2"/>
            </a:solidFill>
            <a:prstDash val="solid"/>
          </a:ln>
        </p:spPr>
      </p:sp>
      <p:sp>
        <p:nvSpPr>
          <p:cNvPr id="163" name="Shape 155"/>
          <p:cNvSpPr/>
          <p:nvPr/>
        </p:nvSpPr>
        <p:spPr>
          <a:xfrm>
            <a:off x="3358408" y="3408885"/>
            <a:ext cx="502920" cy="119299"/>
          </a:xfrm>
          <a:prstGeom prst="rect">
            <a:avLst/>
          </a:prstGeom>
          <a:solidFill>
            <a:srgbClr val="FFFFFF"/>
          </a:solidFill>
          <a:ln w="6350">
            <a:solidFill>
              <a:srgbClr val="E2E2E2"/>
            </a:solidFill>
            <a:prstDash val="solid"/>
          </a:ln>
        </p:spPr>
      </p:sp>
      <p:sp>
        <p:nvSpPr>
          <p:cNvPr id="164" name="Shape 156"/>
          <p:cNvSpPr/>
          <p:nvPr/>
        </p:nvSpPr>
        <p:spPr>
          <a:xfrm>
            <a:off x="3861328" y="3408885"/>
            <a:ext cx="457200" cy="119299"/>
          </a:xfrm>
          <a:prstGeom prst="rect">
            <a:avLst/>
          </a:prstGeom>
          <a:solidFill>
            <a:srgbClr val="FFFFFF"/>
          </a:solidFill>
          <a:ln w="6350">
            <a:solidFill>
              <a:srgbClr val="E2E2E2"/>
            </a:solidFill>
            <a:prstDash val="solid"/>
          </a:ln>
        </p:spPr>
      </p:sp>
      <p:sp>
        <p:nvSpPr>
          <p:cNvPr id="165" name="Shape 157"/>
          <p:cNvSpPr/>
          <p:nvPr/>
        </p:nvSpPr>
        <p:spPr>
          <a:xfrm>
            <a:off x="587776" y="3528185"/>
            <a:ext cx="256032" cy="119299"/>
          </a:xfrm>
          <a:prstGeom prst="rect">
            <a:avLst/>
          </a:prstGeom>
          <a:solidFill>
            <a:srgbClr val="F8F9FA"/>
          </a:solidFill>
          <a:ln w="6350">
            <a:solidFill>
              <a:srgbClr val="DDDDDD"/>
            </a:solidFill>
            <a:prstDash val="solid"/>
          </a:ln>
        </p:spPr>
      </p:sp>
      <p:sp>
        <p:nvSpPr>
          <p:cNvPr id="166" name="Text 15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67" name="Shape 159"/>
          <p:cNvSpPr/>
          <p:nvPr/>
        </p:nvSpPr>
        <p:spPr>
          <a:xfrm>
            <a:off x="843808" y="3528185"/>
            <a:ext cx="320040" cy="119299"/>
          </a:xfrm>
          <a:prstGeom prst="rect">
            <a:avLst/>
          </a:prstGeom>
          <a:solidFill>
            <a:srgbClr val="FFFFFF"/>
          </a:solidFill>
          <a:ln w="6350">
            <a:solidFill>
              <a:srgbClr val="E2E2E2"/>
            </a:solidFill>
            <a:prstDash val="solid"/>
          </a:ln>
        </p:spPr>
      </p:sp>
      <p:sp>
        <p:nvSpPr>
          <p:cNvPr id="168" name="Shape 160"/>
          <p:cNvSpPr/>
          <p:nvPr/>
        </p:nvSpPr>
        <p:spPr>
          <a:xfrm>
            <a:off x="1163848" y="3528185"/>
            <a:ext cx="868680" cy="119299"/>
          </a:xfrm>
          <a:prstGeom prst="rect">
            <a:avLst/>
          </a:prstGeom>
          <a:solidFill>
            <a:srgbClr val="FFFFFF"/>
          </a:solidFill>
          <a:ln w="6350">
            <a:solidFill>
              <a:srgbClr val="E2E2E2"/>
            </a:solidFill>
            <a:prstDash val="solid"/>
          </a:ln>
        </p:spPr>
      </p:sp>
      <p:sp>
        <p:nvSpPr>
          <p:cNvPr id="169" name="Shape 161"/>
          <p:cNvSpPr/>
          <p:nvPr/>
        </p:nvSpPr>
        <p:spPr>
          <a:xfrm>
            <a:off x="2032528" y="3528185"/>
            <a:ext cx="548640" cy="119299"/>
          </a:xfrm>
          <a:prstGeom prst="rect">
            <a:avLst/>
          </a:prstGeom>
          <a:solidFill>
            <a:srgbClr val="FFFFFF"/>
          </a:solidFill>
          <a:ln w="6350">
            <a:solidFill>
              <a:srgbClr val="E2E2E2"/>
            </a:solidFill>
            <a:prstDash val="solid"/>
          </a:ln>
        </p:spPr>
      </p:sp>
      <p:sp>
        <p:nvSpPr>
          <p:cNvPr id="170" name="Shape 162"/>
          <p:cNvSpPr/>
          <p:nvPr/>
        </p:nvSpPr>
        <p:spPr>
          <a:xfrm>
            <a:off x="2581168" y="3528185"/>
            <a:ext cx="777240" cy="119299"/>
          </a:xfrm>
          <a:prstGeom prst="rect">
            <a:avLst/>
          </a:prstGeom>
          <a:solidFill>
            <a:srgbClr val="FFFFFF"/>
          </a:solidFill>
          <a:ln w="6350">
            <a:solidFill>
              <a:srgbClr val="E2E2E2"/>
            </a:solidFill>
            <a:prstDash val="solid"/>
          </a:ln>
        </p:spPr>
      </p:sp>
      <p:sp>
        <p:nvSpPr>
          <p:cNvPr id="171" name="Shape 163"/>
          <p:cNvSpPr/>
          <p:nvPr/>
        </p:nvSpPr>
        <p:spPr>
          <a:xfrm>
            <a:off x="3358408" y="3528185"/>
            <a:ext cx="502920" cy="119299"/>
          </a:xfrm>
          <a:prstGeom prst="rect">
            <a:avLst/>
          </a:prstGeom>
          <a:solidFill>
            <a:srgbClr val="FFFFFF"/>
          </a:solidFill>
          <a:ln w="6350">
            <a:solidFill>
              <a:srgbClr val="E2E2E2"/>
            </a:solidFill>
            <a:prstDash val="solid"/>
          </a:ln>
        </p:spPr>
      </p:sp>
      <p:sp>
        <p:nvSpPr>
          <p:cNvPr id="172" name="Shape 164"/>
          <p:cNvSpPr/>
          <p:nvPr/>
        </p:nvSpPr>
        <p:spPr>
          <a:xfrm>
            <a:off x="3861328" y="3528185"/>
            <a:ext cx="457200" cy="119299"/>
          </a:xfrm>
          <a:prstGeom prst="rect">
            <a:avLst/>
          </a:prstGeom>
          <a:solidFill>
            <a:srgbClr val="FFFFFF"/>
          </a:solidFill>
          <a:ln w="6350">
            <a:solidFill>
              <a:srgbClr val="E2E2E2"/>
            </a:solidFill>
            <a:prstDash val="solid"/>
          </a:ln>
        </p:spPr>
      </p:sp>
      <p:sp>
        <p:nvSpPr>
          <p:cNvPr id="173" name="Shape 165"/>
          <p:cNvSpPr/>
          <p:nvPr/>
        </p:nvSpPr>
        <p:spPr>
          <a:xfrm>
            <a:off x="587776" y="3647484"/>
            <a:ext cx="256032" cy="119299"/>
          </a:xfrm>
          <a:prstGeom prst="rect">
            <a:avLst/>
          </a:prstGeom>
          <a:solidFill>
            <a:srgbClr val="F8F9FA"/>
          </a:solidFill>
          <a:ln w="6350">
            <a:solidFill>
              <a:srgbClr val="DDDDDD"/>
            </a:solidFill>
            <a:prstDash val="solid"/>
          </a:ln>
        </p:spPr>
      </p:sp>
      <p:sp>
        <p:nvSpPr>
          <p:cNvPr id="174" name="Text 16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75" name="Shape 167"/>
          <p:cNvSpPr/>
          <p:nvPr/>
        </p:nvSpPr>
        <p:spPr>
          <a:xfrm>
            <a:off x="843808" y="3647484"/>
            <a:ext cx="320040" cy="119299"/>
          </a:xfrm>
          <a:prstGeom prst="rect">
            <a:avLst/>
          </a:prstGeom>
          <a:solidFill>
            <a:srgbClr val="FFFFFF"/>
          </a:solidFill>
          <a:ln w="6350">
            <a:solidFill>
              <a:srgbClr val="E2E2E2"/>
            </a:solidFill>
            <a:prstDash val="solid"/>
          </a:ln>
        </p:spPr>
      </p:sp>
      <p:sp>
        <p:nvSpPr>
          <p:cNvPr id="176" name="Shape 168"/>
          <p:cNvSpPr/>
          <p:nvPr/>
        </p:nvSpPr>
        <p:spPr>
          <a:xfrm>
            <a:off x="1163848" y="3647484"/>
            <a:ext cx="868680" cy="119299"/>
          </a:xfrm>
          <a:prstGeom prst="rect">
            <a:avLst/>
          </a:prstGeom>
          <a:solidFill>
            <a:srgbClr val="FFFFFF"/>
          </a:solidFill>
          <a:ln w="6350">
            <a:solidFill>
              <a:srgbClr val="E2E2E2"/>
            </a:solidFill>
            <a:prstDash val="solid"/>
          </a:ln>
        </p:spPr>
      </p:sp>
      <p:sp>
        <p:nvSpPr>
          <p:cNvPr id="177" name="Shape 169"/>
          <p:cNvSpPr/>
          <p:nvPr/>
        </p:nvSpPr>
        <p:spPr>
          <a:xfrm>
            <a:off x="2032528" y="3647484"/>
            <a:ext cx="548640" cy="119299"/>
          </a:xfrm>
          <a:prstGeom prst="rect">
            <a:avLst/>
          </a:prstGeom>
          <a:solidFill>
            <a:srgbClr val="FFFFFF"/>
          </a:solidFill>
          <a:ln w="6350">
            <a:solidFill>
              <a:srgbClr val="E2E2E2"/>
            </a:solidFill>
            <a:prstDash val="solid"/>
          </a:ln>
        </p:spPr>
      </p:sp>
      <p:sp>
        <p:nvSpPr>
          <p:cNvPr id="178" name="Shape 170"/>
          <p:cNvSpPr/>
          <p:nvPr/>
        </p:nvSpPr>
        <p:spPr>
          <a:xfrm>
            <a:off x="2581168" y="3647484"/>
            <a:ext cx="777240" cy="119299"/>
          </a:xfrm>
          <a:prstGeom prst="rect">
            <a:avLst/>
          </a:prstGeom>
          <a:solidFill>
            <a:srgbClr val="FFFFFF"/>
          </a:solidFill>
          <a:ln w="6350">
            <a:solidFill>
              <a:srgbClr val="E2E2E2"/>
            </a:solidFill>
            <a:prstDash val="solid"/>
          </a:ln>
        </p:spPr>
      </p:sp>
      <p:sp>
        <p:nvSpPr>
          <p:cNvPr id="179" name="Shape 171"/>
          <p:cNvSpPr/>
          <p:nvPr/>
        </p:nvSpPr>
        <p:spPr>
          <a:xfrm>
            <a:off x="3358408" y="3647484"/>
            <a:ext cx="502920" cy="119299"/>
          </a:xfrm>
          <a:prstGeom prst="rect">
            <a:avLst/>
          </a:prstGeom>
          <a:solidFill>
            <a:srgbClr val="FFFFFF"/>
          </a:solidFill>
          <a:ln w="6350">
            <a:solidFill>
              <a:srgbClr val="E2E2E2"/>
            </a:solidFill>
            <a:prstDash val="solid"/>
          </a:ln>
        </p:spPr>
      </p:sp>
      <p:sp>
        <p:nvSpPr>
          <p:cNvPr id="180" name="Shape 172"/>
          <p:cNvSpPr/>
          <p:nvPr/>
        </p:nvSpPr>
        <p:spPr>
          <a:xfrm>
            <a:off x="3861328" y="3647484"/>
            <a:ext cx="457200" cy="119299"/>
          </a:xfrm>
          <a:prstGeom prst="rect">
            <a:avLst/>
          </a:prstGeom>
          <a:solidFill>
            <a:srgbClr val="FFFFFF"/>
          </a:solidFill>
          <a:ln w="6350">
            <a:solidFill>
              <a:srgbClr val="E2E2E2"/>
            </a:solidFill>
            <a:prstDash val="solid"/>
          </a:ln>
        </p:spPr>
      </p:sp>
      <p:sp>
        <p:nvSpPr>
          <p:cNvPr id="181" name="Shape 173"/>
          <p:cNvSpPr/>
          <p:nvPr/>
        </p:nvSpPr>
        <p:spPr>
          <a:xfrm>
            <a:off x="587776" y="3794216"/>
            <a:ext cx="4950927" cy="201168"/>
          </a:xfrm>
          <a:prstGeom prst="rect">
            <a:avLst/>
          </a:prstGeom>
          <a:solidFill>
            <a:srgbClr val="F8F9FA"/>
          </a:solidFill>
          <a:ln w="12700">
            <a:solidFill>
              <a:srgbClr val="F8F9FA"/>
            </a:solidFill>
            <a:prstDash val="solid"/>
          </a:ln>
        </p:spPr>
      </p:sp>
      <p:sp>
        <p:nvSpPr>
          <p:cNvPr id="182" name="Text 174"/>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83" name="Shape 175"/>
          <p:cNvSpPr/>
          <p:nvPr/>
        </p:nvSpPr>
        <p:spPr>
          <a:xfrm>
            <a:off x="1136416" y="3794216"/>
            <a:ext cx="731520" cy="201168"/>
          </a:xfrm>
          <a:prstGeom prst="rect">
            <a:avLst/>
          </a:prstGeom>
          <a:solidFill>
            <a:srgbClr val="E1EFFE"/>
          </a:solidFill>
          <a:ln w="12700">
            <a:solidFill>
              <a:srgbClr val="E1EFFE"/>
            </a:solidFill>
            <a:prstDash val="solid"/>
          </a:ln>
        </p:spPr>
      </p:sp>
      <p:sp>
        <p:nvSpPr>
          <p:cNvPr id="184" name="Text 176"/>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85" name="Shape 177"/>
          <p:cNvSpPr/>
          <p:nvPr/>
        </p:nvSpPr>
        <p:spPr>
          <a:xfrm>
            <a:off x="2032528" y="2894257"/>
            <a:ext cx="1325880" cy="1234440"/>
          </a:xfrm>
          <a:prstGeom prst="roundRect">
            <a:avLst>
              <a:gd name="adj" fmla="val 2963"/>
            </a:avLst>
          </a:prstGeom>
          <a:solidFill>
            <a:srgbClr val="FFFFFF"/>
          </a:solidFill>
          <a:ln w="9525">
            <a:solidFill>
              <a:srgbClr val="AAAAAA"/>
            </a:solidFill>
            <a:prstDash val="solid"/>
          </a:ln>
        </p:spPr>
      </p:sp>
      <p:sp>
        <p:nvSpPr>
          <p:cNvPr id="186" name="Text 178"/>
          <p:cNvSpPr txBox="1"/>
          <p:nvPr/>
        </p:nvSpPr>
        <p:spPr>
          <a:xfrm>
            <a:off x="2123968" y="2939977"/>
            <a:ext cx="1234440" cy="17373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Sort A → Z</a:t>
            </a:r>
            <a:endParaRPr lang="en-US" sz="750" dirty="0"/>
          </a:p>
        </p:txBody>
      </p:sp>
      <p:sp>
        <p:nvSpPr>
          <p:cNvPr id="187" name="Text 179"/>
          <p:cNvSpPr txBox="1"/>
          <p:nvPr/>
        </p:nvSpPr>
        <p:spPr>
          <a:xfrm>
            <a:off x="2123968" y="3122857"/>
            <a:ext cx="1234440" cy="17373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Sort Z → A</a:t>
            </a:r>
            <a:endParaRPr lang="en-US" sz="750" dirty="0"/>
          </a:p>
        </p:txBody>
      </p:sp>
      <p:sp>
        <p:nvSpPr>
          <p:cNvPr id="188" name="Text 180"/>
          <p:cNvSpPr txBox="1"/>
          <p:nvPr/>
        </p:nvSpPr>
        <p:spPr>
          <a:xfrm>
            <a:off x="2123968" y="3333169"/>
            <a:ext cx="1188720" cy="146304"/>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Filter by values</a:t>
            </a:r>
            <a:endParaRPr lang="en-US" sz="700" dirty="0"/>
          </a:p>
        </p:txBody>
      </p:sp>
      <p:sp>
        <p:nvSpPr>
          <p:cNvPr id="189" name="Shape 181"/>
          <p:cNvSpPr/>
          <p:nvPr/>
        </p:nvSpPr>
        <p:spPr>
          <a:xfrm>
            <a:off x="2142256" y="3543481"/>
            <a:ext cx="91440" cy="91440"/>
          </a:xfrm>
          <a:prstGeom prst="rect">
            <a:avLst/>
          </a:prstGeom>
          <a:solidFill>
            <a:srgbClr val="FFFFFF"/>
          </a:solidFill>
          <a:ln w="6350">
            <a:solidFill>
              <a:srgbClr val="888888"/>
            </a:solidFill>
            <a:prstDash val="solid"/>
          </a:ln>
        </p:spPr>
      </p:sp>
      <p:sp>
        <p:nvSpPr>
          <p:cNvPr id="190" name="Text 182"/>
          <p:cNvSpPr txBox="1"/>
          <p:nvPr/>
        </p:nvSpPr>
        <p:spPr>
          <a:xfrm>
            <a:off x="2288560" y="3516049"/>
            <a:ext cx="1005840" cy="146304"/>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Futsal</a:t>
            </a:r>
            <a:endParaRPr lang="en-US" sz="700" dirty="0"/>
          </a:p>
        </p:txBody>
      </p:sp>
      <p:sp>
        <p:nvSpPr>
          <p:cNvPr id="191" name="Shape 183"/>
          <p:cNvSpPr/>
          <p:nvPr/>
        </p:nvSpPr>
        <p:spPr>
          <a:xfrm>
            <a:off x="2142256" y="3708073"/>
            <a:ext cx="91440" cy="91440"/>
          </a:xfrm>
          <a:prstGeom prst="rect">
            <a:avLst/>
          </a:prstGeom>
          <a:solidFill>
            <a:srgbClr val="FFFFFF"/>
          </a:solidFill>
          <a:ln w="6350">
            <a:solidFill>
              <a:srgbClr val="888888"/>
            </a:solidFill>
            <a:prstDash val="solid"/>
          </a:ln>
        </p:spPr>
      </p:sp>
      <p:sp>
        <p:nvSpPr>
          <p:cNvPr id="192" name="Text 184"/>
          <p:cNvSpPr txBox="1"/>
          <p:nvPr/>
        </p:nvSpPr>
        <p:spPr>
          <a:xfrm>
            <a:off x="2288560" y="3680641"/>
            <a:ext cx="1005840" cy="146304"/>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Kaligrafi</a:t>
            </a:r>
            <a:endParaRPr lang="en-US" sz="700" dirty="0"/>
          </a:p>
        </p:txBody>
      </p:sp>
      <p:sp>
        <p:nvSpPr>
          <p:cNvPr id="193" name="Shape 185"/>
          <p:cNvSpPr/>
          <p:nvPr/>
        </p:nvSpPr>
        <p:spPr>
          <a:xfrm>
            <a:off x="2142256" y="3872665"/>
            <a:ext cx="91440" cy="91440"/>
          </a:xfrm>
          <a:prstGeom prst="rect">
            <a:avLst/>
          </a:prstGeom>
          <a:solidFill>
            <a:srgbClr val="1A73E8"/>
          </a:solidFill>
          <a:ln w="6350">
            <a:solidFill>
              <a:srgbClr val="888888"/>
            </a:solidFill>
            <a:prstDash val="solid"/>
          </a:ln>
        </p:spPr>
      </p:sp>
      <p:sp>
        <p:nvSpPr>
          <p:cNvPr id="194" name="Text 186"/>
          <p:cNvSpPr txBox="1"/>
          <p:nvPr/>
        </p:nvSpPr>
        <p:spPr>
          <a:xfrm>
            <a:off x="2288560" y="3845233"/>
            <a:ext cx="1005840" cy="146304"/>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Pramuka</a:t>
            </a:r>
            <a:endParaRPr lang="en-US" sz="700" dirty="0"/>
          </a:p>
        </p:txBody>
      </p:sp>
      <p:sp>
        <p:nvSpPr>
          <p:cNvPr id="195" name="Shape 187"/>
          <p:cNvSpPr/>
          <p:nvPr/>
        </p:nvSpPr>
        <p:spPr>
          <a:xfrm>
            <a:off x="2809768" y="3918385"/>
            <a:ext cx="457200" cy="164592"/>
          </a:xfrm>
          <a:prstGeom prst="roundRect">
            <a:avLst>
              <a:gd name="adj" fmla="val 50000"/>
            </a:avLst>
          </a:prstGeom>
          <a:solidFill>
            <a:srgbClr val="0B57D0"/>
          </a:solidFill>
          <a:ln w="12700">
            <a:solidFill>
              <a:srgbClr val="0B57D0"/>
            </a:solidFill>
            <a:prstDash val="solid"/>
          </a:ln>
        </p:spPr>
      </p:sp>
      <p:sp>
        <p:nvSpPr>
          <p:cNvPr id="196" name="Text 188"/>
          <p:cNvSpPr txBox="1"/>
          <p:nvPr/>
        </p:nvSpPr>
        <p:spPr>
          <a:xfrm>
            <a:off x="2809768" y="3918385"/>
            <a:ext cx="457200"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OK</a:t>
            </a:r>
            <a:endParaRPr lang="en-US" sz="700" dirty="0"/>
          </a:p>
        </p:txBody>
      </p:sp>
      <p:sp>
        <p:nvSpPr>
          <p:cNvPr id="197" name="Shape 189"/>
          <p:cNvSpPr/>
          <p:nvPr/>
        </p:nvSpPr>
        <p:spPr>
          <a:xfrm>
            <a:off x="3193816" y="2683945"/>
            <a:ext cx="182880" cy="137587"/>
          </a:xfrm>
          <a:prstGeom prst="roundRect">
            <a:avLst>
              <a:gd name="adj" fmla="val 33230"/>
            </a:avLst>
          </a:prstGeom>
          <a:solidFill>
            <a:srgbClr val="FFFFFF">
              <a:alpha val="0"/>
            </a:srgbClr>
          </a:solidFill>
          <a:ln w="31750">
            <a:solidFill>
              <a:srgbClr val="E53935"/>
            </a:solidFill>
            <a:prstDash val="solid"/>
          </a:ln>
        </p:spPr>
      </p:sp>
      <p:sp>
        <p:nvSpPr>
          <p:cNvPr id="198" name="Shape 190"/>
          <p:cNvSpPr/>
          <p:nvPr/>
        </p:nvSpPr>
        <p:spPr>
          <a:xfrm>
            <a:off x="3239536" y="2546785"/>
            <a:ext cx="274320" cy="274320"/>
          </a:xfrm>
          <a:prstGeom prst="ellipse">
            <a:avLst/>
          </a:prstGeom>
          <a:solidFill>
            <a:srgbClr val="E53935"/>
          </a:solidFill>
          <a:ln w="12700">
            <a:solidFill>
              <a:srgbClr val="FFFFFF"/>
            </a:solidFill>
            <a:prstDash val="solid"/>
          </a:ln>
        </p:spPr>
      </p:sp>
      <p:sp>
        <p:nvSpPr>
          <p:cNvPr id="199" name="Text 191"/>
          <p:cNvSpPr txBox="1"/>
          <p:nvPr/>
        </p:nvSpPr>
        <p:spPr>
          <a:xfrm>
            <a:off x="3239536" y="25467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0" name="Image 6" descr="preencoded.png">    </p:cNvPr>
          <p:cNvPicPr>
            <a:picLocks noChangeAspect="1"/>
          </p:cNvPicPr>
          <p:nvPr/>
        </p:nvPicPr>
        <p:blipFill>
          <a:blip r:embed="rId7"/>
          <a:stretch>
            <a:fillRect/>
          </a:stretch>
        </p:blipFill>
        <p:spPr>
          <a:xfrm>
            <a:off x="3291657" y="2756875"/>
            <a:ext cx="237744" cy="237744"/>
          </a:xfrm>
          <a:prstGeom prst="rect">
            <a:avLst/>
          </a:prstGeom>
        </p:spPr>
      </p:pic>
      <p:sp>
        <p:nvSpPr>
          <p:cNvPr id="201" name="Shape 192"/>
          <p:cNvSpPr/>
          <p:nvPr/>
        </p:nvSpPr>
        <p:spPr>
          <a:xfrm>
            <a:off x="2087392" y="3826945"/>
            <a:ext cx="1225296" cy="192024"/>
          </a:xfrm>
          <a:prstGeom prst="roundRect">
            <a:avLst>
              <a:gd name="adj" fmla="val 23810"/>
            </a:avLst>
          </a:prstGeom>
          <a:solidFill>
            <a:srgbClr val="FFFFFF">
              <a:alpha val="0"/>
            </a:srgbClr>
          </a:solidFill>
          <a:ln w="31750">
            <a:solidFill>
              <a:srgbClr val="E53935"/>
            </a:solidFill>
            <a:prstDash val="solid"/>
          </a:ln>
        </p:spPr>
      </p:sp>
      <p:sp>
        <p:nvSpPr>
          <p:cNvPr id="202" name="Shape 193"/>
          <p:cNvSpPr/>
          <p:nvPr/>
        </p:nvSpPr>
        <p:spPr>
          <a:xfrm>
            <a:off x="3175528" y="3689785"/>
            <a:ext cx="274320" cy="274320"/>
          </a:xfrm>
          <a:prstGeom prst="ellipse">
            <a:avLst/>
          </a:prstGeom>
          <a:solidFill>
            <a:srgbClr val="E53935"/>
          </a:solidFill>
          <a:ln w="12700">
            <a:solidFill>
              <a:srgbClr val="FFFFFF"/>
            </a:solidFill>
            <a:prstDash val="solid"/>
          </a:ln>
        </p:spPr>
      </p:sp>
      <p:sp>
        <p:nvSpPr>
          <p:cNvPr id="203" name="Text 194"/>
          <p:cNvSpPr txBox="1"/>
          <p:nvPr/>
        </p:nvSpPr>
        <p:spPr>
          <a:xfrm>
            <a:off x="3175528" y="36897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04" name="Image 7" descr="preencoded.png">    </p:cNvPr>
          <p:cNvPicPr>
            <a:picLocks noChangeAspect="1"/>
          </p:cNvPicPr>
          <p:nvPr/>
        </p:nvPicPr>
        <p:blipFill>
          <a:blip r:embed="rId8"/>
          <a:stretch>
            <a:fillRect/>
          </a:stretch>
        </p:blipFill>
        <p:spPr>
          <a:xfrm>
            <a:off x="2759476" y="3930729"/>
            <a:ext cx="237744" cy="237744"/>
          </a:xfrm>
          <a:prstGeom prst="rect">
            <a:avLst/>
          </a:prstGeom>
        </p:spPr>
      </p:pic>
      <p:sp>
        <p:nvSpPr>
          <p:cNvPr id="205" name="Shape 195"/>
          <p:cNvSpPr/>
          <p:nvPr/>
        </p:nvSpPr>
        <p:spPr>
          <a:xfrm>
            <a:off x="2791480" y="3900097"/>
            <a:ext cx="493776" cy="201168"/>
          </a:xfrm>
          <a:prstGeom prst="roundRect">
            <a:avLst>
              <a:gd name="adj" fmla="val 22727"/>
            </a:avLst>
          </a:prstGeom>
          <a:solidFill>
            <a:srgbClr val="FFFFFF">
              <a:alpha val="0"/>
            </a:srgbClr>
          </a:solidFill>
          <a:ln w="31750">
            <a:solidFill>
              <a:srgbClr val="E53935"/>
            </a:solidFill>
            <a:prstDash val="solid"/>
          </a:ln>
        </p:spPr>
      </p:sp>
      <p:sp>
        <p:nvSpPr>
          <p:cNvPr id="206" name="Shape 196"/>
          <p:cNvSpPr/>
          <p:nvPr/>
        </p:nvSpPr>
        <p:spPr>
          <a:xfrm>
            <a:off x="3148096" y="3762937"/>
            <a:ext cx="274320" cy="274320"/>
          </a:xfrm>
          <a:prstGeom prst="ellipse">
            <a:avLst/>
          </a:prstGeom>
          <a:solidFill>
            <a:srgbClr val="E53935"/>
          </a:solidFill>
          <a:ln w="12700">
            <a:solidFill>
              <a:srgbClr val="FFFFFF"/>
            </a:solidFill>
            <a:prstDash val="solid"/>
          </a:ln>
        </p:spPr>
      </p:sp>
      <p:sp>
        <p:nvSpPr>
          <p:cNvPr id="207" name="Text 197"/>
          <p:cNvSpPr txBox="1"/>
          <p:nvPr/>
        </p:nvSpPr>
        <p:spPr>
          <a:xfrm>
            <a:off x="3148096" y="37629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208" name="Image 8" descr="preencoded.png">    </p:cNvPr>
          <p:cNvPicPr>
            <a:picLocks noChangeAspect="1"/>
          </p:cNvPicPr>
          <p:nvPr/>
        </p:nvPicPr>
        <p:blipFill>
          <a:blip r:embed="rId9"/>
          <a:stretch>
            <a:fillRect/>
          </a:stretch>
        </p:blipFill>
        <p:spPr>
          <a:xfrm>
            <a:off x="3061228" y="4008910"/>
            <a:ext cx="237744" cy="237744"/>
          </a:xfrm>
          <a:prstGeom prst="rect">
            <a:avLst/>
          </a:prstGeom>
        </p:spPr>
      </p:pic>
      <p:sp>
        <p:nvSpPr>
          <p:cNvPr id="209" name="Text 19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10" name="Text 19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filter › pilih nilai › OK</a:t>
            </a:r>
            <a:endParaRPr lang="en-US" sz="1800" dirty="0"/>
          </a:p>
        </p:txBody>
      </p:sp>
      <p:sp>
        <p:nvSpPr>
          <p:cNvPr id="211" name="Text 20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segitiga di kolom yang ingin disaring. Pada Filter by values, centang hanya yang ingin ditampilkan. Klik OK.</a:t>
            </a:r>
            <a:endParaRPr lang="en-US" sz="1300" dirty="0"/>
          </a:p>
        </p:txBody>
      </p:sp>
      <p:sp>
        <p:nvSpPr>
          <p:cNvPr id="212" name="Shape 20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13"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214" name="Text 20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Untuk menampilkan semua lagi: centang Select all.</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Text 106"/>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32004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3050987"/>
            <a:ext cx="640080" cy="119299"/>
          </a:xfrm>
          <a:prstGeom prst="rect">
            <a:avLst/>
          </a:prstGeom>
          <a:solidFill>
            <a:srgbClr val="FFFFFF"/>
          </a:solidFill>
          <a:ln w="6350">
            <a:solidFill>
              <a:srgbClr val="E2E2E2"/>
            </a:solidFill>
            <a:prstDash val="solid"/>
          </a:ln>
        </p:spPr>
      </p:sp>
      <p:sp>
        <p:nvSpPr>
          <p:cNvPr id="124" name="Text 116"/>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3050987"/>
            <a:ext cx="731520" cy="119299"/>
          </a:xfrm>
          <a:prstGeom prst="rect">
            <a:avLst/>
          </a:prstGeom>
          <a:solidFill>
            <a:srgbClr val="FFFFFF"/>
          </a:solidFill>
          <a:ln w="6350">
            <a:solidFill>
              <a:srgbClr val="E2E2E2"/>
            </a:solidFill>
            <a:prstDash val="solid"/>
          </a:ln>
        </p:spPr>
      </p:sp>
      <p:sp>
        <p:nvSpPr>
          <p:cNvPr id="128" name="Text 120"/>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32004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3170287"/>
            <a:ext cx="640080" cy="119299"/>
          </a:xfrm>
          <a:prstGeom prst="rect">
            <a:avLst/>
          </a:prstGeom>
          <a:solidFill>
            <a:srgbClr val="FFFFFF"/>
          </a:solidFill>
          <a:ln w="6350">
            <a:solidFill>
              <a:srgbClr val="E2E2E2"/>
            </a:solidFill>
            <a:prstDash val="solid"/>
          </a:ln>
        </p:spPr>
      </p:sp>
      <p:sp>
        <p:nvSpPr>
          <p:cNvPr id="138" name="Text 130"/>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3170287"/>
            <a:ext cx="731520" cy="119299"/>
          </a:xfrm>
          <a:prstGeom prst="rect">
            <a:avLst/>
          </a:prstGeom>
          <a:solidFill>
            <a:srgbClr val="FFFFFF"/>
          </a:solidFill>
          <a:ln w="6350">
            <a:solidFill>
              <a:srgbClr val="E2E2E2"/>
            </a:solidFill>
            <a:prstDash val="solid"/>
          </a:ln>
        </p:spPr>
      </p:sp>
      <p:sp>
        <p:nvSpPr>
          <p:cNvPr id="142" name="Text 134"/>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32004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289586"/>
            <a:ext cx="868680" cy="119299"/>
          </a:xfrm>
          <a:prstGeom prst="rect">
            <a:avLst/>
          </a:prstGeom>
          <a:solidFill>
            <a:srgbClr val="FFFFFF"/>
          </a:solidFill>
          <a:ln w="6350">
            <a:solidFill>
              <a:srgbClr val="E2E2E2"/>
            </a:solidFill>
            <a:prstDash val="solid"/>
          </a:ln>
        </p:spPr>
      </p:sp>
      <p:sp>
        <p:nvSpPr>
          <p:cNvPr id="148" name="Text 140"/>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289586"/>
            <a:ext cx="640080" cy="119299"/>
          </a:xfrm>
          <a:prstGeom prst="rect">
            <a:avLst/>
          </a:prstGeom>
          <a:solidFill>
            <a:srgbClr val="FFFFFF"/>
          </a:solidFill>
          <a:ln w="6350">
            <a:solidFill>
              <a:srgbClr val="E2E2E2"/>
            </a:solidFill>
            <a:prstDash val="solid"/>
          </a:ln>
        </p:spPr>
      </p:sp>
      <p:sp>
        <p:nvSpPr>
          <p:cNvPr id="152" name="Text 144"/>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289586"/>
            <a:ext cx="548640" cy="119299"/>
          </a:xfrm>
          <a:prstGeom prst="rect">
            <a:avLst/>
          </a:prstGeom>
          <a:solidFill>
            <a:srgbClr val="FFFFFF"/>
          </a:solidFill>
          <a:ln w="6350">
            <a:solidFill>
              <a:srgbClr val="E2E2E2"/>
            </a:solidFill>
            <a:prstDash val="solid"/>
          </a:ln>
        </p:spPr>
      </p:sp>
      <p:sp>
        <p:nvSpPr>
          <p:cNvPr id="154" name="Text 146"/>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289586"/>
            <a:ext cx="731520" cy="119299"/>
          </a:xfrm>
          <a:prstGeom prst="rect">
            <a:avLst/>
          </a:prstGeom>
          <a:solidFill>
            <a:srgbClr val="FFFFFF"/>
          </a:solidFill>
          <a:ln w="6350">
            <a:solidFill>
              <a:srgbClr val="E2E2E2"/>
            </a:solidFill>
            <a:prstDash val="solid"/>
          </a:ln>
        </p:spPr>
      </p:sp>
      <p:sp>
        <p:nvSpPr>
          <p:cNvPr id="156" name="Text 148"/>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408885"/>
            <a:ext cx="868680" cy="119299"/>
          </a:xfrm>
          <a:prstGeom prst="rect">
            <a:avLst/>
          </a:prstGeom>
          <a:solidFill>
            <a:srgbClr val="FFFFFF"/>
          </a:solidFill>
          <a:ln w="6350">
            <a:solidFill>
              <a:srgbClr val="E2E2E2"/>
            </a:solidFill>
            <a:prstDash val="solid"/>
          </a:ln>
        </p:spPr>
      </p:sp>
      <p:sp>
        <p:nvSpPr>
          <p:cNvPr id="162" name="Text 154"/>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408885"/>
            <a:ext cx="640080" cy="119299"/>
          </a:xfrm>
          <a:prstGeom prst="rect">
            <a:avLst/>
          </a:prstGeom>
          <a:solidFill>
            <a:srgbClr val="FFFFFF"/>
          </a:solidFill>
          <a:ln w="6350">
            <a:solidFill>
              <a:srgbClr val="E2E2E2"/>
            </a:solidFill>
            <a:prstDash val="solid"/>
          </a:ln>
        </p:spPr>
      </p:sp>
      <p:sp>
        <p:nvSpPr>
          <p:cNvPr id="164" name="Text 156"/>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408885"/>
            <a:ext cx="640080" cy="119299"/>
          </a:xfrm>
          <a:prstGeom prst="rect">
            <a:avLst/>
          </a:prstGeom>
          <a:solidFill>
            <a:srgbClr val="FFFFFF"/>
          </a:solidFill>
          <a:ln w="6350">
            <a:solidFill>
              <a:srgbClr val="E2E2E2"/>
            </a:solidFill>
            <a:prstDash val="solid"/>
          </a:ln>
        </p:spPr>
      </p:sp>
      <p:sp>
        <p:nvSpPr>
          <p:cNvPr id="166" name="Text 158"/>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408885"/>
            <a:ext cx="548640" cy="119299"/>
          </a:xfrm>
          <a:prstGeom prst="rect">
            <a:avLst/>
          </a:prstGeom>
          <a:solidFill>
            <a:srgbClr val="FFFFFF"/>
          </a:solidFill>
          <a:ln w="6350">
            <a:solidFill>
              <a:srgbClr val="E2E2E2"/>
            </a:solidFill>
            <a:prstDash val="solid"/>
          </a:ln>
        </p:spPr>
      </p:sp>
      <p:sp>
        <p:nvSpPr>
          <p:cNvPr id="168" name="Text 160"/>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408885"/>
            <a:ext cx="731520" cy="119299"/>
          </a:xfrm>
          <a:prstGeom prst="rect">
            <a:avLst/>
          </a:prstGeom>
          <a:solidFill>
            <a:srgbClr val="FFFFFF"/>
          </a:solidFill>
          <a:ln w="6350">
            <a:solidFill>
              <a:srgbClr val="E2E2E2"/>
            </a:solidFill>
            <a:prstDash val="solid"/>
          </a:ln>
        </p:spPr>
      </p:sp>
      <p:sp>
        <p:nvSpPr>
          <p:cNvPr id="170" name="Text 162"/>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32004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528185"/>
            <a:ext cx="868680" cy="119299"/>
          </a:xfrm>
          <a:prstGeom prst="rect">
            <a:avLst/>
          </a:prstGeom>
          <a:solidFill>
            <a:srgbClr val="FFFFFF"/>
          </a:solidFill>
          <a:ln w="6350">
            <a:solidFill>
              <a:srgbClr val="E2E2E2"/>
            </a:solidFill>
            <a:prstDash val="solid"/>
          </a:ln>
        </p:spPr>
      </p:sp>
      <p:sp>
        <p:nvSpPr>
          <p:cNvPr id="176" name="Text 168"/>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528185"/>
            <a:ext cx="640080" cy="119299"/>
          </a:xfrm>
          <a:prstGeom prst="rect">
            <a:avLst/>
          </a:prstGeom>
          <a:solidFill>
            <a:srgbClr val="FFFFFF"/>
          </a:solidFill>
          <a:ln w="6350">
            <a:solidFill>
              <a:srgbClr val="E2E2E2"/>
            </a:solidFill>
            <a:prstDash val="solid"/>
          </a:ln>
        </p:spPr>
      </p:sp>
      <p:sp>
        <p:nvSpPr>
          <p:cNvPr id="178" name="Text 170"/>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528185"/>
            <a:ext cx="640080" cy="119299"/>
          </a:xfrm>
          <a:prstGeom prst="rect">
            <a:avLst/>
          </a:prstGeom>
          <a:solidFill>
            <a:srgbClr val="FFFFFF"/>
          </a:solidFill>
          <a:ln w="6350">
            <a:solidFill>
              <a:srgbClr val="E2E2E2"/>
            </a:solidFill>
            <a:prstDash val="solid"/>
          </a:ln>
        </p:spPr>
      </p:sp>
      <p:sp>
        <p:nvSpPr>
          <p:cNvPr id="180" name="Text 172"/>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528185"/>
            <a:ext cx="548640" cy="119299"/>
          </a:xfrm>
          <a:prstGeom prst="rect">
            <a:avLst/>
          </a:prstGeom>
          <a:solidFill>
            <a:srgbClr val="FFFFFF"/>
          </a:solidFill>
          <a:ln w="6350">
            <a:solidFill>
              <a:srgbClr val="E2E2E2"/>
            </a:solidFill>
            <a:prstDash val="solid"/>
          </a:ln>
        </p:spPr>
      </p:sp>
      <p:sp>
        <p:nvSpPr>
          <p:cNvPr id="182" name="Text 174"/>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528185"/>
            <a:ext cx="731520" cy="119299"/>
          </a:xfrm>
          <a:prstGeom prst="rect">
            <a:avLst/>
          </a:prstGeom>
          <a:solidFill>
            <a:srgbClr val="FFFFFF"/>
          </a:solidFill>
          <a:ln w="6350">
            <a:solidFill>
              <a:srgbClr val="E2E2E2"/>
            </a:solidFill>
            <a:prstDash val="solid"/>
          </a:ln>
        </p:spPr>
      </p:sp>
      <p:sp>
        <p:nvSpPr>
          <p:cNvPr id="184" name="Text 176"/>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32004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647484"/>
            <a:ext cx="868680" cy="119299"/>
          </a:xfrm>
          <a:prstGeom prst="rect">
            <a:avLst/>
          </a:prstGeom>
          <a:solidFill>
            <a:srgbClr val="FFFFFF"/>
          </a:solidFill>
          <a:ln w="6350">
            <a:solidFill>
              <a:srgbClr val="E2E2E2"/>
            </a:solidFill>
            <a:prstDash val="solid"/>
          </a:ln>
        </p:spPr>
      </p:sp>
      <p:sp>
        <p:nvSpPr>
          <p:cNvPr id="190" name="Text 182"/>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647484"/>
            <a:ext cx="640080" cy="119299"/>
          </a:xfrm>
          <a:prstGeom prst="rect">
            <a:avLst/>
          </a:prstGeom>
          <a:solidFill>
            <a:srgbClr val="FFFFFF"/>
          </a:solidFill>
          <a:ln w="6350">
            <a:solidFill>
              <a:srgbClr val="E2E2E2"/>
            </a:solidFill>
            <a:prstDash val="solid"/>
          </a:ln>
        </p:spPr>
      </p:sp>
      <p:sp>
        <p:nvSpPr>
          <p:cNvPr id="192" name="Text 184"/>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647484"/>
            <a:ext cx="640080" cy="119299"/>
          </a:xfrm>
          <a:prstGeom prst="rect">
            <a:avLst/>
          </a:prstGeom>
          <a:solidFill>
            <a:srgbClr val="FFFFFF"/>
          </a:solidFill>
          <a:ln w="6350">
            <a:solidFill>
              <a:srgbClr val="E2E2E2"/>
            </a:solidFill>
            <a:prstDash val="solid"/>
          </a:ln>
        </p:spPr>
      </p:sp>
      <p:sp>
        <p:nvSpPr>
          <p:cNvPr id="194" name="Text 186"/>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647484"/>
            <a:ext cx="548640" cy="119299"/>
          </a:xfrm>
          <a:prstGeom prst="rect">
            <a:avLst/>
          </a:prstGeom>
          <a:solidFill>
            <a:srgbClr val="FFFFFF"/>
          </a:solidFill>
          <a:ln w="6350">
            <a:solidFill>
              <a:srgbClr val="E2E2E2"/>
            </a:solidFill>
            <a:prstDash val="solid"/>
          </a:ln>
        </p:spPr>
      </p:sp>
      <p:sp>
        <p:nvSpPr>
          <p:cNvPr id="196" name="Text 188"/>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647484"/>
            <a:ext cx="731520" cy="119299"/>
          </a:xfrm>
          <a:prstGeom prst="rect">
            <a:avLst/>
          </a:prstGeom>
          <a:solidFill>
            <a:srgbClr val="FFFFFF"/>
          </a:solidFill>
          <a:ln w="6350">
            <a:solidFill>
              <a:srgbClr val="E2E2E2"/>
            </a:solidFill>
            <a:prstDash val="solid"/>
          </a:ln>
        </p:spPr>
      </p:sp>
      <p:sp>
        <p:nvSpPr>
          <p:cNvPr id="198" name="Text 190"/>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1163848" y="2693089"/>
            <a:ext cx="868680" cy="1073695"/>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1813072" y="2043437"/>
            <a:ext cx="1417320" cy="1463040"/>
          </a:xfrm>
          <a:prstGeom prst="rect">
            <a:avLst/>
          </a:prstGeom>
          <a:solidFill>
            <a:srgbClr val="FFFFFF"/>
          </a:solidFill>
          <a:ln w="9525">
            <a:solidFill>
              <a:srgbClr val="AAAAAA"/>
            </a:solidFill>
            <a:prstDash val="solid"/>
          </a:ln>
        </p:spPr>
      </p:sp>
      <p:sp>
        <p:nvSpPr>
          <p:cNvPr id="205" name="Text 197"/>
          <p:cNvSpPr txBox="1"/>
          <p:nvPr/>
        </p:nvSpPr>
        <p:spPr>
          <a:xfrm>
            <a:off x="1922800"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Cells               ›</a:t>
            </a:r>
            <a:endParaRPr lang="en-US" sz="800" dirty="0"/>
          </a:p>
        </p:txBody>
      </p:sp>
      <p:sp>
        <p:nvSpPr>
          <p:cNvPr id="206" name="Text 198"/>
          <p:cNvSpPr txBox="1"/>
          <p:nvPr/>
        </p:nvSpPr>
        <p:spPr>
          <a:xfrm>
            <a:off x="1922800"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Rows               ›</a:t>
            </a:r>
            <a:endParaRPr lang="en-US" sz="800" dirty="0"/>
          </a:p>
        </p:txBody>
      </p:sp>
      <p:sp>
        <p:nvSpPr>
          <p:cNvPr id="207" name="Text 199"/>
          <p:cNvSpPr txBox="1"/>
          <p:nvPr/>
        </p:nvSpPr>
        <p:spPr>
          <a:xfrm>
            <a:off x="1922800" y="2473205"/>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Columns          ›</a:t>
            </a:r>
            <a:endParaRPr lang="en-US" sz="800" dirty="0"/>
          </a:p>
        </p:txBody>
      </p:sp>
      <p:sp>
        <p:nvSpPr>
          <p:cNvPr id="208" name="Shape 200"/>
          <p:cNvSpPr/>
          <p:nvPr/>
        </p:nvSpPr>
        <p:spPr>
          <a:xfrm>
            <a:off x="1849648" y="2765813"/>
            <a:ext cx="1344168" cy="0"/>
          </a:xfrm>
          <a:prstGeom prst="line">
            <a:avLst/>
          </a:prstGeom>
          <a:noFill/>
          <a:ln w="6350">
            <a:solidFill>
              <a:srgbClr val="DDDDDD"/>
            </a:solidFill>
            <a:prstDash val="solid"/>
          </a:ln>
        </p:spPr>
      </p:sp>
      <p:sp>
        <p:nvSpPr>
          <p:cNvPr id="209" name="Text 201"/>
          <p:cNvSpPr txBox="1"/>
          <p:nvPr/>
        </p:nvSpPr>
        <p:spPr>
          <a:xfrm>
            <a:off x="1922800"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Chart</a:t>
            </a:r>
            <a:endParaRPr lang="en-US" sz="800" dirty="0"/>
          </a:p>
        </p:txBody>
      </p:sp>
      <p:sp>
        <p:nvSpPr>
          <p:cNvPr id="210" name="Text 202"/>
          <p:cNvSpPr txBox="1"/>
          <p:nvPr/>
        </p:nvSpPr>
        <p:spPr>
          <a:xfrm>
            <a:off x="1922800" y="307670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211" name="Text 203"/>
          <p:cNvSpPr txBox="1"/>
          <p:nvPr/>
        </p:nvSpPr>
        <p:spPr>
          <a:xfrm>
            <a:off x="1922800" y="327787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Checkbox</a:t>
            </a:r>
            <a:endParaRPr lang="en-US" sz="800" dirty="0"/>
          </a:p>
        </p:txBody>
      </p:sp>
      <p:sp>
        <p:nvSpPr>
          <p:cNvPr id="212" name="Shape 204"/>
          <p:cNvSpPr/>
          <p:nvPr/>
        </p:nvSpPr>
        <p:spPr>
          <a:xfrm>
            <a:off x="1145560" y="2674801"/>
            <a:ext cx="905256" cy="1110271"/>
          </a:xfrm>
          <a:prstGeom prst="roundRect">
            <a:avLst>
              <a:gd name="adj" fmla="val 5051"/>
            </a:avLst>
          </a:prstGeom>
          <a:solidFill>
            <a:srgbClr val="FFFFFF">
              <a:alpha val="0"/>
            </a:srgbClr>
          </a:solidFill>
          <a:ln w="31750">
            <a:solidFill>
              <a:srgbClr val="E53935"/>
            </a:solidFill>
            <a:prstDash val="solid"/>
          </a:ln>
        </p:spPr>
      </p:sp>
      <p:sp>
        <p:nvSpPr>
          <p:cNvPr id="213" name="Shape 205"/>
          <p:cNvSpPr/>
          <p:nvPr/>
        </p:nvSpPr>
        <p:spPr>
          <a:xfrm>
            <a:off x="1913656" y="2537641"/>
            <a:ext cx="274320" cy="274320"/>
          </a:xfrm>
          <a:prstGeom prst="ellipse">
            <a:avLst/>
          </a:prstGeom>
          <a:solidFill>
            <a:srgbClr val="E53935"/>
          </a:solidFill>
          <a:ln w="12700">
            <a:solidFill>
              <a:srgbClr val="FFFFFF"/>
            </a:solidFill>
            <a:prstDash val="solid"/>
          </a:ln>
        </p:spPr>
      </p:sp>
      <p:sp>
        <p:nvSpPr>
          <p:cNvPr id="214" name="Text 206"/>
          <p:cNvSpPr txBox="1"/>
          <p:nvPr/>
        </p:nvSpPr>
        <p:spPr>
          <a:xfrm>
            <a:off x="191365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5" name="Image 6" descr="preencoded.png">    </p:cNvPr>
          <p:cNvPicPr>
            <a:picLocks noChangeAspect="1"/>
          </p:cNvPicPr>
          <p:nvPr/>
        </p:nvPicPr>
        <p:blipFill>
          <a:blip r:embed="rId7"/>
          <a:stretch>
            <a:fillRect/>
          </a:stretch>
        </p:blipFill>
        <p:spPr>
          <a:xfrm>
            <a:off x="1641622" y="3283621"/>
            <a:ext cx="237744" cy="237744"/>
          </a:xfrm>
          <a:prstGeom prst="rect">
            <a:avLst/>
          </a:prstGeom>
        </p:spPr>
      </p:pic>
      <p:sp>
        <p:nvSpPr>
          <p:cNvPr id="216" name="Shape 207"/>
          <p:cNvSpPr/>
          <p:nvPr/>
        </p:nvSpPr>
        <p:spPr>
          <a:xfrm>
            <a:off x="1831360" y="2857253"/>
            <a:ext cx="1380744" cy="228600"/>
          </a:xfrm>
          <a:prstGeom prst="roundRect">
            <a:avLst>
              <a:gd name="adj" fmla="val 20000"/>
            </a:avLst>
          </a:prstGeom>
          <a:solidFill>
            <a:srgbClr val="FFFFFF">
              <a:alpha val="0"/>
            </a:srgbClr>
          </a:solidFill>
          <a:ln w="31750">
            <a:solidFill>
              <a:srgbClr val="E53935"/>
            </a:solidFill>
            <a:prstDash val="solid"/>
          </a:ln>
        </p:spPr>
      </p:sp>
      <p:sp>
        <p:nvSpPr>
          <p:cNvPr id="217" name="Shape 208"/>
          <p:cNvSpPr/>
          <p:nvPr/>
        </p:nvSpPr>
        <p:spPr>
          <a:xfrm>
            <a:off x="3074944" y="2720093"/>
            <a:ext cx="274320" cy="274320"/>
          </a:xfrm>
          <a:prstGeom prst="ellipse">
            <a:avLst/>
          </a:prstGeom>
          <a:solidFill>
            <a:srgbClr val="E53935"/>
          </a:solidFill>
          <a:ln w="12700">
            <a:solidFill>
              <a:srgbClr val="FFFFFF"/>
            </a:solidFill>
            <a:prstDash val="solid"/>
          </a:ln>
        </p:spPr>
      </p:sp>
      <p:sp>
        <p:nvSpPr>
          <p:cNvPr id="218" name="Text 209"/>
          <p:cNvSpPr txBox="1"/>
          <p:nvPr/>
        </p:nvSpPr>
        <p:spPr>
          <a:xfrm>
            <a:off x="3074944" y="2720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9" name="Image 7" descr="preencoded.png">    </p:cNvPr>
          <p:cNvPicPr>
            <a:picLocks noChangeAspect="1"/>
          </p:cNvPicPr>
          <p:nvPr/>
        </p:nvPicPr>
        <p:blipFill>
          <a:blip r:embed="rId8"/>
          <a:stretch>
            <a:fillRect/>
          </a:stretch>
        </p:blipFill>
        <p:spPr>
          <a:xfrm>
            <a:off x="2588941" y="2981154"/>
            <a:ext cx="237744" cy="237744"/>
          </a:xfrm>
          <a:prstGeom prst="rect">
            <a:avLst/>
          </a:prstGeom>
        </p:spPr>
      </p:pic>
      <p:sp>
        <p:nvSpPr>
          <p:cNvPr id="220" name="Text 21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21" name="Text 21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kolom Nama dan Rata-rata › Insert › Chart</a:t>
            </a:r>
            <a:endParaRPr lang="en-US" sz="1800" dirty="0"/>
          </a:p>
        </p:txBody>
      </p:sp>
      <p:sp>
        <p:nvSpPr>
          <p:cNvPr id="222" name="Text 21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B1:B9, tahan Ctrl, pilih F1:F9. Klik menu Insert › Chart.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Rekap_Nilai_Kelas_8A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Rekap_Nilai_Kelas_8A</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3200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3200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163848" y="2573789"/>
            <a:ext cx="868680" cy="119299"/>
          </a:xfrm>
          <a:prstGeom prst="rect">
            <a:avLst/>
          </a:prstGeom>
          <a:solidFill>
            <a:srgbClr val="F8F9FA"/>
          </a:solidFill>
          <a:ln w="6350">
            <a:solidFill>
              <a:srgbClr val="DDDDDD"/>
            </a:solidFill>
            <a:prstDash val="solid"/>
          </a:ln>
        </p:spPr>
      </p:sp>
      <p:sp>
        <p:nvSpPr>
          <p:cNvPr id="64" name="Text 56"/>
          <p:cNvSpPr txBox="1"/>
          <p:nvPr/>
        </p:nvSpPr>
        <p:spPr>
          <a:xfrm>
            <a:off x="116384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64008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672608" y="2573789"/>
            <a:ext cx="640080" cy="119299"/>
          </a:xfrm>
          <a:prstGeom prst="rect">
            <a:avLst/>
          </a:prstGeom>
          <a:solidFill>
            <a:srgbClr val="F8F9FA"/>
          </a:solidFill>
          <a:ln w="6350">
            <a:solidFill>
              <a:srgbClr val="DDDDDD"/>
            </a:solidFill>
            <a:prstDash val="solid"/>
          </a:ln>
        </p:spPr>
      </p:sp>
      <p:sp>
        <p:nvSpPr>
          <p:cNvPr id="68" name="Text 60"/>
          <p:cNvSpPr txBox="1"/>
          <p:nvPr/>
        </p:nvSpPr>
        <p:spPr>
          <a:xfrm>
            <a:off x="26726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1268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31268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861328" y="2573789"/>
            <a:ext cx="731520" cy="119299"/>
          </a:xfrm>
          <a:prstGeom prst="rect">
            <a:avLst/>
          </a:prstGeom>
          <a:solidFill>
            <a:srgbClr val="F8F9FA"/>
          </a:solidFill>
          <a:ln w="6350">
            <a:solidFill>
              <a:srgbClr val="DDDDDD"/>
            </a:solidFill>
            <a:prstDash val="solid"/>
          </a:ln>
        </p:spPr>
      </p:sp>
      <p:sp>
        <p:nvSpPr>
          <p:cNvPr id="72" name="Text 64"/>
          <p:cNvSpPr txBox="1"/>
          <p:nvPr/>
        </p:nvSpPr>
        <p:spPr>
          <a:xfrm>
            <a:off x="38613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32004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2651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No</a:t>
            </a:r>
            <a:endParaRPr lang="en-US" sz="600" dirty="0"/>
          </a:p>
        </p:txBody>
      </p:sp>
      <p:sp>
        <p:nvSpPr>
          <p:cNvPr id="77" name="Shape 69"/>
          <p:cNvSpPr/>
          <p:nvPr/>
        </p:nvSpPr>
        <p:spPr>
          <a:xfrm>
            <a:off x="116384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119128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2032528" y="2693089"/>
            <a:ext cx="640080" cy="119299"/>
          </a:xfrm>
          <a:prstGeom prst="rect">
            <a:avLst/>
          </a:prstGeom>
          <a:solidFill>
            <a:srgbClr val="0F4C3A"/>
          </a:solidFill>
          <a:ln w="6350">
            <a:solidFill>
              <a:srgbClr val="E2E2E2"/>
            </a:solidFill>
            <a:prstDash val="solid"/>
          </a:ln>
        </p:spPr>
      </p:sp>
      <p:sp>
        <p:nvSpPr>
          <p:cNvPr id="80" name="Text 72"/>
          <p:cNvSpPr txBox="1"/>
          <p:nvPr/>
        </p:nvSpPr>
        <p:spPr>
          <a:xfrm>
            <a:off x="205996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Tahfidz</a:t>
            </a:r>
            <a:endParaRPr lang="en-US" sz="600" dirty="0"/>
          </a:p>
        </p:txBody>
      </p:sp>
      <p:sp>
        <p:nvSpPr>
          <p:cNvPr id="81" name="Shape 73"/>
          <p:cNvSpPr/>
          <p:nvPr/>
        </p:nvSpPr>
        <p:spPr>
          <a:xfrm>
            <a:off x="26726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27000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 Arab</a:t>
            </a:r>
            <a:endParaRPr lang="en-US" sz="600" dirty="0"/>
          </a:p>
        </p:txBody>
      </p:sp>
      <p:sp>
        <p:nvSpPr>
          <p:cNvPr id="83" name="Shape 75"/>
          <p:cNvSpPr/>
          <p:nvPr/>
        </p:nvSpPr>
        <p:spPr>
          <a:xfrm>
            <a:off x="3312688" y="2693089"/>
            <a:ext cx="548640" cy="119299"/>
          </a:xfrm>
          <a:prstGeom prst="rect">
            <a:avLst/>
          </a:prstGeom>
          <a:solidFill>
            <a:srgbClr val="0F4C3A"/>
          </a:solidFill>
          <a:ln w="6350">
            <a:solidFill>
              <a:srgbClr val="E2E2E2"/>
            </a:solidFill>
            <a:prstDash val="solid"/>
          </a:ln>
        </p:spPr>
      </p:sp>
      <p:sp>
        <p:nvSpPr>
          <p:cNvPr id="84" name="Text 76"/>
          <p:cNvSpPr txBox="1"/>
          <p:nvPr/>
        </p:nvSpPr>
        <p:spPr>
          <a:xfrm>
            <a:off x="334012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TIK</a:t>
            </a:r>
            <a:endParaRPr lang="en-US" sz="600" dirty="0"/>
          </a:p>
        </p:txBody>
      </p:sp>
      <p:sp>
        <p:nvSpPr>
          <p:cNvPr id="85" name="Shape 77"/>
          <p:cNvSpPr/>
          <p:nvPr/>
        </p:nvSpPr>
        <p:spPr>
          <a:xfrm>
            <a:off x="3861328" y="2693089"/>
            <a:ext cx="731520" cy="119299"/>
          </a:xfrm>
          <a:prstGeom prst="rect">
            <a:avLst/>
          </a:prstGeom>
          <a:solidFill>
            <a:srgbClr val="0F4C3A"/>
          </a:solidFill>
          <a:ln w="6350">
            <a:solidFill>
              <a:srgbClr val="E2E2E2"/>
            </a:solidFill>
            <a:prstDash val="solid"/>
          </a:ln>
        </p:spPr>
      </p:sp>
      <p:sp>
        <p:nvSpPr>
          <p:cNvPr id="86" name="Text 78"/>
          <p:cNvSpPr txBox="1"/>
          <p:nvPr/>
        </p:nvSpPr>
        <p:spPr>
          <a:xfrm>
            <a:off x="388876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32004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1" name="Shape 83"/>
          <p:cNvSpPr/>
          <p:nvPr/>
        </p:nvSpPr>
        <p:spPr>
          <a:xfrm>
            <a:off x="116384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1191280" y="28123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203252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205996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95" name="Shape 87"/>
          <p:cNvSpPr/>
          <p:nvPr/>
        </p:nvSpPr>
        <p:spPr>
          <a:xfrm>
            <a:off x="2672608" y="2812388"/>
            <a:ext cx="640080" cy="119299"/>
          </a:xfrm>
          <a:prstGeom prst="rect">
            <a:avLst/>
          </a:prstGeom>
          <a:solidFill>
            <a:srgbClr val="FFFFFF"/>
          </a:solidFill>
          <a:ln w="6350">
            <a:solidFill>
              <a:srgbClr val="E2E2E2"/>
            </a:solidFill>
            <a:prstDash val="solid"/>
          </a:ln>
        </p:spPr>
      </p:sp>
      <p:sp>
        <p:nvSpPr>
          <p:cNvPr id="96" name="Text 88"/>
          <p:cNvSpPr txBox="1"/>
          <p:nvPr/>
        </p:nvSpPr>
        <p:spPr>
          <a:xfrm>
            <a:off x="27000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97" name="Shape 89"/>
          <p:cNvSpPr/>
          <p:nvPr/>
        </p:nvSpPr>
        <p:spPr>
          <a:xfrm>
            <a:off x="3312688" y="2812388"/>
            <a:ext cx="548640" cy="119299"/>
          </a:xfrm>
          <a:prstGeom prst="rect">
            <a:avLst/>
          </a:prstGeom>
          <a:solidFill>
            <a:srgbClr val="FFFFFF"/>
          </a:solidFill>
          <a:ln w="6350">
            <a:solidFill>
              <a:srgbClr val="E2E2E2"/>
            </a:solidFill>
            <a:prstDash val="solid"/>
          </a:ln>
        </p:spPr>
      </p:sp>
      <p:sp>
        <p:nvSpPr>
          <p:cNvPr id="98" name="Text 90"/>
          <p:cNvSpPr txBox="1"/>
          <p:nvPr/>
        </p:nvSpPr>
        <p:spPr>
          <a:xfrm>
            <a:off x="334012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99" name="Shape 91"/>
          <p:cNvSpPr/>
          <p:nvPr/>
        </p:nvSpPr>
        <p:spPr>
          <a:xfrm>
            <a:off x="3861328" y="2812388"/>
            <a:ext cx="731520" cy="119299"/>
          </a:xfrm>
          <a:prstGeom prst="rect">
            <a:avLst/>
          </a:prstGeom>
          <a:solidFill>
            <a:srgbClr val="FFFFFF"/>
          </a:solidFill>
          <a:ln w="6350">
            <a:solidFill>
              <a:srgbClr val="E2E2E2"/>
            </a:solidFill>
            <a:prstDash val="solid"/>
          </a:ln>
        </p:spPr>
      </p:sp>
      <p:sp>
        <p:nvSpPr>
          <p:cNvPr id="100" name="Text 92"/>
          <p:cNvSpPr txBox="1"/>
          <p:nvPr/>
        </p:nvSpPr>
        <p:spPr>
          <a:xfrm>
            <a:off x="3888760" y="28123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85.0</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32004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05" name="Shape 97"/>
          <p:cNvSpPr/>
          <p:nvPr/>
        </p:nvSpPr>
        <p:spPr>
          <a:xfrm>
            <a:off x="1163848" y="2931688"/>
            <a:ext cx="868680" cy="119299"/>
          </a:xfrm>
          <a:prstGeom prst="rect">
            <a:avLst/>
          </a:prstGeom>
          <a:solidFill>
            <a:srgbClr val="FFFFFF"/>
          </a:solidFill>
          <a:ln w="6350">
            <a:solidFill>
              <a:srgbClr val="E2E2E2"/>
            </a:solidFill>
            <a:prstDash val="solid"/>
          </a:ln>
        </p:spPr>
      </p:sp>
      <p:sp>
        <p:nvSpPr>
          <p:cNvPr id="106" name="Text 98"/>
          <p:cNvSpPr txBox="1"/>
          <p:nvPr/>
        </p:nvSpPr>
        <p:spPr>
          <a:xfrm>
            <a:off x="1191280" y="2931688"/>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2032528" y="2931688"/>
            <a:ext cx="640080" cy="119299"/>
          </a:xfrm>
          <a:prstGeom prst="rect">
            <a:avLst/>
          </a:prstGeom>
          <a:solidFill>
            <a:srgbClr val="FFFFFF"/>
          </a:solidFill>
          <a:ln w="6350">
            <a:solidFill>
              <a:srgbClr val="E2E2E2"/>
            </a:solidFill>
            <a:prstDash val="solid"/>
          </a:ln>
        </p:spPr>
      </p:sp>
      <p:sp>
        <p:nvSpPr>
          <p:cNvPr id="108" name="Text 100"/>
          <p:cNvSpPr txBox="1"/>
          <p:nvPr/>
        </p:nvSpPr>
        <p:spPr>
          <a:xfrm>
            <a:off x="205996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09" name="Shape 101"/>
          <p:cNvSpPr/>
          <p:nvPr/>
        </p:nvSpPr>
        <p:spPr>
          <a:xfrm>
            <a:off x="2672608" y="2931688"/>
            <a:ext cx="640080" cy="119299"/>
          </a:xfrm>
          <a:prstGeom prst="rect">
            <a:avLst/>
          </a:prstGeom>
          <a:solidFill>
            <a:srgbClr val="FFFFFF"/>
          </a:solidFill>
          <a:ln w="6350">
            <a:solidFill>
              <a:srgbClr val="E2E2E2"/>
            </a:solidFill>
            <a:prstDash val="solid"/>
          </a:ln>
        </p:spPr>
      </p:sp>
      <p:sp>
        <p:nvSpPr>
          <p:cNvPr id="110" name="Text 102"/>
          <p:cNvSpPr txBox="1"/>
          <p:nvPr/>
        </p:nvSpPr>
        <p:spPr>
          <a:xfrm>
            <a:off x="27000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11" name="Shape 103"/>
          <p:cNvSpPr/>
          <p:nvPr/>
        </p:nvSpPr>
        <p:spPr>
          <a:xfrm>
            <a:off x="3312688" y="2931688"/>
            <a:ext cx="548640" cy="119299"/>
          </a:xfrm>
          <a:prstGeom prst="rect">
            <a:avLst/>
          </a:prstGeom>
          <a:solidFill>
            <a:srgbClr val="FFFFFF"/>
          </a:solidFill>
          <a:ln w="6350">
            <a:solidFill>
              <a:srgbClr val="E2E2E2"/>
            </a:solidFill>
            <a:prstDash val="solid"/>
          </a:ln>
        </p:spPr>
      </p:sp>
      <p:sp>
        <p:nvSpPr>
          <p:cNvPr id="112" name="Text 104"/>
          <p:cNvSpPr txBox="1"/>
          <p:nvPr/>
        </p:nvSpPr>
        <p:spPr>
          <a:xfrm>
            <a:off x="334012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84</a:t>
            </a:r>
            <a:endParaRPr lang="en-US" sz="600" dirty="0"/>
          </a:p>
        </p:txBody>
      </p:sp>
      <p:sp>
        <p:nvSpPr>
          <p:cNvPr id="113" name="Shape 105"/>
          <p:cNvSpPr/>
          <p:nvPr/>
        </p:nvSpPr>
        <p:spPr>
          <a:xfrm>
            <a:off x="3861328" y="2931688"/>
            <a:ext cx="731520" cy="119299"/>
          </a:xfrm>
          <a:prstGeom prst="rect">
            <a:avLst/>
          </a:prstGeom>
          <a:solidFill>
            <a:srgbClr val="FFFFFF"/>
          </a:solidFill>
          <a:ln w="6350">
            <a:solidFill>
              <a:srgbClr val="E2E2E2"/>
            </a:solidFill>
            <a:prstDash val="solid"/>
          </a:ln>
        </p:spPr>
      </p:sp>
      <p:sp>
        <p:nvSpPr>
          <p:cNvPr id="114" name="Text 106"/>
          <p:cNvSpPr txBox="1"/>
          <p:nvPr/>
        </p:nvSpPr>
        <p:spPr>
          <a:xfrm>
            <a:off x="3888760" y="2931688"/>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83.3</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32004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19" name="Shape 111"/>
          <p:cNvSpPr/>
          <p:nvPr/>
        </p:nvSpPr>
        <p:spPr>
          <a:xfrm>
            <a:off x="1163848" y="3050987"/>
            <a:ext cx="868680" cy="119299"/>
          </a:xfrm>
          <a:prstGeom prst="rect">
            <a:avLst/>
          </a:prstGeom>
          <a:solidFill>
            <a:srgbClr val="FFFFFF"/>
          </a:solidFill>
          <a:ln w="6350">
            <a:solidFill>
              <a:srgbClr val="E2E2E2"/>
            </a:solidFill>
            <a:prstDash val="solid"/>
          </a:ln>
        </p:spPr>
      </p:sp>
      <p:sp>
        <p:nvSpPr>
          <p:cNvPr id="120" name="Text 112"/>
          <p:cNvSpPr txBox="1"/>
          <p:nvPr/>
        </p:nvSpPr>
        <p:spPr>
          <a:xfrm>
            <a:off x="1191280" y="30509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2032528" y="3050987"/>
            <a:ext cx="640080" cy="119299"/>
          </a:xfrm>
          <a:prstGeom prst="rect">
            <a:avLst/>
          </a:prstGeom>
          <a:solidFill>
            <a:srgbClr val="FFFFFF"/>
          </a:solidFill>
          <a:ln w="6350">
            <a:solidFill>
              <a:srgbClr val="E2E2E2"/>
            </a:solidFill>
            <a:prstDash val="solid"/>
          </a:ln>
        </p:spPr>
      </p:sp>
      <p:sp>
        <p:nvSpPr>
          <p:cNvPr id="122" name="Text 114"/>
          <p:cNvSpPr txBox="1"/>
          <p:nvPr/>
        </p:nvSpPr>
        <p:spPr>
          <a:xfrm>
            <a:off x="205996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23" name="Shape 115"/>
          <p:cNvSpPr/>
          <p:nvPr/>
        </p:nvSpPr>
        <p:spPr>
          <a:xfrm>
            <a:off x="2672608" y="3050987"/>
            <a:ext cx="640080" cy="119299"/>
          </a:xfrm>
          <a:prstGeom prst="rect">
            <a:avLst/>
          </a:prstGeom>
          <a:solidFill>
            <a:srgbClr val="FFFFFF"/>
          </a:solidFill>
          <a:ln w="6350">
            <a:solidFill>
              <a:srgbClr val="E2E2E2"/>
            </a:solidFill>
            <a:prstDash val="solid"/>
          </a:ln>
        </p:spPr>
      </p:sp>
      <p:sp>
        <p:nvSpPr>
          <p:cNvPr id="124" name="Text 116"/>
          <p:cNvSpPr txBox="1"/>
          <p:nvPr/>
        </p:nvSpPr>
        <p:spPr>
          <a:xfrm>
            <a:off x="27000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25" name="Shape 117"/>
          <p:cNvSpPr/>
          <p:nvPr/>
        </p:nvSpPr>
        <p:spPr>
          <a:xfrm>
            <a:off x="3312688" y="3050987"/>
            <a:ext cx="548640" cy="119299"/>
          </a:xfrm>
          <a:prstGeom prst="rect">
            <a:avLst/>
          </a:prstGeom>
          <a:solidFill>
            <a:srgbClr val="FFFFFF"/>
          </a:solidFill>
          <a:ln w="6350">
            <a:solidFill>
              <a:srgbClr val="E2E2E2"/>
            </a:solidFill>
            <a:prstDash val="solid"/>
          </a:ln>
        </p:spPr>
      </p:sp>
      <p:sp>
        <p:nvSpPr>
          <p:cNvPr id="126" name="Text 118"/>
          <p:cNvSpPr txBox="1"/>
          <p:nvPr/>
        </p:nvSpPr>
        <p:spPr>
          <a:xfrm>
            <a:off x="334012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27" name="Shape 119"/>
          <p:cNvSpPr/>
          <p:nvPr/>
        </p:nvSpPr>
        <p:spPr>
          <a:xfrm>
            <a:off x="3861328" y="3050987"/>
            <a:ext cx="731520" cy="119299"/>
          </a:xfrm>
          <a:prstGeom prst="rect">
            <a:avLst/>
          </a:prstGeom>
          <a:solidFill>
            <a:srgbClr val="FFFFFF"/>
          </a:solidFill>
          <a:ln w="6350">
            <a:solidFill>
              <a:srgbClr val="E2E2E2"/>
            </a:solidFill>
            <a:prstDash val="solid"/>
          </a:ln>
        </p:spPr>
      </p:sp>
      <p:sp>
        <p:nvSpPr>
          <p:cNvPr id="128" name="Text 120"/>
          <p:cNvSpPr txBox="1"/>
          <p:nvPr/>
        </p:nvSpPr>
        <p:spPr>
          <a:xfrm>
            <a:off x="3888760" y="30509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82.3</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32004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33" name="Shape 125"/>
          <p:cNvSpPr/>
          <p:nvPr/>
        </p:nvSpPr>
        <p:spPr>
          <a:xfrm>
            <a:off x="1163848" y="3170287"/>
            <a:ext cx="868680" cy="119299"/>
          </a:xfrm>
          <a:prstGeom prst="rect">
            <a:avLst/>
          </a:prstGeom>
          <a:solidFill>
            <a:srgbClr val="FFFFFF"/>
          </a:solidFill>
          <a:ln w="6350">
            <a:solidFill>
              <a:srgbClr val="E2E2E2"/>
            </a:solidFill>
            <a:prstDash val="solid"/>
          </a:ln>
        </p:spPr>
      </p:sp>
      <p:sp>
        <p:nvSpPr>
          <p:cNvPr id="134" name="Text 126"/>
          <p:cNvSpPr txBox="1"/>
          <p:nvPr/>
        </p:nvSpPr>
        <p:spPr>
          <a:xfrm>
            <a:off x="1191280" y="3170287"/>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2032528" y="3170287"/>
            <a:ext cx="640080" cy="119299"/>
          </a:xfrm>
          <a:prstGeom prst="rect">
            <a:avLst/>
          </a:prstGeom>
          <a:solidFill>
            <a:srgbClr val="FFFFFF"/>
          </a:solidFill>
          <a:ln w="6350">
            <a:solidFill>
              <a:srgbClr val="E2E2E2"/>
            </a:solidFill>
            <a:prstDash val="solid"/>
          </a:ln>
        </p:spPr>
      </p:sp>
      <p:sp>
        <p:nvSpPr>
          <p:cNvPr id="136" name="Text 128"/>
          <p:cNvSpPr txBox="1"/>
          <p:nvPr/>
        </p:nvSpPr>
        <p:spPr>
          <a:xfrm>
            <a:off x="205996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37" name="Shape 129"/>
          <p:cNvSpPr/>
          <p:nvPr/>
        </p:nvSpPr>
        <p:spPr>
          <a:xfrm>
            <a:off x="2672608" y="3170287"/>
            <a:ext cx="640080" cy="119299"/>
          </a:xfrm>
          <a:prstGeom prst="rect">
            <a:avLst/>
          </a:prstGeom>
          <a:solidFill>
            <a:srgbClr val="FFFFFF"/>
          </a:solidFill>
          <a:ln w="6350">
            <a:solidFill>
              <a:srgbClr val="E2E2E2"/>
            </a:solidFill>
            <a:prstDash val="solid"/>
          </a:ln>
        </p:spPr>
      </p:sp>
      <p:sp>
        <p:nvSpPr>
          <p:cNvPr id="138" name="Text 130"/>
          <p:cNvSpPr txBox="1"/>
          <p:nvPr/>
        </p:nvSpPr>
        <p:spPr>
          <a:xfrm>
            <a:off x="2700040" y="31702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39" name="Shape 131"/>
          <p:cNvSpPr/>
          <p:nvPr/>
        </p:nvSpPr>
        <p:spPr>
          <a:xfrm>
            <a:off x="3312688" y="3170287"/>
            <a:ext cx="548640" cy="119299"/>
          </a:xfrm>
          <a:prstGeom prst="rect">
            <a:avLst/>
          </a:prstGeom>
          <a:solidFill>
            <a:srgbClr val="FFFFFF"/>
          </a:solidFill>
          <a:ln w="6350">
            <a:solidFill>
              <a:srgbClr val="E2E2E2"/>
            </a:solidFill>
            <a:prstDash val="solid"/>
          </a:ln>
        </p:spPr>
      </p:sp>
      <p:sp>
        <p:nvSpPr>
          <p:cNvPr id="140" name="Text 132"/>
          <p:cNvSpPr txBox="1"/>
          <p:nvPr/>
        </p:nvSpPr>
        <p:spPr>
          <a:xfrm>
            <a:off x="334012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86</a:t>
            </a:r>
            <a:endParaRPr lang="en-US" sz="600" dirty="0"/>
          </a:p>
        </p:txBody>
      </p:sp>
      <p:sp>
        <p:nvSpPr>
          <p:cNvPr id="141" name="Shape 133"/>
          <p:cNvSpPr/>
          <p:nvPr/>
        </p:nvSpPr>
        <p:spPr>
          <a:xfrm>
            <a:off x="3861328" y="3170287"/>
            <a:ext cx="731520" cy="119299"/>
          </a:xfrm>
          <a:prstGeom prst="rect">
            <a:avLst/>
          </a:prstGeom>
          <a:solidFill>
            <a:srgbClr val="FFFFFF"/>
          </a:solidFill>
          <a:ln w="6350">
            <a:solidFill>
              <a:srgbClr val="E2E2E2"/>
            </a:solidFill>
            <a:prstDash val="solid"/>
          </a:ln>
        </p:spPr>
      </p:sp>
      <p:sp>
        <p:nvSpPr>
          <p:cNvPr id="142" name="Text 134"/>
          <p:cNvSpPr txBox="1"/>
          <p:nvPr/>
        </p:nvSpPr>
        <p:spPr>
          <a:xfrm>
            <a:off x="3888760" y="3170287"/>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79.3</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32004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47" name="Shape 139"/>
          <p:cNvSpPr/>
          <p:nvPr/>
        </p:nvSpPr>
        <p:spPr>
          <a:xfrm>
            <a:off x="1163848" y="3289586"/>
            <a:ext cx="868680" cy="119299"/>
          </a:xfrm>
          <a:prstGeom prst="rect">
            <a:avLst/>
          </a:prstGeom>
          <a:solidFill>
            <a:srgbClr val="FFFFFF"/>
          </a:solidFill>
          <a:ln w="6350">
            <a:solidFill>
              <a:srgbClr val="E2E2E2"/>
            </a:solidFill>
            <a:prstDash val="solid"/>
          </a:ln>
        </p:spPr>
      </p:sp>
      <p:sp>
        <p:nvSpPr>
          <p:cNvPr id="148" name="Text 140"/>
          <p:cNvSpPr txBox="1"/>
          <p:nvPr/>
        </p:nvSpPr>
        <p:spPr>
          <a:xfrm>
            <a:off x="1191280" y="3289586"/>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2032528" y="3289586"/>
            <a:ext cx="640080" cy="119299"/>
          </a:xfrm>
          <a:prstGeom prst="rect">
            <a:avLst/>
          </a:prstGeom>
          <a:solidFill>
            <a:srgbClr val="FFFFFF"/>
          </a:solidFill>
          <a:ln w="6350">
            <a:solidFill>
              <a:srgbClr val="E2E2E2"/>
            </a:solidFill>
            <a:prstDash val="solid"/>
          </a:ln>
        </p:spPr>
      </p:sp>
      <p:sp>
        <p:nvSpPr>
          <p:cNvPr id="150" name="Text 142"/>
          <p:cNvSpPr txBox="1"/>
          <p:nvPr/>
        </p:nvSpPr>
        <p:spPr>
          <a:xfrm>
            <a:off x="205996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51" name="Shape 143"/>
          <p:cNvSpPr/>
          <p:nvPr/>
        </p:nvSpPr>
        <p:spPr>
          <a:xfrm>
            <a:off x="2672608" y="3289586"/>
            <a:ext cx="640080" cy="119299"/>
          </a:xfrm>
          <a:prstGeom prst="rect">
            <a:avLst/>
          </a:prstGeom>
          <a:solidFill>
            <a:srgbClr val="FFFFFF"/>
          </a:solidFill>
          <a:ln w="6350">
            <a:solidFill>
              <a:srgbClr val="E2E2E2"/>
            </a:solidFill>
            <a:prstDash val="solid"/>
          </a:ln>
        </p:spPr>
      </p:sp>
      <p:sp>
        <p:nvSpPr>
          <p:cNvPr id="152" name="Text 144"/>
          <p:cNvSpPr txBox="1"/>
          <p:nvPr/>
        </p:nvSpPr>
        <p:spPr>
          <a:xfrm>
            <a:off x="2700040" y="3289586"/>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a:t>
            </a:r>
            <a:endParaRPr lang="en-US" sz="600" dirty="0"/>
          </a:p>
        </p:txBody>
      </p:sp>
      <p:sp>
        <p:nvSpPr>
          <p:cNvPr id="153" name="Shape 145"/>
          <p:cNvSpPr/>
          <p:nvPr/>
        </p:nvSpPr>
        <p:spPr>
          <a:xfrm>
            <a:off x="3312688" y="3289586"/>
            <a:ext cx="548640" cy="119299"/>
          </a:xfrm>
          <a:prstGeom prst="rect">
            <a:avLst/>
          </a:prstGeom>
          <a:solidFill>
            <a:srgbClr val="FFFFFF"/>
          </a:solidFill>
          <a:ln w="6350">
            <a:solidFill>
              <a:srgbClr val="E2E2E2"/>
            </a:solidFill>
            <a:prstDash val="solid"/>
          </a:ln>
        </p:spPr>
      </p:sp>
      <p:sp>
        <p:nvSpPr>
          <p:cNvPr id="154" name="Text 146"/>
          <p:cNvSpPr txBox="1"/>
          <p:nvPr/>
        </p:nvSpPr>
        <p:spPr>
          <a:xfrm>
            <a:off x="334012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92</a:t>
            </a:r>
            <a:endParaRPr lang="en-US" sz="600" dirty="0"/>
          </a:p>
        </p:txBody>
      </p:sp>
      <p:sp>
        <p:nvSpPr>
          <p:cNvPr id="155" name="Shape 147"/>
          <p:cNvSpPr/>
          <p:nvPr/>
        </p:nvSpPr>
        <p:spPr>
          <a:xfrm>
            <a:off x="3861328" y="3289586"/>
            <a:ext cx="731520" cy="119299"/>
          </a:xfrm>
          <a:prstGeom prst="rect">
            <a:avLst/>
          </a:prstGeom>
          <a:solidFill>
            <a:srgbClr val="FFFFFF"/>
          </a:solidFill>
          <a:ln w="6350">
            <a:solidFill>
              <a:srgbClr val="E2E2E2"/>
            </a:solidFill>
            <a:prstDash val="solid"/>
          </a:ln>
        </p:spPr>
      </p:sp>
      <p:sp>
        <p:nvSpPr>
          <p:cNvPr id="156" name="Text 148"/>
          <p:cNvSpPr txBox="1"/>
          <p:nvPr/>
        </p:nvSpPr>
        <p:spPr>
          <a:xfrm>
            <a:off x="3888760" y="3289586"/>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90.0</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32004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61" name="Shape 153"/>
          <p:cNvSpPr/>
          <p:nvPr/>
        </p:nvSpPr>
        <p:spPr>
          <a:xfrm>
            <a:off x="1163848" y="3408885"/>
            <a:ext cx="868680" cy="119299"/>
          </a:xfrm>
          <a:prstGeom prst="rect">
            <a:avLst/>
          </a:prstGeom>
          <a:solidFill>
            <a:srgbClr val="FFFFFF"/>
          </a:solidFill>
          <a:ln w="6350">
            <a:solidFill>
              <a:srgbClr val="E2E2E2"/>
            </a:solidFill>
            <a:prstDash val="solid"/>
          </a:ln>
        </p:spPr>
      </p:sp>
      <p:sp>
        <p:nvSpPr>
          <p:cNvPr id="162" name="Text 154"/>
          <p:cNvSpPr txBox="1"/>
          <p:nvPr/>
        </p:nvSpPr>
        <p:spPr>
          <a:xfrm>
            <a:off x="1191280" y="34088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2032528" y="3408885"/>
            <a:ext cx="640080" cy="119299"/>
          </a:xfrm>
          <a:prstGeom prst="rect">
            <a:avLst/>
          </a:prstGeom>
          <a:solidFill>
            <a:srgbClr val="FFFFFF"/>
          </a:solidFill>
          <a:ln w="6350">
            <a:solidFill>
              <a:srgbClr val="E2E2E2"/>
            </a:solidFill>
            <a:prstDash val="solid"/>
          </a:ln>
        </p:spPr>
      </p:sp>
      <p:sp>
        <p:nvSpPr>
          <p:cNvPr id="164" name="Text 156"/>
          <p:cNvSpPr txBox="1"/>
          <p:nvPr/>
        </p:nvSpPr>
        <p:spPr>
          <a:xfrm>
            <a:off x="205996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75</a:t>
            </a:r>
            <a:endParaRPr lang="en-US" sz="600" dirty="0"/>
          </a:p>
        </p:txBody>
      </p:sp>
      <p:sp>
        <p:nvSpPr>
          <p:cNvPr id="165" name="Shape 157"/>
          <p:cNvSpPr/>
          <p:nvPr/>
        </p:nvSpPr>
        <p:spPr>
          <a:xfrm>
            <a:off x="2672608" y="3408885"/>
            <a:ext cx="640080" cy="119299"/>
          </a:xfrm>
          <a:prstGeom prst="rect">
            <a:avLst/>
          </a:prstGeom>
          <a:solidFill>
            <a:srgbClr val="FFFFFF"/>
          </a:solidFill>
          <a:ln w="6350">
            <a:solidFill>
              <a:srgbClr val="E2E2E2"/>
            </a:solidFill>
            <a:prstDash val="solid"/>
          </a:ln>
        </p:spPr>
      </p:sp>
      <p:sp>
        <p:nvSpPr>
          <p:cNvPr id="166" name="Text 158"/>
          <p:cNvSpPr txBox="1"/>
          <p:nvPr/>
        </p:nvSpPr>
        <p:spPr>
          <a:xfrm>
            <a:off x="2700040" y="34088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70</a:t>
            </a:r>
            <a:endParaRPr lang="en-US" sz="600" dirty="0"/>
          </a:p>
        </p:txBody>
      </p:sp>
      <p:sp>
        <p:nvSpPr>
          <p:cNvPr id="167" name="Shape 159"/>
          <p:cNvSpPr/>
          <p:nvPr/>
        </p:nvSpPr>
        <p:spPr>
          <a:xfrm>
            <a:off x="3312688" y="3408885"/>
            <a:ext cx="548640" cy="119299"/>
          </a:xfrm>
          <a:prstGeom prst="rect">
            <a:avLst/>
          </a:prstGeom>
          <a:solidFill>
            <a:srgbClr val="FFFFFF"/>
          </a:solidFill>
          <a:ln w="6350">
            <a:solidFill>
              <a:srgbClr val="E2E2E2"/>
            </a:solidFill>
            <a:prstDash val="solid"/>
          </a:ln>
        </p:spPr>
      </p:sp>
      <p:sp>
        <p:nvSpPr>
          <p:cNvPr id="168" name="Text 160"/>
          <p:cNvSpPr txBox="1"/>
          <p:nvPr/>
        </p:nvSpPr>
        <p:spPr>
          <a:xfrm>
            <a:off x="334012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69" name="Shape 161"/>
          <p:cNvSpPr/>
          <p:nvPr/>
        </p:nvSpPr>
        <p:spPr>
          <a:xfrm>
            <a:off x="3861328" y="3408885"/>
            <a:ext cx="731520" cy="119299"/>
          </a:xfrm>
          <a:prstGeom prst="rect">
            <a:avLst/>
          </a:prstGeom>
          <a:solidFill>
            <a:srgbClr val="FFFFFF"/>
          </a:solidFill>
          <a:ln w="6350">
            <a:solidFill>
              <a:srgbClr val="E2E2E2"/>
            </a:solidFill>
            <a:prstDash val="solid"/>
          </a:ln>
        </p:spPr>
      </p:sp>
      <p:sp>
        <p:nvSpPr>
          <p:cNvPr id="170" name="Text 162"/>
          <p:cNvSpPr txBox="1"/>
          <p:nvPr/>
        </p:nvSpPr>
        <p:spPr>
          <a:xfrm>
            <a:off x="3888760" y="34088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74.3</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32004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a:t>
            </a:r>
            <a:endParaRPr lang="en-US" sz="600" dirty="0"/>
          </a:p>
        </p:txBody>
      </p:sp>
      <p:sp>
        <p:nvSpPr>
          <p:cNvPr id="175" name="Shape 167"/>
          <p:cNvSpPr/>
          <p:nvPr/>
        </p:nvSpPr>
        <p:spPr>
          <a:xfrm>
            <a:off x="1163848" y="3528185"/>
            <a:ext cx="868680" cy="119299"/>
          </a:xfrm>
          <a:prstGeom prst="rect">
            <a:avLst/>
          </a:prstGeom>
          <a:solidFill>
            <a:srgbClr val="FFFFFF"/>
          </a:solidFill>
          <a:ln w="6350">
            <a:solidFill>
              <a:srgbClr val="E2E2E2"/>
            </a:solidFill>
            <a:prstDash val="solid"/>
          </a:ln>
        </p:spPr>
      </p:sp>
      <p:sp>
        <p:nvSpPr>
          <p:cNvPr id="176" name="Text 168"/>
          <p:cNvSpPr txBox="1"/>
          <p:nvPr/>
        </p:nvSpPr>
        <p:spPr>
          <a:xfrm>
            <a:off x="1191280" y="3528185"/>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2032528" y="3528185"/>
            <a:ext cx="640080" cy="119299"/>
          </a:xfrm>
          <a:prstGeom prst="rect">
            <a:avLst/>
          </a:prstGeom>
          <a:solidFill>
            <a:srgbClr val="FFFFFF"/>
          </a:solidFill>
          <a:ln w="6350">
            <a:solidFill>
              <a:srgbClr val="E2E2E2"/>
            </a:solidFill>
            <a:prstDash val="solid"/>
          </a:ln>
        </p:spPr>
      </p:sp>
      <p:sp>
        <p:nvSpPr>
          <p:cNvPr id="178" name="Text 170"/>
          <p:cNvSpPr txBox="1"/>
          <p:nvPr/>
        </p:nvSpPr>
        <p:spPr>
          <a:xfrm>
            <a:off x="205996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95</a:t>
            </a:r>
            <a:endParaRPr lang="en-US" sz="600" dirty="0"/>
          </a:p>
        </p:txBody>
      </p:sp>
      <p:sp>
        <p:nvSpPr>
          <p:cNvPr id="179" name="Shape 171"/>
          <p:cNvSpPr/>
          <p:nvPr/>
        </p:nvSpPr>
        <p:spPr>
          <a:xfrm>
            <a:off x="2672608" y="3528185"/>
            <a:ext cx="640080" cy="119299"/>
          </a:xfrm>
          <a:prstGeom prst="rect">
            <a:avLst/>
          </a:prstGeom>
          <a:solidFill>
            <a:srgbClr val="FFFFFF"/>
          </a:solidFill>
          <a:ln w="6350">
            <a:solidFill>
              <a:srgbClr val="E2E2E2"/>
            </a:solidFill>
            <a:prstDash val="solid"/>
          </a:ln>
        </p:spPr>
      </p:sp>
      <p:sp>
        <p:nvSpPr>
          <p:cNvPr id="180" name="Text 172"/>
          <p:cNvSpPr txBox="1"/>
          <p:nvPr/>
        </p:nvSpPr>
        <p:spPr>
          <a:xfrm>
            <a:off x="2700040" y="3528185"/>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85</a:t>
            </a:r>
            <a:endParaRPr lang="en-US" sz="600" dirty="0"/>
          </a:p>
        </p:txBody>
      </p:sp>
      <p:sp>
        <p:nvSpPr>
          <p:cNvPr id="181" name="Shape 173"/>
          <p:cNvSpPr/>
          <p:nvPr/>
        </p:nvSpPr>
        <p:spPr>
          <a:xfrm>
            <a:off x="3312688" y="3528185"/>
            <a:ext cx="548640" cy="119299"/>
          </a:xfrm>
          <a:prstGeom prst="rect">
            <a:avLst/>
          </a:prstGeom>
          <a:solidFill>
            <a:srgbClr val="FFFFFF"/>
          </a:solidFill>
          <a:ln w="6350">
            <a:solidFill>
              <a:srgbClr val="E2E2E2"/>
            </a:solidFill>
            <a:prstDash val="solid"/>
          </a:ln>
        </p:spPr>
      </p:sp>
      <p:sp>
        <p:nvSpPr>
          <p:cNvPr id="182" name="Text 174"/>
          <p:cNvSpPr txBox="1"/>
          <p:nvPr/>
        </p:nvSpPr>
        <p:spPr>
          <a:xfrm>
            <a:off x="3340120" y="35281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88</a:t>
            </a:r>
            <a:endParaRPr lang="en-US" sz="600" dirty="0"/>
          </a:p>
        </p:txBody>
      </p:sp>
      <p:sp>
        <p:nvSpPr>
          <p:cNvPr id="183" name="Shape 175"/>
          <p:cNvSpPr/>
          <p:nvPr/>
        </p:nvSpPr>
        <p:spPr>
          <a:xfrm>
            <a:off x="3861328" y="3528185"/>
            <a:ext cx="731520" cy="119299"/>
          </a:xfrm>
          <a:prstGeom prst="rect">
            <a:avLst/>
          </a:prstGeom>
          <a:solidFill>
            <a:srgbClr val="FFFFFF"/>
          </a:solidFill>
          <a:ln w="6350">
            <a:solidFill>
              <a:srgbClr val="E2E2E2"/>
            </a:solidFill>
            <a:prstDash val="solid"/>
          </a:ln>
        </p:spPr>
      </p:sp>
      <p:sp>
        <p:nvSpPr>
          <p:cNvPr id="184" name="Text 176"/>
          <p:cNvSpPr txBox="1"/>
          <p:nvPr/>
        </p:nvSpPr>
        <p:spPr>
          <a:xfrm>
            <a:off x="3888760" y="3528185"/>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89.3</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32004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2651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89" name="Shape 181"/>
          <p:cNvSpPr/>
          <p:nvPr/>
        </p:nvSpPr>
        <p:spPr>
          <a:xfrm>
            <a:off x="1163848" y="3647484"/>
            <a:ext cx="868680" cy="119299"/>
          </a:xfrm>
          <a:prstGeom prst="rect">
            <a:avLst/>
          </a:prstGeom>
          <a:solidFill>
            <a:srgbClr val="FFFFFF"/>
          </a:solidFill>
          <a:ln w="6350">
            <a:solidFill>
              <a:srgbClr val="E2E2E2"/>
            </a:solidFill>
            <a:prstDash val="solid"/>
          </a:ln>
        </p:spPr>
      </p:sp>
      <p:sp>
        <p:nvSpPr>
          <p:cNvPr id="190" name="Text 182"/>
          <p:cNvSpPr txBox="1"/>
          <p:nvPr/>
        </p:nvSpPr>
        <p:spPr>
          <a:xfrm>
            <a:off x="1191280" y="3647484"/>
            <a:ext cx="8138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2032528" y="3647484"/>
            <a:ext cx="640080" cy="119299"/>
          </a:xfrm>
          <a:prstGeom prst="rect">
            <a:avLst/>
          </a:prstGeom>
          <a:solidFill>
            <a:srgbClr val="FFFFFF"/>
          </a:solidFill>
          <a:ln w="6350">
            <a:solidFill>
              <a:srgbClr val="E2E2E2"/>
            </a:solidFill>
            <a:prstDash val="solid"/>
          </a:ln>
        </p:spPr>
      </p:sp>
      <p:sp>
        <p:nvSpPr>
          <p:cNvPr id="192" name="Text 184"/>
          <p:cNvSpPr txBox="1"/>
          <p:nvPr/>
        </p:nvSpPr>
        <p:spPr>
          <a:xfrm>
            <a:off x="205996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a:t>
            </a:r>
            <a:endParaRPr lang="en-US" sz="600" dirty="0"/>
          </a:p>
        </p:txBody>
      </p:sp>
      <p:sp>
        <p:nvSpPr>
          <p:cNvPr id="193" name="Shape 185"/>
          <p:cNvSpPr/>
          <p:nvPr/>
        </p:nvSpPr>
        <p:spPr>
          <a:xfrm>
            <a:off x="2672608" y="3647484"/>
            <a:ext cx="640080" cy="119299"/>
          </a:xfrm>
          <a:prstGeom prst="rect">
            <a:avLst/>
          </a:prstGeom>
          <a:solidFill>
            <a:srgbClr val="FFFFFF"/>
          </a:solidFill>
          <a:ln w="6350">
            <a:solidFill>
              <a:srgbClr val="E2E2E2"/>
            </a:solidFill>
            <a:prstDash val="solid"/>
          </a:ln>
        </p:spPr>
      </p:sp>
      <p:sp>
        <p:nvSpPr>
          <p:cNvPr id="194" name="Text 186"/>
          <p:cNvSpPr txBox="1"/>
          <p:nvPr/>
        </p:nvSpPr>
        <p:spPr>
          <a:xfrm>
            <a:off x="2700040" y="3647484"/>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78</a:t>
            </a:r>
            <a:endParaRPr lang="en-US" sz="600" dirty="0"/>
          </a:p>
        </p:txBody>
      </p:sp>
      <p:sp>
        <p:nvSpPr>
          <p:cNvPr id="195" name="Shape 187"/>
          <p:cNvSpPr/>
          <p:nvPr/>
        </p:nvSpPr>
        <p:spPr>
          <a:xfrm>
            <a:off x="3312688" y="3647484"/>
            <a:ext cx="548640" cy="119299"/>
          </a:xfrm>
          <a:prstGeom prst="rect">
            <a:avLst/>
          </a:prstGeom>
          <a:solidFill>
            <a:srgbClr val="FFFFFF"/>
          </a:solidFill>
          <a:ln w="6350">
            <a:solidFill>
              <a:srgbClr val="E2E2E2"/>
            </a:solidFill>
            <a:prstDash val="solid"/>
          </a:ln>
        </p:spPr>
      </p:sp>
      <p:sp>
        <p:nvSpPr>
          <p:cNvPr id="196" name="Text 188"/>
          <p:cNvSpPr txBox="1"/>
          <p:nvPr/>
        </p:nvSpPr>
        <p:spPr>
          <a:xfrm>
            <a:off x="3340120" y="3647484"/>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82</a:t>
            </a:r>
            <a:endParaRPr lang="en-US" sz="600" dirty="0"/>
          </a:p>
        </p:txBody>
      </p:sp>
      <p:sp>
        <p:nvSpPr>
          <p:cNvPr id="197" name="Shape 189"/>
          <p:cNvSpPr/>
          <p:nvPr/>
        </p:nvSpPr>
        <p:spPr>
          <a:xfrm>
            <a:off x="3861328" y="3647484"/>
            <a:ext cx="731520" cy="119299"/>
          </a:xfrm>
          <a:prstGeom prst="rect">
            <a:avLst/>
          </a:prstGeom>
          <a:solidFill>
            <a:srgbClr val="FFFFFF"/>
          </a:solidFill>
          <a:ln w="6350">
            <a:solidFill>
              <a:srgbClr val="E2E2E2"/>
            </a:solidFill>
            <a:prstDash val="solid"/>
          </a:ln>
        </p:spPr>
      </p:sp>
      <p:sp>
        <p:nvSpPr>
          <p:cNvPr id="198" name="Text 190"/>
          <p:cNvSpPr txBox="1"/>
          <p:nvPr/>
        </p:nvSpPr>
        <p:spPr>
          <a:xfrm>
            <a:off x="3888760" y="3647484"/>
            <a:ext cx="67665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80.0</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3" name="Shape 195"/>
          <p:cNvSpPr/>
          <p:nvPr/>
        </p:nvSpPr>
        <p:spPr>
          <a:xfrm>
            <a:off x="3298424" y="2848109"/>
            <a:ext cx="2103120" cy="1371600"/>
          </a:xfrm>
          <a:prstGeom prst="rect">
            <a:avLst/>
          </a:prstGeom>
          <a:solidFill>
            <a:srgbClr val="FFFFFF"/>
          </a:solidFill>
          <a:ln w="9525">
            <a:solidFill>
              <a:srgbClr val="BBBBBB"/>
            </a:solidFill>
            <a:prstDash val="solid"/>
          </a:ln>
        </p:spPr>
      </p:sp>
      <p:sp>
        <p:nvSpPr>
          <p:cNvPr id="204" name="Text 196"/>
          <p:cNvSpPr txBox="1"/>
          <p:nvPr/>
        </p:nvSpPr>
        <p:spPr>
          <a:xfrm>
            <a:off x="3298424" y="2884685"/>
            <a:ext cx="2103120" cy="164592"/>
          </a:xfrm>
          <a:prstGeom prst="rect">
            <a:avLst/>
          </a:prstGeom>
          <a:noFill/>
          <a:ln/>
        </p:spPr>
        <p:txBody>
          <a:bodyPr wrap="square" lIns="0" tIns="0" rIns="0" bIns="0" rtlCol="0" anchor="t"/>
          <a:lstStyle/>
          <a:p>
            <a:pPr algn="ctr" indent="0" marL="0">
              <a:buNone/>
            </a:pPr>
            <a:r>
              <a:rPr lang="en-US" sz="750" b="1" dirty="0">
                <a:solidFill>
                  <a:srgbClr val="1E2A26"/>
                </a:solidFill>
                <a:latin typeface="Calibri" pitchFamily="34" charset="0"/>
                <a:ea typeface="Calibri" pitchFamily="34" charset="-122"/>
                <a:cs typeface="Calibri" pitchFamily="34" charset="-120"/>
              </a:rPr>
              <a:t>Rata-rata Nilai Kelas 8A (contoh)</a:t>
            </a:r>
            <a:endParaRPr lang="en-US" sz="750" dirty="0"/>
          </a:p>
        </p:txBody>
      </p:sp>
      <p:sp>
        <p:nvSpPr>
          <p:cNvPr id="205" name="Shape 197"/>
          <p:cNvSpPr/>
          <p:nvPr/>
        </p:nvSpPr>
        <p:spPr>
          <a:xfrm>
            <a:off x="3559599" y="3143257"/>
            <a:ext cx="152019" cy="820420"/>
          </a:xfrm>
          <a:prstGeom prst="rect">
            <a:avLst/>
          </a:prstGeom>
          <a:solidFill>
            <a:srgbClr val="1F7A5C"/>
          </a:solidFill>
          <a:ln w="12700">
            <a:solidFill>
              <a:srgbClr val="1F7A5C"/>
            </a:solidFill>
            <a:prstDash val="solid"/>
          </a:ln>
        </p:spPr>
      </p:sp>
      <p:sp>
        <p:nvSpPr>
          <p:cNvPr id="206" name="Text 198"/>
          <p:cNvSpPr txBox="1"/>
          <p:nvPr/>
        </p:nvSpPr>
        <p:spPr>
          <a:xfrm>
            <a:off x="352702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Ahm</a:t>
            </a:r>
            <a:endParaRPr lang="en-US" sz="500" dirty="0"/>
          </a:p>
        </p:txBody>
      </p:sp>
      <p:sp>
        <p:nvSpPr>
          <p:cNvPr id="207" name="Shape 199"/>
          <p:cNvSpPr/>
          <p:nvPr/>
        </p:nvSpPr>
        <p:spPr>
          <a:xfrm>
            <a:off x="3776769" y="3159666"/>
            <a:ext cx="152019" cy="804012"/>
          </a:xfrm>
          <a:prstGeom prst="rect">
            <a:avLst/>
          </a:prstGeom>
          <a:solidFill>
            <a:srgbClr val="1F7A5C"/>
          </a:solidFill>
          <a:ln w="12700">
            <a:solidFill>
              <a:srgbClr val="1F7A5C"/>
            </a:solidFill>
            <a:prstDash val="solid"/>
          </a:ln>
        </p:spPr>
      </p:sp>
      <p:sp>
        <p:nvSpPr>
          <p:cNvPr id="208" name="Text 200"/>
          <p:cNvSpPr txBox="1"/>
          <p:nvPr/>
        </p:nvSpPr>
        <p:spPr>
          <a:xfrm>
            <a:off x="374419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Bil</a:t>
            </a:r>
            <a:endParaRPr lang="en-US" sz="500" dirty="0"/>
          </a:p>
        </p:txBody>
      </p:sp>
      <p:sp>
        <p:nvSpPr>
          <p:cNvPr id="209" name="Shape 201"/>
          <p:cNvSpPr/>
          <p:nvPr/>
        </p:nvSpPr>
        <p:spPr>
          <a:xfrm>
            <a:off x="3993939" y="3169318"/>
            <a:ext cx="152019" cy="794360"/>
          </a:xfrm>
          <a:prstGeom prst="rect">
            <a:avLst/>
          </a:prstGeom>
          <a:solidFill>
            <a:srgbClr val="1F7A5C"/>
          </a:solidFill>
          <a:ln w="12700">
            <a:solidFill>
              <a:srgbClr val="1F7A5C"/>
            </a:solidFill>
            <a:prstDash val="solid"/>
          </a:ln>
        </p:spPr>
      </p:sp>
      <p:sp>
        <p:nvSpPr>
          <p:cNvPr id="210" name="Text 202"/>
          <p:cNvSpPr txBox="1"/>
          <p:nvPr/>
        </p:nvSpPr>
        <p:spPr>
          <a:xfrm>
            <a:off x="396136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Fau</a:t>
            </a:r>
            <a:endParaRPr lang="en-US" sz="500" dirty="0"/>
          </a:p>
        </p:txBody>
      </p:sp>
      <p:sp>
        <p:nvSpPr>
          <p:cNvPr id="211" name="Shape 203"/>
          <p:cNvSpPr/>
          <p:nvPr/>
        </p:nvSpPr>
        <p:spPr>
          <a:xfrm>
            <a:off x="4211109" y="3198274"/>
            <a:ext cx="152019" cy="765404"/>
          </a:xfrm>
          <a:prstGeom prst="rect">
            <a:avLst/>
          </a:prstGeom>
          <a:solidFill>
            <a:srgbClr val="1F7A5C"/>
          </a:solidFill>
          <a:ln w="12700">
            <a:solidFill>
              <a:srgbClr val="1F7A5C"/>
            </a:solidFill>
            <a:prstDash val="solid"/>
          </a:ln>
        </p:spPr>
      </p:sp>
      <p:sp>
        <p:nvSpPr>
          <p:cNvPr id="212" name="Text 204"/>
          <p:cNvSpPr txBox="1"/>
          <p:nvPr/>
        </p:nvSpPr>
        <p:spPr>
          <a:xfrm>
            <a:off x="417853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Has</a:t>
            </a:r>
            <a:endParaRPr lang="en-US" sz="500" dirty="0"/>
          </a:p>
        </p:txBody>
      </p:sp>
      <p:sp>
        <p:nvSpPr>
          <p:cNvPr id="213" name="Shape 205"/>
          <p:cNvSpPr/>
          <p:nvPr/>
        </p:nvSpPr>
        <p:spPr>
          <a:xfrm>
            <a:off x="4428279" y="3094997"/>
            <a:ext cx="152019" cy="868680"/>
          </a:xfrm>
          <a:prstGeom prst="rect">
            <a:avLst/>
          </a:prstGeom>
          <a:solidFill>
            <a:srgbClr val="1F7A5C"/>
          </a:solidFill>
          <a:ln w="12700">
            <a:solidFill>
              <a:srgbClr val="1F7A5C"/>
            </a:solidFill>
            <a:prstDash val="solid"/>
          </a:ln>
        </p:spPr>
      </p:sp>
      <p:sp>
        <p:nvSpPr>
          <p:cNvPr id="214" name="Text 206"/>
          <p:cNvSpPr txBox="1"/>
          <p:nvPr/>
        </p:nvSpPr>
        <p:spPr>
          <a:xfrm>
            <a:off x="439570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Ilh</a:t>
            </a:r>
            <a:endParaRPr lang="en-US" sz="500" dirty="0"/>
          </a:p>
        </p:txBody>
      </p:sp>
      <p:sp>
        <p:nvSpPr>
          <p:cNvPr id="215" name="Shape 207"/>
          <p:cNvSpPr/>
          <p:nvPr/>
        </p:nvSpPr>
        <p:spPr>
          <a:xfrm>
            <a:off x="4645449" y="3246534"/>
            <a:ext cx="152019" cy="717144"/>
          </a:xfrm>
          <a:prstGeom prst="rect">
            <a:avLst/>
          </a:prstGeom>
          <a:solidFill>
            <a:srgbClr val="1F7A5C"/>
          </a:solidFill>
          <a:ln w="12700">
            <a:solidFill>
              <a:srgbClr val="1F7A5C"/>
            </a:solidFill>
            <a:prstDash val="solid"/>
          </a:ln>
        </p:spPr>
      </p:sp>
      <p:sp>
        <p:nvSpPr>
          <p:cNvPr id="216" name="Text 208"/>
          <p:cNvSpPr txBox="1"/>
          <p:nvPr/>
        </p:nvSpPr>
        <p:spPr>
          <a:xfrm>
            <a:off x="461287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Uma</a:t>
            </a:r>
            <a:endParaRPr lang="en-US" sz="500" dirty="0"/>
          </a:p>
        </p:txBody>
      </p:sp>
      <p:sp>
        <p:nvSpPr>
          <p:cNvPr id="217" name="Shape 209"/>
          <p:cNvSpPr/>
          <p:nvPr/>
        </p:nvSpPr>
        <p:spPr>
          <a:xfrm>
            <a:off x="4862619" y="3101754"/>
            <a:ext cx="152019" cy="861924"/>
          </a:xfrm>
          <a:prstGeom prst="rect">
            <a:avLst/>
          </a:prstGeom>
          <a:solidFill>
            <a:srgbClr val="1F7A5C"/>
          </a:solidFill>
          <a:ln w="12700">
            <a:solidFill>
              <a:srgbClr val="1F7A5C"/>
            </a:solidFill>
            <a:prstDash val="solid"/>
          </a:ln>
        </p:spPr>
      </p:sp>
      <p:sp>
        <p:nvSpPr>
          <p:cNvPr id="218" name="Text 210"/>
          <p:cNvSpPr txBox="1"/>
          <p:nvPr/>
        </p:nvSpPr>
        <p:spPr>
          <a:xfrm>
            <a:off x="483004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Yus</a:t>
            </a:r>
            <a:endParaRPr lang="en-US" sz="500" dirty="0"/>
          </a:p>
        </p:txBody>
      </p:sp>
      <p:sp>
        <p:nvSpPr>
          <p:cNvPr id="219" name="Shape 211"/>
          <p:cNvSpPr/>
          <p:nvPr/>
        </p:nvSpPr>
        <p:spPr>
          <a:xfrm>
            <a:off x="5079789" y="3191517"/>
            <a:ext cx="152019" cy="772160"/>
          </a:xfrm>
          <a:prstGeom prst="rect">
            <a:avLst/>
          </a:prstGeom>
          <a:solidFill>
            <a:srgbClr val="1F7A5C"/>
          </a:solidFill>
          <a:ln w="12700">
            <a:solidFill>
              <a:srgbClr val="1F7A5C"/>
            </a:solidFill>
            <a:prstDash val="solid"/>
          </a:ln>
        </p:spPr>
      </p:sp>
      <p:sp>
        <p:nvSpPr>
          <p:cNvPr id="220" name="Text 212"/>
          <p:cNvSpPr txBox="1"/>
          <p:nvPr/>
        </p:nvSpPr>
        <p:spPr>
          <a:xfrm>
            <a:off x="5047214" y="3972821"/>
            <a:ext cx="21717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Zai</a:t>
            </a:r>
            <a:endParaRPr lang="en-US" sz="500" dirty="0"/>
          </a:p>
        </p:txBody>
      </p:sp>
      <p:sp>
        <p:nvSpPr>
          <p:cNvPr id="221" name="Shape 213"/>
          <p:cNvSpPr/>
          <p:nvPr/>
        </p:nvSpPr>
        <p:spPr>
          <a:xfrm>
            <a:off x="3499592" y="3963677"/>
            <a:ext cx="1783080" cy="0"/>
          </a:xfrm>
          <a:prstGeom prst="line">
            <a:avLst/>
          </a:prstGeom>
          <a:noFill/>
          <a:ln w="6350">
            <a:solidFill>
              <a:srgbClr val="888888"/>
            </a:solidFill>
            <a:prstDash val="solid"/>
          </a:ln>
        </p:spPr>
      </p:sp>
      <p:sp>
        <p:nvSpPr>
          <p:cNvPr id="222" name="Shape 214"/>
          <p:cNvSpPr/>
          <p:nvPr/>
        </p:nvSpPr>
        <p:spPr>
          <a:xfrm>
            <a:off x="3270992" y="2820677"/>
            <a:ext cx="2157984" cy="1426464"/>
          </a:xfrm>
          <a:prstGeom prst="roundRect">
            <a:avLst>
              <a:gd name="adj" fmla="val 3205"/>
            </a:avLst>
          </a:prstGeom>
          <a:solidFill>
            <a:srgbClr val="FFFFFF">
              <a:alpha val="0"/>
            </a:srgbClr>
          </a:solidFill>
          <a:ln w="31750">
            <a:solidFill>
              <a:srgbClr val="E53935"/>
            </a:solidFill>
            <a:prstDash val="solid"/>
          </a:ln>
        </p:spPr>
      </p:sp>
      <p:sp>
        <p:nvSpPr>
          <p:cNvPr id="223" name="Shape 215"/>
          <p:cNvSpPr/>
          <p:nvPr/>
        </p:nvSpPr>
        <p:spPr>
          <a:xfrm>
            <a:off x="5291816" y="2683517"/>
            <a:ext cx="274320" cy="274320"/>
          </a:xfrm>
          <a:prstGeom prst="ellipse">
            <a:avLst/>
          </a:prstGeom>
          <a:solidFill>
            <a:srgbClr val="E53935"/>
          </a:solidFill>
          <a:ln w="12700">
            <a:solidFill>
              <a:srgbClr val="FFFFFF"/>
            </a:solidFill>
            <a:prstDash val="solid"/>
          </a:ln>
        </p:spPr>
      </p:sp>
      <p:sp>
        <p:nvSpPr>
          <p:cNvPr id="224" name="Text 216"/>
          <p:cNvSpPr txBox="1"/>
          <p:nvPr/>
        </p:nvSpPr>
        <p:spPr>
          <a:xfrm>
            <a:off x="5291816"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225" name="Image 6" descr="preencoded.png">    </p:cNvPr>
          <p:cNvPicPr>
            <a:picLocks noChangeAspect="1"/>
          </p:cNvPicPr>
          <p:nvPr/>
        </p:nvPicPr>
        <p:blipFill>
          <a:blip r:embed="rId7"/>
          <a:stretch>
            <a:fillRect/>
          </a:stretch>
        </p:blipFill>
        <p:spPr>
          <a:xfrm>
            <a:off x="4455140" y="3602489"/>
            <a:ext cx="237744" cy="237744"/>
          </a:xfrm>
          <a:prstGeom prst="rect">
            <a:avLst/>
          </a:prstGeom>
        </p:spPr>
      </p:pic>
      <p:sp>
        <p:nvSpPr>
          <p:cNvPr id="226" name="Text 2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27" name="Text 2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Column chart, beri judul</a:t>
            </a:r>
            <a:endParaRPr lang="en-US" sz="1800" dirty="0"/>
          </a:p>
        </p:txBody>
      </p:sp>
      <p:sp>
        <p:nvSpPr>
          <p:cNvPr id="228" name="Text 2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Chart editor, pilih Chart type: Column chart. Tab Customize › Chart &amp; axis titles › ketik judul grafik.</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Database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membuat Database Kelas (data contoh atau hasil formulir Modul 1) yang memenuhi: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10 baris data dan 5 kolom, baris judul rapi, bergaris tepi.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2 rumus (misalnya AVERAGE, SUM, MAX, COUNT).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Filter aktif dan data sudah diurutkan menurut satu kolom.</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grafik dengan jenis yang tepat dan judul yang jelas.</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2: Google Sheets · Pertemuan 06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 dapat diurutkan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Filter dapat menyaring data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grafik dengan judul yang jelas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Database berisi minimal 10 baris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Kapan Sort dan Filter bermanfaat di pesantren?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Grafik apa yang paling cocok untuk datamu?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Sajikan data apa adanya: grafik yang jujur tidak menyesatkan pembaca.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3: Data dan Database.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2 - Google Sheets</dc:title>
  <dc:subject>PptxGenJS Presentation</dc:subject>
  <dc:creator>PptxGenJS</dc:creator>
  <cp:lastModifiedBy>PptxGenJS</cp:lastModifiedBy>
  <cp:revision>1</cp:revision>
  <dcterms:created xsi:type="dcterms:W3CDTF">2026-10-01T20:06:53Z</dcterms:created>
  <dcterms:modified xsi:type="dcterms:W3CDTF">2026-10-01T20:06:53Z</dcterms:modified>
</cp:coreProperties>
</file>