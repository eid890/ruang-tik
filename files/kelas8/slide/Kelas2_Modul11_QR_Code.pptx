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11: QR Code — Proyek: Digital Information Board
Terdiri dari 3 pertemuan (Pertemuan 31–33 Kelas VIII),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QR code dibuat dengan fitur bawaan browser Chrome/Edge (klik kanan › Create QR code for this page) atau aplikasi QR Code di Canva. Tidak perlu situs pembuat QR pihak ketiga.
- QR code menuju dokumen Google (Docs/Forms) hanya bisa dibuka orang lain bila akses dokumen diatur "Anyone with the link" (Viewer). Atur ini hanya untuk dokumen yang memang boleh dibaca umum, dengan persetujuan guru/pimpinan.
- Pertemuan 33: siapkan izin tempat menempel papan informasi (mading kelas, perpustakaan, masjid).
- Ajarkan keamanan: santri hanya memindai QR dari sumber terpercaya dan selalu membaca alamat sebelum membukanya.
CATATAN
Fitur QR di Chrome/Edge: klik kanan di area kosong halaman › Create QR code for this page. Pada versi lain, ada di ikon berbagi pada kolom alamat atau menu titik tiga › Cast, save, and share › Create QR code.
Kamera HP modern umumnya bisa langsung memindai QR. Jika tidak, gunakan Google 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ke-31, dengan judul "Mengenal QR Code". Kita akan belajar membuat kotak kecil yang menghubungkan dunia nyata dengan website.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website kalian sudah online. Siapa yang ingat alamat website kelompok kalian berawalan apa?
(Tunggu jawaban: https, dan berakhir github.io.)
Sekarang pertanyaan hari ini. Coba pikirkan sejenak:
"Di mana saja kalian pernah melihat kotak hitam-putih berpola seperti papan catur kecil?"
(Beri waktu 1 menit. Minta 2–3 santri menjawab. Hargai semua jawaban.)
Di bungkus makanan, di tempat pembayaran, di tiket, di brosur. Itulah QR CODE. Dengan QR code, alamat website yang panjang bisa dibuka cukup dengan mengarahkan kamera HP. Hari ini kita membuat QR code untuk website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QR adalah singkatan dari Quick Response, artinya tanggapan cepat. QR code adalah kode berbentuk gambar kotak berpola hitam-putih yang menyimpan teks, biasanya berupa alamat website.
Cara kerjanya: kamera HP membaca pola kotak-kotak itu, mengubahnya kembali menjadi teks, lalu menampilkan alamat yang tersimpan. Kita tinggal mengetuk alamat itu untuk membukanya.
Manfaatnya: menghubungkan dunia nyata dengan dunia digital. Dari selembar kertas atau poster di dinding, orang bisa langsung membuka website, formulir, atau dokumen, tanpa mengetik alamat yang panjang.
Tiga kotak besar di sudut QR adalah penanda posisi, agar kamera tahu arah QR dari sudut mana pun.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QR code bisa disalahgunakan. Penipu bisa menempel QR palsu yang mengarah ke website jahat. Penipuan seperti ini disebut quishing, gabungan QR dan phishing.
Cara memindai yang AMAN:
Selalu baca alamat yang muncul di layar sebelum membukanya.
Pindai hanya QR dari sumber terpercaya, misalnya papan resmi pondok.
Pastikan alamatnya sesuai yang diharapkan.
Yang perlu DIWASPADAI:
QR tempelan yang ditempel di atas QR lain.
Alamat yang aneh atau salah eja, misalnya g nol nol gle, atau nama yang menjanjikan hadiah.
Website yang langsung meminta kata sandi atau data pribadi.
Ini adalah tabayyun di era digital: periksa dulu sebelum percaya.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Kita membuat QR code menuju website kelompok kalian, lalu memindainya dengan HP. Siapkan HP yang disediakan.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website online kelompok kalian di Chrome atau Edge. Klik kanan di area kosong halaman, bukan di gambar atau tulisan.
Muncul menu. Cari pilihan Create QR code for this page, artinya buat QR code untuk halaman ini, yang ditandai kotak merah. Klik.
Jika pilihan itu tidak ada, coba klik ikon berbagi di kolom alamat atau menu titik tiga, lalu cari Create QR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Muncul kotak kecil bertuliskan Scan QR code, berisi gambar QR dan alamat halaman di bawahnya.
Periksa alamat yang tertulis, yang ditandai kotak merah. Pastikan benar alamat website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Klik tombol Download. Gambar QR tersimpan di folder Downloads.
Pindahkan ke folder Portofolio, Proyek, dan ganti namanya menjadi qr, tanda hubung, website, tanda hubung, kel, dan nomor kelompok. Huruf kecil, tanpa spasi.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Buka gambar QR di layar komputer. Lalu buka aplikasi kamera di HP, dan arahkan ke QR code di layar. Tidak perlu menekan tombol foto.
Dalam satu-dua detik, muncul tulisan alamat di layar HP, yang ditandai kotak merah. Jika kamera HP tidak bisa membaca QR, gunakan aplikasi Google 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Baca alamat yang muncul terlebih dahulu. Jika benar alamat website kelompok kalian, ketuk untuk membukanya.
Website terbuka di HP. Kalian baru saja menghubungkan gambar kecil dengan website buatan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Latihan waspada. Perhatikan contoh hasil pindai di layar: alamatnya hadiah tanda hubung santri tanda hubung gratis titik xyz garis miring login.
Aman atau mencurigakan? Mengapa?
(Tunggu jawaban santri.)
Mencurigakan, karena: menjanjikan hadiah, bukan alamat yang kita kenal, dan langsung mengarah ke halaman login yang meminta kata sandi. QR seperti ini jangan dibuka. Laporkan kepada guru atau pengurus jika menemukannya.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Kerjakan: simpan file QR website kelompok, pastikan berhasil dipindai di HP, tulis tiga ciri QR mencurigakan, dan tiga tempat di pesantren yang cocok diberi QR code.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bisa menjelaskan cara kerja QR?
- qR website berhasil dibuat?
- qR berhasil dipindai dengan HP?
- alamat dibaca sebelum dibuka?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alamat harus dibaca sebelum membuka QR?
Pertanyaan kedua: di mana QR code bermanfaat di pesantren?
(Minta 2–3 santri menjawab secara bergantian.)
Pesan adab kita hari ini: waspadalah tanpa berprasangka buruk. Periksa dulu sebelum percaya, seperti perintah tabayyun dalam Al-Qur'an. Sikap ini melindungi diri kita dan orang lain dari penipuan.
Pekan depan: membuat QR code menuju dokumen, formulir, dan halaman lain.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ke-32, dengan judul "QR untuk Dokumen &amp; Formulir". Kita akan membuat QR code menuju berbagai informasi: dokumen, formulir, dan halaman website.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QR code website. Siapa yang ingat, apa yang harus dilakukan sebelum membuka hasil pindai QR?
(Tunggu jawaban: membaca alamatnya terlebih dahulu.)
Sekarang pertanyaan hari ini. Coba pikirkan sejenak:
"Bagaimana jika tata tertib asrama bisa dibaca lengkap cukup dengan memindai satu QR di dinding?"
(Beri waktu 1 menit. Minta 2–3 santri menjawab. Hargai semua jawaban.)
Itu sangat praktis. Kertas di dinding cukup berisi ringkasan dan QR, sedangkan isi lengkapnya ada di dokumen digital yang bisa diperbarui kapan saja. Hari ini kita membuat QR untuk dokumen, formulir, dan halaman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QR code bisa mengarah ke berbagai informasi.
HALAMAN WEBSITE: website kelas, landing page pondok, atau halaman profil.
DOKUMEN: tata tertib asrama, jadwal piket, atau pengumuman di Google Docs.
FORMULIR: pendaftaran kegiatan atau survei kebersihan di Google Forms, seperti yang kita buat di Modul 1.
PERPUSTAKAAN: daftar buku atau formulir usulan buku.
Keuntungannya: kertas di dinding tidak perlu diganti setiap ada perubahan. Cukup perbarui dokumennya, QR-nya tetap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Dokumen Google hanya bisa dibuka orang lain lewat QR jika aksesnya diatur Anyone with the link, artinya siapa saja yang memiliki link. Karena QR bisa dipindai siapa saja, pilihlah dokumen dengan bijak.
Yang BOLEH dibuka umum: tata tertib asrama, jadwal piket, pengumuman kegiatan, dan formulir pendaftaran ekskul.
Yang harus TETAP RESTRICTED atau terbatas: daftar nilai santri, data pribadi santri dan wali, catatan pelanggaran, atau keuangan.
Pengaturan akses dokumen dilakukan oleh guru atau dengan persetujuan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Setiap kelompok membuat minimal tiga QR: satu untuk website, satu untuk dokumen, dan satu untuk formulir. Siapkan HP untuk menguji.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Buat dokumen singkat di Google Docs yang boleh dibaca umum, misalnya Tata Tertib Ruang Komputer, atau Jadwal Piket Kelas.
Tulis dengan rapi: judul dan beberapa butir aturan atau jadwal.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Klik tombol Share. Pada bagian General access, klik Restricted, lalu ubah menjadi Anyone with the link. Pastikan perannya Viewer, artinya hanya bisa melihat, bukan mengedit.
Ingat: lakukan hanya untuk dokumen yang boleh dibaca umum, dengan izin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Klik Copy link untuk menyalin alamat dokumen, lalu klik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Buka tab baru di browser, tempel link dengan Ctrl V, lalu tekan Enter. Dokumen terbuka.
Klik kanan di area kosong, pilih Create QR code for this page, lalu Download. Ganti nama file menjadi qr-tata-tertib.png.
Untuk formulir dari Modul 1: buka formulir, klik Send, ikon link, Copy, lalu lakukan langkah yang sama. Simpan sebagai qr-formulir-ekskul.png.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Uji QR dengan HP yang TIDAK login akun kelas, karena pengunjung nanti juga tidak login.
Jika dokumen terbuka dan bisa dibaca, akses sudah benar. Jika muncul tulisan You need access, artinya akses masih Restricted. Kembali ke langkah dua.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QR tanpa label membingungkan, karena semua QR terlihat sama. Siapkan label untuk setiap QR: judul singkat dan kalimat ajakan yang diawali Pindai untuk.
Contoh: Website Kelas 8A, pindai untuk mengunjungi website kelas. Tata Tertib, pindai untuk membaca tata tertib. Daftar Ekskul, pindai untuk mendaftar ekstrakurikuler.
Label yang jelas juga membantu orang memastikan QR itu asli. Kita akan memakainya pekan depan di papan informasi.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Siapkan untuk pekan depan: minimal tiga file QR, semuanya sudah diuji dari HP yang tidak login, label untuk setiap QR, dan daftar dokumen yang aksesnya dibuka umum dengan persetujuan guru.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akses dokumen diatur dengan benar?
- ada minimal 3 QR berbeda?
- setiap QR diberi label?
- semua QR berhasil dipindai?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akses dokumen harus diatur sebelum dibuat QR?
Pertanyaan kedua: mengapa QR perlu label?
(Minta 2–3 santri menjawab secara bergantian.)
Pesan adab kita hari ini: bagikan hanya informasi yang memang boleh diketahui umum. Rahasia, seperti nilai dan data pribadi, tetap dijaga. Menjaga rahasia adalah amanah.
Pekan depan: proyek Digital Information Board.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ke-33, dengan judul "Digital Information Board". Hari ini kita menyelesaikan proyek Modul 11: papan informasi digital untuk pesantren.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QR untuk dokumen dan formulir. Siapa yang ingat, pengaturan akses apa yang membuat dokumen bisa dibuka lewat QR?
(Tunggu jawaban: Anyone with the link, sebagai Viewer.)
Sekarang pertanyaan hari ini. Coba pikirkan sejenak:
"Mading biasa hanya memuat beberapa lembar kertas. Bagaimana jika satu papan bisa memuat informasi yang jauh lebih banyak?"
(Beri waktu 1 menit. Minta 2–3 santri menjawab. Hargai semua jawaban.)
Dengan QR code, satu lembar papan bisa menghubungkan ke banyak informasi: website, dokumen, formulir. Inilah DIGITAL INFORMATION BOARD, papan informasi digital. Hari ini setiap kelompok membuatnya untuk satu tempat di pesantren.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contoh Digital Information Board untuk ruang komputer di layar. Ada tiga bagian.
Nomor 1, HEADER: logo pondok dan judul tempat, misalnya Papan Informasi Ruang Komputer.
Nomor 2, QR BERLABEL: empat QR code tersusun rapi dalam kisi, masing-masing dengan label: website kelas, tata tertib, daftar ekskul, dan jadwal piket.
Nomor 3, PETUNJUK DAN PEMBUAT di bagian bawah: pindai dengan kamera HP, dibuat oleh kelompok berapa.
Ingat prinsip desain dari Kelas VII: kontras, perataan, pengulangan, dan kedekatan. QR dan labelnya harus berdekatan.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kelompok memilih satu tempat di pesantren dan informasinya.
PERPUSTAKAAN: QR daftar buku, formulir usulan buku, dan tata tertib perpustakaan.
RUANG KELAS: QR website kelas, jadwal piket, dan pengumuman kegiatan.
MASJID atau MUSHOLA: QR jadwal kajian, dan karya Kelas VII seperti Nasihat 1 Menit dan Video Adab, jika diizinkan.
KANTIN: QR survei menu kantin dan formulir saran, seperti yang dibuat di Modul 1.
Pilih tempat yang memang membutuhkan informasi, dan minta izin pengelola tempat 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Siapkan file-file QR dan label dari pekan lalu. Masuk ke Canva dengan akun pondok.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canva.com dengan akun pondok. Cari Poster Portrait atau A4 Document. Beri nama desain: Papan Info, garis bawah, nama tempat, garis bawah, nomor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Tambahkan kotak hijau tua di bagian atas sebagai header. Klik Uploads dan masukkan logo pondok di kiri. Tambahkan judul di sebelahnya: Papan Informasi, dan nama tempat, dengan huruf putih tebal.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Klik Uploads, lalu Upload files. Pilih semua file QR dari folder Proyek. Setelah terunggah, seret satu per satu ke desain, tanda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Samakan ukuran semua QR. Saat dicetak, QR minimal sekitar 3 sentimeter agar mudah dipindai. Susun dalam dua kolom yang rapi.
Tulis label tepat di bawah setiap QR. Di bagian paling bawah, tambahkan petunjuk: Pindai dengan kamera HP, dan nama kelompok serta kelas.
Jangan meletakkan QR terlalu dekat satu sama lain, agar kamera tidak membaca QR yang salah.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Sebelum mengunduh, uji setiap QR langsung dari layar komputer dengan HP. Pastikan semuanya membuka alamat yang benar.
Jika semua benar, klik Share, Download. Pada File type, pilih PDF Print, tanda a, agar kualitas cetaknya tajam. Klik Download, tanda b.
Simpan di folder Proyek. Jika ada printer, cetak papan informasi.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Tempel papan informasi di tempat yang sudah diizinkan, misalnya mading kelas atau dinding ruang komputer.
Uji setiap QR dari kertas dengan beberapa HP yang berbeda. Ajak teman dari kelompok lain mencoba.
(Kunjungi papan setiap kelompok bersama-sama. Minta kelompok menjelaskan isi papannya.)
Masya Allah, kalian telah menghubungkan dinding pesantren dengan dunia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dinyatakan selesai jika: papan memuat logo, judul tempat, dan minimal tiga QR berlabel; desainnya rapi; semua QR terbuka dari HP yang tidak login dan isinya boleh dibaca umum; serta sudah dipasang di tempat yang diizinkan.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papan memuat minimal 3 QR berlabel?
- desain rapi dengan logo pondok?
- semua QR dapat dipindai?
- dipasang di tempat yang diizinkan?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QR mana yang paling sering dipindai teman-teman?
Pertanyaan kedua: informasi apa lagi yang bisa ditambahkan ke papan?
(Minta 2–3 santri menjawab secara bergantian.)
Pesan adab kita hari ini: pasang informasi di tempat yang diizinkan dan jaga kerapiannya. Jika informasi berubah, perbarui dokumennya agar papan tetap bermanfaat.
Pekan depan: Modul 12: Proyek Akhir Kelas VIII, Digital Information System. Alhamdulillah, Modul 11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slideLayout" Target="../slideLayouts/slideLayout1.xml"/><Relationship Id="rId1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1.png"/><Relationship Id="rId12" Type="http://schemas.openxmlformats.org/officeDocument/2006/relationships/image" Target="../media/image-24-12.png"/><Relationship Id="rId13" Type="http://schemas.openxmlformats.org/officeDocument/2006/relationships/slideLayout" Target="../slideLayouts/slideLayout1.xml"/><Relationship Id="rId1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2.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slideLayout" Target="../slideLayouts/slideLayout1.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image" Target="../media/image-39-10.png"/><Relationship Id="rId11" Type="http://schemas.openxmlformats.org/officeDocument/2006/relationships/image" Target="../media/image-39-2.png"/><Relationship Id="rId12" Type="http://schemas.openxmlformats.org/officeDocument/2006/relationships/image" Target="../media/image-39-12.png"/><Relationship Id="rId13" Type="http://schemas.openxmlformats.org/officeDocument/2006/relationships/slideLayout" Target="../slideLayouts/slideLayout1.xml"/><Relationship Id="rId1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image" Target="../media/image-40-2.png"/><Relationship Id="rId12" Type="http://schemas.openxmlformats.org/officeDocument/2006/relationships/image" Target="../media/image-40-12.png"/><Relationship Id="rId13" Type="http://schemas.openxmlformats.org/officeDocument/2006/relationships/image" Target="../media/image-40-13.png"/><Relationship Id="rId14" Type="http://schemas.openxmlformats.org/officeDocument/2006/relationships/slideLayout" Target="../slideLayouts/slideLayout1.xml"/><Relationship Id="rId1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10.png"/><Relationship Id="rId11" Type="http://schemas.openxmlformats.org/officeDocument/2006/relationships/image" Target="../media/image-41-2.png"/><Relationship Id="rId12" Type="http://schemas.openxmlformats.org/officeDocument/2006/relationships/image" Target="../media/image-41-12.png"/><Relationship Id="rId13" Type="http://schemas.openxmlformats.org/officeDocument/2006/relationships/slideLayout" Target="../slideLayouts/slideLayout1.xml"/><Relationship Id="rId1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image" Target="../media/image-42-10.png"/><Relationship Id="rId11" Type="http://schemas.openxmlformats.org/officeDocument/2006/relationships/image" Target="../media/image-42-2.png"/><Relationship Id="rId12" Type="http://schemas.openxmlformats.org/officeDocument/2006/relationships/image" Target="../media/image-42-12.png"/><Relationship Id="rId13" Type="http://schemas.openxmlformats.org/officeDocument/2006/relationships/image" Target="../media/image-42-13.png"/><Relationship Id="rId14" Type="http://schemas.openxmlformats.org/officeDocument/2006/relationships/slideLayout" Target="../slideLayouts/slideLayout1.xml"/><Relationship Id="rId1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2.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2 WUSTHA  ·  SEMESTER 2  ·  MODUL 11</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QR Code</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Digital Information Board</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memahami cara kerja QR code dan keamanannya, membuat QR code menuju website, dokumen, dan formulir, lalu merancang papan informasi digital yang bisa dipindai dengan HP.</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31</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Mengenal QR Code</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32</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QR untuk Dokumen &amp; Formulir</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33</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Digital Information Board</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Browser Chrome/Edge (fitur QR bawaan), Canva akun pondok, Google Drive/Docs/Forms, HP untuk memindai, printer (opsional)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31</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Mengenal QR Code</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Cara kerja, manfaat, dan keamanan</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11: QR Code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Di mana saja kalian pernah melihat kotak hitam-putih berpola seperti papan catur kecil?</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31</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pengertian dan cara kerja QR code</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Mengenali bahaya QR palsu dan cara memindai dengan aman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QR code menuju website dengan browser</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QR Code?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731520" y="1325880"/>
            <a:ext cx="2377440" cy="2377440"/>
          </a:xfrm>
          <a:prstGeom prst="rect">
            <a:avLst/>
          </a:prstGeom>
          <a:solidFill>
            <a:srgbClr val="FFFFFF"/>
          </a:solidFill>
          <a:ln w="12700">
            <a:solidFill>
              <a:srgbClr val="FFFFFF"/>
            </a:solidFill>
            <a:prstDash val="solid"/>
          </a:ln>
        </p:spPr>
      </p:sp>
      <p:sp>
        <p:nvSpPr>
          <p:cNvPr id="10" name="Shape 6"/>
          <p:cNvSpPr/>
          <p:nvPr/>
        </p:nvSpPr>
        <p:spPr>
          <a:xfrm>
            <a:off x="731520" y="1325880"/>
            <a:ext cx="339634" cy="339634"/>
          </a:xfrm>
          <a:prstGeom prst="rect">
            <a:avLst/>
          </a:prstGeom>
          <a:solidFill>
            <a:srgbClr val="111111"/>
          </a:solidFill>
          <a:ln w="12700">
            <a:solidFill>
              <a:srgbClr val="111111"/>
            </a:solidFill>
            <a:prstDash val="solid"/>
          </a:ln>
        </p:spPr>
      </p:sp>
      <p:sp>
        <p:nvSpPr>
          <p:cNvPr id="11" name="Shape 7"/>
          <p:cNvSpPr/>
          <p:nvPr/>
        </p:nvSpPr>
        <p:spPr>
          <a:xfrm>
            <a:off x="1071154" y="1325880"/>
            <a:ext cx="339634" cy="339634"/>
          </a:xfrm>
          <a:prstGeom prst="rect">
            <a:avLst/>
          </a:prstGeom>
          <a:solidFill>
            <a:srgbClr val="111111"/>
          </a:solidFill>
          <a:ln w="12700">
            <a:solidFill>
              <a:srgbClr val="111111"/>
            </a:solidFill>
            <a:prstDash val="solid"/>
          </a:ln>
        </p:spPr>
      </p:sp>
      <p:sp>
        <p:nvSpPr>
          <p:cNvPr id="12" name="Shape 8"/>
          <p:cNvSpPr/>
          <p:nvPr/>
        </p:nvSpPr>
        <p:spPr>
          <a:xfrm>
            <a:off x="1410789" y="1325880"/>
            <a:ext cx="339634" cy="339634"/>
          </a:xfrm>
          <a:prstGeom prst="rect">
            <a:avLst/>
          </a:prstGeom>
          <a:solidFill>
            <a:srgbClr val="111111"/>
          </a:solidFill>
          <a:ln w="12700">
            <a:solidFill>
              <a:srgbClr val="111111"/>
            </a:solidFill>
            <a:prstDash val="solid"/>
          </a:ln>
        </p:spPr>
      </p:sp>
      <p:sp>
        <p:nvSpPr>
          <p:cNvPr id="13" name="Shape 9"/>
          <p:cNvSpPr/>
          <p:nvPr/>
        </p:nvSpPr>
        <p:spPr>
          <a:xfrm>
            <a:off x="2090057" y="1325880"/>
            <a:ext cx="339634" cy="339634"/>
          </a:xfrm>
          <a:prstGeom prst="rect">
            <a:avLst/>
          </a:prstGeom>
          <a:solidFill>
            <a:srgbClr val="111111"/>
          </a:solidFill>
          <a:ln w="12700">
            <a:solidFill>
              <a:srgbClr val="111111"/>
            </a:solidFill>
            <a:prstDash val="solid"/>
          </a:ln>
        </p:spPr>
      </p:sp>
      <p:sp>
        <p:nvSpPr>
          <p:cNvPr id="14" name="Shape 10"/>
          <p:cNvSpPr/>
          <p:nvPr/>
        </p:nvSpPr>
        <p:spPr>
          <a:xfrm>
            <a:off x="2429691" y="1325880"/>
            <a:ext cx="339634" cy="339634"/>
          </a:xfrm>
          <a:prstGeom prst="rect">
            <a:avLst/>
          </a:prstGeom>
          <a:solidFill>
            <a:srgbClr val="111111"/>
          </a:solidFill>
          <a:ln w="12700">
            <a:solidFill>
              <a:srgbClr val="111111"/>
            </a:solidFill>
            <a:prstDash val="solid"/>
          </a:ln>
        </p:spPr>
      </p:sp>
      <p:sp>
        <p:nvSpPr>
          <p:cNvPr id="15" name="Shape 11"/>
          <p:cNvSpPr/>
          <p:nvPr/>
        </p:nvSpPr>
        <p:spPr>
          <a:xfrm>
            <a:off x="2769326" y="1325880"/>
            <a:ext cx="339634" cy="339634"/>
          </a:xfrm>
          <a:prstGeom prst="rect">
            <a:avLst/>
          </a:prstGeom>
          <a:solidFill>
            <a:srgbClr val="111111"/>
          </a:solidFill>
          <a:ln w="12700">
            <a:solidFill>
              <a:srgbClr val="111111"/>
            </a:solidFill>
            <a:prstDash val="solid"/>
          </a:ln>
        </p:spPr>
      </p:sp>
      <p:sp>
        <p:nvSpPr>
          <p:cNvPr id="16" name="Shape 12"/>
          <p:cNvSpPr/>
          <p:nvPr/>
        </p:nvSpPr>
        <p:spPr>
          <a:xfrm>
            <a:off x="731520" y="1665514"/>
            <a:ext cx="339634" cy="339634"/>
          </a:xfrm>
          <a:prstGeom prst="rect">
            <a:avLst/>
          </a:prstGeom>
          <a:solidFill>
            <a:srgbClr val="111111"/>
          </a:solidFill>
          <a:ln w="12700">
            <a:solidFill>
              <a:srgbClr val="111111"/>
            </a:solidFill>
            <a:prstDash val="solid"/>
          </a:ln>
        </p:spPr>
      </p:sp>
      <p:sp>
        <p:nvSpPr>
          <p:cNvPr id="17" name="Shape 13"/>
          <p:cNvSpPr/>
          <p:nvPr/>
        </p:nvSpPr>
        <p:spPr>
          <a:xfrm>
            <a:off x="1410789" y="1665514"/>
            <a:ext cx="339634" cy="339634"/>
          </a:xfrm>
          <a:prstGeom prst="rect">
            <a:avLst/>
          </a:prstGeom>
          <a:solidFill>
            <a:srgbClr val="111111"/>
          </a:solidFill>
          <a:ln w="12700">
            <a:solidFill>
              <a:srgbClr val="111111"/>
            </a:solidFill>
            <a:prstDash val="solid"/>
          </a:ln>
        </p:spPr>
      </p:sp>
      <p:sp>
        <p:nvSpPr>
          <p:cNvPr id="18" name="Shape 14"/>
          <p:cNvSpPr/>
          <p:nvPr/>
        </p:nvSpPr>
        <p:spPr>
          <a:xfrm>
            <a:off x="2090057" y="1665514"/>
            <a:ext cx="339634" cy="339634"/>
          </a:xfrm>
          <a:prstGeom prst="rect">
            <a:avLst/>
          </a:prstGeom>
          <a:solidFill>
            <a:srgbClr val="111111"/>
          </a:solidFill>
          <a:ln w="12700">
            <a:solidFill>
              <a:srgbClr val="111111"/>
            </a:solidFill>
            <a:prstDash val="solid"/>
          </a:ln>
        </p:spPr>
      </p:sp>
      <p:sp>
        <p:nvSpPr>
          <p:cNvPr id="19" name="Shape 15"/>
          <p:cNvSpPr/>
          <p:nvPr/>
        </p:nvSpPr>
        <p:spPr>
          <a:xfrm>
            <a:off x="2769326" y="1665514"/>
            <a:ext cx="339634" cy="339634"/>
          </a:xfrm>
          <a:prstGeom prst="rect">
            <a:avLst/>
          </a:prstGeom>
          <a:solidFill>
            <a:srgbClr val="111111"/>
          </a:solidFill>
          <a:ln w="12700">
            <a:solidFill>
              <a:srgbClr val="111111"/>
            </a:solidFill>
            <a:prstDash val="solid"/>
          </a:ln>
        </p:spPr>
      </p:sp>
      <p:sp>
        <p:nvSpPr>
          <p:cNvPr id="20" name="Shape 16"/>
          <p:cNvSpPr/>
          <p:nvPr/>
        </p:nvSpPr>
        <p:spPr>
          <a:xfrm>
            <a:off x="731520" y="2005149"/>
            <a:ext cx="339634" cy="339634"/>
          </a:xfrm>
          <a:prstGeom prst="rect">
            <a:avLst/>
          </a:prstGeom>
          <a:solidFill>
            <a:srgbClr val="111111"/>
          </a:solidFill>
          <a:ln w="12700">
            <a:solidFill>
              <a:srgbClr val="111111"/>
            </a:solidFill>
            <a:prstDash val="solid"/>
          </a:ln>
        </p:spPr>
      </p:sp>
      <p:sp>
        <p:nvSpPr>
          <p:cNvPr id="21" name="Shape 17"/>
          <p:cNvSpPr/>
          <p:nvPr/>
        </p:nvSpPr>
        <p:spPr>
          <a:xfrm>
            <a:off x="1071154" y="2005149"/>
            <a:ext cx="339634" cy="339634"/>
          </a:xfrm>
          <a:prstGeom prst="rect">
            <a:avLst/>
          </a:prstGeom>
          <a:solidFill>
            <a:srgbClr val="111111"/>
          </a:solidFill>
          <a:ln w="12700">
            <a:solidFill>
              <a:srgbClr val="111111"/>
            </a:solidFill>
            <a:prstDash val="solid"/>
          </a:ln>
        </p:spPr>
      </p:sp>
      <p:sp>
        <p:nvSpPr>
          <p:cNvPr id="22" name="Shape 18"/>
          <p:cNvSpPr/>
          <p:nvPr/>
        </p:nvSpPr>
        <p:spPr>
          <a:xfrm>
            <a:off x="1410789" y="2005149"/>
            <a:ext cx="339634" cy="339634"/>
          </a:xfrm>
          <a:prstGeom prst="rect">
            <a:avLst/>
          </a:prstGeom>
          <a:solidFill>
            <a:srgbClr val="111111"/>
          </a:solidFill>
          <a:ln w="12700">
            <a:solidFill>
              <a:srgbClr val="111111"/>
            </a:solidFill>
            <a:prstDash val="solid"/>
          </a:ln>
        </p:spPr>
      </p:sp>
      <p:sp>
        <p:nvSpPr>
          <p:cNvPr id="23" name="Shape 19"/>
          <p:cNvSpPr/>
          <p:nvPr/>
        </p:nvSpPr>
        <p:spPr>
          <a:xfrm>
            <a:off x="2090057" y="2005149"/>
            <a:ext cx="339634" cy="339634"/>
          </a:xfrm>
          <a:prstGeom prst="rect">
            <a:avLst/>
          </a:prstGeom>
          <a:solidFill>
            <a:srgbClr val="111111"/>
          </a:solidFill>
          <a:ln w="12700">
            <a:solidFill>
              <a:srgbClr val="111111"/>
            </a:solidFill>
            <a:prstDash val="solid"/>
          </a:ln>
        </p:spPr>
      </p:sp>
      <p:sp>
        <p:nvSpPr>
          <p:cNvPr id="24" name="Shape 20"/>
          <p:cNvSpPr/>
          <p:nvPr/>
        </p:nvSpPr>
        <p:spPr>
          <a:xfrm>
            <a:off x="2429691" y="2005149"/>
            <a:ext cx="339634" cy="339634"/>
          </a:xfrm>
          <a:prstGeom prst="rect">
            <a:avLst/>
          </a:prstGeom>
          <a:solidFill>
            <a:srgbClr val="111111"/>
          </a:solidFill>
          <a:ln w="12700">
            <a:solidFill>
              <a:srgbClr val="111111"/>
            </a:solidFill>
            <a:prstDash val="solid"/>
          </a:ln>
        </p:spPr>
      </p:sp>
      <p:sp>
        <p:nvSpPr>
          <p:cNvPr id="25" name="Shape 21"/>
          <p:cNvSpPr/>
          <p:nvPr/>
        </p:nvSpPr>
        <p:spPr>
          <a:xfrm>
            <a:off x="2769326" y="2005149"/>
            <a:ext cx="339634" cy="339634"/>
          </a:xfrm>
          <a:prstGeom prst="rect">
            <a:avLst/>
          </a:prstGeom>
          <a:solidFill>
            <a:srgbClr val="111111"/>
          </a:solidFill>
          <a:ln w="12700">
            <a:solidFill>
              <a:srgbClr val="111111"/>
            </a:solidFill>
            <a:prstDash val="solid"/>
          </a:ln>
        </p:spPr>
      </p:sp>
      <p:sp>
        <p:nvSpPr>
          <p:cNvPr id="26" name="Shape 22"/>
          <p:cNvSpPr/>
          <p:nvPr/>
        </p:nvSpPr>
        <p:spPr>
          <a:xfrm>
            <a:off x="1750423" y="2344783"/>
            <a:ext cx="339634" cy="339634"/>
          </a:xfrm>
          <a:prstGeom prst="rect">
            <a:avLst/>
          </a:prstGeom>
          <a:solidFill>
            <a:srgbClr val="111111"/>
          </a:solidFill>
          <a:ln w="12700">
            <a:solidFill>
              <a:srgbClr val="111111"/>
            </a:solidFill>
            <a:prstDash val="solid"/>
          </a:ln>
        </p:spPr>
      </p:sp>
      <p:sp>
        <p:nvSpPr>
          <p:cNvPr id="27" name="Shape 23"/>
          <p:cNvSpPr/>
          <p:nvPr/>
        </p:nvSpPr>
        <p:spPr>
          <a:xfrm>
            <a:off x="731520" y="2684417"/>
            <a:ext cx="339634" cy="339634"/>
          </a:xfrm>
          <a:prstGeom prst="rect">
            <a:avLst/>
          </a:prstGeom>
          <a:solidFill>
            <a:srgbClr val="111111"/>
          </a:solidFill>
          <a:ln w="12700">
            <a:solidFill>
              <a:srgbClr val="111111"/>
            </a:solidFill>
            <a:prstDash val="solid"/>
          </a:ln>
        </p:spPr>
      </p:sp>
      <p:sp>
        <p:nvSpPr>
          <p:cNvPr id="28" name="Shape 24"/>
          <p:cNvSpPr/>
          <p:nvPr/>
        </p:nvSpPr>
        <p:spPr>
          <a:xfrm>
            <a:off x="1410789" y="2684417"/>
            <a:ext cx="339634" cy="339634"/>
          </a:xfrm>
          <a:prstGeom prst="rect">
            <a:avLst/>
          </a:prstGeom>
          <a:solidFill>
            <a:srgbClr val="111111"/>
          </a:solidFill>
          <a:ln w="12700">
            <a:solidFill>
              <a:srgbClr val="111111"/>
            </a:solidFill>
            <a:prstDash val="solid"/>
          </a:ln>
        </p:spPr>
      </p:sp>
      <p:sp>
        <p:nvSpPr>
          <p:cNvPr id="29" name="Shape 25"/>
          <p:cNvSpPr/>
          <p:nvPr/>
        </p:nvSpPr>
        <p:spPr>
          <a:xfrm>
            <a:off x="1750423" y="2684417"/>
            <a:ext cx="339634" cy="339634"/>
          </a:xfrm>
          <a:prstGeom prst="rect">
            <a:avLst/>
          </a:prstGeom>
          <a:solidFill>
            <a:srgbClr val="111111"/>
          </a:solidFill>
          <a:ln w="12700">
            <a:solidFill>
              <a:srgbClr val="111111"/>
            </a:solidFill>
            <a:prstDash val="solid"/>
          </a:ln>
        </p:spPr>
      </p:sp>
      <p:sp>
        <p:nvSpPr>
          <p:cNvPr id="30" name="Shape 26"/>
          <p:cNvSpPr/>
          <p:nvPr/>
        </p:nvSpPr>
        <p:spPr>
          <a:xfrm>
            <a:off x="2429691" y="2684417"/>
            <a:ext cx="339634" cy="339634"/>
          </a:xfrm>
          <a:prstGeom prst="rect">
            <a:avLst/>
          </a:prstGeom>
          <a:solidFill>
            <a:srgbClr val="111111"/>
          </a:solidFill>
          <a:ln w="12700">
            <a:solidFill>
              <a:srgbClr val="111111"/>
            </a:solidFill>
            <a:prstDash val="solid"/>
          </a:ln>
        </p:spPr>
      </p:sp>
      <p:sp>
        <p:nvSpPr>
          <p:cNvPr id="31" name="Shape 27"/>
          <p:cNvSpPr/>
          <p:nvPr/>
        </p:nvSpPr>
        <p:spPr>
          <a:xfrm>
            <a:off x="2769326" y="2684417"/>
            <a:ext cx="339634" cy="339634"/>
          </a:xfrm>
          <a:prstGeom prst="rect">
            <a:avLst/>
          </a:prstGeom>
          <a:solidFill>
            <a:srgbClr val="111111"/>
          </a:solidFill>
          <a:ln w="12700">
            <a:solidFill>
              <a:srgbClr val="111111"/>
            </a:solidFill>
            <a:prstDash val="solid"/>
          </a:ln>
        </p:spPr>
      </p:sp>
      <p:sp>
        <p:nvSpPr>
          <p:cNvPr id="32" name="Shape 28"/>
          <p:cNvSpPr/>
          <p:nvPr/>
        </p:nvSpPr>
        <p:spPr>
          <a:xfrm>
            <a:off x="1071154" y="3024051"/>
            <a:ext cx="339634" cy="339634"/>
          </a:xfrm>
          <a:prstGeom prst="rect">
            <a:avLst/>
          </a:prstGeom>
          <a:solidFill>
            <a:srgbClr val="111111"/>
          </a:solidFill>
          <a:ln w="12700">
            <a:solidFill>
              <a:srgbClr val="111111"/>
            </a:solidFill>
            <a:prstDash val="solid"/>
          </a:ln>
        </p:spPr>
      </p:sp>
      <p:sp>
        <p:nvSpPr>
          <p:cNvPr id="33" name="Shape 29"/>
          <p:cNvSpPr/>
          <p:nvPr/>
        </p:nvSpPr>
        <p:spPr>
          <a:xfrm>
            <a:off x="2090057" y="3024051"/>
            <a:ext cx="339634" cy="339634"/>
          </a:xfrm>
          <a:prstGeom prst="rect">
            <a:avLst/>
          </a:prstGeom>
          <a:solidFill>
            <a:srgbClr val="111111"/>
          </a:solidFill>
          <a:ln w="12700">
            <a:solidFill>
              <a:srgbClr val="111111"/>
            </a:solidFill>
            <a:prstDash val="solid"/>
          </a:ln>
        </p:spPr>
      </p:sp>
      <p:sp>
        <p:nvSpPr>
          <p:cNvPr id="34" name="Shape 30"/>
          <p:cNvSpPr/>
          <p:nvPr/>
        </p:nvSpPr>
        <p:spPr>
          <a:xfrm>
            <a:off x="2429691" y="3024051"/>
            <a:ext cx="339634" cy="339634"/>
          </a:xfrm>
          <a:prstGeom prst="rect">
            <a:avLst/>
          </a:prstGeom>
          <a:solidFill>
            <a:srgbClr val="111111"/>
          </a:solidFill>
          <a:ln w="12700">
            <a:solidFill>
              <a:srgbClr val="111111"/>
            </a:solidFill>
            <a:prstDash val="solid"/>
          </a:ln>
        </p:spPr>
      </p:sp>
      <p:sp>
        <p:nvSpPr>
          <p:cNvPr id="35" name="Shape 31"/>
          <p:cNvSpPr/>
          <p:nvPr/>
        </p:nvSpPr>
        <p:spPr>
          <a:xfrm>
            <a:off x="731520" y="3363686"/>
            <a:ext cx="339634" cy="339634"/>
          </a:xfrm>
          <a:prstGeom prst="rect">
            <a:avLst/>
          </a:prstGeom>
          <a:solidFill>
            <a:srgbClr val="111111"/>
          </a:solidFill>
          <a:ln w="12700">
            <a:solidFill>
              <a:srgbClr val="111111"/>
            </a:solidFill>
            <a:prstDash val="solid"/>
          </a:ln>
        </p:spPr>
      </p:sp>
      <p:sp>
        <p:nvSpPr>
          <p:cNvPr id="36" name="Shape 32"/>
          <p:cNvSpPr/>
          <p:nvPr/>
        </p:nvSpPr>
        <p:spPr>
          <a:xfrm>
            <a:off x="1071154" y="3363686"/>
            <a:ext cx="339634" cy="339634"/>
          </a:xfrm>
          <a:prstGeom prst="rect">
            <a:avLst/>
          </a:prstGeom>
          <a:solidFill>
            <a:srgbClr val="111111"/>
          </a:solidFill>
          <a:ln w="12700">
            <a:solidFill>
              <a:srgbClr val="111111"/>
            </a:solidFill>
            <a:prstDash val="solid"/>
          </a:ln>
        </p:spPr>
      </p:sp>
      <p:sp>
        <p:nvSpPr>
          <p:cNvPr id="37" name="Shape 33"/>
          <p:cNvSpPr/>
          <p:nvPr/>
        </p:nvSpPr>
        <p:spPr>
          <a:xfrm>
            <a:off x="1410789" y="3363686"/>
            <a:ext cx="339634" cy="339634"/>
          </a:xfrm>
          <a:prstGeom prst="rect">
            <a:avLst/>
          </a:prstGeom>
          <a:solidFill>
            <a:srgbClr val="111111"/>
          </a:solidFill>
          <a:ln w="12700">
            <a:solidFill>
              <a:srgbClr val="111111"/>
            </a:solidFill>
            <a:prstDash val="solid"/>
          </a:ln>
        </p:spPr>
      </p:sp>
      <p:sp>
        <p:nvSpPr>
          <p:cNvPr id="38" name="Shape 34"/>
          <p:cNvSpPr/>
          <p:nvPr/>
        </p:nvSpPr>
        <p:spPr>
          <a:xfrm>
            <a:off x="2090057" y="3363686"/>
            <a:ext cx="339634" cy="339634"/>
          </a:xfrm>
          <a:prstGeom prst="rect">
            <a:avLst/>
          </a:prstGeom>
          <a:solidFill>
            <a:srgbClr val="111111"/>
          </a:solidFill>
          <a:ln w="12700">
            <a:solidFill>
              <a:srgbClr val="111111"/>
            </a:solidFill>
            <a:prstDash val="solid"/>
          </a:ln>
        </p:spPr>
      </p:sp>
      <p:sp>
        <p:nvSpPr>
          <p:cNvPr id="39" name="Shape 35"/>
          <p:cNvSpPr/>
          <p:nvPr/>
        </p:nvSpPr>
        <p:spPr>
          <a:xfrm>
            <a:off x="2769326" y="3363686"/>
            <a:ext cx="339634" cy="339634"/>
          </a:xfrm>
          <a:prstGeom prst="rect">
            <a:avLst/>
          </a:prstGeom>
          <a:solidFill>
            <a:srgbClr val="111111"/>
          </a:solidFill>
          <a:ln w="12700">
            <a:solidFill>
              <a:srgbClr val="111111"/>
            </a:solidFill>
            <a:prstDash val="solid"/>
          </a:ln>
        </p:spPr>
      </p:sp>
      <p:sp>
        <p:nvSpPr>
          <p:cNvPr id="40" name="Text 36"/>
          <p:cNvSpPr txBox="1"/>
          <p:nvPr/>
        </p:nvSpPr>
        <p:spPr>
          <a:xfrm>
            <a:off x="548640" y="3840480"/>
            <a:ext cx="2743200" cy="365760"/>
          </a:xfrm>
          <a:prstGeom prst="rect">
            <a:avLst/>
          </a:prstGeom>
          <a:noFill/>
          <a:ln/>
        </p:spPr>
        <p:txBody>
          <a:bodyPr wrap="square" lIns="0" tIns="0" rIns="0" bIns="0" rtlCol="0" anchor="t"/>
          <a:lstStyle/>
          <a:p>
            <a:pPr algn="ctr" indent="0" marL="0">
              <a:buNone/>
            </a:pPr>
            <a:r>
              <a:rPr lang="en-US" sz="1300" b="1" dirty="0">
                <a:solidFill>
                  <a:srgbClr val="0F4C3A"/>
                </a:solidFill>
                <a:latin typeface="Calibri" pitchFamily="34" charset="0"/>
                <a:ea typeface="Calibri" pitchFamily="34" charset="-122"/>
                <a:cs typeface="Calibri" pitchFamily="34" charset="-120"/>
              </a:rPr>
              <a:t>QR = Quick Response</a:t>
            </a:r>
            <a:endParaRPr lang="en-US" sz="1300" dirty="0"/>
          </a:p>
        </p:txBody>
      </p:sp>
      <p:sp>
        <p:nvSpPr>
          <p:cNvPr id="41" name="Shape 37"/>
          <p:cNvSpPr/>
          <p:nvPr/>
        </p:nvSpPr>
        <p:spPr>
          <a:xfrm>
            <a:off x="3749040" y="1188720"/>
            <a:ext cx="4937760" cy="960120"/>
          </a:xfrm>
          <a:prstGeom prst="roundRect">
            <a:avLst>
              <a:gd name="adj" fmla="val 9524"/>
            </a:avLst>
          </a:prstGeom>
          <a:solidFill>
            <a:srgbClr val="E6F2EC"/>
          </a:solidFill>
          <a:ln w="12700">
            <a:solidFill>
              <a:srgbClr val="E6F2EC"/>
            </a:solidFill>
            <a:prstDash val="solid"/>
          </a:ln>
        </p:spPr>
      </p:sp>
      <p:sp>
        <p:nvSpPr>
          <p:cNvPr id="42" name="Text 38"/>
          <p:cNvSpPr txBox="1"/>
          <p:nvPr/>
        </p:nvSpPr>
        <p:spPr>
          <a:xfrm>
            <a:off x="3931920" y="1261872"/>
            <a:ext cx="4572000" cy="320040"/>
          </a:xfrm>
          <a:prstGeom prst="rect">
            <a:avLst/>
          </a:prstGeom>
          <a:noFill/>
          <a:ln/>
        </p:spPr>
        <p:txBody>
          <a:bodyPr wrap="square" lIns="0" tIns="0" rIns="0" bIns="0" rtlCol="0" anchor="t"/>
          <a:lstStyle/>
          <a:p>
            <a:pPr indent="0" marL="0">
              <a:buNone/>
            </a:pPr>
            <a:r>
              <a:rPr lang="en-US" sz="1500" b="1" dirty="0">
                <a:solidFill>
                  <a:srgbClr val="0F4C3A"/>
                </a:solidFill>
                <a:latin typeface="Cambria" pitchFamily="34" charset="0"/>
                <a:ea typeface="Cambria" pitchFamily="34" charset="-122"/>
                <a:cs typeface="Cambria" pitchFamily="34" charset="-120"/>
              </a:rPr>
              <a:t>Kode gambar</a:t>
            </a:r>
            <a:endParaRPr lang="en-US" sz="1500" dirty="0"/>
          </a:p>
        </p:txBody>
      </p:sp>
      <p:sp>
        <p:nvSpPr>
          <p:cNvPr id="43" name="Text 39"/>
          <p:cNvSpPr txBox="1"/>
          <p:nvPr/>
        </p:nvSpPr>
        <p:spPr>
          <a:xfrm>
            <a:off x="3931920" y="1600200"/>
            <a:ext cx="4572000" cy="50292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Kotak berpola hitam-putih yang menyimpan teks, biasanya alamat website.</a:t>
            </a:r>
            <a:endParaRPr lang="en-US" sz="1300" dirty="0"/>
          </a:p>
        </p:txBody>
      </p:sp>
      <p:sp>
        <p:nvSpPr>
          <p:cNvPr id="44" name="Shape 40"/>
          <p:cNvSpPr/>
          <p:nvPr/>
        </p:nvSpPr>
        <p:spPr>
          <a:xfrm>
            <a:off x="3749040" y="2286000"/>
            <a:ext cx="4937760" cy="960120"/>
          </a:xfrm>
          <a:prstGeom prst="roundRect">
            <a:avLst>
              <a:gd name="adj" fmla="val 9524"/>
            </a:avLst>
          </a:prstGeom>
          <a:solidFill>
            <a:srgbClr val="E6F2EC"/>
          </a:solidFill>
          <a:ln w="12700">
            <a:solidFill>
              <a:srgbClr val="E6F2EC"/>
            </a:solidFill>
            <a:prstDash val="solid"/>
          </a:ln>
        </p:spPr>
      </p:sp>
      <p:sp>
        <p:nvSpPr>
          <p:cNvPr id="45" name="Text 41"/>
          <p:cNvSpPr txBox="1"/>
          <p:nvPr/>
        </p:nvSpPr>
        <p:spPr>
          <a:xfrm>
            <a:off x="3931920" y="2359152"/>
            <a:ext cx="4572000" cy="320040"/>
          </a:xfrm>
          <a:prstGeom prst="rect">
            <a:avLst/>
          </a:prstGeom>
          <a:noFill/>
          <a:ln/>
        </p:spPr>
        <p:txBody>
          <a:bodyPr wrap="square" lIns="0" tIns="0" rIns="0" bIns="0" rtlCol="0" anchor="t"/>
          <a:lstStyle/>
          <a:p>
            <a:pPr indent="0" marL="0">
              <a:buNone/>
            </a:pPr>
            <a:r>
              <a:rPr lang="en-US" sz="1500" b="1" dirty="0">
                <a:solidFill>
                  <a:srgbClr val="0F4C3A"/>
                </a:solidFill>
                <a:latin typeface="Cambria" pitchFamily="34" charset="0"/>
                <a:ea typeface="Cambria" pitchFamily="34" charset="-122"/>
                <a:cs typeface="Cambria" pitchFamily="34" charset="-120"/>
              </a:rPr>
              <a:t>Dipindai kamera</a:t>
            </a:r>
            <a:endParaRPr lang="en-US" sz="1500" dirty="0"/>
          </a:p>
        </p:txBody>
      </p:sp>
      <p:sp>
        <p:nvSpPr>
          <p:cNvPr id="46" name="Text 42"/>
          <p:cNvSpPr txBox="1"/>
          <p:nvPr/>
        </p:nvSpPr>
        <p:spPr>
          <a:xfrm>
            <a:off x="3931920" y="2697480"/>
            <a:ext cx="4572000" cy="50292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Kamera HP membaca pola, lalu menampilkan alamat yang tersimpan.</a:t>
            </a:r>
            <a:endParaRPr lang="en-US" sz="1300" dirty="0"/>
          </a:p>
        </p:txBody>
      </p:sp>
      <p:sp>
        <p:nvSpPr>
          <p:cNvPr id="47" name="Shape 43"/>
          <p:cNvSpPr/>
          <p:nvPr/>
        </p:nvSpPr>
        <p:spPr>
          <a:xfrm>
            <a:off x="3749040" y="3383280"/>
            <a:ext cx="4937760" cy="960120"/>
          </a:xfrm>
          <a:prstGeom prst="roundRect">
            <a:avLst>
              <a:gd name="adj" fmla="val 9524"/>
            </a:avLst>
          </a:prstGeom>
          <a:solidFill>
            <a:srgbClr val="E6F2EC"/>
          </a:solidFill>
          <a:ln w="12700">
            <a:solidFill>
              <a:srgbClr val="E6F2EC"/>
            </a:solidFill>
            <a:prstDash val="solid"/>
          </a:ln>
        </p:spPr>
      </p:sp>
      <p:sp>
        <p:nvSpPr>
          <p:cNvPr id="48" name="Text 44"/>
          <p:cNvSpPr txBox="1"/>
          <p:nvPr/>
        </p:nvSpPr>
        <p:spPr>
          <a:xfrm>
            <a:off x="3931920" y="3456432"/>
            <a:ext cx="4572000" cy="320040"/>
          </a:xfrm>
          <a:prstGeom prst="rect">
            <a:avLst/>
          </a:prstGeom>
          <a:noFill/>
          <a:ln/>
        </p:spPr>
        <p:txBody>
          <a:bodyPr wrap="square" lIns="0" tIns="0" rIns="0" bIns="0" rtlCol="0" anchor="t"/>
          <a:lstStyle/>
          <a:p>
            <a:pPr indent="0" marL="0">
              <a:buNone/>
            </a:pPr>
            <a:r>
              <a:rPr lang="en-US" sz="1500" b="1" dirty="0">
                <a:solidFill>
                  <a:srgbClr val="0F4C3A"/>
                </a:solidFill>
                <a:latin typeface="Cambria" pitchFamily="34" charset="0"/>
                <a:ea typeface="Cambria" pitchFamily="34" charset="-122"/>
                <a:cs typeface="Cambria" pitchFamily="34" charset="-120"/>
              </a:rPr>
              <a:t>Menghubungkan</a:t>
            </a:r>
            <a:endParaRPr lang="en-US" sz="1500" dirty="0"/>
          </a:p>
        </p:txBody>
      </p:sp>
      <p:sp>
        <p:nvSpPr>
          <p:cNvPr id="49" name="Text 45"/>
          <p:cNvSpPr txBox="1"/>
          <p:nvPr/>
        </p:nvSpPr>
        <p:spPr>
          <a:xfrm>
            <a:off x="3931920" y="3794760"/>
            <a:ext cx="4572000" cy="50292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Dari kertas atau poster langsung ke website, formulir, atau dokumen.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Memindai QR dengan Aman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Aman</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Baca alamat yang muncul sebelum membuka</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Pindai QR dari sumber terpercaya</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Alamat sesuai yang diharapkan</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Waspada</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QR tempelan di atas QR lain</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Alamat aneh atau salah eja (g00gle, pesantren-hadiah.xyz)</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Langsung diminta kata sandi atau data pribadi</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QR Code Pertama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QR dari browser</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Memindai dengan HP</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Latihan waspada</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QR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https://santri-wu-kel1.github.io/website-santri-kel1/</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502920"/>
          </a:xfrm>
          <a:prstGeom prst="rect">
            <a:avLst/>
          </a:prstGeom>
          <a:solidFill>
            <a:srgbClr val="0F4C3A"/>
          </a:solidFill>
          <a:ln w="12700">
            <a:solidFill>
              <a:srgbClr val="0F4C3A"/>
            </a:solidFill>
            <a:prstDash val="solid"/>
          </a:ln>
        </p:spPr>
      </p:sp>
      <p:sp>
        <p:nvSpPr>
          <p:cNvPr id="31" name="Text 24"/>
          <p:cNvSpPr txBox="1"/>
          <p:nvPr/>
        </p:nvSpPr>
        <p:spPr>
          <a:xfrm>
            <a:off x="743224" y="1787405"/>
            <a:ext cx="4914351" cy="32004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Kelas 8A Wihdatul Ummah</a:t>
            </a:r>
            <a:endParaRPr lang="en-US" sz="1200" dirty="0"/>
          </a:p>
        </p:txBody>
      </p:sp>
      <p:sp>
        <p:nvSpPr>
          <p:cNvPr id="32" name="Text 25"/>
          <p:cNvSpPr txBox="1"/>
          <p:nvPr/>
        </p:nvSpPr>
        <p:spPr>
          <a:xfrm>
            <a:off x="743224" y="2336045"/>
            <a:ext cx="4640031" cy="228600"/>
          </a:xfrm>
          <a:prstGeom prst="rect">
            <a:avLst/>
          </a:prstGeom>
          <a:noFill/>
          <a:ln/>
        </p:spPr>
        <p:txBody>
          <a:bodyPr wrap="square" lIns="0" tIns="0" rIns="0" bIns="0" rtlCol="0" anchor="t"/>
          <a:lstStyle/>
          <a:p>
            <a:pPr indent="0" marL="0">
              <a:buNone/>
            </a:pPr>
            <a:r>
              <a:rPr lang="en-US" sz="800" dirty="0">
                <a:solidFill>
                  <a:srgbClr val="1E2A26"/>
                </a:solidFill>
                <a:latin typeface="Arial" pitchFamily="34" charset="0"/>
                <a:ea typeface="Arial" pitchFamily="34" charset="-122"/>
                <a:cs typeface="Arial" pitchFamily="34" charset="-120"/>
              </a:rPr>
              <a:t>Assalamu'alaikum! Selamat datang di website kelas kami.</a:t>
            </a:r>
            <a:endParaRPr lang="en-US" sz="800" dirty="0"/>
          </a:p>
        </p:txBody>
      </p:sp>
      <p:sp>
        <p:nvSpPr>
          <p:cNvPr id="33" name="Shape 26"/>
          <p:cNvSpPr/>
          <p:nvPr/>
        </p:nvSpPr>
        <p:spPr>
          <a:xfrm>
            <a:off x="2817522" y="2610365"/>
            <a:ext cx="1600200" cy="1865376"/>
          </a:xfrm>
          <a:prstGeom prst="rect">
            <a:avLst/>
          </a:prstGeom>
          <a:solidFill>
            <a:srgbClr val="FFFFFF"/>
          </a:solidFill>
          <a:ln w="9525">
            <a:solidFill>
              <a:srgbClr val="AAAAAA"/>
            </a:solidFill>
            <a:prstDash val="solid"/>
          </a:ln>
        </p:spPr>
      </p:sp>
      <p:sp>
        <p:nvSpPr>
          <p:cNvPr id="34" name="Text 27"/>
          <p:cNvSpPr txBox="1"/>
          <p:nvPr/>
        </p:nvSpPr>
        <p:spPr>
          <a:xfrm>
            <a:off x="2927250" y="2637797"/>
            <a:ext cx="1435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Back</a:t>
            </a:r>
            <a:endParaRPr lang="en-US" sz="800" dirty="0"/>
          </a:p>
        </p:txBody>
      </p:sp>
      <p:sp>
        <p:nvSpPr>
          <p:cNvPr id="35" name="Text 28"/>
          <p:cNvSpPr txBox="1"/>
          <p:nvPr/>
        </p:nvSpPr>
        <p:spPr>
          <a:xfrm>
            <a:off x="2927250" y="2838965"/>
            <a:ext cx="1435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Forward</a:t>
            </a:r>
            <a:endParaRPr lang="en-US" sz="800" dirty="0"/>
          </a:p>
        </p:txBody>
      </p:sp>
      <p:sp>
        <p:nvSpPr>
          <p:cNvPr id="36" name="Text 29"/>
          <p:cNvSpPr txBox="1"/>
          <p:nvPr/>
        </p:nvSpPr>
        <p:spPr>
          <a:xfrm>
            <a:off x="2927250" y="3040133"/>
            <a:ext cx="1435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Reload</a:t>
            </a:r>
            <a:endParaRPr lang="en-US" sz="800" dirty="0"/>
          </a:p>
        </p:txBody>
      </p:sp>
      <p:sp>
        <p:nvSpPr>
          <p:cNvPr id="37" name="Shape 30"/>
          <p:cNvSpPr/>
          <p:nvPr/>
        </p:nvSpPr>
        <p:spPr>
          <a:xfrm>
            <a:off x="2854098" y="3332741"/>
            <a:ext cx="1527048" cy="0"/>
          </a:xfrm>
          <a:prstGeom prst="line">
            <a:avLst/>
          </a:prstGeom>
          <a:noFill/>
          <a:ln w="6350">
            <a:solidFill>
              <a:srgbClr val="DDDDDD"/>
            </a:solidFill>
            <a:prstDash val="solid"/>
          </a:ln>
        </p:spPr>
      </p:sp>
      <p:sp>
        <p:nvSpPr>
          <p:cNvPr id="38" name="Text 31"/>
          <p:cNvSpPr txBox="1"/>
          <p:nvPr/>
        </p:nvSpPr>
        <p:spPr>
          <a:xfrm>
            <a:off x="2927250" y="3442469"/>
            <a:ext cx="1435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Save as...</a:t>
            </a:r>
            <a:endParaRPr lang="en-US" sz="800" dirty="0"/>
          </a:p>
        </p:txBody>
      </p:sp>
      <p:sp>
        <p:nvSpPr>
          <p:cNvPr id="39" name="Text 32"/>
          <p:cNvSpPr txBox="1"/>
          <p:nvPr/>
        </p:nvSpPr>
        <p:spPr>
          <a:xfrm>
            <a:off x="2927250" y="3643637"/>
            <a:ext cx="1435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Print...</a:t>
            </a:r>
            <a:endParaRPr lang="en-US" sz="800" dirty="0"/>
          </a:p>
        </p:txBody>
      </p:sp>
      <p:sp>
        <p:nvSpPr>
          <p:cNvPr id="40" name="Text 33"/>
          <p:cNvSpPr txBox="1"/>
          <p:nvPr/>
        </p:nvSpPr>
        <p:spPr>
          <a:xfrm>
            <a:off x="2927250" y="3844805"/>
            <a:ext cx="1435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Create QR code for this page</a:t>
            </a:r>
            <a:endParaRPr lang="en-US" sz="800" dirty="0"/>
          </a:p>
        </p:txBody>
      </p:sp>
      <p:sp>
        <p:nvSpPr>
          <p:cNvPr id="41" name="Shape 34"/>
          <p:cNvSpPr/>
          <p:nvPr/>
        </p:nvSpPr>
        <p:spPr>
          <a:xfrm>
            <a:off x="2854098" y="4137413"/>
            <a:ext cx="1527048" cy="0"/>
          </a:xfrm>
          <a:prstGeom prst="line">
            <a:avLst/>
          </a:prstGeom>
          <a:noFill/>
          <a:ln w="6350">
            <a:solidFill>
              <a:srgbClr val="DDDDDD"/>
            </a:solidFill>
            <a:prstDash val="solid"/>
          </a:ln>
        </p:spPr>
      </p:sp>
      <p:sp>
        <p:nvSpPr>
          <p:cNvPr id="42" name="Text 35"/>
          <p:cNvSpPr txBox="1"/>
          <p:nvPr/>
        </p:nvSpPr>
        <p:spPr>
          <a:xfrm>
            <a:off x="2927250" y="4247141"/>
            <a:ext cx="1435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Inspect</a:t>
            </a:r>
            <a:endParaRPr lang="en-US" sz="800" dirty="0"/>
          </a:p>
        </p:txBody>
      </p:sp>
      <p:sp>
        <p:nvSpPr>
          <p:cNvPr id="43" name="Shape 36"/>
          <p:cNvSpPr/>
          <p:nvPr/>
        </p:nvSpPr>
        <p:spPr>
          <a:xfrm>
            <a:off x="2835810" y="3826517"/>
            <a:ext cx="1563624" cy="228600"/>
          </a:xfrm>
          <a:prstGeom prst="roundRect">
            <a:avLst>
              <a:gd name="adj" fmla="val 20000"/>
            </a:avLst>
          </a:prstGeom>
          <a:solidFill>
            <a:srgbClr val="FFFFFF">
              <a:alpha val="0"/>
            </a:srgbClr>
          </a:solidFill>
          <a:ln w="31750">
            <a:solidFill>
              <a:srgbClr val="E53935"/>
            </a:solidFill>
            <a:prstDash val="solid"/>
          </a:ln>
        </p:spPr>
      </p:sp>
      <p:sp>
        <p:nvSpPr>
          <p:cNvPr id="44" name="Shape 37"/>
          <p:cNvSpPr/>
          <p:nvPr/>
        </p:nvSpPr>
        <p:spPr>
          <a:xfrm>
            <a:off x="4262274" y="3689357"/>
            <a:ext cx="274320" cy="274320"/>
          </a:xfrm>
          <a:prstGeom prst="ellipse">
            <a:avLst/>
          </a:prstGeom>
          <a:solidFill>
            <a:srgbClr val="E53935"/>
          </a:solidFill>
          <a:ln w="12700">
            <a:solidFill>
              <a:srgbClr val="FFFFFF"/>
            </a:solidFill>
            <a:prstDash val="solid"/>
          </a:ln>
        </p:spPr>
      </p:sp>
      <p:sp>
        <p:nvSpPr>
          <p:cNvPr id="45" name="Text 38"/>
          <p:cNvSpPr txBox="1"/>
          <p:nvPr/>
        </p:nvSpPr>
        <p:spPr>
          <a:xfrm>
            <a:off x="4262274" y="368935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46" name="Image 5" descr="preencoded.png">    </p:cNvPr>
          <p:cNvPicPr>
            <a:picLocks noChangeAspect="1"/>
          </p:cNvPicPr>
          <p:nvPr/>
        </p:nvPicPr>
        <p:blipFill>
          <a:blip r:embed="rId6"/>
          <a:stretch>
            <a:fillRect/>
          </a:stretch>
        </p:blipFill>
        <p:spPr>
          <a:xfrm>
            <a:off x="3693975" y="3950418"/>
            <a:ext cx="237744" cy="237744"/>
          </a:xfrm>
          <a:prstGeom prst="rect">
            <a:avLst/>
          </a:prstGeom>
        </p:spPr>
      </p:pic>
      <p:sp>
        <p:nvSpPr>
          <p:cNvPr id="47" name="Text 3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8" name="Text 4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website, klik kanan di area kosong</a:t>
            </a:r>
            <a:endParaRPr lang="en-US" sz="1800" dirty="0"/>
          </a:p>
        </p:txBody>
      </p:sp>
      <p:sp>
        <p:nvSpPr>
          <p:cNvPr id="49" name="Text 4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website online kelompok di Chrome/Edge. Klik kanan di area kosong halaman.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QR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https://santri-wu-kel1.github.io/website-santri-kel1/</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502920"/>
          </a:xfrm>
          <a:prstGeom prst="rect">
            <a:avLst/>
          </a:prstGeom>
          <a:solidFill>
            <a:srgbClr val="0F4C3A"/>
          </a:solidFill>
          <a:ln w="12700">
            <a:solidFill>
              <a:srgbClr val="0F4C3A"/>
            </a:solidFill>
            <a:prstDash val="solid"/>
          </a:ln>
        </p:spPr>
      </p:sp>
      <p:sp>
        <p:nvSpPr>
          <p:cNvPr id="31" name="Text 24"/>
          <p:cNvSpPr txBox="1"/>
          <p:nvPr/>
        </p:nvSpPr>
        <p:spPr>
          <a:xfrm>
            <a:off x="743224" y="1787405"/>
            <a:ext cx="4914351" cy="32004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Kelas 8A Wihdatul Ummah</a:t>
            </a:r>
            <a:endParaRPr lang="en-US" sz="1200" dirty="0"/>
          </a:p>
        </p:txBody>
      </p:sp>
      <p:sp>
        <p:nvSpPr>
          <p:cNvPr id="32" name="Text 25"/>
          <p:cNvSpPr txBox="1"/>
          <p:nvPr/>
        </p:nvSpPr>
        <p:spPr>
          <a:xfrm>
            <a:off x="743224" y="2336045"/>
            <a:ext cx="4640031" cy="228600"/>
          </a:xfrm>
          <a:prstGeom prst="rect">
            <a:avLst/>
          </a:prstGeom>
          <a:noFill/>
          <a:ln/>
        </p:spPr>
        <p:txBody>
          <a:bodyPr wrap="square" lIns="0" tIns="0" rIns="0" bIns="0" rtlCol="0" anchor="t"/>
          <a:lstStyle/>
          <a:p>
            <a:pPr indent="0" marL="0">
              <a:buNone/>
            </a:pPr>
            <a:r>
              <a:rPr lang="en-US" sz="800" dirty="0">
                <a:solidFill>
                  <a:srgbClr val="1E2A26"/>
                </a:solidFill>
                <a:latin typeface="Arial" pitchFamily="34" charset="0"/>
                <a:ea typeface="Arial" pitchFamily="34" charset="-122"/>
                <a:cs typeface="Arial" pitchFamily="34" charset="-120"/>
              </a:rPr>
              <a:t>Assalamu'alaikum! Selamat datang di website kelas kami.</a:t>
            </a:r>
            <a:endParaRPr lang="en-US" sz="800" dirty="0"/>
          </a:p>
        </p:txBody>
      </p:sp>
      <p:sp>
        <p:nvSpPr>
          <p:cNvPr id="33" name="Shape 26"/>
          <p:cNvSpPr/>
          <p:nvPr/>
        </p:nvSpPr>
        <p:spPr>
          <a:xfrm>
            <a:off x="3645896" y="1741685"/>
            <a:ext cx="1737360" cy="1965960"/>
          </a:xfrm>
          <a:prstGeom prst="roundRect">
            <a:avLst>
              <a:gd name="adj" fmla="val 3158"/>
            </a:avLst>
          </a:prstGeom>
          <a:solidFill>
            <a:srgbClr val="FFFFFF"/>
          </a:solidFill>
          <a:ln w="9525">
            <a:solidFill>
              <a:srgbClr val="BBBBBB"/>
            </a:solidFill>
            <a:prstDash val="solid"/>
          </a:ln>
        </p:spPr>
      </p:sp>
      <p:sp>
        <p:nvSpPr>
          <p:cNvPr id="34" name="Text 27"/>
          <p:cNvSpPr txBox="1"/>
          <p:nvPr/>
        </p:nvSpPr>
        <p:spPr>
          <a:xfrm>
            <a:off x="3755624" y="1796549"/>
            <a:ext cx="1463040" cy="201168"/>
          </a:xfrm>
          <a:prstGeom prst="rect">
            <a:avLst/>
          </a:prstGeom>
          <a:noFill/>
          <a:ln/>
        </p:spPr>
        <p:txBody>
          <a:bodyPr wrap="square" lIns="0" tIns="0" rIns="0" bIns="0" rtlCol="0" anchor="t"/>
          <a:lstStyle/>
          <a:p>
            <a:pPr indent="0" marL="0">
              <a:buNone/>
            </a:pPr>
            <a:r>
              <a:rPr lang="en-US" sz="900" b="1" dirty="0">
                <a:solidFill>
                  <a:srgbClr val="1E2A26"/>
                </a:solidFill>
                <a:latin typeface="Calibri" pitchFamily="34" charset="0"/>
                <a:ea typeface="Calibri" pitchFamily="34" charset="-122"/>
                <a:cs typeface="Calibri" pitchFamily="34" charset="-120"/>
              </a:rPr>
              <a:t>Scan QR code</a:t>
            </a:r>
            <a:endParaRPr lang="en-US" sz="900" dirty="0"/>
          </a:p>
        </p:txBody>
      </p:sp>
      <p:sp>
        <p:nvSpPr>
          <p:cNvPr id="35" name="Shape 28"/>
          <p:cNvSpPr/>
          <p:nvPr/>
        </p:nvSpPr>
        <p:spPr>
          <a:xfrm>
            <a:off x="4057376" y="2061725"/>
            <a:ext cx="914400" cy="914400"/>
          </a:xfrm>
          <a:prstGeom prst="rect">
            <a:avLst/>
          </a:prstGeom>
          <a:solidFill>
            <a:srgbClr val="FFFFFF"/>
          </a:solidFill>
          <a:ln w="12700">
            <a:solidFill>
              <a:srgbClr val="FFFFFF"/>
            </a:solidFill>
            <a:prstDash val="solid"/>
          </a:ln>
        </p:spPr>
      </p:sp>
      <p:sp>
        <p:nvSpPr>
          <p:cNvPr id="36" name="Shape 29"/>
          <p:cNvSpPr/>
          <p:nvPr/>
        </p:nvSpPr>
        <p:spPr>
          <a:xfrm>
            <a:off x="4057376" y="2061725"/>
            <a:ext cx="130629" cy="130629"/>
          </a:xfrm>
          <a:prstGeom prst="rect">
            <a:avLst/>
          </a:prstGeom>
          <a:solidFill>
            <a:srgbClr val="111111"/>
          </a:solidFill>
          <a:ln w="12700">
            <a:solidFill>
              <a:srgbClr val="111111"/>
            </a:solidFill>
            <a:prstDash val="solid"/>
          </a:ln>
        </p:spPr>
      </p:sp>
      <p:sp>
        <p:nvSpPr>
          <p:cNvPr id="37" name="Shape 30"/>
          <p:cNvSpPr/>
          <p:nvPr/>
        </p:nvSpPr>
        <p:spPr>
          <a:xfrm>
            <a:off x="4188004" y="2061725"/>
            <a:ext cx="130629" cy="130629"/>
          </a:xfrm>
          <a:prstGeom prst="rect">
            <a:avLst/>
          </a:prstGeom>
          <a:solidFill>
            <a:srgbClr val="111111"/>
          </a:solidFill>
          <a:ln w="12700">
            <a:solidFill>
              <a:srgbClr val="111111"/>
            </a:solidFill>
            <a:prstDash val="solid"/>
          </a:ln>
        </p:spPr>
      </p:sp>
      <p:sp>
        <p:nvSpPr>
          <p:cNvPr id="38" name="Shape 31"/>
          <p:cNvSpPr/>
          <p:nvPr/>
        </p:nvSpPr>
        <p:spPr>
          <a:xfrm>
            <a:off x="4318633" y="2061725"/>
            <a:ext cx="130629" cy="130629"/>
          </a:xfrm>
          <a:prstGeom prst="rect">
            <a:avLst/>
          </a:prstGeom>
          <a:solidFill>
            <a:srgbClr val="111111"/>
          </a:solidFill>
          <a:ln w="12700">
            <a:solidFill>
              <a:srgbClr val="111111"/>
            </a:solidFill>
            <a:prstDash val="solid"/>
          </a:ln>
        </p:spPr>
      </p:sp>
      <p:sp>
        <p:nvSpPr>
          <p:cNvPr id="39" name="Shape 32"/>
          <p:cNvSpPr/>
          <p:nvPr/>
        </p:nvSpPr>
        <p:spPr>
          <a:xfrm>
            <a:off x="4579890" y="2061725"/>
            <a:ext cx="130629" cy="130629"/>
          </a:xfrm>
          <a:prstGeom prst="rect">
            <a:avLst/>
          </a:prstGeom>
          <a:solidFill>
            <a:srgbClr val="111111"/>
          </a:solidFill>
          <a:ln w="12700">
            <a:solidFill>
              <a:srgbClr val="111111"/>
            </a:solidFill>
            <a:prstDash val="solid"/>
          </a:ln>
        </p:spPr>
      </p:sp>
      <p:sp>
        <p:nvSpPr>
          <p:cNvPr id="40" name="Shape 33"/>
          <p:cNvSpPr/>
          <p:nvPr/>
        </p:nvSpPr>
        <p:spPr>
          <a:xfrm>
            <a:off x="4710519" y="2061725"/>
            <a:ext cx="130629" cy="130629"/>
          </a:xfrm>
          <a:prstGeom prst="rect">
            <a:avLst/>
          </a:prstGeom>
          <a:solidFill>
            <a:srgbClr val="111111"/>
          </a:solidFill>
          <a:ln w="12700">
            <a:solidFill>
              <a:srgbClr val="111111"/>
            </a:solidFill>
            <a:prstDash val="solid"/>
          </a:ln>
        </p:spPr>
      </p:sp>
      <p:sp>
        <p:nvSpPr>
          <p:cNvPr id="41" name="Shape 34"/>
          <p:cNvSpPr/>
          <p:nvPr/>
        </p:nvSpPr>
        <p:spPr>
          <a:xfrm>
            <a:off x="4841147" y="2061725"/>
            <a:ext cx="130629" cy="130629"/>
          </a:xfrm>
          <a:prstGeom prst="rect">
            <a:avLst/>
          </a:prstGeom>
          <a:solidFill>
            <a:srgbClr val="111111"/>
          </a:solidFill>
          <a:ln w="12700">
            <a:solidFill>
              <a:srgbClr val="111111"/>
            </a:solidFill>
            <a:prstDash val="solid"/>
          </a:ln>
        </p:spPr>
      </p:sp>
      <p:sp>
        <p:nvSpPr>
          <p:cNvPr id="42" name="Shape 35"/>
          <p:cNvSpPr/>
          <p:nvPr/>
        </p:nvSpPr>
        <p:spPr>
          <a:xfrm>
            <a:off x="4057376" y="2192354"/>
            <a:ext cx="130629" cy="130629"/>
          </a:xfrm>
          <a:prstGeom prst="rect">
            <a:avLst/>
          </a:prstGeom>
          <a:solidFill>
            <a:srgbClr val="111111"/>
          </a:solidFill>
          <a:ln w="12700">
            <a:solidFill>
              <a:srgbClr val="111111"/>
            </a:solidFill>
            <a:prstDash val="solid"/>
          </a:ln>
        </p:spPr>
      </p:sp>
      <p:sp>
        <p:nvSpPr>
          <p:cNvPr id="43" name="Shape 36"/>
          <p:cNvSpPr/>
          <p:nvPr/>
        </p:nvSpPr>
        <p:spPr>
          <a:xfrm>
            <a:off x="4318633" y="2192354"/>
            <a:ext cx="130629" cy="130629"/>
          </a:xfrm>
          <a:prstGeom prst="rect">
            <a:avLst/>
          </a:prstGeom>
          <a:solidFill>
            <a:srgbClr val="111111"/>
          </a:solidFill>
          <a:ln w="12700">
            <a:solidFill>
              <a:srgbClr val="111111"/>
            </a:solidFill>
            <a:prstDash val="solid"/>
          </a:ln>
        </p:spPr>
      </p:sp>
      <p:sp>
        <p:nvSpPr>
          <p:cNvPr id="44" name="Shape 37"/>
          <p:cNvSpPr/>
          <p:nvPr/>
        </p:nvSpPr>
        <p:spPr>
          <a:xfrm>
            <a:off x="4579890" y="2192354"/>
            <a:ext cx="130629" cy="130629"/>
          </a:xfrm>
          <a:prstGeom prst="rect">
            <a:avLst/>
          </a:prstGeom>
          <a:solidFill>
            <a:srgbClr val="111111"/>
          </a:solidFill>
          <a:ln w="12700">
            <a:solidFill>
              <a:srgbClr val="111111"/>
            </a:solidFill>
            <a:prstDash val="solid"/>
          </a:ln>
        </p:spPr>
      </p:sp>
      <p:sp>
        <p:nvSpPr>
          <p:cNvPr id="45" name="Shape 38"/>
          <p:cNvSpPr/>
          <p:nvPr/>
        </p:nvSpPr>
        <p:spPr>
          <a:xfrm>
            <a:off x="4841147" y="2192354"/>
            <a:ext cx="130629" cy="130629"/>
          </a:xfrm>
          <a:prstGeom prst="rect">
            <a:avLst/>
          </a:prstGeom>
          <a:solidFill>
            <a:srgbClr val="111111"/>
          </a:solidFill>
          <a:ln w="12700">
            <a:solidFill>
              <a:srgbClr val="111111"/>
            </a:solidFill>
            <a:prstDash val="solid"/>
          </a:ln>
        </p:spPr>
      </p:sp>
      <p:sp>
        <p:nvSpPr>
          <p:cNvPr id="46" name="Shape 39"/>
          <p:cNvSpPr/>
          <p:nvPr/>
        </p:nvSpPr>
        <p:spPr>
          <a:xfrm>
            <a:off x="4057376" y="2322982"/>
            <a:ext cx="130629" cy="130629"/>
          </a:xfrm>
          <a:prstGeom prst="rect">
            <a:avLst/>
          </a:prstGeom>
          <a:solidFill>
            <a:srgbClr val="111111"/>
          </a:solidFill>
          <a:ln w="12700">
            <a:solidFill>
              <a:srgbClr val="111111"/>
            </a:solidFill>
            <a:prstDash val="solid"/>
          </a:ln>
        </p:spPr>
      </p:sp>
      <p:sp>
        <p:nvSpPr>
          <p:cNvPr id="47" name="Shape 40"/>
          <p:cNvSpPr/>
          <p:nvPr/>
        </p:nvSpPr>
        <p:spPr>
          <a:xfrm>
            <a:off x="4188004" y="2322982"/>
            <a:ext cx="130629" cy="130629"/>
          </a:xfrm>
          <a:prstGeom prst="rect">
            <a:avLst/>
          </a:prstGeom>
          <a:solidFill>
            <a:srgbClr val="111111"/>
          </a:solidFill>
          <a:ln w="12700">
            <a:solidFill>
              <a:srgbClr val="111111"/>
            </a:solidFill>
            <a:prstDash val="solid"/>
          </a:ln>
        </p:spPr>
      </p:sp>
      <p:sp>
        <p:nvSpPr>
          <p:cNvPr id="48" name="Shape 41"/>
          <p:cNvSpPr/>
          <p:nvPr/>
        </p:nvSpPr>
        <p:spPr>
          <a:xfrm>
            <a:off x="4318633" y="2322982"/>
            <a:ext cx="130629" cy="130629"/>
          </a:xfrm>
          <a:prstGeom prst="rect">
            <a:avLst/>
          </a:prstGeom>
          <a:solidFill>
            <a:srgbClr val="111111"/>
          </a:solidFill>
          <a:ln w="12700">
            <a:solidFill>
              <a:srgbClr val="111111"/>
            </a:solidFill>
            <a:prstDash val="solid"/>
          </a:ln>
        </p:spPr>
      </p:sp>
      <p:sp>
        <p:nvSpPr>
          <p:cNvPr id="49" name="Shape 42"/>
          <p:cNvSpPr/>
          <p:nvPr/>
        </p:nvSpPr>
        <p:spPr>
          <a:xfrm>
            <a:off x="4579890" y="2322982"/>
            <a:ext cx="130629" cy="130629"/>
          </a:xfrm>
          <a:prstGeom prst="rect">
            <a:avLst/>
          </a:prstGeom>
          <a:solidFill>
            <a:srgbClr val="111111"/>
          </a:solidFill>
          <a:ln w="12700">
            <a:solidFill>
              <a:srgbClr val="111111"/>
            </a:solidFill>
            <a:prstDash val="solid"/>
          </a:ln>
        </p:spPr>
      </p:sp>
      <p:sp>
        <p:nvSpPr>
          <p:cNvPr id="50" name="Shape 43"/>
          <p:cNvSpPr/>
          <p:nvPr/>
        </p:nvSpPr>
        <p:spPr>
          <a:xfrm>
            <a:off x="4710519" y="2322982"/>
            <a:ext cx="130629" cy="130629"/>
          </a:xfrm>
          <a:prstGeom prst="rect">
            <a:avLst/>
          </a:prstGeom>
          <a:solidFill>
            <a:srgbClr val="111111"/>
          </a:solidFill>
          <a:ln w="12700">
            <a:solidFill>
              <a:srgbClr val="111111"/>
            </a:solidFill>
            <a:prstDash val="solid"/>
          </a:ln>
        </p:spPr>
      </p:sp>
      <p:sp>
        <p:nvSpPr>
          <p:cNvPr id="51" name="Shape 44"/>
          <p:cNvSpPr/>
          <p:nvPr/>
        </p:nvSpPr>
        <p:spPr>
          <a:xfrm>
            <a:off x="4841147" y="2322982"/>
            <a:ext cx="130629" cy="130629"/>
          </a:xfrm>
          <a:prstGeom prst="rect">
            <a:avLst/>
          </a:prstGeom>
          <a:solidFill>
            <a:srgbClr val="111111"/>
          </a:solidFill>
          <a:ln w="12700">
            <a:solidFill>
              <a:srgbClr val="111111"/>
            </a:solidFill>
            <a:prstDash val="solid"/>
          </a:ln>
        </p:spPr>
      </p:sp>
      <p:sp>
        <p:nvSpPr>
          <p:cNvPr id="52" name="Shape 45"/>
          <p:cNvSpPr/>
          <p:nvPr/>
        </p:nvSpPr>
        <p:spPr>
          <a:xfrm>
            <a:off x="4449261" y="2453611"/>
            <a:ext cx="130629" cy="130629"/>
          </a:xfrm>
          <a:prstGeom prst="rect">
            <a:avLst/>
          </a:prstGeom>
          <a:solidFill>
            <a:srgbClr val="111111"/>
          </a:solidFill>
          <a:ln w="12700">
            <a:solidFill>
              <a:srgbClr val="111111"/>
            </a:solidFill>
            <a:prstDash val="solid"/>
          </a:ln>
        </p:spPr>
      </p:sp>
      <p:sp>
        <p:nvSpPr>
          <p:cNvPr id="53" name="Shape 46"/>
          <p:cNvSpPr/>
          <p:nvPr/>
        </p:nvSpPr>
        <p:spPr>
          <a:xfrm>
            <a:off x="4057376" y="2584239"/>
            <a:ext cx="130629" cy="130629"/>
          </a:xfrm>
          <a:prstGeom prst="rect">
            <a:avLst/>
          </a:prstGeom>
          <a:solidFill>
            <a:srgbClr val="111111"/>
          </a:solidFill>
          <a:ln w="12700">
            <a:solidFill>
              <a:srgbClr val="111111"/>
            </a:solidFill>
            <a:prstDash val="solid"/>
          </a:ln>
        </p:spPr>
      </p:sp>
      <p:sp>
        <p:nvSpPr>
          <p:cNvPr id="54" name="Shape 47"/>
          <p:cNvSpPr/>
          <p:nvPr/>
        </p:nvSpPr>
        <p:spPr>
          <a:xfrm>
            <a:off x="4318633" y="2584239"/>
            <a:ext cx="130629" cy="130629"/>
          </a:xfrm>
          <a:prstGeom prst="rect">
            <a:avLst/>
          </a:prstGeom>
          <a:solidFill>
            <a:srgbClr val="111111"/>
          </a:solidFill>
          <a:ln w="12700">
            <a:solidFill>
              <a:srgbClr val="111111"/>
            </a:solidFill>
            <a:prstDash val="solid"/>
          </a:ln>
        </p:spPr>
      </p:sp>
      <p:sp>
        <p:nvSpPr>
          <p:cNvPr id="55" name="Shape 48"/>
          <p:cNvSpPr/>
          <p:nvPr/>
        </p:nvSpPr>
        <p:spPr>
          <a:xfrm>
            <a:off x="4449261" y="2584239"/>
            <a:ext cx="130629" cy="130629"/>
          </a:xfrm>
          <a:prstGeom prst="rect">
            <a:avLst/>
          </a:prstGeom>
          <a:solidFill>
            <a:srgbClr val="111111"/>
          </a:solidFill>
          <a:ln w="12700">
            <a:solidFill>
              <a:srgbClr val="111111"/>
            </a:solidFill>
            <a:prstDash val="solid"/>
          </a:ln>
        </p:spPr>
      </p:sp>
      <p:sp>
        <p:nvSpPr>
          <p:cNvPr id="56" name="Shape 49"/>
          <p:cNvSpPr/>
          <p:nvPr/>
        </p:nvSpPr>
        <p:spPr>
          <a:xfrm>
            <a:off x="4710519" y="2584239"/>
            <a:ext cx="130629" cy="130629"/>
          </a:xfrm>
          <a:prstGeom prst="rect">
            <a:avLst/>
          </a:prstGeom>
          <a:solidFill>
            <a:srgbClr val="111111"/>
          </a:solidFill>
          <a:ln w="12700">
            <a:solidFill>
              <a:srgbClr val="111111"/>
            </a:solidFill>
            <a:prstDash val="solid"/>
          </a:ln>
        </p:spPr>
      </p:sp>
      <p:sp>
        <p:nvSpPr>
          <p:cNvPr id="57" name="Shape 50"/>
          <p:cNvSpPr/>
          <p:nvPr/>
        </p:nvSpPr>
        <p:spPr>
          <a:xfrm>
            <a:off x="4841147" y="2584239"/>
            <a:ext cx="130629" cy="130629"/>
          </a:xfrm>
          <a:prstGeom prst="rect">
            <a:avLst/>
          </a:prstGeom>
          <a:solidFill>
            <a:srgbClr val="111111"/>
          </a:solidFill>
          <a:ln w="12700">
            <a:solidFill>
              <a:srgbClr val="111111"/>
            </a:solidFill>
            <a:prstDash val="solid"/>
          </a:ln>
        </p:spPr>
      </p:sp>
      <p:sp>
        <p:nvSpPr>
          <p:cNvPr id="58" name="Shape 51"/>
          <p:cNvSpPr/>
          <p:nvPr/>
        </p:nvSpPr>
        <p:spPr>
          <a:xfrm>
            <a:off x="4188004" y="2714868"/>
            <a:ext cx="130629" cy="130629"/>
          </a:xfrm>
          <a:prstGeom prst="rect">
            <a:avLst/>
          </a:prstGeom>
          <a:solidFill>
            <a:srgbClr val="111111"/>
          </a:solidFill>
          <a:ln w="12700">
            <a:solidFill>
              <a:srgbClr val="111111"/>
            </a:solidFill>
            <a:prstDash val="solid"/>
          </a:ln>
        </p:spPr>
      </p:sp>
      <p:sp>
        <p:nvSpPr>
          <p:cNvPr id="59" name="Shape 52"/>
          <p:cNvSpPr/>
          <p:nvPr/>
        </p:nvSpPr>
        <p:spPr>
          <a:xfrm>
            <a:off x="4579890" y="2714868"/>
            <a:ext cx="130629" cy="130629"/>
          </a:xfrm>
          <a:prstGeom prst="rect">
            <a:avLst/>
          </a:prstGeom>
          <a:solidFill>
            <a:srgbClr val="111111"/>
          </a:solidFill>
          <a:ln w="12700">
            <a:solidFill>
              <a:srgbClr val="111111"/>
            </a:solidFill>
            <a:prstDash val="solid"/>
          </a:ln>
        </p:spPr>
      </p:sp>
      <p:sp>
        <p:nvSpPr>
          <p:cNvPr id="60" name="Shape 53"/>
          <p:cNvSpPr/>
          <p:nvPr/>
        </p:nvSpPr>
        <p:spPr>
          <a:xfrm>
            <a:off x="4710519" y="2714868"/>
            <a:ext cx="130629" cy="130629"/>
          </a:xfrm>
          <a:prstGeom prst="rect">
            <a:avLst/>
          </a:prstGeom>
          <a:solidFill>
            <a:srgbClr val="111111"/>
          </a:solidFill>
          <a:ln w="12700">
            <a:solidFill>
              <a:srgbClr val="111111"/>
            </a:solidFill>
            <a:prstDash val="solid"/>
          </a:ln>
        </p:spPr>
      </p:sp>
      <p:sp>
        <p:nvSpPr>
          <p:cNvPr id="61" name="Shape 54"/>
          <p:cNvSpPr/>
          <p:nvPr/>
        </p:nvSpPr>
        <p:spPr>
          <a:xfrm>
            <a:off x="4057376" y="2845497"/>
            <a:ext cx="130629" cy="130629"/>
          </a:xfrm>
          <a:prstGeom prst="rect">
            <a:avLst/>
          </a:prstGeom>
          <a:solidFill>
            <a:srgbClr val="111111"/>
          </a:solidFill>
          <a:ln w="12700">
            <a:solidFill>
              <a:srgbClr val="111111"/>
            </a:solidFill>
            <a:prstDash val="solid"/>
          </a:ln>
        </p:spPr>
      </p:sp>
      <p:sp>
        <p:nvSpPr>
          <p:cNvPr id="62" name="Shape 55"/>
          <p:cNvSpPr/>
          <p:nvPr/>
        </p:nvSpPr>
        <p:spPr>
          <a:xfrm>
            <a:off x="4188004" y="2845497"/>
            <a:ext cx="130629" cy="130629"/>
          </a:xfrm>
          <a:prstGeom prst="rect">
            <a:avLst/>
          </a:prstGeom>
          <a:solidFill>
            <a:srgbClr val="111111"/>
          </a:solidFill>
          <a:ln w="12700">
            <a:solidFill>
              <a:srgbClr val="111111"/>
            </a:solidFill>
            <a:prstDash val="solid"/>
          </a:ln>
        </p:spPr>
      </p:sp>
      <p:sp>
        <p:nvSpPr>
          <p:cNvPr id="63" name="Shape 56"/>
          <p:cNvSpPr/>
          <p:nvPr/>
        </p:nvSpPr>
        <p:spPr>
          <a:xfrm>
            <a:off x="4318633" y="2845497"/>
            <a:ext cx="130629" cy="130629"/>
          </a:xfrm>
          <a:prstGeom prst="rect">
            <a:avLst/>
          </a:prstGeom>
          <a:solidFill>
            <a:srgbClr val="111111"/>
          </a:solidFill>
          <a:ln w="12700">
            <a:solidFill>
              <a:srgbClr val="111111"/>
            </a:solidFill>
            <a:prstDash val="solid"/>
          </a:ln>
        </p:spPr>
      </p:sp>
      <p:sp>
        <p:nvSpPr>
          <p:cNvPr id="64" name="Shape 57"/>
          <p:cNvSpPr/>
          <p:nvPr/>
        </p:nvSpPr>
        <p:spPr>
          <a:xfrm>
            <a:off x="4579890" y="2845497"/>
            <a:ext cx="130629" cy="130629"/>
          </a:xfrm>
          <a:prstGeom prst="rect">
            <a:avLst/>
          </a:prstGeom>
          <a:solidFill>
            <a:srgbClr val="111111"/>
          </a:solidFill>
          <a:ln w="12700">
            <a:solidFill>
              <a:srgbClr val="111111"/>
            </a:solidFill>
            <a:prstDash val="solid"/>
          </a:ln>
        </p:spPr>
      </p:sp>
      <p:sp>
        <p:nvSpPr>
          <p:cNvPr id="65" name="Shape 58"/>
          <p:cNvSpPr/>
          <p:nvPr/>
        </p:nvSpPr>
        <p:spPr>
          <a:xfrm>
            <a:off x="4841147" y="2845497"/>
            <a:ext cx="130629" cy="130629"/>
          </a:xfrm>
          <a:prstGeom prst="rect">
            <a:avLst/>
          </a:prstGeom>
          <a:solidFill>
            <a:srgbClr val="111111"/>
          </a:solidFill>
          <a:ln w="12700">
            <a:solidFill>
              <a:srgbClr val="111111"/>
            </a:solidFill>
            <a:prstDash val="solid"/>
          </a:ln>
        </p:spPr>
      </p:sp>
      <p:sp>
        <p:nvSpPr>
          <p:cNvPr id="66" name="Shape 59"/>
          <p:cNvSpPr/>
          <p:nvPr/>
        </p:nvSpPr>
        <p:spPr>
          <a:xfrm>
            <a:off x="3755624" y="3067565"/>
            <a:ext cx="1517904" cy="182880"/>
          </a:xfrm>
          <a:prstGeom prst="rect">
            <a:avLst/>
          </a:prstGeom>
          <a:solidFill>
            <a:srgbClr val="FFFFFF"/>
          </a:solidFill>
          <a:ln w="6350">
            <a:solidFill>
              <a:srgbClr val="999999"/>
            </a:solidFill>
            <a:prstDash val="solid"/>
          </a:ln>
        </p:spPr>
      </p:sp>
      <p:sp>
        <p:nvSpPr>
          <p:cNvPr id="67" name="Text 60"/>
          <p:cNvSpPr txBox="1"/>
          <p:nvPr/>
        </p:nvSpPr>
        <p:spPr>
          <a:xfrm>
            <a:off x="3792200" y="3067565"/>
            <a:ext cx="1472184" cy="182880"/>
          </a:xfrm>
          <a:prstGeom prst="rect">
            <a:avLst/>
          </a:prstGeom>
          <a:noFill/>
          <a:ln/>
        </p:spPr>
        <p:txBody>
          <a:bodyPr wrap="square" lIns="0" tIns="0" rIns="0" bIns="0" rtlCol="0" anchor="ctr"/>
          <a:lstStyle/>
          <a:p>
            <a:pPr indent="0" marL="0">
              <a:buNone/>
            </a:pPr>
            <a:r>
              <a:rPr lang="en-US" sz="550" dirty="0">
                <a:solidFill>
                  <a:srgbClr val="1E2A26"/>
                </a:solidFill>
                <a:latin typeface="Calibri" pitchFamily="34" charset="0"/>
                <a:ea typeface="Calibri" pitchFamily="34" charset="-122"/>
                <a:cs typeface="Calibri" pitchFamily="34" charset="-120"/>
              </a:rPr>
              <a:t>https://santri-wu-kel1.github.io/website-santri-kel1/</a:t>
            </a:r>
            <a:endParaRPr lang="en-US" sz="550" dirty="0"/>
          </a:p>
        </p:txBody>
      </p:sp>
      <p:sp>
        <p:nvSpPr>
          <p:cNvPr id="68" name="Shape 61"/>
          <p:cNvSpPr/>
          <p:nvPr/>
        </p:nvSpPr>
        <p:spPr>
          <a:xfrm>
            <a:off x="4606016" y="3405893"/>
            <a:ext cx="667512" cy="219456"/>
          </a:xfrm>
          <a:prstGeom prst="roundRect">
            <a:avLst>
              <a:gd name="adj" fmla="val 50000"/>
            </a:avLst>
          </a:prstGeom>
          <a:solidFill>
            <a:srgbClr val="0B57D0"/>
          </a:solidFill>
          <a:ln w="12700">
            <a:solidFill>
              <a:srgbClr val="0B57D0"/>
            </a:solidFill>
            <a:prstDash val="solid"/>
          </a:ln>
        </p:spPr>
      </p:sp>
      <p:sp>
        <p:nvSpPr>
          <p:cNvPr id="69" name="Text 62"/>
          <p:cNvSpPr txBox="1"/>
          <p:nvPr/>
        </p:nvSpPr>
        <p:spPr>
          <a:xfrm>
            <a:off x="4606016" y="3405893"/>
            <a:ext cx="667512"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Download</a:t>
            </a:r>
            <a:endParaRPr lang="en-US" sz="700" dirty="0"/>
          </a:p>
        </p:txBody>
      </p:sp>
      <p:sp>
        <p:nvSpPr>
          <p:cNvPr id="70" name="Shape 63"/>
          <p:cNvSpPr/>
          <p:nvPr/>
        </p:nvSpPr>
        <p:spPr>
          <a:xfrm>
            <a:off x="3737336" y="3049277"/>
            <a:ext cx="1554480" cy="219456"/>
          </a:xfrm>
          <a:prstGeom prst="roundRect">
            <a:avLst>
              <a:gd name="adj" fmla="val 20833"/>
            </a:avLst>
          </a:prstGeom>
          <a:solidFill>
            <a:srgbClr val="FFFFFF">
              <a:alpha val="0"/>
            </a:srgbClr>
          </a:solidFill>
          <a:ln w="31750">
            <a:solidFill>
              <a:srgbClr val="E53935"/>
            </a:solidFill>
            <a:prstDash val="solid"/>
          </a:ln>
        </p:spPr>
      </p:sp>
      <p:sp>
        <p:nvSpPr>
          <p:cNvPr id="71" name="Shape 64"/>
          <p:cNvSpPr/>
          <p:nvPr/>
        </p:nvSpPr>
        <p:spPr>
          <a:xfrm>
            <a:off x="5154656" y="2912117"/>
            <a:ext cx="274320" cy="274320"/>
          </a:xfrm>
          <a:prstGeom prst="ellipse">
            <a:avLst/>
          </a:prstGeom>
          <a:solidFill>
            <a:srgbClr val="E53935"/>
          </a:solidFill>
          <a:ln w="12700">
            <a:solidFill>
              <a:srgbClr val="FFFFFF"/>
            </a:solidFill>
            <a:prstDash val="solid"/>
          </a:ln>
        </p:spPr>
      </p:sp>
      <p:sp>
        <p:nvSpPr>
          <p:cNvPr id="72" name="Text 65"/>
          <p:cNvSpPr txBox="1"/>
          <p:nvPr/>
        </p:nvSpPr>
        <p:spPr>
          <a:xfrm>
            <a:off x="5154656" y="29121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73" name="Image 5" descr="preencoded.png">    </p:cNvPr>
          <p:cNvPicPr>
            <a:picLocks noChangeAspect="1"/>
          </p:cNvPicPr>
          <p:nvPr/>
        </p:nvPicPr>
        <p:blipFill>
          <a:blip r:embed="rId6"/>
          <a:stretch>
            <a:fillRect/>
          </a:stretch>
        </p:blipFill>
        <p:spPr>
          <a:xfrm>
            <a:off x="4590471" y="3168149"/>
            <a:ext cx="237744" cy="237744"/>
          </a:xfrm>
          <a:prstGeom prst="rect">
            <a:avLst/>
          </a:prstGeom>
        </p:spPr>
      </p:pic>
      <p:sp>
        <p:nvSpPr>
          <p:cNvPr id="74"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75"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QR muncul, periksa alamatnya</a:t>
            </a:r>
            <a:endParaRPr lang="en-US" sz="1800" dirty="0"/>
          </a:p>
        </p:txBody>
      </p:sp>
      <p:sp>
        <p:nvSpPr>
          <p:cNvPr id="76"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Muncul kotak Scan QR code berisi gambar QR dan alamat halaman. Pastikan alamatnya benar.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QR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https://santri-wu-kel1.github.io/website-santri-kel1/</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606064" y="1695965"/>
            <a:ext cx="4914351" cy="2281131"/>
          </a:xfrm>
          <a:prstGeom prst="rect">
            <a:avLst/>
          </a:prstGeom>
          <a:solidFill>
            <a:srgbClr val="F3F8F5"/>
          </a:solidFill>
          <a:ln w="12700">
            <a:solidFill>
              <a:srgbClr val="F3F8F5"/>
            </a:solidFill>
            <a:prstDash val="solid"/>
          </a:ln>
        </p:spPr>
      </p:sp>
      <p:sp>
        <p:nvSpPr>
          <p:cNvPr id="30" name="Shape 23"/>
          <p:cNvSpPr/>
          <p:nvPr/>
        </p:nvSpPr>
        <p:spPr>
          <a:xfrm>
            <a:off x="606064" y="1695965"/>
            <a:ext cx="4914351" cy="502920"/>
          </a:xfrm>
          <a:prstGeom prst="rect">
            <a:avLst/>
          </a:prstGeom>
          <a:solidFill>
            <a:srgbClr val="0F4C3A"/>
          </a:solidFill>
          <a:ln w="12700">
            <a:solidFill>
              <a:srgbClr val="0F4C3A"/>
            </a:solidFill>
            <a:prstDash val="solid"/>
          </a:ln>
        </p:spPr>
      </p:sp>
      <p:sp>
        <p:nvSpPr>
          <p:cNvPr id="31" name="Text 24"/>
          <p:cNvSpPr txBox="1"/>
          <p:nvPr/>
        </p:nvSpPr>
        <p:spPr>
          <a:xfrm>
            <a:off x="743224" y="1787405"/>
            <a:ext cx="4914351" cy="32004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Kelas 8A Wihdatul Ummah</a:t>
            </a:r>
            <a:endParaRPr lang="en-US" sz="1200" dirty="0"/>
          </a:p>
        </p:txBody>
      </p:sp>
      <p:sp>
        <p:nvSpPr>
          <p:cNvPr id="32" name="Text 25"/>
          <p:cNvSpPr txBox="1"/>
          <p:nvPr/>
        </p:nvSpPr>
        <p:spPr>
          <a:xfrm>
            <a:off x="743224" y="2336045"/>
            <a:ext cx="4640031" cy="228600"/>
          </a:xfrm>
          <a:prstGeom prst="rect">
            <a:avLst/>
          </a:prstGeom>
          <a:noFill/>
          <a:ln/>
        </p:spPr>
        <p:txBody>
          <a:bodyPr wrap="square" lIns="0" tIns="0" rIns="0" bIns="0" rtlCol="0" anchor="t"/>
          <a:lstStyle/>
          <a:p>
            <a:pPr indent="0" marL="0">
              <a:buNone/>
            </a:pPr>
            <a:r>
              <a:rPr lang="en-US" sz="800" dirty="0">
                <a:solidFill>
                  <a:srgbClr val="1E2A26"/>
                </a:solidFill>
                <a:latin typeface="Arial" pitchFamily="34" charset="0"/>
                <a:ea typeface="Arial" pitchFamily="34" charset="-122"/>
                <a:cs typeface="Arial" pitchFamily="34" charset="-120"/>
              </a:rPr>
              <a:t>Assalamu'alaikum! Selamat datang di website kelas kami.</a:t>
            </a:r>
            <a:endParaRPr lang="en-US" sz="800" dirty="0"/>
          </a:p>
        </p:txBody>
      </p:sp>
      <p:sp>
        <p:nvSpPr>
          <p:cNvPr id="33" name="Shape 26"/>
          <p:cNvSpPr/>
          <p:nvPr/>
        </p:nvSpPr>
        <p:spPr>
          <a:xfrm>
            <a:off x="3645896" y="1741685"/>
            <a:ext cx="1737360" cy="1965960"/>
          </a:xfrm>
          <a:prstGeom prst="roundRect">
            <a:avLst>
              <a:gd name="adj" fmla="val 3158"/>
            </a:avLst>
          </a:prstGeom>
          <a:solidFill>
            <a:srgbClr val="FFFFFF"/>
          </a:solidFill>
          <a:ln w="9525">
            <a:solidFill>
              <a:srgbClr val="BBBBBB"/>
            </a:solidFill>
            <a:prstDash val="solid"/>
          </a:ln>
        </p:spPr>
      </p:sp>
      <p:sp>
        <p:nvSpPr>
          <p:cNvPr id="34" name="Text 27"/>
          <p:cNvSpPr txBox="1"/>
          <p:nvPr/>
        </p:nvSpPr>
        <p:spPr>
          <a:xfrm>
            <a:off x="3755624" y="1796549"/>
            <a:ext cx="1463040" cy="201168"/>
          </a:xfrm>
          <a:prstGeom prst="rect">
            <a:avLst/>
          </a:prstGeom>
          <a:noFill/>
          <a:ln/>
        </p:spPr>
        <p:txBody>
          <a:bodyPr wrap="square" lIns="0" tIns="0" rIns="0" bIns="0" rtlCol="0" anchor="t"/>
          <a:lstStyle/>
          <a:p>
            <a:pPr indent="0" marL="0">
              <a:buNone/>
            </a:pPr>
            <a:r>
              <a:rPr lang="en-US" sz="900" b="1" dirty="0">
                <a:solidFill>
                  <a:srgbClr val="1E2A26"/>
                </a:solidFill>
                <a:latin typeface="Calibri" pitchFamily="34" charset="0"/>
                <a:ea typeface="Calibri" pitchFamily="34" charset="-122"/>
                <a:cs typeface="Calibri" pitchFamily="34" charset="-120"/>
              </a:rPr>
              <a:t>Scan QR code</a:t>
            </a:r>
            <a:endParaRPr lang="en-US" sz="900" dirty="0"/>
          </a:p>
        </p:txBody>
      </p:sp>
      <p:sp>
        <p:nvSpPr>
          <p:cNvPr id="35" name="Shape 28"/>
          <p:cNvSpPr/>
          <p:nvPr/>
        </p:nvSpPr>
        <p:spPr>
          <a:xfrm>
            <a:off x="4057376" y="2061725"/>
            <a:ext cx="914400" cy="914400"/>
          </a:xfrm>
          <a:prstGeom prst="rect">
            <a:avLst/>
          </a:prstGeom>
          <a:solidFill>
            <a:srgbClr val="FFFFFF"/>
          </a:solidFill>
          <a:ln w="12700">
            <a:solidFill>
              <a:srgbClr val="FFFFFF"/>
            </a:solidFill>
            <a:prstDash val="solid"/>
          </a:ln>
        </p:spPr>
      </p:sp>
      <p:sp>
        <p:nvSpPr>
          <p:cNvPr id="36" name="Shape 29"/>
          <p:cNvSpPr/>
          <p:nvPr/>
        </p:nvSpPr>
        <p:spPr>
          <a:xfrm>
            <a:off x="4057376" y="2061725"/>
            <a:ext cx="130629" cy="130629"/>
          </a:xfrm>
          <a:prstGeom prst="rect">
            <a:avLst/>
          </a:prstGeom>
          <a:solidFill>
            <a:srgbClr val="111111"/>
          </a:solidFill>
          <a:ln w="12700">
            <a:solidFill>
              <a:srgbClr val="111111"/>
            </a:solidFill>
            <a:prstDash val="solid"/>
          </a:ln>
        </p:spPr>
      </p:sp>
      <p:sp>
        <p:nvSpPr>
          <p:cNvPr id="37" name="Shape 30"/>
          <p:cNvSpPr/>
          <p:nvPr/>
        </p:nvSpPr>
        <p:spPr>
          <a:xfrm>
            <a:off x="4188004" y="2061725"/>
            <a:ext cx="130629" cy="130629"/>
          </a:xfrm>
          <a:prstGeom prst="rect">
            <a:avLst/>
          </a:prstGeom>
          <a:solidFill>
            <a:srgbClr val="111111"/>
          </a:solidFill>
          <a:ln w="12700">
            <a:solidFill>
              <a:srgbClr val="111111"/>
            </a:solidFill>
            <a:prstDash val="solid"/>
          </a:ln>
        </p:spPr>
      </p:sp>
      <p:sp>
        <p:nvSpPr>
          <p:cNvPr id="38" name="Shape 31"/>
          <p:cNvSpPr/>
          <p:nvPr/>
        </p:nvSpPr>
        <p:spPr>
          <a:xfrm>
            <a:off x="4318633" y="2061725"/>
            <a:ext cx="130629" cy="130629"/>
          </a:xfrm>
          <a:prstGeom prst="rect">
            <a:avLst/>
          </a:prstGeom>
          <a:solidFill>
            <a:srgbClr val="111111"/>
          </a:solidFill>
          <a:ln w="12700">
            <a:solidFill>
              <a:srgbClr val="111111"/>
            </a:solidFill>
            <a:prstDash val="solid"/>
          </a:ln>
        </p:spPr>
      </p:sp>
      <p:sp>
        <p:nvSpPr>
          <p:cNvPr id="39" name="Shape 32"/>
          <p:cNvSpPr/>
          <p:nvPr/>
        </p:nvSpPr>
        <p:spPr>
          <a:xfrm>
            <a:off x="4579890" y="2061725"/>
            <a:ext cx="130629" cy="130629"/>
          </a:xfrm>
          <a:prstGeom prst="rect">
            <a:avLst/>
          </a:prstGeom>
          <a:solidFill>
            <a:srgbClr val="111111"/>
          </a:solidFill>
          <a:ln w="12700">
            <a:solidFill>
              <a:srgbClr val="111111"/>
            </a:solidFill>
            <a:prstDash val="solid"/>
          </a:ln>
        </p:spPr>
      </p:sp>
      <p:sp>
        <p:nvSpPr>
          <p:cNvPr id="40" name="Shape 33"/>
          <p:cNvSpPr/>
          <p:nvPr/>
        </p:nvSpPr>
        <p:spPr>
          <a:xfrm>
            <a:off x="4710519" y="2061725"/>
            <a:ext cx="130629" cy="130629"/>
          </a:xfrm>
          <a:prstGeom prst="rect">
            <a:avLst/>
          </a:prstGeom>
          <a:solidFill>
            <a:srgbClr val="111111"/>
          </a:solidFill>
          <a:ln w="12700">
            <a:solidFill>
              <a:srgbClr val="111111"/>
            </a:solidFill>
            <a:prstDash val="solid"/>
          </a:ln>
        </p:spPr>
      </p:sp>
      <p:sp>
        <p:nvSpPr>
          <p:cNvPr id="41" name="Shape 34"/>
          <p:cNvSpPr/>
          <p:nvPr/>
        </p:nvSpPr>
        <p:spPr>
          <a:xfrm>
            <a:off x="4841147" y="2061725"/>
            <a:ext cx="130629" cy="130629"/>
          </a:xfrm>
          <a:prstGeom prst="rect">
            <a:avLst/>
          </a:prstGeom>
          <a:solidFill>
            <a:srgbClr val="111111"/>
          </a:solidFill>
          <a:ln w="12700">
            <a:solidFill>
              <a:srgbClr val="111111"/>
            </a:solidFill>
            <a:prstDash val="solid"/>
          </a:ln>
        </p:spPr>
      </p:sp>
      <p:sp>
        <p:nvSpPr>
          <p:cNvPr id="42" name="Shape 35"/>
          <p:cNvSpPr/>
          <p:nvPr/>
        </p:nvSpPr>
        <p:spPr>
          <a:xfrm>
            <a:off x="4057376" y="2192354"/>
            <a:ext cx="130629" cy="130629"/>
          </a:xfrm>
          <a:prstGeom prst="rect">
            <a:avLst/>
          </a:prstGeom>
          <a:solidFill>
            <a:srgbClr val="111111"/>
          </a:solidFill>
          <a:ln w="12700">
            <a:solidFill>
              <a:srgbClr val="111111"/>
            </a:solidFill>
            <a:prstDash val="solid"/>
          </a:ln>
        </p:spPr>
      </p:sp>
      <p:sp>
        <p:nvSpPr>
          <p:cNvPr id="43" name="Shape 36"/>
          <p:cNvSpPr/>
          <p:nvPr/>
        </p:nvSpPr>
        <p:spPr>
          <a:xfrm>
            <a:off x="4318633" y="2192354"/>
            <a:ext cx="130629" cy="130629"/>
          </a:xfrm>
          <a:prstGeom prst="rect">
            <a:avLst/>
          </a:prstGeom>
          <a:solidFill>
            <a:srgbClr val="111111"/>
          </a:solidFill>
          <a:ln w="12700">
            <a:solidFill>
              <a:srgbClr val="111111"/>
            </a:solidFill>
            <a:prstDash val="solid"/>
          </a:ln>
        </p:spPr>
      </p:sp>
      <p:sp>
        <p:nvSpPr>
          <p:cNvPr id="44" name="Shape 37"/>
          <p:cNvSpPr/>
          <p:nvPr/>
        </p:nvSpPr>
        <p:spPr>
          <a:xfrm>
            <a:off x="4579890" y="2192354"/>
            <a:ext cx="130629" cy="130629"/>
          </a:xfrm>
          <a:prstGeom prst="rect">
            <a:avLst/>
          </a:prstGeom>
          <a:solidFill>
            <a:srgbClr val="111111"/>
          </a:solidFill>
          <a:ln w="12700">
            <a:solidFill>
              <a:srgbClr val="111111"/>
            </a:solidFill>
            <a:prstDash val="solid"/>
          </a:ln>
        </p:spPr>
      </p:sp>
      <p:sp>
        <p:nvSpPr>
          <p:cNvPr id="45" name="Shape 38"/>
          <p:cNvSpPr/>
          <p:nvPr/>
        </p:nvSpPr>
        <p:spPr>
          <a:xfrm>
            <a:off x="4841147" y="2192354"/>
            <a:ext cx="130629" cy="130629"/>
          </a:xfrm>
          <a:prstGeom prst="rect">
            <a:avLst/>
          </a:prstGeom>
          <a:solidFill>
            <a:srgbClr val="111111"/>
          </a:solidFill>
          <a:ln w="12700">
            <a:solidFill>
              <a:srgbClr val="111111"/>
            </a:solidFill>
            <a:prstDash val="solid"/>
          </a:ln>
        </p:spPr>
      </p:sp>
      <p:sp>
        <p:nvSpPr>
          <p:cNvPr id="46" name="Shape 39"/>
          <p:cNvSpPr/>
          <p:nvPr/>
        </p:nvSpPr>
        <p:spPr>
          <a:xfrm>
            <a:off x="4057376" y="2322982"/>
            <a:ext cx="130629" cy="130629"/>
          </a:xfrm>
          <a:prstGeom prst="rect">
            <a:avLst/>
          </a:prstGeom>
          <a:solidFill>
            <a:srgbClr val="111111"/>
          </a:solidFill>
          <a:ln w="12700">
            <a:solidFill>
              <a:srgbClr val="111111"/>
            </a:solidFill>
            <a:prstDash val="solid"/>
          </a:ln>
        </p:spPr>
      </p:sp>
      <p:sp>
        <p:nvSpPr>
          <p:cNvPr id="47" name="Shape 40"/>
          <p:cNvSpPr/>
          <p:nvPr/>
        </p:nvSpPr>
        <p:spPr>
          <a:xfrm>
            <a:off x="4188004" y="2322982"/>
            <a:ext cx="130629" cy="130629"/>
          </a:xfrm>
          <a:prstGeom prst="rect">
            <a:avLst/>
          </a:prstGeom>
          <a:solidFill>
            <a:srgbClr val="111111"/>
          </a:solidFill>
          <a:ln w="12700">
            <a:solidFill>
              <a:srgbClr val="111111"/>
            </a:solidFill>
            <a:prstDash val="solid"/>
          </a:ln>
        </p:spPr>
      </p:sp>
      <p:sp>
        <p:nvSpPr>
          <p:cNvPr id="48" name="Shape 41"/>
          <p:cNvSpPr/>
          <p:nvPr/>
        </p:nvSpPr>
        <p:spPr>
          <a:xfrm>
            <a:off x="4318633" y="2322982"/>
            <a:ext cx="130629" cy="130629"/>
          </a:xfrm>
          <a:prstGeom prst="rect">
            <a:avLst/>
          </a:prstGeom>
          <a:solidFill>
            <a:srgbClr val="111111"/>
          </a:solidFill>
          <a:ln w="12700">
            <a:solidFill>
              <a:srgbClr val="111111"/>
            </a:solidFill>
            <a:prstDash val="solid"/>
          </a:ln>
        </p:spPr>
      </p:sp>
      <p:sp>
        <p:nvSpPr>
          <p:cNvPr id="49" name="Shape 42"/>
          <p:cNvSpPr/>
          <p:nvPr/>
        </p:nvSpPr>
        <p:spPr>
          <a:xfrm>
            <a:off x="4579890" y="2322982"/>
            <a:ext cx="130629" cy="130629"/>
          </a:xfrm>
          <a:prstGeom prst="rect">
            <a:avLst/>
          </a:prstGeom>
          <a:solidFill>
            <a:srgbClr val="111111"/>
          </a:solidFill>
          <a:ln w="12700">
            <a:solidFill>
              <a:srgbClr val="111111"/>
            </a:solidFill>
            <a:prstDash val="solid"/>
          </a:ln>
        </p:spPr>
      </p:sp>
      <p:sp>
        <p:nvSpPr>
          <p:cNvPr id="50" name="Shape 43"/>
          <p:cNvSpPr/>
          <p:nvPr/>
        </p:nvSpPr>
        <p:spPr>
          <a:xfrm>
            <a:off x="4710519" y="2322982"/>
            <a:ext cx="130629" cy="130629"/>
          </a:xfrm>
          <a:prstGeom prst="rect">
            <a:avLst/>
          </a:prstGeom>
          <a:solidFill>
            <a:srgbClr val="111111"/>
          </a:solidFill>
          <a:ln w="12700">
            <a:solidFill>
              <a:srgbClr val="111111"/>
            </a:solidFill>
            <a:prstDash val="solid"/>
          </a:ln>
        </p:spPr>
      </p:sp>
      <p:sp>
        <p:nvSpPr>
          <p:cNvPr id="51" name="Shape 44"/>
          <p:cNvSpPr/>
          <p:nvPr/>
        </p:nvSpPr>
        <p:spPr>
          <a:xfrm>
            <a:off x="4841147" y="2322982"/>
            <a:ext cx="130629" cy="130629"/>
          </a:xfrm>
          <a:prstGeom prst="rect">
            <a:avLst/>
          </a:prstGeom>
          <a:solidFill>
            <a:srgbClr val="111111"/>
          </a:solidFill>
          <a:ln w="12700">
            <a:solidFill>
              <a:srgbClr val="111111"/>
            </a:solidFill>
            <a:prstDash val="solid"/>
          </a:ln>
        </p:spPr>
      </p:sp>
      <p:sp>
        <p:nvSpPr>
          <p:cNvPr id="52" name="Shape 45"/>
          <p:cNvSpPr/>
          <p:nvPr/>
        </p:nvSpPr>
        <p:spPr>
          <a:xfrm>
            <a:off x="4449261" y="2453611"/>
            <a:ext cx="130629" cy="130629"/>
          </a:xfrm>
          <a:prstGeom prst="rect">
            <a:avLst/>
          </a:prstGeom>
          <a:solidFill>
            <a:srgbClr val="111111"/>
          </a:solidFill>
          <a:ln w="12700">
            <a:solidFill>
              <a:srgbClr val="111111"/>
            </a:solidFill>
            <a:prstDash val="solid"/>
          </a:ln>
        </p:spPr>
      </p:sp>
      <p:sp>
        <p:nvSpPr>
          <p:cNvPr id="53" name="Shape 46"/>
          <p:cNvSpPr/>
          <p:nvPr/>
        </p:nvSpPr>
        <p:spPr>
          <a:xfrm>
            <a:off x="4057376" y="2584239"/>
            <a:ext cx="130629" cy="130629"/>
          </a:xfrm>
          <a:prstGeom prst="rect">
            <a:avLst/>
          </a:prstGeom>
          <a:solidFill>
            <a:srgbClr val="111111"/>
          </a:solidFill>
          <a:ln w="12700">
            <a:solidFill>
              <a:srgbClr val="111111"/>
            </a:solidFill>
            <a:prstDash val="solid"/>
          </a:ln>
        </p:spPr>
      </p:sp>
      <p:sp>
        <p:nvSpPr>
          <p:cNvPr id="54" name="Shape 47"/>
          <p:cNvSpPr/>
          <p:nvPr/>
        </p:nvSpPr>
        <p:spPr>
          <a:xfrm>
            <a:off x="4318633" y="2584239"/>
            <a:ext cx="130629" cy="130629"/>
          </a:xfrm>
          <a:prstGeom prst="rect">
            <a:avLst/>
          </a:prstGeom>
          <a:solidFill>
            <a:srgbClr val="111111"/>
          </a:solidFill>
          <a:ln w="12700">
            <a:solidFill>
              <a:srgbClr val="111111"/>
            </a:solidFill>
            <a:prstDash val="solid"/>
          </a:ln>
        </p:spPr>
      </p:sp>
      <p:sp>
        <p:nvSpPr>
          <p:cNvPr id="55" name="Shape 48"/>
          <p:cNvSpPr/>
          <p:nvPr/>
        </p:nvSpPr>
        <p:spPr>
          <a:xfrm>
            <a:off x="4449261" y="2584239"/>
            <a:ext cx="130629" cy="130629"/>
          </a:xfrm>
          <a:prstGeom prst="rect">
            <a:avLst/>
          </a:prstGeom>
          <a:solidFill>
            <a:srgbClr val="111111"/>
          </a:solidFill>
          <a:ln w="12700">
            <a:solidFill>
              <a:srgbClr val="111111"/>
            </a:solidFill>
            <a:prstDash val="solid"/>
          </a:ln>
        </p:spPr>
      </p:sp>
      <p:sp>
        <p:nvSpPr>
          <p:cNvPr id="56" name="Shape 49"/>
          <p:cNvSpPr/>
          <p:nvPr/>
        </p:nvSpPr>
        <p:spPr>
          <a:xfrm>
            <a:off x="4710519" y="2584239"/>
            <a:ext cx="130629" cy="130629"/>
          </a:xfrm>
          <a:prstGeom prst="rect">
            <a:avLst/>
          </a:prstGeom>
          <a:solidFill>
            <a:srgbClr val="111111"/>
          </a:solidFill>
          <a:ln w="12700">
            <a:solidFill>
              <a:srgbClr val="111111"/>
            </a:solidFill>
            <a:prstDash val="solid"/>
          </a:ln>
        </p:spPr>
      </p:sp>
      <p:sp>
        <p:nvSpPr>
          <p:cNvPr id="57" name="Shape 50"/>
          <p:cNvSpPr/>
          <p:nvPr/>
        </p:nvSpPr>
        <p:spPr>
          <a:xfrm>
            <a:off x="4841147" y="2584239"/>
            <a:ext cx="130629" cy="130629"/>
          </a:xfrm>
          <a:prstGeom prst="rect">
            <a:avLst/>
          </a:prstGeom>
          <a:solidFill>
            <a:srgbClr val="111111"/>
          </a:solidFill>
          <a:ln w="12700">
            <a:solidFill>
              <a:srgbClr val="111111"/>
            </a:solidFill>
            <a:prstDash val="solid"/>
          </a:ln>
        </p:spPr>
      </p:sp>
      <p:sp>
        <p:nvSpPr>
          <p:cNvPr id="58" name="Shape 51"/>
          <p:cNvSpPr/>
          <p:nvPr/>
        </p:nvSpPr>
        <p:spPr>
          <a:xfrm>
            <a:off x="4188004" y="2714868"/>
            <a:ext cx="130629" cy="130629"/>
          </a:xfrm>
          <a:prstGeom prst="rect">
            <a:avLst/>
          </a:prstGeom>
          <a:solidFill>
            <a:srgbClr val="111111"/>
          </a:solidFill>
          <a:ln w="12700">
            <a:solidFill>
              <a:srgbClr val="111111"/>
            </a:solidFill>
            <a:prstDash val="solid"/>
          </a:ln>
        </p:spPr>
      </p:sp>
      <p:sp>
        <p:nvSpPr>
          <p:cNvPr id="59" name="Shape 52"/>
          <p:cNvSpPr/>
          <p:nvPr/>
        </p:nvSpPr>
        <p:spPr>
          <a:xfrm>
            <a:off x="4579890" y="2714868"/>
            <a:ext cx="130629" cy="130629"/>
          </a:xfrm>
          <a:prstGeom prst="rect">
            <a:avLst/>
          </a:prstGeom>
          <a:solidFill>
            <a:srgbClr val="111111"/>
          </a:solidFill>
          <a:ln w="12700">
            <a:solidFill>
              <a:srgbClr val="111111"/>
            </a:solidFill>
            <a:prstDash val="solid"/>
          </a:ln>
        </p:spPr>
      </p:sp>
      <p:sp>
        <p:nvSpPr>
          <p:cNvPr id="60" name="Shape 53"/>
          <p:cNvSpPr/>
          <p:nvPr/>
        </p:nvSpPr>
        <p:spPr>
          <a:xfrm>
            <a:off x="4710519" y="2714868"/>
            <a:ext cx="130629" cy="130629"/>
          </a:xfrm>
          <a:prstGeom prst="rect">
            <a:avLst/>
          </a:prstGeom>
          <a:solidFill>
            <a:srgbClr val="111111"/>
          </a:solidFill>
          <a:ln w="12700">
            <a:solidFill>
              <a:srgbClr val="111111"/>
            </a:solidFill>
            <a:prstDash val="solid"/>
          </a:ln>
        </p:spPr>
      </p:sp>
      <p:sp>
        <p:nvSpPr>
          <p:cNvPr id="61" name="Shape 54"/>
          <p:cNvSpPr/>
          <p:nvPr/>
        </p:nvSpPr>
        <p:spPr>
          <a:xfrm>
            <a:off x="4057376" y="2845497"/>
            <a:ext cx="130629" cy="130629"/>
          </a:xfrm>
          <a:prstGeom prst="rect">
            <a:avLst/>
          </a:prstGeom>
          <a:solidFill>
            <a:srgbClr val="111111"/>
          </a:solidFill>
          <a:ln w="12700">
            <a:solidFill>
              <a:srgbClr val="111111"/>
            </a:solidFill>
            <a:prstDash val="solid"/>
          </a:ln>
        </p:spPr>
      </p:sp>
      <p:sp>
        <p:nvSpPr>
          <p:cNvPr id="62" name="Shape 55"/>
          <p:cNvSpPr/>
          <p:nvPr/>
        </p:nvSpPr>
        <p:spPr>
          <a:xfrm>
            <a:off x="4188004" y="2845497"/>
            <a:ext cx="130629" cy="130629"/>
          </a:xfrm>
          <a:prstGeom prst="rect">
            <a:avLst/>
          </a:prstGeom>
          <a:solidFill>
            <a:srgbClr val="111111"/>
          </a:solidFill>
          <a:ln w="12700">
            <a:solidFill>
              <a:srgbClr val="111111"/>
            </a:solidFill>
            <a:prstDash val="solid"/>
          </a:ln>
        </p:spPr>
      </p:sp>
      <p:sp>
        <p:nvSpPr>
          <p:cNvPr id="63" name="Shape 56"/>
          <p:cNvSpPr/>
          <p:nvPr/>
        </p:nvSpPr>
        <p:spPr>
          <a:xfrm>
            <a:off x="4318633" y="2845497"/>
            <a:ext cx="130629" cy="130629"/>
          </a:xfrm>
          <a:prstGeom prst="rect">
            <a:avLst/>
          </a:prstGeom>
          <a:solidFill>
            <a:srgbClr val="111111"/>
          </a:solidFill>
          <a:ln w="12700">
            <a:solidFill>
              <a:srgbClr val="111111"/>
            </a:solidFill>
            <a:prstDash val="solid"/>
          </a:ln>
        </p:spPr>
      </p:sp>
      <p:sp>
        <p:nvSpPr>
          <p:cNvPr id="64" name="Shape 57"/>
          <p:cNvSpPr/>
          <p:nvPr/>
        </p:nvSpPr>
        <p:spPr>
          <a:xfrm>
            <a:off x="4579890" y="2845497"/>
            <a:ext cx="130629" cy="130629"/>
          </a:xfrm>
          <a:prstGeom prst="rect">
            <a:avLst/>
          </a:prstGeom>
          <a:solidFill>
            <a:srgbClr val="111111"/>
          </a:solidFill>
          <a:ln w="12700">
            <a:solidFill>
              <a:srgbClr val="111111"/>
            </a:solidFill>
            <a:prstDash val="solid"/>
          </a:ln>
        </p:spPr>
      </p:sp>
      <p:sp>
        <p:nvSpPr>
          <p:cNvPr id="65" name="Shape 58"/>
          <p:cNvSpPr/>
          <p:nvPr/>
        </p:nvSpPr>
        <p:spPr>
          <a:xfrm>
            <a:off x="4841147" y="2845497"/>
            <a:ext cx="130629" cy="130629"/>
          </a:xfrm>
          <a:prstGeom prst="rect">
            <a:avLst/>
          </a:prstGeom>
          <a:solidFill>
            <a:srgbClr val="111111"/>
          </a:solidFill>
          <a:ln w="12700">
            <a:solidFill>
              <a:srgbClr val="111111"/>
            </a:solidFill>
            <a:prstDash val="solid"/>
          </a:ln>
        </p:spPr>
      </p:sp>
      <p:sp>
        <p:nvSpPr>
          <p:cNvPr id="66" name="Shape 59"/>
          <p:cNvSpPr/>
          <p:nvPr/>
        </p:nvSpPr>
        <p:spPr>
          <a:xfrm>
            <a:off x="3755624" y="3067565"/>
            <a:ext cx="1517904" cy="182880"/>
          </a:xfrm>
          <a:prstGeom prst="rect">
            <a:avLst/>
          </a:prstGeom>
          <a:solidFill>
            <a:srgbClr val="FFFFFF"/>
          </a:solidFill>
          <a:ln w="6350">
            <a:solidFill>
              <a:srgbClr val="999999"/>
            </a:solidFill>
            <a:prstDash val="solid"/>
          </a:ln>
        </p:spPr>
      </p:sp>
      <p:sp>
        <p:nvSpPr>
          <p:cNvPr id="67" name="Text 60"/>
          <p:cNvSpPr txBox="1"/>
          <p:nvPr/>
        </p:nvSpPr>
        <p:spPr>
          <a:xfrm>
            <a:off x="3792200" y="3067565"/>
            <a:ext cx="1472184" cy="182880"/>
          </a:xfrm>
          <a:prstGeom prst="rect">
            <a:avLst/>
          </a:prstGeom>
          <a:noFill/>
          <a:ln/>
        </p:spPr>
        <p:txBody>
          <a:bodyPr wrap="square" lIns="0" tIns="0" rIns="0" bIns="0" rtlCol="0" anchor="ctr"/>
          <a:lstStyle/>
          <a:p>
            <a:pPr indent="0" marL="0">
              <a:buNone/>
            </a:pPr>
            <a:r>
              <a:rPr lang="en-US" sz="550" dirty="0">
                <a:solidFill>
                  <a:srgbClr val="1E2A26"/>
                </a:solidFill>
                <a:latin typeface="Calibri" pitchFamily="34" charset="0"/>
                <a:ea typeface="Calibri" pitchFamily="34" charset="-122"/>
                <a:cs typeface="Calibri" pitchFamily="34" charset="-120"/>
              </a:rPr>
              <a:t>https://santri-wu-kel1.github.io/website-santri-kel1/</a:t>
            </a:r>
            <a:endParaRPr lang="en-US" sz="550" dirty="0"/>
          </a:p>
        </p:txBody>
      </p:sp>
      <p:sp>
        <p:nvSpPr>
          <p:cNvPr id="68" name="Shape 61"/>
          <p:cNvSpPr/>
          <p:nvPr/>
        </p:nvSpPr>
        <p:spPr>
          <a:xfrm>
            <a:off x="4606016" y="3405893"/>
            <a:ext cx="667512" cy="219456"/>
          </a:xfrm>
          <a:prstGeom prst="roundRect">
            <a:avLst>
              <a:gd name="adj" fmla="val 50000"/>
            </a:avLst>
          </a:prstGeom>
          <a:solidFill>
            <a:srgbClr val="0B57D0"/>
          </a:solidFill>
          <a:ln w="12700">
            <a:solidFill>
              <a:srgbClr val="0B57D0"/>
            </a:solidFill>
            <a:prstDash val="solid"/>
          </a:ln>
        </p:spPr>
      </p:sp>
      <p:sp>
        <p:nvSpPr>
          <p:cNvPr id="69" name="Text 62"/>
          <p:cNvSpPr txBox="1"/>
          <p:nvPr/>
        </p:nvSpPr>
        <p:spPr>
          <a:xfrm>
            <a:off x="4606016" y="3405893"/>
            <a:ext cx="667512"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Download</a:t>
            </a:r>
            <a:endParaRPr lang="en-US" sz="700" dirty="0"/>
          </a:p>
        </p:txBody>
      </p:sp>
      <p:sp>
        <p:nvSpPr>
          <p:cNvPr id="70" name="Shape 63"/>
          <p:cNvSpPr/>
          <p:nvPr/>
        </p:nvSpPr>
        <p:spPr>
          <a:xfrm>
            <a:off x="4578584" y="3378461"/>
            <a:ext cx="722376" cy="274320"/>
          </a:xfrm>
          <a:prstGeom prst="roundRect">
            <a:avLst>
              <a:gd name="adj" fmla="val 16667"/>
            </a:avLst>
          </a:prstGeom>
          <a:solidFill>
            <a:srgbClr val="FFFFFF">
              <a:alpha val="0"/>
            </a:srgbClr>
          </a:solidFill>
          <a:ln w="31750">
            <a:solidFill>
              <a:srgbClr val="E53935"/>
            </a:solidFill>
            <a:prstDash val="solid"/>
          </a:ln>
        </p:spPr>
      </p:sp>
      <p:sp>
        <p:nvSpPr>
          <p:cNvPr id="71" name="Shape 64"/>
          <p:cNvSpPr/>
          <p:nvPr/>
        </p:nvSpPr>
        <p:spPr>
          <a:xfrm>
            <a:off x="5163800" y="3241301"/>
            <a:ext cx="274320" cy="274320"/>
          </a:xfrm>
          <a:prstGeom prst="ellipse">
            <a:avLst/>
          </a:prstGeom>
          <a:solidFill>
            <a:srgbClr val="E53935"/>
          </a:solidFill>
          <a:ln w="12700">
            <a:solidFill>
              <a:srgbClr val="FFFFFF"/>
            </a:solidFill>
            <a:prstDash val="solid"/>
          </a:ln>
        </p:spPr>
      </p:sp>
      <p:sp>
        <p:nvSpPr>
          <p:cNvPr id="72" name="Text 65"/>
          <p:cNvSpPr txBox="1"/>
          <p:nvPr/>
        </p:nvSpPr>
        <p:spPr>
          <a:xfrm>
            <a:off x="5163800" y="32413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3" name="Image 5" descr="preencoded.png">    </p:cNvPr>
          <p:cNvPicPr>
            <a:picLocks noChangeAspect="1"/>
          </p:cNvPicPr>
          <p:nvPr/>
        </p:nvPicPr>
        <p:blipFill>
          <a:blip r:embed="rId6"/>
          <a:stretch>
            <a:fillRect/>
          </a:stretch>
        </p:blipFill>
        <p:spPr>
          <a:xfrm>
            <a:off x="4973147" y="3526594"/>
            <a:ext cx="237744" cy="237744"/>
          </a:xfrm>
          <a:prstGeom prst="rect">
            <a:avLst/>
          </a:prstGeom>
        </p:spPr>
      </p:pic>
      <p:sp>
        <p:nvSpPr>
          <p:cNvPr id="74"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75"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Download, simpan ke folder</a:t>
            </a:r>
            <a:endParaRPr lang="en-US" sz="1800" dirty="0"/>
          </a:p>
        </p:txBody>
      </p:sp>
      <p:sp>
        <p:nvSpPr>
          <p:cNvPr id="76"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Download. File gambar QR tersimpan di Downloads. Pindahkan ke Portofolio › Proyek, ganti nama: qr-website-kel1.png.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Memindai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Shape 7"/>
          <p:cNvSpPr/>
          <p:nvPr/>
        </p:nvSpPr>
        <p:spPr>
          <a:xfrm>
            <a:off x="2251710" y="1143000"/>
            <a:ext cx="1623060" cy="3429000"/>
          </a:xfrm>
          <a:prstGeom prst="roundRect">
            <a:avLst>
              <a:gd name="adj" fmla="val 5634"/>
            </a:avLst>
          </a:prstGeom>
          <a:solidFill>
            <a:srgbClr val="5D6D7E"/>
          </a:solidFill>
          <a:ln w="12700">
            <a:solidFill>
              <a:srgbClr val="5D6D7E"/>
            </a:solidFill>
            <a:prstDash val="solid"/>
          </a:ln>
        </p:spPr>
      </p:sp>
      <p:sp>
        <p:nvSpPr>
          <p:cNvPr id="12" name="Shape 8"/>
          <p:cNvSpPr/>
          <p:nvPr/>
        </p:nvSpPr>
        <p:spPr>
          <a:xfrm>
            <a:off x="2543861" y="1897380"/>
            <a:ext cx="1038758" cy="1038758"/>
          </a:xfrm>
          <a:prstGeom prst="rect">
            <a:avLst/>
          </a:prstGeom>
          <a:solidFill>
            <a:srgbClr val="FFFFFF"/>
          </a:solidFill>
          <a:ln w="12700">
            <a:solidFill>
              <a:srgbClr val="FFFFFF"/>
            </a:solidFill>
            <a:prstDash val="solid"/>
          </a:ln>
        </p:spPr>
      </p:sp>
      <p:sp>
        <p:nvSpPr>
          <p:cNvPr id="13" name="Shape 9"/>
          <p:cNvSpPr/>
          <p:nvPr/>
        </p:nvSpPr>
        <p:spPr>
          <a:xfrm>
            <a:off x="2608783" y="1962302"/>
            <a:ext cx="908914" cy="908914"/>
          </a:xfrm>
          <a:prstGeom prst="rect">
            <a:avLst/>
          </a:prstGeom>
          <a:solidFill>
            <a:srgbClr val="FFFFFF"/>
          </a:solidFill>
          <a:ln w="12700">
            <a:solidFill>
              <a:srgbClr val="FFFFFF"/>
            </a:solidFill>
            <a:prstDash val="solid"/>
          </a:ln>
        </p:spPr>
      </p:sp>
      <p:sp>
        <p:nvSpPr>
          <p:cNvPr id="14" name="Shape 10"/>
          <p:cNvSpPr/>
          <p:nvPr/>
        </p:nvSpPr>
        <p:spPr>
          <a:xfrm>
            <a:off x="2608783" y="1962302"/>
            <a:ext cx="129845" cy="129845"/>
          </a:xfrm>
          <a:prstGeom prst="rect">
            <a:avLst/>
          </a:prstGeom>
          <a:solidFill>
            <a:srgbClr val="111111"/>
          </a:solidFill>
          <a:ln w="12700">
            <a:solidFill>
              <a:srgbClr val="111111"/>
            </a:solidFill>
            <a:prstDash val="solid"/>
          </a:ln>
        </p:spPr>
      </p:sp>
      <p:sp>
        <p:nvSpPr>
          <p:cNvPr id="15" name="Shape 11"/>
          <p:cNvSpPr/>
          <p:nvPr/>
        </p:nvSpPr>
        <p:spPr>
          <a:xfrm>
            <a:off x="2738628" y="1962302"/>
            <a:ext cx="129845" cy="129845"/>
          </a:xfrm>
          <a:prstGeom prst="rect">
            <a:avLst/>
          </a:prstGeom>
          <a:solidFill>
            <a:srgbClr val="111111"/>
          </a:solidFill>
          <a:ln w="12700">
            <a:solidFill>
              <a:srgbClr val="111111"/>
            </a:solidFill>
            <a:prstDash val="solid"/>
          </a:ln>
        </p:spPr>
      </p:sp>
      <p:sp>
        <p:nvSpPr>
          <p:cNvPr id="16" name="Shape 12"/>
          <p:cNvSpPr/>
          <p:nvPr/>
        </p:nvSpPr>
        <p:spPr>
          <a:xfrm>
            <a:off x="2868473" y="1962302"/>
            <a:ext cx="129845" cy="129845"/>
          </a:xfrm>
          <a:prstGeom prst="rect">
            <a:avLst/>
          </a:prstGeom>
          <a:solidFill>
            <a:srgbClr val="111111"/>
          </a:solidFill>
          <a:ln w="12700">
            <a:solidFill>
              <a:srgbClr val="111111"/>
            </a:solidFill>
            <a:prstDash val="solid"/>
          </a:ln>
        </p:spPr>
      </p:sp>
      <p:sp>
        <p:nvSpPr>
          <p:cNvPr id="17" name="Shape 13"/>
          <p:cNvSpPr/>
          <p:nvPr/>
        </p:nvSpPr>
        <p:spPr>
          <a:xfrm>
            <a:off x="3128162" y="1962302"/>
            <a:ext cx="129845" cy="129845"/>
          </a:xfrm>
          <a:prstGeom prst="rect">
            <a:avLst/>
          </a:prstGeom>
          <a:solidFill>
            <a:srgbClr val="111111"/>
          </a:solidFill>
          <a:ln w="12700">
            <a:solidFill>
              <a:srgbClr val="111111"/>
            </a:solidFill>
            <a:prstDash val="solid"/>
          </a:ln>
        </p:spPr>
      </p:sp>
      <p:sp>
        <p:nvSpPr>
          <p:cNvPr id="18" name="Shape 14"/>
          <p:cNvSpPr/>
          <p:nvPr/>
        </p:nvSpPr>
        <p:spPr>
          <a:xfrm>
            <a:off x="3258007" y="1962302"/>
            <a:ext cx="129845" cy="129845"/>
          </a:xfrm>
          <a:prstGeom prst="rect">
            <a:avLst/>
          </a:prstGeom>
          <a:solidFill>
            <a:srgbClr val="111111"/>
          </a:solidFill>
          <a:ln w="12700">
            <a:solidFill>
              <a:srgbClr val="111111"/>
            </a:solidFill>
            <a:prstDash val="solid"/>
          </a:ln>
        </p:spPr>
      </p:sp>
      <p:sp>
        <p:nvSpPr>
          <p:cNvPr id="19" name="Shape 15"/>
          <p:cNvSpPr/>
          <p:nvPr/>
        </p:nvSpPr>
        <p:spPr>
          <a:xfrm>
            <a:off x="3387852" y="1962302"/>
            <a:ext cx="129845" cy="129845"/>
          </a:xfrm>
          <a:prstGeom prst="rect">
            <a:avLst/>
          </a:prstGeom>
          <a:solidFill>
            <a:srgbClr val="111111"/>
          </a:solidFill>
          <a:ln w="12700">
            <a:solidFill>
              <a:srgbClr val="111111"/>
            </a:solidFill>
            <a:prstDash val="solid"/>
          </a:ln>
        </p:spPr>
      </p:sp>
      <p:sp>
        <p:nvSpPr>
          <p:cNvPr id="20" name="Shape 16"/>
          <p:cNvSpPr/>
          <p:nvPr/>
        </p:nvSpPr>
        <p:spPr>
          <a:xfrm>
            <a:off x="2608783" y="2092147"/>
            <a:ext cx="129845" cy="129845"/>
          </a:xfrm>
          <a:prstGeom prst="rect">
            <a:avLst/>
          </a:prstGeom>
          <a:solidFill>
            <a:srgbClr val="111111"/>
          </a:solidFill>
          <a:ln w="12700">
            <a:solidFill>
              <a:srgbClr val="111111"/>
            </a:solidFill>
            <a:prstDash val="solid"/>
          </a:ln>
        </p:spPr>
      </p:sp>
      <p:sp>
        <p:nvSpPr>
          <p:cNvPr id="21" name="Shape 17"/>
          <p:cNvSpPr/>
          <p:nvPr/>
        </p:nvSpPr>
        <p:spPr>
          <a:xfrm>
            <a:off x="2868473" y="2092147"/>
            <a:ext cx="129845" cy="129845"/>
          </a:xfrm>
          <a:prstGeom prst="rect">
            <a:avLst/>
          </a:prstGeom>
          <a:solidFill>
            <a:srgbClr val="111111"/>
          </a:solidFill>
          <a:ln w="12700">
            <a:solidFill>
              <a:srgbClr val="111111"/>
            </a:solidFill>
            <a:prstDash val="solid"/>
          </a:ln>
        </p:spPr>
      </p:sp>
      <p:sp>
        <p:nvSpPr>
          <p:cNvPr id="22" name="Shape 18"/>
          <p:cNvSpPr/>
          <p:nvPr/>
        </p:nvSpPr>
        <p:spPr>
          <a:xfrm>
            <a:off x="3128162" y="2092147"/>
            <a:ext cx="129845" cy="129845"/>
          </a:xfrm>
          <a:prstGeom prst="rect">
            <a:avLst/>
          </a:prstGeom>
          <a:solidFill>
            <a:srgbClr val="111111"/>
          </a:solidFill>
          <a:ln w="12700">
            <a:solidFill>
              <a:srgbClr val="111111"/>
            </a:solidFill>
            <a:prstDash val="solid"/>
          </a:ln>
        </p:spPr>
      </p:sp>
      <p:sp>
        <p:nvSpPr>
          <p:cNvPr id="23" name="Shape 19"/>
          <p:cNvSpPr/>
          <p:nvPr/>
        </p:nvSpPr>
        <p:spPr>
          <a:xfrm>
            <a:off x="3387852" y="2092147"/>
            <a:ext cx="129845" cy="129845"/>
          </a:xfrm>
          <a:prstGeom prst="rect">
            <a:avLst/>
          </a:prstGeom>
          <a:solidFill>
            <a:srgbClr val="111111"/>
          </a:solidFill>
          <a:ln w="12700">
            <a:solidFill>
              <a:srgbClr val="111111"/>
            </a:solidFill>
            <a:prstDash val="solid"/>
          </a:ln>
        </p:spPr>
      </p:sp>
      <p:sp>
        <p:nvSpPr>
          <p:cNvPr id="24" name="Shape 20"/>
          <p:cNvSpPr/>
          <p:nvPr/>
        </p:nvSpPr>
        <p:spPr>
          <a:xfrm>
            <a:off x="2608783" y="2221992"/>
            <a:ext cx="129845" cy="129845"/>
          </a:xfrm>
          <a:prstGeom prst="rect">
            <a:avLst/>
          </a:prstGeom>
          <a:solidFill>
            <a:srgbClr val="111111"/>
          </a:solidFill>
          <a:ln w="12700">
            <a:solidFill>
              <a:srgbClr val="111111"/>
            </a:solidFill>
            <a:prstDash val="solid"/>
          </a:ln>
        </p:spPr>
      </p:sp>
      <p:sp>
        <p:nvSpPr>
          <p:cNvPr id="25" name="Shape 21"/>
          <p:cNvSpPr/>
          <p:nvPr/>
        </p:nvSpPr>
        <p:spPr>
          <a:xfrm>
            <a:off x="2738628" y="2221992"/>
            <a:ext cx="129845" cy="129845"/>
          </a:xfrm>
          <a:prstGeom prst="rect">
            <a:avLst/>
          </a:prstGeom>
          <a:solidFill>
            <a:srgbClr val="111111"/>
          </a:solidFill>
          <a:ln w="12700">
            <a:solidFill>
              <a:srgbClr val="111111"/>
            </a:solidFill>
            <a:prstDash val="solid"/>
          </a:ln>
        </p:spPr>
      </p:sp>
      <p:sp>
        <p:nvSpPr>
          <p:cNvPr id="26" name="Shape 22"/>
          <p:cNvSpPr/>
          <p:nvPr/>
        </p:nvSpPr>
        <p:spPr>
          <a:xfrm>
            <a:off x="2868473" y="2221992"/>
            <a:ext cx="129845" cy="129845"/>
          </a:xfrm>
          <a:prstGeom prst="rect">
            <a:avLst/>
          </a:prstGeom>
          <a:solidFill>
            <a:srgbClr val="111111"/>
          </a:solidFill>
          <a:ln w="12700">
            <a:solidFill>
              <a:srgbClr val="111111"/>
            </a:solidFill>
            <a:prstDash val="solid"/>
          </a:ln>
        </p:spPr>
      </p:sp>
      <p:sp>
        <p:nvSpPr>
          <p:cNvPr id="27" name="Shape 23"/>
          <p:cNvSpPr/>
          <p:nvPr/>
        </p:nvSpPr>
        <p:spPr>
          <a:xfrm>
            <a:off x="3128162" y="2221992"/>
            <a:ext cx="129845" cy="129845"/>
          </a:xfrm>
          <a:prstGeom prst="rect">
            <a:avLst/>
          </a:prstGeom>
          <a:solidFill>
            <a:srgbClr val="111111"/>
          </a:solidFill>
          <a:ln w="12700">
            <a:solidFill>
              <a:srgbClr val="111111"/>
            </a:solidFill>
            <a:prstDash val="solid"/>
          </a:ln>
        </p:spPr>
      </p:sp>
      <p:sp>
        <p:nvSpPr>
          <p:cNvPr id="28" name="Shape 24"/>
          <p:cNvSpPr/>
          <p:nvPr/>
        </p:nvSpPr>
        <p:spPr>
          <a:xfrm>
            <a:off x="3258007" y="2221992"/>
            <a:ext cx="129845" cy="129845"/>
          </a:xfrm>
          <a:prstGeom prst="rect">
            <a:avLst/>
          </a:prstGeom>
          <a:solidFill>
            <a:srgbClr val="111111"/>
          </a:solidFill>
          <a:ln w="12700">
            <a:solidFill>
              <a:srgbClr val="111111"/>
            </a:solidFill>
            <a:prstDash val="solid"/>
          </a:ln>
        </p:spPr>
      </p:sp>
      <p:sp>
        <p:nvSpPr>
          <p:cNvPr id="29" name="Shape 25"/>
          <p:cNvSpPr/>
          <p:nvPr/>
        </p:nvSpPr>
        <p:spPr>
          <a:xfrm>
            <a:off x="3387852" y="2221992"/>
            <a:ext cx="129845" cy="129845"/>
          </a:xfrm>
          <a:prstGeom prst="rect">
            <a:avLst/>
          </a:prstGeom>
          <a:solidFill>
            <a:srgbClr val="111111"/>
          </a:solidFill>
          <a:ln w="12700">
            <a:solidFill>
              <a:srgbClr val="111111"/>
            </a:solidFill>
            <a:prstDash val="solid"/>
          </a:ln>
        </p:spPr>
      </p:sp>
      <p:sp>
        <p:nvSpPr>
          <p:cNvPr id="30" name="Shape 26"/>
          <p:cNvSpPr/>
          <p:nvPr/>
        </p:nvSpPr>
        <p:spPr>
          <a:xfrm>
            <a:off x="2998318" y="2351837"/>
            <a:ext cx="129845" cy="129845"/>
          </a:xfrm>
          <a:prstGeom prst="rect">
            <a:avLst/>
          </a:prstGeom>
          <a:solidFill>
            <a:srgbClr val="111111"/>
          </a:solidFill>
          <a:ln w="12700">
            <a:solidFill>
              <a:srgbClr val="111111"/>
            </a:solidFill>
            <a:prstDash val="solid"/>
          </a:ln>
        </p:spPr>
      </p:sp>
      <p:sp>
        <p:nvSpPr>
          <p:cNvPr id="31" name="Shape 27"/>
          <p:cNvSpPr/>
          <p:nvPr/>
        </p:nvSpPr>
        <p:spPr>
          <a:xfrm>
            <a:off x="2608783" y="2481682"/>
            <a:ext cx="129845" cy="129845"/>
          </a:xfrm>
          <a:prstGeom prst="rect">
            <a:avLst/>
          </a:prstGeom>
          <a:solidFill>
            <a:srgbClr val="111111"/>
          </a:solidFill>
          <a:ln w="12700">
            <a:solidFill>
              <a:srgbClr val="111111"/>
            </a:solidFill>
            <a:prstDash val="solid"/>
          </a:ln>
        </p:spPr>
      </p:sp>
      <p:sp>
        <p:nvSpPr>
          <p:cNvPr id="32" name="Shape 28"/>
          <p:cNvSpPr/>
          <p:nvPr/>
        </p:nvSpPr>
        <p:spPr>
          <a:xfrm>
            <a:off x="2868473" y="2481682"/>
            <a:ext cx="129845" cy="129845"/>
          </a:xfrm>
          <a:prstGeom prst="rect">
            <a:avLst/>
          </a:prstGeom>
          <a:solidFill>
            <a:srgbClr val="111111"/>
          </a:solidFill>
          <a:ln w="12700">
            <a:solidFill>
              <a:srgbClr val="111111"/>
            </a:solidFill>
            <a:prstDash val="solid"/>
          </a:ln>
        </p:spPr>
      </p:sp>
      <p:sp>
        <p:nvSpPr>
          <p:cNvPr id="33" name="Shape 29"/>
          <p:cNvSpPr/>
          <p:nvPr/>
        </p:nvSpPr>
        <p:spPr>
          <a:xfrm>
            <a:off x="2998318" y="2481682"/>
            <a:ext cx="129845" cy="129845"/>
          </a:xfrm>
          <a:prstGeom prst="rect">
            <a:avLst/>
          </a:prstGeom>
          <a:solidFill>
            <a:srgbClr val="111111"/>
          </a:solidFill>
          <a:ln w="12700">
            <a:solidFill>
              <a:srgbClr val="111111"/>
            </a:solidFill>
            <a:prstDash val="solid"/>
          </a:ln>
        </p:spPr>
      </p:sp>
      <p:sp>
        <p:nvSpPr>
          <p:cNvPr id="34" name="Shape 30"/>
          <p:cNvSpPr/>
          <p:nvPr/>
        </p:nvSpPr>
        <p:spPr>
          <a:xfrm>
            <a:off x="3258007" y="2481682"/>
            <a:ext cx="129845" cy="129845"/>
          </a:xfrm>
          <a:prstGeom prst="rect">
            <a:avLst/>
          </a:prstGeom>
          <a:solidFill>
            <a:srgbClr val="111111"/>
          </a:solidFill>
          <a:ln w="12700">
            <a:solidFill>
              <a:srgbClr val="111111"/>
            </a:solidFill>
            <a:prstDash val="solid"/>
          </a:ln>
        </p:spPr>
      </p:sp>
      <p:sp>
        <p:nvSpPr>
          <p:cNvPr id="35" name="Shape 31"/>
          <p:cNvSpPr/>
          <p:nvPr/>
        </p:nvSpPr>
        <p:spPr>
          <a:xfrm>
            <a:off x="3387852" y="2481682"/>
            <a:ext cx="129845" cy="129845"/>
          </a:xfrm>
          <a:prstGeom prst="rect">
            <a:avLst/>
          </a:prstGeom>
          <a:solidFill>
            <a:srgbClr val="111111"/>
          </a:solidFill>
          <a:ln w="12700">
            <a:solidFill>
              <a:srgbClr val="111111"/>
            </a:solidFill>
            <a:prstDash val="solid"/>
          </a:ln>
        </p:spPr>
      </p:sp>
      <p:sp>
        <p:nvSpPr>
          <p:cNvPr id="36" name="Shape 32"/>
          <p:cNvSpPr/>
          <p:nvPr/>
        </p:nvSpPr>
        <p:spPr>
          <a:xfrm>
            <a:off x="2738628" y="2611526"/>
            <a:ext cx="129845" cy="129845"/>
          </a:xfrm>
          <a:prstGeom prst="rect">
            <a:avLst/>
          </a:prstGeom>
          <a:solidFill>
            <a:srgbClr val="111111"/>
          </a:solidFill>
          <a:ln w="12700">
            <a:solidFill>
              <a:srgbClr val="111111"/>
            </a:solidFill>
            <a:prstDash val="solid"/>
          </a:ln>
        </p:spPr>
      </p:sp>
      <p:sp>
        <p:nvSpPr>
          <p:cNvPr id="37" name="Shape 33"/>
          <p:cNvSpPr/>
          <p:nvPr/>
        </p:nvSpPr>
        <p:spPr>
          <a:xfrm>
            <a:off x="3128162" y="2611526"/>
            <a:ext cx="129845" cy="129845"/>
          </a:xfrm>
          <a:prstGeom prst="rect">
            <a:avLst/>
          </a:prstGeom>
          <a:solidFill>
            <a:srgbClr val="111111"/>
          </a:solidFill>
          <a:ln w="12700">
            <a:solidFill>
              <a:srgbClr val="111111"/>
            </a:solidFill>
            <a:prstDash val="solid"/>
          </a:ln>
        </p:spPr>
      </p:sp>
      <p:sp>
        <p:nvSpPr>
          <p:cNvPr id="38" name="Shape 34"/>
          <p:cNvSpPr/>
          <p:nvPr/>
        </p:nvSpPr>
        <p:spPr>
          <a:xfrm>
            <a:off x="3258007" y="2611526"/>
            <a:ext cx="129845" cy="129845"/>
          </a:xfrm>
          <a:prstGeom prst="rect">
            <a:avLst/>
          </a:prstGeom>
          <a:solidFill>
            <a:srgbClr val="111111"/>
          </a:solidFill>
          <a:ln w="12700">
            <a:solidFill>
              <a:srgbClr val="111111"/>
            </a:solidFill>
            <a:prstDash val="solid"/>
          </a:ln>
        </p:spPr>
      </p:sp>
      <p:sp>
        <p:nvSpPr>
          <p:cNvPr id="39" name="Shape 35"/>
          <p:cNvSpPr/>
          <p:nvPr/>
        </p:nvSpPr>
        <p:spPr>
          <a:xfrm>
            <a:off x="2608783" y="2741371"/>
            <a:ext cx="129845" cy="129845"/>
          </a:xfrm>
          <a:prstGeom prst="rect">
            <a:avLst/>
          </a:prstGeom>
          <a:solidFill>
            <a:srgbClr val="111111"/>
          </a:solidFill>
          <a:ln w="12700">
            <a:solidFill>
              <a:srgbClr val="111111"/>
            </a:solidFill>
            <a:prstDash val="solid"/>
          </a:ln>
        </p:spPr>
      </p:sp>
      <p:sp>
        <p:nvSpPr>
          <p:cNvPr id="40" name="Shape 36"/>
          <p:cNvSpPr/>
          <p:nvPr/>
        </p:nvSpPr>
        <p:spPr>
          <a:xfrm>
            <a:off x="2738628" y="2741371"/>
            <a:ext cx="129845" cy="129845"/>
          </a:xfrm>
          <a:prstGeom prst="rect">
            <a:avLst/>
          </a:prstGeom>
          <a:solidFill>
            <a:srgbClr val="111111"/>
          </a:solidFill>
          <a:ln w="12700">
            <a:solidFill>
              <a:srgbClr val="111111"/>
            </a:solidFill>
            <a:prstDash val="solid"/>
          </a:ln>
        </p:spPr>
      </p:sp>
      <p:sp>
        <p:nvSpPr>
          <p:cNvPr id="41" name="Shape 37"/>
          <p:cNvSpPr/>
          <p:nvPr/>
        </p:nvSpPr>
        <p:spPr>
          <a:xfrm>
            <a:off x="2868473" y="2741371"/>
            <a:ext cx="129845" cy="129845"/>
          </a:xfrm>
          <a:prstGeom prst="rect">
            <a:avLst/>
          </a:prstGeom>
          <a:solidFill>
            <a:srgbClr val="111111"/>
          </a:solidFill>
          <a:ln w="12700">
            <a:solidFill>
              <a:srgbClr val="111111"/>
            </a:solidFill>
            <a:prstDash val="solid"/>
          </a:ln>
        </p:spPr>
      </p:sp>
      <p:sp>
        <p:nvSpPr>
          <p:cNvPr id="42" name="Shape 38"/>
          <p:cNvSpPr/>
          <p:nvPr/>
        </p:nvSpPr>
        <p:spPr>
          <a:xfrm>
            <a:off x="3128162" y="2741371"/>
            <a:ext cx="129845" cy="129845"/>
          </a:xfrm>
          <a:prstGeom prst="rect">
            <a:avLst/>
          </a:prstGeom>
          <a:solidFill>
            <a:srgbClr val="111111"/>
          </a:solidFill>
          <a:ln w="12700">
            <a:solidFill>
              <a:srgbClr val="111111"/>
            </a:solidFill>
            <a:prstDash val="solid"/>
          </a:ln>
        </p:spPr>
      </p:sp>
      <p:sp>
        <p:nvSpPr>
          <p:cNvPr id="43" name="Shape 39"/>
          <p:cNvSpPr/>
          <p:nvPr/>
        </p:nvSpPr>
        <p:spPr>
          <a:xfrm>
            <a:off x="3387852" y="2741371"/>
            <a:ext cx="129845" cy="129845"/>
          </a:xfrm>
          <a:prstGeom prst="rect">
            <a:avLst/>
          </a:prstGeom>
          <a:solidFill>
            <a:srgbClr val="111111"/>
          </a:solidFill>
          <a:ln w="12700">
            <a:solidFill>
              <a:srgbClr val="111111"/>
            </a:solidFill>
            <a:prstDash val="solid"/>
          </a:ln>
        </p:spPr>
      </p:sp>
      <p:sp>
        <p:nvSpPr>
          <p:cNvPr id="44" name="Shape 40"/>
          <p:cNvSpPr/>
          <p:nvPr/>
        </p:nvSpPr>
        <p:spPr>
          <a:xfrm>
            <a:off x="2478938" y="1832458"/>
            <a:ext cx="1168603" cy="1168603"/>
          </a:xfrm>
          <a:prstGeom prst="rect">
            <a:avLst/>
          </a:prstGeom>
          <a:solidFill>
            <a:srgbClr val="FFFFFF">
              <a:alpha val="0"/>
            </a:srgbClr>
          </a:solidFill>
          <a:ln w="25400">
            <a:solidFill>
              <a:srgbClr val="FFD54F"/>
            </a:solidFill>
            <a:prstDash val="solid"/>
          </a:ln>
        </p:spPr>
      </p:sp>
      <p:sp>
        <p:nvSpPr>
          <p:cNvPr id="45" name="Shape 41"/>
          <p:cNvSpPr/>
          <p:nvPr/>
        </p:nvSpPr>
        <p:spPr>
          <a:xfrm>
            <a:off x="2343150" y="3474720"/>
            <a:ext cx="1440180" cy="384048"/>
          </a:xfrm>
          <a:prstGeom prst="roundRect">
            <a:avLst>
              <a:gd name="adj" fmla="val 23810"/>
            </a:avLst>
          </a:prstGeom>
          <a:solidFill>
            <a:srgbClr val="FFFFFF"/>
          </a:solidFill>
          <a:ln w="12700">
            <a:solidFill>
              <a:srgbClr val="FFFFFF"/>
            </a:solidFill>
            <a:prstDash val="solid"/>
          </a:ln>
        </p:spPr>
      </p:sp>
      <p:sp>
        <p:nvSpPr>
          <p:cNvPr id="46" name="Text 42"/>
          <p:cNvSpPr txBox="1"/>
          <p:nvPr/>
        </p:nvSpPr>
        <p:spPr>
          <a:xfrm>
            <a:off x="2416302" y="3474720"/>
            <a:ext cx="1348740" cy="384048"/>
          </a:xfrm>
          <a:prstGeom prst="rect">
            <a:avLst/>
          </a:prstGeom>
          <a:noFill/>
          <a:ln/>
        </p:spPr>
        <p:txBody>
          <a:bodyPr wrap="square" lIns="0" tIns="0" rIns="0" bIns="0" rtlCol="0" anchor="ctr"/>
          <a:lstStyle/>
          <a:p>
            <a:pPr indent="0" marL="0">
              <a:buNone/>
            </a:pPr>
            <a:r>
              <a:rPr lang="en-US" sz="650" dirty="0">
                <a:solidFill>
                  <a:srgbClr val="0B57D0"/>
                </a:solidFill>
                <a:latin typeface="Calibri" pitchFamily="34" charset="0"/>
                <a:ea typeface="Calibri" pitchFamily="34" charset="-122"/>
                <a:cs typeface="Calibri" pitchFamily="34" charset="-120"/>
              </a:rPr>
              <a:t>santri-wu-kel1.github.io/website-santri-kel1</a:t>
            </a:r>
            <a:endParaRPr lang="en-US" sz="650" dirty="0"/>
          </a:p>
        </p:txBody>
      </p:sp>
      <p:sp>
        <p:nvSpPr>
          <p:cNvPr id="47" name="Shape 43"/>
          <p:cNvSpPr/>
          <p:nvPr/>
        </p:nvSpPr>
        <p:spPr>
          <a:xfrm>
            <a:off x="2315718" y="3447288"/>
            <a:ext cx="1495044" cy="438912"/>
          </a:xfrm>
          <a:prstGeom prst="roundRect">
            <a:avLst>
              <a:gd name="adj" fmla="val 10417"/>
            </a:avLst>
          </a:prstGeom>
          <a:solidFill>
            <a:srgbClr val="FFFFFF">
              <a:alpha val="0"/>
            </a:srgbClr>
          </a:solidFill>
          <a:ln w="31750">
            <a:solidFill>
              <a:srgbClr val="E53935"/>
            </a:solidFill>
            <a:prstDash val="solid"/>
          </a:ln>
        </p:spPr>
      </p:sp>
      <p:sp>
        <p:nvSpPr>
          <p:cNvPr id="48" name="Shape 44"/>
          <p:cNvSpPr/>
          <p:nvPr/>
        </p:nvSpPr>
        <p:spPr>
          <a:xfrm>
            <a:off x="3673602" y="3310128"/>
            <a:ext cx="274320" cy="274320"/>
          </a:xfrm>
          <a:prstGeom prst="ellipse">
            <a:avLst/>
          </a:prstGeom>
          <a:solidFill>
            <a:srgbClr val="E53935"/>
          </a:solidFill>
          <a:ln w="12700">
            <a:solidFill>
              <a:srgbClr val="FFFFFF"/>
            </a:solidFill>
            <a:prstDash val="solid"/>
          </a:ln>
        </p:spPr>
      </p:sp>
      <p:sp>
        <p:nvSpPr>
          <p:cNvPr id="49" name="Text 45"/>
          <p:cNvSpPr txBox="1"/>
          <p:nvPr/>
        </p:nvSpPr>
        <p:spPr>
          <a:xfrm>
            <a:off x="3673602" y="33101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50" name="Image 2" descr="preencoded.png">    </p:cNvPr>
          <p:cNvPicPr>
            <a:picLocks noChangeAspect="1"/>
          </p:cNvPicPr>
          <p:nvPr/>
        </p:nvPicPr>
        <p:blipFill>
          <a:blip r:embed="rId3"/>
          <a:stretch>
            <a:fillRect/>
          </a:stretch>
        </p:blipFill>
        <p:spPr>
          <a:xfrm>
            <a:off x="3135249" y="3685946"/>
            <a:ext cx="237744" cy="237744"/>
          </a:xfrm>
          <a:prstGeom prst="rect">
            <a:avLst/>
          </a:prstGeom>
        </p:spPr>
      </p:pic>
      <p:sp>
        <p:nvSpPr>
          <p:cNvPr id="51" name="Text 4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52" name="Text 4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Pindai QR dengan kamera HP</a:t>
            </a:r>
            <a:endParaRPr lang="en-US" sz="1800" dirty="0"/>
          </a:p>
        </p:txBody>
      </p:sp>
      <p:sp>
        <p:nvSpPr>
          <p:cNvPr id="53" name="Text 4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gambar QR di layar komputer. Buka kamera HP, arahkan ke QR. Tunggu muncul alamat di layar HP.</a:t>
            </a:r>
            <a:endParaRPr lang="en-US" sz="1300" dirty="0"/>
          </a:p>
        </p:txBody>
      </p:sp>
      <p:sp>
        <p:nvSpPr>
          <p:cNvPr id="54" name="Shape 49"/>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5" name="Image 3" descr="preencoded.png">    </p:cNvPr>
          <p:cNvPicPr>
            <a:picLocks noChangeAspect="1"/>
          </p:cNvPicPr>
          <p:nvPr/>
        </p:nvPicPr>
        <p:blipFill>
          <a:blip r:embed="rId4"/>
          <a:stretch>
            <a:fillRect/>
          </a:stretch>
        </p:blipFill>
        <p:spPr>
          <a:xfrm>
            <a:off x="6108192" y="3721608"/>
            <a:ext cx="201168" cy="201168"/>
          </a:xfrm>
          <a:prstGeom prst="rect">
            <a:avLst/>
          </a:prstGeom>
        </p:spPr>
      </p:pic>
      <p:sp>
        <p:nvSpPr>
          <p:cNvPr id="56" name="Text 50"/>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kamera tidak membaca QR, gunakan Google Lens.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Memindai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Shape 7"/>
          <p:cNvSpPr/>
          <p:nvPr/>
        </p:nvSpPr>
        <p:spPr>
          <a:xfrm>
            <a:off x="2251710" y="1143000"/>
            <a:ext cx="1623060" cy="274320"/>
          </a:xfrm>
          <a:prstGeom prst="rect">
            <a:avLst/>
          </a:prstGeom>
          <a:solidFill>
            <a:srgbClr val="F1F3F4"/>
          </a:solidFill>
          <a:ln w="12700">
            <a:solidFill>
              <a:srgbClr val="F1F3F4"/>
            </a:solidFill>
            <a:prstDash val="solid"/>
          </a:ln>
        </p:spPr>
      </p:sp>
      <p:sp>
        <p:nvSpPr>
          <p:cNvPr id="12" name="Text 8"/>
          <p:cNvSpPr txBox="1"/>
          <p:nvPr/>
        </p:nvSpPr>
        <p:spPr>
          <a:xfrm>
            <a:off x="2297430" y="1143000"/>
            <a:ext cx="1531620" cy="27432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santri-wu-kel1.github.io/...</a:t>
            </a:r>
            <a:endParaRPr lang="en-US" sz="650" dirty="0"/>
          </a:p>
        </p:txBody>
      </p:sp>
      <p:sp>
        <p:nvSpPr>
          <p:cNvPr id="13" name="Shape 9"/>
          <p:cNvSpPr/>
          <p:nvPr/>
        </p:nvSpPr>
        <p:spPr>
          <a:xfrm>
            <a:off x="2251710" y="1417320"/>
            <a:ext cx="1623060" cy="548640"/>
          </a:xfrm>
          <a:prstGeom prst="rect">
            <a:avLst/>
          </a:prstGeom>
          <a:solidFill>
            <a:srgbClr val="0F4C3A"/>
          </a:solidFill>
          <a:ln w="12700">
            <a:solidFill>
              <a:srgbClr val="0F4C3A"/>
            </a:solidFill>
            <a:prstDash val="solid"/>
          </a:ln>
        </p:spPr>
      </p:sp>
      <p:sp>
        <p:nvSpPr>
          <p:cNvPr id="14" name="Text 10"/>
          <p:cNvSpPr txBox="1"/>
          <p:nvPr/>
        </p:nvSpPr>
        <p:spPr>
          <a:xfrm>
            <a:off x="2324862" y="1508760"/>
            <a:ext cx="1476756" cy="365760"/>
          </a:xfrm>
          <a:prstGeom prst="rect">
            <a:avLst/>
          </a:prstGeom>
          <a:noFill/>
          <a:ln/>
        </p:spPr>
        <p:txBody>
          <a:bodyPr wrap="square" lIns="0" tIns="0" rIns="0" bIns="0" rtlCol="0" anchor="t"/>
          <a:lstStyle/>
          <a:p>
            <a:pPr indent="0" marL="0">
              <a:buNone/>
            </a:pPr>
            <a:r>
              <a:rPr lang="en-US" sz="900" b="1" dirty="0">
                <a:solidFill>
                  <a:srgbClr val="FFFFFF"/>
                </a:solidFill>
                <a:latin typeface="Arial" pitchFamily="34" charset="0"/>
                <a:ea typeface="Arial" pitchFamily="34" charset="-122"/>
                <a:cs typeface="Arial" pitchFamily="34" charset="-120"/>
              </a:rPr>
              <a:t>Kelas 8A Wihdatul Ummah</a:t>
            </a:r>
            <a:endParaRPr lang="en-US" sz="900" dirty="0"/>
          </a:p>
        </p:txBody>
      </p:sp>
      <p:sp>
        <p:nvSpPr>
          <p:cNvPr id="15" name="Shape 11"/>
          <p:cNvSpPr/>
          <p:nvPr/>
        </p:nvSpPr>
        <p:spPr>
          <a:xfrm>
            <a:off x="2251710" y="1965960"/>
            <a:ext cx="1623060" cy="2606040"/>
          </a:xfrm>
          <a:prstGeom prst="rect">
            <a:avLst/>
          </a:prstGeom>
          <a:solidFill>
            <a:srgbClr val="F3F8F5"/>
          </a:solidFill>
          <a:ln w="12700">
            <a:solidFill>
              <a:srgbClr val="F3F8F5"/>
            </a:solidFill>
            <a:prstDash val="solid"/>
          </a:ln>
        </p:spPr>
      </p:sp>
      <p:sp>
        <p:nvSpPr>
          <p:cNvPr id="16" name="Text 12"/>
          <p:cNvSpPr txBox="1"/>
          <p:nvPr/>
        </p:nvSpPr>
        <p:spPr>
          <a:xfrm>
            <a:off x="2324862" y="2057400"/>
            <a:ext cx="1476756" cy="365760"/>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Assalamu'alaikum! Selamat datang...</a:t>
            </a:r>
            <a:endParaRPr lang="en-US" sz="700" dirty="0"/>
          </a:p>
        </p:txBody>
      </p:sp>
      <p:sp>
        <p:nvSpPr>
          <p:cNvPr id="17" name="Shape 13"/>
          <p:cNvSpPr/>
          <p:nvPr/>
        </p:nvSpPr>
        <p:spPr>
          <a:xfrm>
            <a:off x="2233422" y="1124712"/>
            <a:ext cx="1659636" cy="310896"/>
          </a:xfrm>
          <a:prstGeom prst="roundRect">
            <a:avLst>
              <a:gd name="adj" fmla="val 14706"/>
            </a:avLst>
          </a:prstGeom>
          <a:solidFill>
            <a:srgbClr val="FFFFFF">
              <a:alpha val="0"/>
            </a:srgbClr>
          </a:solidFill>
          <a:ln w="31750">
            <a:solidFill>
              <a:srgbClr val="E53935"/>
            </a:solidFill>
            <a:prstDash val="solid"/>
          </a:ln>
        </p:spPr>
      </p:sp>
      <p:sp>
        <p:nvSpPr>
          <p:cNvPr id="18" name="Shape 14"/>
          <p:cNvSpPr/>
          <p:nvPr/>
        </p:nvSpPr>
        <p:spPr>
          <a:xfrm>
            <a:off x="3755898" y="987552"/>
            <a:ext cx="274320" cy="274320"/>
          </a:xfrm>
          <a:prstGeom prst="ellipse">
            <a:avLst/>
          </a:prstGeom>
          <a:solidFill>
            <a:srgbClr val="E53935"/>
          </a:solidFill>
          <a:ln w="12700">
            <a:solidFill>
              <a:srgbClr val="FFFFFF"/>
            </a:solidFill>
            <a:prstDash val="solid"/>
          </a:ln>
        </p:spPr>
      </p:sp>
      <p:sp>
        <p:nvSpPr>
          <p:cNvPr id="19" name="Text 15"/>
          <p:cNvSpPr txBox="1"/>
          <p:nvPr/>
        </p:nvSpPr>
        <p:spPr>
          <a:xfrm>
            <a:off x="3755898" y="9875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20" name="Image 2" descr="preencoded.png">    </p:cNvPr>
          <p:cNvPicPr>
            <a:picLocks noChangeAspect="1"/>
          </p:cNvPicPr>
          <p:nvPr/>
        </p:nvPicPr>
        <p:blipFill>
          <a:blip r:embed="rId3"/>
          <a:stretch>
            <a:fillRect/>
          </a:stretch>
        </p:blipFill>
        <p:spPr>
          <a:xfrm>
            <a:off x="3144393" y="1293876"/>
            <a:ext cx="237744" cy="237744"/>
          </a:xfrm>
          <a:prstGeom prst="rect">
            <a:avLst/>
          </a:prstGeom>
        </p:spPr>
      </p:pic>
      <p:sp>
        <p:nvSpPr>
          <p:cNvPr id="21" name="Text 1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22" name="Text 1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Baca alamat, baru ketuk untuk membuka</a:t>
            </a:r>
            <a:endParaRPr lang="en-US" sz="1800" dirty="0"/>
          </a:p>
        </p:txBody>
      </p:sp>
      <p:sp>
        <p:nvSpPr>
          <p:cNvPr id="23" name="Text 1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Baca alamat yang muncul. Jika benar website kelompokmu, ketuk untuk membuka.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Waspada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Shape 7"/>
          <p:cNvSpPr/>
          <p:nvPr/>
        </p:nvSpPr>
        <p:spPr>
          <a:xfrm>
            <a:off x="2251710" y="1143000"/>
            <a:ext cx="1623060" cy="3429000"/>
          </a:xfrm>
          <a:prstGeom prst="roundRect">
            <a:avLst>
              <a:gd name="adj" fmla="val 5634"/>
            </a:avLst>
          </a:prstGeom>
          <a:solidFill>
            <a:srgbClr val="5D6D7E"/>
          </a:solidFill>
          <a:ln w="12700">
            <a:solidFill>
              <a:srgbClr val="5D6D7E"/>
            </a:solidFill>
            <a:prstDash val="solid"/>
          </a:ln>
        </p:spPr>
      </p:sp>
      <p:sp>
        <p:nvSpPr>
          <p:cNvPr id="12" name="Shape 8"/>
          <p:cNvSpPr/>
          <p:nvPr/>
        </p:nvSpPr>
        <p:spPr>
          <a:xfrm>
            <a:off x="2543861" y="1897380"/>
            <a:ext cx="1038758" cy="1038758"/>
          </a:xfrm>
          <a:prstGeom prst="rect">
            <a:avLst/>
          </a:prstGeom>
          <a:solidFill>
            <a:srgbClr val="FFFFFF"/>
          </a:solidFill>
          <a:ln w="12700">
            <a:solidFill>
              <a:srgbClr val="FFFFFF"/>
            </a:solidFill>
            <a:prstDash val="solid"/>
          </a:ln>
        </p:spPr>
      </p:sp>
      <p:sp>
        <p:nvSpPr>
          <p:cNvPr id="13" name="Shape 9"/>
          <p:cNvSpPr/>
          <p:nvPr/>
        </p:nvSpPr>
        <p:spPr>
          <a:xfrm>
            <a:off x="2608783" y="1962302"/>
            <a:ext cx="908914" cy="908914"/>
          </a:xfrm>
          <a:prstGeom prst="rect">
            <a:avLst/>
          </a:prstGeom>
          <a:solidFill>
            <a:srgbClr val="FFFFFF"/>
          </a:solidFill>
          <a:ln w="12700">
            <a:solidFill>
              <a:srgbClr val="FFFFFF"/>
            </a:solidFill>
            <a:prstDash val="solid"/>
          </a:ln>
        </p:spPr>
      </p:sp>
      <p:sp>
        <p:nvSpPr>
          <p:cNvPr id="14" name="Shape 10"/>
          <p:cNvSpPr/>
          <p:nvPr/>
        </p:nvSpPr>
        <p:spPr>
          <a:xfrm>
            <a:off x="2608783" y="1962302"/>
            <a:ext cx="129845" cy="129845"/>
          </a:xfrm>
          <a:prstGeom prst="rect">
            <a:avLst/>
          </a:prstGeom>
          <a:solidFill>
            <a:srgbClr val="111111"/>
          </a:solidFill>
          <a:ln w="12700">
            <a:solidFill>
              <a:srgbClr val="111111"/>
            </a:solidFill>
            <a:prstDash val="solid"/>
          </a:ln>
        </p:spPr>
      </p:sp>
      <p:sp>
        <p:nvSpPr>
          <p:cNvPr id="15" name="Shape 11"/>
          <p:cNvSpPr/>
          <p:nvPr/>
        </p:nvSpPr>
        <p:spPr>
          <a:xfrm>
            <a:off x="2738628" y="1962302"/>
            <a:ext cx="129845" cy="129845"/>
          </a:xfrm>
          <a:prstGeom prst="rect">
            <a:avLst/>
          </a:prstGeom>
          <a:solidFill>
            <a:srgbClr val="111111"/>
          </a:solidFill>
          <a:ln w="12700">
            <a:solidFill>
              <a:srgbClr val="111111"/>
            </a:solidFill>
            <a:prstDash val="solid"/>
          </a:ln>
        </p:spPr>
      </p:sp>
      <p:sp>
        <p:nvSpPr>
          <p:cNvPr id="16" name="Shape 12"/>
          <p:cNvSpPr/>
          <p:nvPr/>
        </p:nvSpPr>
        <p:spPr>
          <a:xfrm>
            <a:off x="2868473" y="1962302"/>
            <a:ext cx="129845" cy="129845"/>
          </a:xfrm>
          <a:prstGeom prst="rect">
            <a:avLst/>
          </a:prstGeom>
          <a:solidFill>
            <a:srgbClr val="111111"/>
          </a:solidFill>
          <a:ln w="12700">
            <a:solidFill>
              <a:srgbClr val="111111"/>
            </a:solidFill>
            <a:prstDash val="solid"/>
          </a:ln>
        </p:spPr>
      </p:sp>
      <p:sp>
        <p:nvSpPr>
          <p:cNvPr id="17" name="Shape 13"/>
          <p:cNvSpPr/>
          <p:nvPr/>
        </p:nvSpPr>
        <p:spPr>
          <a:xfrm>
            <a:off x="3128162" y="1962302"/>
            <a:ext cx="129845" cy="129845"/>
          </a:xfrm>
          <a:prstGeom prst="rect">
            <a:avLst/>
          </a:prstGeom>
          <a:solidFill>
            <a:srgbClr val="111111"/>
          </a:solidFill>
          <a:ln w="12700">
            <a:solidFill>
              <a:srgbClr val="111111"/>
            </a:solidFill>
            <a:prstDash val="solid"/>
          </a:ln>
        </p:spPr>
      </p:sp>
      <p:sp>
        <p:nvSpPr>
          <p:cNvPr id="18" name="Shape 14"/>
          <p:cNvSpPr/>
          <p:nvPr/>
        </p:nvSpPr>
        <p:spPr>
          <a:xfrm>
            <a:off x="3258007" y="1962302"/>
            <a:ext cx="129845" cy="129845"/>
          </a:xfrm>
          <a:prstGeom prst="rect">
            <a:avLst/>
          </a:prstGeom>
          <a:solidFill>
            <a:srgbClr val="111111"/>
          </a:solidFill>
          <a:ln w="12700">
            <a:solidFill>
              <a:srgbClr val="111111"/>
            </a:solidFill>
            <a:prstDash val="solid"/>
          </a:ln>
        </p:spPr>
      </p:sp>
      <p:sp>
        <p:nvSpPr>
          <p:cNvPr id="19" name="Shape 15"/>
          <p:cNvSpPr/>
          <p:nvPr/>
        </p:nvSpPr>
        <p:spPr>
          <a:xfrm>
            <a:off x="3387852" y="1962302"/>
            <a:ext cx="129845" cy="129845"/>
          </a:xfrm>
          <a:prstGeom prst="rect">
            <a:avLst/>
          </a:prstGeom>
          <a:solidFill>
            <a:srgbClr val="111111"/>
          </a:solidFill>
          <a:ln w="12700">
            <a:solidFill>
              <a:srgbClr val="111111"/>
            </a:solidFill>
            <a:prstDash val="solid"/>
          </a:ln>
        </p:spPr>
      </p:sp>
      <p:sp>
        <p:nvSpPr>
          <p:cNvPr id="20" name="Shape 16"/>
          <p:cNvSpPr/>
          <p:nvPr/>
        </p:nvSpPr>
        <p:spPr>
          <a:xfrm>
            <a:off x="2608783" y="2092147"/>
            <a:ext cx="129845" cy="129845"/>
          </a:xfrm>
          <a:prstGeom prst="rect">
            <a:avLst/>
          </a:prstGeom>
          <a:solidFill>
            <a:srgbClr val="111111"/>
          </a:solidFill>
          <a:ln w="12700">
            <a:solidFill>
              <a:srgbClr val="111111"/>
            </a:solidFill>
            <a:prstDash val="solid"/>
          </a:ln>
        </p:spPr>
      </p:sp>
      <p:sp>
        <p:nvSpPr>
          <p:cNvPr id="21" name="Shape 17"/>
          <p:cNvSpPr/>
          <p:nvPr/>
        </p:nvSpPr>
        <p:spPr>
          <a:xfrm>
            <a:off x="2868473" y="2092147"/>
            <a:ext cx="129845" cy="129845"/>
          </a:xfrm>
          <a:prstGeom prst="rect">
            <a:avLst/>
          </a:prstGeom>
          <a:solidFill>
            <a:srgbClr val="111111"/>
          </a:solidFill>
          <a:ln w="12700">
            <a:solidFill>
              <a:srgbClr val="111111"/>
            </a:solidFill>
            <a:prstDash val="solid"/>
          </a:ln>
        </p:spPr>
      </p:sp>
      <p:sp>
        <p:nvSpPr>
          <p:cNvPr id="22" name="Shape 18"/>
          <p:cNvSpPr/>
          <p:nvPr/>
        </p:nvSpPr>
        <p:spPr>
          <a:xfrm>
            <a:off x="3128162" y="2092147"/>
            <a:ext cx="129845" cy="129845"/>
          </a:xfrm>
          <a:prstGeom prst="rect">
            <a:avLst/>
          </a:prstGeom>
          <a:solidFill>
            <a:srgbClr val="111111"/>
          </a:solidFill>
          <a:ln w="12700">
            <a:solidFill>
              <a:srgbClr val="111111"/>
            </a:solidFill>
            <a:prstDash val="solid"/>
          </a:ln>
        </p:spPr>
      </p:sp>
      <p:sp>
        <p:nvSpPr>
          <p:cNvPr id="23" name="Shape 19"/>
          <p:cNvSpPr/>
          <p:nvPr/>
        </p:nvSpPr>
        <p:spPr>
          <a:xfrm>
            <a:off x="3387852" y="2092147"/>
            <a:ext cx="129845" cy="129845"/>
          </a:xfrm>
          <a:prstGeom prst="rect">
            <a:avLst/>
          </a:prstGeom>
          <a:solidFill>
            <a:srgbClr val="111111"/>
          </a:solidFill>
          <a:ln w="12700">
            <a:solidFill>
              <a:srgbClr val="111111"/>
            </a:solidFill>
            <a:prstDash val="solid"/>
          </a:ln>
        </p:spPr>
      </p:sp>
      <p:sp>
        <p:nvSpPr>
          <p:cNvPr id="24" name="Shape 20"/>
          <p:cNvSpPr/>
          <p:nvPr/>
        </p:nvSpPr>
        <p:spPr>
          <a:xfrm>
            <a:off x="2608783" y="2221992"/>
            <a:ext cx="129845" cy="129845"/>
          </a:xfrm>
          <a:prstGeom prst="rect">
            <a:avLst/>
          </a:prstGeom>
          <a:solidFill>
            <a:srgbClr val="111111"/>
          </a:solidFill>
          <a:ln w="12700">
            <a:solidFill>
              <a:srgbClr val="111111"/>
            </a:solidFill>
            <a:prstDash val="solid"/>
          </a:ln>
        </p:spPr>
      </p:sp>
      <p:sp>
        <p:nvSpPr>
          <p:cNvPr id="25" name="Shape 21"/>
          <p:cNvSpPr/>
          <p:nvPr/>
        </p:nvSpPr>
        <p:spPr>
          <a:xfrm>
            <a:off x="2738628" y="2221992"/>
            <a:ext cx="129845" cy="129845"/>
          </a:xfrm>
          <a:prstGeom prst="rect">
            <a:avLst/>
          </a:prstGeom>
          <a:solidFill>
            <a:srgbClr val="111111"/>
          </a:solidFill>
          <a:ln w="12700">
            <a:solidFill>
              <a:srgbClr val="111111"/>
            </a:solidFill>
            <a:prstDash val="solid"/>
          </a:ln>
        </p:spPr>
      </p:sp>
      <p:sp>
        <p:nvSpPr>
          <p:cNvPr id="26" name="Shape 22"/>
          <p:cNvSpPr/>
          <p:nvPr/>
        </p:nvSpPr>
        <p:spPr>
          <a:xfrm>
            <a:off x="2868473" y="2221992"/>
            <a:ext cx="129845" cy="129845"/>
          </a:xfrm>
          <a:prstGeom prst="rect">
            <a:avLst/>
          </a:prstGeom>
          <a:solidFill>
            <a:srgbClr val="111111"/>
          </a:solidFill>
          <a:ln w="12700">
            <a:solidFill>
              <a:srgbClr val="111111"/>
            </a:solidFill>
            <a:prstDash val="solid"/>
          </a:ln>
        </p:spPr>
      </p:sp>
      <p:sp>
        <p:nvSpPr>
          <p:cNvPr id="27" name="Shape 23"/>
          <p:cNvSpPr/>
          <p:nvPr/>
        </p:nvSpPr>
        <p:spPr>
          <a:xfrm>
            <a:off x="3128162" y="2221992"/>
            <a:ext cx="129845" cy="129845"/>
          </a:xfrm>
          <a:prstGeom prst="rect">
            <a:avLst/>
          </a:prstGeom>
          <a:solidFill>
            <a:srgbClr val="111111"/>
          </a:solidFill>
          <a:ln w="12700">
            <a:solidFill>
              <a:srgbClr val="111111"/>
            </a:solidFill>
            <a:prstDash val="solid"/>
          </a:ln>
        </p:spPr>
      </p:sp>
      <p:sp>
        <p:nvSpPr>
          <p:cNvPr id="28" name="Shape 24"/>
          <p:cNvSpPr/>
          <p:nvPr/>
        </p:nvSpPr>
        <p:spPr>
          <a:xfrm>
            <a:off x="3258007" y="2221992"/>
            <a:ext cx="129845" cy="129845"/>
          </a:xfrm>
          <a:prstGeom prst="rect">
            <a:avLst/>
          </a:prstGeom>
          <a:solidFill>
            <a:srgbClr val="111111"/>
          </a:solidFill>
          <a:ln w="12700">
            <a:solidFill>
              <a:srgbClr val="111111"/>
            </a:solidFill>
            <a:prstDash val="solid"/>
          </a:ln>
        </p:spPr>
      </p:sp>
      <p:sp>
        <p:nvSpPr>
          <p:cNvPr id="29" name="Shape 25"/>
          <p:cNvSpPr/>
          <p:nvPr/>
        </p:nvSpPr>
        <p:spPr>
          <a:xfrm>
            <a:off x="3387852" y="2221992"/>
            <a:ext cx="129845" cy="129845"/>
          </a:xfrm>
          <a:prstGeom prst="rect">
            <a:avLst/>
          </a:prstGeom>
          <a:solidFill>
            <a:srgbClr val="111111"/>
          </a:solidFill>
          <a:ln w="12700">
            <a:solidFill>
              <a:srgbClr val="111111"/>
            </a:solidFill>
            <a:prstDash val="solid"/>
          </a:ln>
        </p:spPr>
      </p:sp>
      <p:sp>
        <p:nvSpPr>
          <p:cNvPr id="30" name="Shape 26"/>
          <p:cNvSpPr/>
          <p:nvPr/>
        </p:nvSpPr>
        <p:spPr>
          <a:xfrm>
            <a:off x="2998318" y="2351837"/>
            <a:ext cx="129845" cy="129845"/>
          </a:xfrm>
          <a:prstGeom prst="rect">
            <a:avLst/>
          </a:prstGeom>
          <a:solidFill>
            <a:srgbClr val="111111"/>
          </a:solidFill>
          <a:ln w="12700">
            <a:solidFill>
              <a:srgbClr val="111111"/>
            </a:solidFill>
            <a:prstDash val="solid"/>
          </a:ln>
        </p:spPr>
      </p:sp>
      <p:sp>
        <p:nvSpPr>
          <p:cNvPr id="31" name="Shape 27"/>
          <p:cNvSpPr/>
          <p:nvPr/>
        </p:nvSpPr>
        <p:spPr>
          <a:xfrm>
            <a:off x="2608783" y="2481682"/>
            <a:ext cx="129845" cy="129845"/>
          </a:xfrm>
          <a:prstGeom prst="rect">
            <a:avLst/>
          </a:prstGeom>
          <a:solidFill>
            <a:srgbClr val="111111"/>
          </a:solidFill>
          <a:ln w="12700">
            <a:solidFill>
              <a:srgbClr val="111111"/>
            </a:solidFill>
            <a:prstDash val="solid"/>
          </a:ln>
        </p:spPr>
      </p:sp>
      <p:sp>
        <p:nvSpPr>
          <p:cNvPr id="32" name="Shape 28"/>
          <p:cNvSpPr/>
          <p:nvPr/>
        </p:nvSpPr>
        <p:spPr>
          <a:xfrm>
            <a:off x="2868473" y="2481682"/>
            <a:ext cx="129845" cy="129845"/>
          </a:xfrm>
          <a:prstGeom prst="rect">
            <a:avLst/>
          </a:prstGeom>
          <a:solidFill>
            <a:srgbClr val="111111"/>
          </a:solidFill>
          <a:ln w="12700">
            <a:solidFill>
              <a:srgbClr val="111111"/>
            </a:solidFill>
            <a:prstDash val="solid"/>
          </a:ln>
        </p:spPr>
      </p:sp>
      <p:sp>
        <p:nvSpPr>
          <p:cNvPr id="33" name="Shape 29"/>
          <p:cNvSpPr/>
          <p:nvPr/>
        </p:nvSpPr>
        <p:spPr>
          <a:xfrm>
            <a:off x="2998318" y="2481682"/>
            <a:ext cx="129845" cy="129845"/>
          </a:xfrm>
          <a:prstGeom prst="rect">
            <a:avLst/>
          </a:prstGeom>
          <a:solidFill>
            <a:srgbClr val="111111"/>
          </a:solidFill>
          <a:ln w="12700">
            <a:solidFill>
              <a:srgbClr val="111111"/>
            </a:solidFill>
            <a:prstDash val="solid"/>
          </a:ln>
        </p:spPr>
      </p:sp>
      <p:sp>
        <p:nvSpPr>
          <p:cNvPr id="34" name="Shape 30"/>
          <p:cNvSpPr/>
          <p:nvPr/>
        </p:nvSpPr>
        <p:spPr>
          <a:xfrm>
            <a:off x="3258007" y="2481682"/>
            <a:ext cx="129845" cy="129845"/>
          </a:xfrm>
          <a:prstGeom prst="rect">
            <a:avLst/>
          </a:prstGeom>
          <a:solidFill>
            <a:srgbClr val="111111"/>
          </a:solidFill>
          <a:ln w="12700">
            <a:solidFill>
              <a:srgbClr val="111111"/>
            </a:solidFill>
            <a:prstDash val="solid"/>
          </a:ln>
        </p:spPr>
      </p:sp>
      <p:sp>
        <p:nvSpPr>
          <p:cNvPr id="35" name="Shape 31"/>
          <p:cNvSpPr/>
          <p:nvPr/>
        </p:nvSpPr>
        <p:spPr>
          <a:xfrm>
            <a:off x="3387852" y="2481682"/>
            <a:ext cx="129845" cy="129845"/>
          </a:xfrm>
          <a:prstGeom prst="rect">
            <a:avLst/>
          </a:prstGeom>
          <a:solidFill>
            <a:srgbClr val="111111"/>
          </a:solidFill>
          <a:ln w="12700">
            <a:solidFill>
              <a:srgbClr val="111111"/>
            </a:solidFill>
            <a:prstDash val="solid"/>
          </a:ln>
        </p:spPr>
      </p:sp>
      <p:sp>
        <p:nvSpPr>
          <p:cNvPr id="36" name="Shape 32"/>
          <p:cNvSpPr/>
          <p:nvPr/>
        </p:nvSpPr>
        <p:spPr>
          <a:xfrm>
            <a:off x="2738628" y="2611526"/>
            <a:ext cx="129845" cy="129845"/>
          </a:xfrm>
          <a:prstGeom prst="rect">
            <a:avLst/>
          </a:prstGeom>
          <a:solidFill>
            <a:srgbClr val="111111"/>
          </a:solidFill>
          <a:ln w="12700">
            <a:solidFill>
              <a:srgbClr val="111111"/>
            </a:solidFill>
            <a:prstDash val="solid"/>
          </a:ln>
        </p:spPr>
      </p:sp>
      <p:sp>
        <p:nvSpPr>
          <p:cNvPr id="37" name="Shape 33"/>
          <p:cNvSpPr/>
          <p:nvPr/>
        </p:nvSpPr>
        <p:spPr>
          <a:xfrm>
            <a:off x="3128162" y="2611526"/>
            <a:ext cx="129845" cy="129845"/>
          </a:xfrm>
          <a:prstGeom prst="rect">
            <a:avLst/>
          </a:prstGeom>
          <a:solidFill>
            <a:srgbClr val="111111"/>
          </a:solidFill>
          <a:ln w="12700">
            <a:solidFill>
              <a:srgbClr val="111111"/>
            </a:solidFill>
            <a:prstDash val="solid"/>
          </a:ln>
        </p:spPr>
      </p:sp>
      <p:sp>
        <p:nvSpPr>
          <p:cNvPr id="38" name="Shape 34"/>
          <p:cNvSpPr/>
          <p:nvPr/>
        </p:nvSpPr>
        <p:spPr>
          <a:xfrm>
            <a:off x="3258007" y="2611526"/>
            <a:ext cx="129845" cy="129845"/>
          </a:xfrm>
          <a:prstGeom prst="rect">
            <a:avLst/>
          </a:prstGeom>
          <a:solidFill>
            <a:srgbClr val="111111"/>
          </a:solidFill>
          <a:ln w="12700">
            <a:solidFill>
              <a:srgbClr val="111111"/>
            </a:solidFill>
            <a:prstDash val="solid"/>
          </a:ln>
        </p:spPr>
      </p:sp>
      <p:sp>
        <p:nvSpPr>
          <p:cNvPr id="39" name="Shape 35"/>
          <p:cNvSpPr/>
          <p:nvPr/>
        </p:nvSpPr>
        <p:spPr>
          <a:xfrm>
            <a:off x="2608783" y="2741371"/>
            <a:ext cx="129845" cy="129845"/>
          </a:xfrm>
          <a:prstGeom prst="rect">
            <a:avLst/>
          </a:prstGeom>
          <a:solidFill>
            <a:srgbClr val="111111"/>
          </a:solidFill>
          <a:ln w="12700">
            <a:solidFill>
              <a:srgbClr val="111111"/>
            </a:solidFill>
            <a:prstDash val="solid"/>
          </a:ln>
        </p:spPr>
      </p:sp>
      <p:sp>
        <p:nvSpPr>
          <p:cNvPr id="40" name="Shape 36"/>
          <p:cNvSpPr/>
          <p:nvPr/>
        </p:nvSpPr>
        <p:spPr>
          <a:xfrm>
            <a:off x="2738628" y="2741371"/>
            <a:ext cx="129845" cy="129845"/>
          </a:xfrm>
          <a:prstGeom prst="rect">
            <a:avLst/>
          </a:prstGeom>
          <a:solidFill>
            <a:srgbClr val="111111"/>
          </a:solidFill>
          <a:ln w="12700">
            <a:solidFill>
              <a:srgbClr val="111111"/>
            </a:solidFill>
            <a:prstDash val="solid"/>
          </a:ln>
        </p:spPr>
      </p:sp>
      <p:sp>
        <p:nvSpPr>
          <p:cNvPr id="41" name="Shape 37"/>
          <p:cNvSpPr/>
          <p:nvPr/>
        </p:nvSpPr>
        <p:spPr>
          <a:xfrm>
            <a:off x="2868473" y="2741371"/>
            <a:ext cx="129845" cy="129845"/>
          </a:xfrm>
          <a:prstGeom prst="rect">
            <a:avLst/>
          </a:prstGeom>
          <a:solidFill>
            <a:srgbClr val="111111"/>
          </a:solidFill>
          <a:ln w="12700">
            <a:solidFill>
              <a:srgbClr val="111111"/>
            </a:solidFill>
            <a:prstDash val="solid"/>
          </a:ln>
        </p:spPr>
      </p:sp>
      <p:sp>
        <p:nvSpPr>
          <p:cNvPr id="42" name="Shape 38"/>
          <p:cNvSpPr/>
          <p:nvPr/>
        </p:nvSpPr>
        <p:spPr>
          <a:xfrm>
            <a:off x="3128162" y="2741371"/>
            <a:ext cx="129845" cy="129845"/>
          </a:xfrm>
          <a:prstGeom prst="rect">
            <a:avLst/>
          </a:prstGeom>
          <a:solidFill>
            <a:srgbClr val="111111"/>
          </a:solidFill>
          <a:ln w="12700">
            <a:solidFill>
              <a:srgbClr val="111111"/>
            </a:solidFill>
            <a:prstDash val="solid"/>
          </a:ln>
        </p:spPr>
      </p:sp>
      <p:sp>
        <p:nvSpPr>
          <p:cNvPr id="43" name="Shape 39"/>
          <p:cNvSpPr/>
          <p:nvPr/>
        </p:nvSpPr>
        <p:spPr>
          <a:xfrm>
            <a:off x="3387852" y="2741371"/>
            <a:ext cx="129845" cy="129845"/>
          </a:xfrm>
          <a:prstGeom prst="rect">
            <a:avLst/>
          </a:prstGeom>
          <a:solidFill>
            <a:srgbClr val="111111"/>
          </a:solidFill>
          <a:ln w="12700">
            <a:solidFill>
              <a:srgbClr val="111111"/>
            </a:solidFill>
            <a:prstDash val="solid"/>
          </a:ln>
        </p:spPr>
      </p:sp>
      <p:sp>
        <p:nvSpPr>
          <p:cNvPr id="44" name="Shape 40"/>
          <p:cNvSpPr/>
          <p:nvPr/>
        </p:nvSpPr>
        <p:spPr>
          <a:xfrm>
            <a:off x="2478938" y="1832458"/>
            <a:ext cx="1168603" cy="1168603"/>
          </a:xfrm>
          <a:prstGeom prst="rect">
            <a:avLst/>
          </a:prstGeom>
          <a:solidFill>
            <a:srgbClr val="FFFFFF">
              <a:alpha val="0"/>
            </a:srgbClr>
          </a:solidFill>
          <a:ln w="25400">
            <a:solidFill>
              <a:srgbClr val="FFD54F"/>
            </a:solidFill>
            <a:prstDash val="solid"/>
          </a:ln>
        </p:spPr>
      </p:sp>
      <p:sp>
        <p:nvSpPr>
          <p:cNvPr id="45" name="Shape 41"/>
          <p:cNvSpPr/>
          <p:nvPr/>
        </p:nvSpPr>
        <p:spPr>
          <a:xfrm>
            <a:off x="2343150" y="3474720"/>
            <a:ext cx="1440180" cy="384048"/>
          </a:xfrm>
          <a:prstGeom prst="roundRect">
            <a:avLst>
              <a:gd name="adj" fmla="val 23810"/>
            </a:avLst>
          </a:prstGeom>
          <a:solidFill>
            <a:srgbClr val="FDECEA"/>
          </a:solidFill>
          <a:ln w="12700">
            <a:solidFill>
              <a:srgbClr val="FDECEA"/>
            </a:solidFill>
            <a:prstDash val="solid"/>
          </a:ln>
        </p:spPr>
      </p:sp>
      <p:sp>
        <p:nvSpPr>
          <p:cNvPr id="46" name="Text 42"/>
          <p:cNvSpPr txBox="1"/>
          <p:nvPr/>
        </p:nvSpPr>
        <p:spPr>
          <a:xfrm>
            <a:off x="2416302" y="3474720"/>
            <a:ext cx="1348740" cy="384048"/>
          </a:xfrm>
          <a:prstGeom prst="rect">
            <a:avLst/>
          </a:prstGeom>
          <a:noFill/>
          <a:ln/>
        </p:spPr>
        <p:txBody>
          <a:bodyPr wrap="square" lIns="0" tIns="0" rIns="0" bIns="0" rtlCol="0" anchor="ctr"/>
          <a:lstStyle/>
          <a:p>
            <a:pPr indent="0" marL="0">
              <a:buNone/>
            </a:pPr>
            <a:r>
              <a:rPr lang="en-US" sz="650" dirty="0">
                <a:solidFill>
                  <a:srgbClr val="C62828"/>
                </a:solidFill>
                <a:latin typeface="Calibri" pitchFamily="34" charset="0"/>
                <a:ea typeface="Calibri" pitchFamily="34" charset="-122"/>
                <a:cs typeface="Calibri" pitchFamily="34" charset="-120"/>
              </a:rPr>
              <a:t>hadiah-santri-gratis.xyz/login</a:t>
            </a:r>
            <a:endParaRPr lang="en-US" sz="650" dirty="0"/>
          </a:p>
        </p:txBody>
      </p:sp>
      <p:sp>
        <p:nvSpPr>
          <p:cNvPr id="47" name="Shape 43"/>
          <p:cNvSpPr/>
          <p:nvPr/>
        </p:nvSpPr>
        <p:spPr>
          <a:xfrm>
            <a:off x="2315718" y="3447288"/>
            <a:ext cx="1495044" cy="438912"/>
          </a:xfrm>
          <a:prstGeom prst="roundRect">
            <a:avLst>
              <a:gd name="adj" fmla="val 10417"/>
            </a:avLst>
          </a:prstGeom>
          <a:solidFill>
            <a:srgbClr val="FFFFFF">
              <a:alpha val="0"/>
            </a:srgbClr>
          </a:solidFill>
          <a:ln w="31750">
            <a:solidFill>
              <a:srgbClr val="E53935"/>
            </a:solidFill>
            <a:prstDash val="solid"/>
          </a:ln>
        </p:spPr>
      </p:sp>
      <p:sp>
        <p:nvSpPr>
          <p:cNvPr id="48" name="Shape 44"/>
          <p:cNvSpPr/>
          <p:nvPr/>
        </p:nvSpPr>
        <p:spPr>
          <a:xfrm>
            <a:off x="3673602" y="3310128"/>
            <a:ext cx="274320" cy="274320"/>
          </a:xfrm>
          <a:prstGeom prst="ellipse">
            <a:avLst/>
          </a:prstGeom>
          <a:solidFill>
            <a:srgbClr val="E53935"/>
          </a:solidFill>
          <a:ln w="12700">
            <a:solidFill>
              <a:srgbClr val="FFFFFF"/>
            </a:solidFill>
            <a:prstDash val="solid"/>
          </a:ln>
        </p:spPr>
      </p:sp>
      <p:sp>
        <p:nvSpPr>
          <p:cNvPr id="49" name="Text 45"/>
          <p:cNvSpPr txBox="1"/>
          <p:nvPr/>
        </p:nvSpPr>
        <p:spPr>
          <a:xfrm>
            <a:off x="3673602" y="33101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50" name="Image 2" descr="preencoded.png">    </p:cNvPr>
          <p:cNvPicPr>
            <a:picLocks noChangeAspect="1"/>
          </p:cNvPicPr>
          <p:nvPr/>
        </p:nvPicPr>
        <p:blipFill>
          <a:blip r:embed="rId3"/>
          <a:stretch>
            <a:fillRect/>
          </a:stretch>
        </p:blipFill>
        <p:spPr>
          <a:xfrm>
            <a:off x="3135249" y="3685946"/>
            <a:ext cx="237744" cy="237744"/>
          </a:xfrm>
          <a:prstGeom prst="rect">
            <a:avLst/>
          </a:prstGeom>
        </p:spPr>
      </p:pic>
      <p:sp>
        <p:nvSpPr>
          <p:cNvPr id="51" name="Text 4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52" name="Text 4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Latihan: kenali alamat mencurigakan</a:t>
            </a:r>
            <a:endParaRPr lang="en-US" sz="1800" dirty="0"/>
          </a:p>
        </p:txBody>
      </p:sp>
      <p:sp>
        <p:nvSpPr>
          <p:cNvPr id="53" name="Text 4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menampilkan contoh hasil pindai dengan alamat aneh. Santri menentukan: aman atau mencurigakan? Mengapa?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31</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Kerjakan dan tunjukkan kepada guru: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File QR website kelompok tersimpan di folder Proyek.</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QR berhasil dipindai dan dibuka di HP.</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3 ciri QR atau alamat yang mencurigakan.</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3 tempat di pesantren yang cocok diberi QR code.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menjelaskan cara kerja QR</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QR website berhasil dibuat</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QR berhasil dipindai dengan HP</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Alamat dibaca sebelum dibuka</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alamat harus dibaca sebelum membuka QR?</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Di mana QR code bermanfaat di pesantren?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Waspada tanpa berprasangka buruk: periksa dulu sebelum percaya, seperti tabayyun.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Membuat QR code menuju dokumen, formulir, dan halaman lain.</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32</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QR untuk Dokumen &amp; Formulir</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Menghubungkan kertas dengan informasi digital</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11: QR Code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jika tata tertib asrama bisa dibaca lengkap cukup dengan memindai satu QR di dinding?</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32</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Mengatur akses dokumen agar bisa dibuka lewat link</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QR menuju dokumen, formulir, dan halaman website</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Memberi label yang jelas pada setiap QR</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QR untuk Berbagai Informasi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Halaman Website</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Website kelas, landing page pondok, halaman profil.</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Dokumen</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Tata tertib, jadwal piket, pengumuman (Google Docs).</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Formulir</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Pendaftaran kegiatan, survei kebersihan (Google Forms).</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Perpustakaan</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Daftar buku atau formulir usulan buku.</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Akses Dokumen Sebelum Dibuat QR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Boleh Dibuka Umum</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Tata tertib asrama</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Jadwal piket dan pengumuman kegiatan</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Formulir pendaftaran ekskul</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Tetap Restricted</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Daftar nilai santri</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Data pribadi santri dan wali</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Catatan pelanggaran atau keuangan</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Beberapa QR Code</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Mengatur akses dokumen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QR dokumen dan formulir</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Memberi label dan menguji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Akses Dokumen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Tata_Tertib_Ruang_Komputer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Tata_Tertib_Ruang_Komputer</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Tata Tertib Ruang Komputer</a:t>
            </a:r>
            <a:endParaRPr lang="en-US" sz="1100" dirty="0"/>
          </a:p>
        </p:txBody>
      </p:sp>
      <p:sp>
        <p:nvSpPr>
          <p:cNvPr id="70" name="Text 59"/>
          <p:cNvSpPr txBox="1"/>
          <p:nvPr/>
        </p:nvSpPr>
        <p:spPr>
          <a:xfrm>
            <a:off x="1645920" y="287693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Masuk dengan salam dan doa.</a:t>
            </a:r>
            <a:endParaRPr lang="en-US" sz="750" dirty="0"/>
          </a:p>
        </p:txBody>
      </p:sp>
      <p:sp>
        <p:nvSpPr>
          <p:cNvPr id="71" name="Text 60"/>
          <p:cNvSpPr txBox="1"/>
          <p:nvPr/>
        </p:nvSpPr>
        <p:spPr>
          <a:xfrm>
            <a:off x="1645920" y="3024195"/>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Tangan bersih, tanpa makanan dan minuman.</a:t>
            </a:r>
            <a:endParaRPr lang="en-US" sz="750" dirty="0"/>
          </a:p>
        </p:txBody>
      </p:sp>
      <p:sp>
        <p:nvSpPr>
          <p:cNvPr id="72" name="Text 61"/>
          <p:cNvSpPr txBox="1"/>
          <p:nvPr/>
        </p:nvSpPr>
        <p:spPr>
          <a:xfrm>
            <a:off x="1645920" y="3171451"/>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Gunakan komputer sesuai arahan guru.</a:t>
            </a:r>
            <a:endParaRPr lang="en-US" sz="750" dirty="0"/>
          </a:p>
        </p:txBody>
      </p:sp>
      <p:sp>
        <p:nvSpPr>
          <p:cNvPr id="73" name="Text 62"/>
          <p:cNvSpPr txBox="1"/>
          <p:nvPr/>
        </p:nvSpPr>
        <p:spPr>
          <a:xfrm>
            <a:off x="1645920" y="3318708"/>
            <a:ext cx="3017520" cy="138113"/>
          </a:xfrm>
          <a:prstGeom prst="rect">
            <a:avLst/>
          </a:prstGeom>
          <a:noFill/>
          <a:ln/>
        </p:spPr>
        <p:txBody>
          <a:bodyPr wrap="square" lIns="0" tIns="0" rIns="0" bIns="0" rtlCol="0" anchor="ctr"/>
          <a:lstStyle/>
          <a:p>
            <a:pPr algn="l" indent="0" marL="0">
              <a:buNone/>
            </a:pPr>
            <a:r>
              <a:rPr lang="en-US" sz="750" dirty="0">
                <a:solidFill>
                  <a:srgbClr val="1E2A26"/>
                </a:solidFill>
                <a:latin typeface="Arial" pitchFamily="34" charset="0"/>
                <a:ea typeface="Arial" pitchFamily="34" charset="-122"/>
                <a:cs typeface="Arial" pitchFamily="34" charset="-120"/>
              </a:rPr>
              <a:t>Sign out dan Shut down setelah selesai.</a:t>
            </a:r>
            <a:endParaRPr lang="en-US" sz="750" dirty="0"/>
          </a:p>
        </p:txBody>
      </p:sp>
      <p:sp>
        <p:nvSpPr>
          <p:cNvPr id="74" name="Shape 63"/>
          <p:cNvSpPr/>
          <p:nvPr/>
        </p:nvSpPr>
        <p:spPr>
          <a:xfrm>
            <a:off x="1261872" y="2427485"/>
            <a:ext cx="3602736" cy="1586187"/>
          </a:xfrm>
          <a:prstGeom prst="roundRect">
            <a:avLst>
              <a:gd name="adj" fmla="val 2882"/>
            </a:avLst>
          </a:prstGeom>
          <a:solidFill>
            <a:srgbClr val="FFFFFF">
              <a:alpha val="0"/>
            </a:srgbClr>
          </a:solidFill>
          <a:ln w="31750">
            <a:solidFill>
              <a:srgbClr val="E53935"/>
            </a:solidFill>
            <a:prstDash val="solid"/>
          </a:ln>
        </p:spPr>
      </p:sp>
      <p:sp>
        <p:nvSpPr>
          <p:cNvPr id="75" name="Shape 64"/>
          <p:cNvSpPr/>
          <p:nvPr/>
        </p:nvSpPr>
        <p:spPr>
          <a:xfrm>
            <a:off x="4727448" y="2290325"/>
            <a:ext cx="274320" cy="274320"/>
          </a:xfrm>
          <a:prstGeom prst="ellipse">
            <a:avLst/>
          </a:prstGeom>
          <a:solidFill>
            <a:srgbClr val="E53935"/>
          </a:solidFill>
          <a:ln w="12700">
            <a:solidFill>
              <a:srgbClr val="FFFFFF"/>
            </a:solidFill>
            <a:prstDash val="solid"/>
          </a:ln>
        </p:spPr>
      </p:sp>
      <p:sp>
        <p:nvSpPr>
          <p:cNvPr id="76" name="Text 65"/>
          <p:cNvSpPr txBox="1"/>
          <p:nvPr/>
        </p:nvSpPr>
        <p:spPr>
          <a:xfrm>
            <a:off x="4727448" y="22903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7"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78"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dokumen informasi di Google Docs</a:t>
            </a:r>
            <a:endParaRPr lang="en-US" sz="1800" dirty="0"/>
          </a:p>
        </p:txBody>
      </p:sp>
      <p:sp>
        <p:nvSpPr>
          <p:cNvPr id="79"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Buat dokumen singkat yang boleh dibaca umum, misalnya Jadwal Piket Kelas 8A atau Tata Tertib Ruang Komputer.</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Akses Dokumen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Tata_Tertib_Ruang_Komputer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Tata_Tertib_Ruang_Komputer</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Tata Tertib Ruang Komputer</a:t>
            </a:r>
            <a:endParaRPr lang="en-US" sz="1100" dirty="0"/>
          </a:p>
        </p:txBody>
      </p:sp>
      <p:sp>
        <p:nvSpPr>
          <p:cNvPr id="70" name="Shape 59"/>
          <p:cNvSpPr/>
          <p:nvPr/>
        </p:nvSpPr>
        <p:spPr>
          <a:xfrm>
            <a:off x="1280160" y="1293629"/>
            <a:ext cx="3566160" cy="2514600"/>
          </a:xfrm>
          <a:prstGeom prst="roundRect">
            <a:avLst>
              <a:gd name="adj" fmla="val 2909"/>
            </a:avLst>
          </a:prstGeom>
          <a:solidFill>
            <a:srgbClr val="FFFFFF"/>
          </a:solidFill>
          <a:ln w="9525">
            <a:solidFill>
              <a:srgbClr val="BBBBBB"/>
            </a:solidFill>
            <a:prstDash val="solid"/>
          </a:ln>
        </p:spPr>
      </p:sp>
      <p:sp>
        <p:nvSpPr>
          <p:cNvPr id="71" name="Text 60"/>
          <p:cNvSpPr txBox="1"/>
          <p:nvPr/>
        </p:nvSpPr>
        <p:spPr>
          <a:xfrm>
            <a:off x="1463040" y="1385069"/>
            <a:ext cx="3200400" cy="27432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Share "Tata_Tertib_Ruang_Komputer"</a:t>
            </a:r>
            <a:endParaRPr lang="en-US" sz="1200" dirty="0"/>
          </a:p>
        </p:txBody>
      </p:sp>
      <p:sp>
        <p:nvSpPr>
          <p:cNvPr id="72" name="Shape 61"/>
          <p:cNvSpPr/>
          <p:nvPr/>
        </p:nvSpPr>
        <p:spPr>
          <a:xfrm>
            <a:off x="1463040" y="1732541"/>
            <a:ext cx="3200400" cy="274320"/>
          </a:xfrm>
          <a:prstGeom prst="roundRect">
            <a:avLst>
              <a:gd name="adj" fmla="val 13333"/>
            </a:avLst>
          </a:prstGeom>
          <a:solidFill>
            <a:srgbClr val="FFFFFF"/>
          </a:solidFill>
          <a:ln w="12700">
            <a:solidFill>
              <a:srgbClr val="AAAAAA"/>
            </a:solidFill>
            <a:prstDash val="solid"/>
          </a:ln>
        </p:spPr>
      </p:sp>
      <p:sp>
        <p:nvSpPr>
          <p:cNvPr id="73" name="Text 62"/>
          <p:cNvSpPr txBox="1"/>
          <p:nvPr/>
        </p:nvSpPr>
        <p:spPr>
          <a:xfrm>
            <a:off x="1554480" y="1732541"/>
            <a:ext cx="3200400" cy="274320"/>
          </a:xfrm>
          <a:prstGeom prst="rect">
            <a:avLst/>
          </a:prstGeom>
          <a:noFill/>
          <a:ln/>
        </p:spPr>
        <p:txBody>
          <a:bodyPr wrap="square" lIns="0" tIns="0" rIns="0" bIns="0" rtlCol="0" anchor="ctr"/>
          <a:lstStyle/>
          <a:p>
            <a:pPr indent="0" marL="0">
              <a:buNone/>
            </a:pPr>
            <a:r>
              <a:rPr lang="en-US" sz="850" dirty="0">
                <a:solidFill>
                  <a:srgbClr val="777777"/>
                </a:solidFill>
                <a:latin typeface="Calibri" pitchFamily="34" charset="0"/>
                <a:ea typeface="Calibri" pitchFamily="34" charset="-122"/>
                <a:cs typeface="Calibri" pitchFamily="34" charset="-120"/>
              </a:rPr>
              <a:t>Add people, groups, and emails</a:t>
            </a:r>
            <a:endParaRPr lang="en-US" sz="850" dirty="0"/>
          </a:p>
        </p:txBody>
      </p:sp>
      <p:sp>
        <p:nvSpPr>
          <p:cNvPr id="74" name="Text 63"/>
          <p:cNvSpPr txBox="1"/>
          <p:nvPr/>
        </p:nvSpPr>
        <p:spPr>
          <a:xfrm>
            <a:off x="1463040" y="2098301"/>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People with access</a:t>
            </a:r>
            <a:endParaRPr lang="en-US" sz="800" dirty="0"/>
          </a:p>
        </p:txBody>
      </p:sp>
      <p:sp>
        <p:nvSpPr>
          <p:cNvPr id="75" name="Shape 64"/>
          <p:cNvSpPr/>
          <p:nvPr/>
        </p:nvSpPr>
        <p:spPr>
          <a:xfrm>
            <a:off x="1463040" y="2326901"/>
            <a:ext cx="201168" cy="201168"/>
          </a:xfrm>
          <a:prstGeom prst="ellipse">
            <a:avLst/>
          </a:prstGeom>
          <a:solidFill>
            <a:srgbClr val="1F7A5C"/>
          </a:solidFill>
          <a:ln/>
        </p:spPr>
      </p:sp>
      <p:sp>
        <p:nvSpPr>
          <p:cNvPr id="76" name="Text 65"/>
          <p:cNvSpPr txBox="1"/>
          <p:nvPr/>
        </p:nvSpPr>
        <p:spPr>
          <a:xfrm>
            <a:off x="1737360" y="2299469"/>
            <a:ext cx="2011680" cy="256032"/>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Akun Kelas (you)</a:t>
            </a:r>
            <a:endParaRPr lang="en-US" sz="800" dirty="0"/>
          </a:p>
        </p:txBody>
      </p:sp>
      <p:sp>
        <p:nvSpPr>
          <p:cNvPr id="77" name="Text 66"/>
          <p:cNvSpPr txBox="1"/>
          <p:nvPr/>
        </p:nvSpPr>
        <p:spPr>
          <a:xfrm>
            <a:off x="3977640" y="2317757"/>
            <a:ext cx="685800" cy="219456"/>
          </a:xfrm>
          <a:prstGeom prst="rect">
            <a:avLst/>
          </a:prstGeom>
          <a:noFill/>
          <a:ln/>
        </p:spPr>
        <p:txBody>
          <a:bodyPr wrap="square" lIns="0" tIns="0" rIns="0" bIns="0" rtlCol="0" anchor="ctr"/>
          <a:lstStyle/>
          <a:p>
            <a:pPr algn="r" indent="0" marL="0">
              <a:buNone/>
            </a:pPr>
            <a:r>
              <a:rPr lang="en-US" sz="800" dirty="0">
                <a:solidFill>
                  <a:srgbClr val="1E2A26"/>
                </a:solidFill>
                <a:latin typeface="Calibri" pitchFamily="34" charset="0"/>
                <a:ea typeface="Calibri" pitchFamily="34" charset="-122"/>
                <a:cs typeface="Calibri" pitchFamily="34" charset="-120"/>
              </a:rPr>
              <a:t>Owner</a:t>
            </a:r>
            <a:endParaRPr lang="en-US" sz="800" dirty="0"/>
          </a:p>
        </p:txBody>
      </p:sp>
      <p:sp>
        <p:nvSpPr>
          <p:cNvPr id="78" name="Text 67"/>
          <p:cNvSpPr txBox="1"/>
          <p:nvPr/>
        </p:nvSpPr>
        <p:spPr>
          <a:xfrm>
            <a:off x="1463040" y="2939549"/>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General access</a:t>
            </a:r>
            <a:endParaRPr lang="en-US" sz="800" dirty="0"/>
          </a:p>
        </p:txBody>
      </p:sp>
      <p:pic>
        <p:nvPicPr>
          <p:cNvPr id="79" name="Image 9" descr="preencoded.png">    </p:cNvPr>
          <p:cNvPicPr>
            <a:picLocks noChangeAspect="1"/>
          </p:cNvPicPr>
          <p:nvPr/>
        </p:nvPicPr>
        <p:blipFill>
          <a:blip r:embed="rId10"/>
          <a:stretch>
            <a:fillRect/>
          </a:stretch>
        </p:blipFill>
        <p:spPr>
          <a:xfrm>
            <a:off x="1481328" y="3186437"/>
            <a:ext cx="137160" cy="137160"/>
          </a:xfrm>
          <a:prstGeom prst="rect">
            <a:avLst/>
          </a:prstGeom>
        </p:spPr>
      </p:pic>
      <p:sp>
        <p:nvSpPr>
          <p:cNvPr id="80" name="Text 68"/>
          <p:cNvSpPr txBox="1"/>
          <p:nvPr/>
        </p:nvSpPr>
        <p:spPr>
          <a:xfrm>
            <a:off x="1691640" y="3140717"/>
            <a:ext cx="1280160" cy="237744"/>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Anyone with the link  ▾</a:t>
            </a:r>
            <a:endParaRPr lang="en-US" sz="850" dirty="0"/>
          </a:p>
        </p:txBody>
      </p:sp>
      <p:sp>
        <p:nvSpPr>
          <p:cNvPr id="81" name="Shape 69"/>
          <p:cNvSpPr/>
          <p:nvPr/>
        </p:nvSpPr>
        <p:spPr>
          <a:xfrm>
            <a:off x="4069080" y="3460757"/>
            <a:ext cx="594360" cy="256032"/>
          </a:xfrm>
          <a:prstGeom prst="roundRect">
            <a:avLst>
              <a:gd name="adj" fmla="val 50000"/>
            </a:avLst>
          </a:prstGeom>
          <a:solidFill>
            <a:srgbClr val="0B57D0"/>
          </a:solidFill>
          <a:ln w="12700">
            <a:solidFill>
              <a:srgbClr val="0B57D0"/>
            </a:solidFill>
            <a:prstDash val="solid"/>
          </a:ln>
        </p:spPr>
      </p:sp>
      <p:sp>
        <p:nvSpPr>
          <p:cNvPr id="82" name="Text 70"/>
          <p:cNvSpPr txBox="1"/>
          <p:nvPr/>
        </p:nvSpPr>
        <p:spPr>
          <a:xfrm>
            <a:off x="4069080" y="3460757"/>
            <a:ext cx="594360" cy="25603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Done</a:t>
            </a:r>
            <a:endParaRPr lang="en-US" sz="850" dirty="0"/>
          </a:p>
        </p:txBody>
      </p:sp>
      <p:sp>
        <p:nvSpPr>
          <p:cNvPr id="83" name="Shape 71"/>
          <p:cNvSpPr/>
          <p:nvPr/>
        </p:nvSpPr>
        <p:spPr>
          <a:xfrm>
            <a:off x="1444752" y="3122429"/>
            <a:ext cx="1591056" cy="274320"/>
          </a:xfrm>
          <a:prstGeom prst="roundRect">
            <a:avLst>
              <a:gd name="adj" fmla="val 16667"/>
            </a:avLst>
          </a:prstGeom>
          <a:solidFill>
            <a:srgbClr val="FFFFFF">
              <a:alpha val="0"/>
            </a:srgbClr>
          </a:solidFill>
          <a:ln w="31750">
            <a:solidFill>
              <a:srgbClr val="E53935"/>
            </a:solidFill>
            <a:prstDash val="solid"/>
          </a:ln>
        </p:spPr>
      </p:sp>
      <p:sp>
        <p:nvSpPr>
          <p:cNvPr id="84" name="Shape 72"/>
          <p:cNvSpPr/>
          <p:nvPr/>
        </p:nvSpPr>
        <p:spPr>
          <a:xfrm>
            <a:off x="2898648" y="2985269"/>
            <a:ext cx="274320" cy="274320"/>
          </a:xfrm>
          <a:prstGeom prst="ellipse">
            <a:avLst/>
          </a:prstGeom>
          <a:solidFill>
            <a:srgbClr val="E53935"/>
          </a:solidFill>
          <a:ln w="12700">
            <a:solidFill>
              <a:srgbClr val="FFFFFF"/>
            </a:solidFill>
            <a:prstDash val="solid"/>
          </a:ln>
        </p:spPr>
      </p:sp>
      <p:sp>
        <p:nvSpPr>
          <p:cNvPr id="85" name="Text 73"/>
          <p:cNvSpPr txBox="1"/>
          <p:nvPr/>
        </p:nvSpPr>
        <p:spPr>
          <a:xfrm>
            <a:off x="2898648" y="29852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86" name="Image 10" descr="preencoded.png">    </p:cNvPr>
          <p:cNvPicPr>
            <a:picLocks noChangeAspect="1"/>
          </p:cNvPicPr>
          <p:nvPr/>
        </p:nvPicPr>
        <p:blipFill>
          <a:blip r:embed="rId11"/>
          <a:stretch>
            <a:fillRect/>
          </a:stretch>
        </p:blipFill>
        <p:spPr>
          <a:xfrm>
            <a:off x="2318004" y="3271476"/>
            <a:ext cx="237744" cy="237744"/>
          </a:xfrm>
          <a:prstGeom prst="rect">
            <a:avLst/>
          </a:prstGeom>
        </p:spPr>
      </p:pic>
      <p:sp>
        <p:nvSpPr>
          <p:cNvPr id="87" name="Text 7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88" name="Text 7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Share › General access: Anyone with the link</a:t>
            </a:r>
            <a:endParaRPr lang="en-US" sz="1800" dirty="0"/>
          </a:p>
        </p:txBody>
      </p:sp>
      <p:sp>
        <p:nvSpPr>
          <p:cNvPr id="89" name="Text 7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Share. Pada General access, ubah Restricted menjadi Anyone with the link. Peran: Viewer.</a:t>
            </a:r>
            <a:endParaRPr lang="en-US" sz="1300" dirty="0"/>
          </a:p>
        </p:txBody>
      </p:sp>
      <p:sp>
        <p:nvSpPr>
          <p:cNvPr id="90" name="Shape 7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91" name="Image 11" descr="preencoded.png">    </p:cNvPr>
          <p:cNvPicPr>
            <a:picLocks noChangeAspect="1"/>
          </p:cNvPicPr>
          <p:nvPr/>
        </p:nvPicPr>
        <p:blipFill>
          <a:blip r:embed="rId12"/>
          <a:stretch>
            <a:fillRect/>
          </a:stretch>
        </p:blipFill>
        <p:spPr>
          <a:xfrm>
            <a:off x="6108192" y="3721608"/>
            <a:ext cx="201168" cy="201168"/>
          </a:xfrm>
          <a:prstGeom prst="rect">
            <a:avLst/>
          </a:prstGeom>
        </p:spPr>
      </p:pic>
      <p:sp>
        <p:nvSpPr>
          <p:cNvPr id="92" name="Text 7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Lakukan hanya untuk dokumen yang boleh dibaca umum, dengan izin guru.</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Akses Dokumen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Tata_Tertib_Ruang_Komputer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Tata_Tertib_Ruang_Komputer</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Tata Tertib Ruang Komputer</a:t>
            </a:r>
            <a:endParaRPr lang="en-US" sz="1100" dirty="0"/>
          </a:p>
        </p:txBody>
      </p:sp>
      <p:sp>
        <p:nvSpPr>
          <p:cNvPr id="70" name="Shape 59"/>
          <p:cNvSpPr/>
          <p:nvPr/>
        </p:nvSpPr>
        <p:spPr>
          <a:xfrm>
            <a:off x="1280160" y="1293629"/>
            <a:ext cx="3566160" cy="2514600"/>
          </a:xfrm>
          <a:prstGeom prst="roundRect">
            <a:avLst>
              <a:gd name="adj" fmla="val 2909"/>
            </a:avLst>
          </a:prstGeom>
          <a:solidFill>
            <a:srgbClr val="FFFFFF"/>
          </a:solidFill>
          <a:ln w="9525">
            <a:solidFill>
              <a:srgbClr val="BBBBBB"/>
            </a:solidFill>
            <a:prstDash val="solid"/>
          </a:ln>
        </p:spPr>
      </p:sp>
      <p:sp>
        <p:nvSpPr>
          <p:cNvPr id="71" name="Text 60"/>
          <p:cNvSpPr txBox="1"/>
          <p:nvPr/>
        </p:nvSpPr>
        <p:spPr>
          <a:xfrm>
            <a:off x="1463040" y="1385069"/>
            <a:ext cx="3200400" cy="27432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Share "Tata_Tertib_Ruang_Komputer"</a:t>
            </a:r>
            <a:endParaRPr lang="en-US" sz="1200" dirty="0"/>
          </a:p>
        </p:txBody>
      </p:sp>
      <p:sp>
        <p:nvSpPr>
          <p:cNvPr id="72" name="Shape 61"/>
          <p:cNvSpPr/>
          <p:nvPr/>
        </p:nvSpPr>
        <p:spPr>
          <a:xfrm>
            <a:off x="1463040" y="1732541"/>
            <a:ext cx="3200400" cy="274320"/>
          </a:xfrm>
          <a:prstGeom prst="roundRect">
            <a:avLst>
              <a:gd name="adj" fmla="val 13333"/>
            </a:avLst>
          </a:prstGeom>
          <a:solidFill>
            <a:srgbClr val="FFFFFF"/>
          </a:solidFill>
          <a:ln w="12700">
            <a:solidFill>
              <a:srgbClr val="AAAAAA"/>
            </a:solidFill>
            <a:prstDash val="solid"/>
          </a:ln>
        </p:spPr>
      </p:sp>
      <p:sp>
        <p:nvSpPr>
          <p:cNvPr id="73" name="Text 62"/>
          <p:cNvSpPr txBox="1"/>
          <p:nvPr/>
        </p:nvSpPr>
        <p:spPr>
          <a:xfrm>
            <a:off x="1554480" y="1732541"/>
            <a:ext cx="3200400" cy="274320"/>
          </a:xfrm>
          <a:prstGeom prst="rect">
            <a:avLst/>
          </a:prstGeom>
          <a:noFill/>
          <a:ln/>
        </p:spPr>
        <p:txBody>
          <a:bodyPr wrap="square" lIns="0" tIns="0" rIns="0" bIns="0" rtlCol="0" anchor="ctr"/>
          <a:lstStyle/>
          <a:p>
            <a:pPr indent="0" marL="0">
              <a:buNone/>
            </a:pPr>
            <a:r>
              <a:rPr lang="en-US" sz="850" dirty="0">
                <a:solidFill>
                  <a:srgbClr val="777777"/>
                </a:solidFill>
                <a:latin typeface="Calibri" pitchFamily="34" charset="0"/>
                <a:ea typeface="Calibri" pitchFamily="34" charset="-122"/>
                <a:cs typeface="Calibri" pitchFamily="34" charset="-120"/>
              </a:rPr>
              <a:t>Add people, groups, and emails</a:t>
            </a:r>
            <a:endParaRPr lang="en-US" sz="850" dirty="0"/>
          </a:p>
        </p:txBody>
      </p:sp>
      <p:sp>
        <p:nvSpPr>
          <p:cNvPr id="74" name="Text 63"/>
          <p:cNvSpPr txBox="1"/>
          <p:nvPr/>
        </p:nvSpPr>
        <p:spPr>
          <a:xfrm>
            <a:off x="1463040" y="2098301"/>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People with access</a:t>
            </a:r>
            <a:endParaRPr lang="en-US" sz="800" dirty="0"/>
          </a:p>
        </p:txBody>
      </p:sp>
      <p:sp>
        <p:nvSpPr>
          <p:cNvPr id="75" name="Shape 64"/>
          <p:cNvSpPr/>
          <p:nvPr/>
        </p:nvSpPr>
        <p:spPr>
          <a:xfrm>
            <a:off x="1463040" y="2326901"/>
            <a:ext cx="201168" cy="201168"/>
          </a:xfrm>
          <a:prstGeom prst="ellipse">
            <a:avLst/>
          </a:prstGeom>
          <a:solidFill>
            <a:srgbClr val="1F7A5C"/>
          </a:solidFill>
          <a:ln/>
        </p:spPr>
      </p:sp>
      <p:sp>
        <p:nvSpPr>
          <p:cNvPr id="76" name="Text 65"/>
          <p:cNvSpPr txBox="1"/>
          <p:nvPr/>
        </p:nvSpPr>
        <p:spPr>
          <a:xfrm>
            <a:off x="1737360" y="2299469"/>
            <a:ext cx="2011680" cy="256032"/>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Akun Kelas (you)</a:t>
            </a:r>
            <a:endParaRPr lang="en-US" sz="800" dirty="0"/>
          </a:p>
        </p:txBody>
      </p:sp>
      <p:sp>
        <p:nvSpPr>
          <p:cNvPr id="77" name="Text 66"/>
          <p:cNvSpPr txBox="1"/>
          <p:nvPr/>
        </p:nvSpPr>
        <p:spPr>
          <a:xfrm>
            <a:off x="3977640" y="2317757"/>
            <a:ext cx="685800" cy="219456"/>
          </a:xfrm>
          <a:prstGeom prst="rect">
            <a:avLst/>
          </a:prstGeom>
          <a:noFill/>
          <a:ln/>
        </p:spPr>
        <p:txBody>
          <a:bodyPr wrap="square" lIns="0" tIns="0" rIns="0" bIns="0" rtlCol="0" anchor="ctr"/>
          <a:lstStyle/>
          <a:p>
            <a:pPr algn="r" indent="0" marL="0">
              <a:buNone/>
            </a:pPr>
            <a:r>
              <a:rPr lang="en-US" sz="800" dirty="0">
                <a:solidFill>
                  <a:srgbClr val="1E2A26"/>
                </a:solidFill>
                <a:latin typeface="Calibri" pitchFamily="34" charset="0"/>
                <a:ea typeface="Calibri" pitchFamily="34" charset="-122"/>
                <a:cs typeface="Calibri" pitchFamily="34" charset="-120"/>
              </a:rPr>
              <a:t>Owner</a:t>
            </a:r>
            <a:endParaRPr lang="en-US" sz="800" dirty="0"/>
          </a:p>
        </p:txBody>
      </p:sp>
      <p:sp>
        <p:nvSpPr>
          <p:cNvPr id="78" name="Text 67"/>
          <p:cNvSpPr txBox="1"/>
          <p:nvPr/>
        </p:nvSpPr>
        <p:spPr>
          <a:xfrm>
            <a:off x="1463040" y="2939549"/>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General access</a:t>
            </a:r>
            <a:endParaRPr lang="en-US" sz="800" dirty="0"/>
          </a:p>
        </p:txBody>
      </p:sp>
      <p:pic>
        <p:nvPicPr>
          <p:cNvPr id="79" name="Image 9" descr="preencoded.png">    </p:cNvPr>
          <p:cNvPicPr>
            <a:picLocks noChangeAspect="1"/>
          </p:cNvPicPr>
          <p:nvPr/>
        </p:nvPicPr>
        <p:blipFill>
          <a:blip r:embed="rId10"/>
          <a:stretch>
            <a:fillRect/>
          </a:stretch>
        </p:blipFill>
        <p:spPr>
          <a:xfrm>
            <a:off x="1481328" y="3186437"/>
            <a:ext cx="137160" cy="137160"/>
          </a:xfrm>
          <a:prstGeom prst="rect">
            <a:avLst/>
          </a:prstGeom>
        </p:spPr>
      </p:pic>
      <p:sp>
        <p:nvSpPr>
          <p:cNvPr id="80" name="Text 68"/>
          <p:cNvSpPr txBox="1"/>
          <p:nvPr/>
        </p:nvSpPr>
        <p:spPr>
          <a:xfrm>
            <a:off x="1691640" y="3140717"/>
            <a:ext cx="1280160" cy="237744"/>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Anyone with the link  ▾</a:t>
            </a:r>
            <a:endParaRPr lang="en-US" sz="850" dirty="0"/>
          </a:p>
        </p:txBody>
      </p:sp>
      <p:sp>
        <p:nvSpPr>
          <p:cNvPr id="81" name="Shape 69"/>
          <p:cNvSpPr/>
          <p:nvPr/>
        </p:nvSpPr>
        <p:spPr>
          <a:xfrm>
            <a:off x="4069080" y="3460757"/>
            <a:ext cx="594360" cy="256032"/>
          </a:xfrm>
          <a:prstGeom prst="roundRect">
            <a:avLst>
              <a:gd name="adj" fmla="val 50000"/>
            </a:avLst>
          </a:prstGeom>
          <a:solidFill>
            <a:srgbClr val="0B57D0"/>
          </a:solidFill>
          <a:ln w="12700">
            <a:solidFill>
              <a:srgbClr val="0B57D0"/>
            </a:solidFill>
            <a:prstDash val="solid"/>
          </a:ln>
        </p:spPr>
      </p:sp>
      <p:sp>
        <p:nvSpPr>
          <p:cNvPr id="82" name="Text 70"/>
          <p:cNvSpPr txBox="1"/>
          <p:nvPr/>
        </p:nvSpPr>
        <p:spPr>
          <a:xfrm>
            <a:off x="4069080" y="3460757"/>
            <a:ext cx="594360" cy="25603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Done</a:t>
            </a:r>
            <a:endParaRPr lang="en-US" sz="850" dirty="0"/>
          </a:p>
        </p:txBody>
      </p:sp>
      <p:sp>
        <p:nvSpPr>
          <p:cNvPr id="83" name="Shape 71"/>
          <p:cNvSpPr/>
          <p:nvPr/>
        </p:nvSpPr>
        <p:spPr>
          <a:xfrm>
            <a:off x="4050792" y="3442469"/>
            <a:ext cx="630936" cy="292608"/>
          </a:xfrm>
          <a:prstGeom prst="roundRect">
            <a:avLst>
              <a:gd name="adj" fmla="val 15625"/>
            </a:avLst>
          </a:prstGeom>
          <a:solidFill>
            <a:srgbClr val="FFFFFF">
              <a:alpha val="0"/>
            </a:srgbClr>
          </a:solidFill>
          <a:ln w="31750">
            <a:solidFill>
              <a:srgbClr val="E53935"/>
            </a:solidFill>
            <a:prstDash val="solid"/>
          </a:ln>
        </p:spPr>
      </p:sp>
      <p:sp>
        <p:nvSpPr>
          <p:cNvPr id="84" name="Shape 72"/>
          <p:cNvSpPr/>
          <p:nvPr/>
        </p:nvSpPr>
        <p:spPr>
          <a:xfrm>
            <a:off x="4544568" y="3305309"/>
            <a:ext cx="274320" cy="274320"/>
          </a:xfrm>
          <a:prstGeom prst="ellipse">
            <a:avLst/>
          </a:prstGeom>
          <a:solidFill>
            <a:srgbClr val="E53935"/>
          </a:solidFill>
          <a:ln w="12700">
            <a:solidFill>
              <a:srgbClr val="FFFFFF"/>
            </a:solidFill>
            <a:prstDash val="solid"/>
          </a:ln>
        </p:spPr>
      </p:sp>
      <p:sp>
        <p:nvSpPr>
          <p:cNvPr id="85" name="Text 73"/>
          <p:cNvSpPr txBox="1"/>
          <p:nvPr/>
        </p:nvSpPr>
        <p:spPr>
          <a:xfrm>
            <a:off x="4544568" y="33053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86" name="Image 10" descr="preencoded.png">    </p:cNvPr>
          <p:cNvPicPr>
            <a:picLocks noChangeAspect="1"/>
          </p:cNvPicPr>
          <p:nvPr/>
        </p:nvPicPr>
        <p:blipFill>
          <a:blip r:embed="rId11"/>
          <a:stretch>
            <a:fillRect/>
          </a:stretch>
        </p:blipFill>
        <p:spPr>
          <a:xfrm>
            <a:off x="4395978" y="3601575"/>
            <a:ext cx="237744" cy="237744"/>
          </a:xfrm>
          <a:prstGeom prst="rect">
            <a:avLst/>
          </a:prstGeom>
        </p:spPr>
      </p:pic>
      <p:sp>
        <p:nvSpPr>
          <p:cNvPr id="87" name="Text 7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88" name="Text 7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Copy link, lalu Done</a:t>
            </a:r>
            <a:endParaRPr lang="en-US" sz="1800" dirty="0"/>
          </a:p>
        </p:txBody>
      </p:sp>
      <p:sp>
        <p:nvSpPr>
          <p:cNvPr id="89" name="Text 7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Copy link. Klik Done. Link dokumen tersalin.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QR Dokumen &amp; Form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Tata Tertib Ruang Komputer</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https://docs.google.com/document/d/.../view</a:t>
            </a:r>
            <a:endParaRPr lang="en-US" sz="800" dirty="0"/>
          </a:p>
        </p:txBody>
      </p:sp>
      <p:sp>
        <p:nvSpPr>
          <p:cNvPr id="28" name="Shape 21"/>
          <p:cNvSpPr/>
          <p:nvPr/>
        </p:nvSpPr>
        <p:spPr>
          <a:xfrm>
            <a:off x="606064" y="1695965"/>
            <a:ext cx="4914351" cy="2281131"/>
          </a:xfrm>
          <a:prstGeom prst="rect">
            <a:avLst/>
          </a:prstGeom>
          <a:solidFill>
            <a:srgbClr val="FFFFFF"/>
          </a:solidFill>
          <a:ln w="12700">
            <a:solidFill>
              <a:srgbClr val="FFFFFF"/>
            </a:solidFill>
            <a:prstDash val="solid"/>
          </a:ln>
        </p:spPr>
      </p:sp>
      <p:sp>
        <p:nvSpPr>
          <p:cNvPr id="29" name="Shape 22"/>
          <p:cNvSpPr/>
          <p:nvPr/>
        </p:nvSpPr>
        <p:spPr>
          <a:xfrm>
            <a:off x="1343217" y="1787405"/>
            <a:ext cx="2457176" cy="2143971"/>
          </a:xfrm>
          <a:prstGeom prst="rect">
            <a:avLst/>
          </a:prstGeom>
          <a:solidFill>
            <a:srgbClr val="FFFFFF"/>
          </a:solidFill>
          <a:ln w="6350">
            <a:solidFill>
              <a:srgbClr val="DDDDDD"/>
            </a:solidFill>
            <a:prstDash val="solid"/>
          </a:ln>
        </p:spPr>
      </p:sp>
      <p:sp>
        <p:nvSpPr>
          <p:cNvPr id="30" name="Text 23"/>
          <p:cNvSpPr txBox="1"/>
          <p:nvPr/>
        </p:nvSpPr>
        <p:spPr>
          <a:xfrm>
            <a:off x="1490648" y="1878845"/>
            <a:ext cx="2211458" cy="274320"/>
          </a:xfrm>
          <a:prstGeom prst="rect">
            <a:avLst/>
          </a:prstGeom>
          <a:noFill/>
          <a:ln/>
        </p:spPr>
        <p:txBody>
          <a:bodyPr wrap="square" lIns="0" tIns="0" rIns="0" bIns="0" rtlCol="0" anchor="t"/>
          <a:lstStyle/>
          <a:p>
            <a:pPr indent="0" marL="0">
              <a:buNone/>
            </a:pPr>
            <a:r>
              <a:rPr lang="en-US" sz="1000" b="1" dirty="0">
                <a:solidFill>
                  <a:srgbClr val="1E2A26"/>
                </a:solidFill>
                <a:latin typeface="Arial" pitchFamily="34" charset="0"/>
                <a:ea typeface="Arial" pitchFamily="34" charset="-122"/>
                <a:cs typeface="Arial" pitchFamily="34" charset="-120"/>
              </a:rPr>
              <a:t>Tata Tertib Ruang Komputer</a:t>
            </a:r>
            <a:endParaRPr lang="en-US" sz="1000" dirty="0"/>
          </a:p>
        </p:txBody>
      </p:sp>
      <p:sp>
        <p:nvSpPr>
          <p:cNvPr id="31" name="Shape 24"/>
          <p:cNvSpPr/>
          <p:nvPr/>
        </p:nvSpPr>
        <p:spPr>
          <a:xfrm>
            <a:off x="3645896" y="1741685"/>
            <a:ext cx="1737360" cy="1965960"/>
          </a:xfrm>
          <a:prstGeom prst="roundRect">
            <a:avLst>
              <a:gd name="adj" fmla="val 3158"/>
            </a:avLst>
          </a:prstGeom>
          <a:solidFill>
            <a:srgbClr val="FFFFFF"/>
          </a:solidFill>
          <a:ln w="9525">
            <a:solidFill>
              <a:srgbClr val="BBBBBB"/>
            </a:solidFill>
            <a:prstDash val="solid"/>
          </a:ln>
        </p:spPr>
      </p:sp>
      <p:sp>
        <p:nvSpPr>
          <p:cNvPr id="32" name="Text 25"/>
          <p:cNvSpPr txBox="1"/>
          <p:nvPr/>
        </p:nvSpPr>
        <p:spPr>
          <a:xfrm>
            <a:off x="3755624" y="1796549"/>
            <a:ext cx="1463040" cy="201168"/>
          </a:xfrm>
          <a:prstGeom prst="rect">
            <a:avLst/>
          </a:prstGeom>
          <a:noFill/>
          <a:ln/>
        </p:spPr>
        <p:txBody>
          <a:bodyPr wrap="square" lIns="0" tIns="0" rIns="0" bIns="0" rtlCol="0" anchor="t"/>
          <a:lstStyle/>
          <a:p>
            <a:pPr indent="0" marL="0">
              <a:buNone/>
            </a:pPr>
            <a:r>
              <a:rPr lang="en-US" sz="900" b="1" dirty="0">
                <a:solidFill>
                  <a:srgbClr val="1E2A26"/>
                </a:solidFill>
                <a:latin typeface="Calibri" pitchFamily="34" charset="0"/>
                <a:ea typeface="Calibri" pitchFamily="34" charset="-122"/>
                <a:cs typeface="Calibri" pitchFamily="34" charset="-120"/>
              </a:rPr>
              <a:t>Scan QR code</a:t>
            </a:r>
            <a:endParaRPr lang="en-US" sz="900" dirty="0"/>
          </a:p>
        </p:txBody>
      </p:sp>
      <p:sp>
        <p:nvSpPr>
          <p:cNvPr id="33" name="Shape 26"/>
          <p:cNvSpPr/>
          <p:nvPr/>
        </p:nvSpPr>
        <p:spPr>
          <a:xfrm>
            <a:off x="4057376" y="2061725"/>
            <a:ext cx="914400" cy="914400"/>
          </a:xfrm>
          <a:prstGeom prst="rect">
            <a:avLst/>
          </a:prstGeom>
          <a:solidFill>
            <a:srgbClr val="FFFFFF"/>
          </a:solidFill>
          <a:ln w="12700">
            <a:solidFill>
              <a:srgbClr val="FFFFFF"/>
            </a:solidFill>
            <a:prstDash val="solid"/>
          </a:ln>
        </p:spPr>
      </p:sp>
      <p:sp>
        <p:nvSpPr>
          <p:cNvPr id="34" name="Shape 27"/>
          <p:cNvSpPr/>
          <p:nvPr/>
        </p:nvSpPr>
        <p:spPr>
          <a:xfrm>
            <a:off x="4057376" y="2061725"/>
            <a:ext cx="130629" cy="130629"/>
          </a:xfrm>
          <a:prstGeom prst="rect">
            <a:avLst/>
          </a:prstGeom>
          <a:solidFill>
            <a:srgbClr val="111111"/>
          </a:solidFill>
          <a:ln w="12700">
            <a:solidFill>
              <a:srgbClr val="111111"/>
            </a:solidFill>
            <a:prstDash val="solid"/>
          </a:ln>
        </p:spPr>
      </p:sp>
      <p:sp>
        <p:nvSpPr>
          <p:cNvPr id="35" name="Shape 28"/>
          <p:cNvSpPr/>
          <p:nvPr/>
        </p:nvSpPr>
        <p:spPr>
          <a:xfrm>
            <a:off x="4188004" y="2061725"/>
            <a:ext cx="130629" cy="130629"/>
          </a:xfrm>
          <a:prstGeom prst="rect">
            <a:avLst/>
          </a:prstGeom>
          <a:solidFill>
            <a:srgbClr val="111111"/>
          </a:solidFill>
          <a:ln w="12700">
            <a:solidFill>
              <a:srgbClr val="111111"/>
            </a:solidFill>
            <a:prstDash val="solid"/>
          </a:ln>
        </p:spPr>
      </p:sp>
      <p:sp>
        <p:nvSpPr>
          <p:cNvPr id="36" name="Shape 29"/>
          <p:cNvSpPr/>
          <p:nvPr/>
        </p:nvSpPr>
        <p:spPr>
          <a:xfrm>
            <a:off x="4318633" y="2061725"/>
            <a:ext cx="130629" cy="130629"/>
          </a:xfrm>
          <a:prstGeom prst="rect">
            <a:avLst/>
          </a:prstGeom>
          <a:solidFill>
            <a:srgbClr val="111111"/>
          </a:solidFill>
          <a:ln w="12700">
            <a:solidFill>
              <a:srgbClr val="111111"/>
            </a:solidFill>
            <a:prstDash val="solid"/>
          </a:ln>
        </p:spPr>
      </p:sp>
      <p:sp>
        <p:nvSpPr>
          <p:cNvPr id="37" name="Shape 30"/>
          <p:cNvSpPr/>
          <p:nvPr/>
        </p:nvSpPr>
        <p:spPr>
          <a:xfrm>
            <a:off x="4579890" y="2061725"/>
            <a:ext cx="130629" cy="130629"/>
          </a:xfrm>
          <a:prstGeom prst="rect">
            <a:avLst/>
          </a:prstGeom>
          <a:solidFill>
            <a:srgbClr val="111111"/>
          </a:solidFill>
          <a:ln w="12700">
            <a:solidFill>
              <a:srgbClr val="111111"/>
            </a:solidFill>
            <a:prstDash val="solid"/>
          </a:ln>
        </p:spPr>
      </p:sp>
      <p:sp>
        <p:nvSpPr>
          <p:cNvPr id="38" name="Shape 31"/>
          <p:cNvSpPr/>
          <p:nvPr/>
        </p:nvSpPr>
        <p:spPr>
          <a:xfrm>
            <a:off x="4710519" y="2061725"/>
            <a:ext cx="130629" cy="130629"/>
          </a:xfrm>
          <a:prstGeom prst="rect">
            <a:avLst/>
          </a:prstGeom>
          <a:solidFill>
            <a:srgbClr val="111111"/>
          </a:solidFill>
          <a:ln w="12700">
            <a:solidFill>
              <a:srgbClr val="111111"/>
            </a:solidFill>
            <a:prstDash val="solid"/>
          </a:ln>
        </p:spPr>
      </p:sp>
      <p:sp>
        <p:nvSpPr>
          <p:cNvPr id="39" name="Shape 32"/>
          <p:cNvSpPr/>
          <p:nvPr/>
        </p:nvSpPr>
        <p:spPr>
          <a:xfrm>
            <a:off x="4841147" y="2061725"/>
            <a:ext cx="130629" cy="130629"/>
          </a:xfrm>
          <a:prstGeom prst="rect">
            <a:avLst/>
          </a:prstGeom>
          <a:solidFill>
            <a:srgbClr val="111111"/>
          </a:solidFill>
          <a:ln w="12700">
            <a:solidFill>
              <a:srgbClr val="111111"/>
            </a:solidFill>
            <a:prstDash val="solid"/>
          </a:ln>
        </p:spPr>
      </p:sp>
      <p:sp>
        <p:nvSpPr>
          <p:cNvPr id="40" name="Shape 33"/>
          <p:cNvSpPr/>
          <p:nvPr/>
        </p:nvSpPr>
        <p:spPr>
          <a:xfrm>
            <a:off x="4057376" y="2192354"/>
            <a:ext cx="130629" cy="130629"/>
          </a:xfrm>
          <a:prstGeom prst="rect">
            <a:avLst/>
          </a:prstGeom>
          <a:solidFill>
            <a:srgbClr val="111111"/>
          </a:solidFill>
          <a:ln w="12700">
            <a:solidFill>
              <a:srgbClr val="111111"/>
            </a:solidFill>
            <a:prstDash val="solid"/>
          </a:ln>
        </p:spPr>
      </p:sp>
      <p:sp>
        <p:nvSpPr>
          <p:cNvPr id="41" name="Shape 34"/>
          <p:cNvSpPr/>
          <p:nvPr/>
        </p:nvSpPr>
        <p:spPr>
          <a:xfrm>
            <a:off x="4318633" y="2192354"/>
            <a:ext cx="130629" cy="130629"/>
          </a:xfrm>
          <a:prstGeom prst="rect">
            <a:avLst/>
          </a:prstGeom>
          <a:solidFill>
            <a:srgbClr val="111111"/>
          </a:solidFill>
          <a:ln w="12700">
            <a:solidFill>
              <a:srgbClr val="111111"/>
            </a:solidFill>
            <a:prstDash val="solid"/>
          </a:ln>
        </p:spPr>
      </p:sp>
      <p:sp>
        <p:nvSpPr>
          <p:cNvPr id="42" name="Shape 35"/>
          <p:cNvSpPr/>
          <p:nvPr/>
        </p:nvSpPr>
        <p:spPr>
          <a:xfrm>
            <a:off x="4579890" y="2192354"/>
            <a:ext cx="130629" cy="130629"/>
          </a:xfrm>
          <a:prstGeom prst="rect">
            <a:avLst/>
          </a:prstGeom>
          <a:solidFill>
            <a:srgbClr val="111111"/>
          </a:solidFill>
          <a:ln w="12700">
            <a:solidFill>
              <a:srgbClr val="111111"/>
            </a:solidFill>
            <a:prstDash val="solid"/>
          </a:ln>
        </p:spPr>
      </p:sp>
      <p:sp>
        <p:nvSpPr>
          <p:cNvPr id="43" name="Shape 36"/>
          <p:cNvSpPr/>
          <p:nvPr/>
        </p:nvSpPr>
        <p:spPr>
          <a:xfrm>
            <a:off x="4841147" y="2192354"/>
            <a:ext cx="130629" cy="130629"/>
          </a:xfrm>
          <a:prstGeom prst="rect">
            <a:avLst/>
          </a:prstGeom>
          <a:solidFill>
            <a:srgbClr val="111111"/>
          </a:solidFill>
          <a:ln w="12700">
            <a:solidFill>
              <a:srgbClr val="111111"/>
            </a:solidFill>
            <a:prstDash val="solid"/>
          </a:ln>
        </p:spPr>
      </p:sp>
      <p:sp>
        <p:nvSpPr>
          <p:cNvPr id="44" name="Shape 37"/>
          <p:cNvSpPr/>
          <p:nvPr/>
        </p:nvSpPr>
        <p:spPr>
          <a:xfrm>
            <a:off x="4057376" y="2322982"/>
            <a:ext cx="130629" cy="130629"/>
          </a:xfrm>
          <a:prstGeom prst="rect">
            <a:avLst/>
          </a:prstGeom>
          <a:solidFill>
            <a:srgbClr val="111111"/>
          </a:solidFill>
          <a:ln w="12700">
            <a:solidFill>
              <a:srgbClr val="111111"/>
            </a:solidFill>
            <a:prstDash val="solid"/>
          </a:ln>
        </p:spPr>
      </p:sp>
      <p:sp>
        <p:nvSpPr>
          <p:cNvPr id="45" name="Shape 38"/>
          <p:cNvSpPr/>
          <p:nvPr/>
        </p:nvSpPr>
        <p:spPr>
          <a:xfrm>
            <a:off x="4188004" y="2322982"/>
            <a:ext cx="130629" cy="130629"/>
          </a:xfrm>
          <a:prstGeom prst="rect">
            <a:avLst/>
          </a:prstGeom>
          <a:solidFill>
            <a:srgbClr val="111111"/>
          </a:solidFill>
          <a:ln w="12700">
            <a:solidFill>
              <a:srgbClr val="111111"/>
            </a:solidFill>
            <a:prstDash val="solid"/>
          </a:ln>
        </p:spPr>
      </p:sp>
      <p:sp>
        <p:nvSpPr>
          <p:cNvPr id="46" name="Shape 39"/>
          <p:cNvSpPr/>
          <p:nvPr/>
        </p:nvSpPr>
        <p:spPr>
          <a:xfrm>
            <a:off x="4318633" y="2322982"/>
            <a:ext cx="130629" cy="130629"/>
          </a:xfrm>
          <a:prstGeom prst="rect">
            <a:avLst/>
          </a:prstGeom>
          <a:solidFill>
            <a:srgbClr val="111111"/>
          </a:solidFill>
          <a:ln w="12700">
            <a:solidFill>
              <a:srgbClr val="111111"/>
            </a:solidFill>
            <a:prstDash val="solid"/>
          </a:ln>
        </p:spPr>
      </p:sp>
      <p:sp>
        <p:nvSpPr>
          <p:cNvPr id="47" name="Shape 40"/>
          <p:cNvSpPr/>
          <p:nvPr/>
        </p:nvSpPr>
        <p:spPr>
          <a:xfrm>
            <a:off x="4579890" y="2322982"/>
            <a:ext cx="130629" cy="130629"/>
          </a:xfrm>
          <a:prstGeom prst="rect">
            <a:avLst/>
          </a:prstGeom>
          <a:solidFill>
            <a:srgbClr val="111111"/>
          </a:solidFill>
          <a:ln w="12700">
            <a:solidFill>
              <a:srgbClr val="111111"/>
            </a:solidFill>
            <a:prstDash val="solid"/>
          </a:ln>
        </p:spPr>
      </p:sp>
      <p:sp>
        <p:nvSpPr>
          <p:cNvPr id="48" name="Shape 41"/>
          <p:cNvSpPr/>
          <p:nvPr/>
        </p:nvSpPr>
        <p:spPr>
          <a:xfrm>
            <a:off x="4710519" y="2322982"/>
            <a:ext cx="130629" cy="130629"/>
          </a:xfrm>
          <a:prstGeom prst="rect">
            <a:avLst/>
          </a:prstGeom>
          <a:solidFill>
            <a:srgbClr val="111111"/>
          </a:solidFill>
          <a:ln w="12700">
            <a:solidFill>
              <a:srgbClr val="111111"/>
            </a:solidFill>
            <a:prstDash val="solid"/>
          </a:ln>
        </p:spPr>
      </p:sp>
      <p:sp>
        <p:nvSpPr>
          <p:cNvPr id="49" name="Shape 42"/>
          <p:cNvSpPr/>
          <p:nvPr/>
        </p:nvSpPr>
        <p:spPr>
          <a:xfrm>
            <a:off x="4841147" y="2322982"/>
            <a:ext cx="130629" cy="130629"/>
          </a:xfrm>
          <a:prstGeom prst="rect">
            <a:avLst/>
          </a:prstGeom>
          <a:solidFill>
            <a:srgbClr val="111111"/>
          </a:solidFill>
          <a:ln w="12700">
            <a:solidFill>
              <a:srgbClr val="111111"/>
            </a:solidFill>
            <a:prstDash val="solid"/>
          </a:ln>
        </p:spPr>
      </p:sp>
      <p:sp>
        <p:nvSpPr>
          <p:cNvPr id="50" name="Shape 43"/>
          <p:cNvSpPr/>
          <p:nvPr/>
        </p:nvSpPr>
        <p:spPr>
          <a:xfrm>
            <a:off x="4449261" y="2453611"/>
            <a:ext cx="130629" cy="130629"/>
          </a:xfrm>
          <a:prstGeom prst="rect">
            <a:avLst/>
          </a:prstGeom>
          <a:solidFill>
            <a:srgbClr val="111111"/>
          </a:solidFill>
          <a:ln w="12700">
            <a:solidFill>
              <a:srgbClr val="111111"/>
            </a:solidFill>
            <a:prstDash val="solid"/>
          </a:ln>
        </p:spPr>
      </p:sp>
      <p:sp>
        <p:nvSpPr>
          <p:cNvPr id="51" name="Shape 44"/>
          <p:cNvSpPr/>
          <p:nvPr/>
        </p:nvSpPr>
        <p:spPr>
          <a:xfrm>
            <a:off x="4057376" y="2584239"/>
            <a:ext cx="130629" cy="130629"/>
          </a:xfrm>
          <a:prstGeom prst="rect">
            <a:avLst/>
          </a:prstGeom>
          <a:solidFill>
            <a:srgbClr val="111111"/>
          </a:solidFill>
          <a:ln w="12700">
            <a:solidFill>
              <a:srgbClr val="111111"/>
            </a:solidFill>
            <a:prstDash val="solid"/>
          </a:ln>
        </p:spPr>
      </p:sp>
      <p:sp>
        <p:nvSpPr>
          <p:cNvPr id="52" name="Shape 45"/>
          <p:cNvSpPr/>
          <p:nvPr/>
        </p:nvSpPr>
        <p:spPr>
          <a:xfrm>
            <a:off x="4318633" y="2584239"/>
            <a:ext cx="130629" cy="130629"/>
          </a:xfrm>
          <a:prstGeom prst="rect">
            <a:avLst/>
          </a:prstGeom>
          <a:solidFill>
            <a:srgbClr val="111111"/>
          </a:solidFill>
          <a:ln w="12700">
            <a:solidFill>
              <a:srgbClr val="111111"/>
            </a:solidFill>
            <a:prstDash val="solid"/>
          </a:ln>
        </p:spPr>
      </p:sp>
      <p:sp>
        <p:nvSpPr>
          <p:cNvPr id="53" name="Shape 46"/>
          <p:cNvSpPr/>
          <p:nvPr/>
        </p:nvSpPr>
        <p:spPr>
          <a:xfrm>
            <a:off x="4449261" y="2584239"/>
            <a:ext cx="130629" cy="130629"/>
          </a:xfrm>
          <a:prstGeom prst="rect">
            <a:avLst/>
          </a:prstGeom>
          <a:solidFill>
            <a:srgbClr val="111111"/>
          </a:solidFill>
          <a:ln w="12700">
            <a:solidFill>
              <a:srgbClr val="111111"/>
            </a:solidFill>
            <a:prstDash val="solid"/>
          </a:ln>
        </p:spPr>
      </p:sp>
      <p:sp>
        <p:nvSpPr>
          <p:cNvPr id="54" name="Shape 47"/>
          <p:cNvSpPr/>
          <p:nvPr/>
        </p:nvSpPr>
        <p:spPr>
          <a:xfrm>
            <a:off x="4710519" y="2584239"/>
            <a:ext cx="130629" cy="130629"/>
          </a:xfrm>
          <a:prstGeom prst="rect">
            <a:avLst/>
          </a:prstGeom>
          <a:solidFill>
            <a:srgbClr val="111111"/>
          </a:solidFill>
          <a:ln w="12700">
            <a:solidFill>
              <a:srgbClr val="111111"/>
            </a:solidFill>
            <a:prstDash val="solid"/>
          </a:ln>
        </p:spPr>
      </p:sp>
      <p:sp>
        <p:nvSpPr>
          <p:cNvPr id="55" name="Shape 48"/>
          <p:cNvSpPr/>
          <p:nvPr/>
        </p:nvSpPr>
        <p:spPr>
          <a:xfrm>
            <a:off x="4841147" y="2584239"/>
            <a:ext cx="130629" cy="130629"/>
          </a:xfrm>
          <a:prstGeom prst="rect">
            <a:avLst/>
          </a:prstGeom>
          <a:solidFill>
            <a:srgbClr val="111111"/>
          </a:solidFill>
          <a:ln w="12700">
            <a:solidFill>
              <a:srgbClr val="111111"/>
            </a:solidFill>
            <a:prstDash val="solid"/>
          </a:ln>
        </p:spPr>
      </p:sp>
      <p:sp>
        <p:nvSpPr>
          <p:cNvPr id="56" name="Shape 49"/>
          <p:cNvSpPr/>
          <p:nvPr/>
        </p:nvSpPr>
        <p:spPr>
          <a:xfrm>
            <a:off x="4188004" y="2714868"/>
            <a:ext cx="130629" cy="130629"/>
          </a:xfrm>
          <a:prstGeom prst="rect">
            <a:avLst/>
          </a:prstGeom>
          <a:solidFill>
            <a:srgbClr val="111111"/>
          </a:solidFill>
          <a:ln w="12700">
            <a:solidFill>
              <a:srgbClr val="111111"/>
            </a:solidFill>
            <a:prstDash val="solid"/>
          </a:ln>
        </p:spPr>
      </p:sp>
      <p:sp>
        <p:nvSpPr>
          <p:cNvPr id="57" name="Shape 50"/>
          <p:cNvSpPr/>
          <p:nvPr/>
        </p:nvSpPr>
        <p:spPr>
          <a:xfrm>
            <a:off x="4579890" y="2714868"/>
            <a:ext cx="130629" cy="130629"/>
          </a:xfrm>
          <a:prstGeom prst="rect">
            <a:avLst/>
          </a:prstGeom>
          <a:solidFill>
            <a:srgbClr val="111111"/>
          </a:solidFill>
          <a:ln w="12700">
            <a:solidFill>
              <a:srgbClr val="111111"/>
            </a:solidFill>
            <a:prstDash val="solid"/>
          </a:ln>
        </p:spPr>
      </p:sp>
      <p:sp>
        <p:nvSpPr>
          <p:cNvPr id="58" name="Shape 51"/>
          <p:cNvSpPr/>
          <p:nvPr/>
        </p:nvSpPr>
        <p:spPr>
          <a:xfrm>
            <a:off x="4710519" y="2714868"/>
            <a:ext cx="130629" cy="130629"/>
          </a:xfrm>
          <a:prstGeom prst="rect">
            <a:avLst/>
          </a:prstGeom>
          <a:solidFill>
            <a:srgbClr val="111111"/>
          </a:solidFill>
          <a:ln w="12700">
            <a:solidFill>
              <a:srgbClr val="111111"/>
            </a:solidFill>
            <a:prstDash val="solid"/>
          </a:ln>
        </p:spPr>
      </p:sp>
      <p:sp>
        <p:nvSpPr>
          <p:cNvPr id="59" name="Shape 52"/>
          <p:cNvSpPr/>
          <p:nvPr/>
        </p:nvSpPr>
        <p:spPr>
          <a:xfrm>
            <a:off x="4057376" y="2845497"/>
            <a:ext cx="130629" cy="130629"/>
          </a:xfrm>
          <a:prstGeom prst="rect">
            <a:avLst/>
          </a:prstGeom>
          <a:solidFill>
            <a:srgbClr val="111111"/>
          </a:solidFill>
          <a:ln w="12700">
            <a:solidFill>
              <a:srgbClr val="111111"/>
            </a:solidFill>
            <a:prstDash val="solid"/>
          </a:ln>
        </p:spPr>
      </p:sp>
      <p:sp>
        <p:nvSpPr>
          <p:cNvPr id="60" name="Shape 53"/>
          <p:cNvSpPr/>
          <p:nvPr/>
        </p:nvSpPr>
        <p:spPr>
          <a:xfrm>
            <a:off x="4188004" y="2845497"/>
            <a:ext cx="130629" cy="130629"/>
          </a:xfrm>
          <a:prstGeom prst="rect">
            <a:avLst/>
          </a:prstGeom>
          <a:solidFill>
            <a:srgbClr val="111111"/>
          </a:solidFill>
          <a:ln w="12700">
            <a:solidFill>
              <a:srgbClr val="111111"/>
            </a:solidFill>
            <a:prstDash val="solid"/>
          </a:ln>
        </p:spPr>
      </p:sp>
      <p:sp>
        <p:nvSpPr>
          <p:cNvPr id="61" name="Shape 54"/>
          <p:cNvSpPr/>
          <p:nvPr/>
        </p:nvSpPr>
        <p:spPr>
          <a:xfrm>
            <a:off x="4318633" y="2845497"/>
            <a:ext cx="130629" cy="130629"/>
          </a:xfrm>
          <a:prstGeom prst="rect">
            <a:avLst/>
          </a:prstGeom>
          <a:solidFill>
            <a:srgbClr val="111111"/>
          </a:solidFill>
          <a:ln w="12700">
            <a:solidFill>
              <a:srgbClr val="111111"/>
            </a:solidFill>
            <a:prstDash val="solid"/>
          </a:ln>
        </p:spPr>
      </p:sp>
      <p:sp>
        <p:nvSpPr>
          <p:cNvPr id="62" name="Shape 55"/>
          <p:cNvSpPr/>
          <p:nvPr/>
        </p:nvSpPr>
        <p:spPr>
          <a:xfrm>
            <a:off x="4579890" y="2845497"/>
            <a:ext cx="130629" cy="130629"/>
          </a:xfrm>
          <a:prstGeom prst="rect">
            <a:avLst/>
          </a:prstGeom>
          <a:solidFill>
            <a:srgbClr val="111111"/>
          </a:solidFill>
          <a:ln w="12700">
            <a:solidFill>
              <a:srgbClr val="111111"/>
            </a:solidFill>
            <a:prstDash val="solid"/>
          </a:ln>
        </p:spPr>
      </p:sp>
      <p:sp>
        <p:nvSpPr>
          <p:cNvPr id="63" name="Shape 56"/>
          <p:cNvSpPr/>
          <p:nvPr/>
        </p:nvSpPr>
        <p:spPr>
          <a:xfrm>
            <a:off x="4841147" y="2845497"/>
            <a:ext cx="130629" cy="130629"/>
          </a:xfrm>
          <a:prstGeom prst="rect">
            <a:avLst/>
          </a:prstGeom>
          <a:solidFill>
            <a:srgbClr val="111111"/>
          </a:solidFill>
          <a:ln w="12700">
            <a:solidFill>
              <a:srgbClr val="111111"/>
            </a:solidFill>
            <a:prstDash val="solid"/>
          </a:ln>
        </p:spPr>
      </p:sp>
      <p:sp>
        <p:nvSpPr>
          <p:cNvPr id="64" name="Shape 57"/>
          <p:cNvSpPr/>
          <p:nvPr/>
        </p:nvSpPr>
        <p:spPr>
          <a:xfrm>
            <a:off x="3755624" y="3067565"/>
            <a:ext cx="1517904" cy="182880"/>
          </a:xfrm>
          <a:prstGeom prst="rect">
            <a:avLst/>
          </a:prstGeom>
          <a:solidFill>
            <a:srgbClr val="FFFFFF"/>
          </a:solidFill>
          <a:ln w="6350">
            <a:solidFill>
              <a:srgbClr val="999999"/>
            </a:solidFill>
            <a:prstDash val="solid"/>
          </a:ln>
        </p:spPr>
      </p:sp>
      <p:sp>
        <p:nvSpPr>
          <p:cNvPr id="65" name="Text 58"/>
          <p:cNvSpPr txBox="1"/>
          <p:nvPr/>
        </p:nvSpPr>
        <p:spPr>
          <a:xfrm>
            <a:off x="3792200" y="3067565"/>
            <a:ext cx="1472184" cy="182880"/>
          </a:xfrm>
          <a:prstGeom prst="rect">
            <a:avLst/>
          </a:prstGeom>
          <a:noFill/>
          <a:ln/>
        </p:spPr>
        <p:txBody>
          <a:bodyPr wrap="square" lIns="0" tIns="0" rIns="0" bIns="0" rtlCol="0" anchor="ctr"/>
          <a:lstStyle/>
          <a:p>
            <a:pPr indent="0" marL="0">
              <a:buNone/>
            </a:pPr>
            <a:r>
              <a:rPr lang="en-US" sz="550" dirty="0">
                <a:solidFill>
                  <a:srgbClr val="1E2A26"/>
                </a:solidFill>
                <a:latin typeface="Calibri" pitchFamily="34" charset="0"/>
                <a:ea typeface="Calibri" pitchFamily="34" charset="-122"/>
                <a:cs typeface="Calibri" pitchFamily="34" charset="-120"/>
              </a:rPr>
              <a:t>docs.google.com/document/d/...</a:t>
            </a:r>
            <a:endParaRPr lang="en-US" sz="550" dirty="0"/>
          </a:p>
        </p:txBody>
      </p:sp>
      <p:sp>
        <p:nvSpPr>
          <p:cNvPr id="66" name="Shape 59"/>
          <p:cNvSpPr/>
          <p:nvPr/>
        </p:nvSpPr>
        <p:spPr>
          <a:xfrm>
            <a:off x="4606016" y="3405893"/>
            <a:ext cx="667512" cy="219456"/>
          </a:xfrm>
          <a:prstGeom prst="roundRect">
            <a:avLst>
              <a:gd name="adj" fmla="val 50000"/>
            </a:avLst>
          </a:prstGeom>
          <a:solidFill>
            <a:srgbClr val="0B57D0"/>
          </a:solidFill>
          <a:ln w="12700">
            <a:solidFill>
              <a:srgbClr val="0B57D0"/>
            </a:solidFill>
            <a:prstDash val="solid"/>
          </a:ln>
        </p:spPr>
      </p:sp>
      <p:sp>
        <p:nvSpPr>
          <p:cNvPr id="67" name="Text 60"/>
          <p:cNvSpPr txBox="1"/>
          <p:nvPr/>
        </p:nvSpPr>
        <p:spPr>
          <a:xfrm>
            <a:off x="4606016" y="3405893"/>
            <a:ext cx="667512" cy="21945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Download</a:t>
            </a:r>
            <a:endParaRPr lang="en-US" sz="700" dirty="0"/>
          </a:p>
        </p:txBody>
      </p:sp>
      <p:sp>
        <p:nvSpPr>
          <p:cNvPr id="68" name="Shape 61"/>
          <p:cNvSpPr/>
          <p:nvPr/>
        </p:nvSpPr>
        <p:spPr>
          <a:xfrm>
            <a:off x="4578584" y="3378461"/>
            <a:ext cx="722376" cy="274320"/>
          </a:xfrm>
          <a:prstGeom prst="roundRect">
            <a:avLst>
              <a:gd name="adj" fmla="val 16667"/>
            </a:avLst>
          </a:prstGeom>
          <a:solidFill>
            <a:srgbClr val="FFFFFF">
              <a:alpha val="0"/>
            </a:srgbClr>
          </a:solidFill>
          <a:ln w="31750">
            <a:solidFill>
              <a:srgbClr val="E53935"/>
            </a:solidFill>
            <a:prstDash val="solid"/>
          </a:ln>
        </p:spPr>
      </p:sp>
      <p:sp>
        <p:nvSpPr>
          <p:cNvPr id="69" name="Shape 62"/>
          <p:cNvSpPr/>
          <p:nvPr/>
        </p:nvSpPr>
        <p:spPr>
          <a:xfrm>
            <a:off x="5163800" y="3241301"/>
            <a:ext cx="274320" cy="274320"/>
          </a:xfrm>
          <a:prstGeom prst="ellipse">
            <a:avLst/>
          </a:prstGeom>
          <a:solidFill>
            <a:srgbClr val="E53935"/>
          </a:solidFill>
          <a:ln w="12700">
            <a:solidFill>
              <a:srgbClr val="FFFFFF"/>
            </a:solidFill>
            <a:prstDash val="solid"/>
          </a:ln>
        </p:spPr>
      </p:sp>
      <p:sp>
        <p:nvSpPr>
          <p:cNvPr id="70" name="Text 63"/>
          <p:cNvSpPr txBox="1"/>
          <p:nvPr/>
        </p:nvSpPr>
        <p:spPr>
          <a:xfrm>
            <a:off x="5163800" y="32413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71" name="Image 5" descr="preencoded.png">    </p:cNvPr>
          <p:cNvPicPr>
            <a:picLocks noChangeAspect="1"/>
          </p:cNvPicPr>
          <p:nvPr/>
        </p:nvPicPr>
        <p:blipFill>
          <a:blip r:embed="rId6"/>
          <a:stretch>
            <a:fillRect/>
          </a:stretch>
        </p:blipFill>
        <p:spPr>
          <a:xfrm>
            <a:off x="4973147" y="3526594"/>
            <a:ext cx="237744" cy="237744"/>
          </a:xfrm>
          <a:prstGeom prst="rect">
            <a:avLst/>
          </a:prstGeom>
        </p:spPr>
      </p:pic>
      <p:sp>
        <p:nvSpPr>
          <p:cNvPr id="72" name="Text 6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73" name="Text 6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link di tab baru, buat QR</a:t>
            </a:r>
            <a:endParaRPr lang="en-US" sz="1800" dirty="0"/>
          </a:p>
        </p:txBody>
      </p:sp>
      <p:sp>
        <p:nvSpPr>
          <p:cNvPr id="74" name="Text 6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tab baru, tempel link (Ctrl+V), Enter. Klik kanan › Create QR code for this page › Download.</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QR Dokumen &amp; Form</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Shape 7"/>
          <p:cNvSpPr/>
          <p:nvPr/>
        </p:nvSpPr>
        <p:spPr>
          <a:xfrm>
            <a:off x="2251710" y="1143000"/>
            <a:ext cx="1623060" cy="274320"/>
          </a:xfrm>
          <a:prstGeom prst="rect">
            <a:avLst/>
          </a:prstGeom>
          <a:solidFill>
            <a:srgbClr val="F1F3F4"/>
          </a:solidFill>
          <a:ln w="12700">
            <a:solidFill>
              <a:srgbClr val="F1F3F4"/>
            </a:solidFill>
            <a:prstDash val="solid"/>
          </a:ln>
        </p:spPr>
      </p:sp>
      <p:sp>
        <p:nvSpPr>
          <p:cNvPr id="12" name="Text 8"/>
          <p:cNvSpPr txBox="1"/>
          <p:nvPr/>
        </p:nvSpPr>
        <p:spPr>
          <a:xfrm>
            <a:off x="2297430" y="1143000"/>
            <a:ext cx="1531620" cy="27432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docs.google.com/document/...</a:t>
            </a:r>
            <a:endParaRPr lang="en-US" sz="650" dirty="0"/>
          </a:p>
        </p:txBody>
      </p:sp>
      <p:sp>
        <p:nvSpPr>
          <p:cNvPr id="13" name="Shape 9"/>
          <p:cNvSpPr/>
          <p:nvPr/>
        </p:nvSpPr>
        <p:spPr>
          <a:xfrm>
            <a:off x="2251710" y="1417320"/>
            <a:ext cx="1623060" cy="3154680"/>
          </a:xfrm>
          <a:prstGeom prst="rect">
            <a:avLst/>
          </a:prstGeom>
          <a:solidFill>
            <a:srgbClr val="FFFFFF"/>
          </a:solidFill>
          <a:ln w="12700">
            <a:solidFill>
              <a:srgbClr val="FFFFFF"/>
            </a:solidFill>
            <a:prstDash val="solid"/>
          </a:ln>
        </p:spPr>
      </p:sp>
      <p:sp>
        <p:nvSpPr>
          <p:cNvPr id="14" name="Text 10"/>
          <p:cNvSpPr txBox="1"/>
          <p:nvPr/>
        </p:nvSpPr>
        <p:spPr>
          <a:xfrm>
            <a:off x="2343150" y="1508760"/>
            <a:ext cx="1440180" cy="365760"/>
          </a:xfrm>
          <a:prstGeom prst="rect">
            <a:avLst/>
          </a:prstGeom>
          <a:noFill/>
          <a:ln/>
        </p:spPr>
        <p:txBody>
          <a:bodyPr wrap="square" lIns="0" tIns="0" rIns="0" bIns="0" rtlCol="0" anchor="t"/>
          <a:lstStyle/>
          <a:p>
            <a:pPr indent="0" marL="0">
              <a:buNone/>
            </a:pPr>
            <a:r>
              <a:rPr lang="en-US" sz="900" b="1" dirty="0">
                <a:solidFill>
                  <a:srgbClr val="1E2A26"/>
                </a:solidFill>
                <a:latin typeface="Arial" pitchFamily="34" charset="0"/>
                <a:ea typeface="Arial" pitchFamily="34" charset="-122"/>
                <a:cs typeface="Arial" pitchFamily="34" charset="-120"/>
              </a:rPr>
              <a:t>Tata Tertib Ruang Komputer</a:t>
            </a:r>
            <a:endParaRPr lang="en-US" sz="900" dirty="0"/>
          </a:p>
        </p:txBody>
      </p:sp>
      <p:sp>
        <p:nvSpPr>
          <p:cNvPr id="15" name="Text 11"/>
          <p:cNvSpPr txBox="1"/>
          <p:nvPr/>
        </p:nvSpPr>
        <p:spPr>
          <a:xfrm>
            <a:off x="2361438" y="1920240"/>
            <a:ext cx="1403604" cy="548640"/>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  Masuk dengan salam dan doa.</a:t>
            </a:r>
            <a:endParaRPr lang="en-US" sz="700" dirty="0"/>
          </a:p>
          <a:p>
            <a:pPr indent="0" marL="0">
              <a:buNone/>
            </a:pPr>
            <a:r>
              <a:rPr lang="en-US" sz="700" dirty="0">
                <a:solidFill>
                  <a:srgbClr val="1E2A26"/>
                </a:solidFill>
                <a:latin typeface="Arial" pitchFamily="34" charset="0"/>
                <a:ea typeface="Arial" pitchFamily="34" charset="-122"/>
                <a:cs typeface="Arial" pitchFamily="34" charset="-120"/>
              </a:rPr>
              <a:t>•  Tangan bersih...</a:t>
            </a:r>
            <a:endParaRPr lang="en-US" sz="700" dirty="0"/>
          </a:p>
        </p:txBody>
      </p:sp>
      <p:sp>
        <p:nvSpPr>
          <p:cNvPr id="16" name="Shape 12"/>
          <p:cNvSpPr/>
          <p:nvPr/>
        </p:nvSpPr>
        <p:spPr>
          <a:xfrm>
            <a:off x="2233422" y="1399032"/>
            <a:ext cx="1659636" cy="1133856"/>
          </a:xfrm>
          <a:prstGeom prst="roundRect">
            <a:avLst>
              <a:gd name="adj" fmla="val 4032"/>
            </a:avLst>
          </a:prstGeom>
          <a:solidFill>
            <a:srgbClr val="FFFFFF">
              <a:alpha val="0"/>
            </a:srgbClr>
          </a:solidFill>
          <a:ln w="31750">
            <a:solidFill>
              <a:srgbClr val="E53935"/>
            </a:solidFill>
            <a:prstDash val="solid"/>
          </a:ln>
        </p:spPr>
      </p:sp>
      <p:sp>
        <p:nvSpPr>
          <p:cNvPr id="17" name="Shape 13"/>
          <p:cNvSpPr/>
          <p:nvPr/>
        </p:nvSpPr>
        <p:spPr>
          <a:xfrm>
            <a:off x="3755898" y="1261872"/>
            <a:ext cx="274320" cy="274320"/>
          </a:xfrm>
          <a:prstGeom prst="ellipse">
            <a:avLst/>
          </a:prstGeom>
          <a:solidFill>
            <a:srgbClr val="E53935"/>
          </a:solidFill>
          <a:ln w="12700">
            <a:solidFill>
              <a:srgbClr val="FFFFFF"/>
            </a:solidFill>
            <a:prstDash val="solid"/>
          </a:ln>
        </p:spPr>
      </p:sp>
      <p:sp>
        <p:nvSpPr>
          <p:cNvPr id="18" name="Text 14"/>
          <p:cNvSpPr txBox="1"/>
          <p:nvPr/>
        </p:nvSpPr>
        <p:spPr>
          <a:xfrm>
            <a:off x="3755898" y="1261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19" name="Image 2" descr="preencoded.png">    </p:cNvPr>
          <p:cNvPicPr>
            <a:picLocks noChangeAspect="1"/>
          </p:cNvPicPr>
          <p:nvPr/>
        </p:nvPicPr>
        <p:blipFill>
          <a:blip r:embed="rId3"/>
          <a:stretch>
            <a:fillRect/>
          </a:stretch>
        </p:blipFill>
        <p:spPr>
          <a:xfrm>
            <a:off x="3144393" y="2020824"/>
            <a:ext cx="237744" cy="237744"/>
          </a:xfrm>
          <a:prstGeom prst="rect">
            <a:avLst/>
          </a:prstGeom>
        </p:spPr>
      </p:pic>
      <p:sp>
        <p:nvSpPr>
          <p:cNvPr id="20" name="Text 1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21" name="Text 1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Pindai dari HP yang tidak login</a:t>
            </a:r>
            <a:endParaRPr lang="en-US" sz="1800" dirty="0"/>
          </a:p>
        </p:txBody>
      </p:sp>
      <p:sp>
        <p:nvSpPr>
          <p:cNvPr id="22" name="Text 1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Uji dengan HP yang TIDAK login akun kelas. Jika dokumen terbuka, akses sudah benar. Jika diminta izin, periksa lagi General access.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Label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1691640" cy="2651760"/>
          </a:xfrm>
          <a:prstGeom prst="roundRect">
            <a:avLst>
              <a:gd name="adj" fmla="val 4324"/>
            </a:avLst>
          </a:prstGeom>
          <a:solidFill>
            <a:srgbClr val="FFFFFF"/>
          </a:solidFill>
          <a:ln w="19050">
            <a:solidFill>
              <a:srgbClr val="1F7A5C"/>
            </a:solidFill>
            <a:prstDash val="solid"/>
          </a:ln>
        </p:spPr>
      </p:sp>
      <p:sp>
        <p:nvSpPr>
          <p:cNvPr id="10" name="Shape 6"/>
          <p:cNvSpPr/>
          <p:nvPr/>
        </p:nvSpPr>
        <p:spPr>
          <a:xfrm>
            <a:off x="804672" y="1417320"/>
            <a:ext cx="1005840" cy="1005840"/>
          </a:xfrm>
          <a:prstGeom prst="rect">
            <a:avLst/>
          </a:prstGeom>
          <a:solidFill>
            <a:srgbClr val="FFFFFF"/>
          </a:solidFill>
          <a:ln w="12700">
            <a:solidFill>
              <a:srgbClr val="FFFFFF"/>
            </a:solidFill>
            <a:prstDash val="solid"/>
          </a:ln>
        </p:spPr>
      </p:sp>
      <p:sp>
        <p:nvSpPr>
          <p:cNvPr id="11" name="Shape 7"/>
          <p:cNvSpPr/>
          <p:nvPr/>
        </p:nvSpPr>
        <p:spPr>
          <a:xfrm>
            <a:off x="804672" y="1417320"/>
            <a:ext cx="143691" cy="143691"/>
          </a:xfrm>
          <a:prstGeom prst="rect">
            <a:avLst/>
          </a:prstGeom>
          <a:solidFill>
            <a:srgbClr val="111111"/>
          </a:solidFill>
          <a:ln w="12700">
            <a:solidFill>
              <a:srgbClr val="111111"/>
            </a:solidFill>
            <a:prstDash val="solid"/>
          </a:ln>
        </p:spPr>
      </p:sp>
      <p:sp>
        <p:nvSpPr>
          <p:cNvPr id="12" name="Shape 8"/>
          <p:cNvSpPr/>
          <p:nvPr/>
        </p:nvSpPr>
        <p:spPr>
          <a:xfrm>
            <a:off x="948363" y="1417320"/>
            <a:ext cx="143691" cy="143691"/>
          </a:xfrm>
          <a:prstGeom prst="rect">
            <a:avLst/>
          </a:prstGeom>
          <a:solidFill>
            <a:srgbClr val="111111"/>
          </a:solidFill>
          <a:ln w="12700">
            <a:solidFill>
              <a:srgbClr val="111111"/>
            </a:solidFill>
            <a:prstDash val="solid"/>
          </a:ln>
        </p:spPr>
      </p:sp>
      <p:sp>
        <p:nvSpPr>
          <p:cNvPr id="13" name="Shape 9"/>
          <p:cNvSpPr/>
          <p:nvPr/>
        </p:nvSpPr>
        <p:spPr>
          <a:xfrm>
            <a:off x="1092055" y="1417320"/>
            <a:ext cx="143691" cy="143691"/>
          </a:xfrm>
          <a:prstGeom prst="rect">
            <a:avLst/>
          </a:prstGeom>
          <a:solidFill>
            <a:srgbClr val="111111"/>
          </a:solidFill>
          <a:ln w="12700">
            <a:solidFill>
              <a:srgbClr val="111111"/>
            </a:solidFill>
            <a:prstDash val="solid"/>
          </a:ln>
        </p:spPr>
      </p:sp>
      <p:sp>
        <p:nvSpPr>
          <p:cNvPr id="14" name="Shape 10"/>
          <p:cNvSpPr/>
          <p:nvPr/>
        </p:nvSpPr>
        <p:spPr>
          <a:xfrm>
            <a:off x="1379438" y="1417320"/>
            <a:ext cx="143691" cy="143691"/>
          </a:xfrm>
          <a:prstGeom prst="rect">
            <a:avLst/>
          </a:prstGeom>
          <a:solidFill>
            <a:srgbClr val="111111"/>
          </a:solidFill>
          <a:ln w="12700">
            <a:solidFill>
              <a:srgbClr val="111111"/>
            </a:solidFill>
            <a:prstDash val="solid"/>
          </a:ln>
        </p:spPr>
      </p:sp>
      <p:sp>
        <p:nvSpPr>
          <p:cNvPr id="15" name="Shape 11"/>
          <p:cNvSpPr/>
          <p:nvPr/>
        </p:nvSpPr>
        <p:spPr>
          <a:xfrm>
            <a:off x="1523129" y="1417320"/>
            <a:ext cx="143691" cy="143691"/>
          </a:xfrm>
          <a:prstGeom prst="rect">
            <a:avLst/>
          </a:prstGeom>
          <a:solidFill>
            <a:srgbClr val="111111"/>
          </a:solidFill>
          <a:ln w="12700">
            <a:solidFill>
              <a:srgbClr val="111111"/>
            </a:solidFill>
            <a:prstDash val="solid"/>
          </a:ln>
        </p:spPr>
      </p:sp>
      <p:sp>
        <p:nvSpPr>
          <p:cNvPr id="16" name="Shape 12"/>
          <p:cNvSpPr/>
          <p:nvPr/>
        </p:nvSpPr>
        <p:spPr>
          <a:xfrm>
            <a:off x="1666821" y="1417320"/>
            <a:ext cx="143691" cy="143691"/>
          </a:xfrm>
          <a:prstGeom prst="rect">
            <a:avLst/>
          </a:prstGeom>
          <a:solidFill>
            <a:srgbClr val="111111"/>
          </a:solidFill>
          <a:ln w="12700">
            <a:solidFill>
              <a:srgbClr val="111111"/>
            </a:solidFill>
            <a:prstDash val="solid"/>
          </a:ln>
        </p:spPr>
      </p:sp>
      <p:sp>
        <p:nvSpPr>
          <p:cNvPr id="17" name="Shape 13"/>
          <p:cNvSpPr/>
          <p:nvPr/>
        </p:nvSpPr>
        <p:spPr>
          <a:xfrm>
            <a:off x="804672" y="1561011"/>
            <a:ext cx="143691" cy="143691"/>
          </a:xfrm>
          <a:prstGeom prst="rect">
            <a:avLst/>
          </a:prstGeom>
          <a:solidFill>
            <a:srgbClr val="111111"/>
          </a:solidFill>
          <a:ln w="12700">
            <a:solidFill>
              <a:srgbClr val="111111"/>
            </a:solidFill>
            <a:prstDash val="solid"/>
          </a:ln>
        </p:spPr>
      </p:sp>
      <p:sp>
        <p:nvSpPr>
          <p:cNvPr id="18" name="Shape 14"/>
          <p:cNvSpPr/>
          <p:nvPr/>
        </p:nvSpPr>
        <p:spPr>
          <a:xfrm>
            <a:off x="1092055" y="1561011"/>
            <a:ext cx="143691" cy="143691"/>
          </a:xfrm>
          <a:prstGeom prst="rect">
            <a:avLst/>
          </a:prstGeom>
          <a:solidFill>
            <a:srgbClr val="111111"/>
          </a:solidFill>
          <a:ln w="12700">
            <a:solidFill>
              <a:srgbClr val="111111"/>
            </a:solidFill>
            <a:prstDash val="solid"/>
          </a:ln>
        </p:spPr>
      </p:sp>
      <p:sp>
        <p:nvSpPr>
          <p:cNvPr id="19" name="Shape 15"/>
          <p:cNvSpPr/>
          <p:nvPr/>
        </p:nvSpPr>
        <p:spPr>
          <a:xfrm>
            <a:off x="1379438" y="1561011"/>
            <a:ext cx="143691" cy="143691"/>
          </a:xfrm>
          <a:prstGeom prst="rect">
            <a:avLst/>
          </a:prstGeom>
          <a:solidFill>
            <a:srgbClr val="111111"/>
          </a:solidFill>
          <a:ln w="12700">
            <a:solidFill>
              <a:srgbClr val="111111"/>
            </a:solidFill>
            <a:prstDash val="solid"/>
          </a:ln>
        </p:spPr>
      </p:sp>
      <p:sp>
        <p:nvSpPr>
          <p:cNvPr id="20" name="Shape 16"/>
          <p:cNvSpPr/>
          <p:nvPr/>
        </p:nvSpPr>
        <p:spPr>
          <a:xfrm>
            <a:off x="1666821" y="1561011"/>
            <a:ext cx="143691" cy="143691"/>
          </a:xfrm>
          <a:prstGeom prst="rect">
            <a:avLst/>
          </a:prstGeom>
          <a:solidFill>
            <a:srgbClr val="111111"/>
          </a:solidFill>
          <a:ln w="12700">
            <a:solidFill>
              <a:srgbClr val="111111"/>
            </a:solidFill>
            <a:prstDash val="solid"/>
          </a:ln>
        </p:spPr>
      </p:sp>
      <p:sp>
        <p:nvSpPr>
          <p:cNvPr id="21" name="Shape 17"/>
          <p:cNvSpPr/>
          <p:nvPr/>
        </p:nvSpPr>
        <p:spPr>
          <a:xfrm>
            <a:off x="804672" y="1704703"/>
            <a:ext cx="143691" cy="143691"/>
          </a:xfrm>
          <a:prstGeom prst="rect">
            <a:avLst/>
          </a:prstGeom>
          <a:solidFill>
            <a:srgbClr val="111111"/>
          </a:solidFill>
          <a:ln w="12700">
            <a:solidFill>
              <a:srgbClr val="111111"/>
            </a:solidFill>
            <a:prstDash val="solid"/>
          </a:ln>
        </p:spPr>
      </p:sp>
      <p:sp>
        <p:nvSpPr>
          <p:cNvPr id="22" name="Shape 18"/>
          <p:cNvSpPr/>
          <p:nvPr/>
        </p:nvSpPr>
        <p:spPr>
          <a:xfrm>
            <a:off x="948363" y="1704703"/>
            <a:ext cx="143691" cy="143691"/>
          </a:xfrm>
          <a:prstGeom prst="rect">
            <a:avLst/>
          </a:prstGeom>
          <a:solidFill>
            <a:srgbClr val="111111"/>
          </a:solidFill>
          <a:ln w="12700">
            <a:solidFill>
              <a:srgbClr val="111111"/>
            </a:solidFill>
            <a:prstDash val="solid"/>
          </a:ln>
        </p:spPr>
      </p:sp>
      <p:sp>
        <p:nvSpPr>
          <p:cNvPr id="23" name="Shape 19"/>
          <p:cNvSpPr/>
          <p:nvPr/>
        </p:nvSpPr>
        <p:spPr>
          <a:xfrm>
            <a:off x="1092055" y="1704703"/>
            <a:ext cx="143691" cy="143691"/>
          </a:xfrm>
          <a:prstGeom prst="rect">
            <a:avLst/>
          </a:prstGeom>
          <a:solidFill>
            <a:srgbClr val="111111"/>
          </a:solidFill>
          <a:ln w="12700">
            <a:solidFill>
              <a:srgbClr val="111111"/>
            </a:solidFill>
            <a:prstDash val="solid"/>
          </a:ln>
        </p:spPr>
      </p:sp>
      <p:sp>
        <p:nvSpPr>
          <p:cNvPr id="24" name="Shape 20"/>
          <p:cNvSpPr/>
          <p:nvPr/>
        </p:nvSpPr>
        <p:spPr>
          <a:xfrm>
            <a:off x="1379438" y="1704703"/>
            <a:ext cx="143691" cy="143691"/>
          </a:xfrm>
          <a:prstGeom prst="rect">
            <a:avLst/>
          </a:prstGeom>
          <a:solidFill>
            <a:srgbClr val="111111"/>
          </a:solidFill>
          <a:ln w="12700">
            <a:solidFill>
              <a:srgbClr val="111111"/>
            </a:solidFill>
            <a:prstDash val="solid"/>
          </a:ln>
        </p:spPr>
      </p:sp>
      <p:sp>
        <p:nvSpPr>
          <p:cNvPr id="25" name="Shape 21"/>
          <p:cNvSpPr/>
          <p:nvPr/>
        </p:nvSpPr>
        <p:spPr>
          <a:xfrm>
            <a:off x="1523129" y="1704703"/>
            <a:ext cx="143691" cy="143691"/>
          </a:xfrm>
          <a:prstGeom prst="rect">
            <a:avLst/>
          </a:prstGeom>
          <a:solidFill>
            <a:srgbClr val="111111"/>
          </a:solidFill>
          <a:ln w="12700">
            <a:solidFill>
              <a:srgbClr val="111111"/>
            </a:solidFill>
            <a:prstDash val="solid"/>
          </a:ln>
        </p:spPr>
      </p:sp>
      <p:sp>
        <p:nvSpPr>
          <p:cNvPr id="26" name="Shape 22"/>
          <p:cNvSpPr/>
          <p:nvPr/>
        </p:nvSpPr>
        <p:spPr>
          <a:xfrm>
            <a:off x="1666821" y="1704703"/>
            <a:ext cx="143691" cy="143691"/>
          </a:xfrm>
          <a:prstGeom prst="rect">
            <a:avLst/>
          </a:prstGeom>
          <a:solidFill>
            <a:srgbClr val="111111"/>
          </a:solidFill>
          <a:ln w="12700">
            <a:solidFill>
              <a:srgbClr val="111111"/>
            </a:solidFill>
            <a:prstDash val="solid"/>
          </a:ln>
        </p:spPr>
      </p:sp>
      <p:sp>
        <p:nvSpPr>
          <p:cNvPr id="27" name="Shape 23"/>
          <p:cNvSpPr/>
          <p:nvPr/>
        </p:nvSpPr>
        <p:spPr>
          <a:xfrm>
            <a:off x="1235746" y="1848394"/>
            <a:ext cx="143691" cy="143691"/>
          </a:xfrm>
          <a:prstGeom prst="rect">
            <a:avLst/>
          </a:prstGeom>
          <a:solidFill>
            <a:srgbClr val="111111"/>
          </a:solidFill>
          <a:ln w="12700">
            <a:solidFill>
              <a:srgbClr val="111111"/>
            </a:solidFill>
            <a:prstDash val="solid"/>
          </a:ln>
        </p:spPr>
      </p:sp>
      <p:sp>
        <p:nvSpPr>
          <p:cNvPr id="28" name="Shape 24"/>
          <p:cNvSpPr/>
          <p:nvPr/>
        </p:nvSpPr>
        <p:spPr>
          <a:xfrm>
            <a:off x="804672" y="1992086"/>
            <a:ext cx="143691" cy="143691"/>
          </a:xfrm>
          <a:prstGeom prst="rect">
            <a:avLst/>
          </a:prstGeom>
          <a:solidFill>
            <a:srgbClr val="111111"/>
          </a:solidFill>
          <a:ln w="12700">
            <a:solidFill>
              <a:srgbClr val="111111"/>
            </a:solidFill>
            <a:prstDash val="solid"/>
          </a:ln>
        </p:spPr>
      </p:sp>
      <p:sp>
        <p:nvSpPr>
          <p:cNvPr id="29" name="Shape 25"/>
          <p:cNvSpPr/>
          <p:nvPr/>
        </p:nvSpPr>
        <p:spPr>
          <a:xfrm>
            <a:off x="1092055" y="1992086"/>
            <a:ext cx="143691" cy="143691"/>
          </a:xfrm>
          <a:prstGeom prst="rect">
            <a:avLst/>
          </a:prstGeom>
          <a:solidFill>
            <a:srgbClr val="111111"/>
          </a:solidFill>
          <a:ln w="12700">
            <a:solidFill>
              <a:srgbClr val="111111"/>
            </a:solidFill>
            <a:prstDash val="solid"/>
          </a:ln>
        </p:spPr>
      </p:sp>
      <p:sp>
        <p:nvSpPr>
          <p:cNvPr id="30" name="Shape 26"/>
          <p:cNvSpPr/>
          <p:nvPr/>
        </p:nvSpPr>
        <p:spPr>
          <a:xfrm>
            <a:off x="1235746" y="1992086"/>
            <a:ext cx="143691" cy="143691"/>
          </a:xfrm>
          <a:prstGeom prst="rect">
            <a:avLst/>
          </a:prstGeom>
          <a:solidFill>
            <a:srgbClr val="111111"/>
          </a:solidFill>
          <a:ln w="12700">
            <a:solidFill>
              <a:srgbClr val="111111"/>
            </a:solidFill>
            <a:prstDash val="solid"/>
          </a:ln>
        </p:spPr>
      </p:sp>
      <p:sp>
        <p:nvSpPr>
          <p:cNvPr id="31" name="Shape 27"/>
          <p:cNvSpPr/>
          <p:nvPr/>
        </p:nvSpPr>
        <p:spPr>
          <a:xfrm>
            <a:off x="1523129" y="1992086"/>
            <a:ext cx="143691" cy="143691"/>
          </a:xfrm>
          <a:prstGeom prst="rect">
            <a:avLst/>
          </a:prstGeom>
          <a:solidFill>
            <a:srgbClr val="111111"/>
          </a:solidFill>
          <a:ln w="12700">
            <a:solidFill>
              <a:srgbClr val="111111"/>
            </a:solidFill>
            <a:prstDash val="solid"/>
          </a:ln>
        </p:spPr>
      </p:sp>
      <p:sp>
        <p:nvSpPr>
          <p:cNvPr id="32" name="Shape 28"/>
          <p:cNvSpPr/>
          <p:nvPr/>
        </p:nvSpPr>
        <p:spPr>
          <a:xfrm>
            <a:off x="1666821" y="1992086"/>
            <a:ext cx="143691" cy="143691"/>
          </a:xfrm>
          <a:prstGeom prst="rect">
            <a:avLst/>
          </a:prstGeom>
          <a:solidFill>
            <a:srgbClr val="111111"/>
          </a:solidFill>
          <a:ln w="12700">
            <a:solidFill>
              <a:srgbClr val="111111"/>
            </a:solidFill>
            <a:prstDash val="solid"/>
          </a:ln>
        </p:spPr>
      </p:sp>
      <p:sp>
        <p:nvSpPr>
          <p:cNvPr id="33" name="Shape 29"/>
          <p:cNvSpPr/>
          <p:nvPr/>
        </p:nvSpPr>
        <p:spPr>
          <a:xfrm>
            <a:off x="948363" y="2135777"/>
            <a:ext cx="143691" cy="143691"/>
          </a:xfrm>
          <a:prstGeom prst="rect">
            <a:avLst/>
          </a:prstGeom>
          <a:solidFill>
            <a:srgbClr val="111111"/>
          </a:solidFill>
          <a:ln w="12700">
            <a:solidFill>
              <a:srgbClr val="111111"/>
            </a:solidFill>
            <a:prstDash val="solid"/>
          </a:ln>
        </p:spPr>
      </p:sp>
      <p:sp>
        <p:nvSpPr>
          <p:cNvPr id="34" name="Shape 30"/>
          <p:cNvSpPr/>
          <p:nvPr/>
        </p:nvSpPr>
        <p:spPr>
          <a:xfrm>
            <a:off x="1379438" y="2135777"/>
            <a:ext cx="143691" cy="143691"/>
          </a:xfrm>
          <a:prstGeom prst="rect">
            <a:avLst/>
          </a:prstGeom>
          <a:solidFill>
            <a:srgbClr val="111111"/>
          </a:solidFill>
          <a:ln w="12700">
            <a:solidFill>
              <a:srgbClr val="111111"/>
            </a:solidFill>
            <a:prstDash val="solid"/>
          </a:ln>
        </p:spPr>
      </p:sp>
      <p:sp>
        <p:nvSpPr>
          <p:cNvPr id="35" name="Shape 31"/>
          <p:cNvSpPr/>
          <p:nvPr/>
        </p:nvSpPr>
        <p:spPr>
          <a:xfrm>
            <a:off x="1523129" y="2135777"/>
            <a:ext cx="143691" cy="143691"/>
          </a:xfrm>
          <a:prstGeom prst="rect">
            <a:avLst/>
          </a:prstGeom>
          <a:solidFill>
            <a:srgbClr val="111111"/>
          </a:solidFill>
          <a:ln w="12700">
            <a:solidFill>
              <a:srgbClr val="111111"/>
            </a:solidFill>
            <a:prstDash val="solid"/>
          </a:ln>
        </p:spPr>
      </p:sp>
      <p:sp>
        <p:nvSpPr>
          <p:cNvPr id="36" name="Shape 32"/>
          <p:cNvSpPr/>
          <p:nvPr/>
        </p:nvSpPr>
        <p:spPr>
          <a:xfrm>
            <a:off x="804672" y="2279469"/>
            <a:ext cx="143691" cy="143691"/>
          </a:xfrm>
          <a:prstGeom prst="rect">
            <a:avLst/>
          </a:prstGeom>
          <a:solidFill>
            <a:srgbClr val="111111"/>
          </a:solidFill>
          <a:ln w="12700">
            <a:solidFill>
              <a:srgbClr val="111111"/>
            </a:solidFill>
            <a:prstDash val="solid"/>
          </a:ln>
        </p:spPr>
      </p:sp>
      <p:sp>
        <p:nvSpPr>
          <p:cNvPr id="37" name="Shape 33"/>
          <p:cNvSpPr/>
          <p:nvPr/>
        </p:nvSpPr>
        <p:spPr>
          <a:xfrm>
            <a:off x="948363" y="2279469"/>
            <a:ext cx="143691" cy="143691"/>
          </a:xfrm>
          <a:prstGeom prst="rect">
            <a:avLst/>
          </a:prstGeom>
          <a:solidFill>
            <a:srgbClr val="111111"/>
          </a:solidFill>
          <a:ln w="12700">
            <a:solidFill>
              <a:srgbClr val="111111"/>
            </a:solidFill>
            <a:prstDash val="solid"/>
          </a:ln>
        </p:spPr>
      </p:sp>
      <p:sp>
        <p:nvSpPr>
          <p:cNvPr id="38" name="Shape 34"/>
          <p:cNvSpPr/>
          <p:nvPr/>
        </p:nvSpPr>
        <p:spPr>
          <a:xfrm>
            <a:off x="1092055" y="2279469"/>
            <a:ext cx="143691" cy="143691"/>
          </a:xfrm>
          <a:prstGeom prst="rect">
            <a:avLst/>
          </a:prstGeom>
          <a:solidFill>
            <a:srgbClr val="111111"/>
          </a:solidFill>
          <a:ln w="12700">
            <a:solidFill>
              <a:srgbClr val="111111"/>
            </a:solidFill>
            <a:prstDash val="solid"/>
          </a:ln>
        </p:spPr>
      </p:sp>
      <p:sp>
        <p:nvSpPr>
          <p:cNvPr id="39" name="Shape 35"/>
          <p:cNvSpPr/>
          <p:nvPr/>
        </p:nvSpPr>
        <p:spPr>
          <a:xfrm>
            <a:off x="1379438" y="2279469"/>
            <a:ext cx="143691" cy="143691"/>
          </a:xfrm>
          <a:prstGeom prst="rect">
            <a:avLst/>
          </a:prstGeom>
          <a:solidFill>
            <a:srgbClr val="111111"/>
          </a:solidFill>
          <a:ln w="12700">
            <a:solidFill>
              <a:srgbClr val="111111"/>
            </a:solidFill>
            <a:prstDash val="solid"/>
          </a:ln>
        </p:spPr>
      </p:sp>
      <p:sp>
        <p:nvSpPr>
          <p:cNvPr id="40" name="Shape 36"/>
          <p:cNvSpPr/>
          <p:nvPr/>
        </p:nvSpPr>
        <p:spPr>
          <a:xfrm>
            <a:off x="1666821" y="2279469"/>
            <a:ext cx="143691" cy="143691"/>
          </a:xfrm>
          <a:prstGeom prst="rect">
            <a:avLst/>
          </a:prstGeom>
          <a:solidFill>
            <a:srgbClr val="111111"/>
          </a:solidFill>
          <a:ln w="12700">
            <a:solidFill>
              <a:srgbClr val="111111"/>
            </a:solidFill>
            <a:prstDash val="solid"/>
          </a:ln>
        </p:spPr>
      </p:sp>
      <p:sp>
        <p:nvSpPr>
          <p:cNvPr id="41" name="Text 37"/>
          <p:cNvSpPr txBox="1"/>
          <p:nvPr/>
        </p:nvSpPr>
        <p:spPr>
          <a:xfrm>
            <a:off x="548640" y="2560320"/>
            <a:ext cx="1508760" cy="365760"/>
          </a:xfrm>
          <a:prstGeom prst="rect">
            <a:avLst/>
          </a:prstGeom>
          <a:noFill/>
          <a:ln/>
        </p:spPr>
        <p:txBody>
          <a:bodyPr wrap="square" lIns="0" tIns="0" rIns="0" bIns="0" rtlCol="0" anchor="t"/>
          <a:lstStyle/>
          <a:p>
            <a:pPr algn="ctr" indent="0" marL="0">
              <a:buNone/>
            </a:pPr>
            <a:r>
              <a:rPr lang="en-US" sz="1200" b="1" dirty="0">
                <a:solidFill>
                  <a:srgbClr val="0F4C3A"/>
                </a:solidFill>
                <a:latin typeface="Calibri" pitchFamily="34" charset="0"/>
                <a:ea typeface="Calibri" pitchFamily="34" charset="-122"/>
                <a:cs typeface="Calibri" pitchFamily="34" charset="-120"/>
              </a:rPr>
              <a:t>Website Kelas 8A</a:t>
            </a:r>
            <a:endParaRPr lang="en-US" sz="1200" dirty="0"/>
          </a:p>
        </p:txBody>
      </p:sp>
      <p:sp>
        <p:nvSpPr>
          <p:cNvPr id="42" name="Text 38"/>
          <p:cNvSpPr txBox="1"/>
          <p:nvPr/>
        </p:nvSpPr>
        <p:spPr>
          <a:xfrm>
            <a:off x="548640" y="2971800"/>
            <a:ext cx="1508760" cy="731520"/>
          </a:xfrm>
          <a:prstGeom prst="rect">
            <a:avLst/>
          </a:prstGeom>
          <a:noFill/>
          <a:ln/>
        </p:spPr>
        <p:txBody>
          <a:bodyPr wrap="square" lIns="0" tIns="0" rIns="0" bIns="0" rtlCol="0" anchor="t"/>
          <a:lstStyle/>
          <a:p>
            <a:pPr algn="ctr" indent="0" marL="0">
              <a:buNone/>
            </a:pPr>
            <a:r>
              <a:rPr lang="en-US" sz="1050" dirty="0">
                <a:solidFill>
                  <a:srgbClr val="1E2A26"/>
                </a:solidFill>
                <a:latin typeface="Calibri" pitchFamily="34" charset="0"/>
                <a:ea typeface="Calibri" pitchFamily="34" charset="-122"/>
                <a:cs typeface="Calibri" pitchFamily="34" charset="-120"/>
              </a:rPr>
              <a:t>Pindai untuk mengunjungi website kelas</a:t>
            </a:r>
            <a:endParaRPr lang="en-US" sz="1050" dirty="0"/>
          </a:p>
        </p:txBody>
      </p:sp>
      <p:sp>
        <p:nvSpPr>
          <p:cNvPr id="43" name="Shape 39"/>
          <p:cNvSpPr/>
          <p:nvPr/>
        </p:nvSpPr>
        <p:spPr>
          <a:xfrm>
            <a:off x="2240280" y="1234440"/>
            <a:ext cx="1691640" cy="2651760"/>
          </a:xfrm>
          <a:prstGeom prst="roundRect">
            <a:avLst>
              <a:gd name="adj" fmla="val 4324"/>
            </a:avLst>
          </a:prstGeom>
          <a:solidFill>
            <a:srgbClr val="FFFFFF"/>
          </a:solidFill>
          <a:ln w="19050">
            <a:solidFill>
              <a:srgbClr val="1F7A5C"/>
            </a:solidFill>
            <a:prstDash val="solid"/>
          </a:ln>
        </p:spPr>
      </p:sp>
      <p:sp>
        <p:nvSpPr>
          <p:cNvPr id="44" name="Shape 40"/>
          <p:cNvSpPr/>
          <p:nvPr/>
        </p:nvSpPr>
        <p:spPr>
          <a:xfrm>
            <a:off x="2587752" y="1417320"/>
            <a:ext cx="1005840" cy="1005840"/>
          </a:xfrm>
          <a:prstGeom prst="rect">
            <a:avLst/>
          </a:prstGeom>
          <a:solidFill>
            <a:srgbClr val="FFFFFF"/>
          </a:solidFill>
          <a:ln w="12700">
            <a:solidFill>
              <a:srgbClr val="FFFFFF"/>
            </a:solidFill>
            <a:prstDash val="solid"/>
          </a:ln>
        </p:spPr>
      </p:sp>
      <p:sp>
        <p:nvSpPr>
          <p:cNvPr id="45" name="Shape 41"/>
          <p:cNvSpPr/>
          <p:nvPr/>
        </p:nvSpPr>
        <p:spPr>
          <a:xfrm>
            <a:off x="2587752" y="1417320"/>
            <a:ext cx="143691" cy="143691"/>
          </a:xfrm>
          <a:prstGeom prst="rect">
            <a:avLst/>
          </a:prstGeom>
          <a:solidFill>
            <a:srgbClr val="111111"/>
          </a:solidFill>
          <a:ln w="12700">
            <a:solidFill>
              <a:srgbClr val="111111"/>
            </a:solidFill>
            <a:prstDash val="solid"/>
          </a:ln>
        </p:spPr>
      </p:sp>
      <p:sp>
        <p:nvSpPr>
          <p:cNvPr id="46" name="Shape 42"/>
          <p:cNvSpPr/>
          <p:nvPr/>
        </p:nvSpPr>
        <p:spPr>
          <a:xfrm>
            <a:off x="2731443" y="1417320"/>
            <a:ext cx="143691" cy="143691"/>
          </a:xfrm>
          <a:prstGeom prst="rect">
            <a:avLst/>
          </a:prstGeom>
          <a:solidFill>
            <a:srgbClr val="111111"/>
          </a:solidFill>
          <a:ln w="12700">
            <a:solidFill>
              <a:srgbClr val="111111"/>
            </a:solidFill>
            <a:prstDash val="solid"/>
          </a:ln>
        </p:spPr>
      </p:sp>
      <p:sp>
        <p:nvSpPr>
          <p:cNvPr id="47" name="Shape 43"/>
          <p:cNvSpPr/>
          <p:nvPr/>
        </p:nvSpPr>
        <p:spPr>
          <a:xfrm>
            <a:off x="2875135" y="1417320"/>
            <a:ext cx="143691" cy="143691"/>
          </a:xfrm>
          <a:prstGeom prst="rect">
            <a:avLst/>
          </a:prstGeom>
          <a:solidFill>
            <a:srgbClr val="111111"/>
          </a:solidFill>
          <a:ln w="12700">
            <a:solidFill>
              <a:srgbClr val="111111"/>
            </a:solidFill>
            <a:prstDash val="solid"/>
          </a:ln>
        </p:spPr>
      </p:sp>
      <p:sp>
        <p:nvSpPr>
          <p:cNvPr id="48" name="Shape 44"/>
          <p:cNvSpPr/>
          <p:nvPr/>
        </p:nvSpPr>
        <p:spPr>
          <a:xfrm>
            <a:off x="3162518" y="1417320"/>
            <a:ext cx="143691" cy="143691"/>
          </a:xfrm>
          <a:prstGeom prst="rect">
            <a:avLst/>
          </a:prstGeom>
          <a:solidFill>
            <a:srgbClr val="111111"/>
          </a:solidFill>
          <a:ln w="12700">
            <a:solidFill>
              <a:srgbClr val="111111"/>
            </a:solidFill>
            <a:prstDash val="solid"/>
          </a:ln>
        </p:spPr>
      </p:sp>
      <p:sp>
        <p:nvSpPr>
          <p:cNvPr id="49" name="Shape 45"/>
          <p:cNvSpPr/>
          <p:nvPr/>
        </p:nvSpPr>
        <p:spPr>
          <a:xfrm>
            <a:off x="3306209" y="1417320"/>
            <a:ext cx="143691" cy="143691"/>
          </a:xfrm>
          <a:prstGeom prst="rect">
            <a:avLst/>
          </a:prstGeom>
          <a:solidFill>
            <a:srgbClr val="111111"/>
          </a:solidFill>
          <a:ln w="12700">
            <a:solidFill>
              <a:srgbClr val="111111"/>
            </a:solidFill>
            <a:prstDash val="solid"/>
          </a:ln>
        </p:spPr>
      </p:sp>
      <p:sp>
        <p:nvSpPr>
          <p:cNvPr id="50" name="Shape 46"/>
          <p:cNvSpPr/>
          <p:nvPr/>
        </p:nvSpPr>
        <p:spPr>
          <a:xfrm>
            <a:off x="3449901" y="1417320"/>
            <a:ext cx="143691" cy="143691"/>
          </a:xfrm>
          <a:prstGeom prst="rect">
            <a:avLst/>
          </a:prstGeom>
          <a:solidFill>
            <a:srgbClr val="111111"/>
          </a:solidFill>
          <a:ln w="12700">
            <a:solidFill>
              <a:srgbClr val="111111"/>
            </a:solidFill>
            <a:prstDash val="solid"/>
          </a:ln>
        </p:spPr>
      </p:sp>
      <p:sp>
        <p:nvSpPr>
          <p:cNvPr id="51" name="Shape 47"/>
          <p:cNvSpPr/>
          <p:nvPr/>
        </p:nvSpPr>
        <p:spPr>
          <a:xfrm>
            <a:off x="2587752" y="1561011"/>
            <a:ext cx="143691" cy="143691"/>
          </a:xfrm>
          <a:prstGeom prst="rect">
            <a:avLst/>
          </a:prstGeom>
          <a:solidFill>
            <a:srgbClr val="111111"/>
          </a:solidFill>
          <a:ln w="12700">
            <a:solidFill>
              <a:srgbClr val="111111"/>
            </a:solidFill>
            <a:prstDash val="solid"/>
          </a:ln>
        </p:spPr>
      </p:sp>
      <p:sp>
        <p:nvSpPr>
          <p:cNvPr id="52" name="Shape 48"/>
          <p:cNvSpPr/>
          <p:nvPr/>
        </p:nvSpPr>
        <p:spPr>
          <a:xfrm>
            <a:off x="2875135" y="1561011"/>
            <a:ext cx="143691" cy="143691"/>
          </a:xfrm>
          <a:prstGeom prst="rect">
            <a:avLst/>
          </a:prstGeom>
          <a:solidFill>
            <a:srgbClr val="111111"/>
          </a:solidFill>
          <a:ln w="12700">
            <a:solidFill>
              <a:srgbClr val="111111"/>
            </a:solidFill>
            <a:prstDash val="solid"/>
          </a:ln>
        </p:spPr>
      </p:sp>
      <p:sp>
        <p:nvSpPr>
          <p:cNvPr id="53" name="Shape 49"/>
          <p:cNvSpPr/>
          <p:nvPr/>
        </p:nvSpPr>
        <p:spPr>
          <a:xfrm>
            <a:off x="3162518" y="1561011"/>
            <a:ext cx="143691" cy="143691"/>
          </a:xfrm>
          <a:prstGeom prst="rect">
            <a:avLst/>
          </a:prstGeom>
          <a:solidFill>
            <a:srgbClr val="111111"/>
          </a:solidFill>
          <a:ln w="12700">
            <a:solidFill>
              <a:srgbClr val="111111"/>
            </a:solidFill>
            <a:prstDash val="solid"/>
          </a:ln>
        </p:spPr>
      </p:sp>
      <p:sp>
        <p:nvSpPr>
          <p:cNvPr id="54" name="Shape 50"/>
          <p:cNvSpPr/>
          <p:nvPr/>
        </p:nvSpPr>
        <p:spPr>
          <a:xfrm>
            <a:off x="3449901" y="1561011"/>
            <a:ext cx="143691" cy="143691"/>
          </a:xfrm>
          <a:prstGeom prst="rect">
            <a:avLst/>
          </a:prstGeom>
          <a:solidFill>
            <a:srgbClr val="111111"/>
          </a:solidFill>
          <a:ln w="12700">
            <a:solidFill>
              <a:srgbClr val="111111"/>
            </a:solidFill>
            <a:prstDash val="solid"/>
          </a:ln>
        </p:spPr>
      </p:sp>
      <p:sp>
        <p:nvSpPr>
          <p:cNvPr id="55" name="Shape 51"/>
          <p:cNvSpPr/>
          <p:nvPr/>
        </p:nvSpPr>
        <p:spPr>
          <a:xfrm>
            <a:off x="2587752" y="1704703"/>
            <a:ext cx="143691" cy="143691"/>
          </a:xfrm>
          <a:prstGeom prst="rect">
            <a:avLst/>
          </a:prstGeom>
          <a:solidFill>
            <a:srgbClr val="111111"/>
          </a:solidFill>
          <a:ln w="12700">
            <a:solidFill>
              <a:srgbClr val="111111"/>
            </a:solidFill>
            <a:prstDash val="solid"/>
          </a:ln>
        </p:spPr>
      </p:sp>
      <p:sp>
        <p:nvSpPr>
          <p:cNvPr id="56" name="Shape 52"/>
          <p:cNvSpPr/>
          <p:nvPr/>
        </p:nvSpPr>
        <p:spPr>
          <a:xfrm>
            <a:off x="2731443" y="1704703"/>
            <a:ext cx="143691" cy="143691"/>
          </a:xfrm>
          <a:prstGeom prst="rect">
            <a:avLst/>
          </a:prstGeom>
          <a:solidFill>
            <a:srgbClr val="111111"/>
          </a:solidFill>
          <a:ln w="12700">
            <a:solidFill>
              <a:srgbClr val="111111"/>
            </a:solidFill>
            <a:prstDash val="solid"/>
          </a:ln>
        </p:spPr>
      </p:sp>
      <p:sp>
        <p:nvSpPr>
          <p:cNvPr id="57" name="Shape 53"/>
          <p:cNvSpPr/>
          <p:nvPr/>
        </p:nvSpPr>
        <p:spPr>
          <a:xfrm>
            <a:off x="2875135" y="1704703"/>
            <a:ext cx="143691" cy="143691"/>
          </a:xfrm>
          <a:prstGeom prst="rect">
            <a:avLst/>
          </a:prstGeom>
          <a:solidFill>
            <a:srgbClr val="111111"/>
          </a:solidFill>
          <a:ln w="12700">
            <a:solidFill>
              <a:srgbClr val="111111"/>
            </a:solidFill>
            <a:prstDash val="solid"/>
          </a:ln>
        </p:spPr>
      </p:sp>
      <p:sp>
        <p:nvSpPr>
          <p:cNvPr id="58" name="Shape 54"/>
          <p:cNvSpPr/>
          <p:nvPr/>
        </p:nvSpPr>
        <p:spPr>
          <a:xfrm>
            <a:off x="3162518" y="1704703"/>
            <a:ext cx="143691" cy="143691"/>
          </a:xfrm>
          <a:prstGeom prst="rect">
            <a:avLst/>
          </a:prstGeom>
          <a:solidFill>
            <a:srgbClr val="111111"/>
          </a:solidFill>
          <a:ln w="12700">
            <a:solidFill>
              <a:srgbClr val="111111"/>
            </a:solidFill>
            <a:prstDash val="solid"/>
          </a:ln>
        </p:spPr>
      </p:sp>
      <p:sp>
        <p:nvSpPr>
          <p:cNvPr id="59" name="Shape 55"/>
          <p:cNvSpPr/>
          <p:nvPr/>
        </p:nvSpPr>
        <p:spPr>
          <a:xfrm>
            <a:off x="3306209" y="1704703"/>
            <a:ext cx="143691" cy="143691"/>
          </a:xfrm>
          <a:prstGeom prst="rect">
            <a:avLst/>
          </a:prstGeom>
          <a:solidFill>
            <a:srgbClr val="111111"/>
          </a:solidFill>
          <a:ln w="12700">
            <a:solidFill>
              <a:srgbClr val="111111"/>
            </a:solidFill>
            <a:prstDash val="solid"/>
          </a:ln>
        </p:spPr>
      </p:sp>
      <p:sp>
        <p:nvSpPr>
          <p:cNvPr id="60" name="Shape 56"/>
          <p:cNvSpPr/>
          <p:nvPr/>
        </p:nvSpPr>
        <p:spPr>
          <a:xfrm>
            <a:off x="3449901" y="1704703"/>
            <a:ext cx="143691" cy="143691"/>
          </a:xfrm>
          <a:prstGeom prst="rect">
            <a:avLst/>
          </a:prstGeom>
          <a:solidFill>
            <a:srgbClr val="111111"/>
          </a:solidFill>
          <a:ln w="12700">
            <a:solidFill>
              <a:srgbClr val="111111"/>
            </a:solidFill>
            <a:prstDash val="solid"/>
          </a:ln>
        </p:spPr>
      </p:sp>
      <p:sp>
        <p:nvSpPr>
          <p:cNvPr id="61" name="Shape 57"/>
          <p:cNvSpPr/>
          <p:nvPr/>
        </p:nvSpPr>
        <p:spPr>
          <a:xfrm>
            <a:off x="3018826" y="1848394"/>
            <a:ext cx="143691" cy="143691"/>
          </a:xfrm>
          <a:prstGeom prst="rect">
            <a:avLst/>
          </a:prstGeom>
          <a:solidFill>
            <a:srgbClr val="111111"/>
          </a:solidFill>
          <a:ln w="12700">
            <a:solidFill>
              <a:srgbClr val="111111"/>
            </a:solidFill>
            <a:prstDash val="solid"/>
          </a:ln>
        </p:spPr>
      </p:sp>
      <p:sp>
        <p:nvSpPr>
          <p:cNvPr id="62" name="Shape 58"/>
          <p:cNvSpPr/>
          <p:nvPr/>
        </p:nvSpPr>
        <p:spPr>
          <a:xfrm>
            <a:off x="2587752" y="1992086"/>
            <a:ext cx="143691" cy="143691"/>
          </a:xfrm>
          <a:prstGeom prst="rect">
            <a:avLst/>
          </a:prstGeom>
          <a:solidFill>
            <a:srgbClr val="111111"/>
          </a:solidFill>
          <a:ln w="12700">
            <a:solidFill>
              <a:srgbClr val="111111"/>
            </a:solidFill>
            <a:prstDash val="solid"/>
          </a:ln>
        </p:spPr>
      </p:sp>
      <p:sp>
        <p:nvSpPr>
          <p:cNvPr id="63" name="Shape 59"/>
          <p:cNvSpPr/>
          <p:nvPr/>
        </p:nvSpPr>
        <p:spPr>
          <a:xfrm>
            <a:off x="2875135" y="1992086"/>
            <a:ext cx="143691" cy="143691"/>
          </a:xfrm>
          <a:prstGeom prst="rect">
            <a:avLst/>
          </a:prstGeom>
          <a:solidFill>
            <a:srgbClr val="111111"/>
          </a:solidFill>
          <a:ln w="12700">
            <a:solidFill>
              <a:srgbClr val="111111"/>
            </a:solidFill>
            <a:prstDash val="solid"/>
          </a:ln>
        </p:spPr>
      </p:sp>
      <p:sp>
        <p:nvSpPr>
          <p:cNvPr id="64" name="Shape 60"/>
          <p:cNvSpPr/>
          <p:nvPr/>
        </p:nvSpPr>
        <p:spPr>
          <a:xfrm>
            <a:off x="3018826" y="1992086"/>
            <a:ext cx="143691" cy="143691"/>
          </a:xfrm>
          <a:prstGeom prst="rect">
            <a:avLst/>
          </a:prstGeom>
          <a:solidFill>
            <a:srgbClr val="111111"/>
          </a:solidFill>
          <a:ln w="12700">
            <a:solidFill>
              <a:srgbClr val="111111"/>
            </a:solidFill>
            <a:prstDash val="solid"/>
          </a:ln>
        </p:spPr>
      </p:sp>
      <p:sp>
        <p:nvSpPr>
          <p:cNvPr id="65" name="Shape 61"/>
          <p:cNvSpPr/>
          <p:nvPr/>
        </p:nvSpPr>
        <p:spPr>
          <a:xfrm>
            <a:off x="3306209" y="1992086"/>
            <a:ext cx="143691" cy="143691"/>
          </a:xfrm>
          <a:prstGeom prst="rect">
            <a:avLst/>
          </a:prstGeom>
          <a:solidFill>
            <a:srgbClr val="111111"/>
          </a:solidFill>
          <a:ln w="12700">
            <a:solidFill>
              <a:srgbClr val="111111"/>
            </a:solidFill>
            <a:prstDash val="solid"/>
          </a:ln>
        </p:spPr>
      </p:sp>
      <p:sp>
        <p:nvSpPr>
          <p:cNvPr id="66" name="Shape 62"/>
          <p:cNvSpPr/>
          <p:nvPr/>
        </p:nvSpPr>
        <p:spPr>
          <a:xfrm>
            <a:off x="3449901" y="1992086"/>
            <a:ext cx="143691" cy="143691"/>
          </a:xfrm>
          <a:prstGeom prst="rect">
            <a:avLst/>
          </a:prstGeom>
          <a:solidFill>
            <a:srgbClr val="111111"/>
          </a:solidFill>
          <a:ln w="12700">
            <a:solidFill>
              <a:srgbClr val="111111"/>
            </a:solidFill>
            <a:prstDash val="solid"/>
          </a:ln>
        </p:spPr>
      </p:sp>
      <p:sp>
        <p:nvSpPr>
          <p:cNvPr id="67" name="Shape 63"/>
          <p:cNvSpPr/>
          <p:nvPr/>
        </p:nvSpPr>
        <p:spPr>
          <a:xfrm>
            <a:off x="2731443" y="2135777"/>
            <a:ext cx="143691" cy="143691"/>
          </a:xfrm>
          <a:prstGeom prst="rect">
            <a:avLst/>
          </a:prstGeom>
          <a:solidFill>
            <a:srgbClr val="111111"/>
          </a:solidFill>
          <a:ln w="12700">
            <a:solidFill>
              <a:srgbClr val="111111"/>
            </a:solidFill>
            <a:prstDash val="solid"/>
          </a:ln>
        </p:spPr>
      </p:sp>
      <p:sp>
        <p:nvSpPr>
          <p:cNvPr id="68" name="Shape 64"/>
          <p:cNvSpPr/>
          <p:nvPr/>
        </p:nvSpPr>
        <p:spPr>
          <a:xfrm>
            <a:off x="3162518" y="2135777"/>
            <a:ext cx="143691" cy="143691"/>
          </a:xfrm>
          <a:prstGeom prst="rect">
            <a:avLst/>
          </a:prstGeom>
          <a:solidFill>
            <a:srgbClr val="111111"/>
          </a:solidFill>
          <a:ln w="12700">
            <a:solidFill>
              <a:srgbClr val="111111"/>
            </a:solidFill>
            <a:prstDash val="solid"/>
          </a:ln>
        </p:spPr>
      </p:sp>
      <p:sp>
        <p:nvSpPr>
          <p:cNvPr id="69" name="Shape 65"/>
          <p:cNvSpPr/>
          <p:nvPr/>
        </p:nvSpPr>
        <p:spPr>
          <a:xfrm>
            <a:off x="3306209" y="2135777"/>
            <a:ext cx="143691" cy="143691"/>
          </a:xfrm>
          <a:prstGeom prst="rect">
            <a:avLst/>
          </a:prstGeom>
          <a:solidFill>
            <a:srgbClr val="111111"/>
          </a:solidFill>
          <a:ln w="12700">
            <a:solidFill>
              <a:srgbClr val="111111"/>
            </a:solidFill>
            <a:prstDash val="solid"/>
          </a:ln>
        </p:spPr>
      </p:sp>
      <p:sp>
        <p:nvSpPr>
          <p:cNvPr id="70" name="Shape 66"/>
          <p:cNvSpPr/>
          <p:nvPr/>
        </p:nvSpPr>
        <p:spPr>
          <a:xfrm>
            <a:off x="2587752" y="2279469"/>
            <a:ext cx="143691" cy="143691"/>
          </a:xfrm>
          <a:prstGeom prst="rect">
            <a:avLst/>
          </a:prstGeom>
          <a:solidFill>
            <a:srgbClr val="111111"/>
          </a:solidFill>
          <a:ln w="12700">
            <a:solidFill>
              <a:srgbClr val="111111"/>
            </a:solidFill>
            <a:prstDash val="solid"/>
          </a:ln>
        </p:spPr>
      </p:sp>
      <p:sp>
        <p:nvSpPr>
          <p:cNvPr id="71" name="Shape 67"/>
          <p:cNvSpPr/>
          <p:nvPr/>
        </p:nvSpPr>
        <p:spPr>
          <a:xfrm>
            <a:off x="2731443" y="2279469"/>
            <a:ext cx="143691" cy="143691"/>
          </a:xfrm>
          <a:prstGeom prst="rect">
            <a:avLst/>
          </a:prstGeom>
          <a:solidFill>
            <a:srgbClr val="111111"/>
          </a:solidFill>
          <a:ln w="12700">
            <a:solidFill>
              <a:srgbClr val="111111"/>
            </a:solidFill>
            <a:prstDash val="solid"/>
          </a:ln>
        </p:spPr>
      </p:sp>
      <p:sp>
        <p:nvSpPr>
          <p:cNvPr id="72" name="Shape 68"/>
          <p:cNvSpPr/>
          <p:nvPr/>
        </p:nvSpPr>
        <p:spPr>
          <a:xfrm>
            <a:off x="2875135" y="2279469"/>
            <a:ext cx="143691" cy="143691"/>
          </a:xfrm>
          <a:prstGeom prst="rect">
            <a:avLst/>
          </a:prstGeom>
          <a:solidFill>
            <a:srgbClr val="111111"/>
          </a:solidFill>
          <a:ln w="12700">
            <a:solidFill>
              <a:srgbClr val="111111"/>
            </a:solidFill>
            <a:prstDash val="solid"/>
          </a:ln>
        </p:spPr>
      </p:sp>
      <p:sp>
        <p:nvSpPr>
          <p:cNvPr id="73" name="Shape 69"/>
          <p:cNvSpPr/>
          <p:nvPr/>
        </p:nvSpPr>
        <p:spPr>
          <a:xfrm>
            <a:off x="3162518" y="2279469"/>
            <a:ext cx="143691" cy="143691"/>
          </a:xfrm>
          <a:prstGeom prst="rect">
            <a:avLst/>
          </a:prstGeom>
          <a:solidFill>
            <a:srgbClr val="111111"/>
          </a:solidFill>
          <a:ln w="12700">
            <a:solidFill>
              <a:srgbClr val="111111"/>
            </a:solidFill>
            <a:prstDash val="solid"/>
          </a:ln>
        </p:spPr>
      </p:sp>
      <p:sp>
        <p:nvSpPr>
          <p:cNvPr id="74" name="Shape 70"/>
          <p:cNvSpPr/>
          <p:nvPr/>
        </p:nvSpPr>
        <p:spPr>
          <a:xfrm>
            <a:off x="3449901" y="2279469"/>
            <a:ext cx="143691" cy="143691"/>
          </a:xfrm>
          <a:prstGeom prst="rect">
            <a:avLst/>
          </a:prstGeom>
          <a:solidFill>
            <a:srgbClr val="111111"/>
          </a:solidFill>
          <a:ln w="12700">
            <a:solidFill>
              <a:srgbClr val="111111"/>
            </a:solidFill>
            <a:prstDash val="solid"/>
          </a:ln>
        </p:spPr>
      </p:sp>
      <p:sp>
        <p:nvSpPr>
          <p:cNvPr id="75" name="Text 71"/>
          <p:cNvSpPr txBox="1"/>
          <p:nvPr/>
        </p:nvSpPr>
        <p:spPr>
          <a:xfrm>
            <a:off x="2331720" y="2560320"/>
            <a:ext cx="1508760" cy="365760"/>
          </a:xfrm>
          <a:prstGeom prst="rect">
            <a:avLst/>
          </a:prstGeom>
          <a:noFill/>
          <a:ln/>
        </p:spPr>
        <p:txBody>
          <a:bodyPr wrap="square" lIns="0" tIns="0" rIns="0" bIns="0" rtlCol="0" anchor="t"/>
          <a:lstStyle/>
          <a:p>
            <a:pPr algn="ctr" indent="0" marL="0">
              <a:buNone/>
            </a:pPr>
            <a:r>
              <a:rPr lang="en-US" sz="1200" b="1" dirty="0">
                <a:solidFill>
                  <a:srgbClr val="0F4C3A"/>
                </a:solidFill>
                <a:latin typeface="Calibri" pitchFamily="34" charset="0"/>
                <a:ea typeface="Calibri" pitchFamily="34" charset="-122"/>
                <a:cs typeface="Calibri" pitchFamily="34" charset="-120"/>
              </a:rPr>
              <a:t>Tata Tertib</a:t>
            </a:r>
            <a:endParaRPr lang="en-US" sz="1200" dirty="0"/>
          </a:p>
        </p:txBody>
      </p:sp>
      <p:sp>
        <p:nvSpPr>
          <p:cNvPr id="76" name="Text 72"/>
          <p:cNvSpPr txBox="1"/>
          <p:nvPr/>
        </p:nvSpPr>
        <p:spPr>
          <a:xfrm>
            <a:off x="2331720" y="2971800"/>
            <a:ext cx="1508760" cy="731520"/>
          </a:xfrm>
          <a:prstGeom prst="rect">
            <a:avLst/>
          </a:prstGeom>
          <a:noFill/>
          <a:ln/>
        </p:spPr>
        <p:txBody>
          <a:bodyPr wrap="square" lIns="0" tIns="0" rIns="0" bIns="0" rtlCol="0" anchor="t"/>
          <a:lstStyle/>
          <a:p>
            <a:pPr algn="ctr" indent="0" marL="0">
              <a:buNone/>
            </a:pPr>
            <a:r>
              <a:rPr lang="en-US" sz="1050" dirty="0">
                <a:solidFill>
                  <a:srgbClr val="1E2A26"/>
                </a:solidFill>
                <a:latin typeface="Calibri" pitchFamily="34" charset="0"/>
                <a:ea typeface="Calibri" pitchFamily="34" charset="-122"/>
                <a:cs typeface="Calibri" pitchFamily="34" charset="-120"/>
              </a:rPr>
              <a:t>Pindai untuk membaca tata tertib ruang komputer</a:t>
            </a:r>
            <a:endParaRPr lang="en-US" sz="1050" dirty="0"/>
          </a:p>
        </p:txBody>
      </p:sp>
      <p:sp>
        <p:nvSpPr>
          <p:cNvPr id="77" name="Shape 73"/>
          <p:cNvSpPr/>
          <p:nvPr/>
        </p:nvSpPr>
        <p:spPr>
          <a:xfrm>
            <a:off x="4023360" y="1234440"/>
            <a:ext cx="1691640" cy="2651760"/>
          </a:xfrm>
          <a:prstGeom prst="roundRect">
            <a:avLst>
              <a:gd name="adj" fmla="val 4324"/>
            </a:avLst>
          </a:prstGeom>
          <a:solidFill>
            <a:srgbClr val="FFFFFF"/>
          </a:solidFill>
          <a:ln w="19050">
            <a:solidFill>
              <a:srgbClr val="1F7A5C"/>
            </a:solidFill>
            <a:prstDash val="solid"/>
          </a:ln>
        </p:spPr>
      </p:sp>
      <p:sp>
        <p:nvSpPr>
          <p:cNvPr id="78" name="Shape 74"/>
          <p:cNvSpPr/>
          <p:nvPr/>
        </p:nvSpPr>
        <p:spPr>
          <a:xfrm>
            <a:off x="4370832" y="1417320"/>
            <a:ext cx="1005840" cy="1005840"/>
          </a:xfrm>
          <a:prstGeom prst="rect">
            <a:avLst/>
          </a:prstGeom>
          <a:solidFill>
            <a:srgbClr val="FFFFFF"/>
          </a:solidFill>
          <a:ln w="12700">
            <a:solidFill>
              <a:srgbClr val="FFFFFF"/>
            </a:solidFill>
            <a:prstDash val="solid"/>
          </a:ln>
        </p:spPr>
      </p:sp>
      <p:sp>
        <p:nvSpPr>
          <p:cNvPr id="79" name="Shape 75"/>
          <p:cNvSpPr/>
          <p:nvPr/>
        </p:nvSpPr>
        <p:spPr>
          <a:xfrm>
            <a:off x="4370832" y="1417320"/>
            <a:ext cx="143691" cy="143691"/>
          </a:xfrm>
          <a:prstGeom prst="rect">
            <a:avLst/>
          </a:prstGeom>
          <a:solidFill>
            <a:srgbClr val="111111"/>
          </a:solidFill>
          <a:ln w="12700">
            <a:solidFill>
              <a:srgbClr val="111111"/>
            </a:solidFill>
            <a:prstDash val="solid"/>
          </a:ln>
        </p:spPr>
      </p:sp>
      <p:sp>
        <p:nvSpPr>
          <p:cNvPr id="80" name="Shape 76"/>
          <p:cNvSpPr/>
          <p:nvPr/>
        </p:nvSpPr>
        <p:spPr>
          <a:xfrm>
            <a:off x="4514523" y="1417320"/>
            <a:ext cx="143691" cy="143691"/>
          </a:xfrm>
          <a:prstGeom prst="rect">
            <a:avLst/>
          </a:prstGeom>
          <a:solidFill>
            <a:srgbClr val="111111"/>
          </a:solidFill>
          <a:ln w="12700">
            <a:solidFill>
              <a:srgbClr val="111111"/>
            </a:solidFill>
            <a:prstDash val="solid"/>
          </a:ln>
        </p:spPr>
      </p:sp>
      <p:sp>
        <p:nvSpPr>
          <p:cNvPr id="81" name="Shape 77"/>
          <p:cNvSpPr/>
          <p:nvPr/>
        </p:nvSpPr>
        <p:spPr>
          <a:xfrm>
            <a:off x="4658215" y="1417320"/>
            <a:ext cx="143691" cy="143691"/>
          </a:xfrm>
          <a:prstGeom prst="rect">
            <a:avLst/>
          </a:prstGeom>
          <a:solidFill>
            <a:srgbClr val="111111"/>
          </a:solidFill>
          <a:ln w="12700">
            <a:solidFill>
              <a:srgbClr val="111111"/>
            </a:solidFill>
            <a:prstDash val="solid"/>
          </a:ln>
        </p:spPr>
      </p:sp>
      <p:sp>
        <p:nvSpPr>
          <p:cNvPr id="82" name="Shape 78"/>
          <p:cNvSpPr/>
          <p:nvPr/>
        </p:nvSpPr>
        <p:spPr>
          <a:xfrm>
            <a:off x="4945598" y="1417320"/>
            <a:ext cx="143691" cy="143691"/>
          </a:xfrm>
          <a:prstGeom prst="rect">
            <a:avLst/>
          </a:prstGeom>
          <a:solidFill>
            <a:srgbClr val="111111"/>
          </a:solidFill>
          <a:ln w="12700">
            <a:solidFill>
              <a:srgbClr val="111111"/>
            </a:solidFill>
            <a:prstDash val="solid"/>
          </a:ln>
        </p:spPr>
      </p:sp>
      <p:sp>
        <p:nvSpPr>
          <p:cNvPr id="83" name="Shape 79"/>
          <p:cNvSpPr/>
          <p:nvPr/>
        </p:nvSpPr>
        <p:spPr>
          <a:xfrm>
            <a:off x="5089289" y="1417320"/>
            <a:ext cx="143691" cy="143691"/>
          </a:xfrm>
          <a:prstGeom prst="rect">
            <a:avLst/>
          </a:prstGeom>
          <a:solidFill>
            <a:srgbClr val="111111"/>
          </a:solidFill>
          <a:ln w="12700">
            <a:solidFill>
              <a:srgbClr val="111111"/>
            </a:solidFill>
            <a:prstDash val="solid"/>
          </a:ln>
        </p:spPr>
      </p:sp>
      <p:sp>
        <p:nvSpPr>
          <p:cNvPr id="84" name="Shape 80"/>
          <p:cNvSpPr/>
          <p:nvPr/>
        </p:nvSpPr>
        <p:spPr>
          <a:xfrm>
            <a:off x="5232981" y="1417320"/>
            <a:ext cx="143691" cy="143691"/>
          </a:xfrm>
          <a:prstGeom prst="rect">
            <a:avLst/>
          </a:prstGeom>
          <a:solidFill>
            <a:srgbClr val="111111"/>
          </a:solidFill>
          <a:ln w="12700">
            <a:solidFill>
              <a:srgbClr val="111111"/>
            </a:solidFill>
            <a:prstDash val="solid"/>
          </a:ln>
        </p:spPr>
      </p:sp>
      <p:sp>
        <p:nvSpPr>
          <p:cNvPr id="85" name="Shape 81"/>
          <p:cNvSpPr/>
          <p:nvPr/>
        </p:nvSpPr>
        <p:spPr>
          <a:xfrm>
            <a:off x="4370832" y="1561011"/>
            <a:ext cx="143691" cy="143691"/>
          </a:xfrm>
          <a:prstGeom prst="rect">
            <a:avLst/>
          </a:prstGeom>
          <a:solidFill>
            <a:srgbClr val="111111"/>
          </a:solidFill>
          <a:ln w="12700">
            <a:solidFill>
              <a:srgbClr val="111111"/>
            </a:solidFill>
            <a:prstDash val="solid"/>
          </a:ln>
        </p:spPr>
      </p:sp>
      <p:sp>
        <p:nvSpPr>
          <p:cNvPr id="86" name="Shape 82"/>
          <p:cNvSpPr/>
          <p:nvPr/>
        </p:nvSpPr>
        <p:spPr>
          <a:xfrm>
            <a:off x="4658215" y="1561011"/>
            <a:ext cx="143691" cy="143691"/>
          </a:xfrm>
          <a:prstGeom prst="rect">
            <a:avLst/>
          </a:prstGeom>
          <a:solidFill>
            <a:srgbClr val="111111"/>
          </a:solidFill>
          <a:ln w="12700">
            <a:solidFill>
              <a:srgbClr val="111111"/>
            </a:solidFill>
            <a:prstDash val="solid"/>
          </a:ln>
        </p:spPr>
      </p:sp>
      <p:sp>
        <p:nvSpPr>
          <p:cNvPr id="87" name="Shape 83"/>
          <p:cNvSpPr/>
          <p:nvPr/>
        </p:nvSpPr>
        <p:spPr>
          <a:xfrm>
            <a:off x="4945598" y="1561011"/>
            <a:ext cx="143691" cy="143691"/>
          </a:xfrm>
          <a:prstGeom prst="rect">
            <a:avLst/>
          </a:prstGeom>
          <a:solidFill>
            <a:srgbClr val="111111"/>
          </a:solidFill>
          <a:ln w="12700">
            <a:solidFill>
              <a:srgbClr val="111111"/>
            </a:solidFill>
            <a:prstDash val="solid"/>
          </a:ln>
        </p:spPr>
      </p:sp>
      <p:sp>
        <p:nvSpPr>
          <p:cNvPr id="88" name="Shape 84"/>
          <p:cNvSpPr/>
          <p:nvPr/>
        </p:nvSpPr>
        <p:spPr>
          <a:xfrm>
            <a:off x="5232981" y="1561011"/>
            <a:ext cx="143691" cy="143691"/>
          </a:xfrm>
          <a:prstGeom prst="rect">
            <a:avLst/>
          </a:prstGeom>
          <a:solidFill>
            <a:srgbClr val="111111"/>
          </a:solidFill>
          <a:ln w="12700">
            <a:solidFill>
              <a:srgbClr val="111111"/>
            </a:solidFill>
            <a:prstDash val="solid"/>
          </a:ln>
        </p:spPr>
      </p:sp>
      <p:sp>
        <p:nvSpPr>
          <p:cNvPr id="89" name="Shape 85"/>
          <p:cNvSpPr/>
          <p:nvPr/>
        </p:nvSpPr>
        <p:spPr>
          <a:xfrm>
            <a:off x="4370832" y="1704703"/>
            <a:ext cx="143691" cy="143691"/>
          </a:xfrm>
          <a:prstGeom prst="rect">
            <a:avLst/>
          </a:prstGeom>
          <a:solidFill>
            <a:srgbClr val="111111"/>
          </a:solidFill>
          <a:ln w="12700">
            <a:solidFill>
              <a:srgbClr val="111111"/>
            </a:solidFill>
            <a:prstDash val="solid"/>
          </a:ln>
        </p:spPr>
      </p:sp>
      <p:sp>
        <p:nvSpPr>
          <p:cNvPr id="90" name="Shape 86"/>
          <p:cNvSpPr/>
          <p:nvPr/>
        </p:nvSpPr>
        <p:spPr>
          <a:xfrm>
            <a:off x="4514523" y="1704703"/>
            <a:ext cx="143691" cy="143691"/>
          </a:xfrm>
          <a:prstGeom prst="rect">
            <a:avLst/>
          </a:prstGeom>
          <a:solidFill>
            <a:srgbClr val="111111"/>
          </a:solidFill>
          <a:ln w="12700">
            <a:solidFill>
              <a:srgbClr val="111111"/>
            </a:solidFill>
            <a:prstDash val="solid"/>
          </a:ln>
        </p:spPr>
      </p:sp>
      <p:sp>
        <p:nvSpPr>
          <p:cNvPr id="91" name="Shape 87"/>
          <p:cNvSpPr/>
          <p:nvPr/>
        </p:nvSpPr>
        <p:spPr>
          <a:xfrm>
            <a:off x="4658215" y="1704703"/>
            <a:ext cx="143691" cy="143691"/>
          </a:xfrm>
          <a:prstGeom prst="rect">
            <a:avLst/>
          </a:prstGeom>
          <a:solidFill>
            <a:srgbClr val="111111"/>
          </a:solidFill>
          <a:ln w="12700">
            <a:solidFill>
              <a:srgbClr val="111111"/>
            </a:solidFill>
            <a:prstDash val="solid"/>
          </a:ln>
        </p:spPr>
      </p:sp>
      <p:sp>
        <p:nvSpPr>
          <p:cNvPr id="92" name="Shape 88"/>
          <p:cNvSpPr/>
          <p:nvPr/>
        </p:nvSpPr>
        <p:spPr>
          <a:xfrm>
            <a:off x="4945598" y="1704703"/>
            <a:ext cx="143691" cy="143691"/>
          </a:xfrm>
          <a:prstGeom prst="rect">
            <a:avLst/>
          </a:prstGeom>
          <a:solidFill>
            <a:srgbClr val="111111"/>
          </a:solidFill>
          <a:ln w="12700">
            <a:solidFill>
              <a:srgbClr val="111111"/>
            </a:solidFill>
            <a:prstDash val="solid"/>
          </a:ln>
        </p:spPr>
      </p:sp>
      <p:sp>
        <p:nvSpPr>
          <p:cNvPr id="93" name="Shape 89"/>
          <p:cNvSpPr/>
          <p:nvPr/>
        </p:nvSpPr>
        <p:spPr>
          <a:xfrm>
            <a:off x="5089289" y="1704703"/>
            <a:ext cx="143691" cy="143691"/>
          </a:xfrm>
          <a:prstGeom prst="rect">
            <a:avLst/>
          </a:prstGeom>
          <a:solidFill>
            <a:srgbClr val="111111"/>
          </a:solidFill>
          <a:ln w="12700">
            <a:solidFill>
              <a:srgbClr val="111111"/>
            </a:solidFill>
            <a:prstDash val="solid"/>
          </a:ln>
        </p:spPr>
      </p:sp>
      <p:sp>
        <p:nvSpPr>
          <p:cNvPr id="94" name="Shape 90"/>
          <p:cNvSpPr/>
          <p:nvPr/>
        </p:nvSpPr>
        <p:spPr>
          <a:xfrm>
            <a:off x="5232981" y="1704703"/>
            <a:ext cx="143691" cy="143691"/>
          </a:xfrm>
          <a:prstGeom prst="rect">
            <a:avLst/>
          </a:prstGeom>
          <a:solidFill>
            <a:srgbClr val="111111"/>
          </a:solidFill>
          <a:ln w="12700">
            <a:solidFill>
              <a:srgbClr val="111111"/>
            </a:solidFill>
            <a:prstDash val="solid"/>
          </a:ln>
        </p:spPr>
      </p:sp>
      <p:sp>
        <p:nvSpPr>
          <p:cNvPr id="95" name="Shape 91"/>
          <p:cNvSpPr/>
          <p:nvPr/>
        </p:nvSpPr>
        <p:spPr>
          <a:xfrm>
            <a:off x="4801906" y="1848394"/>
            <a:ext cx="143691" cy="143691"/>
          </a:xfrm>
          <a:prstGeom prst="rect">
            <a:avLst/>
          </a:prstGeom>
          <a:solidFill>
            <a:srgbClr val="111111"/>
          </a:solidFill>
          <a:ln w="12700">
            <a:solidFill>
              <a:srgbClr val="111111"/>
            </a:solidFill>
            <a:prstDash val="solid"/>
          </a:ln>
        </p:spPr>
      </p:sp>
      <p:sp>
        <p:nvSpPr>
          <p:cNvPr id="96" name="Shape 92"/>
          <p:cNvSpPr/>
          <p:nvPr/>
        </p:nvSpPr>
        <p:spPr>
          <a:xfrm>
            <a:off x="4370832" y="1992086"/>
            <a:ext cx="143691" cy="143691"/>
          </a:xfrm>
          <a:prstGeom prst="rect">
            <a:avLst/>
          </a:prstGeom>
          <a:solidFill>
            <a:srgbClr val="111111"/>
          </a:solidFill>
          <a:ln w="12700">
            <a:solidFill>
              <a:srgbClr val="111111"/>
            </a:solidFill>
            <a:prstDash val="solid"/>
          </a:ln>
        </p:spPr>
      </p:sp>
      <p:sp>
        <p:nvSpPr>
          <p:cNvPr id="97" name="Shape 93"/>
          <p:cNvSpPr/>
          <p:nvPr/>
        </p:nvSpPr>
        <p:spPr>
          <a:xfrm>
            <a:off x="4658215" y="1992086"/>
            <a:ext cx="143691" cy="143691"/>
          </a:xfrm>
          <a:prstGeom prst="rect">
            <a:avLst/>
          </a:prstGeom>
          <a:solidFill>
            <a:srgbClr val="111111"/>
          </a:solidFill>
          <a:ln w="12700">
            <a:solidFill>
              <a:srgbClr val="111111"/>
            </a:solidFill>
            <a:prstDash val="solid"/>
          </a:ln>
        </p:spPr>
      </p:sp>
      <p:sp>
        <p:nvSpPr>
          <p:cNvPr id="98" name="Shape 94"/>
          <p:cNvSpPr/>
          <p:nvPr/>
        </p:nvSpPr>
        <p:spPr>
          <a:xfrm>
            <a:off x="4801906" y="1992086"/>
            <a:ext cx="143691" cy="143691"/>
          </a:xfrm>
          <a:prstGeom prst="rect">
            <a:avLst/>
          </a:prstGeom>
          <a:solidFill>
            <a:srgbClr val="111111"/>
          </a:solidFill>
          <a:ln w="12700">
            <a:solidFill>
              <a:srgbClr val="111111"/>
            </a:solidFill>
            <a:prstDash val="solid"/>
          </a:ln>
        </p:spPr>
      </p:sp>
      <p:sp>
        <p:nvSpPr>
          <p:cNvPr id="99" name="Shape 95"/>
          <p:cNvSpPr/>
          <p:nvPr/>
        </p:nvSpPr>
        <p:spPr>
          <a:xfrm>
            <a:off x="5089289" y="1992086"/>
            <a:ext cx="143691" cy="143691"/>
          </a:xfrm>
          <a:prstGeom prst="rect">
            <a:avLst/>
          </a:prstGeom>
          <a:solidFill>
            <a:srgbClr val="111111"/>
          </a:solidFill>
          <a:ln w="12700">
            <a:solidFill>
              <a:srgbClr val="111111"/>
            </a:solidFill>
            <a:prstDash val="solid"/>
          </a:ln>
        </p:spPr>
      </p:sp>
      <p:sp>
        <p:nvSpPr>
          <p:cNvPr id="100" name="Shape 96"/>
          <p:cNvSpPr/>
          <p:nvPr/>
        </p:nvSpPr>
        <p:spPr>
          <a:xfrm>
            <a:off x="5232981" y="1992086"/>
            <a:ext cx="143691" cy="143691"/>
          </a:xfrm>
          <a:prstGeom prst="rect">
            <a:avLst/>
          </a:prstGeom>
          <a:solidFill>
            <a:srgbClr val="111111"/>
          </a:solidFill>
          <a:ln w="12700">
            <a:solidFill>
              <a:srgbClr val="111111"/>
            </a:solidFill>
            <a:prstDash val="solid"/>
          </a:ln>
        </p:spPr>
      </p:sp>
      <p:sp>
        <p:nvSpPr>
          <p:cNvPr id="101" name="Shape 97"/>
          <p:cNvSpPr/>
          <p:nvPr/>
        </p:nvSpPr>
        <p:spPr>
          <a:xfrm>
            <a:off x="4514523" y="2135777"/>
            <a:ext cx="143691" cy="143691"/>
          </a:xfrm>
          <a:prstGeom prst="rect">
            <a:avLst/>
          </a:prstGeom>
          <a:solidFill>
            <a:srgbClr val="111111"/>
          </a:solidFill>
          <a:ln w="12700">
            <a:solidFill>
              <a:srgbClr val="111111"/>
            </a:solidFill>
            <a:prstDash val="solid"/>
          </a:ln>
        </p:spPr>
      </p:sp>
      <p:sp>
        <p:nvSpPr>
          <p:cNvPr id="102" name="Shape 98"/>
          <p:cNvSpPr/>
          <p:nvPr/>
        </p:nvSpPr>
        <p:spPr>
          <a:xfrm>
            <a:off x="4945598" y="2135777"/>
            <a:ext cx="143691" cy="143691"/>
          </a:xfrm>
          <a:prstGeom prst="rect">
            <a:avLst/>
          </a:prstGeom>
          <a:solidFill>
            <a:srgbClr val="111111"/>
          </a:solidFill>
          <a:ln w="12700">
            <a:solidFill>
              <a:srgbClr val="111111"/>
            </a:solidFill>
            <a:prstDash val="solid"/>
          </a:ln>
        </p:spPr>
      </p:sp>
      <p:sp>
        <p:nvSpPr>
          <p:cNvPr id="103" name="Shape 99"/>
          <p:cNvSpPr/>
          <p:nvPr/>
        </p:nvSpPr>
        <p:spPr>
          <a:xfrm>
            <a:off x="5089289" y="2135777"/>
            <a:ext cx="143691" cy="143691"/>
          </a:xfrm>
          <a:prstGeom prst="rect">
            <a:avLst/>
          </a:prstGeom>
          <a:solidFill>
            <a:srgbClr val="111111"/>
          </a:solidFill>
          <a:ln w="12700">
            <a:solidFill>
              <a:srgbClr val="111111"/>
            </a:solidFill>
            <a:prstDash val="solid"/>
          </a:ln>
        </p:spPr>
      </p:sp>
      <p:sp>
        <p:nvSpPr>
          <p:cNvPr id="104" name="Shape 100"/>
          <p:cNvSpPr/>
          <p:nvPr/>
        </p:nvSpPr>
        <p:spPr>
          <a:xfrm>
            <a:off x="4370832" y="2279469"/>
            <a:ext cx="143691" cy="143691"/>
          </a:xfrm>
          <a:prstGeom prst="rect">
            <a:avLst/>
          </a:prstGeom>
          <a:solidFill>
            <a:srgbClr val="111111"/>
          </a:solidFill>
          <a:ln w="12700">
            <a:solidFill>
              <a:srgbClr val="111111"/>
            </a:solidFill>
            <a:prstDash val="solid"/>
          </a:ln>
        </p:spPr>
      </p:sp>
      <p:sp>
        <p:nvSpPr>
          <p:cNvPr id="105" name="Shape 101"/>
          <p:cNvSpPr/>
          <p:nvPr/>
        </p:nvSpPr>
        <p:spPr>
          <a:xfrm>
            <a:off x="4514523" y="2279469"/>
            <a:ext cx="143691" cy="143691"/>
          </a:xfrm>
          <a:prstGeom prst="rect">
            <a:avLst/>
          </a:prstGeom>
          <a:solidFill>
            <a:srgbClr val="111111"/>
          </a:solidFill>
          <a:ln w="12700">
            <a:solidFill>
              <a:srgbClr val="111111"/>
            </a:solidFill>
            <a:prstDash val="solid"/>
          </a:ln>
        </p:spPr>
      </p:sp>
      <p:sp>
        <p:nvSpPr>
          <p:cNvPr id="106" name="Shape 102"/>
          <p:cNvSpPr/>
          <p:nvPr/>
        </p:nvSpPr>
        <p:spPr>
          <a:xfrm>
            <a:off x="4658215" y="2279469"/>
            <a:ext cx="143691" cy="143691"/>
          </a:xfrm>
          <a:prstGeom prst="rect">
            <a:avLst/>
          </a:prstGeom>
          <a:solidFill>
            <a:srgbClr val="111111"/>
          </a:solidFill>
          <a:ln w="12700">
            <a:solidFill>
              <a:srgbClr val="111111"/>
            </a:solidFill>
            <a:prstDash val="solid"/>
          </a:ln>
        </p:spPr>
      </p:sp>
      <p:sp>
        <p:nvSpPr>
          <p:cNvPr id="107" name="Shape 103"/>
          <p:cNvSpPr/>
          <p:nvPr/>
        </p:nvSpPr>
        <p:spPr>
          <a:xfrm>
            <a:off x="4945598" y="2279469"/>
            <a:ext cx="143691" cy="143691"/>
          </a:xfrm>
          <a:prstGeom prst="rect">
            <a:avLst/>
          </a:prstGeom>
          <a:solidFill>
            <a:srgbClr val="111111"/>
          </a:solidFill>
          <a:ln w="12700">
            <a:solidFill>
              <a:srgbClr val="111111"/>
            </a:solidFill>
            <a:prstDash val="solid"/>
          </a:ln>
        </p:spPr>
      </p:sp>
      <p:sp>
        <p:nvSpPr>
          <p:cNvPr id="108" name="Shape 104"/>
          <p:cNvSpPr/>
          <p:nvPr/>
        </p:nvSpPr>
        <p:spPr>
          <a:xfrm>
            <a:off x="5232981" y="2279469"/>
            <a:ext cx="143691" cy="143691"/>
          </a:xfrm>
          <a:prstGeom prst="rect">
            <a:avLst/>
          </a:prstGeom>
          <a:solidFill>
            <a:srgbClr val="111111"/>
          </a:solidFill>
          <a:ln w="12700">
            <a:solidFill>
              <a:srgbClr val="111111"/>
            </a:solidFill>
            <a:prstDash val="solid"/>
          </a:ln>
        </p:spPr>
      </p:sp>
      <p:sp>
        <p:nvSpPr>
          <p:cNvPr id="109" name="Text 105"/>
          <p:cNvSpPr txBox="1"/>
          <p:nvPr/>
        </p:nvSpPr>
        <p:spPr>
          <a:xfrm>
            <a:off x="4114800" y="2560320"/>
            <a:ext cx="1508760" cy="365760"/>
          </a:xfrm>
          <a:prstGeom prst="rect">
            <a:avLst/>
          </a:prstGeom>
          <a:noFill/>
          <a:ln/>
        </p:spPr>
        <p:txBody>
          <a:bodyPr wrap="square" lIns="0" tIns="0" rIns="0" bIns="0" rtlCol="0" anchor="t"/>
          <a:lstStyle/>
          <a:p>
            <a:pPr algn="ctr" indent="0" marL="0">
              <a:buNone/>
            </a:pPr>
            <a:r>
              <a:rPr lang="en-US" sz="1200" b="1" dirty="0">
                <a:solidFill>
                  <a:srgbClr val="0F4C3A"/>
                </a:solidFill>
                <a:latin typeface="Calibri" pitchFamily="34" charset="0"/>
                <a:ea typeface="Calibri" pitchFamily="34" charset="-122"/>
                <a:cs typeface="Calibri" pitchFamily="34" charset="-120"/>
              </a:rPr>
              <a:t>Daftar Ekskul</a:t>
            </a:r>
            <a:endParaRPr lang="en-US" sz="1200" dirty="0"/>
          </a:p>
        </p:txBody>
      </p:sp>
      <p:sp>
        <p:nvSpPr>
          <p:cNvPr id="110" name="Text 106"/>
          <p:cNvSpPr txBox="1"/>
          <p:nvPr/>
        </p:nvSpPr>
        <p:spPr>
          <a:xfrm>
            <a:off x="4114800" y="2971800"/>
            <a:ext cx="1508760" cy="731520"/>
          </a:xfrm>
          <a:prstGeom prst="rect">
            <a:avLst/>
          </a:prstGeom>
          <a:noFill/>
          <a:ln/>
        </p:spPr>
        <p:txBody>
          <a:bodyPr wrap="square" lIns="0" tIns="0" rIns="0" bIns="0" rtlCol="0" anchor="t"/>
          <a:lstStyle/>
          <a:p>
            <a:pPr algn="ctr" indent="0" marL="0">
              <a:buNone/>
            </a:pPr>
            <a:r>
              <a:rPr lang="en-US" sz="1050" dirty="0">
                <a:solidFill>
                  <a:srgbClr val="1E2A26"/>
                </a:solidFill>
                <a:latin typeface="Calibri" pitchFamily="34" charset="0"/>
                <a:ea typeface="Calibri" pitchFamily="34" charset="-122"/>
                <a:cs typeface="Calibri" pitchFamily="34" charset="-120"/>
              </a:rPr>
              <a:t>Pindai untuk mendaftar ekstrakurikuler</a:t>
            </a:r>
            <a:endParaRPr lang="en-US" sz="1050" dirty="0"/>
          </a:p>
        </p:txBody>
      </p:sp>
      <p:sp>
        <p:nvSpPr>
          <p:cNvPr id="111" name="Shape 107"/>
          <p:cNvSpPr/>
          <p:nvPr/>
        </p:nvSpPr>
        <p:spPr>
          <a:xfrm>
            <a:off x="393192" y="1170432"/>
            <a:ext cx="5248656" cy="2779776"/>
          </a:xfrm>
          <a:prstGeom prst="roundRect">
            <a:avLst>
              <a:gd name="adj" fmla="val 1645"/>
            </a:avLst>
          </a:prstGeom>
          <a:solidFill>
            <a:srgbClr val="FFFFFF">
              <a:alpha val="0"/>
            </a:srgbClr>
          </a:solidFill>
          <a:ln w="31750">
            <a:solidFill>
              <a:srgbClr val="E53935"/>
            </a:solidFill>
            <a:prstDash val="solid"/>
          </a:ln>
        </p:spPr>
      </p:sp>
      <p:sp>
        <p:nvSpPr>
          <p:cNvPr id="112" name="Shape 108"/>
          <p:cNvSpPr/>
          <p:nvPr/>
        </p:nvSpPr>
        <p:spPr>
          <a:xfrm>
            <a:off x="5504688" y="1033272"/>
            <a:ext cx="274320" cy="274320"/>
          </a:xfrm>
          <a:prstGeom prst="ellipse">
            <a:avLst/>
          </a:prstGeom>
          <a:solidFill>
            <a:srgbClr val="E53935"/>
          </a:solidFill>
          <a:ln w="12700">
            <a:solidFill>
              <a:srgbClr val="FFFFFF"/>
            </a:solidFill>
            <a:prstDash val="solid"/>
          </a:ln>
        </p:spPr>
      </p:sp>
      <p:sp>
        <p:nvSpPr>
          <p:cNvPr id="113" name="Text 109"/>
          <p:cNvSpPr txBox="1"/>
          <p:nvPr/>
        </p:nvSpPr>
        <p:spPr>
          <a:xfrm>
            <a:off x="5504688" y="10332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14" name="Text 11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15" name="Text 11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Beri label setiap QR</a:t>
            </a:r>
            <a:endParaRPr lang="en-US" sz="1800" dirty="0"/>
          </a:p>
        </p:txBody>
      </p:sp>
      <p:sp>
        <p:nvSpPr>
          <p:cNvPr id="116" name="Text 11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QR tanpa label membingungkan. Siapkan label singkat untuk setiap QR: Pindai untuk ... Akan dipakai di papan informasi.</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32</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Kelompok menyiapkan untuk pekan depan:</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Minimal 3 file QR: website, dokumen, dan formulir.</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Semua QR sudah diuji dari HP yang tidak login.</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Label singkat untuk setiap QR.</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Daftar dokumen yang diatur Anyone with the link, disetujui guru.</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Akses dokumen diatur dengan benar</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minimal 3 QR berbeda</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Setiap QR diberi label</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Semua QR berhasil dipindai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akses dokumen harus diatur sebelum dibuat QR?</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QR perlu label?</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Bagikan hanya informasi yang memang boleh diketahui umum. Rahasia tetap dijaga.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Digital Information Board.</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33</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Digital Information Board</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papan informasi digital dengan QR code</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11: QR Code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Mading biasa hanya memuat beberapa lembar kertas. Bagaimana jika satu papan bisa memuat informasi yang jauh lebih banyak?</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33</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Merancang papan informasi dengan prinsip desain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Menyusun QR code berlabel dan logo pondok di Canva</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Mencetak, memasang, dan menguji papan informasi</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Contoh Digital Information Board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914400" y="1051560"/>
            <a:ext cx="3200400" cy="3566160"/>
          </a:xfrm>
          <a:prstGeom prst="rect">
            <a:avLst/>
          </a:prstGeom>
          <a:solidFill>
            <a:srgbClr val="FFFFFF"/>
          </a:solidFill>
          <a:ln w="12700">
            <a:solidFill>
              <a:srgbClr val="BBBBBB"/>
            </a:solidFill>
            <a:prstDash val="solid"/>
          </a:ln>
        </p:spPr>
      </p:sp>
      <p:sp>
        <p:nvSpPr>
          <p:cNvPr id="10" name="Shape 6"/>
          <p:cNvSpPr/>
          <p:nvPr/>
        </p:nvSpPr>
        <p:spPr>
          <a:xfrm>
            <a:off x="914400" y="1051560"/>
            <a:ext cx="3200400" cy="822960"/>
          </a:xfrm>
          <a:prstGeom prst="rect">
            <a:avLst/>
          </a:prstGeom>
          <a:solidFill>
            <a:srgbClr val="0F4C3A"/>
          </a:solidFill>
          <a:ln w="12700">
            <a:solidFill>
              <a:srgbClr val="0F4C3A"/>
            </a:solidFill>
            <a:prstDash val="solid"/>
          </a:ln>
        </p:spPr>
      </p:sp>
      <p:pic>
        <p:nvPicPr>
          <p:cNvPr id="11" name="Image 2" descr="/home/claude/logo.png">    </p:cNvPr>
          <p:cNvPicPr>
            <a:picLocks noChangeAspect="1"/>
          </p:cNvPicPr>
          <p:nvPr/>
        </p:nvPicPr>
        <p:blipFill>
          <a:blip r:embed="rId3"/>
          <a:stretch>
            <a:fillRect/>
          </a:stretch>
        </p:blipFill>
        <p:spPr>
          <a:xfrm>
            <a:off x="1051560" y="1161288"/>
            <a:ext cx="548640" cy="548640"/>
          </a:xfrm>
          <a:prstGeom prst="rect">
            <a:avLst/>
          </a:prstGeom>
        </p:spPr>
      </p:pic>
      <p:sp>
        <p:nvSpPr>
          <p:cNvPr id="12" name="Text 7"/>
          <p:cNvSpPr txBox="1"/>
          <p:nvPr/>
        </p:nvSpPr>
        <p:spPr>
          <a:xfrm>
            <a:off x="1691640" y="1161288"/>
            <a:ext cx="2331720" cy="59436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PAPAN INFORMASI</a:t>
            </a:r>
            <a:endParaRPr lang="en-US" sz="1200" dirty="0"/>
          </a:p>
          <a:p>
            <a:pPr indent="0" marL="0">
              <a:buNone/>
            </a:pPr>
            <a:r>
              <a:rPr lang="en-US" sz="1200" b="1" dirty="0">
                <a:solidFill>
                  <a:srgbClr val="FFFFFF"/>
                </a:solidFill>
                <a:latin typeface="Arial" pitchFamily="34" charset="0"/>
                <a:ea typeface="Arial" pitchFamily="34" charset="-122"/>
                <a:cs typeface="Arial" pitchFamily="34" charset="-120"/>
              </a:rPr>
              <a:t>RUANG KOMPUTER</a:t>
            </a:r>
            <a:endParaRPr lang="en-US" sz="1200" dirty="0"/>
          </a:p>
        </p:txBody>
      </p:sp>
      <p:sp>
        <p:nvSpPr>
          <p:cNvPr id="13" name="Shape 8"/>
          <p:cNvSpPr/>
          <p:nvPr/>
        </p:nvSpPr>
        <p:spPr>
          <a:xfrm>
            <a:off x="1371600" y="2057400"/>
            <a:ext cx="777240" cy="777240"/>
          </a:xfrm>
          <a:prstGeom prst="rect">
            <a:avLst/>
          </a:prstGeom>
          <a:solidFill>
            <a:srgbClr val="FFFFFF"/>
          </a:solidFill>
          <a:ln w="12700">
            <a:solidFill>
              <a:srgbClr val="FFFFFF"/>
            </a:solidFill>
            <a:prstDash val="solid"/>
          </a:ln>
        </p:spPr>
      </p:sp>
      <p:sp>
        <p:nvSpPr>
          <p:cNvPr id="14" name="Shape 9"/>
          <p:cNvSpPr/>
          <p:nvPr/>
        </p:nvSpPr>
        <p:spPr>
          <a:xfrm>
            <a:off x="1371600" y="2057400"/>
            <a:ext cx="111034" cy="111034"/>
          </a:xfrm>
          <a:prstGeom prst="rect">
            <a:avLst/>
          </a:prstGeom>
          <a:solidFill>
            <a:srgbClr val="111111"/>
          </a:solidFill>
          <a:ln w="12700">
            <a:solidFill>
              <a:srgbClr val="111111"/>
            </a:solidFill>
            <a:prstDash val="solid"/>
          </a:ln>
        </p:spPr>
      </p:sp>
      <p:sp>
        <p:nvSpPr>
          <p:cNvPr id="15" name="Shape 10"/>
          <p:cNvSpPr/>
          <p:nvPr/>
        </p:nvSpPr>
        <p:spPr>
          <a:xfrm>
            <a:off x="1482634" y="2057400"/>
            <a:ext cx="111034" cy="111034"/>
          </a:xfrm>
          <a:prstGeom prst="rect">
            <a:avLst/>
          </a:prstGeom>
          <a:solidFill>
            <a:srgbClr val="111111"/>
          </a:solidFill>
          <a:ln w="12700">
            <a:solidFill>
              <a:srgbClr val="111111"/>
            </a:solidFill>
            <a:prstDash val="solid"/>
          </a:ln>
        </p:spPr>
      </p:sp>
      <p:sp>
        <p:nvSpPr>
          <p:cNvPr id="16" name="Shape 11"/>
          <p:cNvSpPr/>
          <p:nvPr/>
        </p:nvSpPr>
        <p:spPr>
          <a:xfrm>
            <a:off x="1593669" y="2057400"/>
            <a:ext cx="111034" cy="111034"/>
          </a:xfrm>
          <a:prstGeom prst="rect">
            <a:avLst/>
          </a:prstGeom>
          <a:solidFill>
            <a:srgbClr val="111111"/>
          </a:solidFill>
          <a:ln w="12700">
            <a:solidFill>
              <a:srgbClr val="111111"/>
            </a:solidFill>
            <a:prstDash val="solid"/>
          </a:ln>
        </p:spPr>
      </p:sp>
      <p:sp>
        <p:nvSpPr>
          <p:cNvPr id="17" name="Shape 12"/>
          <p:cNvSpPr/>
          <p:nvPr/>
        </p:nvSpPr>
        <p:spPr>
          <a:xfrm>
            <a:off x="1815737" y="2057400"/>
            <a:ext cx="111034" cy="111034"/>
          </a:xfrm>
          <a:prstGeom prst="rect">
            <a:avLst/>
          </a:prstGeom>
          <a:solidFill>
            <a:srgbClr val="111111"/>
          </a:solidFill>
          <a:ln w="12700">
            <a:solidFill>
              <a:srgbClr val="111111"/>
            </a:solidFill>
            <a:prstDash val="solid"/>
          </a:ln>
        </p:spPr>
      </p:sp>
      <p:sp>
        <p:nvSpPr>
          <p:cNvPr id="18" name="Shape 13"/>
          <p:cNvSpPr/>
          <p:nvPr/>
        </p:nvSpPr>
        <p:spPr>
          <a:xfrm>
            <a:off x="1926771" y="2057400"/>
            <a:ext cx="111034" cy="111034"/>
          </a:xfrm>
          <a:prstGeom prst="rect">
            <a:avLst/>
          </a:prstGeom>
          <a:solidFill>
            <a:srgbClr val="111111"/>
          </a:solidFill>
          <a:ln w="12700">
            <a:solidFill>
              <a:srgbClr val="111111"/>
            </a:solidFill>
            <a:prstDash val="solid"/>
          </a:ln>
        </p:spPr>
      </p:sp>
      <p:sp>
        <p:nvSpPr>
          <p:cNvPr id="19" name="Shape 14"/>
          <p:cNvSpPr/>
          <p:nvPr/>
        </p:nvSpPr>
        <p:spPr>
          <a:xfrm>
            <a:off x="2037806" y="2057400"/>
            <a:ext cx="111034" cy="111034"/>
          </a:xfrm>
          <a:prstGeom prst="rect">
            <a:avLst/>
          </a:prstGeom>
          <a:solidFill>
            <a:srgbClr val="111111"/>
          </a:solidFill>
          <a:ln w="12700">
            <a:solidFill>
              <a:srgbClr val="111111"/>
            </a:solidFill>
            <a:prstDash val="solid"/>
          </a:ln>
        </p:spPr>
      </p:sp>
      <p:sp>
        <p:nvSpPr>
          <p:cNvPr id="20" name="Shape 15"/>
          <p:cNvSpPr/>
          <p:nvPr/>
        </p:nvSpPr>
        <p:spPr>
          <a:xfrm>
            <a:off x="1371600" y="2168434"/>
            <a:ext cx="111034" cy="111034"/>
          </a:xfrm>
          <a:prstGeom prst="rect">
            <a:avLst/>
          </a:prstGeom>
          <a:solidFill>
            <a:srgbClr val="111111"/>
          </a:solidFill>
          <a:ln w="12700">
            <a:solidFill>
              <a:srgbClr val="111111"/>
            </a:solidFill>
            <a:prstDash val="solid"/>
          </a:ln>
        </p:spPr>
      </p:sp>
      <p:sp>
        <p:nvSpPr>
          <p:cNvPr id="21" name="Shape 16"/>
          <p:cNvSpPr/>
          <p:nvPr/>
        </p:nvSpPr>
        <p:spPr>
          <a:xfrm>
            <a:off x="1593669" y="2168434"/>
            <a:ext cx="111034" cy="111034"/>
          </a:xfrm>
          <a:prstGeom prst="rect">
            <a:avLst/>
          </a:prstGeom>
          <a:solidFill>
            <a:srgbClr val="111111"/>
          </a:solidFill>
          <a:ln w="12700">
            <a:solidFill>
              <a:srgbClr val="111111"/>
            </a:solidFill>
            <a:prstDash val="solid"/>
          </a:ln>
        </p:spPr>
      </p:sp>
      <p:sp>
        <p:nvSpPr>
          <p:cNvPr id="22" name="Shape 17"/>
          <p:cNvSpPr/>
          <p:nvPr/>
        </p:nvSpPr>
        <p:spPr>
          <a:xfrm>
            <a:off x="1815737" y="2168434"/>
            <a:ext cx="111034" cy="111034"/>
          </a:xfrm>
          <a:prstGeom prst="rect">
            <a:avLst/>
          </a:prstGeom>
          <a:solidFill>
            <a:srgbClr val="111111"/>
          </a:solidFill>
          <a:ln w="12700">
            <a:solidFill>
              <a:srgbClr val="111111"/>
            </a:solidFill>
            <a:prstDash val="solid"/>
          </a:ln>
        </p:spPr>
      </p:sp>
      <p:sp>
        <p:nvSpPr>
          <p:cNvPr id="23" name="Shape 18"/>
          <p:cNvSpPr/>
          <p:nvPr/>
        </p:nvSpPr>
        <p:spPr>
          <a:xfrm>
            <a:off x="2037806" y="2168434"/>
            <a:ext cx="111034" cy="111034"/>
          </a:xfrm>
          <a:prstGeom prst="rect">
            <a:avLst/>
          </a:prstGeom>
          <a:solidFill>
            <a:srgbClr val="111111"/>
          </a:solidFill>
          <a:ln w="12700">
            <a:solidFill>
              <a:srgbClr val="111111"/>
            </a:solidFill>
            <a:prstDash val="solid"/>
          </a:ln>
        </p:spPr>
      </p:sp>
      <p:sp>
        <p:nvSpPr>
          <p:cNvPr id="24" name="Shape 19"/>
          <p:cNvSpPr/>
          <p:nvPr/>
        </p:nvSpPr>
        <p:spPr>
          <a:xfrm>
            <a:off x="1371600" y="2279469"/>
            <a:ext cx="111034" cy="111034"/>
          </a:xfrm>
          <a:prstGeom prst="rect">
            <a:avLst/>
          </a:prstGeom>
          <a:solidFill>
            <a:srgbClr val="111111"/>
          </a:solidFill>
          <a:ln w="12700">
            <a:solidFill>
              <a:srgbClr val="111111"/>
            </a:solidFill>
            <a:prstDash val="solid"/>
          </a:ln>
        </p:spPr>
      </p:sp>
      <p:sp>
        <p:nvSpPr>
          <p:cNvPr id="25" name="Shape 20"/>
          <p:cNvSpPr/>
          <p:nvPr/>
        </p:nvSpPr>
        <p:spPr>
          <a:xfrm>
            <a:off x="1482634" y="2279469"/>
            <a:ext cx="111034" cy="111034"/>
          </a:xfrm>
          <a:prstGeom prst="rect">
            <a:avLst/>
          </a:prstGeom>
          <a:solidFill>
            <a:srgbClr val="111111"/>
          </a:solidFill>
          <a:ln w="12700">
            <a:solidFill>
              <a:srgbClr val="111111"/>
            </a:solidFill>
            <a:prstDash val="solid"/>
          </a:ln>
        </p:spPr>
      </p:sp>
      <p:sp>
        <p:nvSpPr>
          <p:cNvPr id="26" name="Shape 21"/>
          <p:cNvSpPr/>
          <p:nvPr/>
        </p:nvSpPr>
        <p:spPr>
          <a:xfrm>
            <a:off x="1593669" y="2279469"/>
            <a:ext cx="111034" cy="111034"/>
          </a:xfrm>
          <a:prstGeom prst="rect">
            <a:avLst/>
          </a:prstGeom>
          <a:solidFill>
            <a:srgbClr val="111111"/>
          </a:solidFill>
          <a:ln w="12700">
            <a:solidFill>
              <a:srgbClr val="111111"/>
            </a:solidFill>
            <a:prstDash val="solid"/>
          </a:ln>
        </p:spPr>
      </p:sp>
      <p:sp>
        <p:nvSpPr>
          <p:cNvPr id="27" name="Shape 22"/>
          <p:cNvSpPr/>
          <p:nvPr/>
        </p:nvSpPr>
        <p:spPr>
          <a:xfrm>
            <a:off x="1815737" y="2279469"/>
            <a:ext cx="111034" cy="111034"/>
          </a:xfrm>
          <a:prstGeom prst="rect">
            <a:avLst/>
          </a:prstGeom>
          <a:solidFill>
            <a:srgbClr val="111111"/>
          </a:solidFill>
          <a:ln w="12700">
            <a:solidFill>
              <a:srgbClr val="111111"/>
            </a:solidFill>
            <a:prstDash val="solid"/>
          </a:ln>
        </p:spPr>
      </p:sp>
      <p:sp>
        <p:nvSpPr>
          <p:cNvPr id="28" name="Shape 23"/>
          <p:cNvSpPr/>
          <p:nvPr/>
        </p:nvSpPr>
        <p:spPr>
          <a:xfrm>
            <a:off x="1926771" y="2279469"/>
            <a:ext cx="111034" cy="111034"/>
          </a:xfrm>
          <a:prstGeom prst="rect">
            <a:avLst/>
          </a:prstGeom>
          <a:solidFill>
            <a:srgbClr val="111111"/>
          </a:solidFill>
          <a:ln w="12700">
            <a:solidFill>
              <a:srgbClr val="111111"/>
            </a:solidFill>
            <a:prstDash val="solid"/>
          </a:ln>
        </p:spPr>
      </p:sp>
      <p:sp>
        <p:nvSpPr>
          <p:cNvPr id="29" name="Shape 24"/>
          <p:cNvSpPr/>
          <p:nvPr/>
        </p:nvSpPr>
        <p:spPr>
          <a:xfrm>
            <a:off x="2037806" y="2279469"/>
            <a:ext cx="111034" cy="111034"/>
          </a:xfrm>
          <a:prstGeom prst="rect">
            <a:avLst/>
          </a:prstGeom>
          <a:solidFill>
            <a:srgbClr val="111111"/>
          </a:solidFill>
          <a:ln w="12700">
            <a:solidFill>
              <a:srgbClr val="111111"/>
            </a:solidFill>
            <a:prstDash val="solid"/>
          </a:ln>
        </p:spPr>
      </p:sp>
      <p:sp>
        <p:nvSpPr>
          <p:cNvPr id="30" name="Shape 25"/>
          <p:cNvSpPr/>
          <p:nvPr/>
        </p:nvSpPr>
        <p:spPr>
          <a:xfrm>
            <a:off x="1704703" y="2390503"/>
            <a:ext cx="111034" cy="111034"/>
          </a:xfrm>
          <a:prstGeom prst="rect">
            <a:avLst/>
          </a:prstGeom>
          <a:solidFill>
            <a:srgbClr val="111111"/>
          </a:solidFill>
          <a:ln w="12700">
            <a:solidFill>
              <a:srgbClr val="111111"/>
            </a:solidFill>
            <a:prstDash val="solid"/>
          </a:ln>
        </p:spPr>
      </p:sp>
      <p:sp>
        <p:nvSpPr>
          <p:cNvPr id="31" name="Shape 26"/>
          <p:cNvSpPr/>
          <p:nvPr/>
        </p:nvSpPr>
        <p:spPr>
          <a:xfrm>
            <a:off x="1371600" y="2501537"/>
            <a:ext cx="111034" cy="111034"/>
          </a:xfrm>
          <a:prstGeom prst="rect">
            <a:avLst/>
          </a:prstGeom>
          <a:solidFill>
            <a:srgbClr val="111111"/>
          </a:solidFill>
          <a:ln w="12700">
            <a:solidFill>
              <a:srgbClr val="111111"/>
            </a:solidFill>
            <a:prstDash val="solid"/>
          </a:ln>
        </p:spPr>
      </p:sp>
      <p:sp>
        <p:nvSpPr>
          <p:cNvPr id="32" name="Shape 27"/>
          <p:cNvSpPr/>
          <p:nvPr/>
        </p:nvSpPr>
        <p:spPr>
          <a:xfrm>
            <a:off x="1593669" y="2501537"/>
            <a:ext cx="111034" cy="111034"/>
          </a:xfrm>
          <a:prstGeom prst="rect">
            <a:avLst/>
          </a:prstGeom>
          <a:solidFill>
            <a:srgbClr val="111111"/>
          </a:solidFill>
          <a:ln w="12700">
            <a:solidFill>
              <a:srgbClr val="111111"/>
            </a:solidFill>
            <a:prstDash val="solid"/>
          </a:ln>
        </p:spPr>
      </p:sp>
      <p:sp>
        <p:nvSpPr>
          <p:cNvPr id="33" name="Shape 28"/>
          <p:cNvSpPr/>
          <p:nvPr/>
        </p:nvSpPr>
        <p:spPr>
          <a:xfrm>
            <a:off x="1704703" y="2501537"/>
            <a:ext cx="111034" cy="111034"/>
          </a:xfrm>
          <a:prstGeom prst="rect">
            <a:avLst/>
          </a:prstGeom>
          <a:solidFill>
            <a:srgbClr val="111111"/>
          </a:solidFill>
          <a:ln w="12700">
            <a:solidFill>
              <a:srgbClr val="111111"/>
            </a:solidFill>
            <a:prstDash val="solid"/>
          </a:ln>
        </p:spPr>
      </p:sp>
      <p:sp>
        <p:nvSpPr>
          <p:cNvPr id="34" name="Shape 29"/>
          <p:cNvSpPr/>
          <p:nvPr/>
        </p:nvSpPr>
        <p:spPr>
          <a:xfrm>
            <a:off x="1926771" y="2501537"/>
            <a:ext cx="111034" cy="111034"/>
          </a:xfrm>
          <a:prstGeom prst="rect">
            <a:avLst/>
          </a:prstGeom>
          <a:solidFill>
            <a:srgbClr val="111111"/>
          </a:solidFill>
          <a:ln w="12700">
            <a:solidFill>
              <a:srgbClr val="111111"/>
            </a:solidFill>
            <a:prstDash val="solid"/>
          </a:ln>
        </p:spPr>
      </p:sp>
      <p:sp>
        <p:nvSpPr>
          <p:cNvPr id="35" name="Shape 30"/>
          <p:cNvSpPr/>
          <p:nvPr/>
        </p:nvSpPr>
        <p:spPr>
          <a:xfrm>
            <a:off x="2037806" y="2501537"/>
            <a:ext cx="111034" cy="111034"/>
          </a:xfrm>
          <a:prstGeom prst="rect">
            <a:avLst/>
          </a:prstGeom>
          <a:solidFill>
            <a:srgbClr val="111111"/>
          </a:solidFill>
          <a:ln w="12700">
            <a:solidFill>
              <a:srgbClr val="111111"/>
            </a:solidFill>
            <a:prstDash val="solid"/>
          </a:ln>
        </p:spPr>
      </p:sp>
      <p:sp>
        <p:nvSpPr>
          <p:cNvPr id="36" name="Shape 31"/>
          <p:cNvSpPr/>
          <p:nvPr/>
        </p:nvSpPr>
        <p:spPr>
          <a:xfrm>
            <a:off x="1482634" y="2612571"/>
            <a:ext cx="111034" cy="111034"/>
          </a:xfrm>
          <a:prstGeom prst="rect">
            <a:avLst/>
          </a:prstGeom>
          <a:solidFill>
            <a:srgbClr val="111111"/>
          </a:solidFill>
          <a:ln w="12700">
            <a:solidFill>
              <a:srgbClr val="111111"/>
            </a:solidFill>
            <a:prstDash val="solid"/>
          </a:ln>
        </p:spPr>
      </p:sp>
      <p:sp>
        <p:nvSpPr>
          <p:cNvPr id="37" name="Shape 32"/>
          <p:cNvSpPr/>
          <p:nvPr/>
        </p:nvSpPr>
        <p:spPr>
          <a:xfrm>
            <a:off x="1815737" y="2612571"/>
            <a:ext cx="111034" cy="111034"/>
          </a:xfrm>
          <a:prstGeom prst="rect">
            <a:avLst/>
          </a:prstGeom>
          <a:solidFill>
            <a:srgbClr val="111111"/>
          </a:solidFill>
          <a:ln w="12700">
            <a:solidFill>
              <a:srgbClr val="111111"/>
            </a:solidFill>
            <a:prstDash val="solid"/>
          </a:ln>
        </p:spPr>
      </p:sp>
      <p:sp>
        <p:nvSpPr>
          <p:cNvPr id="38" name="Shape 33"/>
          <p:cNvSpPr/>
          <p:nvPr/>
        </p:nvSpPr>
        <p:spPr>
          <a:xfrm>
            <a:off x="1926771" y="2612571"/>
            <a:ext cx="111034" cy="111034"/>
          </a:xfrm>
          <a:prstGeom prst="rect">
            <a:avLst/>
          </a:prstGeom>
          <a:solidFill>
            <a:srgbClr val="111111"/>
          </a:solidFill>
          <a:ln w="12700">
            <a:solidFill>
              <a:srgbClr val="111111"/>
            </a:solidFill>
            <a:prstDash val="solid"/>
          </a:ln>
        </p:spPr>
      </p:sp>
      <p:sp>
        <p:nvSpPr>
          <p:cNvPr id="39" name="Shape 34"/>
          <p:cNvSpPr/>
          <p:nvPr/>
        </p:nvSpPr>
        <p:spPr>
          <a:xfrm>
            <a:off x="1371600" y="2723606"/>
            <a:ext cx="111034" cy="111034"/>
          </a:xfrm>
          <a:prstGeom prst="rect">
            <a:avLst/>
          </a:prstGeom>
          <a:solidFill>
            <a:srgbClr val="111111"/>
          </a:solidFill>
          <a:ln w="12700">
            <a:solidFill>
              <a:srgbClr val="111111"/>
            </a:solidFill>
            <a:prstDash val="solid"/>
          </a:ln>
        </p:spPr>
      </p:sp>
      <p:sp>
        <p:nvSpPr>
          <p:cNvPr id="40" name="Shape 35"/>
          <p:cNvSpPr/>
          <p:nvPr/>
        </p:nvSpPr>
        <p:spPr>
          <a:xfrm>
            <a:off x="1482634" y="2723606"/>
            <a:ext cx="111034" cy="111034"/>
          </a:xfrm>
          <a:prstGeom prst="rect">
            <a:avLst/>
          </a:prstGeom>
          <a:solidFill>
            <a:srgbClr val="111111"/>
          </a:solidFill>
          <a:ln w="12700">
            <a:solidFill>
              <a:srgbClr val="111111"/>
            </a:solidFill>
            <a:prstDash val="solid"/>
          </a:ln>
        </p:spPr>
      </p:sp>
      <p:sp>
        <p:nvSpPr>
          <p:cNvPr id="41" name="Shape 36"/>
          <p:cNvSpPr/>
          <p:nvPr/>
        </p:nvSpPr>
        <p:spPr>
          <a:xfrm>
            <a:off x="1593669" y="2723606"/>
            <a:ext cx="111034" cy="111034"/>
          </a:xfrm>
          <a:prstGeom prst="rect">
            <a:avLst/>
          </a:prstGeom>
          <a:solidFill>
            <a:srgbClr val="111111"/>
          </a:solidFill>
          <a:ln w="12700">
            <a:solidFill>
              <a:srgbClr val="111111"/>
            </a:solidFill>
            <a:prstDash val="solid"/>
          </a:ln>
        </p:spPr>
      </p:sp>
      <p:sp>
        <p:nvSpPr>
          <p:cNvPr id="42" name="Shape 37"/>
          <p:cNvSpPr/>
          <p:nvPr/>
        </p:nvSpPr>
        <p:spPr>
          <a:xfrm>
            <a:off x="1815737" y="2723606"/>
            <a:ext cx="111034" cy="111034"/>
          </a:xfrm>
          <a:prstGeom prst="rect">
            <a:avLst/>
          </a:prstGeom>
          <a:solidFill>
            <a:srgbClr val="111111"/>
          </a:solidFill>
          <a:ln w="12700">
            <a:solidFill>
              <a:srgbClr val="111111"/>
            </a:solidFill>
            <a:prstDash val="solid"/>
          </a:ln>
        </p:spPr>
      </p:sp>
      <p:sp>
        <p:nvSpPr>
          <p:cNvPr id="43" name="Shape 38"/>
          <p:cNvSpPr/>
          <p:nvPr/>
        </p:nvSpPr>
        <p:spPr>
          <a:xfrm>
            <a:off x="2037806" y="2723606"/>
            <a:ext cx="111034" cy="111034"/>
          </a:xfrm>
          <a:prstGeom prst="rect">
            <a:avLst/>
          </a:prstGeom>
          <a:solidFill>
            <a:srgbClr val="111111"/>
          </a:solidFill>
          <a:ln w="12700">
            <a:solidFill>
              <a:srgbClr val="111111"/>
            </a:solidFill>
            <a:prstDash val="solid"/>
          </a:ln>
        </p:spPr>
      </p:sp>
      <p:sp>
        <p:nvSpPr>
          <p:cNvPr id="44" name="Text 39"/>
          <p:cNvSpPr txBox="1"/>
          <p:nvPr/>
        </p:nvSpPr>
        <p:spPr>
          <a:xfrm>
            <a:off x="1097280" y="2862072"/>
            <a:ext cx="1325880" cy="228600"/>
          </a:xfrm>
          <a:prstGeom prst="rect">
            <a:avLst/>
          </a:prstGeom>
          <a:noFill/>
          <a:ln/>
        </p:spPr>
        <p:txBody>
          <a:bodyPr wrap="square" lIns="0" tIns="0" rIns="0" bIns="0" rtlCol="0" anchor="t"/>
          <a:lstStyle/>
          <a:p>
            <a:pPr algn="ctr" indent="0" marL="0">
              <a:buNone/>
            </a:pPr>
            <a:r>
              <a:rPr lang="en-US" sz="1000" b="1" dirty="0">
                <a:solidFill>
                  <a:srgbClr val="0F4C3A"/>
                </a:solidFill>
                <a:latin typeface="Arial" pitchFamily="34" charset="0"/>
                <a:ea typeface="Arial" pitchFamily="34" charset="-122"/>
                <a:cs typeface="Arial" pitchFamily="34" charset="-120"/>
              </a:rPr>
              <a:t>Website Kelas</a:t>
            </a:r>
            <a:endParaRPr lang="en-US" sz="1000" dirty="0"/>
          </a:p>
        </p:txBody>
      </p:sp>
      <p:sp>
        <p:nvSpPr>
          <p:cNvPr id="45" name="Shape 40"/>
          <p:cNvSpPr/>
          <p:nvPr/>
        </p:nvSpPr>
        <p:spPr>
          <a:xfrm>
            <a:off x="2880360" y="2057400"/>
            <a:ext cx="777240" cy="777240"/>
          </a:xfrm>
          <a:prstGeom prst="rect">
            <a:avLst/>
          </a:prstGeom>
          <a:solidFill>
            <a:srgbClr val="FFFFFF"/>
          </a:solidFill>
          <a:ln w="12700">
            <a:solidFill>
              <a:srgbClr val="FFFFFF"/>
            </a:solidFill>
            <a:prstDash val="solid"/>
          </a:ln>
        </p:spPr>
      </p:sp>
      <p:sp>
        <p:nvSpPr>
          <p:cNvPr id="46" name="Shape 41"/>
          <p:cNvSpPr/>
          <p:nvPr/>
        </p:nvSpPr>
        <p:spPr>
          <a:xfrm>
            <a:off x="2880360" y="2057400"/>
            <a:ext cx="111034" cy="111034"/>
          </a:xfrm>
          <a:prstGeom prst="rect">
            <a:avLst/>
          </a:prstGeom>
          <a:solidFill>
            <a:srgbClr val="111111"/>
          </a:solidFill>
          <a:ln w="12700">
            <a:solidFill>
              <a:srgbClr val="111111"/>
            </a:solidFill>
            <a:prstDash val="solid"/>
          </a:ln>
        </p:spPr>
      </p:sp>
      <p:sp>
        <p:nvSpPr>
          <p:cNvPr id="47" name="Shape 42"/>
          <p:cNvSpPr/>
          <p:nvPr/>
        </p:nvSpPr>
        <p:spPr>
          <a:xfrm>
            <a:off x="2991394" y="2057400"/>
            <a:ext cx="111034" cy="111034"/>
          </a:xfrm>
          <a:prstGeom prst="rect">
            <a:avLst/>
          </a:prstGeom>
          <a:solidFill>
            <a:srgbClr val="111111"/>
          </a:solidFill>
          <a:ln w="12700">
            <a:solidFill>
              <a:srgbClr val="111111"/>
            </a:solidFill>
            <a:prstDash val="solid"/>
          </a:ln>
        </p:spPr>
      </p:sp>
      <p:sp>
        <p:nvSpPr>
          <p:cNvPr id="48" name="Shape 43"/>
          <p:cNvSpPr/>
          <p:nvPr/>
        </p:nvSpPr>
        <p:spPr>
          <a:xfrm>
            <a:off x="3102429" y="2057400"/>
            <a:ext cx="111034" cy="111034"/>
          </a:xfrm>
          <a:prstGeom prst="rect">
            <a:avLst/>
          </a:prstGeom>
          <a:solidFill>
            <a:srgbClr val="111111"/>
          </a:solidFill>
          <a:ln w="12700">
            <a:solidFill>
              <a:srgbClr val="111111"/>
            </a:solidFill>
            <a:prstDash val="solid"/>
          </a:ln>
        </p:spPr>
      </p:sp>
      <p:sp>
        <p:nvSpPr>
          <p:cNvPr id="49" name="Shape 44"/>
          <p:cNvSpPr/>
          <p:nvPr/>
        </p:nvSpPr>
        <p:spPr>
          <a:xfrm>
            <a:off x="3324497" y="2057400"/>
            <a:ext cx="111034" cy="111034"/>
          </a:xfrm>
          <a:prstGeom prst="rect">
            <a:avLst/>
          </a:prstGeom>
          <a:solidFill>
            <a:srgbClr val="111111"/>
          </a:solidFill>
          <a:ln w="12700">
            <a:solidFill>
              <a:srgbClr val="111111"/>
            </a:solidFill>
            <a:prstDash val="solid"/>
          </a:ln>
        </p:spPr>
      </p:sp>
      <p:sp>
        <p:nvSpPr>
          <p:cNvPr id="50" name="Shape 45"/>
          <p:cNvSpPr/>
          <p:nvPr/>
        </p:nvSpPr>
        <p:spPr>
          <a:xfrm>
            <a:off x="3435531" y="2057400"/>
            <a:ext cx="111034" cy="111034"/>
          </a:xfrm>
          <a:prstGeom prst="rect">
            <a:avLst/>
          </a:prstGeom>
          <a:solidFill>
            <a:srgbClr val="111111"/>
          </a:solidFill>
          <a:ln w="12700">
            <a:solidFill>
              <a:srgbClr val="111111"/>
            </a:solidFill>
            <a:prstDash val="solid"/>
          </a:ln>
        </p:spPr>
      </p:sp>
      <p:sp>
        <p:nvSpPr>
          <p:cNvPr id="51" name="Shape 46"/>
          <p:cNvSpPr/>
          <p:nvPr/>
        </p:nvSpPr>
        <p:spPr>
          <a:xfrm>
            <a:off x="3546566" y="2057400"/>
            <a:ext cx="111034" cy="111034"/>
          </a:xfrm>
          <a:prstGeom prst="rect">
            <a:avLst/>
          </a:prstGeom>
          <a:solidFill>
            <a:srgbClr val="111111"/>
          </a:solidFill>
          <a:ln w="12700">
            <a:solidFill>
              <a:srgbClr val="111111"/>
            </a:solidFill>
            <a:prstDash val="solid"/>
          </a:ln>
        </p:spPr>
      </p:sp>
      <p:sp>
        <p:nvSpPr>
          <p:cNvPr id="52" name="Shape 47"/>
          <p:cNvSpPr/>
          <p:nvPr/>
        </p:nvSpPr>
        <p:spPr>
          <a:xfrm>
            <a:off x="2880360" y="2168434"/>
            <a:ext cx="111034" cy="111034"/>
          </a:xfrm>
          <a:prstGeom prst="rect">
            <a:avLst/>
          </a:prstGeom>
          <a:solidFill>
            <a:srgbClr val="111111"/>
          </a:solidFill>
          <a:ln w="12700">
            <a:solidFill>
              <a:srgbClr val="111111"/>
            </a:solidFill>
            <a:prstDash val="solid"/>
          </a:ln>
        </p:spPr>
      </p:sp>
      <p:sp>
        <p:nvSpPr>
          <p:cNvPr id="53" name="Shape 48"/>
          <p:cNvSpPr/>
          <p:nvPr/>
        </p:nvSpPr>
        <p:spPr>
          <a:xfrm>
            <a:off x="3102429" y="2168434"/>
            <a:ext cx="111034" cy="111034"/>
          </a:xfrm>
          <a:prstGeom prst="rect">
            <a:avLst/>
          </a:prstGeom>
          <a:solidFill>
            <a:srgbClr val="111111"/>
          </a:solidFill>
          <a:ln w="12700">
            <a:solidFill>
              <a:srgbClr val="111111"/>
            </a:solidFill>
            <a:prstDash val="solid"/>
          </a:ln>
        </p:spPr>
      </p:sp>
      <p:sp>
        <p:nvSpPr>
          <p:cNvPr id="54" name="Shape 49"/>
          <p:cNvSpPr/>
          <p:nvPr/>
        </p:nvSpPr>
        <p:spPr>
          <a:xfrm>
            <a:off x="3324497" y="2168434"/>
            <a:ext cx="111034" cy="111034"/>
          </a:xfrm>
          <a:prstGeom prst="rect">
            <a:avLst/>
          </a:prstGeom>
          <a:solidFill>
            <a:srgbClr val="111111"/>
          </a:solidFill>
          <a:ln w="12700">
            <a:solidFill>
              <a:srgbClr val="111111"/>
            </a:solidFill>
            <a:prstDash val="solid"/>
          </a:ln>
        </p:spPr>
      </p:sp>
      <p:sp>
        <p:nvSpPr>
          <p:cNvPr id="55" name="Shape 50"/>
          <p:cNvSpPr/>
          <p:nvPr/>
        </p:nvSpPr>
        <p:spPr>
          <a:xfrm>
            <a:off x="3546566" y="2168434"/>
            <a:ext cx="111034" cy="111034"/>
          </a:xfrm>
          <a:prstGeom prst="rect">
            <a:avLst/>
          </a:prstGeom>
          <a:solidFill>
            <a:srgbClr val="111111"/>
          </a:solidFill>
          <a:ln w="12700">
            <a:solidFill>
              <a:srgbClr val="111111"/>
            </a:solidFill>
            <a:prstDash val="solid"/>
          </a:ln>
        </p:spPr>
      </p:sp>
      <p:sp>
        <p:nvSpPr>
          <p:cNvPr id="56" name="Shape 51"/>
          <p:cNvSpPr/>
          <p:nvPr/>
        </p:nvSpPr>
        <p:spPr>
          <a:xfrm>
            <a:off x="2880360" y="2279469"/>
            <a:ext cx="111034" cy="111034"/>
          </a:xfrm>
          <a:prstGeom prst="rect">
            <a:avLst/>
          </a:prstGeom>
          <a:solidFill>
            <a:srgbClr val="111111"/>
          </a:solidFill>
          <a:ln w="12700">
            <a:solidFill>
              <a:srgbClr val="111111"/>
            </a:solidFill>
            <a:prstDash val="solid"/>
          </a:ln>
        </p:spPr>
      </p:sp>
      <p:sp>
        <p:nvSpPr>
          <p:cNvPr id="57" name="Shape 52"/>
          <p:cNvSpPr/>
          <p:nvPr/>
        </p:nvSpPr>
        <p:spPr>
          <a:xfrm>
            <a:off x="2991394" y="2279469"/>
            <a:ext cx="111034" cy="111034"/>
          </a:xfrm>
          <a:prstGeom prst="rect">
            <a:avLst/>
          </a:prstGeom>
          <a:solidFill>
            <a:srgbClr val="111111"/>
          </a:solidFill>
          <a:ln w="12700">
            <a:solidFill>
              <a:srgbClr val="111111"/>
            </a:solidFill>
            <a:prstDash val="solid"/>
          </a:ln>
        </p:spPr>
      </p:sp>
      <p:sp>
        <p:nvSpPr>
          <p:cNvPr id="58" name="Shape 53"/>
          <p:cNvSpPr/>
          <p:nvPr/>
        </p:nvSpPr>
        <p:spPr>
          <a:xfrm>
            <a:off x="3102429" y="2279469"/>
            <a:ext cx="111034" cy="111034"/>
          </a:xfrm>
          <a:prstGeom prst="rect">
            <a:avLst/>
          </a:prstGeom>
          <a:solidFill>
            <a:srgbClr val="111111"/>
          </a:solidFill>
          <a:ln w="12700">
            <a:solidFill>
              <a:srgbClr val="111111"/>
            </a:solidFill>
            <a:prstDash val="solid"/>
          </a:ln>
        </p:spPr>
      </p:sp>
      <p:sp>
        <p:nvSpPr>
          <p:cNvPr id="59" name="Shape 54"/>
          <p:cNvSpPr/>
          <p:nvPr/>
        </p:nvSpPr>
        <p:spPr>
          <a:xfrm>
            <a:off x="3324497" y="2279469"/>
            <a:ext cx="111034" cy="111034"/>
          </a:xfrm>
          <a:prstGeom prst="rect">
            <a:avLst/>
          </a:prstGeom>
          <a:solidFill>
            <a:srgbClr val="111111"/>
          </a:solidFill>
          <a:ln w="12700">
            <a:solidFill>
              <a:srgbClr val="111111"/>
            </a:solidFill>
            <a:prstDash val="solid"/>
          </a:ln>
        </p:spPr>
      </p:sp>
      <p:sp>
        <p:nvSpPr>
          <p:cNvPr id="60" name="Shape 55"/>
          <p:cNvSpPr/>
          <p:nvPr/>
        </p:nvSpPr>
        <p:spPr>
          <a:xfrm>
            <a:off x="3435531" y="2279469"/>
            <a:ext cx="111034" cy="111034"/>
          </a:xfrm>
          <a:prstGeom prst="rect">
            <a:avLst/>
          </a:prstGeom>
          <a:solidFill>
            <a:srgbClr val="111111"/>
          </a:solidFill>
          <a:ln w="12700">
            <a:solidFill>
              <a:srgbClr val="111111"/>
            </a:solidFill>
            <a:prstDash val="solid"/>
          </a:ln>
        </p:spPr>
      </p:sp>
      <p:sp>
        <p:nvSpPr>
          <p:cNvPr id="61" name="Shape 56"/>
          <p:cNvSpPr/>
          <p:nvPr/>
        </p:nvSpPr>
        <p:spPr>
          <a:xfrm>
            <a:off x="3546566" y="2279469"/>
            <a:ext cx="111034" cy="111034"/>
          </a:xfrm>
          <a:prstGeom prst="rect">
            <a:avLst/>
          </a:prstGeom>
          <a:solidFill>
            <a:srgbClr val="111111"/>
          </a:solidFill>
          <a:ln w="12700">
            <a:solidFill>
              <a:srgbClr val="111111"/>
            </a:solidFill>
            <a:prstDash val="solid"/>
          </a:ln>
        </p:spPr>
      </p:sp>
      <p:sp>
        <p:nvSpPr>
          <p:cNvPr id="62" name="Shape 57"/>
          <p:cNvSpPr/>
          <p:nvPr/>
        </p:nvSpPr>
        <p:spPr>
          <a:xfrm>
            <a:off x="3213463" y="2390503"/>
            <a:ext cx="111034" cy="111034"/>
          </a:xfrm>
          <a:prstGeom prst="rect">
            <a:avLst/>
          </a:prstGeom>
          <a:solidFill>
            <a:srgbClr val="111111"/>
          </a:solidFill>
          <a:ln w="12700">
            <a:solidFill>
              <a:srgbClr val="111111"/>
            </a:solidFill>
            <a:prstDash val="solid"/>
          </a:ln>
        </p:spPr>
      </p:sp>
      <p:sp>
        <p:nvSpPr>
          <p:cNvPr id="63" name="Shape 58"/>
          <p:cNvSpPr/>
          <p:nvPr/>
        </p:nvSpPr>
        <p:spPr>
          <a:xfrm>
            <a:off x="2880360" y="2501537"/>
            <a:ext cx="111034" cy="111034"/>
          </a:xfrm>
          <a:prstGeom prst="rect">
            <a:avLst/>
          </a:prstGeom>
          <a:solidFill>
            <a:srgbClr val="111111"/>
          </a:solidFill>
          <a:ln w="12700">
            <a:solidFill>
              <a:srgbClr val="111111"/>
            </a:solidFill>
            <a:prstDash val="solid"/>
          </a:ln>
        </p:spPr>
      </p:sp>
      <p:sp>
        <p:nvSpPr>
          <p:cNvPr id="64" name="Shape 59"/>
          <p:cNvSpPr/>
          <p:nvPr/>
        </p:nvSpPr>
        <p:spPr>
          <a:xfrm>
            <a:off x="3102429" y="2501537"/>
            <a:ext cx="111034" cy="111034"/>
          </a:xfrm>
          <a:prstGeom prst="rect">
            <a:avLst/>
          </a:prstGeom>
          <a:solidFill>
            <a:srgbClr val="111111"/>
          </a:solidFill>
          <a:ln w="12700">
            <a:solidFill>
              <a:srgbClr val="111111"/>
            </a:solidFill>
            <a:prstDash val="solid"/>
          </a:ln>
        </p:spPr>
      </p:sp>
      <p:sp>
        <p:nvSpPr>
          <p:cNvPr id="65" name="Shape 60"/>
          <p:cNvSpPr/>
          <p:nvPr/>
        </p:nvSpPr>
        <p:spPr>
          <a:xfrm>
            <a:off x="3213463" y="2501537"/>
            <a:ext cx="111034" cy="111034"/>
          </a:xfrm>
          <a:prstGeom prst="rect">
            <a:avLst/>
          </a:prstGeom>
          <a:solidFill>
            <a:srgbClr val="111111"/>
          </a:solidFill>
          <a:ln w="12700">
            <a:solidFill>
              <a:srgbClr val="111111"/>
            </a:solidFill>
            <a:prstDash val="solid"/>
          </a:ln>
        </p:spPr>
      </p:sp>
      <p:sp>
        <p:nvSpPr>
          <p:cNvPr id="66" name="Shape 61"/>
          <p:cNvSpPr/>
          <p:nvPr/>
        </p:nvSpPr>
        <p:spPr>
          <a:xfrm>
            <a:off x="3435531" y="2501537"/>
            <a:ext cx="111034" cy="111034"/>
          </a:xfrm>
          <a:prstGeom prst="rect">
            <a:avLst/>
          </a:prstGeom>
          <a:solidFill>
            <a:srgbClr val="111111"/>
          </a:solidFill>
          <a:ln w="12700">
            <a:solidFill>
              <a:srgbClr val="111111"/>
            </a:solidFill>
            <a:prstDash val="solid"/>
          </a:ln>
        </p:spPr>
      </p:sp>
      <p:sp>
        <p:nvSpPr>
          <p:cNvPr id="67" name="Shape 62"/>
          <p:cNvSpPr/>
          <p:nvPr/>
        </p:nvSpPr>
        <p:spPr>
          <a:xfrm>
            <a:off x="3546566" y="2501537"/>
            <a:ext cx="111034" cy="111034"/>
          </a:xfrm>
          <a:prstGeom prst="rect">
            <a:avLst/>
          </a:prstGeom>
          <a:solidFill>
            <a:srgbClr val="111111"/>
          </a:solidFill>
          <a:ln w="12700">
            <a:solidFill>
              <a:srgbClr val="111111"/>
            </a:solidFill>
            <a:prstDash val="solid"/>
          </a:ln>
        </p:spPr>
      </p:sp>
      <p:sp>
        <p:nvSpPr>
          <p:cNvPr id="68" name="Shape 63"/>
          <p:cNvSpPr/>
          <p:nvPr/>
        </p:nvSpPr>
        <p:spPr>
          <a:xfrm>
            <a:off x="2991394" y="2612571"/>
            <a:ext cx="111034" cy="111034"/>
          </a:xfrm>
          <a:prstGeom prst="rect">
            <a:avLst/>
          </a:prstGeom>
          <a:solidFill>
            <a:srgbClr val="111111"/>
          </a:solidFill>
          <a:ln w="12700">
            <a:solidFill>
              <a:srgbClr val="111111"/>
            </a:solidFill>
            <a:prstDash val="solid"/>
          </a:ln>
        </p:spPr>
      </p:sp>
      <p:sp>
        <p:nvSpPr>
          <p:cNvPr id="69" name="Shape 64"/>
          <p:cNvSpPr/>
          <p:nvPr/>
        </p:nvSpPr>
        <p:spPr>
          <a:xfrm>
            <a:off x="3324497" y="2612571"/>
            <a:ext cx="111034" cy="111034"/>
          </a:xfrm>
          <a:prstGeom prst="rect">
            <a:avLst/>
          </a:prstGeom>
          <a:solidFill>
            <a:srgbClr val="111111"/>
          </a:solidFill>
          <a:ln w="12700">
            <a:solidFill>
              <a:srgbClr val="111111"/>
            </a:solidFill>
            <a:prstDash val="solid"/>
          </a:ln>
        </p:spPr>
      </p:sp>
      <p:sp>
        <p:nvSpPr>
          <p:cNvPr id="70" name="Shape 65"/>
          <p:cNvSpPr/>
          <p:nvPr/>
        </p:nvSpPr>
        <p:spPr>
          <a:xfrm>
            <a:off x="3435531" y="2612571"/>
            <a:ext cx="111034" cy="111034"/>
          </a:xfrm>
          <a:prstGeom prst="rect">
            <a:avLst/>
          </a:prstGeom>
          <a:solidFill>
            <a:srgbClr val="111111"/>
          </a:solidFill>
          <a:ln w="12700">
            <a:solidFill>
              <a:srgbClr val="111111"/>
            </a:solidFill>
            <a:prstDash val="solid"/>
          </a:ln>
        </p:spPr>
      </p:sp>
      <p:sp>
        <p:nvSpPr>
          <p:cNvPr id="71" name="Shape 66"/>
          <p:cNvSpPr/>
          <p:nvPr/>
        </p:nvSpPr>
        <p:spPr>
          <a:xfrm>
            <a:off x="2880360" y="2723606"/>
            <a:ext cx="111034" cy="111034"/>
          </a:xfrm>
          <a:prstGeom prst="rect">
            <a:avLst/>
          </a:prstGeom>
          <a:solidFill>
            <a:srgbClr val="111111"/>
          </a:solidFill>
          <a:ln w="12700">
            <a:solidFill>
              <a:srgbClr val="111111"/>
            </a:solidFill>
            <a:prstDash val="solid"/>
          </a:ln>
        </p:spPr>
      </p:sp>
      <p:sp>
        <p:nvSpPr>
          <p:cNvPr id="72" name="Shape 67"/>
          <p:cNvSpPr/>
          <p:nvPr/>
        </p:nvSpPr>
        <p:spPr>
          <a:xfrm>
            <a:off x="2991394" y="2723606"/>
            <a:ext cx="111034" cy="111034"/>
          </a:xfrm>
          <a:prstGeom prst="rect">
            <a:avLst/>
          </a:prstGeom>
          <a:solidFill>
            <a:srgbClr val="111111"/>
          </a:solidFill>
          <a:ln w="12700">
            <a:solidFill>
              <a:srgbClr val="111111"/>
            </a:solidFill>
            <a:prstDash val="solid"/>
          </a:ln>
        </p:spPr>
      </p:sp>
      <p:sp>
        <p:nvSpPr>
          <p:cNvPr id="73" name="Shape 68"/>
          <p:cNvSpPr/>
          <p:nvPr/>
        </p:nvSpPr>
        <p:spPr>
          <a:xfrm>
            <a:off x="3102429" y="2723606"/>
            <a:ext cx="111034" cy="111034"/>
          </a:xfrm>
          <a:prstGeom prst="rect">
            <a:avLst/>
          </a:prstGeom>
          <a:solidFill>
            <a:srgbClr val="111111"/>
          </a:solidFill>
          <a:ln w="12700">
            <a:solidFill>
              <a:srgbClr val="111111"/>
            </a:solidFill>
            <a:prstDash val="solid"/>
          </a:ln>
        </p:spPr>
      </p:sp>
      <p:sp>
        <p:nvSpPr>
          <p:cNvPr id="74" name="Shape 69"/>
          <p:cNvSpPr/>
          <p:nvPr/>
        </p:nvSpPr>
        <p:spPr>
          <a:xfrm>
            <a:off x="3324497" y="2723606"/>
            <a:ext cx="111034" cy="111034"/>
          </a:xfrm>
          <a:prstGeom prst="rect">
            <a:avLst/>
          </a:prstGeom>
          <a:solidFill>
            <a:srgbClr val="111111"/>
          </a:solidFill>
          <a:ln w="12700">
            <a:solidFill>
              <a:srgbClr val="111111"/>
            </a:solidFill>
            <a:prstDash val="solid"/>
          </a:ln>
        </p:spPr>
      </p:sp>
      <p:sp>
        <p:nvSpPr>
          <p:cNvPr id="75" name="Shape 70"/>
          <p:cNvSpPr/>
          <p:nvPr/>
        </p:nvSpPr>
        <p:spPr>
          <a:xfrm>
            <a:off x="3546566" y="2723606"/>
            <a:ext cx="111034" cy="111034"/>
          </a:xfrm>
          <a:prstGeom prst="rect">
            <a:avLst/>
          </a:prstGeom>
          <a:solidFill>
            <a:srgbClr val="111111"/>
          </a:solidFill>
          <a:ln w="12700">
            <a:solidFill>
              <a:srgbClr val="111111"/>
            </a:solidFill>
            <a:prstDash val="solid"/>
          </a:ln>
        </p:spPr>
      </p:sp>
      <p:sp>
        <p:nvSpPr>
          <p:cNvPr id="76" name="Text 71"/>
          <p:cNvSpPr txBox="1"/>
          <p:nvPr/>
        </p:nvSpPr>
        <p:spPr>
          <a:xfrm>
            <a:off x="2606040" y="2862072"/>
            <a:ext cx="1325880" cy="228600"/>
          </a:xfrm>
          <a:prstGeom prst="rect">
            <a:avLst/>
          </a:prstGeom>
          <a:noFill/>
          <a:ln/>
        </p:spPr>
        <p:txBody>
          <a:bodyPr wrap="square" lIns="0" tIns="0" rIns="0" bIns="0" rtlCol="0" anchor="t"/>
          <a:lstStyle/>
          <a:p>
            <a:pPr algn="ctr" indent="0" marL="0">
              <a:buNone/>
            </a:pPr>
            <a:r>
              <a:rPr lang="en-US" sz="1000" b="1" dirty="0">
                <a:solidFill>
                  <a:srgbClr val="0F4C3A"/>
                </a:solidFill>
                <a:latin typeface="Arial" pitchFamily="34" charset="0"/>
                <a:ea typeface="Arial" pitchFamily="34" charset="-122"/>
                <a:cs typeface="Arial" pitchFamily="34" charset="-120"/>
              </a:rPr>
              <a:t>Tata Tertib</a:t>
            </a:r>
            <a:endParaRPr lang="en-US" sz="1000" dirty="0"/>
          </a:p>
        </p:txBody>
      </p:sp>
      <p:sp>
        <p:nvSpPr>
          <p:cNvPr id="77" name="Shape 72"/>
          <p:cNvSpPr/>
          <p:nvPr/>
        </p:nvSpPr>
        <p:spPr>
          <a:xfrm>
            <a:off x="1371600" y="3246120"/>
            <a:ext cx="777240" cy="777240"/>
          </a:xfrm>
          <a:prstGeom prst="rect">
            <a:avLst/>
          </a:prstGeom>
          <a:solidFill>
            <a:srgbClr val="FFFFFF"/>
          </a:solidFill>
          <a:ln w="12700">
            <a:solidFill>
              <a:srgbClr val="FFFFFF"/>
            </a:solidFill>
            <a:prstDash val="solid"/>
          </a:ln>
        </p:spPr>
      </p:sp>
      <p:sp>
        <p:nvSpPr>
          <p:cNvPr id="78" name="Shape 73"/>
          <p:cNvSpPr/>
          <p:nvPr/>
        </p:nvSpPr>
        <p:spPr>
          <a:xfrm>
            <a:off x="1371600" y="3246120"/>
            <a:ext cx="111034" cy="111034"/>
          </a:xfrm>
          <a:prstGeom prst="rect">
            <a:avLst/>
          </a:prstGeom>
          <a:solidFill>
            <a:srgbClr val="111111"/>
          </a:solidFill>
          <a:ln w="12700">
            <a:solidFill>
              <a:srgbClr val="111111"/>
            </a:solidFill>
            <a:prstDash val="solid"/>
          </a:ln>
        </p:spPr>
      </p:sp>
      <p:sp>
        <p:nvSpPr>
          <p:cNvPr id="79" name="Shape 74"/>
          <p:cNvSpPr/>
          <p:nvPr/>
        </p:nvSpPr>
        <p:spPr>
          <a:xfrm>
            <a:off x="1482634" y="3246120"/>
            <a:ext cx="111034" cy="111034"/>
          </a:xfrm>
          <a:prstGeom prst="rect">
            <a:avLst/>
          </a:prstGeom>
          <a:solidFill>
            <a:srgbClr val="111111"/>
          </a:solidFill>
          <a:ln w="12700">
            <a:solidFill>
              <a:srgbClr val="111111"/>
            </a:solidFill>
            <a:prstDash val="solid"/>
          </a:ln>
        </p:spPr>
      </p:sp>
      <p:sp>
        <p:nvSpPr>
          <p:cNvPr id="80" name="Shape 75"/>
          <p:cNvSpPr/>
          <p:nvPr/>
        </p:nvSpPr>
        <p:spPr>
          <a:xfrm>
            <a:off x="1593669" y="3246120"/>
            <a:ext cx="111034" cy="111034"/>
          </a:xfrm>
          <a:prstGeom prst="rect">
            <a:avLst/>
          </a:prstGeom>
          <a:solidFill>
            <a:srgbClr val="111111"/>
          </a:solidFill>
          <a:ln w="12700">
            <a:solidFill>
              <a:srgbClr val="111111"/>
            </a:solidFill>
            <a:prstDash val="solid"/>
          </a:ln>
        </p:spPr>
      </p:sp>
      <p:sp>
        <p:nvSpPr>
          <p:cNvPr id="81" name="Shape 76"/>
          <p:cNvSpPr/>
          <p:nvPr/>
        </p:nvSpPr>
        <p:spPr>
          <a:xfrm>
            <a:off x="1815737" y="3246120"/>
            <a:ext cx="111034" cy="111034"/>
          </a:xfrm>
          <a:prstGeom prst="rect">
            <a:avLst/>
          </a:prstGeom>
          <a:solidFill>
            <a:srgbClr val="111111"/>
          </a:solidFill>
          <a:ln w="12700">
            <a:solidFill>
              <a:srgbClr val="111111"/>
            </a:solidFill>
            <a:prstDash val="solid"/>
          </a:ln>
        </p:spPr>
      </p:sp>
      <p:sp>
        <p:nvSpPr>
          <p:cNvPr id="82" name="Shape 77"/>
          <p:cNvSpPr/>
          <p:nvPr/>
        </p:nvSpPr>
        <p:spPr>
          <a:xfrm>
            <a:off x="1926771" y="3246120"/>
            <a:ext cx="111034" cy="111034"/>
          </a:xfrm>
          <a:prstGeom prst="rect">
            <a:avLst/>
          </a:prstGeom>
          <a:solidFill>
            <a:srgbClr val="111111"/>
          </a:solidFill>
          <a:ln w="12700">
            <a:solidFill>
              <a:srgbClr val="111111"/>
            </a:solidFill>
            <a:prstDash val="solid"/>
          </a:ln>
        </p:spPr>
      </p:sp>
      <p:sp>
        <p:nvSpPr>
          <p:cNvPr id="83" name="Shape 78"/>
          <p:cNvSpPr/>
          <p:nvPr/>
        </p:nvSpPr>
        <p:spPr>
          <a:xfrm>
            <a:off x="2037806" y="3246120"/>
            <a:ext cx="111034" cy="111034"/>
          </a:xfrm>
          <a:prstGeom prst="rect">
            <a:avLst/>
          </a:prstGeom>
          <a:solidFill>
            <a:srgbClr val="111111"/>
          </a:solidFill>
          <a:ln w="12700">
            <a:solidFill>
              <a:srgbClr val="111111"/>
            </a:solidFill>
            <a:prstDash val="solid"/>
          </a:ln>
        </p:spPr>
      </p:sp>
      <p:sp>
        <p:nvSpPr>
          <p:cNvPr id="84" name="Shape 79"/>
          <p:cNvSpPr/>
          <p:nvPr/>
        </p:nvSpPr>
        <p:spPr>
          <a:xfrm>
            <a:off x="1371600" y="3357154"/>
            <a:ext cx="111034" cy="111034"/>
          </a:xfrm>
          <a:prstGeom prst="rect">
            <a:avLst/>
          </a:prstGeom>
          <a:solidFill>
            <a:srgbClr val="111111"/>
          </a:solidFill>
          <a:ln w="12700">
            <a:solidFill>
              <a:srgbClr val="111111"/>
            </a:solidFill>
            <a:prstDash val="solid"/>
          </a:ln>
        </p:spPr>
      </p:sp>
      <p:sp>
        <p:nvSpPr>
          <p:cNvPr id="85" name="Shape 80"/>
          <p:cNvSpPr/>
          <p:nvPr/>
        </p:nvSpPr>
        <p:spPr>
          <a:xfrm>
            <a:off x="1593669" y="3357154"/>
            <a:ext cx="111034" cy="111034"/>
          </a:xfrm>
          <a:prstGeom prst="rect">
            <a:avLst/>
          </a:prstGeom>
          <a:solidFill>
            <a:srgbClr val="111111"/>
          </a:solidFill>
          <a:ln w="12700">
            <a:solidFill>
              <a:srgbClr val="111111"/>
            </a:solidFill>
            <a:prstDash val="solid"/>
          </a:ln>
        </p:spPr>
      </p:sp>
      <p:sp>
        <p:nvSpPr>
          <p:cNvPr id="86" name="Shape 81"/>
          <p:cNvSpPr/>
          <p:nvPr/>
        </p:nvSpPr>
        <p:spPr>
          <a:xfrm>
            <a:off x="1815737" y="3357154"/>
            <a:ext cx="111034" cy="111034"/>
          </a:xfrm>
          <a:prstGeom prst="rect">
            <a:avLst/>
          </a:prstGeom>
          <a:solidFill>
            <a:srgbClr val="111111"/>
          </a:solidFill>
          <a:ln w="12700">
            <a:solidFill>
              <a:srgbClr val="111111"/>
            </a:solidFill>
            <a:prstDash val="solid"/>
          </a:ln>
        </p:spPr>
      </p:sp>
      <p:sp>
        <p:nvSpPr>
          <p:cNvPr id="87" name="Shape 82"/>
          <p:cNvSpPr/>
          <p:nvPr/>
        </p:nvSpPr>
        <p:spPr>
          <a:xfrm>
            <a:off x="2037806" y="3357154"/>
            <a:ext cx="111034" cy="111034"/>
          </a:xfrm>
          <a:prstGeom prst="rect">
            <a:avLst/>
          </a:prstGeom>
          <a:solidFill>
            <a:srgbClr val="111111"/>
          </a:solidFill>
          <a:ln w="12700">
            <a:solidFill>
              <a:srgbClr val="111111"/>
            </a:solidFill>
            <a:prstDash val="solid"/>
          </a:ln>
        </p:spPr>
      </p:sp>
      <p:sp>
        <p:nvSpPr>
          <p:cNvPr id="88" name="Shape 83"/>
          <p:cNvSpPr/>
          <p:nvPr/>
        </p:nvSpPr>
        <p:spPr>
          <a:xfrm>
            <a:off x="1371600" y="3468189"/>
            <a:ext cx="111034" cy="111034"/>
          </a:xfrm>
          <a:prstGeom prst="rect">
            <a:avLst/>
          </a:prstGeom>
          <a:solidFill>
            <a:srgbClr val="111111"/>
          </a:solidFill>
          <a:ln w="12700">
            <a:solidFill>
              <a:srgbClr val="111111"/>
            </a:solidFill>
            <a:prstDash val="solid"/>
          </a:ln>
        </p:spPr>
      </p:sp>
      <p:sp>
        <p:nvSpPr>
          <p:cNvPr id="89" name="Shape 84"/>
          <p:cNvSpPr/>
          <p:nvPr/>
        </p:nvSpPr>
        <p:spPr>
          <a:xfrm>
            <a:off x="1482634" y="3468189"/>
            <a:ext cx="111034" cy="111034"/>
          </a:xfrm>
          <a:prstGeom prst="rect">
            <a:avLst/>
          </a:prstGeom>
          <a:solidFill>
            <a:srgbClr val="111111"/>
          </a:solidFill>
          <a:ln w="12700">
            <a:solidFill>
              <a:srgbClr val="111111"/>
            </a:solidFill>
            <a:prstDash val="solid"/>
          </a:ln>
        </p:spPr>
      </p:sp>
      <p:sp>
        <p:nvSpPr>
          <p:cNvPr id="90" name="Shape 85"/>
          <p:cNvSpPr/>
          <p:nvPr/>
        </p:nvSpPr>
        <p:spPr>
          <a:xfrm>
            <a:off x="1593669" y="3468189"/>
            <a:ext cx="111034" cy="111034"/>
          </a:xfrm>
          <a:prstGeom prst="rect">
            <a:avLst/>
          </a:prstGeom>
          <a:solidFill>
            <a:srgbClr val="111111"/>
          </a:solidFill>
          <a:ln w="12700">
            <a:solidFill>
              <a:srgbClr val="111111"/>
            </a:solidFill>
            <a:prstDash val="solid"/>
          </a:ln>
        </p:spPr>
      </p:sp>
      <p:sp>
        <p:nvSpPr>
          <p:cNvPr id="91" name="Shape 86"/>
          <p:cNvSpPr/>
          <p:nvPr/>
        </p:nvSpPr>
        <p:spPr>
          <a:xfrm>
            <a:off x="1815737" y="3468189"/>
            <a:ext cx="111034" cy="111034"/>
          </a:xfrm>
          <a:prstGeom prst="rect">
            <a:avLst/>
          </a:prstGeom>
          <a:solidFill>
            <a:srgbClr val="111111"/>
          </a:solidFill>
          <a:ln w="12700">
            <a:solidFill>
              <a:srgbClr val="111111"/>
            </a:solidFill>
            <a:prstDash val="solid"/>
          </a:ln>
        </p:spPr>
      </p:sp>
      <p:sp>
        <p:nvSpPr>
          <p:cNvPr id="92" name="Shape 87"/>
          <p:cNvSpPr/>
          <p:nvPr/>
        </p:nvSpPr>
        <p:spPr>
          <a:xfrm>
            <a:off x="1926771" y="3468189"/>
            <a:ext cx="111034" cy="111034"/>
          </a:xfrm>
          <a:prstGeom prst="rect">
            <a:avLst/>
          </a:prstGeom>
          <a:solidFill>
            <a:srgbClr val="111111"/>
          </a:solidFill>
          <a:ln w="12700">
            <a:solidFill>
              <a:srgbClr val="111111"/>
            </a:solidFill>
            <a:prstDash val="solid"/>
          </a:ln>
        </p:spPr>
      </p:sp>
      <p:sp>
        <p:nvSpPr>
          <p:cNvPr id="93" name="Shape 88"/>
          <p:cNvSpPr/>
          <p:nvPr/>
        </p:nvSpPr>
        <p:spPr>
          <a:xfrm>
            <a:off x="2037806" y="3468189"/>
            <a:ext cx="111034" cy="111034"/>
          </a:xfrm>
          <a:prstGeom prst="rect">
            <a:avLst/>
          </a:prstGeom>
          <a:solidFill>
            <a:srgbClr val="111111"/>
          </a:solidFill>
          <a:ln w="12700">
            <a:solidFill>
              <a:srgbClr val="111111"/>
            </a:solidFill>
            <a:prstDash val="solid"/>
          </a:ln>
        </p:spPr>
      </p:sp>
      <p:sp>
        <p:nvSpPr>
          <p:cNvPr id="94" name="Shape 89"/>
          <p:cNvSpPr/>
          <p:nvPr/>
        </p:nvSpPr>
        <p:spPr>
          <a:xfrm>
            <a:off x="1704703" y="3579223"/>
            <a:ext cx="111034" cy="111034"/>
          </a:xfrm>
          <a:prstGeom prst="rect">
            <a:avLst/>
          </a:prstGeom>
          <a:solidFill>
            <a:srgbClr val="111111"/>
          </a:solidFill>
          <a:ln w="12700">
            <a:solidFill>
              <a:srgbClr val="111111"/>
            </a:solidFill>
            <a:prstDash val="solid"/>
          </a:ln>
        </p:spPr>
      </p:sp>
      <p:sp>
        <p:nvSpPr>
          <p:cNvPr id="95" name="Shape 90"/>
          <p:cNvSpPr/>
          <p:nvPr/>
        </p:nvSpPr>
        <p:spPr>
          <a:xfrm>
            <a:off x="1371600" y="3690257"/>
            <a:ext cx="111034" cy="111034"/>
          </a:xfrm>
          <a:prstGeom prst="rect">
            <a:avLst/>
          </a:prstGeom>
          <a:solidFill>
            <a:srgbClr val="111111"/>
          </a:solidFill>
          <a:ln w="12700">
            <a:solidFill>
              <a:srgbClr val="111111"/>
            </a:solidFill>
            <a:prstDash val="solid"/>
          </a:ln>
        </p:spPr>
      </p:sp>
      <p:sp>
        <p:nvSpPr>
          <p:cNvPr id="96" name="Shape 91"/>
          <p:cNvSpPr/>
          <p:nvPr/>
        </p:nvSpPr>
        <p:spPr>
          <a:xfrm>
            <a:off x="1593669" y="3690257"/>
            <a:ext cx="111034" cy="111034"/>
          </a:xfrm>
          <a:prstGeom prst="rect">
            <a:avLst/>
          </a:prstGeom>
          <a:solidFill>
            <a:srgbClr val="111111"/>
          </a:solidFill>
          <a:ln w="12700">
            <a:solidFill>
              <a:srgbClr val="111111"/>
            </a:solidFill>
            <a:prstDash val="solid"/>
          </a:ln>
        </p:spPr>
      </p:sp>
      <p:sp>
        <p:nvSpPr>
          <p:cNvPr id="97" name="Shape 92"/>
          <p:cNvSpPr/>
          <p:nvPr/>
        </p:nvSpPr>
        <p:spPr>
          <a:xfrm>
            <a:off x="1704703" y="3690257"/>
            <a:ext cx="111034" cy="111034"/>
          </a:xfrm>
          <a:prstGeom prst="rect">
            <a:avLst/>
          </a:prstGeom>
          <a:solidFill>
            <a:srgbClr val="111111"/>
          </a:solidFill>
          <a:ln w="12700">
            <a:solidFill>
              <a:srgbClr val="111111"/>
            </a:solidFill>
            <a:prstDash val="solid"/>
          </a:ln>
        </p:spPr>
      </p:sp>
      <p:sp>
        <p:nvSpPr>
          <p:cNvPr id="98" name="Shape 93"/>
          <p:cNvSpPr/>
          <p:nvPr/>
        </p:nvSpPr>
        <p:spPr>
          <a:xfrm>
            <a:off x="1926771" y="3690257"/>
            <a:ext cx="111034" cy="111034"/>
          </a:xfrm>
          <a:prstGeom prst="rect">
            <a:avLst/>
          </a:prstGeom>
          <a:solidFill>
            <a:srgbClr val="111111"/>
          </a:solidFill>
          <a:ln w="12700">
            <a:solidFill>
              <a:srgbClr val="111111"/>
            </a:solidFill>
            <a:prstDash val="solid"/>
          </a:ln>
        </p:spPr>
      </p:sp>
      <p:sp>
        <p:nvSpPr>
          <p:cNvPr id="99" name="Shape 94"/>
          <p:cNvSpPr/>
          <p:nvPr/>
        </p:nvSpPr>
        <p:spPr>
          <a:xfrm>
            <a:off x="2037806" y="3690257"/>
            <a:ext cx="111034" cy="111034"/>
          </a:xfrm>
          <a:prstGeom prst="rect">
            <a:avLst/>
          </a:prstGeom>
          <a:solidFill>
            <a:srgbClr val="111111"/>
          </a:solidFill>
          <a:ln w="12700">
            <a:solidFill>
              <a:srgbClr val="111111"/>
            </a:solidFill>
            <a:prstDash val="solid"/>
          </a:ln>
        </p:spPr>
      </p:sp>
      <p:sp>
        <p:nvSpPr>
          <p:cNvPr id="100" name="Shape 95"/>
          <p:cNvSpPr/>
          <p:nvPr/>
        </p:nvSpPr>
        <p:spPr>
          <a:xfrm>
            <a:off x="1482634" y="3801291"/>
            <a:ext cx="111034" cy="111034"/>
          </a:xfrm>
          <a:prstGeom prst="rect">
            <a:avLst/>
          </a:prstGeom>
          <a:solidFill>
            <a:srgbClr val="111111"/>
          </a:solidFill>
          <a:ln w="12700">
            <a:solidFill>
              <a:srgbClr val="111111"/>
            </a:solidFill>
            <a:prstDash val="solid"/>
          </a:ln>
        </p:spPr>
      </p:sp>
      <p:sp>
        <p:nvSpPr>
          <p:cNvPr id="101" name="Shape 96"/>
          <p:cNvSpPr/>
          <p:nvPr/>
        </p:nvSpPr>
        <p:spPr>
          <a:xfrm>
            <a:off x="1815737" y="3801291"/>
            <a:ext cx="111034" cy="111034"/>
          </a:xfrm>
          <a:prstGeom prst="rect">
            <a:avLst/>
          </a:prstGeom>
          <a:solidFill>
            <a:srgbClr val="111111"/>
          </a:solidFill>
          <a:ln w="12700">
            <a:solidFill>
              <a:srgbClr val="111111"/>
            </a:solidFill>
            <a:prstDash val="solid"/>
          </a:ln>
        </p:spPr>
      </p:sp>
      <p:sp>
        <p:nvSpPr>
          <p:cNvPr id="102" name="Shape 97"/>
          <p:cNvSpPr/>
          <p:nvPr/>
        </p:nvSpPr>
        <p:spPr>
          <a:xfrm>
            <a:off x="1926771" y="3801291"/>
            <a:ext cx="111034" cy="111034"/>
          </a:xfrm>
          <a:prstGeom prst="rect">
            <a:avLst/>
          </a:prstGeom>
          <a:solidFill>
            <a:srgbClr val="111111"/>
          </a:solidFill>
          <a:ln w="12700">
            <a:solidFill>
              <a:srgbClr val="111111"/>
            </a:solidFill>
            <a:prstDash val="solid"/>
          </a:ln>
        </p:spPr>
      </p:sp>
      <p:sp>
        <p:nvSpPr>
          <p:cNvPr id="103" name="Shape 98"/>
          <p:cNvSpPr/>
          <p:nvPr/>
        </p:nvSpPr>
        <p:spPr>
          <a:xfrm>
            <a:off x="1371600" y="3912326"/>
            <a:ext cx="111034" cy="111034"/>
          </a:xfrm>
          <a:prstGeom prst="rect">
            <a:avLst/>
          </a:prstGeom>
          <a:solidFill>
            <a:srgbClr val="111111"/>
          </a:solidFill>
          <a:ln w="12700">
            <a:solidFill>
              <a:srgbClr val="111111"/>
            </a:solidFill>
            <a:prstDash val="solid"/>
          </a:ln>
        </p:spPr>
      </p:sp>
      <p:sp>
        <p:nvSpPr>
          <p:cNvPr id="104" name="Shape 99"/>
          <p:cNvSpPr/>
          <p:nvPr/>
        </p:nvSpPr>
        <p:spPr>
          <a:xfrm>
            <a:off x="1482634" y="3912326"/>
            <a:ext cx="111034" cy="111034"/>
          </a:xfrm>
          <a:prstGeom prst="rect">
            <a:avLst/>
          </a:prstGeom>
          <a:solidFill>
            <a:srgbClr val="111111"/>
          </a:solidFill>
          <a:ln w="12700">
            <a:solidFill>
              <a:srgbClr val="111111"/>
            </a:solidFill>
            <a:prstDash val="solid"/>
          </a:ln>
        </p:spPr>
      </p:sp>
      <p:sp>
        <p:nvSpPr>
          <p:cNvPr id="105" name="Shape 100"/>
          <p:cNvSpPr/>
          <p:nvPr/>
        </p:nvSpPr>
        <p:spPr>
          <a:xfrm>
            <a:off x="1593669" y="3912326"/>
            <a:ext cx="111034" cy="111034"/>
          </a:xfrm>
          <a:prstGeom prst="rect">
            <a:avLst/>
          </a:prstGeom>
          <a:solidFill>
            <a:srgbClr val="111111"/>
          </a:solidFill>
          <a:ln w="12700">
            <a:solidFill>
              <a:srgbClr val="111111"/>
            </a:solidFill>
            <a:prstDash val="solid"/>
          </a:ln>
        </p:spPr>
      </p:sp>
      <p:sp>
        <p:nvSpPr>
          <p:cNvPr id="106" name="Shape 101"/>
          <p:cNvSpPr/>
          <p:nvPr/>
        </p:nvSpPr>
        <p:spPr>
          <a:xfrm>
            <a:off x="1815737" y="3912326"/>
            <a:ext cx="111034" cy="111034"/>
          </a:xfrm>
          <a:prstGeom prst="rect">
            <a:avLst/>
          </a:prstGeom>
          <a:solidFill>
            <a:srgbClr val="111111"/>
          </a:solidFill>
          <a:ln w="12700">
            <a:solidFill>
              <a:srgbClr val="111111"/>
            </a:solidFill>
            <a:prstDash val="solid"/>
          </a:ln>
        </p:spPr>
      </p:sp>
      <p:sp>
        <p:nvSpPr>
          <p:cNvPr id="107" name="Shape 102"/>
          <p:cNvSpPr/>
          <p:nvPr/>
        </p:nvSpPr>
        <p:spPr>
          <a:xfrm>
            <a:off x="2037806" y="3912326"/>
            <a:ext cx="111034" cy="111034"/>
          </a:xfrm>
          <a:prstGeom prst="rect">
            <a:avLst/>
          </a:prstGeom>
          <a:solidFill>
            <a:srgbClr val="111111"/>
          </a:solidFill>
          <a:ln w="12700">
            <a:solidFill>
              <a:srgbClr val="111111"/>
            </a:solidFill>
            <a:prstDash val="solid"/>
          </a:ln>
        </p:spPr>
      </p:sp>
      <p:sp>
        <p:nvSpPr>
          <p:cNvPr id="108" name="Text 103"/>
          <p:cNvSpPr txBox="1"/>
          <p:nvPr/>
        </p:nvSpPr>
        <p:spPr>
          <a:xfrm>
            <a:off x="1097280" y="4050792"/>
            <a:ext cx="1325880" cy="228600"/>
          </a:xfrm>
          <a:prstGeom prst="rect">
            <a:avLst/>
          </a:prstGeom>
          <a:noFill/>
          <a:ln/>
        </p:spPr>
        <p:txBody>
          <a:bodyPr wrap="square" lIns="0" tIns="0" rIns="0" bIns="0" rtlCol="0" anchor="t"/>
          <a:lstStyle/>
          <a:p>
            <a:pPr algn="ctr" indent="0" marL="0">
              <a:buNone/>
            </a:pPr>
            <a:r>
              <a:rPr lang="en-US" sz="1000" b="1" dirty="0">
                <a:solidFill>
                  <a:srgbClr val="0F4C3A"/>
                </a:solidFill>
                <a:latin typeface="Arial" pitchFamily="34" charset="0"/>
                <a:ea typeface="Arial" pitchFamily="34" charset="-122"/>
                <a:cs typeface="Arial" pitchFamily="34" charset="-120"/>
              </a:rPr>
              <a:t>Daftar Ekskul</a:t>
            </a:r>
            <a:endParaRPr lang="en-US" sz="1000" dirty="0"/>
          </a:p>
        </p:txBody>
      </p:sp>
      <p:sp>
        <p:nvSpPr>
          <p:cNvPr id="109" name="Shape 104"/>
          <p:cNvSpPr/>
          <p:nvPr/>
        </p:nvSpPr>
        <p:spPr>
          <a:xfrm>
            <a:off x="2880360" y="3246120"/>
            <a:ext cx="777240" cy="777240"/>
          </a:xfrm>
          <a:prstGeom prst="rect">
            <a:avLst/>
          </a:prstGeom>
          <a:solidFill>
            <a:srgbClr val="FFFFFF"/>
          </a:solidFill>
          <a:ln w="12700">
            <a:solidFill>
              <a:srgbClr val="FFFFFF"/>
            </a:solidFill>
            <a:prstDash val="solid"/>
          </a:ln>
        </p:spPr>
      </p:sp>
      <p:sp>
        <p:nvSpPr>
          <p:cNvPr id="110" name="Shape 105"/>
          <p:cNvSpPr/>
          <p:nvPr/>
        </p:nvSpPr>
        <p:spPr>
          <a:xfrm>
            <a:off x="2880360" y="3246120"/>
            <a:ext cx="111034" cy="111034"/>
          </a:xfrm>
          <a:prstGeom prst="rect">
            <a:avLst/>
          </a:prstGeom>
          <a:solidFill>
            <a:srgbClr val="111111"/>
          </a:solidFill>
          <a:ln w="12700">
            <a:solidFill>
              <a:srgbClr val="111111"/>
            </a:solidFill>
            <a:prstDash val="solid"/>
          </a:ln>
        </p:spPr>
      </p:sp>
      <p:sp>
        <p:nvSpPr>
          <p:cNvPr id="111" name="Shape 106"/>
          <p:cNvSpPr/>
          <p:nvPr/>
        </p:nvSpPr>
        <p:spPr>
          <a:xfrm>
            <a:off x="2991394" y="3246120"/>
            <a:ext cx="111034" cy="111034"/>
          </a:xfrm>
          <a:prstGeom prst="rect">
            <a:avLst/>
          </a:prstGeom>
          <a:solidFill>
            <a:srgbClr val="111111"/>
          </a:solidFill>
          <a:ln w="12700">
            <a:solidFill>
              <a:srgbClr val="111111"/>
            </a:solidFill>
            <a:prstDash val="solid"/>
          </a:ln>
        </p:spPr>
      </p:sp>
      <p:sp>
        <p:nvSpPr>
          <p:cNvPr id="112" name="Shape 107"/>
          <p:cNvSpPr/>
          <p:nvPr/>
        </p:nvSpPr>
        <p:spPr>
          <a:xfrm>
            <a:off x="3102429" y="3246120"/>
            <a:ext cx="111034" cy="111034"/>
          </a:xfrm>
          <a:prstGeom prst="rect">
            <a:avLst/>
          </a:prstGeom>
          <a:solidFill>
            <a:srgbClr val="111111"/>
          </a:solidFill>
          <a:ln w="12700">
            <a:solidFill>
              <a:srgbClr val="111111"/>
            </a:solidFill>
            <a:prstDash val="solid"/>
          </a:ln>
        </p:spPr>
      </p:sp>
      <p:sp>
        <p:nvSpPr>
          <p:cNvPr id="113" name="Shape 108"/>
          <p:cNvSpPr/>
          <p:nvPr/>
        </p:nvSpPr>
        <p:spPr>
          <a:xfrm>
            <a:off x="3324497" y="3246120"/>
            <a:ext cx="111034" cy="111034"/>
          </a:xfrm>
          <a:prstGeom prst="rect">
            <a:avLst/>
          </a:prstGeom>
          <a:solidFill>
            <a:srgbClr val="111111"/>
          </a:solidFill>
          <a:ln w="12700">
            <a:solidFill>
              <a:srgbClr val="111111"/>
            </a:solidFill>
            <a:prstDash val="solid"/>
          </a:ln>
        </p:spPr>
      </p:sp>
      <p:sp>
        <p:nvSpPr>
          <p:cNvPr id="114" name="Shape 109"/>
          <p:cNvSpPr/>
          <p:nvPr/>
        </p:nvSpPr>
        <p:spPr>
          <a:xfrm>
            <a:off x="3435531" y="3246120"/>
            <a:ext cx="111034" cy="111034"/>
          </a:xfrm>
          <a:prstGeom prst="rect">
            <a:avLst/>
          </a:prstGeom>
          <a:solidFill>
            <a:srgbClr val="111111"/>
          </a:solidFill>
          <a:ln w="12700">
            <a:solidFill>
              <a:srgbClr val="111111"/>
            </a:solidFill>
            <a:prstDash val="solid"/>
          </a:ln>
        </p:spPr>
      </p:sp>
      <p:sp>
        <p:nvSpPr>
          <p:cNvPr id="115" name="Shape 110"/>
          <p:cNvSpPr/>
          <p:nvPr/>
        </p:nvSpPr>
        <p:spPr>
          <a:xfrm>
            <a:off x="3546566" y="3246120"/>
            <a:ext cx="111034" cy="111034"/>
          </a:xfrm>
          <a:prstGeom prst="rect">
            <a:avLst/>
          </a:prstGeom>
          <a:solidFill>
            <a:srgbClr val="111111"/>
          </a:solidFill>
          <a:ln w="12700">
            <a:solidFill>
              <a:srgbClr val="111111"/>
            </a:solidFill>
            <a:prstDash val="solid"/>
          </a:ln>
        </p:spPr>
      </p:sp>
      <p:sp>
        <p:nvSpPr>
          <p:cNvPr id="116" name="Shape 111"/>
          <p:cNvSpPr/>
          <p:nvPr/>
        </p:nvSpPr>
        <p:spPr>
          <a:xfrm>
            <a:off x="2880360" y="3357154"/>
            <a:ext cx="111034" cy="111034"/>
          </a:xfrm>
          <a:prstGeom prst="rect">
            <a:avLst/>
          </a:prstGeom>
          <a:solidFill>
            <a:srgbClr val="111111"/>
          </a:solidFill>
          <a:ln w="12700">
            <a:solidFill>
              <a:srgbClr val="111111"/>
            </a:solidFill>
            <a:prstDash val="solid"/>
          </a:ln>
        </p:spPr>
      </p:sp>
      <p:sp>
        <p:nvSpPr>
          <p:cNvPr id="117" name="Shape 112"/>
          <p:cNvSpPr/>
          <p:nvPr/>
        </p:nvSpPr>
        <p:spPr>
          <a:xfrm>
            <a:off x="3102429" y="3357154"/>
            <a:ext cx="111034" cy="111034"/>
          </a:xfrm>
          <a:prstGeom prst="rect">
            <a:avLst/>
          </a:prstGeom>
          <a:solidFill>
            <a:srgbClr val="111111"/>
          </a:solidFill>
          <a:ln w="12700">
            <a:solidFill>
              <a:srgbClr val="111111"/>
            </a:solidFill>
            <a:prstDash val="solid"/>
          </a:ln>
        </p:spPr>
      </p:sp>
      <p:sp>
        <p:nvSpPr>
          <p:cNvPr id="118" name="Shape 113"/>
          <p:cNvSpPr/>
          <p:nvPr/>
        </p:nvSpPr>
        <p:spPr>
          <a:xfrm>
            <a:off x="3324497" y="3357154"/>
            <a:ext cx="111034" cy="111034"/>
          </a:xfrm>
          <a:prstGeom prst="rect">
            <a:avLst/>
          </a:prstGeom>
          <a:solidFill>
            <a:srgbClr val="111111"/>
          </a:solidFill>
          <a:ln w="12700">
            <a:solidFill>
              <a:srgbClr val="111111"/>
            </a:solidFill>
            <a:prstDash val="solid"/>
          </a:ln>
        </p:spPr>
      </p:sp>
      <p:sp>
        <p:nvSpPr>
          <p:cNvPr id="119" name="Shape 114"/>
          <p:cNvSpPr/>
          <p:nvPr/>
        </p:nvSpPr>
        <p:spPr>
          <a:xfrm>
            <a:off x="3546566" y="3357154"/>
            <a:ext cx="111034" cy="111034"/>
          </a:xfrm>
          <a:prstGeom prst="rect">
            <a:avLst/>
          </a:prstGeom>
          <a:solidFill>
            <a:srgbClr val="111111"/>
          </a:solidFill>
          <a:ln w="12700">
            <a:solidFill>
              <a:srgbClr val="111111"/>
            </a:solidFill>
            <a:prstDash val="solid"/>
          </a:ln>
        </p:spPr>
      </p:sp>
      <p:sp>
        <p:nvSpPr>
          <p:cNvPr id="120" name="Shape 115"/>
          <p:cNvSpPr/>
          <p:nvPr/>
        </p:nvSpPr>
        <p:spPr>
          <a:xfrm>
            <a:off x="2880360" y="3468189"/>
            <a:ext cx="111034" cy="111034"/>
          </a:xfrm>
          <a:prstGeom prst="rect">
            <a:avLst/>
          </a:prstGeom>
          <a:solidFill>
            <a:srgbClr val="111111"/>
          </a:solidFill>
          <a:ln w="12700">
            <a:solidFill>
              <a:srgbClr val="111111"/>
            </a:solidFill>
            <a:prstDash val="solid"/>
          </a:ln>
        </p:spPr>
      </p:sp>
      <p:sp>
        <p:nvSpPr>
          <p:cNvPr id="121" name="Shape 116"/>
          <p:cNvSpPr/>
          <p:nvPr/>
        </p:nvSpPr>
        <p:spPr>
          <a:xfrm>
            <a:off x="2991394" y="3468189"/>
            <a:ext cx="111034" cy="111034"/>
          </a:xfrm>
          <a:prstGeom prst="rect">
            <a:avLst/>
          </a:prstGeom>
          <a:solidFill>
            <a:srgbClr val="111111"/>
          </a:solidFill>
          <a:ln w="12700">
            <a:solidFill>
              <a:srgbClr val="111111"/>
            </a:solidFill>
            <a:prstDash val="solid"/>
          </a:ln>
        </p:spPr>
      </p:sp>
      <p:sp>
        <p:nvSpPr>
          <p:cNvPr id="122" name="Shape 117"/>
          <p:cNvSpPr/>
          <p:nvPr/>
        </p:nvSpPr>
        <p:spPr>
          <a:xfrm>
            <a:off x="3102429" y="3468189"/>
            <a:ext cx="111034" cy="111034"/>
          </a:xfrm>
          <a:prstGeom prst="rect">
            <a:avLst/>
          </a:prstGeom>
          <a:solidFill>
            <a:srgbClr val="111111"/>
          </a:solidFill>
          <a:ln w="12700">
            <a:solidFill>
              <a:srgbClr val="111111"/>
            </a:solidFill>
            <a:prstDash val="solid"/>
          </a:ln>
        </p:spPr>
      </p:sp>
      <p:sp>
        <p:nvSpPr>
          <p:cNvPr id="123" name="Shape 118"/>
          <p:cNvSpPr/>
          <p:nvPr/>
        </p:nvSpPr>
        <p:spPr>
          <a:xfrm>
            <a:off x="3324497" y="3468189"/>
            <a:ext cx="111034" cy="111034"/>
          </a:xfrm>
          <a:prstGeom prst="rect">
            <a:avLst/>
          </a:prstGeom>
          <a:solidFill>
            <a:srgbClr val="111111"/>
          </a:solidFill>
          <a:ln w="12700">
            <a:solidFill>
              <a:srgbClr val="111111"/>
            </a:solidFill>
            <a:prstDash val="solid"/>
          </a:ln>
        </p:spPr>
      </p:sp>
      <p:sp>
        <p:nvSpPr>
          <p:cNvPr id="124" name="Shape 119"/>
          <p:cNvSpPr/>
          <p:nvPr/>
        </p:nvSpPr>
        <p:spPr>
          <a:xfrm>
            <a:off x="3435531" y="3468189"/>
            <a:ext cx="111034" cy="111034"/>
          </a:xfrm>
          <a:prstGeom prst="rect">
            <a:avLst/>
          </a:prstGeom>
          <a:solidFill>
            <a:srgbClr val="111111"/>
          </a:solidFill>
          <a:ln w="12700">
            <a:solidFill>
              <a:srgbClr val="111111"/>
            </a:solidFill>
            <a:prstDash val="solid"/>
          </a:ln>
        </p:spPr>
      </p:sp>
      <p:sp>
        <p:nvSpPr>
          <p:cNvPr id="125" name="Shape 120"/>
          <p:cNvSpPr/>
          <p:nvPr/>
        </p:nvSpPr>
        <p:spPr>
          <a:xfrm>
            <a:off x="3546566" y="3468189"/>
            <a:ext cx="111034" cy="111034"/>
          </a:xfrm>
          <a:prstGeom prst="rect">
            <a:avLst/>
          </a:prstGeom>
          <a:solidFill>
            <a:srgbClr val="111111"/>
          </a:solidFill>
          <a:ln w="12700">
            <a:solidFill>
              <a:srgbClr val="111111"/>
            </a:solidFill>
            <a:prstDash val="solid"/>
          </a:ln>
        </p:spPr>
      </p:sp>
      <p:sp>
        <p:nvSpPr>
          <p:cNvPr id="126" name="Shape 121"/>
          <p:cNvSpPr/>
          <p:nvPr/>
        </p:nvSpPr>
        <p:spPr>
          <a:xfrm>
            <a:off x="3213463" y="3579223"/>
            <a:ext cx="111034" cy="111034"/>
          </a:xfrm>
          <a:prstGeom prst="rect">
            <a:avLst/>
          </a:prstGeom>
          <a:solidFill>
            <a:srgbClr val="111111"/>
          </a:solidFill>
          <a:ln w="12700">
            <a:solidFill>
              <a:srgbClr val="111111"/>
            </a:solidFill>
            <a:prstDash val="solid"/>
          </a:ln>
        </p:spPr>
      </p:sp>
      <p:sp>
        <p:nvSpPr>
          <p:cNvPr id="127" name="Shape 122"/>
          <p:cNvSpPr/>
          <p:nvPr/>
        </p:nvSpPr>
        <p:spPr>
          <a:xfrm>
            <a:off x="2880360" y="3690257"/>
            <a:ext cx="111034" cy="111034"/>
          </a:xfrm>
          <a:prstGeom prst="rect">
            <a:avLst/>
          </a:prstGeom>
          <a:solidFill>
            <a:srgbClr val="111111"/>
          </a:solidFill>
          <a:ln w="12700">
            <a:solidFill>
              <a:srgbClr val="111111"/>
            </a:solidFill>
            <a:prstDash val="solid"/>
          </a:ln>
        </p:spPr>
      </p:sp>
      <p:sp>
        <p:nvSpPr>
          <p:cNvPr id="128" name="Shape 123"/>
          <p:cNvSpPr/>
          <p:nvPr/>
        </p:nvSpPr>
        <p:spPr>
          <a:xfrm>
            <a:off x="3102429" y="3690257"/>
            <a:ext cx="111034" cy="111034"/>
          </a:xfrm>
          <a:prstGeom prst="rect">
            <a:avLst/>
          </a:prstGeom>
          <a:solidFill>
            <a:srgbClr val="111111"/>
          </a:solidFill>
          <a:ln w="12700">
            <a:solidFill>
              <a:srgbClr val="111111"/>
            </a:solidFill>
            <a:prstDash val="solid"/>
          </a:ln>
        </p:spPr>
      </p:sp>
      <p:sp>
        <p:nvSpPr>
          <p:cNvPr id="129" name="Shape 124"/>
          <p:cNvSpPr/>
          <p:nvPr/>
        </p:nvSpPr>
        <p:spPr>
          <a:xfrm>
            <a:off x="3213463" y="3690257"/>
            <a:ext cx="111034" cy="111034"/>
          </a:xfrm>
          <a:prstGeom prst="rect">
            <a:avLst/>
          </a:prstGeom>
          <a:solidFill>
            <a:srgbClr val="111111"/>
          </a:solidFill>
          <a:ln w="12700">
            <a:solidFill>
              <a:srgbClr val="111111"/>
            </a:solidFill>
            <a:prstDash val="solid"/>
          </a:ln>
        </p:spPr>
      </p:sp>
      <p:sp>
        <p:nvSpPr>
          <p:cNvPr id="130" name="Shape 125"/>
          <p:cNvSpPr/>
          <p:nvPr/>
        </p:nvSpPr>
        <p:spPr>
          <a:xfrm>
            <a:off x="3435531" y="3690257"/>
            <a:ext cx="111034" cy="111034"/>
          </a:xfrm>
          <a:prstGeom prst="rect">
            <a:avLst/>
          </a:prstGeom>
          <a:solidFill>
            <a:srgbClr val="111111"/>
          </a:solidFill>
          <a:ln w="12700">
            <a:solidFill>
              <a:srgbClr val="111111"/>
            </a:solidFill>
            <a:prstDash val="solid"/>
          </a:ln>
        </p:spPr>
      </p:sp>
      <p:sp>
        <p:nvSpPr>
          <p:cNvPr id="131" name="Shape 126"/>
          <p:cNvSpPr/>
          <p:nvPr/>
        </p:nvSpPr>
        <p:spPr>
          <a:xfrm>
            <a:off x="3546566" y="3690257"/>
            <a:ext cx="111034" cy="111034"/>
          </a:xfrm>
          <a:prstGeom prst="rect">
            <a:avLst/>
          </a:prstGeom>
          <a:solidFill>
            <a:srgbClr val="111111"/>
          </a:solidFill>
          <a:ln w="12700">
            <a:solidFill>
              <a:srgbClr val="111111"/>
            </a:solidFill>
            <a:prstDash val="solid"/>
          </a:ln>
        </p:spPr>
      </p:sp>
      <p:sp>
        <p:nvSpPr>
          <p:cNvPr id="132" name="Shape 127"/>
          <p:cNvSpPr/>
          <p:nvPr/>
        </p:nvSpPr>
        <p:spPr>
          <a:xfrm>
            <a:off x="2991394" y="3801291"/>
            <a:ext cx="111034" cy="111034"/>
          </a:xfrm>
          <a:prstGeom prst="rect">
            <a:avLst/>
          </a:prstGeom>
          <a:solidFill>
            <a:srgbClr val="111111"/>
          </a:solidFill>
          <a:ln w="12700">
            <a:solidFill>
              <a:srgbClr val="111111"/>
            </a:solidFill>
            <a:prstDash val="solid"/>
          </a:ln>
        </p:spPr>
      </p:sp>
      <p:sp>
        <p:nvSpPr>
          <p:cNvPr id="133" name="Shape 128"/>
          <p:cNvSpPr/>
          <p:nvPr/>
        </p:nvSpPr>
        <p:spPr>
          <a:xfrm>
            <a:off x="3324497" y="3801291"/>
            <a:ext cx="111034" cy="111034"/>
          </a:xfrm>
          <a:prstGeom prst="rect">
            <a:avLst/>
          </a:prstGeom>
          <a:solidFill>
            <a:srgbClr val="111111"/>
          </a:solidFill>
          <a:ln w="12700">
            <a:solidFill>
              <a:srgbClr val="111111"/>
            </a:solidFill>
            <a:prstDash val="solid"/>
          </a:ln>
        </p:spPr>
      </p:sp>
      <p:sp>
        <p:nvSpPr>
          <p:cNvPr id="134" name="Shape 129"/>
          <p:cNvSpPr/>
          <p:nvPr/>
        </p:nvSpPr>
        <p:spPr>
          <a:xfrm>
            <a:off x="3435531" y="3801291"/>
            <a:ext cx="111034" cy="111034"/>
          </a:xfrm>
          <a:prstGeom prst="rect">
            <a:avLst/>
          </a:prstGeom>
          <a:solidFill>
            <a:srgbClr val="111111"/>
          </a:solidFill>
          <a:ln w="12700">
            <a:solidFill>
              <a:srgbClr val="111111"/>
            </a:solidFill>
            <a:prstDash val="solid"/>
          </a:ln>
        </p:spPr>
      </p:sp>
      <p:sp>
        <p:nvSpPr>
          <p:cNvPr id="135" name="Shape 130"/>
          <p:cNvSpPr/>
          <p:nvPr/>
        </p:nvSpPr>
        <p:spPr>
          <a:xfrm>
            <a:off x="2880360" y="3912326"/>
            <a:ext cx="111034" cy="111034"/>
          </a:xfrm>
          <a:prstGeom prst="rect">
            <a:avLst/>
          </a:prstGeom>
          <a:solidFill>
            <a:srgbClr val="111111"/>
          </a:solidFill>
          <a:ln w="12700">
            <a:solidFill>
              <a:srgbClr val="111111"/>
            </a:solidFill>
            <a:prstDash val="solid"/>
          </a:ln>
        </p:spPr>
      </p:sp>
      <p:sp>
        <p:nvSpPr>
          <p:cNvPr id="136" name="Shape 131"/>
          <p:cNvSpPr/>
          <p:nvPr/>
        </p:nvSpPr>
        <p:spPr>
          <a:xfrm>
            <a:off x="2991394" y="3912326"/>
            <a:ext cx="111034" cy="111034"/>
          </a:xfrm>
          <a:prstGeom prst="rect">
            <a:avLst/>
          </a:prstGeom>
          <a:solidFill>
            <a:srgbClr val="111111"/>
          </a:solidFill>
          <a:ln w="12700">
            <a:solidFill>
              <a:srgbClr val="111111"/>
            </a:solidFill>
            <a:prstDash val="solid"/>
          </a:ln>
        </p:spPr>
      </p:sp>
      <p:sp>
        <p:nvSpPr>
          <p:cNvPr id="137" name="Shape 132"/>
          <p:cNvSpPr/>
          <p:nvPr/>
        </p:nvSpPr>
        <p:spPr>
          <a:xfrm>
            <a:off x="3102429" y="3912326"/>
            <a:ext cx="111034" cy="111034"/>
          </a:xfrm>
          <a:prstGeom prst="rect">
            <a:avLst/>
          </a:prstGeom>
          <a:solidFill>
            <a:srgbClr val="111111"/>
          </a:solidFill>
          <a:ln w="12700">
            <a:solidFill>
              <a:srgbClr val="111111"/>
            </a:solidFill>
            <a:prstDash val="solid"/>
          </a:ln>
        </p:spPr>
      </p:sp>
      <p:sp>
        <p:nvSpPr>
          <p:cNvPr id="138" name="Shape 133"/>
          <p:cNvSpPr/>
          <p:nvPr/>
        </p:nvSpPr>
        <p:spPr>
          <a:xfrm>
            <a:off x="3324497" y="3912326"/>
            <a:ext cx="111034" cy="111034"/>
          </a:xfrm>
          <a:prstGeom prst="rect">
            <a:avLst/>
          </a:prstGeom>
          <a:solidFill>
            <a:srgbClr val="111111"/>
          </a:solidFill>
          <a:ln w="12700">
            <a:solidFill>
              <a:srgbClr val="111111"/>
            </a:solidFill>
            <a:prstDash val="solid"/>
          </a:ln>
        </p:spPr>
      </p:sp>
      <p:sp>
        <p:nvSpPr>
          <p:cNvPr id="139" name="Shape 134"/>
          <p:cNvSpPr/>
          <p:nvPr/>
        </p:nvSpPr>
        <p:spPr>
          <a:xfrm>
            <a:off x="3546566" y="3912326"/>
            <a:ext cx="111034" cy="111034"/>
          </a:xfrm>
          <a:prstGeom prst="rect">
            <a:avLst/>
          </a:prstGeom>
          <a:solidFill>
            <a:srgbClr val="111111"/>
          </a:solidFill>
          <a:ln w="12700">
            <a:solidFill>
              <a:srgbClr val="111111"/>
            </a:solidFill>
            <a:prstDash val="solid"/>
          </a:ln>
        </p:spPr>
      </p:sp>
      <p:sp>
        <p:nvSpPr>
          <p:cNvPr id="140" name="Text 135"/>
          <p:cNvSpPr txBox="1"/>
          <p:nvPr/>
        </p:nvSpPr>
        <p:spPr>
          <a:xfrm>
            <a:off x="2606040" y="4050792"/>
            <a:ext cx="1325880" cy="228600"/>
          </a:xfrm>
          <a:prstGeom prst="rect">
            <a:avLst/>
          </a:prstGeom>
          <a:noFill/>
          <a:ln/>
        </p:spPr>
        <p:txBody>
          <a:bodyPr wrap="square" lIns="0" tIns="0" rIns="0" bIns="0" rtlCol="0" anchor="t"/>
          <a:lstStyle/>
          <a:p>
            <a:pPr algn="ctr" indent="0" marL="0">
              <a:buNone/>
            </a:pPr>
            <a:r>
              <a:rPr lang="en-US" sz="1000" b="1" dirty="0">
                <a:solidFill>
                  <a:srgbClr val="0F4C3A"/>
                </a:solidFill>
                <a:latin typeface="Arial" pitchFamily="34" charset="0"/>
                <a:ea typeface="Arial" pitchFamily="34" charset="-122"/>
                <a:cs typeface="Arial" pitchFamily="34" charset="-120"/>
              </a:rPr>
              <a:t>Jadwal Piket</a:t>
            </a:r>
            <a:endParaRPr lang="en-US" sz="1000" dirty="0"/>
          </a:p>
        </p:txBody>
      </p:sp>
      <p:sp>
        <p:nvSpPr>
          <p:cNvPr id="141" name="Text 136"/>
          <p:cNvSpPr txBox="1"/>
          <p:nvPr/>
        </p:nvSpPr>
        <p:spPr>
          <a:xfrm>
            <a:off x="914400" y="4325112"/>
            <a:ext cx="3200400" cy="228600"/>
          </a:xfrm>
          <a:prstGeom prst="rect">
            <a:avLst/>
          </a:prstGeom>
          <a:noFill/>
          <a:ln/>
        </p:spPr>
        <p:txBody>
          <a:bodyPr wrap="square" lIns="0" tIns="0" rIns="0" bIns="0" rtlCol="0" anchor="t"/>
          <a:lstStyle/>
          <a:p>
            <a:pPr algn="ctr" indent="0" marL="0">
              <a:buNone/>
            </a:pPr>
            <a:r>
              <a:rPr lang="en-US" sz="800" dirty="0">
                <a:solidFill>
                  <a:srgbClr val="5F6F68"/>
                </a:solidFill>
                <a:latin typeface="Arial" pitchFamily="34" charset="0"/>
                <a:ea typeface="Arial" pitchFamily="34" charset="-122"/>
                <a:cs typeface="Arial" pitchFamily="34" charset="-120"/>
              </a:rPr>
              <a:t>Pindai dengan kamera HP · Kelompok 1 · Kelas 8A</a:t>
            </a:r>
            <a:endParaRPr lang="en-US" sz="800" dirty="0"/>
          </a:p>
        </p:txBody>
      </p:sp>
      <p:sp>
        <p:nvSpPr>
          <p:cNvPr id="142" name="Shape 137"/>
          <p:cNvSpPr/>
          <p:nvPr/>
        </p:nvSpPr>
        <p:spPr>
          <a:xfrm>
            <a:off x="4572000" y="1207008"/>
            <a:ext cx="329184" cy="329184"/>
          </a:xfrm>
          <a:prstGeom prst="ellipse">
            <a:avLst/>
          </a:prstGeom>
          <a:solidFill>
            <a:srgbClr val="E53935"/>
          </a:solidFill>
          <a:ln/>
        </p:spPr>
      </p:sp>
      <p:sp>
        <p:nvSpPr>
          <p:cNvPr id="143" name="Text 138"/>
          <p:cNvSpPr txBox="1"/>
          <p:nvPr/>
        </p:nvSpPr>
        <p:spPr>
          <a:xfrm>
            <a:off x="4572000" y="12070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4" name="Text 139"/>
          <p:cNvSpPr txBox="1"/>
          <p:nvPr/>
        </p:nvSpPr>
        <p:spPr>
          <a:xfrm>
            <a:off x="5029200" y="1097280"/>
            <a:ext cx="3657600" cy="54864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Header: logo dan judul tempat</a:t>
            </a:r>
            <a:endParaRPr lang="en-US" sz="1350" dirty="0"/>
          </a:p>
        </p:txBody>
      </p:sp>
      <p:sp>
        <p:nvSpPr>
          <p:cNvPr id="145" name="Shape 140"/>
          <p:cNvSpPr/>
          <p:nvPr/>
        </p:nvSpPr>
        <p:spPr>
          <a:xfrm>
            <a:off x="4572000" y="2212848"/>
            <a:ext cx="329184" cy="329184"/>
          </a:xfrm>
          <a:prstGeom prst="ellipse">
            <a:avLst/>
          </a:prstGeom>
          <a:solidFill>
            <a:srgbClr val="E53935"/>
          </a:solidFill>
          <a:ln/>
        </p:spPr>
      </p:sp>
      <p:sp>
        <p:nvSpPr>
          <p:cNvPr id="146" name="Text 141"/>
          <p:cNvSpPr txBox="1"/>
          <p:nvPr/>
        </p:nvSpPr>
        <p:spPr>
          <a:xfrm>
            <a:off x="4572000" y="22128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7" name="Text 142"/>
          <p:cNvSpPr txBox="1"/>
          <p:nvPr/>
        </p:nvSpPr>
        <p:spPr>
          <a:xfrm>
            <a:off x="5029200" y="2103120"/>
            <a:ext cx="3657600" cy="54864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QR berlabel, tersusun rapi</a:t>
            </a:r>
            <a:endParaRPr lang="en-US" sz="1350" dirty="0"/>
          </a:p>
        </p:txBody>
      </p:sp>
      <p:sp>
        <p:nvSpPr>
          <p:cNvPr id="148" name="Shape 143"/>
          <p:cNvSpPr/>
          <p:nvPr/>
        </p:nvSpPr>
        <p:spPr>
          <a:xfrm>
            <a:off x="4572000" y="4041648"/>
            <a:ext cx="329184" cy="329184"/>
          </a:xfrm>
          <a:prstGeom prst="ellipse">
            <a:avLst/>
          </a:prstGeom>
          <a:solidFill>
            <a:srgbClr val="E53935"/>
          </a:solidFill>
          <a:ln/>
        </p:spPr>
      </p:sp>
      <p:sp>
        <p:nvSpPr>
          <p:cNvPr id="149" name="Text 144"/>
          <p:cNvSpPr txBox="1"/>
          <p:nvPr/>
        </p:nvSpPr>
        <p:spPr>
          <a:xfrm>
            <a:off x="4572000"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0" name="Text 145"/>
          <p:cNvSpPr txBox="1"/>
          <p:nvPr/>
        </p:nvSpPr>
        <p:spPr>
          <a:xfrm>
            <a:off x="5029200" y="3931920"/>
            <a:ext cx="3657600" cy="54864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Petunjuk dan pembuat</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Ide Tempat dan Isi Papan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Perpustakaan</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QR daftar buku, formulir usulan buku, tata tertib perpustakaan.</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Ruang Kelas</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QR website kelas, jadwal piket, pengumuman kegiatan.</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Masjid / Mushola</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QR jadwal kajian, Nasihat 1 Menit, Video Adab.</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Kantin</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QR survei menu kantin dan formulir saran.</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Papan Informasi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11 · kerja kelompok di Canva</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Desain baru dan header</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Menyusun QR berlabel</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Unduh, cetak, pasang, uji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Desain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1005840"/>
          </a:xfrm>
          <a:prstGeom prst="rect">
            <a:avLst/>
          </a:prstGeom>
          <a:solidFill>
            <a:srgbClr val="7D2AE8"/>
          </a:solidFill>
          <a:ln w="12700">
            <a:solidFill>
              <a:srgbClr val="7D2AE8"/>
            </a:solidFill>
            <a:prstDash val="solid"/>
          </a:ln>
        </p:spPr>
      </p:sp>
      <p:sp>
        <p:nvSpPr>
          <p:cNvPr id="29" name="Text 22"/>
          <p:cNvSpPr txBox="1"/>
          <p:nvPr/>
        </p:nvSpPr>
        <p:spPr>
          <a:xfrm>
            <a:off x="587776" y="1805693"/>
            <a:ext cx="4950927" cy="27432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What will you design today?</a:t>
            </a:r>
            <a:endParaRPr lang="en-US" sz="1200" dirty="0"/>
          </a:p>
        </p:txBody>
      </p:sp>
      <p:sp>
        <p:nvSpPr>
          <p:cNvPr id="30" name="Shape 23"/>
          <p:cNvSpPr/>
          <p:nvPr/>
        </p:nvSpPr>
        <p:spPr>
          <a:xfrm>
            <a:off x="1691640" y="2198885"/>
            <a:ext cx="2743200" cy="274320"/>
          </a:xfrm>
          <a:prstGeom prst="roundRect">
            <a:avLst>
              <a:gd name="adj" fmla="val 50000"/>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1801368" y="2272037"/>
            <a:ext cx="128016" cy="128016"/>
          </a:xfrm>
          <a:prstGeom prst="rect">
            <a:avLst/>
          </a:prstGeom>
        </p:spPr>
      </p:pic>
      <p:sp>
        <p:nvSpPr>
          <p:cNvPr id="32" name="Text 24"/>
          <p:cNvSpPr txBox="1"/>
          <p:nvPr/>
        </p:nvSpPr>
        <p:spPr>
          <a:xfrm>
            <a:off x="2011680" y="2198885"/>
            <a:ext cx="2377440" cy="274320"/>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poster</a:t>
            </a:r>
            <a:endParaRPr lang="en-US" sz="850" dirty="0"/>
          </a:p>
        </p:txBody>
      </p:sp>
      <p:sp>
        <p:nvSpPr>
          <p:cNvPr id="33" name="Shape 25"/>
          <p:cNvSpPr/>
          <p:nvPr/>
        </p:nvSpPr>
        <p:spPr>
          <a:xfrm>
            <a:off x="1691640" y="2509781"/>
            <a:ext cx="2743200" cy="658368"/>
          </a:xfrm>
          <a:prstGeom prst="rect">
            <a:avLst/>
          </a:prstGeom>
          <a:solidFill>
            <a:srgbClr val="FFFFFF"/>
          </a:solidFill>
          <a:ln w="9525">
            <a:solidFill>
              <a:srgbClr val="AAAAAA"/>
            </a:solidFill>
            <a:prstDash val="solid"/>
          </a:ln>
        </p:spPr>
      </p:sp>
      <p:sp>
        <p:nvSpPr>
          <p:cNvPr id="34" name="Text 26"/>
          <p:cNvSpPr txBox="1"/>
          <p:nvPr/>
        </p:nvSpPr>
        <p:spPr>
          <a:xfrm>
            <a:off x="1801368" y="2537213"/>
            <a:ext cx="2578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Poster (Portrait - 42 × 59.4 cm)</a:t>
            </a:r>
            <a:endParaRPr lang="en-US" sz="800" dirty="0"/>
          </a:p>
        </p:txBody>
      </p:sp>
      <p:sp>
        <p:nvSpPr>
          <p:cNvPr id="35" name="Text 27"/>
          <p:cNvSpPr txBox="1"/>
          <p:nvPr/>
        </p:nvSpPr>
        <p:spPr>
          <a:xfrm>
            <a:off x="1801368" y="2738381"/>
            <a:ext cx="2578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Poster (Landscape)</a:t>
            </a:r>
            <a:endParaRPr lang="en-US" sz="800" dirty="0"/>
          </a:p>
        </p:txBody>
      </p:sp>
      <p:sp>
        <p:nvSpPr>
          <p:cNvPr id="36" name="Text 28"/>
          <p:cNvSpPr txBox="1"/>
          <p:nvPr/>
        </p:nvSpPr>
        <p:spPr>
          <a:xfrm>
            <a:off x="1801368" y="2939549"/>
            <a:ext cx="257860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Poster templates</a:t>
            </a:r>
            <a:endParaRPr lang="en-US" sz="800" dirty="0"/>
          </a:p>
        </p:txBody>
      </p:sp>
      <p:sp>
        <p:nvSpPr>
          <p:cNvPr id="37" name="Shape 29"/>
          <p:cNvSpPr/>
          <p:nvPr/>
        </p:nvSpPr>
        <p:spPr>
          <a:xfrm>
            <a:off x="1709928" y="2518925"/>
            <a:ext cx="2706624" cy="228600"/>
          </a:xfrm>
          <a:prstGeom prst="roundRect">
            <a:avLst>
              <a:gd name="adj" fmla="val 20000"/>
            </a:avLst>
          </a:prstGeom>
          <a:solidFill>
            <a:srgbClr val="FFFFFF">
              <a:alpha val="0"/>
            </a:srgbClr>
          </a:solidFill>
          <a:ln w="31750">
            <a:solidFill>
              <a:srgbClr val="E53935"/>
            </a:solidFill>
            <a:prstDash val="solid"/>
          </a:ln>
        </p:spPr>
      </p:sp>
      <p:sp>
        <p:nvSpPr>
          <p:cNvPr id="38" name="Shape 30"/>
          <p:cNvSpPr/>
          <p:nvPr/>
        </p:nvSpPr>
        <p:spPr>
          <a:xfrm>
            <a:off x="4279392" y="2381765"/>
            <a:ext cx="274320" cy="274320"/>
          </a:xfrm>
          <a:prstGeom prst="ellipse">
            <a:avLst/>
          </a:prstGeom>
          <a:solidFill>
            <a:srgbClr val="E53935"/>
          </a:solidFill>
          <a:ln w="12700">
            <a:solidFill>
              <a:srgbClr val="FFFFFF"/>
            </a:solidFill>
            <a:prstDash val="solid"/>
          </a:ln>
        </p:spPr>
      </p:sp>
      <p:sp>
        <p:nvSpPr>
          <p:cNvPr id="39" name="Text 31"/>
          <p:cNvSpPr txBox="1"/>
          <p:nvPr/>
        </p:nvSpPr>
        <p:spPr>
          <a:xfrm>
            <a:off x="4279392" y="23817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40" name="Image 6" descr="preencoded.png">    </p:cNvPr>
          <p:cNvPicPr>
            <a:picLocks noChangeAspect="1"/>
          </p:cNvPicPr>
          <p:nvPr/>
        </p:nvPicPr>
        <p:blipFill>
          <a:blip r:embed="rId7"/>
          <a:stretch>
            <a:fillRect/>
          </a:stretch>
        </p:blipFill>
        <p:spPr>
          <a:xfrm>
            <a:off x="3196742" y="2642826"/>
            <a:ext cx="237744" cy="237744"/>
          </a:xfrm>
          <a:prstGeom prst="rect">
            <a:avLst/>
          </a:prstGeom>
        </p:spPr>
      </p:pic>
      <p:sp>
        <p:nvSpPr>
          <p:cNvPr id="41" name="Text 3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42" name="Text 3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Canva › Poster (Portrait) atau A4</a:t>
            </a:r>
            <a:endParaRPr lang="en-US" sz="1800" dirty="0"/>
          </a:p>
        </p:txBody>
      </p:sp>
      <p:sp>
        <p:nvSpPr>
          <p:cNvPr id="43" name="Text 3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Canva, cari Poster (Portrait) atau A4 Document. Beri nama Papan_Info_NamaTempat_Kel1.</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Desain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Papan_Info_Ruang_Komputer_Kel1</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2737588" y="2317757"/>
            <a:ext cx="1108504" cy="1522179"/>
          </a:xfrm>
          <a:prstGeom prst="rect">
            <a:avLst/>
          </a:prstGeom>
          <a:solidFill>
            <a:srgbClr val="FFFFFF"/>
          </a:solidFill>
          <a:ln w="12700">
            <a:solidFill>
              <a:srgbClr val="FFFFFF"/>
            </a:solidFill>
            <a:prstDash val="solid"/>
          </a:ln>
        </p:spPr>
      </p:sp>
      <p:sp>
        <p:nvSpPr>
          <p:cNvPr id="46" name="Shape 34"/>
          <p:cNvSpPr/>
          <p:nvPr/>
        </p:nvSpPr>
        <p:spPr>
          <a:xfrm>
            <a:off x="2737588" y="2317757"/>
            <a:ext cx="1108504" cy="1522179"/>
          </a:xfrm>
          <a:prstGeom prst="rect">
            <a:avLst/>
          </a:prstGeom>
          <a:solidFill>
            <a:srgbClr val="FFFFFF"/>
          </a:solidFill>
          <a:ln w="12700">
            <a:solidFill>
              <a:srgbClr val="FFFFFF"/>
            </a:solidFill>
            <a:prstDash val="solid"/>
          </a:ln>
        </p:spPr>
      </p:sp>
      <p:sp>
        <p:nvSpPr>
          <p:cNvPr id="47" name="Shape 35"/>
          <p:cNvSpPr/>
          <p:nvPr/>
        </p:nvSpPr>
        <p:spPr>
          <a:xfrm>
            <a:off x="2737588" y="2317757"/>
            <a:ext cx="1108504" cy="304436"/>
          </a:xfrm>
          <a:prstGeom prst="rect">
            <a:avLst/>
          </a:prstGeom>
          <a:solidFill>
            <a:srgbClr val="0F4C3A"/>
          </a:solidFill>
          <a:ln w="12700">
            <a:solidFill>
              <a:srgbClr val="0F4C3A"/>
            </a:solidFill>
            <a:prstDash val="solid"/>
          </a:ln>
        </p:spPr>
      </p:sp>
      <p:sp>
        <p:nvSpPr>
          <p:cNvPr id="48" name="Shape 36"/>
          <p:cNvSpPr/>
          <p:nvPr/>
        </p:nvSpPr>
        <p:spPr>
          <a:xfrm>
            <a:off x="2719300" y="2299469"/>
            <a:ext cx="1145080" cy="341012"/>
          </a:xfrm>
          <a:prstGeom prst="rect">
            <a:avLst/>
          </a:prstGeom>
          <a:solidFill>
            <a:srgbClr val="FFFFFF">
              <a:alpha val="0"/>
            </a:srgbClr>
          </a:solidFill>
          <a:ln w="15240">
            <a:solidFill>
              <a:srgbClr val="8B3DFF"/>
            </a:solidFill>
            <a:prstDash val="solid"/>
          </a:ln>
        </p:spPr>
      </p:sp>
      <p:pic>
        <p:nvPicPr>
          <p:cNvPr id="49" name="Image 10" descr="/home/claude/logo.png">    </p:cNvPr>
          <p:cNvPicPr>
            <a:picLocks noChangeAspect="1"/>
          </p:cNvPicPr>
          <p:nvPr/>
        </p:nvPicPr>
        <p:blipFill>
          <a:blip r:embed="rId11"/>
          <a:stretch>
            <a:fillRect/>
          </a:stretch>
        </p:blipFill>
        <p:spPr>
          <a:xfrm>
            <a:off x="2781928" y="2363422"/>
            <a:ext cx="199531" cy="197883"/>
          </a:xfrm>
          <a:prstGeom prst="rect">
            <a:avLst/>
          </a:prstGeom>
        </p:spPr>
      </p:pic>
      <p:sp>
        <p:nvSpPr>
          <p:cNvPr id="50" name="Text 37"/>
          <p:cNvSpPr txBox="1"/>
          <p:nvPr/>
        </p:nvSpPr>
        <p:spPr>
          <a:xfrm>
            <a:off x="3014714" y="2363422"/>
            <a:ext cx="798123" cy="213105"/>
          </a:xfrm>
          <a:prstGeom prst="rect">
            <a:avLst/>
          </a:prstGeom>
          <a:noFill/>
          <a:ln/>
        </p:spPr>
        <p:txBody>
          <a:bodyPr wrap="square" lIns="0" tIns="0" rIns="0" bIns="0" rtlCol="0" anchor="ctr"/>
          <a:lstStyle/>
          <a:p>
            <a:pPr algn="l" indent="0" marL="0">
              <a:buNone/>
            </a:pPr>
            <a:r>
              <a:rPr lang="en-US" sz="700" b="1" dirty="0">
                <a:solidFill>
                  <a:srgbClr val="FFFFFF"/>
                </a:solidFill>
                <a:latin typeface="Arial" pitchFamily="34" charset="0"/>
                <a:ea typeface="Arial" pitchFamily="34" charset="-122"/>
                <a:cs typeface="Arial" pitchFamily="34" charset="-120"/>
              </a:rPr>
              <a:t>PAPAN INFORMASI</a:t>
            </a:r>
            <a:endParaRPr lang="en-US" sz="700" dirty="0"/>
          </a:p>
          <a:p>
            <a:pPr algn="l" indent="0" marL="0">
              <a:buNone/>
            </a:pPr>
            <a:r>
              <a:rPr lang="en-US" sz="700" b="1" dirty="0">
                <a:solidFill>
                  <a:srgbClr val="FFFFFF"/>
                </a:solidFill>
                <a:latin typeface="Arial" pitchFamily="34" charset="0"/>
                <a:ea typeface="Arial" pitchFamily="34" charset="-122"/>
                <a:cs typeface="Arial" pitchFamily="34" charset="-120"/>
              </a:rPr>
              <a:t>RUANG KOMPUTER</a:t>
            </a:r>
            <a:endParaRPr lang="en-US" sz="700" dirty="0"/>
          </a:p>
        </p:txBody>
      </p:sp>
      <p:sp>
        <p:nvSpPr>
          <p:cNvPr id="51" name="Shape 38"/>
          <p:cNvSpPr/>
          <p:nvPr/>
        </p:nvSpPr>
        <p:spPr>
          <a:xfrm>
            <a:off x="2710156" y="2290325"/>
            <a:ext cx="1163368" cy="359300"/>
          </a:xfrm>
          <a:prstGeom prst="roundRect">
            <a:avLst>
              <a:gd name="adj" fmla="val 12725"/>
            </a:avLst>
          </a:prstGeom>
          <a:solidFill>
            <a:srgbClr val="FFFFFF">
              <a:alpha val="0"/>
            </a:srgbClr>
          </a:solidFill>
          <a:ln w="31750">
            <a:solidFill>
              <a:srgbClr val="E53935"/>
            </a:solidFill>
            <a:prstDash val="solid"/>
          </a:ln>
        </p:spPr>
      </p:sp>
      <p:sp>
        <p:nvSpPr>
          <p:cNvPr id="52" name="Shape 39"/>
          <p:cNvSpPr/>
          <p:nvPr/>
        </p:nvSpPr>
        <p:spPr>
          <a:xfrm>
            <a:off x="3736364" y="2153165"/>
            <a:ext cx="274320" cy="274320"/>
          </a:xfrm>
          <a:prstGeom prst="ellipse">
            <a:avLst/>
          </a:prstGeom>
          <a:solidFill>
            <a:srgbClr val="E53935"/>
          </a:solidFill>
          <a:ln w="12700">
            <a:solidFill>
              <a:srgbClr val="FFFFFF"/>
            </a:solidFill>
            <a:prstDash val="solid"/>
          </a:ln>
        </p:spPr>
      </p:sp>
      <p:sp>
        <p:nvSpPr>
          <p:cNvPr id="53" name="Text 40"/>
          <p:cNvSpPr txBox="1"/>
          <p:nvPr/>
        </p:nvSpPr>
        <p:spPr>
          <a:xfrm>
            <a:off x="3736364"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54" name="Image 11" descr="preencoded.png">    </p:cNvPr>
          <p:cNvPicPr>
            <a:picLocks noChangeAspect="1"/>
          </p:cNvPicPr>
          <p:nvPr/>
        </p:nvPicPr>
        <p:blipFill>
          <a:blip r:embed="rId12"/>
          <a:stretch>
            <a:fillRect/>
          </a:stretch>
        </p:blipFill>
        <p:spPr>
          <a:xfrm>
            <a:off x="3347265" y="2485197"/>
            <a:ext cx="237744" cy="237744"/>
          </a:xfrm>
          <a:prstGeom prst="rect">
            <a:avLst/>
          </a:prstGeom>
        </p:spPr>
      </p:pic>
      <p:sp>
        <p:nvSpPr>
          <p:cNvPr id="55" name="Text 4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56" name="Text 4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header: logo dan judul</a:t>
            </a:r>
            <a:endParaRPr lang="en-US" sz="1800" dirty="0"/>
          </a:p>
        </p:txBody>
      </p:sp>
      <p:sp>
        <p:nvSpPr>
          <p:cNvPr id="57" name="Text 4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Uploads › logo pondok. Tambahkan kotak hijau tua di atas, judul: PAPAN INFORMASI + nama tempat.</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QR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Papan_Info_Ruang_Komputer_Kel1</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sp>
        <p:nvSpPr>
          <p:cNvPr id="40" name="Shape 30"/>
          <p:cNvSpPr/>
          <p:nvPr/>
        </p:nvSpPr>
        <p:spPr>
          <a:xfrm>
            <a:off x="606064" y="3195581"/>
            <a:ext cx="420624" cy="347472"/>
          </a:xfrm>
          <a:prstGeom prst="roundRect">
            <a:avLst>
              <a:gd name="adj" fmla="val 10526"/>
            </a:avLst>
          </a:prstGeom>
          <a:solidFill>
            <a:srgbClr val="3A3B3E"/>
          </a:solidFill>
          <a:ln w="12700">
            <a:solidFill>
              <a:srgbClr val="3A3B3E"/>
            </a:solidFill>
            <a:prstDash val="solid"/>
          </a:ln>
        </p:spPr>
      </p:sp>
      <p:pic>
        <p:nvPicPr>
          <p:cNvPr id="41"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2" name="Text 31"/>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3"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4" name="Text 32"/>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5" name="Shape 33"/>
          <p:cNvSpPr/>
          <p:nvPr/>
        </p:nvSpPr>
        <p:spPr>
          <a:xfrm>
            <a:off x="1044976" y="1970285"/>
            <a:ext cx="1325880" cy="2025099"/>
          </a:xfrm>
          <a:prstGeom prst="rect">
            <a:avLst/>
          </a:prstGeom>
          <a:solidFill>
            <a:srgbClr val="FFFFFF"/>
          </a:solidFill>
          <a:ln w="6350">
            <a:solidFill>
              <a:srgbClr val="DDDDDD"/>
            </a:solidFill>
            <a:prstDash val="solid"/>
          </a:ln>
        </p:spPr>
      </p:sp>
      <p:sp>
        <p:nvSpPr>
          <p:cNvPr id="46" name="Shape 34"/>
          <p:cNvSpPr/>
          <p:nvPr/>
        </p:nvSpPr>
        <p:spPr>
          <a:xfrm>
            <a:off x="1136416" y="2080013"/>
            <a:ext cx="1143000" cy="256032"/>
          </a:xfrm>
          <a:prstGeom prst="roundRect">
            <a:avLst>
              <a:gd name="adj" fmla="val 17857"/>
            </a:avLst>
          </a:prstGeom>
          <a:solidFill>
            <a:srgbClr val="7D2AE8"/>
          </a:solidFill>
          <a:ln w="12700">
            <a:solidFill>
              <a:srgbClr val="7D2AE8"/>
            </a:solidFill>
            <a:prstDash val="solid"/>
          </a:ln>
        </p:spPr>
      </p:sp>
      <p:sp>
        <p:nvSpPr>
          <p:cNvPr id="47" name="Text 35"/>
          <p:cNvSpPr txBox="1"/>
          <p:nvPr/>
        </p:nvSpPr>
        <p:spPr>
          <a:xfrm>
            <a:off x="1136416" y="2080013"/>
            <a:ext cx="11430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Upload files</a:t>
            </a:r>
            <a:endParaRPr lang="en-US" sz="800" dirty="0"/>
          </a:p>
        </p:txBody>
      </p:sp>
      <p:sp>
        <p:nvSpPr>
          <p:cNvPr id="48" name="Shape 36"/>
          <p:cNvSpPr/>
          <p:nvPr/>
        </p:nvSpPr>
        <p:spPr>
          <a:xfrm>
            <a:off x="2370856" y="1970285"/>
            <a:ext cx="3167847" cy="2025099"/>
          </a:xfrm>
          <a:prstGeom prst="rect">
            <a:avLst/>
          </a:prstGeom>
          <a:solidFill>
            <a:srgbClr val="EBECF0"/>
          </a:solidFill>
          <a:ln w="12700">
            <a:solidFill>
              <a:srgbClr val="EBECF0"/>
            </a:solidFill>
            <a:prstDash val="solid"/>
          </a:ln>
        </p:spPr>
      </p:sp>
      <p:sp>
        <p:nvSpPr>
          <p:cNvPr id="49" name="Shape 37"/>
          <p:cNvSpPr/>
          <p:nvPr/>
        </p:nvSpPr>
        <p:spPr>
          <a:xfrm>
            <a:off x="3400528" y="2317757"/>
            <a:ext cx="1108504" cy="1522179"/>
          </a:xfrm>
          <a:prstGeom prst="rect">
            <a:avLst/>
          </a:prstGeom>
          <a:solidFill>
            <a:srgbClr val="FFFFFF"/>
          </a:solidFill>
          <a:ln w="12700">
            <a:solidFill>
              <a:srgbClr val="FFFFFF"/>
            </a:solidFill>
            <a:prstDash val="solid"/>
          </a:ln>
        </p:spPr>
      </p:sp>
      <p:sp>
        <p:nvSpPr>
          <p:cNvPr id="50" name="Shape 38"/>
          <p:cNvSpPr/>
          <p:nvPr/>
        </p:nvSpPr>
        <p:spPr>
          <a:xfrm>
            <a:off x="3400528" y="2317757"/>
            <a:ext cx="1108504" cy="1522179"/>
          </a:xfrm>
          <a:prstGeom prst="rect">
            <a:avLst/>
          </a:prstGeom>
          <a:solidFill>
            <a:srgbClr val="FFFFFF"/>
          </a:solidFill>
          <a:ln w="12700">
            <a:solidFill>
              <a:srgbClr val="FFFFFF"/>
            </a:solidFill>
            <a:prstDash val="solid"/>
          </a:ln>
        </p:spPr>
      </p:sp>
      <p:sp>
        <p:nvSpPr>
          <p:cNvPr id="51" name="Shape 39"/>
          <p:cNvSpPr/>
          <p:nvPr/>
        </p:nvSpPr>
        <p:spPr>
          <a:xfrm>
            <a:off x="3400528" y="2317757"/>
            <a:ext cx="1108504" cy="304436"/>
          </a:xfrm>
          <a:prstGeom prst="rect">
            <a:avLst/>
          </a:prstGeom>
          <a:solidFill>
            <a:srgbClr val="0F4C3A"/>
          </a:solidFill>
          <a:ln w="12700">
            <a:solidFill>
              <a:srgbClr val="0F4C3A"/>
            </a:solidFill>
            <a:prstDash val="solid"/>
          </a:ln>
        </p:spPr>
      </p:sp>
      <p:pic>
        <p:nvPicPr>
          <p:cNvPr id="52" name="Image 10" descr="/home/claude/logo.png">    </p:cNvPr>
          <p:cNvPicPr>
            <a:picLocks noChangeAspect="1"/>
          </p:cNvPicPr>
          <p:nvPr/>
        </p:nvPicPr>
        <p:blipFill>
          <a:blip r:embed="rId11"/>
          <a:stretch>
            <a:fillRect/>
          </a:stretch>
        </p:blipFill>
        <p:spPr>
          <a:xfrm>
            <a:off x="3444868" y="2363422"/>
            <a:ext cx="199531" cy="197883"/>
          </a:xfrm>
          <a:prstGeom prst="rect">
            <a:avLst/>
          </a:prstGeom>
        </p:spPr>
      </p:pic>
      <p:sp>
        <p:nvSpPr>
          <p:cNvPr id="53" name="Text 40"/>
          <p:cNvSpPr txBox="1"/>
          <p:nvPr/>
        </p:nvSpPr>
        <p:spPr>
          <a:xfrm>
            <a:off x="3677654" y="2363422"/>
            <a:ext cx="798123" cy="213105"/>
          </a:xfrm>
          <a:prstGeom prst="rect">
            <a:avLst/>
          </a:prstGeom>
          <a:noFill/>
          <a:ln/>
        </p:spPr>
        <p:txBody>
          <a:bodyPr wrap="square" lIns="0" tIns="0" rIns="0" bIns="0" rtlCol="0" anchor="ctr"/>
          <a:lstStyle/>
          <a:p>
            <a:pPr algn="l" indent="0" marL="0">
              <a:buNone/>
            </a:pPr>
            <a:r>
              <a:rPr lang="en-US" sz="700" b="1" dirty="0">
                <a:solidFill>
                  <a:srgbClr val="FFFFFF"/>
                </a:solidFill>
                <a:latin typeface="Arial" pitchFamily="34" charset="0"/>
                <a:ea typeface="Arial" pitchFamily="34" charset="-122"/>
                <a:cs typeface="Arial" pitchFamily="34" charset="-120"/>
              </a:rPr>
              <a:t>PAPAN INFORMASI</a:t>
            </a:r>
            <a:endParaRPr lang="en-US" sz="700" dirty="0"/>
          </a:p>
          <a:p>
            <a:pPr algn="l" indent="0" marL="0">
              <a:buNone/>
            </a:pPr>
            <a:r>
              <a:rPr lang="en-US" sz="700" b="1" dirty="0">
                <a:solidFill>
                  <a:srgbClr val="FFFFFF"/>
                </a:solidFill>
                <a:latin typeface="Arial" pitchFamily="34" charset="0"/>
                <a:ea typeface="Arial" pitchFamily="34" charset="-122"/>
                <a:cs typeface="Arial" pitchFamily="34" charset="-120"/>
              </a:rPr>
              <a:t>RUANG KOMPUTER</a:t>
            </a:r>
            <a:endParaRPr lang="en-US" sz="700" dirty="0"/>
          </a:p>
        </p:txBody>
      </p:sp>
      <p:sp>
        <p:nvSpPr>
          <p:cNvPr id="54" name="Shape 41"/>
          <p:cNvSpPr/>
          <p:nvPr/>
        </p:nvSpPr>
        <p:spPr>
          <a:xfrm>
            <a:off x="3511378" y="2743967"/>
            <a:ext cx="387977" cy="380545"/>
          </a:xfrm>
          <a:prstGeom prst="rect">
            <a:avLst/>
          </a:prstGeom>
          <a:solidFill>
            <a:srgbClr val="FFFFFF"/>
          </a:solidFill>
          <a:ln w="12700">
            <a:solidFill>
              <a:srgbClr val="FFFFFF"/>
            </a:solidFill>
            <a:prstDash val="solid"/>
          </a:ln>
        </p:spPr>
      </p:sp>
      <p:sp>
        <p:nvSpPr>
          <p:cNvPr id="55" name="Shape 42"/>
          <p:cNvSpPr/>
          <p:nvPr/>
        </p:nvSpPr>
        <p:spPr>
          <a:xfrm>
            <a:off x="3588974" y="2762255"/>
            <a:ext cx="232786" cy="232786"/>
          </a:xfrm>
          <a:prstGeom prst="rect">
            <a:avLst/>
          </a:prstGeom>
          <a:solidFill>
            <a:srgbClr val="FFFFFF"/>
          </a:solidFill>
          <a:ln w="12700">
            <a:solidFill>
              <a:srgbClr val="FFFFFF"/>
            </a:solidFill>
            <a:prstDash val="solid"/>
          </a:ln>
        </p:spPr>
      </p:sp>
      <p:sp>
        <p:nvSpPr>
          <p:cNvPr id="56" name="Shape 43"/>
          <p:cNvSpPr/>
          <p:nvPr/>
        </p:nvSpPr>
        <p:spPr>
          <a:xfrm>
            <a:off x="3588974" y="2762255"/>
            <a:ext cx="33255" cy="33255"/>
          </a:xfrm>
          <a:prstGeom prst="rect">
            <a:avLst/>
          </a:prstGeom>
          <a:solidFill>
            <a:srgbClr val="111111"/>
          </a:solidFill>
          <a:ln w="12700">
            <a:solidFill>
              <a:srgbClr val="111111"/>
            </a:solidFill>
            <a:prstDash val="solid"/>
          </a:ln>
        </p:spPr>
      </p:sp>
      <p:sp>
        <p:nvSpPr>
          <p:cNvPr id="57" name="Shape 44"/>
          <p:cNvSpPr/>
          <p:nvPr/>
        </p:nvSpPr>
        <p:spPr>
          <a:xfrm>
            <a:off x="3622229" y="2762255"/>
            <a:ext cx="33255" cy="33255"/>
          </a:xfrm>
          <a:prstGeom prst="rect">
            <a:avLst/>
          </a:prstGeom>
          <a:solidFill>
            <a:srgbClr val="111111"/>
          </a:solidFill>
          <a:ln w="12700">
            <a:solidFill>
              <a:srgbClr val="111111"/>
            </a:solidFill>
            <a:prstDash val="solid"/>
          </a:ln>
        </p:spPr>
      </p:sp>
      <p:sp>
        <p:nvSpPr>
          <p:cNvPr id="58" name="Shape 45"/>
          <p:cNvSpPr/>
          <p:nvPr/>
        </p:nvSpPr>
        <p:spPr>
          <a:xfrm>
            <a:off x="3655484" y="2762255"/>
            <a:ext cx="33255" cy="33255"/>
          </a:xfrm>
          <a:prstGeom prst="rect">
            <a:avLst/>
          </a:prstGeom>
          <a:solidFill>
            <a:srgbClr val="111111"/>
          </a:solidFill>
          <a:ln w="12700">
            <a:solidFill>
              <a:srgbClr val="111111"/>
            </a:solidFill>
            <a:prstDash val="solid"/>
          </a:ln>
        </p:spPr>
      </p:sp>
      <p:sp>
        <p:nvSpPr>
          <p:cNvPr id="59" name="Shape 46"/>
          <p:cNvSpPr/>
          <p:nvPr/>
        </p:nvSpPr>
        <p:spPr>
          <a:xfrm>
            <a:off x="3721994" y="2762255"/>
            <a:ext cx="33255" cy="33255"/>
          </a:xfrm>
          <a:prstGeom prst="rect">
            <a:avLst/>
          </a:prstGeom>
          <a:solidFill>
            <a:srgbClr val="111111"/>
          </a:solidFill>
          <a:ln w="12700">
            <a:solidFill>
              <a:srgbClr val="111111"/>
            </a:solidFill>
            <a:prstDash val="solid"/>
          </a:ln>
        </p:spPr>
      </p:sp>
      <p:sp>
        <p:nvSpPr>
          <p:cNvPr id="60" name="Shape 47"/>
          <p:cNvSpPr/>
          <p:nvPr/>
        </p:nvSpPr>
        <p:spPr>
          <a:xfrm>
            <a:off x="3755249" y="2762255"/>
            <a:ext cx="33255" cy="33255"/>
          </a:xfrm>
          <a:prstGeom prst="rect">
            <a:avLst/>
          </a:prstGeom>
          <a:solidFill>
            <a:srgbClr val="111111"/>
          </a:solidFill>
          <a:ln w="12700">
            <a:solidFill>
              <a:srgbClr val="111111"/>
            </a:solidFill>
            <a:prstDash val="solid"/>
          </a:ln>
        </p:spPr>
      </p:sp>
      <p:sp>
        <p:nvSpPr>
          <p:cNvPr id="61" name="Shape 48"/>
          <p:cNvSpPr/>
          <p:nvPr/>
        </p:nvSpPr>
        <p:spPr>
          <a:xfrm>
            <a:off x="3788504" y="2762255"/>
            <a:ext cx="33255" cy="33255"/>
          </a:xfrm>
          <a:prstGeom prst="rect">
            <a:avLst/>
          </a:prstGeom>
          <a:solidFill>
            <a:srgbClr val="111111"/>
          </a:solidFill>
          <a:ln w="12700">
            <a:solidFill>
              <a:srgbClr val="111111"/>
            </a:solidFill>
            <a:prstDash val="solid"/>
          </a:ln>
        </p:spPr>
      </p:sp>
      <p:sp>
        <p:nvSpPr>
          <p:cNvPr id="62" name="Shape 49"/>
          <p:cNvSpPr/>
          <p:nvPr/>
        </p:nvSpPr>
        <p:spPr>
          <a:xfrm>
            <a:off x="3588974" y="2795510"/>
            <a:ext cx="33255" cy="33255"/>
          </a:xfrm>
          <a:prstGeom prst="rect">
            <a:avLst/>
          </a:prstGeom>
          <a:solidFill>
            <a:srgbClr val="111111"/>
          </a:solidFill>
          <a:ln w="12700">
            <a:solidFill>
              <a:srgbClr val="111111"/>
            </a:solidFill>
            <a:prstDash val="solid"/>
          </a:ln>
        </p:spPr>
      </p:sp>
      <p:sp>
        <p:nvSpPr>
          <p:cNvPr id="63" name="Shape 50"/>
          <p:cNvSpPr/>
          <p:nvPr/>
        </p:nvSpPr>
        <p:spPr>
          <a:xfrm>
            <a:off x="3655484" y="2795510"/>
            <a:ext cx="33255" cy="33255"/>
          </a:xfrm>
          <a:prstGeom prst="rect">
            <a:avLst/>
          </a:prstGeom>
          <a:solidFill>
            <a:srgbClr val="111111"/>
          </a:solidFill>
          <a:ln w="12700">
            <a:solidFill>
              <a:srgbClr val="111111"/>
            </a:solidFill>
            <a:prstDash val="solid"/>
          </a:ln>
        </p:spPr>
      </p:sp>
      <p:sp>
        <p:nvSpPr>
          <p:cNvPr id="64" name="Shape 51"/>
          <p:cNvSpPr/>
          <p:nvPr/>
        </p:nvSpPr>
        <p:spPr>
          <a:xfrm>
            <a:off x="3721994" y="2795510"/>
            <a:ext cx="33255" cy="33255"/>
          </a:xfrm>
          <a:prstGeom prst="rect">
            <a:avLst/>
          </a:prstGeom>
          <a:solidFill>
            <a:srgbClr val="111111"/>
          </a:solidFill>
          <a:ln w="12700">
            <a:solidFill>
              <a:srgbClr val="111111"/>
            </a:solidFill>
            <a:prstDash val="solid"/>
          </a:ln>
        </p:spPr>
      </p:sp>
      <p:sp>
        <p:nvSpPr>
          <p:cNvPr id="65" name="Shape 52"/>
          <p:cNvSpPr/>
          <p:nvPr/>
        </p:nvSpPr>
        <p:spPr>
          <a:xfrm>
            <a:off x="3788504" y="2795510"/>
            <a:ext cx="33255" cy="33255"/>
          </a:xfrm>
          <a:prstGeom prst="rect">
            <a:avLst/>
          </a:prstGeom>
          <a:solidFill>
            <a:srgbClr val="111111"/>
          </a:solidFill>
          <a:ln w="12700">
            <a:solidFill>
              <a:srgbClr val="111111"/>
            </a:solidFill>
            <a:prstDash val="solid"/>
          </a:ln>
        </p:spPr>
      </p:sp>
      <p:sp>
        <p:nvSpPr>
          <p:cNvPr id="66" name="Shape 53"/>
          <p:cNvSpPr/>
          <p:nvPr/>
        </p:nvSpPr>
        <p:spPr>
          <a:xfrm>
            <a:off x="3588974" y="2828765"/>
            <a:ext cx="33255" cy="33255"/>
          </a:xfrm>
          <a:prstGeom prst="rect">
            <a:avLst/>
          </a:prstGeom>
          <a:solidFill>
            <a:srgbClr val="111111"/>
          </a:solidFill>
          <a:ln w="12700">
            <a:solidFill>
              <a:srgbClr val="111111"/>
            </a:solidFill>
            <a:prstDash val="solid"/>
          </a:ln>
        </p:spPr>
      </p:sp>
      <p:sp>
        <p:nvSpPr>
          <p:cNvPr id="67" name="Shape 54"/>
          <p:cNvSpPr/>
          <p:nvPr/>
        </p:nvSpPr>
        <p:spPr>
          <a:xfrm>
            <a:off x="3622229" y="2828765"/>
            <a:ext cx="33255" cy="33255"/>
          </a:xfrm>
          <a:prstGeom prst="rect">
            <a:avLst/>
          </a:prstGeom>
          <a:solidFill>
            <a:srgbClr val="111111"/>
          </a:solidFill>
          <a:ln w="12700">
            <a:solidFill>
              <a:srgbClr val="111111"/>
            </a:solidFill>
            <a:prstDash val="solid"/>
          </a:ln>
        </p:spPr>
      </p:sp>
      <p:sp>
        <p:nvSpPr>
          <p:cNvPr id="68" name="Shape 55"/>
          <p:cNvSpPr/>
          <p:nvPr/>
        </p:nvSpPr>
        <p:spPr>
          <a:xfrm>
            <a:off x="3655484" y="2828765"/>
            <a:ext cx="33255" cy="33255"/>
          </a:xfrm>
          <a:prstGeom prst="rect">
            <a:avLst/>
          </a:prstGeom>
          <a:solidFill>
            <a:srgbClr val="111111"/>
          </a:solidFill>
          <a:ln w="12700">
            <a:solidFill>
              <a:srgbClr val="111111"/>
            </a:solidFill>
            <a:prstDash val="solid"/>
          </a:ln>
        </p:spPr>
      </p:sp>
      <p:sp>
        <p:nvSpPr>
          <p:cNvPr id="69" name="Shape 56"/>
          <p:cNvSpPr/>
          <p:nvPr/>
        </p:nvSpPr>
        <p:spPr>
          <a:xfrm>
            <a:off x="3721994" y="2828765"/>
            <a:ext cx="33255" cy="33255"/>
          </a:xfrm>
          <a:prstGeom prst="rect">
            <a:avLst/>
          </a:prstGeom>
          <a:solidFill>
            <a:srgbClr val="111111"/>
          </a:solidFill>
          <a:ln w="12700">
            <a:solidFill>
              <a:srgbClr val="111111"/>
            </a:solidFill>
            <a:prstDash val="solid"/>
          </a:ln>
        </p:spPr>
      </p:sp>
      <p:sp>
        <p:nvSpPr>
          <p:cNvPr id="70" name="Shape 57"/>
          <p:cNvSpPr/>
          <p:nvPr/>
        </p:nvSpPr>
        <p:spPr>
          <a:xfrm>
            <a:off x="3755249" y="2828765"/>
            <a:ext cx="33255" cy="33255"/>
          </a:xfrm>
          <a:prstGeom prst="rect">
            <a:avLst/>
          </a:prstGeom>
          <a:solidFill>
            <a:srgbClr val="111111"/>
          </a:solidFill>
          <a:ln w="12700">
            <a:solidFill>
              <a:srgbClr val="111111"/>
            </a:solidFill>
            <a:prstDash val="solid"/>
          </a:ln>
        </p:spPr>
      </p:sp>
      <p:sp>
        <p:nvSpPr>
          <p:cNvPr id="71" name="Shape 58"/>
          <p:cNvSpPr/>
          <p:nvPr/>
        </p:nvSpPr>
        <p:spPr>
          <a:xfrm>
            <a:off x="3788504" y="2828765"/>
            <a:ext cx="33255" cy="33255"/>
          </a:xfrm>
          <a:prstGeom prst="rect">
            <a:avLst/>
          </a:prstGeom>
          <a:solidFill>
            <a:srgbClr val="111111"/>
          </a:solidFill>
          <a:ln w="12700">
            <a:solidFill>
              <a:srgbClr val="111111"/>
            </a:solidFill>
            <a:prstDash val="solid"/>
          </a:ln>
        </p:spPr>
      </p:sp>
      <p:sp>
        <p:nvSpPr>
          <p:cNvPr id="72" name="Shape 59"/>
          <p:cNvSpPr/>
          <p:nvPr/>
        </p:nvSpPr>
        <p:spPr>
          <a:xfrm>
            <a:off x="3688739" y="2862021"/>
            <a:ext cx="33255" cy="33255"/>
          </a:xfrm>
          <a:prstGeom prst="rect">
            <a:avLst/>
          </a:prstGeom>
          <a:solidFill>
            <a:srgbClr val="111111"/>
          </a:solidFill>
          <a:ln w="12700">
            <a:solidFill>
              <a:srgbClr val="111111"/>
            </a:solidFill>
            <a:prstDash val="solid"/>
          </a:ln>
        </p:spPr>
      </p:sp>
      <p:sp>
        <p:nvSpPr>
          <p:cNvPr id="73" name="Shape 60"/>
          <p:cNvSpPr/>
          <p:nvPr/>
        </p:nvSpPr>
        <p:spPr>
          <a:xfrm>
            <a:off x="3588974" y="2895276"/>
            <a:ext cx="33255" cy="33255"/>
          </a:xfrm>
          <a:prstGeom prst="rect">
            <a:avLst/>
          </a:prstGeom>
          <a:solidFill>
            <a:srgbClr val="111111"/>
          </a:solidFill>
          <a:ln w="12700">
            <a:solidFill>
              <a:srgbClr val="111111"/>
            </a:solidFill>
            <a:prstDash val="solid"/>
          </a:ln>
        </p:spPr>
      </p:sp>
      <p:sp>
        <p:nvSpPr>
          <p:cNvPr id="74" name="Shape 61"/>
          <p:cNvSpPr/>
          <p:nvPr/>
        </p:nvSpPr>
        <p:spPr>
          <a:xfrm>
            <a:off x="3655484" y="2895276"/>
            <a:ext cx="33255" cy="33255"/>
          </a:xfrm>
          <a:prstGeom prst="rect">
            <a:avLst/>
          </a:prstGeom>
          <a:solidFill>
            <a:srgbClr val="111111"/>
          </a:solidFill>
          <a:ln w="12700">
            <a:solidFill>
              <a:srgbClr val="111111"/>
            </a:solidFill>
            <a:prstDash val="solid"/>
          </a:ln>
        </p:spPr>
      </p:sp>
      <p:sp>
        <p:nvSpPr>
          <p:cNvPr id="75" name="Shape 62"/>
          <p:cNvSpPr/>
          <p:nvPr/>
        </p:nvSpPr>
        <p:spPr>
          <a:xfrm>
            <a:off x="3688739" y="2895276"/>
            <a:ext cx="33255" cy="33255"/>
          </a:xfrm>
          <a:prstGeom prst="rect">
            <a:avLst/>
          </a:prstGeom>
          <a:solidFill>
            <a:srgbClr val="111111"/>
          </a:solidFill>
          <a:ln w="12700">
            <a:solidFill>
              <a:srgbClr val="111111"/>
            </a:solidFill>
            <a:prstDash val="solid"/>
          </a:ln>
        </p:spPr>
      </p:sp>
      <p:sp>
        <p:nvSpPr>
          <p:cNvPr id="76" name="Shape 63"/>
          <p:cNvSpPr/>
          <p:nvPr/>
        </p:nvSpPr>
        <p:spPr>
          <a:xfrm>
            <a:off x="3755249" y="2895276"/>
            <a:ext cx="33255" cy="33255"/>
          </a:xfrm>
          <a:prstGeom prst="rect">
            <a:avLst/>
          </a:prstGeom>
          <a:solidFill>
            <a:srgbClr val="111111"/>
          </a:solidFill>
          <a:ln w="12700">
            <a:solidFill>
              <a:srgbClr val="111111"/>
            </a:solidFill>
            <a:prstDash val="solid"/>
          </a:ln>
        </p:spPr>
      </p:sp>
      <p:sp>
        <p:nvSpPr>
          <p:cNvPr id="77" name="Shape 64"/>
          <p:cNvSpPr/>
          <p:nvPr/>
        </p:nvSpPr>
        <p:spPr>
          <a:xfrm>
            <a:off x="3788504" y="2895276"/>
            <a:ext cx="33255" cy="33255"/>
          </a:xfrm>
          <a:prstGeom prst="rect">
            <a:avLst/>
          </a:prstGeom>
          <a:solidFill>
            <a:srgbClr val="111111"/>
          </a:solidFill>
          <a:ln w="12700">
            <a:solidFill>
              <a:srgbClr val="111111"/>
            </a:solidFill>
            <a:prstDash val="solid"/>
          </a:ln>
        </p:spPr>
      </p:sp>
      <p:sp>
        <p:nvSpPr>
          <p:cNvPr id="78" name="Shape 65"/>
          <p:cNvSpPr/>
          <p:nvPr/>
        </p:nvSpPr>
        <p:spPr>
          <a:xfrm>
            <a:off x="3622229" y="2928531"/>
            <a:ext cx="33255" cy="33255"/>
          </a:xfrm>
          <a:prstGeom prst="rect">
            <a:avLst/>
          </a:prstGeom>
          <a:solidFill>
            <a:srgbClr val="111111"/>
          </a:solidFill>
          <a:ln w="12700">
            <a:solidFill>
              <a:srgbClr val="111111"/>
            </a:solidFill>
            <a:prstDash val="solid"/>
          </a:ln>
        </p:spPr>
      </p:sp>
      <p:sp>
        <p:nvSpPr>
          <p:cNvPr id="79" name="Shape 66"/>
          <p:cNvSpPr/>
          <p:nvPr/>
        </p:nvSpPr>
        <p:spPr>
          <a:xfrm>
            <a:off x="3721994" y="2928531"/>
            <a:ext cx="33255" cy="33255"/>
          </a:xfrm>
          <a:prstGeom prst="rect">
            <a:avLst/>
          </a:prstGeom>
          <a:solidFill>
            <a:srgbClr val="111111"/>
          </a:solidFill>
          <a:ln w="12700">
            <a:solidFill>
              <a:srgbClr val="111111"/>
            </a:solidFill>
            <a:prstDash val="solid"/>
          </a:ln>
        </p:spPr>
      </p:sp>
      <p:sp>
        <p:nvSpPr>
          <p:cNvPr id="80" name="Shape 67"/>
          <p:cNvSpPr/>
          <p:nvPr/>
        </p:nvSpPr>
        <p:spPr>
          <a:xfrm>
            <a:off x="3755249" y="2928531"/>
            <a:ext cx="33255" cy="33255"/>
          </a:xfrm>
          <a:prstGeom prst="rect">
            <a:avLst/>
          </a:prstGeom>
          <a:solidFill>
            <a:srgbClr val="111111"/>
          </a:solidFill>
          <a:ln w="12700">
            <a:solidFill>
              <a:srgbClr val="111111"/>
            </a:solidFill>
            <a:prstDash val="solid"/>
          </a:ln>
        </p:spPr>
      </p:sp>
      <p:sp>
        <p:nvSpPr>
          <p:cNvPr id="81" name="Shape 68"/>
          <p:cNvSpPr/>
          <p:nvPr/>
        </p:nvSpPr>
        <p:spPr>
          <a:xfrm>
            <a:off x="3588974" y="2961786"/>
            <a:ext cx="33255" cy="33255"/>
          </a:xfrm>
          <a:prstGeom prst="rect">
            <a:avLst/>
          </a:prstGeom>
          <a:solidFill>
            <a:srgbClr val="111111"/>
          </a:solidFill>
          <a:ln w="12700">
            <a:solidFill>
              <a:srgbClr val="111111"/>
            </a:solidFill>
            <a:prstDash val="solid"/>
          </a:ln>
        </p:spPr>
      </p:sp>
      <p:sp>
        <p:nvSpPr>
          <p:cNvPr id="82" name="Shape 69"/>
          <p:cNvSpPr/>
          <p:nvPr/>
        </p:nvSpPr>
        <p:spPr>
          <a:xfrm>
            <a:off x="3622229" y="2961786"/>
            <a:ext cx="33255" cy="33255"/>
          </a:xfrm>
          <a:prstGeom prst="rect">
            <a:avLst/>
          </a:prstGeom>
          <a:solidFill>
            <a:srgbClr val="111111"/>
          </a:solidFill>
          <a:ln w="12700">
            <a:solidFill>
              <a:srgbClr val="111111"/>
            </a:solidFill>
            <a:prstDash val="solid"/>
          </a:ln>
        </p:spPr>
      </p:sp>
      <p:sp>
        <p:nvSpPr>
          <p:cNvPr id="83" name="Shape 70"/>
          <p:cNvSpPr/>
          <p:nvPr/>
        </p:nvSpPr>
        <p:spPr>
          <a:xfrm>
            <a:off x="3655484" y="2961786"/>
            <a:ext cx="33255" cy="33255"/>
          </a:xfrm>
          <a:prstGeom prst="rect">
            <a:avLst/>
          </a:prstGeom>
          <a:solidFill>
            <a:srgbClr val="111111"/>
          </a:solidFill>
          <a:ln w="12700">
            <a:solidFill>
              <a:srgbClr val="111111"/>
            </a:solidFill>
            <a:prstDash val="solid"/>
          </a:ln>
        </p:spPr>
      </p:sp>
      <p:sp>
        <p:nvSpPr>
          <p:cNvPr id="84" name="Shape 71"/>
          <p:cNvSpPr/>
          <p:nvPr/>
        </p:nvSpPr>
        <p:spPr>
          <a:xfrm>
            <a:off x="3721994" y="2961786"/>
            <a:ext cx="33255" cy="33255"/>
          </a:xfrm>
          <a:prstGeom prst="rect">
            <a:avLst/>
          </a:prstGeom>
          <a:solidFill>
            <a:srgbClr val="111111"/>
          </a:solidFill>
          <a:ln w="12700">
            <a:solidFill>
              <a:srgbClr val="111111"/>
            </a:solidFill>
            <a:prstDash val="solid"/>
          </a:ln>
        </p:spPr>
      </p:sp>
      <p:sp>
        <p:nvSpPr>
          <p:cNvPr id="85" name="Shape 72"/>
          <p:cNvSpPr/>
          <p:nvPr/>
        </p:nvSpPr>
        <p:spPr>
          <a:xfrm>
            <a:off x="3788504" y="2961786"/>
            <a:ext cx="33255" cy="33255"/>
          </a:xfrm>
          <a:prstGeom prst="rect">
            <a:avLst/>
          </a:prstGeom>
          <a:solidFill>
            <a:srgbClr val="111111"/>
          </a:solidFill>
          <a:ln w="12700">
            <a:solidFill>
              <a:srgbClr val="111111"/>
            </a:solidFill>
            <a:prstDash val="solid"/>
          </a:ln>
        </p:spPr>
      </p:sp>
      <p:sp>
        <p:nvSpPr>
          <p:cNvPr id="86" name="Shape 73"/>
          <p:cNvSpPr/>
          <p:nvPr/>
        </p:nvSpPr>
        <p:spPr>
          <a:xfrm>
            <a:off x="1118128" y="2061725"/>
            <a:ext cx="1179576" cy="292608"/>
          </a:xfrm>
          <a:prstGeom prst="roundRect">
            <a:avLst>
              <a:gd name="adj" fmla="val 15625"/>
            </a:avLst>
          </a:prstGeom>
          <a:solidFill>
            <a:srgbClr val="FFFFFF">
              <a:alpha val="0"/>
            </a:srgbClr>
          </a:solidFill>
          <a:ln w="31750">
            <a:solidFill>
              <a:srgbClr val="E53935"/>
            </a:solidFill>
            <a:prstDash val="solid"/>
          </a:ln>
        </p:spPr>
      </p:sp>
      <p:sp>
        <p:nvSpPr>
          <p:cNvPr id="87" name="Shape 74"/>
          <p:cNvSpPr/>
          <p:nvPr/>
        </p:nvSpPr>
        <p:spPr>
          <a:xfrm>
            <a:off x="2160544" y="1924565"/>
            <a:ext cx="274320" cy="274320"/>
          </a:xfrm>
          <a:prstGeom prst="ellipse">
            <a:avLst/>
          </a:prstGeom>
          <a:solidFill>
            <a:srgbClr val="E53935"/>
          </a:solidFill>
          <a:ln w="12700">
            <a:solidFill>
              <a:srgbClr val="FFFFFF"/>
            </a:solidFill>
            <a:prstDash val="solid"/>
          </a:ln>
        </p:spPr>
      </p:sp>
      <p:sp>
        <p:nvSpPr>
          <p:cNvPr id="88" name="Text 75"/>
          <p:cNvSpPr txBox="1"/>
          <p:nvPr/>
        </p:nvSpPr>
        <p:spPr>
          <a:xfrm>
            <a:off x="2160544" y="19245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89" name="Image 11" descr="preencoded.png">    </p:cNvPr>
          <p:cNvPicPr>
            <a:picLocks noChangeAspect="1"/>
          </p:cNvPicPr>
          <p:nvPr/>
        </p:nvPicPr>
        <p:blipFill>
          <a:blip r:embed="rId12"/>
          <a:stretch>
            <a:fillRect/>
          </a:stretch>
        </p:blipFill>
        <p:spPr>
          <a:xfrm>
            <a:off x="1765066" y="2220831"/>
            <a:ext cx="237744" cy="237744"/>
          </a:xfrm>
          <a:prstGeom prst="rect">
            <a:avLst/>
          </a:prstGeom>
        </p:spPr>
      </p:pic>
      <p:sp>
        <p:nvSpPr>
          <p:cNvPr id="90" name="Shape 76"/>
          <p:cNvSpPr/>
          <p:nvPr/>
        </p:nvSpPr>
        <p:spPr>
          <a:xfrm>
            <a:off x="3483946" y="2716535"/>
            <a:ext cx="442841" cy="435409"/>
          </a:xfrm>
          <a:prstGeom prst="roundRect">
            <a:avLst>
              <a:gd name="adj" fmla="val 10500"/>
            </a:avLst>
          </a:prstGeom>
          <a:solidFill>
            <a:srgbClr val="FFFFFF">
              <a:alpha val="0"/>
            </a:srgbClr>
          </a:solidFill>
          <a:ln w="31750">
            <a:solidFill>
              <a:srgbClr val="E53935"/>
            </a:solidFill>
            <a:prstDash val="solid"/>
          </a:ln>
        </p:spPr>
      </p:sp>
      <p:sp>
        <p:nvSpPr>
          <p:cNvPr id="91" name="Shape 77"/>
          <p:cNvSpPr/>
          <p:nvPr/>
        </p:nvSpPr>
        <p:spPr>
          <a:xfrm>
            <a:off x="3789627" y="2579375"/>
            <a:ext cx="274320" cy="274320"/>
          </a:xfrm>
          <a:prstGeom prst="ellipse">
            <a:avLst/>
          </a:prstGeom>
          <a:solidFill>
            <a:srgbClr val="E53935"/>
          </a:solidFill>
          <a:ln w="12700">
            <a:solidFill>
              <a:srgbClr val="FFFFFF"/>
            </a:solidFill>
            <a:prstDash val="solid"/>
          </a:ln>
        </p:spPr>
      </p:sp>
      <p:sp>
        <p:nvSpPr>
          <p:cNvPr id="92" name="Text 78"/>
          <p:cNvSpPr txBox="1"/>
          <p:nvPr/>
        </p:nvSpPr>
        <p:spPr>
          <a:xfrm>
            <a:off x="3789627" y="257937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93" name="Image 12" descr="preencoded.png">    </p:cNvPr>
          <p:cNvPicPr>
            <a:picLocks noChangeAspect="1"/>
          </p:cNvPicPr>
          <p:nvPr/>
        </p:nvPicPr>
        <p:blipFill>
          <a:blip r:embed="rId13"/>
          <a:stretch>
            <a:fillRect/>
          </a:stretch>
        </p:blipFill>
        <p:spPr>
          <a:xfrm>
            <a:off x="3724765" y="2953267"/>
            <a:ext cx="237744" cy="237744"/>
          </a:xfrm>
          <a:prstGeom prst="rect">
            <a:avLst/>
          </a:prstGeom>
        </p:spPr>
      </p:pic>
      <p:sp>
        <p:nvSpPr>
          <p:cNvPr id="94" name="Text 7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95" name="Text 8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Uploads › Upload files: semua file QR</a:t>
            </a:r>
            <a:endParaRPr lang="en-US" sz="1800" dirty="0"/>
          </a:p>
        </p:txBody>
      </p:sp>
      <p:sp>
        <p:nvSpPr>
          <p:cNvPr id="96" name="Text 8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Uploads › Upload files. Pilih semua file QR dari folder Proyek. Seret satu per satu ke desain.</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QR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Papan_Info_Ruang_Komputer_Kel1</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2737588" y="2317757"/>
            <a:ext cx="1108504" cy="1522179"/>
          </a:xfrm>
          <a:prstGeom prst="rect">
            <a:avLst/>
          </a:prstGeom>
          <a:solidFill>
            <a:srgbClr val="FFFFFF"/>
          </a:solidFill>
          <a:ln w="12700">
            <a:solidFill>
              <a:srgbClr val="FFFFFF"/>
            </a:solidFill>
            <a:prstDash val="solid"/>
          </a:ln>
        </p:spPr>
      </p:sp>
      <p:sp>
        <p:nvSpPr>
          <p:cNvPr id="46" name="Shape 34"/>
          <p:cNvSpPr/>
          <p:nvPr/>
        </p:nvSpPr>
        <p:spPr>
          <a:xfrm>
            <a:off x="2737588" y="2317757"/>
            <a:ext cx="1108504" cy="1522179"/>
          </a:xfrm>
          <a:prstGeom prst="rect">
            <a:avLst/>
          </a:prstGeom>
          <a:solidFill>
            <a:srgbClr val="FFFFFF"/>
          </a:solidFill>
          <a:ln w="12700">
            <a:solidFill>
              <a:srgbClr val="FFFFFF"/>
            </a:solidFill>
            <a:prstDash val="solid"/>
          </a:ln>
        </p:spPr>
      </p:sp>
      <p:sp>
        <p:nvSpPr>
          <p:cNvPr id="47" name="Shape 35"/>
          <p:cNvSpPr/>
          <p:nvPr/>
        </p:nvSpPr>
        <p:spPr>
          <a:xfrm>
            <a:off x="2737588" y="2317757"/>
            <a:ext cx="1108504" cy="304436"/>
          </a:xfrm>
          <a:prstGeom prst="rect">
            <a:avLst/>
          </a:prstGeom>
          <a:solidFill>
            <a:srgbClr val="0F4C3A"/>
          </a:solidFill>
          <a:ln w="12700">
            <a:solidFill>
              <a:srgbClr val="0F4C3A"/>
            </a:solidFill>
            <a:prstDash val="solid"/>
          </a:ln>
        </p:spPr>
      </p:sp>
      <p:pic>
        <p:nvPicPr>
          <p:cNvPr id="48" name="Image 10" descr="/home/claude/logo.png">    </p:cNvPr>
          <p:cNvPicPr>
            <a:picLocks noChangeAspect="1"/>
          </p:cNvPicPr>
          <p:nvPr/>
        </p:nvPicPr>
        <p:blipFill>
          <a:blip r:embed="rId11"/>
          <a:stretch>
            <a:fillRect/>
          </a:stretch>
        </p:blipFill>
        <p:spPr>
          <a:xfrm>
            <a:off x="2781928" y="2363422"/>
            <a:ext cx="199531" cy="197883"/>
          </a:xfrm>
          <a:prstGeom prst="rect">
            <a:avLst/>
          </a:prstGeom>
        </p:spPr>
      </p:pic>
      <p:sp>
        <p:nvSpPr>
          <p:cNvPr id="49" name="Text 36"/>
          <p:cNvSpPr txBox="1"/>
          <p:nvPr/>
        </p:nvSpPr>
        <p:spPr>
          <a:xfrm>
            <a:off x="3014714" y="2363422"/>
            <a:ext cx="798123" cy="213105"/>
          </a:xfrm>
          <a:prstGeom prst="rect">
            <a:avLst/>
          </a:prstGeom>
          <a:noFill/>
          <a:ln/>
        </p:spPr>
        <p:txBody>
          <a:bodyPr wrap="square" lIns="0" tIns="0" rIns="0" bIns="0" rtlCol="0" anchor="ctr"/>
          <a:lstStyle/>
          <a:p>
            <a:pPr algn="l" indent="0" marL="0">
              <a:buNone/>
            </a:pPr>
            <a:r>
              <a:rPr lang="en-US" sz="700" b="1" dirty="0">
                <a:solidFill>
                  <a:srgbClr val="FFFFFF"/>
                </a:solidFill>
                <a:latin typeface="Arial" pitchFamily="34" charset="0"/>
                <a:ea typeface="Arial" pitchFamily="34" charset="-122"/>
                <a:cs typeface="Arial" pitchFamily="34" charset="-120"/>
              </a:rPr>
              <a:t>PAPAN INFORMASI</a:t>
            </a:r>
            <a:endParaRPr lang="en-US" sz="700" dirty="0"/>
          </a:p>
          <a:p>
            <a:pPr algn="l" indent="0" marL="0">
              <a:buNone/>
            </a:pPr>
            <a:r>
              <a:rPr lang="en-US" sz="700" b="1" dirty="0">
                <a:solidFill>
                  <a:srgbClr val="FFFFFF"/>
                </a:solidFill>
                <a:latin typeface="Arial" pitchFamily="34" charset="0"/>
                <a:ea typeface="Arial" pitchFamily="34" charset="-122"/>
                <a:cs typeface="Arial" pitchFamily="34" charset="-120"/>
              </a:rPr>
              <a:t>RUANG KOMPUTER</a:t>
            </a:r>
            <a:endParaRPr lang="en-US" sz="700" dirty="0"/>
          </a:p>
        </p:txBody>
      </p:sp>
      <p:sp>
        <p:nvSpPr>
          <p:cNvPr id="50" name="Shape 37"/>
          <p:cNvSpPr/>
          <p:nvPr/>
        </p:nvSpPr>
        <p:spPr>
          <a:xfrm>
            <a:off x="2848438" y="2713524"/>
            <a:ext cx="387977" cy="334879"/>
          </a:xfrm>
          <a:prstGeom prst="rect">
            <a:avLst/>
          </a:prstGeom>
          <a:solidFill>
            <a:srgbClr val="FFFFFF"/>
          </a:solidFill>
          <a:ln w="12700">
            <a:solidFill>
              <a:srgbClr val="FFFFFF"/>
            </a:solidFill>
            <a:prstDash val="solid"/>
          </a:ln>
        </p:spPr>
      </p:sp>
      <p:sp>
        <p:nvSpPr>
          <p:cNvPr id="51" name="Shape 38"/>
          <p:cNvSpPr/>
          <p:nvPr/>
        </p:nvSpPr>
        <p:spPr>
          <a:xfrm>
            <a:off x="3347265" y="2713524"/>
            <a:ext cx="387977" cy="334879"/>
          </a:xfrm>
          <a:prstGeom prst="rect">
            <a:avLst/>
          </a:prstGeom>
          <a:solidFill>
            <a:srgbClr val="FFFFFF"/>
          </a:solidFill>
          <a:ln w="12700">
            <a:solidFill>
              <a:srgbClr val="FFFFFF"/>
            </a:solidFill>
            <a:prstDash val="solid"/>
          </a:ln>
        </p:spPr>
      </p:sp>
      <p:sp>
        <p:nvSpPr>
          <p:cNvPr id="52" name="Shape 39"/>
          <p:cNvSpPr/>
          <p:nvPr/>
        </p:nvSpPr>
        <p:spPr>
          <a:xfrm>
            <a:off x="2848438" y="3200621"/>
            <a:ext cx="387977" cy="334879"/>
          </a:xfrm>
          <a:prstGeom prst="rect">
            <a:avLst/>
          </a:prstGeom>
          <a:solidFill>
            <a:srgbClr val="FFFFFF"/>
          </a:solidFill>
          <a:ln w="12700">
            <a:solidFill>
              <a:srgbClr val="FFFFFF"/>
            </a:solidFill>
            <a:prstDash val="solid"/>
          </a:ln>
        </p:spPr>
      </p:sp>
      <p:sp>
        <p:nvSpPr>
          <p:cNvPr id="53" name="Shape 40"/>
          <p:cNvSpPr/>
          <p:nvPr/>
        </p:nvSpPr>
        <p:spPr>
          <a:xfrm>
            <a:off x="3347265" y="3200621"/>
            <a:ext cx="387977" cy="334879"/>
          </a:xfrm>
          <a:prstGeom prst="rect">
            <a:avLst/>
          </a:prstGeom>
          <a:solidFill>
            <a:srgbClr val="FFFFFF"/>
          </a:solidFill>
          <a:ln w="12700">
            <a:solidFill>
              <a:srgbClr val="FFFFFF"/>
            </a:solidFill>
            <a:prstDash val="solid"/>
          </a:ln>
        </p:spPr>
      </p:sp>
      <p:sp>
        <p:nvSpPr>
          <p:cNvPr id="54" name="Text 41"/>
          <p:cNvSpPr txBox="1"/>
          <p:nvPr/>
        </p:nvSpPr>
        <p:spPr>
          <a:xfrm>
            <a:off x="2848438" y="3048403"/>
            <a:ext cx="387977" cy="76109"/>
          </a:xfrm>
          <a:prstGeom prst="rect">
            <a:avLst/>
          </a:prstGeom>
          <a:noFill/>
          <a:ln/>
        </p:spPr>
        <p:txBody>
          <a:bodyPr wrap="square" lIns="0" tIns="0" rIns="0" bIns="0" rtlCol="0" anchor="ctr"/>
          <a:lstStyle/>
          <a:p>
            <a:pPr algn="ctr" indent="0" marL="0">
              <a:buNone/>
            </a:pPr>
            <a:r>
              <a:rPr lang="en-US" sz="450" b="1" dirty="0">
                <a:solidFill>
                  <a:srgbClr val="0F4C3A"/>
                </a:solidFill>
                <a:latin typeface="Arial" pitchFamily="34" charset="0"/>
                <a:ea typeface="Arial" pitchFamily="34" charset="-122"/>
                <a:cs typeface="Arial" pitchFamily="34" charset="-120"/>
              </a:rPr>
              <a:t>Website Kelas</a:t>
            </a:r>
            <a:endParaRPr lang="en-US" sz="450" dirty="0"/>
          </a:p>
        </p:txBody>
      </p:sp>
      <p:sp>
        <p:nvSpPr>
          <p:cNvPr id="55" name="Text 42"/>
          <p:cNvSpPr txBox="1"/>
          <p:nvPr/>
        </p:nvSpPr>
        <p:spPr>
          <a:xfrm>
            <a:off x="3347265" y="3048403"/>
            <a:ext cx="387977" cy="76109"/>
          </a:xfrm>
          <a:prstGeom prst="rect">
            <a:avLst/>
          </a:prstGeom>
          <a:noFill/>
          <a:ln/>
        </p:spPr>
        <p:txBody>
          <a:bodyPr wrap="square" lIns="0" tIns="0" rIns="0" bIns="0" rtlCol="0" anchor="ctr"/>
          <a:lstStyle/>
          <a:p>
            <a:pPr algn="ctr" indent="0" marL="0">
              <a:buNone/>
            </a:pPr>
            <a:r>
              <a:rPr lang="en-US" sz="450" b="1" dirty="0">
                <a:solidFill>
                  <a:srgbClr val="0F4C3A"/>
                </a:solidFill>
                <a:latin typeface="Arial" pitchFamily="34" charset="0"/>
                <a:ea typeface="Arial" pitchFamily="34" charset="-122"/>
                <a:cs typeface="Arial" pitchFamily="34" charset="-120"/>
              </a:rPr>
              <a:t>Tata Tertib</a:t>
            </a:r>
            <a:endParaRPr lang="en-US" sz="450" dirty="0"/>
          </a:p>
        </p:txBody>
      </p:sp>
      <p:sp>
        <p:nvSpPr>
          <p:cNvPr id="56" name="Text 43"/>
          <p:cNvSpPr txBox="1"/>
          <p:nvPr/>
        </p:nvSpPr>
        <p:spPr>
          <a:xfrm>
            <a:off x="2848438" y="3535500"/>
            <a:ext cx="387977" cy="76109"/>
          </a:xfrm>
          <a:prstGeom prst="rect">
            <a:avLst/>
          </a:prstGeom>
          <a:noFill/>
          <a:ln/>
        </p:spPr>
        <p:txBody>
          <a:bodyPr wrap="square" lIns="0" tIns="0" rIns="0" bIns="0" rtlCol="0" anchor="ctr"/>
          <a:lstStyle/>
          <a:p>
            <a:pPr algn="ctr" indent="0" marL="0">
              <a:buNone/>
            </a:pPr>
            <a:r>
              <a:rPr lang="en-US" sz="450" b="1" dirty="0">
                <a:solidFill>
                  <a:srgbClr val="0F4C3A"/>
                </a:solidFill>
                <a:latin typeface="Arial" pitchFamily="34" charset="0"/>
                <a:ea typeface="Arial" pitchFamily="34" charset="-122"/>
                <a:cs typeface="Arial" pitchFamily="34" charset="-120"/>
              </a:rPr>
              <a:t>Daftar Ekskul</a:t>
            </a:r>
            <a:endParaRPr lang="en-US" sz="450" dirty="0"/>
          </a:p>
        </p:txBody>
      </p:sp>
      <p:sp>
        <p:nvSpPr>
          <p:cNvPr id="57" name="Text 44"/>
          <p:cNvSpPr txBox="1"/>
          <p:nvPr/>
        </p:nvSpPr>
        <p:spPr>
          <a:xfrm>
            <a:off x="3347265" y="3535500"/>
            <a:ext cx="387977" cy="76109"/>
          </a:xfrm>
          <a:prstGeom prst="rect">
            <a:avLst/>
          </a:prstGeom>
          <a:noFill/>
          <a:ln/>
        </p:spPr>
        <p:txBody>
          <a:bodyPr wrap="square" lIns="0" tIns="0" rIns="0" bIns="0" rtlCol="0" anchor="ctr"/>
          <a:lstStyle/>
          <a:p>
            <a:pPr algn="ctr" indent="0" marL="0">
              <a:buNone/>
            </a:pPr>
            <a:r>
              <a:rPr lang="en-US" sz="450" b="1" dirty="0">
                <a:solidFill>
                  <a:srgbClr val="0F4C3A"/>
                </a:solidFill>
                <a:latin typeface="Arial" pitchFamily="34" charset="0"/>
                <a:ea typeface="Arial" pitchFamily="34" charset="-122"/>
                <a:cs typeface="Arial" pitchFamily="34" charset="-120"/>
              </a:rPr>
              <a:t>Jadwal Piket</a:t>
            </a:r>
            <a:endParaRPr lang="en-US" sz="450" dirty="0"/>
          </a:p>
        </p:txBody>
      </p:sp>
      <p:sp>
        <p:nvSpPr>
          <p:cNvPr id="58" name="Text 45"/>
          <p:cNvSpPr txBox="1"/>
          <p:nvPr/>
        </p:nvSpPr>
        <p:spPr>
          <a:xfrm>
            <a:off x="2793013" y="3718162"/>
            <a:ext cx="997654" cy="60887"/>
          </a:xfrm>
          <a:prstGeom prst="rect">
            <a:avLst/>
          </a:prstGeom>
          <a:noFill/>
          <a:ln/>
        </p:spPr>
        <p:txBody>
          <a:bodyPr wrap="square" lIns="0" tIns="0" rIns="0" bIns="0" rtlCol="0" anchor="ctr"/>
          <a:lstStyle/>
          <a:p>
            <a:pPr algn="ctr" indent="0" marL="0">
              <a:buNone/>
            </a:pPr>
            <a:r>
              <a:rPr lang="en-US" sz="350" dirty="0">
                <a:solidFill>
                  <a:srgbClr val="5F6F68"/>
                </a:solidFill>
                <a:latin typeface="Arial" pitchFamily="34" charset="0"/>
                <a:ea typeface="Arial" pitchFamily="34" charset="-122"/>
                <a:cs typeface="Arial" pitchFamily="34" charset="-120"/>
              </a:rPr>
              <a:t>Pindai dengan kamera HP · Kelompok 1 · Kelas 8A</a:t>
            </a:r>
            <a:endParaRPr lang="en-US" sz="350" dirty="0"/>
          </a:p>
        </p:txBody>
      </p:sp>
      <p:sp>
        <p:nvSpPr>
          <p:cNvPr id="59" name="Shape 46"/>
          <p:cNvSpPr/>
          <p:nvPr/>
        </p:nvSpPr>
        <p:spPr>
          <a:xfrm>
            <a:off x="2884131" y="2722668"/>
            <a:ext cx="316591" cy="316591"/>
          </a:xfrm>
          <a:prstGeom prst="rect">
            <a:avLst/>
          </a:prstGeom>
          <a:solidFill>
            <a:srgbClr val="FFFFFF"/>
          </a:solidFill>
          <a:ln w="12700">
            <a:solidFill>
              <a:srgbClr val="FFFFFF"/>
            </a:solidFill>
            <a:prstDash val="solid"/>
          </a:ln>
        </p:spPr>
      </p:sp>
      <p:sp>
        <p:nvSpPr>
          <p:cNvPr id="60" name="Shape 47"/>
          <p:cNvSpPr/>
          <p:nvPr/>
        </p:nvSpPr>
        <p:spPr>
          <a:xfrm>
            <a:off x="2884131" y="2722668"/>
            <a:ext cx="45227" cy="45227"/>
          </a:xfrm>
          <a:prstGeom prst="rect">
            <a:avLst/>
          </a:prstGeom>
          <a:solidFill>
            <a:srgbClr val="111111"/>
          </a:solidFill>
          <a:ln w="12700">
            <a:solidFill>
              <a:srgbClr val="111111"/>
            </a:solidFill>
            <a:prstDash val="solid"/>
          </a:ln>
        </p:spPr>
      </p:sp>
      <p:sp>
        <p:nvSpPr>
          <p:cNvPr id="61" name="Shape 48"/>
          <p:cNvSpPr/>
          <p:nvPr/>
        </p:nvSpPr>
        <p:spPr>
          <a:xfrm>
            <a:off x="2929358" y="2722668"/>
            <a:ext cx="45227" cy="45227"/>
          </a:xfrm>
          <a:prstGeom prst="rect">
            <a:avLst/>
          </a:prstGeom>
          <a:solidFill>
            <a:srgbClr val="111111"/>
          </a:solidFill>
          <a:ln w="12700">
            <a:solidFill>
              <a:srgbClr val="111111"/>
            </a:solidFill>
            <a:prstDash val="solid"/>
          </a:ln>
        </p:spPr>
      </p:sp>
      <p:sp>
        <p:nvSpPr>
          <p:cNvPr id="62" name="Shape 49"/>
          <p:cNvSpPr/>
          <p:nvPr/>
        </p:nvSpPr>
        <p:spPr>
          <a:xfrm>
            <a:off x="2974585" y="2722668"/>
            <a:ext cx="45227" cy="45227"/>
          </a:xfrm>
          <a:prstGeom prst="rect">
            <a:avLst/>
          </a:prstGeom>
          <a:solidFill>
            <a:srgbClr val="111111"/>
          </a:solidFill>
          <a:ln w="12700">
            <a:solidFill>
              <a:srgbClr val="111111"/>
            </a:solidFill>
            <a:prstDash val="solid"/>
          </a:ln>
        </p:spPr>
      </p:sp>
      <p:sp>
        <p:nvSpPr>
          <p:cNvPr id="63" name="Shape 50"/>
          <p:cNvSpPr/>
          <p:nvPr/>
        </p:nvSpPr>
        <p:spPr>
          <a:xfrm>
            <a:off x="3065040" y="2722668"/>
            <a:ext cx="45227" cy="45227"/>
          </a:xfrm>
          <a:prstGeom prst="rect">
            <a:avLst/>
          </a:prstGeom>
          <a:solidFill>
            <a:srgbClr val="111111"/>
          </a:solidFill>
          <a:ln w="12700">
            <a:solidFill>
              <a:srgbClr val="111111"/>
            </a:solidFill>
            <a:prstDash val="solid"/>
          </a:ln>
        </p:spPr>
      </p:sp>
      <p:sp>
        <p:nvSpPr>
          <p:cNvPr id="64" name="Shape 51"/>
          <p:cNvSpPr/>
          <p:nvPr/>
        </p:nvSpPr>
        <p:spPr>
          <a:xfrm>
            <a:off x="3110267" y="2722668"/>
            <a:ext cx="45227" cy="45227"/>
          </a:xfrm>
          <a:prstGeom prst="rect">
            <a:avLst/>
          </a:prstGeom>
          <a:solidFill>
            <a:srgbClr val="111111"/>
          </a:solidFill>
          <a:ln w="12700">
            <a:solidFill>
              <a:srgbClr val="111111"/>
            </a:solidFill>
            <a:prstDash val="solid"/>
          </a:ln>
        </p:spPr>
      </p:sp>
      <p:sp>
        <p:nvSpPr>
          <p:cNvPr id="65" name="Shape 52"/>
          <p:cNvSpPr/>
          <p:nvPr/>
        </p:nvSpPr>
        <p:spPr>
          <a:xfrm>
            <a:off x="3155495" y="2722668"/>
            <a:ext cx="45227" cy="45227"/>
          </a:xfrm>
          <a:prstGeom prst="rect">
            <a:avLst/>
          </a:prstGeom>
          <a:solidFill>
            <a:srgbClr val="111111"/>
          </a:solidFill>
          <a:ln w="12700">
            <a:solidFill>
              <a:srgbClr val="111111"/>
            </a:solidFill>
            <a:prstDash val="solid"/>
          </a:ln>
        </p:spPr>
      </p:sp>
      <p:sp>
        <p:nvSpPr>
          <p:cNvPr id="66" name="Shape 53"/>
          <p:cNvSpPr/>
          <p:nvPr/>
        </p:nvSpPr>
        <p:spPr>
          <a:xfrm>
            <a:off x="2884131" y="2767895"/>
            <a:ext cx="45227" cy="45227"/>
          </a:xfrm>
          <a:prstGeom prst="rect">
            <a:avLst/>
          </a:prstGeom>
          <a:solidFill>
            <a:srgbClr val="111111"/>
          </a:solidFill>
          <a:ln w="12700">
            <a:solidFill>
              <a:srgbClr val="111111"/>
            </a:solidFill>
            <a:prstDash val="solid"/>
          </a:ln>
        </p:spPr>
      </p:sp>
      <p:sp>
        <p:nvSpPr>
          <p:cNvPr id="67" name="Shape 54"/>
          <p:cNvSpPr/>
          <p:nvPr/>
        </p:nvSpPr>
        <p:spPr>
          <a:xfrm>
            <a:off x="2974585" y="2767895"/>
            <a:ext cx="45227" cy="45227"/>
          </a:xfrm>
          <a:prstGeom prst="rect">
            <a:avLst/>
          </a:prstGeom>
          <a:solidFill>
            <a:srgbClr val="111111"/>
          </a:solidFill>
          <a:ln w="12700">
            <a:solidFill>
              <a:srgbClr val="111111"/>
            </a:solidFill>
            <a:prstDash val="solid"/>
          </a:ln>
        </p:spPr>
      </p:sp>
      <p:sp>
        <p:nvSpPr>
          <p:cNvPr id="68" name="Shape 55"/>
          <p:cNvSpPr/>
          <p:nvPr/>
        </p:nvSpPr>
        <p:spPr>
          <a:xfrm>
            <a:off x="3065040" y="2767895"/>
            <a:ext cx="45227" cy="45227"/>
          </a:xfrm>
          <a:prstGeom prst="rect">
            <a:avLst/>
          </a:prstGeom>
          <a:solidFill>
            <a:srgbClr val="111111"/>
          </a:solidFill>
          <a:ln w="12700">
            <a:solidFill>
              <a:srgbClr val="111111"/>
            </a:solidFill>
            <a:prstDash val="solid"/>
          </a:ln>
        </p:spPr>
      </p:sp>
      <p:sp>
        <p:nvSpPr>
          <p:cNvPr id="69" name="Shape 56"/>
          <p:cNvSpPr/>
          <p:nvPr/>
        </p:nvSpPr>
        <p:spPr>
          <a:xfrm>
            <a:off x="3155495" y="2767895"/>
            <a:ext cx="45227" cy="45227"/>
          </a:xfrm>
          <a:prstGeom prst="rect">
            <a:avLst/>
          </a:prstGeom>
          <a:solidFill>
            <a:srgbClr val="111111"/>
          </a:solidFill>
          <a:ln w="12700">
            <a:solidFill>
              <a:srgbClr val="111111"/>
            </a:solidFill>
            <a:prstDash val="solid"/>
          </a:ln>
        </p:spPr>
      </p:sp>
      <p:sp>
        <p:nvSpPr>
          <p:cNvPr id="70" name="Shape 57"/>
          <p:cNvSpPr/>
          <p:nvPr/>
        </p:nvSpPr>
        <p:spPr>
          <a:xfrm>
            <a:off x="2884131" y="2813122"/>
            <a:ext cx="45227" cy="45227"/>
          </a:xfrm>
          <a:prstGeom prst="rect">
            <a:avLst/>
          </a:prstGeom>
          <a:solidFill>
            <a:srgbClr val="111111"/>
          </a:solidFill>
          <a:ln w="12700">
            <a:solidFill>
              <a:srgbClr val="111111"/>
            </a:solidFill>
            <a:prstDash val="solid"/>
          </a:ln>
        </p:spPr>
      </p:sp>
      <p:sp>
        <p:nvSpPr>
          <p:cNvPr id="71" name="Shape 58"/>
          <p:cNvSpPr/>
          <p:nvPr/>
        </p:nvSpPr>
        <p:spPr>
          <a:xfrm>
            <a:off x="2929358" y="2813122"/>
            <a:ext cx="45227" cy="45227"/>
          </a:xfrm>
          <a:prstGeom prst="rect">
            <a:avLst/>
          </a:prstGeom>
          <a:solidFill>
            <a:srgbClr val="111111"/>
          </a:solidFill>
          <a:ln w="12700">
            <a:solidFill>
              <a:srgbClr val="111111"/>
            </a:solidFill>
            <a:prstDash val="solid"/>
          </a:ln>
        </p:spPr>
      </p:sp>
      <p:sp>
        <p:nvSpPr>
          <p:cNvPr id="72" name="Shape 59"/>
          <p:cNvSpPr/>
          <p:nvPr/>
        </p:nvSpPr>
        <p:spPr>
          <a:xfrm>
            <a:off x="2974585" y="2813122"/>
            <a:ext cx="45227" cy="45227"/>
          </a:xfrm>
          <a:prstGeom prst="rect">
            <a:avLst/>
          </a:prstGeom>
          <a:solidFill>
            <a:srgbClr val="111111"/>
          </a:solidFill>
          <a:ln w="12700">
            <a:solidFill>
              <a:srgbClr val="111111"/>
            </a:solidFill>
            <a:prstDash val="solid"/>
          </a:ln>
        </p:spPr>
      </p:sp>
      <p:sp>
        <p:nvSpPr>
          <p:cNvPr id="73" name="Shape 60"/>
          <p:cNvSpPr/>
          <p:nvPr/>
        </p:nvSpPr>
        <p:spPr>
          <a:xfrm>
            <a:off x="3065040" y="2813122"/>
            <a:ext cx="45227" cy="45227"/>
          </a:xfrm>
          <a:prstGeom prst="rect">
            <a:avLst/>
          </a:prstGeom>
          <a:solidFill>
            <a:srgbClr val="111111"/>
          </a:solidFill>
          <a:ln w="12700">
            <a:solidFill>
              <a:srgbClr val="111111"/>
            </a:solidFill>
            <a:prstDash val="solid"/>
          </a:ln>
        </p:spPr>
      </p:sp>
      <p:sp>
        <p:nvSpPr>
          <p:cNvPr id="74" name="Shape 61"/>
          <p:cNvSpPr/>
          <p:nvPr/>
        </p:nvSpPr>
        <p:spPr>
          <a:xfrm>
            <a:off x="3110267" y="2813122"/>
            <a:ext cx="45227" cy="45227"/>
          </a:xfrm>
          <a:prstGeom prst="rect">
            <a:avLst/>
          </a:prstGeom>
          <a:solidFill>
            <a:srgbClr val="111111"/>
          </a:solidFill>
          <a:ln w="12700">
            <a:solidFill>
              <a:srgbClr val="111111"/>
            </a:solidFill>
            <a:prstDash val="solid"/>
          </a:ln>
        </p:spPr>
      </p:sp>
      <p:sp>
        <p:nvSpPr>
          <p:cNvPr id="75" name="Shape 62"/>
          <p:cNvSpPr/>
          <p:nvPr/>
        </p:nvSpPr>
        <p:spPr>
          <a:xfrm>
            <a:off x="3155495" y="2813122"/>
            <a:ext cx="45227" cy="45227"/>
          </a:xfrm>
          <a:prstGeom prst="rect">
            <a:avLst/>
          </a:prstGeom>
          <a:solidFill>
            <a:srgbClr val="111111"/>
          </a:solidFill>
          <a:ln w="12700">
            <a:solidFill>
              <a:srgbClr val="111111"/>
            </a:solidFill>
            <a:prstDash val="solid"/>
          </a:ln>
        </p:spPr>
      </p:sp>
      <p:sp>
        <p:nvSpPr>
          <p:cNvPr id="76" name="Shape 63"/>
          <p:cNvSpPr/>
          <p:nvPr/>
        </p:nvSpPr>
        <p:spPr>
          <a:xfrm>
            <a:off x="3019813" y="2858350"/>
            <a:ext cx="45227" cy="45227"/>
          </a:xfrm>
          <a:prstGeom prst="rect">
            <a:avLst/>
          </a:prstGeom>
          <a:solidFill>
            <a:srgbClr val="111111"/>
          </a:solidFill>
          <a:ln w="12700">
            <a:solidFill>
              <a:srgbClr val="111111"/>
            </a:solidFill>
            <a:prstDash val="solid"/>
          </a:ln>
        </p:spPr>
      </p:sp>
      <p:sp>
        <p:nvSpPr>
          <p:cNvPr id="77" name="Shape 64"/>
          <p:cNvSpPr/>
          <p:nvPr/>
        </p:nvSpPr>
        <p:spPr>
          <a:xfrm>
            <a:off x="2884131" y="2903577"/>
            <a:ext cx="45227" cy="45227"/>
          </a:xfrm>
          <a:prstGeom prst="rect">
            <a:avLst/>
          </a:prstGeom>
          <a:solidFill>
            <a:srgbClr val="111111"/>
          </a:solidFill>
          <a:ln w="12700">
            <a:solidFill>
              <a:srgbClr val="111111"/>
            </a:solidFill>
            <a:prstDash val="solid"/>
          </a:ln>
        </p:spPr>
      </p:sp>
      <p:sp>
        <p:nvSpPr>
          <p:cNvPr id="78" name="Shape 65"/>
          <p:cNvSpPr/>
          <p:nvPr/>
        </p:nvSpPr>
        <p:spPr>
          <a:xfrm>
            <a:off x="2974585" y="2903577"/>
            <a:ext cx="45227" cy="45227"/>
          </a:xfrm>
          <a:prstGeom prst="rect">
            <a:avLst/>
          </a:prstGeom>
          <a:solidFill>
            <a:srgbClr val="111111"/>
          </a:solidFill>
          <a:ln w="12700">
            <a:solidFill>
              <a:srgbClr val="111111"/>
            </a:solidFill>
            <a:prstDash val="solid"/>
          </a:ln>
        </p:spPr>
      </p:sp>
      <p:sp>
        <p:nvSpPr>
          <p:cNvPr id="79" name="Shape 66"/>
          <p:cNvSpPr/>
          <p:nvPr/>
        </p:nvSpPr>
        <p:spPr>
          <a:xfrm>
            <a:off x="3019813" y="2903577"/>
            <a:ext cx="45227" cy="45227"/>
          </a:xfrm>
          <a:prstGeom prst="rect">
            <a:avLst/>
          </a:prstGeom>
          <a:solidFill>
            <a:srgbClr val="111111"/>
          </a:solidFill>
          <a:ln w="12700">
            <a:solidFill>
              <a:srgbClr val="111111"/>
            </a:solidFill>
            <a:prstDash val="solid"/>
          </a:ln>
        </p:spPr>
      </p:sp>
      <p:sp>
        <p:nvSpPr>
          <p:cNvPr id="80" name="Shape 67"/>
          <p:cNvSpPr/>
          <p:nvPr/>
        </p:nvSpPr>
        <p:spPr>
          <a:xfrm>
            <a:off x="3110267" y="2903577"/>
            <a:ext cx="45227" cy="45227"/>
          </a:xfrm>
          <a:prstGeom prst="rect">
            <a:avLst/>
          </a:prstGeom>
          <a:solidFill>
            <a:srgbClr val="111111"/>
          </a:solidFill>
          <a:ln w="12700">
            <a:solidFill>
              <a:srgbClr val="111111"/>
            </a:solidFill>
            <a:prstDash val="solid"/>
          </a:ln>
        </p:spPr>
      </p:sp>
      <p:sp>
        <p:nvSpPr>
          <p:cNvPr id="81" name="Shape 68"/>
          <p:cNvSpPr/>
          <p:nvPr/>
        </p:nvSpPr>
        <p:spPr>
          <a:xfrm>
            <a:off x="3155495" y="2903577"/>
            <a:ext cx="45227" cy="45227"/>
          </a:xfrm>
          <a:prstGeom prst="rect">
            <a:avLst/>
          </a:prstGeom>
          <a:solidFill>
            <a:srgbClr val="111111"/>
          </a:solidFill>
          <a:ln w="12700">
            <a:solidFill>
              <a:srgbClr val="111111"/>
            </a:solidFill>
            <a:prstDash val="solid"/>
          </a:ln>
        </p:spPr>
      </p:sp>
      <p:sp>
        <p:nvSpPr>
          <p:cNvPr id="82" name="Shape 69"/>
          <p:cNvSpPr/>
          <p:nvPr/>
        </p:nvSpPr>
        <p:spPr>
          <a:xfrm>
            <a:off x="2929358" y="2948804"/>
            <a:ext cx="45227" cy="45227"/>
          </a:xfrm>
          <a:prstGeom prst="rect">
            <a:avLst/>
          </a:prstGeom>
          <a:solidFill>
            <a:srgbClr val="111111"/>
          </a:solidFill>
          <a:ln w="12700">
            <a:solidFill>
              <a:srgbClr val="111111"/>
            </a:solidFill>
            <a:prstDash val="solid"/>
          </a:ln>
        </p:spPr>
      </p:sp>
      <p:sp>
        <p:nvSpPr>
          <p:cNvPr id="83" name="Shape 70"/>
          <p:cNvSpPr/>
          <p:nvPr/>
        </p:nvSpPr>
        <p:spPr>
          <a:xfrm>
            <a:off x="3065040" y="2948804"/>
            <a:ext cx="45227" cy="45227"/>
          </a:xfrm>
          <a:prstGeom prst="rect">
            <a:avLst/>
          </a:prstGeom>
          <a:solidFill>
            <a:srgbClr val="111111"/>
          </a:solidFill>
          <a:ln w="12700">
            <a:solidFill>
              <a:srgbClr val="111111"/>
            </a:solidFill>
            <a:prstDash val="solid"/>
          </a:ln>
        </p:spPr>
      </p:sp>
      <p:sp>
        <p:nvSpPr>
          <p:cNvPr id="84" name="Shape 71"/>
          <p:cNvSpPr/>
          <p:nvPr/>
        </p:nvSpPr>
        <p:spPr>
          <a:xfrm>
            <a:off x="3110267" y="2948804"/>
            <a:ext cx="45227" cy="45227"/>
          </a:xfrm>
          <a:prstGeom prst="rect">
            <a:avLst/>
          </a:prstGeom>
          <a:solidFill>
            <a:srgbClr val="111111"/>
          </a:solidFill>
          <a:ln w="12700">
            <a:solidFill>
              <a:srgbClr val="111111"/>
            </a:solidFill>
            <a:prstDash val="solid"/>
          </a:ln>
        </p:spPr>
      </p:sp>
      <p:sp>
        <p:nvSpPr>
          <p:cNvPr id="85" name="Shape 72"/>
          <p:cNvSpPr/>
          <p:nvPr/>
        </p:nvSpPr>
        <p:spPr>
          <a:xfrm>
            <a:off x="2884131" y="2994032"/>
            <a:ext cx="45227" cy="45227"/>
          </a:xfrm>
          <a:prstGeom prst="rect">
            <a:avLst/>
          </a:prstGeom>
          <a:solidFill>
            <a:srgbClr val="111111"/>
          </a:solidFill>
          <a:ln w="12700">
            <a:solidFill>
              <a:srgbClr val="111111"/>
            </a:solidFill>
            <a:prstDash val="solid"/>
          </a:ln>
        </p:spPr>
      </p:sp>
      <p:sp>
        <p:nvSpPr>
          <p:cNvPr id="86" name="Shape 73"/>
          <p:cNvSpPr/>
          <p:nvPr/>
        </p:nvSpPr>
        <p:spPr>
          <a:xfrm>
            <a:off x="2929358" y="2994032"/>
            <a:ext cx="45227" cy="45227"/>
          </a:xfrm>
          <a:prstGeom prst="rect">
            <a:avLst/>
          </a:prstGeom>
          <a:solidFill>
            <a:srgbClr val="111111"/>
          </a:solidFill>
          <a:ln w="12700">
            <a:solidFill>
              <a:srgbClr val="111111"/>
            </a:solidFill>
            <a:prstDash val="solid"/>
          </a:ln>
        </p:spPr>
      </p:sp>
      <p:sp>
        <p:nvSpPr>
          <p:cNvPr id="87" name="Shape 74"/>
          <p:cNvSpPr/>
          <p:nvPr/>
        </p:nvSpPr>
        <p:spPr>
          <a:xfrm>
            <a:off x="2974585" y="2994032"/>
            <a:ext cx="45227" cy="45227"/>
          </a:xfrm>
          <a:prstGeom prst="rect">
            <a:avLst/>
          </a:prstGeom>
          <a:solidFill>
            <a:srgbClr val="111111"/>
          </a:solidFill>
          <a:ln w="12700">
            <a:solidFill>
              <a:srgbClr val="111111"/>
            </a:solidFill>
            <a:prstDash val="solid"/>
          </a:ln>
        </p:spPr>
      </p:sp>
      <p:sp>
        <p:nvSpPr>
          <p:cNvPr id="88" name="Shape 75"/>
          <p:cNvSpPr/>
          <p:nvPr/>
        </p:nvSpPr>
        <p:spPr>
          <a:xfrm>
            <a:off x="3065040" y="2994032"/>
            <a:ext cx="45227" cy="45227"/>
          </a:xfrm>
          <a:prstGeom prst="rect">
            <a:avLst/>
          </a:prstGeom>
          <a:solidFill>
            <a:srgbClr val="111111"/>
          </a:solidFill>
          <a:ln w="12700">
            <a:solidFill>
              <a:srgbClr val="111111"/>
            </a:solidFill>
            <a:prstDash val="solid"/>
          </a:ln>
        </p:spPr>
      </p:sp>
      <p:sp>
        <p:nvSpPr>
          <p:cNvPr id="89" name="Shape 76"/>
          <p:cNvSpPr/>
          <p:nvPr/>
        </p:nvSpPr>
        <p:spPr>
          <a:xfrm>
            <a:off x="3155495" y="2994032"/>
            <a:ext cx="45227" cy="45227"/>
          </a:xfrm>
          <a:prstGeom prst="rect">
            <a:avLst/>
          </a:prstGeom>
          <a:solidFill>
            <a:srgbClr val="111111"/>
          </a:solidFill>
          <a:ln w="12700">
            <a:solidFill>
              <a:srgbClr val="111111"/>
            </a:solidFill>
            <a:prstDash val="solid"/>
          </a:ln>
        </p:spPr>
      </p:sp>
      <p:sp>
        <p:nvSpPr>
          <p:cNvPr id="90" name="Shape 77"/>
          <p:cNvSpPr/>
          <p:nvPr/>
        </p:nvSpPr>
        <p:spPr>
          <a:xfrm>
            <a:off x="3382958" y="2722668"/>
            <a:ext cx="316591" cy="316591"/>
          </a:xfrm>
          <a:prstGeom prst="rect">
            <a:avLst/>
          </a:prstGeom>
          <a:solidFill>
            <a:srgbClr val="FFFFFF"/>
          </a:solidFill>
          <a:ln w="12700">
            <a:solidFill>
              <a:srgbClr val="FFFFFF"/>
            </a:solidFill>
            <a:prstDash val="solid"/>
          </a:ln>
        </p:spPr>
      </p:sp>
      <p:sp>
        <p:nvSpPr>
          <p:cNvPr id="91" name="Shape 78"/>
          <p:cNvSpPr/>
          <p:nvPr/>
        </p:nvSpPr>
        <p:spPr>
          <a:xfrm>
            <a:off x="3382958" y="2722668"/>
            <a:ext cx="45227" cy="45227"/>
          </a:xfrm>
          <a:prstGeom prst="rect">
            <a:avLst/>
          </a:prstGeom>
          <a:solidFill>
            <a:srgbClr val="111111"/>
          </a:solidFill>
          <a:ln w="12700">
            <a:solidFill>
              <a:srgbClr val="111111"/>
            </a:solidFill>
            <a:prstDash val="solid"/>
          </a:ln>
        </p:spPr>
      </p:sp>
      <p:sp>
        <p:nvSpPr>
          <p:cNvPr id="92" name="Shape 79"/>
          <p:cNvSpPr/>
          <p:nvPr/>
        </p:nvSpPr>
        <p:spPr>
          <a:xfrm>
            <a:off x="3428185" y="2722668"/>
            <a:ext cx="45227" cy="45227"/>
          </a:xfrm>
          <a:prstGeom prst="rect">
            <a:avLst/>
          </a:prstGeom>
          <a:solidFill>
            <a:srgbClr val="111111"/>
          </a:solidFill>
          <a:ln w="12700">
            <a:solidFill>
              <a:srgbClr val="111111"/>
            </a:solidFill>
            <a:prstDash val="solid"/>
          </a:ln>
        </p:spPr>
      </p:sp>
      <p:sp>
        <p:nvSpPr>
          <p:cNvPr id="93" name="Shape 80"/>
          <p:cNvSpPr/>
          <p:nvPr/>
        </p:nvSpPr>
        <p:spPr>
          <a:xfrm>
            <a:off x="3473413" y="2722668"/>
            <a:ext cx="45227" cy="45227"/>
          </a:xfrm>
          <a:prstGeom prst="rect">
            <a:avLst/>
          </a:prstGeom>
          <a:solidFill>
            <a:srgbClr val="111111"/>
          </a:solidFill>
          <a:ln w="12700">
            <a:solidFill>
              <a:srgbClr val="111111"/>
            </a:solidFill>
            <a:prstDash val="solid"/>
          </a:ln>
        </p:spPr>
      </p:sp>
      <p:sp>
        <p:nvSpPr>
          <p:cNvPr id="94" name="Shape 81"/>
          <p:cNvSpPr/>
          <p:nvPr/>
        </p:nvSpPr>
        <p:spPr>
          <a:xfrm>
            <a:off x="3563867" y="2722668"/>
            <a:ext cx="45227" cy="45227"/>
          </a:xfrm>
          <a:prstGeom prst="rect">
            <a:avLst/>
          </a:prstGeom>
          <a:solidFill>
            <a:srgbClr val="111111"/>
          </a:solidFill>
          <a:ln w="12700">
            <a:solidFill>
              <a:srgbClr val="111111"/>
            </a:solidFill>
            <a:prstDash val="solid"/>
          </a:ln>
        </p:spPr>
      </p:sp>
      <p:sp>
        <p:nvSpPr>
          <p:cNvPr id="95" name="Shape 82"/>
          <p:cNvSpPr/>
          <p:nvPr/>
        </p:nvSpPr>
        <p:spPr>
          <a:xfrm>
            <a:off x="3609095" y="2722668"/>
            <a:ext cx="45227" cy="45227"/>
          </a:xfrm>
          <a:prstGeom prst="rect">
            <a:avLst/>
          </a:prstGeom>
          <a:solidFill>
            <a:srgbClr val="111111"/>
          </a:solidFill>
          <a:ln w="12700">
            <a:solidFill>
              <a:srgbClr val="111111"/>
            </a:solidFill>
            <a:prstDash val="solid"/>
          </a:ln>
        </p:spPr>
      </p:sp>
      <p:sp>
        <p:nvSpPr>
          <p:cNvPr id="96" name="Shape 83"/>
          <p:cNvSpPr/>
          <p:nvPr/>
        </p:nvSpPr>
        <p:spPr>
          <a:xfrm>
            <a:off x="3654322" y="2722668"/>
            <a:ext cx="45227" cy="45227"/>
          </a:xfrm>
          <a:prstGeom prst="rect">
            <a:avLst/>
          </a:prstGeom>
          <a:solidFill>
            <a:srgbClr val="111111"/>
          </a:solidFill>
          <a:ln w="12700">
            <a:solidFill>
              <a:srgbClr val="111111"/>
            </a:solidFill>
            <a:prstDash val="solid"/>
          </a:ln>
        </p:spPr>
      </p:sp>
      <p:sp>
        <p:nvSpPr>
          <p:cNvPr id="97" name="Shape 84"/>
          <p:cNvSpPr/>
          <p:nvPr/>
        </p:nvSpPr>
        <p:spPr>
          <a:xfrm>
            <a:off x="3382958" y="2767895"/>
            <a:ext cx="45227" cy="45227"/>
          </a:xfrm>
          <a:prstGeom prst="rect">
            <a:avLst/>
          </a:prstGeom>
          <a:solidFill>
            <a:srgbClr val="111111"/>
          </a:solidFill>
          <a:ln w="12700">
            <a:solidFill>
              <a:srgbClr val="111111"/>
            </a:solidFill>
            <a:prstDash val="solid"/>
          </a:ln>
        </p:spPr>
      </p:sp>
      <p:sp>
        <p:nvSpPr>
          <p:cNvPr id="98" name="Shape 85"/>
          <p:cNvSpPr/>
          <p:nvPr/>
        </p:nvSpPr>
        <p:spPr>
          <a:xfrm>
            <a:off x="3473413" y="2767895"/>
            <a:ext cx="45227" cy="45227"/>
          </a:xfrm>
          <a:prstGeom prst="rect">
            <a:avLst/>
          </a:prstGeom>
          <a:solidFill>
            <a:srgbClr val="111111"/>
          </a:solidFill>
          <a:ln w="12700">
            <a:solidFill>
              <a:srgbClr val="111111"/>
            </a:solidFill>
            <a:prstDash val="solid"/>
          </a:ln>
        </p:spPr>
      </p:sp>
      <p:sp>
        <p:nvSpPr>
          <p:cNvPr id="99" name="Shape 86"/>
          <p:cNvSpPr/>
          <p:nvPr/>
        </p:nvSpPr>
        <p:spPr>
          <a:xfrm>
            <a:off x="3563867" y="2767895"/>
            <a:ext cx="45227" cy="45227"/>
          </a:xfrm>
          <a:prstGeom prst="rect">
            <a:avLst/>
          </a:prstGeom>
          <a:solidFill>
            <a:srgbClr val="111111"/>
          </a:solidFill>
          <a:ln w="12700">
            <a:solidFill>
              <a:srgbClr val="111111"/>
            </a:solidFill>
            <a:prstDash val="solid"/>
          </a:ln>
        </p:spPr>
      </p:sp>
      <p:sp>
        <p:nvSpPr>
          <p:cNvPr id="100" name="Shape 87"/>
          <p:cNvSpPr/>
          <p:nvPr/>
        </p:nvSpPr>
        <p:spPr>
          <a:xfrm>
            <a:off x="3654322" y="2767895"/>
            <a:ext cx="45227" cy="45227"/>
          </a:xfrm>
          <a:prstGeom prst="rect">
            <a:avLst/>
          </a:prstGeom>
          <a:solidFill>
            <a:srgbClr val="111111"/>
          </a:solidFill>
          <a:ln w="12700">
            <a:solidFill>
              <a:srgbClr val="111111"/>
            </a:solidFill>
            <a:prstDash val="solid"/>
          </a:ln>
        </p:spPr>
      </p:sp>
      <p:sp>
        <p:nvSpPr>
          <p:cNvPr id="101" name="Shape 88"/>
          <p:cNvSpPr/>
          <p:nvPr/>
        </p:nvSpPr>
        <p:spPr>
          <a:xfrm>
            <a:off x="3382958" y="2813122"/>
            <a:ext cx="45227" cy="45227"/>
          </a:xfrm>
          <a:prstGeom prst="rect">
            <a:avLst/>
          </a:prstGeom>
          <a:solidFill>
            <a:srgbClr val="111111"/>
          </a:solidFill>
          <a:ln w="12700">
            <a:solidFill>
              <a:srgbClr val="111111"/>
            </a:solidFill>
            <a:prstDash val="solid"/>
          </a:ln>
        </p:spPr>
      </p:sp>
      <p:sp>
        <p:nvSpPr>
          <p:cNvPr id="102" name="Shape 89"/>
          <p:cNvSpPr/>
          <p:nvPr/>
        </p:nvSpPr>
        <p:spPr>
          <a:xfrm>
            <a:off x="3428185" y="2813122"/>
            <a:ext cx="45227" cy="45227"/>
          </a:xfrm>
          <a:prstGeom prst="rect">
            <a:avLst/>
          </a:prstGeom>
          <a:solidFill>
            <a:srgbClr val="111111"/>
          </a:solidFill>
          <a:ln w="12700">
            <a:solidFill>
              <a:srgbClr val="111111"/>
            </a:solidFill>
            <a:prstDash val="solid"/>
          </a:ln>
        </p:spPr>
      </p:sp>
      <p:sp>
        <p:nvSpPr>
          <p:cNvPr id="103" name="Shape 90"/>
          <p:cNvSpPr/>
          <p:nvPr/>
        </p:nvSpPr>
        <p:spPr>
          <a:xfrm>
            <a:off x="3473413" y="2813122"/>
            <a:ext cx="45227" cy="45227"/>
          </a:xfrm>
          <a:prstGeom prst="rect">
            <a:avLst/>
          </a:prstGeom>
          <a:solidFill>
            <a:srgbClr val="111111"/>
          </a:solidFill>
          <a:ln w="12700">
            <a:solidFill>
              <a:srgbClr val="111111"/>
            </a:solidFill>
            <a:prstDash val="solid"/>
          </a:ln>
        </p:spPr>
      </p:sp>
      <p:sp>
        <p:nvSpPr>
          <p:cNvPr id="104" name="Shape 91"/>
          <p:cNvSpPr/>
          <p:nvPr/>
        </p:nvSpPr>
        <p:spPr>
          <a:xfrm>
            <a:off x="3563867" y="2813122"/>
            <a:ext cx="45227" cy="45227"/>
          </a:xfrm>
          <a:prstGeom prst="rect">
            <a:avLst/>
          </a:prstGeom>
          <a:solidFill>
            <a:srgbClr val="111111"/>
          </a:solidFill>
          <a:ln w="12700">
            <a:solidFill>
              <a:srgbClr val="111111"/>
            </a:solidFill>
            <a:prstDash val="solid"/>
          </a:ln>
        </p:spPr>
      </p:sp>
      <p:sp>
        <p:nvSpPr>
          <p:cNvPr id="105" name="Shape 92"/>
          <p:cNvSpPr/>
          <p:nvPr/>
        </p:nvSpPr>
        <p:spPr>
          <a:xfrm>
            <a:off x="3609095" y="2813122"/>
            <a:ext cx="45227" cy="45227"/>
          </a:xfrm>
          <a:prstGeom prst="rect">
            <a:avLst/>
          </a:prstGeom>
          <a:solidFill>
            <a:srgbClr val="111111"/>
          </a:solidFill>
          <a:ln w="12700">
            <a:solidFill>
              <a:srgbClr val="111111"/>
            </a:solidFill>
            <a:prstDash val="solid"/>
          </a:ln>
        </p:spPr>
      </p:sp>
      <p:sp>
        <p:nvSpPr>
          <p:cNvPr id="106" name="Shape 93"/>
          <p:cNvSpPr/>
          <p:nvPr/>
        </p:nvSpPr>
        <p:spPr>
          <a:xfrm>
            <a:off x="3654322" y="2813122"/>
            <a:ext cx="45227" cy="45227"/>
          </a:xfrm>
          <a:prstGeom prst="rect">
            <a:avLst/>
          </a:prstGeom>
          <a:solidFill>
            <a:srgbClr val="111111"/>
          </a:solidFill>
          <a:ln w="12700">
            <a:solidFill>
              <a:srgbClr val="111111"/>
            </a:solidFill>
            <a:prstDash val="solid"/>
          </a:ln>
        </p:spPr>
      </p:sp>
      <p:sp>
        <p:nvSpPr>
          <p:cNvPr id="107" name="Shape 94"/>
          <p:cNvSpPr/>
          <p:nvPr/>
        </p:nvSpPr>
        <p:spPr>
          <a:xfrm>
            <a:off x="3518640" y="2858350"/>
            <a:ext cx="45227" cy="45227"/>
          </a:xfrm>
          <a:prstGeom prst="rect">
            <a:avLst/>
          </a:prstGeom>
          <a:solidFill>
            <a:srgbClr val="111111"/>
          </a:solidFill>
          <a:ln w="12700">
            <a:solidFill>
              <a:srgbClr val="111111"/>
            </a:solidFill>
            <a:prstDash val="solid"/>
          </a:ln>
        </p:spPr>
      </p:sp>
      <p:sp>
        <p:nvSpPr>
          <p:cNvPr id="108" name="Shape 95"/>
          <p:cNvSpPr/>
          <p:nvPr/>
        </p:nvSpPr>
        <p:spPr>
          <a:xfrm>
            <a:off x="3382958" y="2903577"/>
            <a:ext cx="45227" cy="45227"/>
          </a:xfrm>
          <a:prstGeom prst="rect">
            <a:avLst/>
          </a:prstGeom>
          <a:solidFill>
            <a:srgbClr val="111111"/>
          </a:solidFill>
          <a:ln w="12700">
            <a:solidFill>
              <a:srgbClr val="111111"/>
            </a:solidFill>
            <a:prstDash val="solid"/>
          </a:ln>
        </p:spPr>
      </p:sp>
      <p:sp>
        <p:nvSpPr>
          <p:cNvPr id="109" name="Shape 96"/>
          <p:cNvSpPr/>
          <p:nvPr/>
        </p:nvSpPr>
        <p:spPr>
          <a:xfrm>
            <a:off x="3473413" y="2903577"/>
            <a:ext cx="45227" cy="45227"/>
          </a:xfrm>
          <a:prstGeom prst="rect">
            <a:avLst/>
          </a:prstGeom>
          <a:solidFill>
            <a:srgbClr val="111111"/>
          </a:solidFill>
          <a:ln w="12700">
            <a:solidFill>
              <a:srgbClr val="111111"/>
            </a:solidFill>
            <a:prstDash val="solid"/>
          </a:ln>
        </p:spPr>
      </p:sp>
      <p:sp>
        <p:nvSpPr>
          <p:cNvPr id="110" name="Shape 97"/>
          <p:cNvSpPr/>
          <p:nvPr/>
        </p:nvSpPr>
        <p:spPr>
          <a:xfrm>
            <a:off x="3518640" y="2903577"/>
            <a:ext cx="45227" cy="45227"/>
          </a:xfrm>
          <a:prstGeom prst="rect">
            <a:avLst/>
          </a:prstGeom>
          <a:solidFill>
            <a:srgbClr val="111111"/>
          </a:solidFill>
          <a:ln w="12700">
            <a:solidFill>
              <a:srgbClr val="111111"/>
            </a:solidFill>
            <a:prstDash val="solid"/>
          </a:ln>
        </p:spPr>
      </p:sp>
      <p:sp>
        <p:nvSpPr>
          <p:cNvPr id="111" name="Shape 98"/>
          <p:cNvSpPr/>
          <p:nvPr/>
        </p:nvSpPr>
        <p:spPr>
          <a:xfrm>
            <a:off x="3609095" y="2903577"/>
            <a:ext cx="45227" cy="45227"/>
          </a:xfrm>
          <a:prstGeom prst="rect">
            <a:avLst/>
          </a:prstGeom>
          <a:solidFill>
            <a:srgbClr val="111111"/>
          </a:solidFill>
          <a:ln w="12700">
            <a:solidFill>
              <a:srgbClr val="111111"/>
            </a:solidFill>
            <a:prstDash val="solid"/>
          </a:ln>
        </p:spPr>
      </p:sp>
      <p:sp>
        <p:nvSpPr>
          <p:cNvPr id="112" name="Shape 99"/>
          <p:cNvSpPr/>
          <p:nvPr/>
        </p:nvSpPr>
        <p:spPr>
          <a:xfrm>
            <a:off x="3654322" y="2903577"/>
            <a:ext cx="45227" cy="45227"/>
          </a:xfrm>
          <a:prstGeom prst="rect">
            <a:avLst/>
          </a:prstGeom>
          <a:solidFill>
            <a:srgbClr val="111111"/>
          </a:solidFill>
          <a:ln w="12700">
            <a:solidFill>
              <a:srgbClr val="111111"/>
            </a:solidFill>
            <a:prstDash val="solid"/>
          </a:ln>
        </p:spPr>
      </p:sp>
      <p:sp>
        <p:nvSpPr>
          <p:cNvPr id="113" name="Shape 100"/>
          <p:cNvSpPr/>
          <p:nvPr/>
        </p:nvSpPr>
        <p:spPr>
          <a:xfrm>
            <a:off x="3428185" y="2948804"/>
            <a:ext cx="45227" cy="45227"/>
          </a:xfrm>
          <a:prstGeom prst="rect">
            <a:avLst/>
          </a:prstGeom>
          <a:solidFill>
            <a:srgbClr val="111111"/>
          </a:solidFill>
          <a:ln w="12700">
            <a:solidFill>
              <a:srgbClr val="111111"/>
            </a:solidFill>
            <a:prstDash val="solid"/>
          </a:ln>
        </p:spPr>
      </p:sp>
      <p:sp>
        <p:nvSpPr>
          <p:cNvPr id="114" name="Shape 101"/>
          <p:cNvSpPr/>
          <p:nvPr/>
        </p:nvSpPr>
        <p:spPr>
          <a:xfrm>
            <a:off x="3563867" y="2948804"/>
            <a:ext cx="45227" cy="45227"/>
          </a:xfrm>
          <a:prstGeom prst="rect">
            <a:avLst/>
          </a:prstGeom>
          <a:solidFill>
            <a:srgbClr val="111111"/>
          </a:solidFill>
          <a:ln w="12700">
            <a:solidFill>
              <a:srgbClr val="111111"/>
            </a:solidFill>
            <a:prstDash val="solid"/>
          </a:ln>
        </p:spPr>
      </p:sp>
      <p:sp>
        <p:nvSpPr>
          <p:cNvPr id="115" name="Shape 102"/>
          <p:cNvSpPr/>
          <p:nvPr/>
        </p:nvSpPr>
        <p:spPr>
          <a:xfrm>
            <a:off x="3609095" y="2948804"/>
            <a:ext cx="45227" cy="45227"/>
          </a:xfrm>
          <a:prstGeom prst="rect">
            <a:avLst/>
          </a:prstGeom>
          <a:solidFill>
            <a:srgbClr val="111111"/>
          </a:solidFill>
          <a:ln w="12700">
            <a:solidFill>
              <a:srgbClr val="111111"/>
            </a:solidFill>
            <a:prstDash val="solid"/>
          </a:ln>
        </p:spPr>
      </p:sp>
      <p:sp>
        <p:nvSpPr>
          <p:cNvPr id="116" name="Shape 103"/>
          <p:cNvSpPr/>
          <p:nvPr/>
        </p:nvSpPr>
        <p:spPr>
          <a:xfrm>
            <a:off x="3382958" y="2994032"/>
            <a:ext cx="45227" cy="45227"/>
          </a:xfrm>
          <a:prstGeom prst="rect">
            <a:avLst/>
          </a:prstGeom>
          <a:solidFill>
            <a:srgbClr val="111111"/>
          </a:solidFill>
          <a:ln w="12700">
            <a:solidFill>
              <a:srgbClr val="111111"/>
            </a:solidFill>
            <a:prstDash val="solid"/>
          </a:ln>
        </p:spPr>
      </p:sp>
      <p:sp>
        <p:nvSpPr>
          <p:cNvPr id="117" name="Shape 104"/>
          <p:cNvSpPr/>
          <p:nvPr/>
        </p:nvSpPr>
        <p:spPr>
          <a:xfrm>
            <a:off x="3428185" y="2994032"/>
            <a:ext cx="45227" cy="45227"/>
          </a:xfrm>
          <a:prstGeom prst="rect">
            <a:avLst/>
          </a:prstGeom>
          <a:solidFill>
            <a:srgbClr val="111111"/>
          </a:solidFill>
          <a:ln w="12700">
            <a:solidFill>
              <a:srgbClr val="111111"/>
            </a:solidFill>
            <a:prstDash val="solid"/>
          </a:ln>
        </p:spPr>
      </p:sp>
      <p:sp>
        <p:nvSpPr>
          <p:cNvPr id="118" name="Shape 105"/>
          <p:cNvSpPr/>
          <p:nvPr/>
        </p:nvSpPr>
        <p:spPr>
          <a:xfrm>
            <a:off x="3473413" y="2994032"/>
            <a:ext cx="45227" cy="45227"/>
          </a:xfrm>
          <a:prstGeom prst="rect">
            <a:avLst/>
          </a:prstGeom>
          <a:solidFill>
            <a:srgbClr val="111111"/>
          </a:solidFill>
          <a:ln w="12700">
            <a:solidFill>
              <a:srgbClr val="111111"/>
            </a:solidFill>
            <a:prstDash val="solid"/>
          </a:ln>
        </p:spPr>
      </p:sp>
      <p:sp>
        <p:nvSpPr>
          <p:cNvPr id="119" name="Shape 106"/>
          <p:cNvSpPr/>
          <p:nvPr/>
        </p:nvSpPr>
        <p:spPr>
          <a:xfrm>
            <a:off x="3563867" y="2994032"/>
            <a:ext cx="45227" cy="45227"/>
          </a:xfrm>
          <a:prstGeom prst="rect">
            <a:avLst/>
          </a:prstGeom>
          <a:solidFill>
            <a:srgbClr val="111111"/>
          </a:solidFill>
          <a:ln w="12700">
            <a:solidFill>
              <a:srgbClr val="111111"/>
            </a:solidFill>
            <a:prstDash val="solid"/>
          </a:ln>
        </p:spPr>
      </p:sp>
      <p:sp>
        <p:nvSpPr>
          <p:cNvPr id="120" name="Shape 107"/>
          <p:cNvSpPr/>
          <p:nvPr/>
        </p:nvSpPr>
        <p:spPr>
          <a:xfrm>
            <a:off x="3654322" y="2994032"/>
            <a:ext cx="45227" cy="45227"/>
          </a:xfrm>
          <a:prstGeom prst="rect">
            <a:avLst/>
          </a:prstGeom>
          <a:solidFill>
            <a:srgbClr val="111111"/>
          </a:solidFill>
          <a:ln w="12700">
            <a:solidFill>
              <a:srgbClr val="111111"/>
            </a:solidFill>
            <a:prstDash val="solid"/>
          </a:ln>
        </p:spPr>
      </p:sp>
      <p:sp>
        <p:nvSpPr>
          <p:cNvPr id="121" name="Shape 108"/>
          <p:cNvSpPr/>
          <p:nvPr/>
        </p:nvSpPr>
        <p:spPr>
          <a:xfrm>
            <a:off x="2884131" y="3209765"/>
            <a:ext cx="316591" cy="316591"/>
          </a:xfrm>
          <a:prstGeom prst="rect">
            <a:avLst/>
          </a:prstGeom>
          <a:solidFill>
            <a:srgbClr val="FFFFFF"/>
          </a:solidFill>
          <a:ln w="12700">
            <a:solidFill>
              <a:srgbClr val="FFFFFF"/>
            </a:solidFill>
            <a:prstDash val="solid"/>
          </a:ln>
        </p:spPr>
      </p:sp>
      <p:sp>
        <p:nvSpPr>
          <p:cNvPr id="122" name="Shape 109"/>
          <p:cNvSpPr/>
          <p:nvPr/>
        </p:nvSpPr>
        <p:spPr>
          <a:xfrm>
            <a:off x="2884131" y="3209765"/>
            <a:ext cx="45227" cy="45227"/>
          </a:xfrm>
          <a:prstGeom prst="rect">
            <a:avLst/>
          </a:prstGeom>
          <a:solidFill>
            <a:srgbClr val="111111"/>
          </a:solidFill>
          <a:ln w="12700">
            <a:solidFill>
              <a:srgbClr val="111111"/>
            </a:solidFill>
            <a:prstDash val="solid"/>
          </a:ln>
        </p:spPr>
      </p:sp>
      <p:sp>
        <p:nvSpPr>
          <p:cNvPr id="123" name="Shape 110"/>
          <p:cNvSpPr/>
          <p:nvPr/>
        </p:nvSpPr>
        <p:spPr>
          <a:xfrm>
            <a:off x="2929358" y="3209765"/>
            <a:ext cx="45227" cy="45227"/>
          </a:xfrm>
          <a:prstGeom prst="rect">
            <a:avLst/>
          </a:prstGeom>
          <a:solidFill>
            <a:srgbClr val="111111"/>
          </a:solidFill>
          <a:ln w="12700">
            <a:solidFill>
              <a:srgbClr val="111111"/>
            </a:solidFill>
            <a:prstDash val="solid"/>
          </a:ln>
        </p:spPr>
      </p:sp>
      <p:sp>
        <p:nvSpPr>
          <p:cNvPr id="124" name="Shape 111"/>
          <p:cNvSpPr/>
          <p:nvPr/>
        </p:nvSpPr>
        <p:spPr>
          <a:xfrm>
            <a:off x="2974585" y="3209765"/>
            <a:ext cx="45227" cy="45227"/>
          </a:xfrm>
          <a:prstGeom prst="rect">
            <a:avLst/>
          </a:prstGeom>
          <a:solidFill>
            <a:srgbClr val="111111"/>
          </a:solidFill>
          <a:ln w="12700">
            <a:solidFill>
              <a:srgbClr val="111111"/>
            </a:solidFill>
            <a:prstDash val="solid"/>
          </a:ln>
        </p:spPr>
      </p:sp>
      <p:sp>
        <p:nvSpPr>
          <p:cNvPr id="125" name="Shape 112"/>
          <p:cNvSpPr/>
          <p:nvPr/>
        </p:nvSpPr>
        <p:spPr>
          <a:xfrm>
            <a:off x="3065040" y="3209765"/>
            <a:ext cx="45227" cy="45227"/>
          </a:xfrm>
          <a:prstGeom prst="rect">
            <a:avLst/>
          </a:prstGeom>
          <a:solidFill>
            <a:srgbClr val="111111"/>
          </a:solidFill>
          <a:ln w="12700">
            <a:solidFill>
              <a:srgbClr val="111111"/>
            </a:solidFill>
            <a:prstDash val="solid"/>
          </a:ln>
        </p:spPr>
      </p:sp>
      <p:sp>
        <p:nvSpPr>
          <p:cNvPr id="126" name="Shape 113"/>
          <p:cNvSpPr/>
          <p:nvPr/>
        </p:nvSpPr>
        <p:spPr>
          <a:xfrm>
            <a:off x="3110267" y="3209765"/>
            <a:ext cx="45227" cy="45227"/>
          </a:xfrm>
          <a:prstGeom prst="rect">
            <a:avLst/>
          </a:prstGeom>
          <a:solidFill>
            <a:srgbClr val="111111"/>
          </a:solidFill>
          <a:ln w="12700">
            <a:solidFill>
              <a:srgbClr val="111111"/>
            </a:solidFill>
            <a:prstDash val="solid"/>
          </a:ln>
        </p:spPr>
      </p:sp>
      <p:sp>
        <p:nvSpPr>
          <p:cNvPr id="127" name="Shape 114"/>
          <p:cNvSpPr/>
          <p:nvPr/>
        </p:nvSpPr>
        <p:spPr>
          <a:xfrm>
            <a:off x="3155495" y="3209765"/>
            <a:ext cx="45227" cy="45227"/>
          </a:xfrm>
          <a:prstGeom prst="rect">
            <a:avLst/>
          </a:prstGeom>
          <a:solidFill>
            <a:srgbClr val="111111"/>
          </a:solidFill>
          <a:ln w="12700">
            <a:solidFill>
              <a:srgbClr val="111111"/>
            </a:solidFill>
            <a:prstDash val="solid"/>
          </a:ln>
        </p:spPr>
      </p:sp>
      <p:sp>
        <p:nvSpPr>
          <p:cNvPr id="128" name="Shape 115"/>
          <p:cNvSpPr/>
          <p:nvPr/>
        </p:nvSpPr>
        <p:spPr>
          <a:xfrm>
            <a:off x="2884131" y="3254992"/>
            <a:ext cx="45227" cy="45227"/>
          </a:xfrm>
          <a:prstGeom prst="rect">
            <a:avLst/>
          </a:prstGeom>
          <a:solidFill>
            <a:srgbClr val="111111"/>
          </a:solidFill>
          <a:ln w="12700">
            <a:solidFill>
              <a:srgbClr val="111111"/>
            </a:solidFill>
            <a:prstDash val="solid"/>
          </a:ln>
        </p:spPr>
      </p:sp>
      <p:sp>
        <p:nvSpPr>
          <p:cNvPr id="129" name="Shape 116"/>
          <p:cNvSpPr/>
          <p:nvPr/>
        </p:nvSpPr>
        <p:spPr>
          <a:xfrm>
            <a:off x="2974585" y="3254992"/>
            <a:ext cx="45227" cy="45227"/>
          </a:xfrm>
          <a:prstGeom prst="rect">
            <a:avLst/>
          </a:prstGeom>
          <a:solidFill>
            <a:srgbClr val="111111"/>
          </a:solidFill>
          <a:ln w="12700">
            <a:solidFill>
              <a:srgbClr val="111111"/>
            </a:solidFill>
            <a:prstDash val="solid"/>
          </a:ln>
        </p:spPr>
      </p:sp>
      <p:sp>
        <p:nvSpPr>
          <p:cNvPr id="130" name="Shape 117"/>
          <p:cNvSpPr/>
          <p:nvPr/>
        </p:nvSpPr>
        <p:spPr>
          <a:xfrm>
            <a:off x="3065040" y="3254992"/>
            <a:ext cx="45227" cy="45227"/>
          </a:xfrm>
          <a:prstGeom prst="rect">
            <a:avLst/>
          </a:prstGeom>
          <a:solidFill>
            <a:srgbClr val="111111"/>
          </a:solidFill>
          <a:ln w="12700">
            <a:solidFill>
              <a:srgbClr val="111111"/>
            </a:solidFill>
            <a:prstDash val="solid"/>
          </a:ln>
        </p:spPr>
      </p:sp>
      <p:sp>
        <p:nvSpPr>
          <p:cNvPr id="131" name="Shape 118"/>
          <p:cNvSpPr/>
          <p:nvPr/>
        </p:nvSpPr>
        <p:spPr>
          <a:xfrm>
            <a:off x="3155495" y="3254992"/>
            <a:ext cx="45227" cy="45227"/>
          </a:xfrm>
          <a:prstGeom prst="rect">
            <a:avLst/>
          </a:prstGeom>
          <a:solidFill>
            <a:srgbClr val="111111"/>
          </a:solidFill>
          <a:ln w="12700">
            <a:solidFill>
              <a:srgbClr val="111111"/>
            </a:solidFill>
            <a:prstDash val="solid"/>
          </a:ln>
        </p:spPr>
      </p:sp>
      <p:sp>
        <p:nvSpPr>
          <p:cNvPr id="132" name="Shape 119"/>
          <p:cNvSpPr/>
          <p:nvPr/>
        </p:nvSpPr>
        <p:spPr>
          <a:xfrm>
            <a:off x="2884131" y="3300219"/>
            <a:ext cx="45227" cy="45227"/>
          </a:xfrm>
          <a:prstGeom prst="rect">
            <a:avLst/>
          </a:prstGeom>
          <a:solidFill>
            <a:srgbClr val="111111"/>
          </a:solidFill>
          <a:ln w="12700">
            <a:solidFill>
              <a:srgbClr val="111111"/>
            </a:solidFill>
            <a:prstDash val="solid"/>
          </a:ln>
        </p:spPr>
      </p:sp>
      <p:sp>
        <p:nvSpPr>
          <p:cNvPr id="133" name="Shape 120"/>
          <p:cNvSpPr/>
          <p:nvPr/>
        </p:nvSpPr>
        <p:spPr>
          <a:xfrm>
            <a:off x="2929358" y="3300219"/>
            <a:ext cx="45227" cy="45227"/>
          </a:xfrm>
          <a:prstGeom prst="rect">
            <a:avLst/>
          </a:prstGeom>
          <a:solidFill>
            <a:srgbClr val="111111"/>
          </a:solidFill>
          <a:ln w="12700">
            <a:solidFill>
              <a:srgbClr val="111111"/>
            </a:solidFill>
            <a:prstDash val="solid"/>
          </a:ln>
        </p:spPr>
      </p:sp>
      <p:sp>
        <p:nvSpPr>
          <p:cNvPr id="134" name="Shape 121"/>
          <p:cNvSpPr/>
          <p:nvPr/>
        </p:nvSpPr>
        <p:spPr>
          <a:xfrm>
            <a:off x="2974585" y="3300219"/>
            <a:ext cx="45227" cy="45227"/>
          </a:xfrm>
          <a:prstGeom prst="rect">
            <a:avLst/>
          </a:prstGeom>
          <a:solidFill>
            <a:srgbClr val="111111"/>
          </a:solidFill>
          <a:ln w="12700">
            <a:solidFill>
              <a:srgbClr val="111111"/>
            </a:solidFill>
            <a:prstDash val="solid"/>
          </a:ln>
        </p:spPr>
      </p:sp>
      <p:sp>
        <p:nvSpPr>
          <p:cNvPr id="135" name="Shape 122"/>
          <p:cNvSpPr/>
          <p:nvPr/>
        </p:nvSpPr>
        <p:spPr>
          <a:xfrm>
            <a:off x="3065040" y="3300219"/>
            <a:ext cx="45227" cy="45227"/>
          </a:xfrm>
          <a:prstGeom prst="rect">
            <a:avLst/>
          </a:prstGeom>
          <a:solidFill>
            <a:srgbClr val="111111"/>
          </a:solidFill>
          <a:ln w="12700">
            <a:solidFill>
              <a:srgbClr val="111111"/>
            </a:solidFill>
            <a:prstDash val="solid"/>
          </a:ln>
        </p:spPr>
      </p:sp>
      <p:sp>
        <p:nvSpPr>
          <p:cNvPr id="136" name="Shape 123"/>
          <p:cNvSpPr/>
          <p:nvPr/>
        </p:nvSpPr>
        <p:spPr>
          <a:xfrm>
            <a:off x="3110267" y="3300219"/>
            <a:ext cx="45227" cy="45227"/>
          </a:xfrm>
          <a:prstGeom prst="rect">
            <a:avLst/>
          </a:prstGeom>
          <a:solidFill>
            <a:srgbClr val="111111"/>
          </a:solidFill>
          <a:ln w="12700">
            <a:solidFill>
              <a:srgbClr val="111111"/>
            </a:solidFill>
            <a:prstDash val="solid"/>
          </a:ln>
        </p:spPr>
      </p:sp>
      <p:sp>
        <p:nvSpPr>
          <p:cNvPr id="137" name="Shape 124"/>
          <p:cNvSpPr/>
          <p:nvPr/>
        </p:nvSpPr>
        <p:spPr>
          <a:xfrm>
            <a:off x="3155495" y="3300219"/>
            <a:ext cx="45227" cy="45227"/>
          </a:xfrm>
          <a:prstGeom prst="rect">
            <a:avLst/>
          </a:prstGeom>
          <a:solidFill>
            <a:srgbClr val="111111"/>
          </a:solidFill>
          <a:ln w="12700">
            <a:solidFill>
              <a:srgbClr val="111111"/>
            </a:solidFill>
            <a:prstDash val="solid"/>
          </a:ln>
        </p:spPr>
      </p:sp>
      <p:sp>
        <p:nvSpPr>
          <p:cNvPr id="138" name="Shape 125"/>
          <p:cNvSpPr/>
          <p:nvPr/>
        </p:nvSpPr>
        <p:spPr>
          <a:xfrm>
            <a:off x="3019813" y="3345447"/>
            <a:ext cx="45227" cy="45227"/>
          </a:xfrm>
          <a:prstGeom prst="rect">
            <a:avLst/>
          </a:prstGeom>
          <a:solidFill>
            <a:srgbClr val="111111"/>
          </a:solidFill>
          <a:ln w="12700">
            <a:solidFill>
              <a:srgbClr val="111111"/>
            </a:solidFill>
            <a:prstDash val="solid"/>
          </a:ln>
        </p:spPr>
      </p:sp>
      <p:sp>
        <p:nvSpPr>
          <p:cNvPr id="139" name="Shape 126"/>
          <p:cNvSpPr/>
          <p:nvPr/>
        </p:nvSpPr>
        <p:spPr>
          <a:xfrm>
            <a:off x="2884131" y="3390674"/>
            <a:ext cx="45227" cy="45227"/>
          </a:xfrm>
          <a:prstGeom prst="rect">
            <a:avLst/>
          </a:prstGeom>
          <a:solidFill>
            <a:srgbClr val="111111"/>
          </a:solidFill>
          <a:ln w="12700">
            <a:solidFill>
              <a:srgbClr val="111111"/>
            </a:solidFill>
            <a:prstDash val="solid"/>
          </a:ln>
        </p:spPr>
      </p:sp>
      <p:sp>
        <p:nvSpPr>
          <p:cNvPr id="140" name="Shape 127"/>
          <p:cNvSpPr/>
          <p:nvPr/>
        </p:nvSpPr>
        <p:spPr>
          <a:xfrm>
            <a:off x="2974585" y="3390674"/>
            <a:ext cx="45227" cy="45227"/>
          </a:xfrm>
          <a:prstGeom prst="rect">
            <a:avLst/>
          </a:prstGeom>
          <a:solidFill>
            <a:srgbClr val="111111"/>
          </a:solidFill>
          <a:ln w="12700">
            <a:solidFill>
              <a:srgbClr val="111111"/>
            </a:solidFill>
            <a:prstDash val="solid"/>
          </a:ln>
        </p:spPr>
      </p:sp>
      <p:sp>
        <p:nvSpPr>
          <p:cNvPr id="141" name="Shape 128"/>
          <p:cNvSpPr/>
          <p:nvPr/>
        </p:nvSpPr>
        <p:spPr>
          <a:xfrm>
            <a:off x="3019813" y="3390674"/>
            <a:ext cx="45227" cy="45227"/>
          </a:xfrm>
          <a:prstGeom prst="rect">
            <a:avLst/>
          </a:prstGeom>
          <a:solidFill>
            <a:srgbClr val="111111"/>
          </a:solidFill>
          <a:ln w="12700">
            <a:solidFill>
              <a:srgbClr val="111111"/>
            </a:solidFill>
            <a:prstDash val="solid"/>
          </a:ln>
        </p:spPr>
      </p:sp>
      <p:sp>
        <p:nvSpPr>
          <p:cNvPr id="142" name="Shape 129"/>
          <p:cNvSpPr/>
          <p:nvPr/>
        </p:nvSpPr>
        <p:spPr>
          <a:xfrm>
            <a:off x="3110267" y="3390674"/>
            <a:ext cx="45227" cy="45227"/>
          </a:xfrm>
          <a:prstGeom prst="rect">
            <a:avLst/>
          </a:prstGeom>
          <a:solidFill>
            <a:srgbClr val="111111"/>
          </a:solidFill>
          <a:ln w="12700">
            <a:solidFill>
              <a:srgbClr val="111111"/>
            </a:solidFill>
            <a:prstDash val="solid"/>
          </a:ln>
        </p:spPr>
      </p:sp>
      <p:sp>
        <p:nvSpPr>
          <p:cNvPr id="143" name="Shape 130"/>
          <p:cNvSpPr/>
          <p:nvPr/>
        </p:nvSpPr>
        <p:spPr>
          <a:xfrm>
            <a:off x="3155495" y="3390674"/>
            <a:ext cx="45227" cy="45227"/>
          </a:xfrm>
          <a:prstGeom prst="rect">
            <a:avLst/>
          </a:prstGeom>
          <a:solidFill>
            <a:srgbClr val="111111"/>
          </a:solidFill>
          <a:ln w="12700">
            <a:solidFill>
              <a:srgbClr val="111111"/>
            </a:solidFill>
            <a:prstDash val="solid"/>
          </a:ln>
        </p:spPr>
      </p:sp>
      <p:sp>
        <p:nvSpPr>
          <p:cNvPr id="144" name="Shape 131"/>
          <p:cNvSpPr/>
          <p:nvPr/>
        </p:nvSpPr>
        <p:spPr>
          <a:xfrm>
            <a:off x="2929358" y="3435901"/>
            <a:ext cx="45227" cy="45227"/>
          </a:xfrm>
          <a:prstGeom prst="rect">
            <a:avLst/>
          </a:prstGeom>
          <a:solidFill>
            <a:srgbClr val="111111"/>
          </a:solidFill>
          <a:ln w="12700">
            <a:solidFill>
              <a:srgbClr val="111111"/>
            </a:solidFill>
            <a:prstDash val="solid"/>
          </a:ln>
        </p:spPr>
      </p:sp>
      <p:sp>
        <p:nvSpPr>
          <p:cNvPr id="145" name="Shape 132"/>
          <p:cNvSpPr/>
          <p:nvPr/>
        </p:nvSpPr>
        <p:spPr>
          <a:xfrm>
            <a:off x="3065040" y="3435901"/>
            <a:ext cx="45227" cy="45227"/>
          </a:xfrm>
          <a:prstGeom prst="rect">
            <a:avLst/>
          </a:prstGeom>
          <a:solidFill>
            <a:srgbClr val="111111"/>
          </a:solidFill>
          <a:ln w="12700">
            <a:solidFill>
              <a:srgbClr val="111111"/>
            </a:solidFill>
            <a:prstDash val="solid"/>
          </a:ln>
        </p:spPr>
      </p:sp>
      <p:sp>
        <p:nvSpPr>
          <p:cNvPr id="146" name="Shape 133"/>
          <p:cNvSpPr/>
          <p:nvPr/>
        </p:nvSpPr>
        <p:spPr>
          <a:xfrm>
            <a:off x="3110267" y="3435901"/>
            <a:ext cx="45227" cy="45227"/>
          </a:xfrm>
          <a:prstGeom prst="rect">
            <a:avLst/>
          </a:prstGeom>
          <a:solidFill>
            <a:srgbClr val="111111"/>
          </a:solidFill>
          <a:ln w="12700">
            <a:solidFill>
              <a:srgbClr val="111111"/>
            </a:solidFill>
            <a:prstDash val="solid"/>
          </a:ln>
        </p:spPr>
      </p:sp>
      <p:sp>
        <p:nvSpPr>
          <p:cNvPr id="147" name="Shape 134"/>
          <p:cNvSpPr/>
          <p:nvPr/>
        </p:nvSpPr>
        <p:spPr>
          <a:xfrm>
            <a:off x="2884131" y="3481129"/>
            <a:ext cx="45227" cy="45227"/>
          </a:xfrm>
          <a:prstGeom prst="rect">
            <a:avLst/>
          </a:prstGeom>
          <a:solidFill>
            <a:srgbClr val="111111"/>
          </a:solidFill>
          <a:ln w="12700">
            <a:solidFill>
              <a:srgbClr val="111111"/>
            </a:solidFill>
            <a:prstDash val="solid"/>
          </a:ln>
        </p:spPr>
      </p:sp>
      <p:sp>
        <p:nvSpPr>
          <p:cNvPr id="148" name="Shape 135"/>
          <p:cNvSpPr/>
          <p:nvPr/>
        </p:nvSpPr>
        <p:spPr>
          <a:xfrm>
            <a:off x="2929358" y="3481129"/>
            <a:ext cx="45227" cy="45227"/>
          </a:xfrm>
          <a:prstGeom prst="rect">
            <a:avLst/>
          </a:prstGeom>
          <a:solidFill>
            <a:srgbClr val="111111"/>
          </a:solidFill>
          <a:ln w="12700">
            <a:solidFill>
              <a:srgbClr val="111111"/>
            </a:solidFill>
            <a:prstDash val="solid"/>
          </a:ln>
        </p:spPr>
      </p:sp>
      <p:sp>
        <p:nvSpPr>
          <p:cNvPr id="149" name="Shape 136"/>
          <p:cNvSpPr/>
          <p:nvPr/>
        </p:nvSpPr>
        <p:spPr>
          <a:xfrm>
            <a:off x="2974585" y="3481129"/>
            <a:ext cx="45227" cy="45227"/>
          </a:xfrm>
          <a:prstGeom prst="rect">
            <a:avLst/>
          </a:prstGeom>
          <a:solidFill>
            <a:srgbClr val="111111"/>
          </a:solidFill>
          <a:ln w="12700">
            <a:solidFill>
              <a:srgbClr val="111111"/>
            </a:solidFill>
            <a:prstDash val="solid"/>
          </a:ln>
        </p:spPr>
      </p:sp>
      <p:sp>
        <p:nvSpPr>
          <p:cNvPr id="150" name="Shape 137"/>
          <p:cNvSpPr/>
          <p:nvPr/>
        </p:nvSpPr>
        <p:spPr>
          <a:xfrm>
            <a:off x="3065040" y="3481129"/>
            <a:ext cx="45227" cy="45227"/>
          </a:xfrm>
          <a:prstGeom prst="rect">
            <a:avLst/>
          </a:prstGeom>
          <a:solidFill>
            <a:srgbClr val="111111"/>
          </a:solidFill>
          <a:ln w="12700">
            <a:solidFill>
              <a:srgbClr val="111111"/>
            </a:solidFill>
            <a:prstDash val="solid"/>
          </a:ln>
        </p:spPr>
      </p:sp>
      <p:sp>
        <p:nvSpPr>
          <p:cNvPr id="151" name="Shape 138"/>
          <p:cNvSpPr/>
          <p:nvPr/>
        </p:nvSpPr>
        <p:spPr>
          <a:xfrm>
            <a:off x="3155495" y="3481129"/>
            <a:ext cx="45227" cy="45227"/>
          </a:xfrm>
          <a:prstGeom prst="rect">
            <a:avLst/>
          </a:prstGeom>
          <a:solidFill>
            <a:srgbClr val="111111"/>
          </a:solidFill>
          <a:ln w="12700">
            <a:solidFill>
              <a:srgbClr val="111111"/>
            </a:solidFill>
            <a:prstDash val="solid"/>
          </a:ln>
        </p:spPr>
      </p:sp>
      <p:sp>
        <p:nvSpPr>
          <p:cNvPr id="152" name="Shape 139"/>
          <p:cNvSpPr/>
          <p:nvPr/>
        </p:nvSpPr>
        <p:spPr>
          <a:xfrm>
            <a:off x="3382958" y="3209765"/>
            <a:ext cx="316591" cy="316591"/>
          </a:xfrm>
          <a:prstGeom prst="rect">
            <a:avLst/>
          </a:prstGeom>
          <a:solidFill>
            <a:srgbClr val="FFFFFF"/>
          </a:solidFill>
          <a:ln w="12700">
            <a:solidFill>
              <a:srgbClr val="FFFFFF"/>
            </a:solidFill>
            <a:prstDash val="solid"/>
          </a:ln>
        </p:spPr>
      </p:sp>
      <p:sp>
        <p:nvSpPr>
          <p:cNvPr id="153" name="Shape 140"/>
          <p:cNvSpPr/>
          <p:nvPr/>
        </p:nvSpPr>
        <p:spPr>
          <a:xfrm>
            <a:off x="3382958" y="3209765"/>
            <a:ext cx="45227" cy="45227"/>
          </a:xfrm>
          <a:prstGeom prst="rect">
            <a:avLst/>
          </a:prstGeom>
          <a:solidFill>
            <a:srgbClr val="111111"/>
          </a:solidFill>
          <a:ln w="12700">
            <a:solidFill>
              <a:srgbClr val="111111"/>
            </a:solidFill>
            <a:prstDash val="solid"/>
          </a:ln>
        </p:spPr>
      </p:sp>
      <p:sp>
        <p:nvSpPr>
          <p:cNvPr id="154" name="Shape 141"/>
          <p:cNvSpPr/>
          <p:nvPr/>
        </p:nvSpPr>
        <p:spPr>
          <a:xfrm>
            <a:off x="3428185" y="3209765"/>
            <a:ext cx="45227" cy="45227"/>
          </a:xfrm>
          <a:prstGeom prst="rect">
            <a:avLst/>
          </a:prstGeom>
          <a:solidFill>
            <a:srgbClr val="111111"/>
          </a:solidFill>
          <a:ln w="12700">
            <a:solidFill>
              <a:srgbClr val="111111"/>
            </a:solidFill>
            <a:prstDash val="solid"/>
          </a:ln>
        </p:spPr>
      </p:sp>
      <p:sp>
        <p:nvSpPr>
          <p:cNvPr id="155" name="Shape 142"/>
          <p:cNvSpPr/>
          <p:nvPr/>
        </p:nvSpPr>
        <p:spPr>
          <a:xfrm>
            <a:off x="3473413" y="3209765"/>
            <a:ext cx="45227" cy="45227"/>
          </a:xfrm>
          <a:prstGeom prst="rect">
            <a:avLst/>
          </a:prstGeom>
          <a:solidFill>
            <a:srgbClr val="111111"/>
          </a:solidFill>
          <a:ln w="12700">
            <a:solidFill>
              <a:srgbClr val="111111"/>
            </a:solidFill>
            <a:prstDash val="solid"/>
          </a:ln>
        </p:spPr>
      </p:sp>
      <p:sp>
        <p:nvSpPr>
          <p:cNvPr id="156" name="Shape 143"/>
          <p:cNvSpPr/>
          <p:nvPr/>
        </p:nvSpPr>
        <p:spPr>
          <a:xfrm>
            <a:off x="3563867" y="3209765"/>
            <a:ext cx="45227" cy="45227"/>
          </a:xfrm>
          <a:prstGeom prst="rect">
            <a:avLst/>
          </a:prstGeom>
          <a:solidFill>
            <a:srgbClr val="111111"/>
          </a:solidFill>
          <a:ln w="12700">
            <a:solidFill>
              <a:srgbClr val="111111"/>
            </a:solidFill>
            <a:prstDash val="solid"/>
          </a:ln>
        </p:spPr>
      </p:sp>
      <p:sp>
        <p:nvSpPr>
          <p:cNvPr id="157" name="Shape 144"/>
          <p:cNvSpPr/>
          <p:nvPr/>
        </p:nvSpPr>
        <p:spPr>
          <a:xfrm>
            <a:off x="3609095" y="3209765"/>
            <a:ext cx="45227" cy="45227"/>
          </a:xfrm>
          <a:prstGeom prst="rect">
            <a:avLst/>
          </a:prstGeom>
          <a:solidFill>
            <a:srgbClr val="111111"/>
          </a:solidFill>
          <a:ln w="12700">
            <a:solidFill>
              <a:srgbClr val="111111"/>
            </a:solidFill>
            <a:prstDash val="solid"/>
          </a:ln>
        </p:spPr>
      </p:sp>
      <p:sp>
        <p:nvSpPr>
          <p:cNvPr id="158" name="Shape 145"/>
          <p:cNvSpPr/>
          <p:nvPr/>
        </p:nvSpPr>
        <p:spPr>
          <a:xfrm>
            <a:off x="3654322" y="3209765"/>
            <a:ext cx="45227" cy="45227"/>
          </a:xfrm>
          <a:prstGeom prst="rect">
            <a:avLst/>
          </a:prstGeom>
          <a:solidFill>
            <a:srgbClr val="111111"/>
          </a:solidFill>
          <a:ln w="12700">
            <a:solidFill>
              <a:srgbClr val="111111"/>
            </a:solidFill>
            <a:prstDash val="solid"/>
          </a:ln>
        </p:spPr>
      </p:sp>
      <p:sp>
        <p:nvSpPr>
          <p:cNvPr id="159" name="Shape 146"/>
          <p:cNvSpPr/>
          <p:nvPr/>
        </p:nvSpPr>
        <p:spPr>
          <a:xfrm>
            <a:off x="3382958" y="3254992"/>
            <a:ext cx="45227" cy="45227"/>
          </a:xfrm>
          <a:prstGeom prst="rect">
            <a:avLst/>
          </a:prstGeom>
          <a:solidFill>
            <a:srgbClr val="111111"/>
          </a:solidFill>
          <a:ln w="12700">
            <a:solidFill>
              <a:srgbClr val="111111"/>
            </a:solidFill>
            <a:prstDash val="solid"/>
          </a:ln>
        </p:spPr>
      </p:sp>
      <p:sp>
        <p:nvSpPr>
          <p:cNvPr id="160" name="Shape 147"/>
          <p:cNvSpPr/>
          <p:nvPr/>
        </p:nvSpPr>
        <p:spPr>
          <a:xfrm>
            <a:off x="3473413" y="3254992"/>
            <a:ext cx="45227" cy="45227"/>
          </a:xfrm>
          <a:prstGeom prst="rect">
            <a:avLst/>
          </a:prstGeom>
          <a:solidFill>
            <a:srgbClr val="111111"/>
          </a:solidFill>
          <a:ln w="12700">
            <a:solidFill>
              <a:srgbClr val="111111"/>
            </a:solidFill>
            <a:prstDash val="solid"/>
          </a:ln>
        </p:spPr>
      </p:sp>
      <p:sp>
        <p:nvSpPr>
          <p:cNvPr id="161" name="Shape 148"/>
          <p:cNvSpPr/>
          <p:nvPr/>
        </p:nvSpPr>
        <p:spPr>
          <a:xfrm>
            <a:off x="3563867" y="3254992"/>
            <a:ext cx="45227" cy="45227"/>
          </a:xfrm>
          <a:prstGeom prst="rect">
            <a:avLst/>
          </a:prstGeom>
          <a:solidFill>
            <a:srgbClr val="111111"/>
          </a:solidFill>
          <a:ln w="12700">
            <a:solidFill>
              <a:srgbClr val="111111"/>
            </a:solidFill>
            <a:prstDash val="solid"/>
          </a:ln>
        </p:spPr>
      </p:sp>
      <p:sp>
        <p:nvSpPr>
          <p:cNvPr id="162" name="Shape 149"/>
          <p:cNvSpPr/>
          <p:nvPr/>
        </p:nvSpPr>
        <p:spPr>
          <a:xfrm>
            <a:off x="3654322" y="3254992"/>
            <a:ext cx="45227" cy="45227"/>
          </a:xfrm>
          <a:prstGeom prst="rect">
            <a:avLst/>
          </a:prstGeom>
          <a:solidFill>
            <a:srgbClr val="111111"/>
          </a:solidFill>
          <a:ln w="12700">
            <a:solidFill>
              <a:srgbClr val="111111"/>
            </a:solidFill>
            <a:prstDash val="solid"/>
          </a:ln>
        </p:spPr>
      </p:sp>
      <p:sp>
        <p:nvSpPr>
          <p:cNvPr id="163" name="Shape 150"/>
          <p:cNvSpPr/>
          <p:nvPr/>
        </p:nvSpPr>
        <p:spPr>
          <a:xfrm>
            <a:off x="3382958" y="3300219"/>
            <a:ext cx="45227" cy="45227"/>
          </a:xfrm>
          <a:prstGeom prst="rect">
            <a:avLst/>
          </a:prstGeom>
          <a:solidFill>
            <a:srgbClr val="111111"/>
          </a:solidFill>
          <a:ln w="12700">
            <a:solidFill>
              <a:srgbClr val="111111"/>
            </a:solidFill>
            <a:prstDash val="solid"/>
          </a:ln>
        </p:spPr>
      </p:sp>
      <p:sp>
        <p:nvSpPr>
          <p:cNvPr id="164" name="Shape 151"/>
          <p:cNvSpPr/>
          <p:nvPr/>
        </p:nvSpPr>
        <p:spPr>
          <a:xfrm>
            <a:off x="3428185" y="3300219"/>
            <a:ext cx="45227" cy="45227"/>
          </a:xfrm>
          <a:prstGeom prst="rect">
            <a:avLst/>
          </a:prstGeom>
          <a:solidFill>
            <a:srgbClr val="111111"/>
          </a:solidFill>
          <a:ln w="12700">
            <a:solidFill>
              <a:srgbClr val="111111"/>
            </a:solidFill>
            <a:prstDash val="solid"/>
          </a:ln>
        </p:spPr>
      </p:sp>
      <p:sp>
        <p:nvSpPr>
          <p:cNvPr id="165" name="Shape 152"/>
          <p:cNvSpPr/>
          <p:nvPr/>
        </p:nvSpPr>
        <p:spPr>
          <a:xfrm>
            <a:off x="3473413" y="3300219"/>
            <a:ext cx="45227" cy="45227"/>
          </a:xfrm>
          <a:prstGeom prst="rect">
            <a:avLst/>
          </a:prstGeom>
          <a:solidFill>
            <a:srgbClr val="111111"/>
          </a:solidFill>
          <a:ln w="12700">
            <a:solidFill>
              <a:srgbClr val="111111"/>
            </a:solidFill>
            <a:prstDash val="solid"/>
          </a:ln>
        </p:spPr>
      </p:sp>
      <p:sp>
        <p:nvSpPr>
          <p:cNvPr id="166" name="Shape 153"/>
          <p:cNvSpPr/>
          <p:nvPr/>
        </p:nvSpPr>
        <p:spPr>
          <a:xfrm>
            <a:off x="3563867" y="3300219"/>
            <a:ext cx="45227" cy="45227"/>
          </a:xfrm>
          <a:prstGeom prst="rect">
            <a:avLst/>
          </a:prstGeom>
          <a:solidFill>
            <a:srgbClr val="111111"/>
          </a:solidFill>
          <a:ln w="12700">
            <a:solidFill>
              <a:srgbClr val="111111"/>
            </a:solidFill>
            <a:prstDash val="solid"/>
          </a:ln>
        </p:spPr>
      </p:sp>
      <p:sp>
        <p:nvSpPr>
          <p:cNvPr id="167" name="Shape 154"/>
          <p:cNvSpPr/>
          <p:nvPr/>
        </p:nvSpPr>
        <p:spPr>
          <a:xfrm>
            <a:off x="3609095" y="3300219"/>
            <a:ext cx="45227" cy="45227"/>
          </a:xfrm>
          <a:prstGeom prst="rect">
            <a:avLst/>
          </a:prstGeom>
          <a:solidFill>
            <a:srgbClr val="111111"/>
          </a:solidFill>
          <a:ln w="12700">
            <a:solidFill>
              <a:srgbClr val="111111"/>
            </a:solidFill>
            <a:prstDash val="solid"/>
          </a:ln>
        </p:spPr>
      </p:sp>
      <p:sp>
        <p:nvSpPr>
          <p:cNvPr id="168" name="Shape 155"/>
          <p:cNvSpPr/>
          <p:nvPr/>
        </p:nvSpPr>
        <p:spPr>
          <a:xfrm>
            <a:off x="3654322" y="3300219"/>
            <a:ext cx="45227" cy="45227"/>
          </a:xfrm>
          <a:prstGeom prst="rect">
            <a:avLst/>
          </a:prstGeom>
          <a:solidFill>
            <a:srgbClr val="111111"/>
          </a:solidFill>
          <a:ln w="12700">
            <a:solidFill>
              <a:srgbClr val="111111"/>
            </a:solidFill>
            <a:prstDash val="solid"/>
          </a:ln>
        </p:spPr>
      </p:sp>
      <p:sp>
        <p:nvSpPr>
          <p:cNvPr id="169" name="Shape 156"/>
          <p:cNvSpPr/>
          <p:nvPr/>
        </p:nvSpPr>
        <p:spPr>
          <a:xfrm>
            <a:off x="3518640" y="3345447"/>
            <a:ext cx="45227" cy="45227"/>
          </a:xfrm>
          <a:prstGeom prst="rect">
            <a:avLst/>
          </a:prstGeom>
          <a:solidFill>
            <a:srgbClr val="111111"/>
          </a:solidFill>
          <a:ln w="12700">
            <a:solidFill>
              <a:srgbClr val="111111"/>
            </a:solidFill>
            <a:prstDash val="solid"/>
          </a:ln>
        </p:spPr>
      </p:sp>
      <p:sp>
        <p:nvSpPr>
          <p:cNvPr id="170" name="Shape 157"/>
          <p:cNvSpPr/>
          <p:nvPr/>
        </p:nvSpPr>
        <p:spPr>
          <a:xfrm>
            <a:off x="3382958" y="3390674"/>
            <a:ext cx="45227" cy="45227"/>
          </a:xfrm>
          <a:prstGeom prst="rect">
            <a:avLst/>
          </a:prstGeom>
          <a:solidFill>
            <a:srgbClr val="111111"/>
          </a:solidFill>
          <a:ln w="12700">
            <a:solidFill>
              <a:srgbClr val="111111"/>
            </a:solidFill>
            <a:prstDash val="solid"/>
          </a:ln>
        </p:spPr>
      </p:sp>
      <p:sp>
        <p:nvSpPr>
          <p:cNvPr id="171" name="Shape 158"/>
          <p:cNvSpPr/>
          <p:nvPr/>
        </p:nvSpPr>
        <p:spPr>
          <a:xfrm>
            <a:off x="3473413" y="3390674"/>
            <a:ext cx="45227" cy="45227"/>
          </a:xfrm>
          <a:prstGeom prst="rect">
            <a:avLst/>
          </a:prstGeom>
          <a:solidFill>
            <a:srgbClr val="111111"/>
          </a:solidFill>
          <a:ln w="12700">
            <a:solidFill>
              <a:srgbClr val="111111"/>
            </a:solidFill>
            <a:prstDash val="solid"/>
          </a:ln>
        </p:spPr>
      </p:sp>
      <p:sp>
        <p:nvSpPr>
          <p:cNvPr id="172" name="Shape 159"/>
          <p:cNvSpPr/>
          <p:nvPr/>
        </p:nvSpPr>
        <p:spPr>
          <a:xfrm>
            <a:off x="3518640" y="3390674"/>
            <a:ext cx="45227" cy="45227"/>
          </a:xfrm>
          <a:prstGeom prst="rect">
            <a:avLst/>
          </a:prstGeom>
          <a:solidFill>
            <a:srgbClr val="111111"/>
          </a:solidFill>
          <a:ln w="12700">
            <a:solidFill>
              <a:srgbClr val="111111"/>
            </a:solidFill>
            <a:prstDash val="solid"/>
          </a:ln>
        </p:spPr>
      </p:sp>
      <p:sp>
        <p:nvSpPr>
          <p:cNvPr id="173" name="Shape 160"/>
          <p:cNvSpPr/>
          <p:nvPr/>
        </p:nvSpPr>
        <p:spPr>
          <a:xfrm>
            <a:off x="3609095" y="3390674"/>
            <a:ext cx="45227" cy="45227"/>
          </a:xfrm>
          <a:prstGeom prst="rect">
            <a:avLst/>
          </a:prstGeom>
          <a:solidFill>
            <a:srgbClr val="111111"/>
          </a:solidFill>
          <a:ln w="12700">
            <a:solidFill>
              <a:srgbClr val="111111"/>
            </a:solidFill>
            <a:prstDash val="solid"/>
          </a:ln>
        </p:spPr>
      </p:sp>
      <p:sp>
        <p:nvSpPr>
          <p:cNvPr id="174" name="Shape 161"/>
          <p:cNvSpPr/>
          <p:nvPr/>
        </p:nvSpPr>
        <p:spPr>
          <a:xfrm>
            <a:off x="3654322" y="3390674"/>
            <a:ext cx="45227" cy="45227"/>
          </a:xfrm>
          <a:prstGeom prst="rect">
            <a:avLst/>
          </a:prstGeom>
          <a:solidFill>
            <a:srgbClr val="111111"/>
          </a:solidFill>
          <a:ln w="12700">
            <a:solidFill>
              <a:srgbClr val="111111"/>
            </a:solidFill>
            <a:prstDash val="solid"/>
          </a:ln>
        </p:spPr>
      </p:sp>
      <p:sp>
        <p:nvSpPr>
          <p:cNvPr id="175" name="Shape 162"/>
          <p:cNvSpPr/>
          <p:nvPr/>
        </p:nvSpPr>
        <p:spPr>
          <a:xfrm>
            <a:off x="3428185" y="3435901"/>
            <a:ext cx="45227" cy="45227"/>
          </a:xfrm>
          <a:prstGeom prst="rect">
            <a:avLst/>
          </a:prstGeom>
          <a:solidFill>
            <a:srgbClr val="111111"/>
          </a:solidFill>
          <a:ln w="12700">
            <a:solidFill>
              <a:srgbClr val="111111"/>
            </a:solidFill>
            <a:prstDash val="solid"/>
          </a:ln>
        </p:spPr>
      </p:sp>
      <p:sp>
        <p:nvSpPr>
          <p:cNvPr id="176" name="Shape 163"/>
          <p:cNvSpPr/>
          <p:nvPr/>
        </p:nvSpPr>
        <p:spPr>
          <a:xfrm>
            <a:off x="3563867" y="3435901"/>
            <a:ext cx="45227" cy="45227"/>
          </a:xfrm>
          <a:prstGeom prst="rect">
            <a:avLst/>
          </a:prstGeom>
          <a:solidFill>
            <a:srgbClr val="111111"/>
          </a:solidFill>
          <a:ln w="12700">
            <a:solidFill>
              <a:srgbClr val="111111"/>
            </a:solidFill>
            <a:prstDash val="solid"/>
          </a:ln>
        </p:spPr>
      </p:sp>
      <p:sp>
        <p:nvSpPr>
          <p:cNvPr id="177" name="Shape 164"/>
          <p:cNvSpPr/>
          <p:nvPr/>
        </p:nvSpPr>
        <p:spPr>
          <a:xfrm>
            <a:off x="3609095" y="3435901"/>
            <a:ext cx="45227" cy="45227"/>
          </a:xfrm>
          <a:prstGeom prst="rect">
            <a:avLst/>
          </a:prstGeom>
          <a:solidFill>
            <a:srgbClr val="111111"/>
          </a:solidFill>
          <a:ln w="12700">
            <a:solidFill>
              <a:srgbClr val="111111"/>
            </a:solidFill>
            <a:prstDash val="solid"/>
          </a:ln>
        </p:spPr>
      </p:sp>
      <p:sp>
        <p:nvSpPr>
          <p:cNvPr id="178" name="Shape 165"/>
          <p:cNvSpPr/>
          <p:nvPr/>
        </p:nvSpPr>
        <p:spPr>
          <a:xfrm>
            <a:off x="3382958" y="3481129"/>
            <a:ext cx="45227" cy="45227"/>
          </a:xfrm>
          <a:prstGeom prst="rect">
            <a:avLst/>
          </a:prstGeom>
          <a:solidFill>
            <a:srgbClr val="111111"/>
          </a:solidFill>
          <a:ln w="12700">
            <a:solidFill>
              <a:srgbClr val="111111"/>
            </a:solidFill>
            <a:prstDash val="solid"/>
          </a:ln>
        </p:spPr>
      </p:sp>
      <p:sp>
        <p:nvSpPr>
          <p:cNvPr id="179" name="Shape 166"/>
          <p:cNvSpPr/>
          <p:nvPr/>
        </p:nvSpPr>
        <p:spPr>
          <a:xfrm>
            <a:off x="3428185" y="3481129"/>
            <a:ext cx="45227" cy="45227"/>
          </a:xfrm>
          <a:prstGeom prst="rect">
            <a:avLst/>
          </a:prstGeom>
          <a:solidFill>
            <a:srgbClr val="111111"/>
          </a:solidFill>
          <a:ln w="12700">
            <a:solidFill>
              <a:srgbClr val="111111"/>
            </a:solidFill>
            <a:prstDash val="solid"/>
          </a:ln>
        </p:spPr>
      </p:sp>
      <p:sp>
        <p:nvSpPr>
          <p:cNvPr id="180" name="Shape 167"/>
          <p:cNvSpPr/>
          <p:nvPr/>
        </p:nvSpPr>
        <p:spPr>
          <a:xfrm>
            <a:off x="3473413" y="3481129"/>
            <a:ext cx="45227" cy="45227"/>
          </a:xfrm>
          <a:prstGeom prst="rect">
            <a:avLst/>
          </a:prstGeom>
          <a:solidFill>
            <a:srgbClr val="111111"/>
          </a:solidFill>
          <a:ln w="12700">
            <a:solidFill>
              <a:srgbClr val="111111"/>
            </a:solidFill>
            <a:prstDash val="solid"/>
          </a:ln>
        </p:spPr>
      </p:sp>
      <p:sp>
        <p:nvSpPr>
          <p:cNvPr id="181" name="Shape 168"/>
          <p:cNvSpPr/>
          <p:nvPr/>
        </p:nvSpPr>
        <p:spPr>
          <a:xfrm>
            <a:off x="3563867" y="3481129"/>
            <a:ext cx="45227" cy="45227"/>
          </a:xfrm>
          <a:prstGeom prst="rect">
            <a:avLst/>
          </a:prstGeom>
          <a:solidFill>
            <a:srgbClr val="111111"/>
          </a:solidFill>
          <a:ln w="12700">
            <a:solidFill>
              <a:srgbClr val="111111"/>
            </a:solidFill>
            <a:prstDash val="solid"/>
          </a:ln>
        </p:spPr>
      </p:sp>
      <p:sp>
        <p:nvSpPr>
          <p:cNvPr id="182" name="Shape 169"/>
          <p:cNvSpPr/>
          <p:nvPr/>
        </p:nvSpPr>
        <p:spPr>
          <a:xfrm>
            <a:off x="3654322" y="3481129"/>
            <a:ext cx="45227" cy="45227"/>
          </a:xfrm>
          <a:prstGeom prst="rect">
            <a:avLst/>
          </a:prstGeom>
          <a:solidFill>
            <a:srgbClr val="111111"/>
          </a:solidFill>
          <a:ln w="12700">
            <a:solidFill>
              <a:srgbClr val="111111"/>
            </a:solidFill>
            <a:prstDash val="solid"/>
          </a:ln>
        </p:spPr>
      </p:sp>
      <p:sp>
        <p:nvSpPr>
          <p:cNvPr id="183" name="Shape 170"/>
          <p:cNvSpPr/>
          <p:nvPr/>
        </p:nvSpPr>
        <p:spPr>
          <a:xfrm>
            <a:off x="2830150" y="2695236"/>
            <a:ext cx="923380" cy="934662"/>
          </a:xfrm>
          <a:prstGeom prst="roundRect">
            <a:avLst>
              <a:gd name="adj" fmla="val 4951"/>
            </a:avLst>
          </a:prstGeom>
          <a:solidFill>
            <a:srgbClr val="FFFFFF">
              <a:alpha val="0"/>
            </a:srgbClr>
          </a:solidFill>
          <a:ln w="31750">
            <a:solidFill>
              <a:srgbClr val="E53935"/>
            </a:solidFill>
            <a:prstDash val="solid"/>
          </a:ln>
        </p:spPr>
      </p:sp>
      <p:sp>
        <p:nvSpPr>
          <p:cNvPr id="184" name="Shape 171"/>
          <p:cNvSpPr/>
          <p:nvPr/>
        </p:nvSpPr>
        <p:spPr>
          <a:xfrm>
            <a:off x="3616370" y="2558076"/>
            <a:ext cx="274320" cy="274320"/>
          </a:xfrm>
          <a:prstGeom prst="ellipse">
            <a:avLst/>
          </a:prstGeom>
          <a:solidFill>
            <a:srgbClr val="E53935"/>
          </a:solidFill>
          <a:ln w="12700">
            <a:solidFill>
              <a:srgbClr val="FFFFFF"/>
            </a:solidFill>
            <a:prstDash val="solid"/>
          </a:ln>
        </p:spPr>
      </p:sp>
      <p:sp>
        <p:nvSpPr>
          <p:cNvPr id="185" name="Text 172"/>
          <p:cNvSpPr txBox="1"/>
          <p:nvPr/>
        </p:nvSpPr>
        <p:spPr>
          <a:xfrm>
            <a:off x="3616370" y="25580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186" name="Image 11" descr="preencoded.png">    </p:cNvPr>
          <p:cNvPicPr>
            <a:picLocks noChangeAspect="1"/>
          </p:cNvPicPr>
          <p:nvPr/>
        </p:nvPicPr>
        <p:blipFill>
          <a:blip r:embed="rId12"/>
          <a:stretch>
            <a:fillRect/>
          </a:stretch>
        </p:blipFill>
        <p:spPr>
          <a:xfrm>
            <a:off x="3336180" y="3207471"/>
            <a:ext cx="237744" cy="237744"/>
          </a:xfrm>
          <a:prstGeom prst="rect">
            <a:avLst/>
          </a:prstGeom>
        </p:spPr>
      </p:pic>
      <p:sp>
        <p:nvSpPr>
          <p:cNvPr id="187" name="Text 17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188" name="Text 17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Susun QR dalam kisi, tambah label</a:t>
            </a:r>
            <a:endParaRPr lang="en-US" sz="1800" dirty="0"/>
          </a:p>
        </p:txBody>
      </p:sp>
      <p:sp>
        <p:nvSpPr>
          <p:cNvPr id="189" name="Text 17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Samakan ukuran semua QR (minimal 3 cm saat dicetak). Susun 2 kolom. Tulis label tepat di bawah setiap QR. Tambah petunjuk dan nama kelompok di bawah.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Cetak &amp; 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Canva</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canva.com</a:t>
            </a:r>
            <a:endParaRPr lang="en-US" sz="800" dirty="0"/>
          </a:p>
        </p:txBody>
      </p:sp>
      <p:sp>
        <p:nvSpPr>
          <p:cNvPr id="28" name="Shape 21"/>
          <p:cNvSpPr/>
          <p:nvPr/>
        </p:nvSpPr>
        <p:spPr>
          <a:xfrm>
            <a:off x="587776" y="1695965"/>
            <a:ext cx="4950927" cy="274320"/>
          </a:xfrm>
          <a:prstGeom prst="rect">
            <a:avLst/>
          </a:prstGeom>
          <a:solidFill>
            <a:srgbClr val="7D2AE8"/>
          </a:solidFill>
          <a:ln w="12700">
            <a:solidFill>
              <a:srgbClr val="7D2AE8"/>
            </a:solidFill>
            <a:prstDash val="solid"/>
          </a:ln>
        </p:spPr>
      </p:sp>
      <p:sp>
        <p:nvSpPr>
          <p:cNvPr id="29" name="Text 22"/>
          <p:cNvSpPr txBox="1"/>
          <p:nvPr/>
        </p:nvSpPr>
        <p:spPr>
          <a:xfrm>
            <a:off x="679216" y="1695965"/>
            <a:ext cx="1828800" cy="27432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File     Resize     ↶ ↷</a:t>
            </a:r>
            <a:endParaRPr lang="en-US" sz="750" dirty="0"/>
          </a:p>
        </p:txBody>
      </p:sp>
      <p:sp>
        <p:nvSpPr>
          <p:cNvPr id="30" name="Text 23"/>
          <p:cNvSpPr txBox="1"/>
          <p:nvPr/>
        </p:nvSpPr>
        <p:spPr>
          <a:xfrm>
            <a:off x="2423160" y="1695965"/>
            <a:ext cx="128016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Papan_Info_Ruang_Komputer_Kel1</a:t>
            </a:r>
            <a:endParaRPr lang="en-US" sz="750" dirty="0"/>
          </a:p>
        </p:txBody>
      </p:sp>
      <p:sp>
        <p:nvSpPr>
          <p:cNvPr id="31" name="Shape 24"/>
          <p:cNvSpPr/>
          <p:nvPr/>
        </p:nvSpPr>
        <p:spPr>
          <a:xfrm>
            <a:off x="4852904" y="1732541"/>
            <a:ext cx="594360" cy="201168"/>
          </a:xfrm>
          <a:prstGeom prst="roundRect">
            <a:avLst>
              <a:gd name="adj" fmla="val 18182"/>
            </a:avLst>
          </a:prstGeom>
          <a:solidFill>
            <a:srgbClr val="FFFFFF"/>
          </a:solidFill>
          <a:ln w="12700">
            <a:solidFill>
              <a:srgbClr val="FFFFFF"/>
            </a:solidFill>
            <a:prstDash val="solid"/>
          </a:ln>
        </p:spPr>
      </p:sp>
      <p:sp>
        <p:nvSpPr>
          <p:cNvPr id="32" name="Text 25"/>
          <p:cNvSpPr txBox="1"/>
          <p:nvPr/>
        </p:nvSpPr>
        <p:spPr>
          <a:xfrm>
            <a:off x="4852904" y="1732541"/>
            <a:ext cx="594360" cy="201168"/>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3" name="Shape 26"/>
          <p:cNvSpPr/>
          <p:nvPr/>
        </p:nvSpPr>
        <p:spPr>
          <a:xfrm>
            <a:off x="587776" y="1970285"/>
            <a:ext cx="457200" cy="2025099"/>
          </a:xfrm>
          <a:prstGeom prst="rect">
            <a:avLst/>
          </a:prstGeom>
          <a:solidFill>
            <a:srgbClr val="18191B"/>
          </a:solidFill>
          <a:ln w="12700">
            <a:solidFill>
              <a:srgbClr val="18191B"/>
            </a:solidFill>
            <a:prstDash val="solid"/>
          </a:ln>
        </p:spPr>
      </p:sp>
      <p:pic>
        <p:nvPicPr>
          <p:cNvPr id="34" name="Image 5" descr="preencoded.png">    </p:cNvPr>
          <p:cNvPicPr>
            <a:picLocks noChangeAspect="1"/>
          </p:cNvPicPr>
          <p:nvPr/>
        </p:nvPicPr>
        <p:blipFill>
          <a:blip r:embed="rId6"/>
          <a:stretch>
            <a:fillRect/>
          </a:stretch>
        </p:blipFill>
        <p:spPr>
          <a:xfrm>
            <a:off x="743224" y="2070869"/>
            <a:ext cx="146304" cy="146304"/>
          </a:xfrm>
          <a:prstGeom prst="rect">
            <a:avLst/>
          </a:prstGeom>
        </p:spPr>
      </p:pic>
      <p:sp>
        <p:nvSpPr>
          <p:cNvPr id="35" name="Text 27"/>
          <p:cNvSpPr txBox="1"/>
          <p:nvPr/>
        </p:nvSpPr>
        <p:spPr>
          <a:xfrm>
            <a:off x="606064" y="2235461"/>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Design</a:t>
            </a:r>
            <a:endParaRPr lang="en-US" sz="550" dirty="0"/>
          </a:p>
        </p:txBody>
      </p:sp>
      <p:pic>
        <p:nvPicPr>
          <p:cNvPr id="36" name="Image 6" descr="preencoded.png">    </p:cNvPr>
          <p:cNvPicPr>
            <a:picLocks noChangeAspect="1"/>
          </p:cNvPicPr>
          <p:nvPr/>
        </p:nvPicPr>
        <p:blipFill>
          <a:blip r:embed="rId7"/>
          <a:stretch>
            <a:fillRect/>
          </a:stretch>
        </p:blipFill>
        <p:spPr>
          <a:xfrm>
            <a:off x="743224" y="2454917"/>
            <a:ext cx="146304" cy="146304"/>
          </a:xfrm>
          <a:prstGeom prst="rect">
            <a:avLst/>
          </a:prstGeom>
        </p:spPr>
      </p:pic>
      <p:sp>
        <p:nvSpPr>
          <p:cNvPr id="37" name="Text 28"/>
          <p:cNvSpPr txBox="1"/>
          <p:nvPr/>
        </p:nvSpPr>
        <p:spPr>
          <a:xfrm>
            <a:off x="606064" y="2619509"/>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Elements</a:t>
            </a:r>
            <a:endParaRPr lang="en-US" sz="550" dirty="0"/>
          </a:p>
        </p:txBody>
      </p:sp>
      <p:pic>
        <p:nvPicPr>
          <p:cNvPr id="38" name="Image 7" descr="preencoded.png">    </p:cNvPr>
          <p:cNvPicPr>
            <a:picLocks noChangeAspect="1"/>
          </p:cNvPicPr>
          <p:nvPr/>
        </p:nvPicPr>
        <p:blipFill>
          <a:blip r:embed="rId8"/>
          <a:stretch>
            <a:fillRect/>
          </a:stretch>
        </p:blipFill>
        <p:spPr>
          <a:xfrm>
            <a:off x="743224" y="2838965"/>
            <a:ext cx="146304" cy="146304"/>
          </a:xfrm>
          <a:prstGeom prst="rect">
            <a:avLst/>
          </a:prstGeom>
        </p:spPr>
      </p:pic>
      <p:sp>
        <p:nvSpPr>
          <p:cNvPr id="39" name="Text 29"/>
          <p:cNvSpPr txBox="1"/>
          <p:nvPr/>
        </p:nvSpPr>
        <p:spPr>
          <a:xfrm>
            <a:off x="606064" y="3003557"/>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Text</a:t>
            </a:r>
            <a:endParaRPr lang="en-US" sz="550" dirty="0"/>
          </a:p>
        </p:txBody>
      </p:sp>
      <p:pic>
        <p:nvPicPr>
          <p:cNvPr id="40" name="Image 8" descr="preencoded.png">    </p:cNvPr>
          <p:cNvPicPr>
            <a:picLocks noChangeAspect="1"/>
          </p:cNvPicPr>
          <p:nvPr/>
        </p:nvPicPr>
        <p:blipFill>
          <a:blip r:embed="rId9"/>
          <a:stretch>
            <a:fillRect/>
          </a:stretch>
        </p:blipFill>
        <p:spPr>
          <a:xfrm>
            <a:off x="743224" y="3223013"/>
            <a:ext cx="146304" cy="146304"/>
          </a:xfrm>
          <a:prstGeom prst="rect">
            <a:avLst/>
          </a:prstGeom>
        </p:spPr>
      </p:pic>
      <p:sp>
        <p:nvSpPr>
          <p:cNvPr id="41" name="Text 30"/>
          <p:cNvSpPr txBox="1"/>
          <p:nvPr/>
        </p:nvSpPr>
        <p:spPr>
          <a:xfrm>
            <a:off x="606064" y="3387605"/>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Uploads</a:t>
            </a:r>
            <a:endParaRPr lang="en-US" sz="550" dirty="0"/>
          </a:p>
        </p:txBody>
      </p:sp>
      <p:pic>
        <p:nvPicPr>
          <p:cNvPr id="42" name="Image 9" descr="preencoded.png">    </p:cNvPr>
          <p:cNvPicPr>
            <a:picLocks noChangeAspect="1"/>
          </p:cNvPicPr>
          <p:nvPr/>
        </p:nvPicPr>
        <p:blipFill>
          <a:blip r:embed="rId10"/>
          <a:stretch>
            <a:fillRect/>
          </a:stretch>
        </p:blipFill>
        <p:spPr>
          <a:xfrm>
            <a:off x="743224" y="3607061"/>
            <a:ext cx="146304" cy="146304"/>
          </a:xfrm>
          <a:prstGeom prst="rect">
            <a:avLst/>
          </a:prstGeom>
        </p:spPr>
      </p:pic>
      <p:sp>
        <p:nvSpPr>
          <p:cNvPr id="43" name="Text 31"/>
          <p:cNvSpPr txBox="1"/>
          <p:nvPr/>
        </p:nvSpPr>
        <p:spPr>
          <a:xfrm>
            <a:off x="606064" y="3771653"/>
            <a:ext cx="420624" cy="137160"/>
          </a:xfrm>
          <a:prstGeom prst="rect">
            <a:avLst/>
          </a:prstGeom>
          <a:noFill/>
          <a:ln/>
        </p:spPr>
        <p:txBody>
          <a:bodyPr wrap="square" lIns="0" tIns="0" rIns="0" bIns="0" rtlCol="0" anchor="t"/>
          <a:lstStyle/>
          <a:p>
            <a:pPr algn="ctr" indent="0" marL="0">
              <a:buNone/>
            </a:pPr>
            <a:r>
              <a:rPr lang="en-US" sz="550" dirty="0">
                <a:solidFill>
                  <a:srgbClr val="FFFFFF"/>
                </a:solidFill>
                <a:latin typeface="Calibri" pitchFamily="34" charset="0"/>
                <a:ea typeface="Calibri" pitchFamily="34" charset="-122"/>
                <a:cs typeface="Calibri" pitchFamily="34" charset="-120"/>
              </a:rPr>
              <a:t>Apps</a:t>
            </a:r>
            <a:endParaRPr lang="en-US" sz="550" dirty="0"/>
          </a:p>
        </p:txBody>
      </p:sp>
      <p:sp>
        <p:nvSpPr>
          <p:cNvPr id="44" name="Shape 32"/>
          <p:cNvSpPr/>
          <p:nvPr/>
        </p:nvSpPr>
        <p:spPr>
          <a:xfrm>
            <a:off x="1044976" y="1970285"/>
            <a:ext cx="4493727" cy="2025099"/>
          </a:xfrm>
          <a:prstGeom prst="rect">
            <a:avLst/>
          </a:prstGeom>
          <a:solidFill>
            <a:srgbClr val="EBECF0"/>
          </a:solidFill>
          <a:ln w="12700">
            <a:solidFill>
              <a:srgbClr val="EBECF0"/>
            </a:solidFill>
            <a:prstDash val="solid"/>
          </a:ln>
        </p:spPr>
      </p:sp>
      <p:sp>
        <p:nvSpPr>
          <p:cNvPr id="45" name="Shape 33"/>
          <p:cNvSpPr/>
          <p:nvPr/>
        </p:nvSpPr>
        <p:spPr>
          <a:xfrm>
            <a:off x="2737588" y="2317757"/>
            <a:ext cx="1108504" cy="1522179"/>
          </a:xfrm>
          <a:prstGeom prst="rect">
            <a:avLst/>
          </a:prstGeom>
          <a:solidFill>
            <a:srgbClr val="FFFFFF"/>
          </a:solidFill>
          <a:ln w="12700">
            <a:solidFill>
              <a:srgbClr val="FFFFFF"/>
            </a:solidFill>
            <a:prstDash val="solid"/>
          </a:ln>
        </p:spPr>
      </p:sp>
      <p:sp>
        <p:nvSpPr>
          <p:cNvPr id="46" name="Shape 34"/>
          <p:cNvSpPr/>
          <p:nvPr/>
        </p:nvSpPr>
        <p:spPr>
          <a:xfrm>
            <a:off x="2737588" y="2317757"/>
            <a:ext cx="1108504" cy="1522179"/>
          </a:xfrm>
          <a:prstGeom prst="rect">
            <a:avLst/>
          </a:prstGeom>
          <a:solidFill>
            <a:srgbClr val="FFFFFF"/>
          </a:solidFill>
          <a:ln w="12700">
            <a:solidFill>
              <a:srgbClr val="FFFFFF"/>
            </a:solidFill>
            <a:prstDash val="solid"/>
          </a:ln>
        </p:spPr>
      </p:sp>
      <p:sp>
        <p:nvSpPr>
          <p:cNvPr id="47" name="Shape 35"/>
          <p:cNvSpPr/>
          <p:nvPr/>
        </p:nvSpPr>
        <p:spPr>
          <a:xfrm>
            <a:off x="2737588" y="2317757"/>
            <a:ext cx="1108504" cy="304436"/>
          </a:xfrm>
          <a:prstGeom prst="rect">
            <a:avLst/>
          </a:prstGeom>
          <a:solidFill>
            <a:srgbClr val="0F4C3A"/>
          </a:solidFill>
          <a:ln w="12700">
            <a:solidFill>
              <a:srgbClr val="0F4C3A"/>
            </a:solidFill>
            <a:prstDash val="solid"/>
          </a:ln>
        </p:spPr>
      </p:sp>
      <p:pic>
        <p:nvPicPr>
          <p:cNvPr id="48" name="Image 10" descr="/home/claude/logo.png">    </p:cNvPr>
          <p:cNvPicPr>
            <a:picLocks noChangeAspect="1"/>
          </p:cNvPicPr>
          <p:nvPr/>
        </p:nvPicPr>
        <p:blipFill>
          <a:blip r:embed="rId11"/>
          <a:stretch>
            <a:fillRect/>
          </a:stretch>
        </p:blipFill>
        <p:spPr>
          <a:xfrm>
            <a:off x="2781928" y="2363422"/>
            <a:ext cx="199531" cy="197883"/>
          </a:xfrm>
          <a:prstGeom prst="rect">
            <a:avLst/>
          </a:prstGeom>
        </p:spPr>
      </p:pic>
      <p:sp>
        <p:nvSpPr>
          <p:cNvPr id="49" name="Shape 36"/>
          <p:cNvSpPr/>
          <p:nvPr/>
        </p:nvSpPr>
        <p:spPr>
          <a:xfrm>
            <a:off x="3252704" y="1988573"/>
            <a:ext cx="2194560" cy="1463040"/>
          </a:xfrm>
          <a:prstGeom prst="roundRect">
            <a:avLst>
              <a:gd name="adj" fmla="val 3750"/>
            </a:avLst>
          </a:prstGeom>
          <a:solidFill>
            <a:srgbClr val="FFFFFF"/>
          </a:solidFill>
          <a:ln w="9525">
            <a:solidFill>
              <a:srgbClr val="BBBBBB"/>
            </a:solidFill>
            <a:prstDash val="solid"/>
          </a:ln>
        </p:spPr>
      </p:sp>
      <p:sp>
        <p:nvSpPr>
          <p:cNvPr id="50" name="Text 37"/>
          <p:cNvSpPr txBox="1"/>
          <p:nvPr/>
        </p:nvSpPr>
        <p:spPr>
          <a:xfrm>
            <a:off x="3362432" y="2043437"/>
            <a:ext cx="1828800" cy="182880"/>
          </a:xfrm>
          <a:prstGeom prst="rect">
            <a:avLst/>
          </a:prstGeom>
          <a:noFill/>
          <a:ln/>
        </p:spPr>
        <p:txBody>
          <a:bodyPr wrap="square" lIns="0" tIns="0" rIns="0" bIns="0" rtlCol="0" anchor="t"/>
          <a:lstStyle/>
          <a:p>
            <a:pPr indent="0" marL="0">
              <a:buNone/>
            </a:pPr>
            <a:r>
              <a:rPr lang="en-US" sz="850" b="1" dirty="0">
                <a:solidFill>
                  <a:srgbClr val="1E2A26"/>
                </a:solidFill>
                <a:latin typeface="Calibri" pitchFamily="34" charset="0"/>
                <a:ea typeface="Calibri" pitchFamily="34" charset="-122"/>
                <a:cs typeface="Calibri" pitchFamily="34" charset="-120"/>
              </a:rPr>
              <a:t>‹  Download</a:t>
            </a:r>
            <a:endParaRPr lang="en-US" sz="850" dirty="0"/>
          </a:p>
        </p:txBody>
      </p:sp>
      <p:sp>
        <p:nvSpPr>
          <p:cNvPr id="51" name="Text 38"/>
          <p:cNvSpPr txBox="1"/>
          <p:nvPr/>
        </p:nvSpPr>
        <p:spPr>
          <a:xfrm>
            <a:off x="3362432" y="2308613"/>
            <a:ext cx="91440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File type</a:t>
            </a:r>
            <a:endParaRPr lang="en-US" sz="700" dirty="0"/>
          </a:p>
        </p:txBody>
      </p:sp>
      <p:sp>
        <p:nvSpPr>
          <p:cNvPr id="52" name="Shape 39"/>
          <p:cNvSpPr/>
          <p:nvPr/>
        </p:nvSpPr>
        <p:spPr>
          <a:xfrm>
            <a:off x="3362432" y="2491493"/>
            <a:ext cx="1975104" cy="237744"/>
          </a:xfrm>
          <a:prstGeom prst="roundRect">
            <a:avLst>
              <a:gd name="adj" fmla="val 15385"/>
            </a:avLst>
          </a:prstGeom>
          <a:solidFill>
            <a:srgbClr val="FFFFFF"/>
          </a:solidFill>
          <a:ln w="9525">
            <a:solidFill>
              <a:srgbClr val="AAAAAA"/>
            </a:solidFill>
            <a:prstDash val="solid"/>
          </a:ln>
        </p:spPr>
      </p:sp>
      <p:sp>
        <p:nvSpPr>
          <p:cNvPr id="53" name="Text 40"/>
          <p:cNvSpPr txBox="1"/>
          <p:nvPr/>
        </p:nvSpPr>
        <p:spPr>
          <a:xfrm>
            <a:off x="3435584" y="2491493"/>
            <a:ext cx="1975104" cy="237744"/>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PDF Print            ▾</a:t>
            </a:r>
            <a:endParaRPr lang="en-US" sz="750" dirty="0"/>
          </a:p>
        </p:txBody>
      </p:sp>
      <p:sp>
        <p:nvSpPr>
          <p:cNvPr id="54" name="Shape 41"/>
          <p:cNvSpPr/>
          <p:nvPr/>
        </p:nvSpPr>
        <p:spPr>
          <a:xfrm>
            <a:off x="3362432" y="3085853"/>
            <a:ext cx="1975104" cy="256032"/>
          </a:xfrm>
          <a:prstGeom prst="roundRect">
            <a:avLst>
              <a:gd name="adj" fmla="val 17857"/>
            </a:avLst>
          </a:prstGeom>
          <a:solidFill>
            <a:srgbClr val="7D2AE8"/>
          </a:solidFill>
          <a:ln w="12700">
            <a:solidFill>
              <a:srgbClr val="7D2AE8"/>
            </a:solidFill>
            <a:prstDash val="solid"/>
          </a:ln>
        </p:spPr>
      </p:sp>
      <p:sp>
        <p:nvSpPr>
          <p:cNvPr id="55" name="Text 42"/>
          <p:cNvSpPr txBox="1"/>
          <p:nvPr/>
        </p:nvSpPr>
        <p:spPr>
          <a:xfrm>
            <a:off x="3362432" y="3085853"/>
            <a:ext cx="1975104"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Download</a:t>
            </a:r>
            <a:endParaRPr lang="en-US" sz="800" dirty="0"/>
          </a:p>
        </p:txBody>
      </p:sp>
      <p:sp>
        <p:nvSpPr>
          <p:cNvPr id="56" name="Shape 43"/>
          <p:cNvSpPr/>
          <p:nvPr/>
        </p:nvSpPr>
        <p:spPr>
          <a:xfrm>
            <a:off x="3344144" y="2473205"/>
            <a:ext cx="2011680" cy="274320"/>
          </a:xfrm>
          <a:prstGeom prst="roundRect">
            <a:avLst>
              <a:gd name="adj" fmla="val 16667"/>
            </a:avLst>
          </a:prstGeom>
          <a:solidFill>
            <a:srgbClr val="FFFFFF">
              <a:alpha val="0"/>
            </a:srgbClr>
          </a:solidFill>
          <a:ln w="31750">
            <a:solidFill>
              <a:srgbClr val="E53935"/>
            </a:solidFill>
            <a:prstDash val="solid"/>
          </a:ln>
        </p:spPr>
      </p:sp>
      <p:sp>
        <p:nvSpPr>
          <p:cNvPr id="57" name="Shape 44"/>
          <p:cNvSpPr/>
          <p:nvPr/>
        </p:nvSpPr>
        <p:spPr>
          <a:xfrm>
            <a:off x="5218664" y="2336045"/>
            <a:ext cx="274320" cy="274320"/>
          </a:xfrm>
          <a:prstGeom prst="ellipse">
            <a:avLst/>
          </a:prstGeom>
          <a:solidFill>
            <a:srgbClr val="E53935"/>
          </a:solidFill>
          <a:ln w="12700">
            <a:solidFill>
              <a:srgbClr val="FFFFFF"/>
            </a:solidFill>
            <a:prstDash val="solid"/>
          </a:ln>
        </p:spPr>
      </p:sp>
      <p:sp>
        <p:nvSpPr>
          <p:cNvPr id="58" name="Text 45"/>
          <p:cNvSpPr txBox="1"/>
          <p:nvPr/>
        </p:nvSpPr>
        <p:spPr>
          <a:xfrm>
            <a:off x="5218664" y="23360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9" name="Image 11" descr="preencoded.png">    </p:cNvPr>
          <p:cNvPicPr>
            <a:picLocks noChangeAspect="1"/>
          </p:cNvPicPr>
          <p:nvPr/>
        </p:nvPicPr>
        <p:blipFill>
          <a:blip r:embed="rId12"/>
          <a:stretch>
            <a:fillRect/>
          </a:stretch>
        </p:blipFill>
        <p:spPr>
          <a:xfrm>
            <a:off x="4448739" y="2622252"/>
            <a:ext cx="237744" cy="237744"/>
          </a:xfrm>
          <a:prstGeom prst="rect">
            <a:avLst/>
          </a:prstGeom>
        </p:spPr>
      </p:pic>
      <p:sp>
        <p:nvSpPr>
          <p:cNvPr id="60" name="Shape 46"/>
          <p:cNvSpPr/>
          <p:nvPr/>
        </p:nvSpPr>
        <p:spPr>
          <a:xfrm>
            <a:off x="3344144" y="3067565"/>
            <a:ext cx="2011680" cy="292608"/>
          </a:xfrm>
          <a:prstGeom prst="roundRect">
            <a:avLst>
              <a:gd name="adj" fmla="val 15625"/>
            </a:avLst>
          </a:prstGeom>
          <a:solidFill>
            <a:srgbClr val="FFFFFF">
              <a:alpha val="0"/>
            </a:srgbClr>
          </a:solidFill>
          <a:ln w="31750">
            <a:solidFill>
              <a:srgbClr val="E53935"/>
            </a:solidFill>
            <a:prstDash val="solid"/>
          </a:ln>
        </p:spPr>
      </p:sp>
      <p:sp>
        <p:nvSpPr>
          <p:cNvPr id="61" name="Shape 47"/>
          <p:cNvSpPr/>
          <p:nvPr/>
        </p:nvSpPr>
        <p:spPr>
          <a:xfrm>
            <a:off x="5218664" y="2930405"/>
            <a:ext cx="274320" cy="274320"/>
          </a:xfrm>
          <a:prstGeom prst="ellipse">
            <a:avLst/>
          </a:prstGeom>
          <a:solidFill>
            <a:srgbClr val="E53935"/>
          </a:solidFill>
          <a:ln w="12700">
            <a:solidFill>
              <a:srgbClr val="FFFFFF"/>
            </a:solidFill>
            <a:prstDash val="solid"/>
          </a:ln>
        </p:spPr>
      </p:sp>
      <p:sp>
        <p:nvSpPr>
          <p:cNvPr id="62" name="Text 48"/>
          <p:cNvSpPr txBox="1"/>
          <p:nvPr/>
        </p:nvSpPr>
        <p:spPr>
          <a:xfrm>
            <a:off x="5218664" y="29304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3" name="Image 12" descr="preencoded.png">    </p:cNvPr>
          <p:cNvPicPr>
            <a:picLocks noChangeAspect="1"/>
          </p:cNvPicPr>
          <p:nvPr/>
        </p:nvPicPr>
        <p:blipFill>
          <a:blip r:embed="rId13"/>
          <a:stretch>
            <a:fillRect/>
          </a:stretch>
        </p:blipFill>
        <p:spPr>
          <a:xfrm>
            <a:off x="4448739" y="3226671"/>
            <a:ext cx="237744" cy="237744"/>
          </a:xfrm>
          <a:prstGeom prst="rect">
            <a:avLst/>
          </a:prstGeom>
        </p:spPr>
      </p:pic>
      <p:sp>
        <p:nvSpPr>
          <p:cNvPr id="64" name="Text 4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65" name="Text 5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dari layar, lalu Download PDF</a:t>
            </a:r>
            <a:endParaRPr lang="en-US" sz="1800" dirty="0"/>
          </a:p>
        </p:txBody>
      </p:sp>
      <p:sp>
        <p:nvSpPr>
          <p:cNvPr id="66" name="Text 5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Pindai setiap QR langsung dari layar dengan HP. Jika semua benar: Share › Download › PDF Print. Cetak (bila ada printer).</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Cetak &amp; Uji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ect">
            <a:avLst/>
          </a:prstGeom>
          <a:solidFill>
            <a:srgbClr val="E8DCC4"/>
          </a:solidFill>
          <a:ln w="12700">
            <a:solidFill>
              <a:srgbClr val="E8DCC4"/>
            </a:solidFill>
            <a:prstDash val="solid"/>
          </a:ln>
        </p:spPr>
      </p:sp>
      <p:sp>
        <p:nvSpPr>
          <p:cNvPr id="10" name="Shape 6"/>
          <p:cNvSpPr/>
          <p:nvPr/>
        </p:nvSpPr>
        <p:spPr>
          <a:xfrm>
            <a:off x="1143000" y="1234440"/>
            <a:ext cx="2011680" cy="2743200"/>
          </a:xfrm>
          <a:prstGeom prst="rect">
            <a:avLst/>
          </a:prstGeom>
          <a:solidFill>
            <a:srgbClr val="FFFFFF"/>
          </a:solidFill>
          <a:ln w="12700">
            <a:solidFill>
              <a:srgbClr val="999999"/>
            </a:solidFill>
            <a:prstDash val="solid"/>
          </a:ln>
        </p:spPr>
      </p:sp>
      <p:sp>
        <p:nvSpPr>
          <p:cNvPr id="11" name="Shape 7"/>
          <p:cNvSpPr/>
          <p:nvPr/>
        </p:nvSpPr>
        <p:spPr>
          <a:xfrm>
            <a:off x="1143000" y="1234440"/>
            <a:ext cx="2011680" cy="457200"/>
          </a:xfrm>
          <a:prstGeom prst="rect">
            <a:avLst/>
          </a:prstGeom>
          <a:solidFill>
            <a:srgbClr val="0F4C3A"/>
          </a:solidFill>
          <a:ln w="12700">
            <a:solidFill>
              <a:srgbClr val="0F4C3A"/>
            </a:solidFill>
            <a:prstDash val="solid"/>
          </a:ln>
        </p:spPr>
      </p:sp>
      <p:pic>
        <p:nvPicPr>
          <p:cNvPr id="12" name="Image 2" descr="/home/claude/logo.png">    </p:cNvPr>
          <p:cNvPicPr>
            <a:picLocks noChangeAspect="1"/>
          </p:cNvPicPr>
          <p:nvPr/>
        </p:nvPicPr>
        <p:blipFill>
          <a:blip r:embed="rId3"/>
          <a:stretch>
            <a:fillRect/>
          </a:stretch>
        </p:blipFill>
        <p:spPr>
          <a:xfrm>
            <a:off x="1216152" y="1280160"/>
            <a:ext cx="365760" cy="365760"/>
          </a:xfrm>
          <a:prstGeom prst="rect">
            <a:avLst/>
          </a:prstGeom>
        </p:spPr>
      </p:pic>
      <p:sp>
        <p:nvSpPr>
          <p:cNvPr id="13" name="Text 8"/>
          <p:cNvSpPr txBox="1"/>
          <p:nvPr/>
        </p:nvSpPr>
        <p:spPr>
          <a:xfrm>
            <a:off x="1600200" y="1280160"/>
            <a:ext cx="1463040" cy="36576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PAPAN INFORMASI</a:t>
            </a:r>
            <a:endParaRPr lang="en-US" sz="900" dirty="0"/>
          </a:p>
        </p:txBody>
      </p:sp>
      <p:sp>
        <p:nvSpPr>
          <p:cNvPr id="14" name="Shape 9"/>
          <p:cNvSpPr/>
          <p:nvPr/>
        </p:nvSpPr>
        <p:spPr>
          <a:xfrm>
            <a:off x="1325880" y="1874520"/>
            <a:ext cx="685800" cy="685800"/>
          </a:xfrm>
          <a:prstGeom prst="rect">
            <a:avLst/>
          </a:prstGeom>
          <a:solidFill>
            <a:srgbClr val="FFFFFF"/>
          </a:solidFill>
          <a:ln w="12700">
            <a:solidFill>
              <a:srgbClr val="FFFFFF"/>
            </a:solidFill>
            <a:prstDash val="solid"/>
          </a:ln>
        </p:spPr>
      </p:sp>
      <p:sp>
        <p:nvSpPr>
          <p:cNvPr id="15" name="Shape 10"/>
          <p:cNvSpPr/>
          <p:nvPr/>
        </p:nvSpPr>
        <p:spPr>
          <a:xfrm>
            <a:off x="1325880" y="1874520"/>
            <a:ext cx="97971" cy="97971"/>
          </a:xfrm>
          <a:prstGeom prst="rect">
            <a:avLst/>
          </a:prstGeom>
          <a:solidFill>
            <a:srgbClr val="111111"/>
          </a:solidFill>
          <a:ln w="12700">
            <a:solidFill>
              <a:srgbClr val="111111"/>
            </a:solidFill>
            <a:prstDash val="solid"/>
          </a:ln>
        </p:spPr>
      </p:sp>
      <p:sp>
        <p:nvSpPr>
          <p:cNvPr id="16" name="Shape 11"/>
          <p:cNvSpPr/>
          <p:nvPr/>
        </p:nvSpPr>
        <p:spPr>
          <a:xfrm>
            <a:off x="1423851" y="1874520"/>
            <a:ext cx="97971" cy="97971"/>
          </a:xfrm>
          <a:prstGeom prst="rect">
            <a:avLst/>
          </a:prstGeom>
          <a:solidFill>
            <a:srgbClr val="111111"/>
          </a:solidFill>
          <a:ln w="12700">
            <a:solidFill>
              <a:srgbClr val="111111"/>
            </a:solidFill>
            <a:prstDash val="solid"/>
          </a:ln>
        </p:spPr>
      </p:sp>
      <p:sp>
        <p:nvSpPr>
          <p:cNvPr id="17" name="Shape 12"/>
          <p:cNvSpPr/>
          <p:nvPr/>
        </p:nvSpPr>
        <p:spPr>
          <a:xfrm>
            <a:off x="1521823" y="1874520"/>
            <a:ext cx="97971" cy="97971"/>
          </a:xfrm>
          <a:prstGeom prst="rect">
            <a:avLst/>
          </a:prstGeom>
          <a:solidFill>
            <a:srgbClr val="111111"/>
          </a:solidFill>
          <a:ln w="12700">
            <a:solidFill>
              <a:srgbClr val="111111"/>
            </a:solidFill>
            <a:prstDash val="solid"/>
          </a:ln>
        </p:spPr>
      </p:sp>
      <p:sp>
        <p:nvSpPr>
          <p:cNvPr id="18" name="Shape 13"/>
          <p:cNvSpPr/>
          <p:nvPr/>
        </p:nvSpPr>
        <p:spPr>
          <a:xfrm>
            <a:off x="1717766" y="1874520"/>
            <a:ext cx="97971" cy="97971"/>
          </a:xfrm>
          <a:prstGeom prst="rect">
            <a:avLst/>
          </a:prstGeom>
          <a:solidFill>
            <a:srgbClr val="111111"/>
          </a:solidFill>
          <a:ln w="12700">
            <a:solidFill>
              <a:srgbClr val="111111"/>
            </a:solidFill>
            <a:prstDash val="solid"/>
          </a:ln>
        </p:spPr>
      </p:sp>
      <p:sp>
        <p:nvSpPr>
          <p:cNvPr id="19" name="Shape 14"/>
          <p:cNvSpPr/>
          <p:nvPr/>
        </p:nvSpPr>
        <p:spPr>
          <a:xfrm>
            <a:off x="1815737" y="1874520"/>
            <a:ext cx="97971" cy="97971"/>
          </a:xfrm>
          <a:prstGeom prst="rect">
            <a:avLst/>
          </a:prstGeom>
          <a:solidFill>
            <a:srgbClr val="111111"/>
          </a:solidFill>
          <a:ln w="12700">
            <a:solidFill>
              <a:srgbClr val="111111"/>
            </a:solidFill>
            <a:prstDash val="solid"/>
          </a:ln>
        </p:spPr>
      </p:sp>
      <p:sp>
        <p:nvSpPr>
          <p:cNvPr id="20" name="Shape 15"/>
          <p:cNvSpPr/>
          <p:nvPr/>
        </p:nvSpPr>
        <p:spPr>
          <a:xfrm>
            <a:off x="1913709" y="1874520"/>
            <a:ext cx="97971" cy="97971"/>
          </a:xfrm>
          <a:prstGeom prst="rect">
            <a:avLst/>
          </a:prstGeom>
          <a:solidFill>
            <a:srgbClr val="111111"/>
          </a:solidFill>
          <a:ln w="12700">
            <a:solidFill>
              <a:srgbClr val="111111"/>
            </a:solidFill>
            <a:prstDash val="solid"/>
          </a:ln>
        </p:spPr>
      </p:sp>
      <p:sp>
        <p:nvSpPr>
          <p:cNvPr id="21" name="Shape 16"/>
          <p:cNvSpPr/>
          <p:nvPr/>
        </p:nvSpPr>
        <p:spPr>
          <a:xfrm>
            <a:off x="1325880" y="1972491"/>
            <a:ext cx="97971" cy="97971"/>
          </a:xfrm>
          <a:prstGeom prst="rect">
            <a:avLst/>
          </a:prstGeom>
          <a:solidFill>
            <a:srgbClr val="111111"/>
          </a:solidFill>
          <a:ln w="12700">
            <a:solidFill>
              <a:srgbClr val="111111"/>
            </a:solidFill>
            <a:prstDash val="solid"/>
          </a:ln>
        </p:spPr>
      </p:sp>
      <p:sp>
        <p:nvSpPr>
          <p:cNvPr id="22" name="Shape 17"/>
          <p:cNvSpPr/>
          <p:nvPr/>
        </p:nvSpPr>
        <p:spPr>
          <a:xfrm>
            <a:off x="1521823" y="1972491"/>
            <a:ext cx="97971" cy="97971"/>
          </a:xfrm>
          <a:prstGeom prst="rect">
            <a:avLst/>
          </a:prstGeom>
          <a:solidFill>
            <a:srgbClr val="111111"/>
          </a:solidFill>
          <a:ln w="12700">
            <a:solidFill>
              <a:srgbClr val="111111"/>
            </a:solidFill>
            <a:prstDash val="solid"/>
          </a:ln>
        </p:spPr>
      </p:sp>
      <p:sp>
        <p:nvSpPr>
          <p:cNvPr id="23" name="Shape 18"/>
          <p:cNvSpPr/>
          <p:nvPr/>
        </p:nvSpPr>
        <p:spPr>
          <a:xfrm>
            <a:off x="1717766" y="1972491"/>
            <a:ext cx="97971" cy="97971"/>
          </a:xfrm>
          <a:prstGeom prst="rect">
            <a:avLst/>
          </a:prstGeom>
          <a:solidFill>
            <a:srgbClr val="111111"/>
          </a:solidFill>
          <a:ln w="12700">
            <a:solidFill>
              <a:srgbClr val="111111"/>
            </a:solidFill>
            <a:prstDash val="solid"/>
          </a:ln>
        </p:spPr>
      </p:sp>
      <p:sp>
        <p:nvSpPr>
          <p:cNvPr id="24" name="Shape 19"/>
          <p:cNvSpPr/>
          <p:nvPr/>
        </p:nvSpPr>
        <p:spPr>
          <a:xfrm>
            <a:off x="1913709" y="1972491"/>
            <a:ext cx="97971" cy="97971"/>
          </a:xfrm>
          <a:prstGeom prst="rect">
            <a:avLst/>
          </a:prstGeom>
          <a:solidFill>
            <a:srgbClr val="111111"/>
          </a:solidFill>
          <a:ln w="12700">
            <a:solidFill>
              <a:srgbClr val="111111"/>
            </a:solidFill>
            <a:prstDash val="solid"/>
          </a:ln>
        </p:spPr>
      </p:sp>
      <p:sp>
        <p:nvSpPr>
          <p:cNvPr id="25" name="Shape 20"/>
          <p:cNvSpPr/>
          <p:nvPr/>
        </p:nvSpPr>
        <p:spPr>
          <a:xfrm>
            <a:off x="1325880" y="2070463"/>
            <a:ext cx="97971" cy="97971"/>
          </a:xfrm>
          <a:prstGeom prst="rect">
            <a:avLst/>
          </a:prstGeom>
          <a:solidFill>
            <a:srgbClr val="111111"/>
          </a:solidFill>
          <a:ln w="12700">
            <a:solidFill>
              <a:srgbClr val="111111"/>
            </a:solidFill>
            <a:prstDash val="solid"/>
          </a:ln>
        </p:spPr>
      </p:sp>
      <p:sp>
        <p:nvSpPr>
          <p:cNvPr id="26" name="Shape 21"/>
          <p:cNvSpPr/>
          <p:nvPr/>
        </p:nvSpPr>
        <p:spPr>
          <a:xfrm>
            <a:off x="1423851" y="2070463"/>
            <a:ext cx="97971" cy="97971"/>
          </a:xfrm>
          <a:prstGeom prst="rect">
            <a:avLst/>
          </a:prstGeom>
          <a:solidFill>
            <a:srgbClr val="111111"/>
          </a:solidFill>
          <a:ln w="12700">
            <a:solidFill>
              <a:srgbClr val="111111"/>
            </a:solidFill>
            <a:prstDash val="solid"/>
          </a:ln>
        </p:spPr>
      </p:sp>
      <p:sp>
        <p:nvSpPr>
          <p:cNvPr id="27" name="Shape 22"/>
          <p:cNvSpPr/>
          <p:nvPr/>
        </p:nvSpPr>
        <p:spPr>
          <a:xfrm>
            <a:off x="1521823" y="2070463"/>
            <a:ext cx="97971" cy="97971"/>
          </a:xfrm>
          <a:prstGeom prst="rect">
            <a:avLst/>
          </a:prstGeom>
          <a:solidFill>
            <a:srgbClr val="111111"/>
          </a:solidFill>
          <a:ln w="12700">
            <a:solidFill>
              <a:srgbClr val="111111"/>
            </a:solidFill>
            <a:prstDash val="solid"/>
          </a:ln>
        </p:spPr>
      </p:sp>
      <p:sp>
        <p:nvSpPr>
          <p:cNvPr id="28" name="Shape 23"/>
          <p:cNvSpPr/>
          <p:nvPr/>
        </p:nvSpPr>
        <p:spPr>
          <a:xfrm>
            <a:off x="1717766" y="2070463"/>
            <a:ext cx="97971" cy="97971"/>
          </a:xfrm>
          <a:prstGeom prst="rect">
            <a:avLst/>
          </a:prstGeom>
          <a:solidFill>
            <a:srgbClr val="111111"/>
          </a:solidFill>
          <a:ln w="12700">
            <a:solidFill>
              <a:srgbClr val="111111"/>
            </a:solidFill>
            <a:prstDash val="solid"/>
          </a:ln>
        </p:spPr>
      </p:sp>
      <p:sp>
        <p:nvSpPr>
          <p:cNvPr id="29" name="Shape 24"/>
          <p:cNvSpPr/>
          <p:nvPr/>
        </p:nvSpPr>
        <p:spPr>
          <a:xfrm>
            <a:off x="1815737" y="2070463"/>
            <a:ext cx="97971" cy="97971"/>
          </a:xfrm>
          <a:prstGeom prst="rect">
            <a:avLst/>
          </a:prstGeom>
          <a:solidFill>
            <a:srgbClr val="111111"/>
          </a:solidFill>
          <a:ln w="12700">
            <a:solidFill>
              <a:srgbClr val="111111"/>
            </a:solidFill>
            <a:prstDash val="solid"/>
          </a:ln>
        </p:spPr>
      </p:sp>
      <p:sp>
        <p:nvSpPr>
          <p:cNvPr id="30" name="Shape 25"/>
          <p:cNvSpPr/>
          <p:nvPr/>
        </p:nvSpPr>
        <p:spPr>
          <a:xfrm>
            <a:off x="1913709" y="2070463"/>
            <a:ext cx="97971" cy="97971"/>
          </a:xfrm>
          <a:prstGeom prst="rect">
            <a:avLst/>
          </a:prstGeom>
          <a:solidFill>
            <a:srgbClr val="111111"/>
          </a:solidFill>
          <a:ln w="12700">
            <a:solidFill>
              <a:srgbClr val="111111"/>
            </a:solidFill>
            <a:prstDash val="solid"/>
          </a:ln>
        </p:spPr>
      </p:sp>
      <p:sp>
        <p:nvSpPr>
          <p:cNvPr id="31" name="Shape 26"/>
          <p:cNvSpPr/>
          <p:nvPr/>
        </p:nvSpPr>
        <p:spPr>
          <a:xfrm>
            <a:off x="1619794" y="2168434"/>
            <a:ext cx="97971" cy="97971"/>
          </a:xfrm>
          <a:prstGeom prst="rect">
            <a:avLst/>
          </a:prstGeom>
          <a:solidFill>
            <a:srgbClr val="111111"/>
          </a:solidFill>
          <a:ln w="12700">
            <a:solidFill>
              <a:srgbClr val="111111"/>
            </a:solidFill>
            <a:prstDash val="solid"/>
          </a:ln>
        </p:spPr>
      </p:sp>
      <p:sp>
        <p:nvSpPr>
          <p:cNvPr id="32" name="Shape 27"/>
          <p:cNvSpPr/>
          <p:nvPr/>
        </p:nvSpPr>
        <p:spPr>
          <a:xfrm>
            <a:off x="1325880" y="2266406"/>
            <a:ext cx="97971" cy="97971"/>
          </a:xfrm>
          <a:prstGeom prst="rect">
            <a:avLst/>
          </a:prstGeom>
          <a:solidFill>
            <a:srgbClr val="111111"/>
          </a:solidFill>
          <a:ln w="12700">
            <a:solidFill>
              <a:srgbClr val="111111"/>
            </a:solidFill>
            <a:prstDash val="solid"/>
          </a:ln>
        </p:spPr>
      </p:sp>
      <p:sp>
        <p:nvSpPr>
          <p:cNvPr id="33" name="Shape 28"/>
          <p:cNvSpPr/>
          <p:nvPr/>
        </p:nvSpPr>
        <p:spPr>
          <a:xfrm>
            <a:off x="1521823" y="2266406"/>
            <a:ext cx="97971" cy="97971"/>
          </a:xfrm>
          <a:prstGeom prst="rect">
            <a:avLst/>
          </a:prstGeom>
          <a:solidFill>
            <a:srgbClr val="111111"/>
          </a:solidFill>
          <a:ln w="12700">
            <a:solidFill>
              <a:srgbClr val="111111"/>
            </a:solidFill>
            <a:prstDash val="solid"/>
          </a:ln>
        </p:spPr>
      </p:sp>
      <p:sp>
        <p:nvSpPr>
          <p:cNvPr id="34" name="Shape 29"/>
          <p:cNvSpPr/>
          <p:nvPr/>
        </p:nvSpPr>
        <p:spPr>
          <a:xfrm>
            <a:off x="1619794" y="2266406"/>
            <a:ext cx="97971" cy="97971"/>
          </a:xfrm>
          <a:prstGeom prst="rect">
            <a:avLst/>
          </a:prstGeom>
          <a:solidFill>
            <a:srgbClr val="111111"/>
          </a:solidFill>
          <a:ln w="12700">
            <a:solidFill>
              <a:srgbClr val="111111"/>
            </a:solidFill>
            <a:prstDash val="solid"/>
          </a:ln>
        </p:spPr>
      </p:sp>
      <p:sp>
        <p:nvSpPr>
          <p:cNvPr id="35" name="Shape 30"/>
          <p:cNvSpPr/>
          <p:nvPr/>
        </p:nvSpPr>
        <p:spPr>
          <a:xfrm>
            <a:off x="1815737" y="2266406"/>
            <a:ext cx="97971" cy="97971"/>
          </a:xfrm>
          <a:prstGeom prst="rect">
            <a:avLst/>
          </a:prstGeom>
          <a:solidFill>
            <a:srgbClr val="111111"/>
          </a:solidFill>
          <a:ln w="12700">
            <a:solidFill>
              <a:srgbClr val="111111"/>
            </a:solidFill>
            <a:prstDash val="solid"/>
          </a:ln>
        </p:spPr>
      </p:sp>
      <p:sp>
        <p:nvSpPr>
          <p:cNvPr id="36" name="Shape 31"/>
          <p:cNvSpPr/>
          <p:nvPr/>
        </p:nvSpPr>
        <p:spPr>
          <a:xfrm>
            <a:off x="1913709" y="2266406"/>
            <a:ext cx="97971" cy="97971"/>
          </a:xfrm>
          <a:prstGeom prst="rect">
            <a:avLst/>
          </a:prstGeom>
          <a:solidFill>
            <a:srgbClr val="111111"/>
          </a:solidFill>
          <a:ln w="12700">
            <a:solidFill>
              <a:srgbClr val="111111"/>
            </a:solidFill>
            <a:prstDash val="solid"/>
          </a:ln>
        </p:spPr>
      </p:sp>
      <p:sp>
        <p:nvSpPr>
          <p:cNvPr id="37" name="Shape 32"/>
          <p:cNvSpPr/>
          <p:nvPr/>
        </p:nvSpPr>
        <p:spPr>
          <a:xfrm>
            <a:off x="1423851" y="2364377"/>
            <a:ext cx="97971" cy="97971"/>
          </a:xfrm>
          <a:prstGeom prst="rect">
            <a:avLst/>
          </a:prstGeom>
          <a:solidFill>
            <a:srgbClr val="111111"/>
          </a:solidFill>
          <a:ln w="12700">
            <a:solidFill>
              <a:srgbClr val="111111"/>
            </a:solidFill>
            <a:prstDash val="solid"/>
          </a:ln>
        </p:spPr>
      </p:sp>
      <p:sp>
        <p:nvSpPr>
          <p:cNvPr id="38" name="Shape 33"/>
          <p:cNvSpPr/>
          <p:nvPr/>
        </p:nvSpPr>
        <p:spPr>
          <a:xfrm>
            <a:off x="1717766" y="2364377"/>
            <a:ext cx="97971" cy="97971"/>
          </a:xfrm>
          <a:prstGeom prst="rect">
            <a:avLst/>
          </a:prstGeom>
          <a:solidFill>
            <a:srgbClr val="111111"/>
          </a:solidFill>
          <a:ln w="12700">
            <a:solidFill>
              <a:srgbClr val="111111"/>
            </a:solidFill>
            <a:prstDash val="solid"/>
          </a:ln>
        </p:spPr>
      </p:sp>
      <p:sp>
        <p:nvSpPr>
          <p:cNvPr id="39" name="Shape 34"/>
          <p:cNvSpPr/>
          <p:nvPr/>
        </p:nvSpPr>
        <p:spPr>
          <a:xfrm>
            <a:off x="1815737" y="2364377"/>
            <a:ext cx="97971" cy="97971"/>
          </a:xfrm>
          <a:prstGeom prst="rect">
            <a:avLst/>
          </a:prstGeom>
          <a:solidFill>
            <a:srgbClr val="111111"/>
          </a:solidFill>
          <a:ln w="12700">
            <a:solidFill>
              <a:srgbClr val="111111"/>
            </a:solidFill>
            <a:prstDash val="solid"/>
          </a:ln>
        </p:spPr>
      </p:sp>
      <p:sp>
        <p:nvSpPr>
          <p:cNvPr id="40" name="Shape 35"/>
          <p:cNvSpPr/>
          <p:nvPr/>
        </p:nvSpPr>
        <p:spPr>
          <a:xfrm>
            <a:off x="1325880" y="2462349"/>
            <a:ext cx="97971" cy="97971"/>
          </a:xfrm>
          <a:prstGeom prst="rect">
            <a:avLst/>
          </a:prstGeom>
          <a:solidFill>
            <a:srgbClr val="111111"/>
          </a:solidFill>
          <a:ln w="12700">
            <a:solidFill>
              <a:srgbClr val="111111"/>
            </a:solidFill>
            <a:prstDash val="solid"/>
          </a:ln>
        </p:spPr>
      </p:sp>
      <p:sp>
        <p:nvSpPr>
          <p:cNvPr id="41" name="Shape 36"/>
          <p:cNvSpPr/>
          <p:nvPr/>
        </p:nvSpPr>
        <p:spPr>
          <a:xfrm>
            <a:off x="1423851" y="2462349"/>
            <a:ext cx="97971" cy="97971"/>
          </a:xfrm>
          <a:prstGeom prst="rect">
            <a:avLst/>
          </a:prstGeom>
          <a:solidFill>
            <a:srgbClr val="111111"/>
          </a:solidFill>
          <a:ln w="12700">
            <a:solidFill>
              <a:srgbClr val="111111"/>
            </a:solidFill>
            <a:prstDash val="solid"/>
          </a:ln>
        </p:spPr>
      </p:sp>
      <p:sp>
        <p:nvSpPr>
          <p:cNvPr id="42" name="Shape 37"/>
          <p:cNvSpPr/>
          <p:nvPr/>
        </p:nvSpPr>
        <p:spPr>
          <a:xfrm>
            <a:off x="1521823" y="2462349"/>
            <a:ext cx="97971" cy="97971"/>
          </a:xfrm>
          <a:prstGeom prst="rect">
            <a:avLst/>
          </a:prstGeom>
          <a:solidFill>
            <a:srgbClr val="111111"/>
          </a:solidFill>
          <a:ln w="12700">
            <a:solidFill>
              <a:srgbClr val="111111"/>
            </a:solidFill>
            <a:prstDash val="solid"/>
          </a:ln>
        </p:spPr>
      </p:sp>
      <p:sp>
        <p:nvSpPr>
          <p:cNvPr id="43" name="Shape 38"/>
          <p:cNvSpPr/>
          <p:nvPr/>
        </p:nvSpPr>
        <p:spPr>
          <a:xfrm>
            <a:off x="1717766" y="2462349"/>
            <a:ext cx="97971" cy="97971"/>
          </a:xfrm>
          <a:prstGeom prst="rect">
            <a:avLst/>
          </a:prstGeom>
          <a:solidFill>
            <a:srgbClr val="111111"/>
          </a:solidFill>
          <a:ln w="12700">
            <a:solidFill>
              <a:srgbClr val="111111"/>
            </a:solidFill>
            <a:prstDash val="solid"/>
          </a:ln>
        </p:spPr>
      </p:sp>
      <p:sp>
        <p:nvSpPr>
          <p:cNvPr id="44" name="Shape 39"/>
          <p:cNvSpPr/>
          <p:nvPr/>
        </p:nvSpPr>
        <p:spPr>
          <a:xfrm>
            <a:off x="1913709" y="2462349"/>
            <a:ext cx="97971" cy="97971"/>
          </a:xfrm>
          <a:prstGeom prst="rect">
            <a:avLst/>
          </a:prstGeom>
          <a:solidFill>
            <a:srgbClr val="111111"/>
          </a:solidFill>
          <a:ln w="12700">
            <a:solidFill>
              <a:srgbClr val="111111"/>
            </a:solidFill>
            <a:prstDash val="solid"/>
          </a:ln>
        </p:spPr>
      </p:sp>
      <p:sp>
        <p:nvSpPr>
          <p:cNvPr id="45" name="Shape 40"/>
          <p:cNvSpPr/>
          <p:nvPr/>
        </p:nvSpPr>
        <p:spPr>
          <a:xfrm>
            <a:off x="2240280" y="1874520"/>
            <a:ext cx="685800" cy="685800"/>
          </a:xfrm>
          <a:prstGeom prst="rect">
            <a:avLst/>
          </a:prstGeom>
          <a:solidFill>
            <a:srgbClr val="FFFFFF"/>
          </a:solidFill>
          <a:ln w="12700">
            <a:solidFill>
              <a:srgbClr val="FFFFFF"/>
            </a:solidFill>
            <a:prstDash val="solid"/>
          </a:ln>
        </p:spPr>
      </p:sp>
      <p:sp>
        <p:nvSpPr>
          <p:cNvPr id="46" name="Shape 41"/>
          <p:cNvSpPr/>
          <p:nvPr/>
        </p:nvSpPr>
        <p:spPr>
          <a:xfrm>
            <a:off x="2240280" y="1874520"/>
            <a:ext cx="97971" cy="97971"/>
          </a:xfrm>
          <a:prstGeom prst="rect">
            <a:avLst/>
          </a:prstGeom>
          <a:solidFill>
            <a:srgbClr val="111111"/>
          </a:solidFill>
          <a:ln w="12700">
            <a:solidFill>
              <a:srgbClr val="111111"/>
            </a:solidFill>
            <a:prstDash val="solid"/>
          </a:ln>
        </p:spPr>
      </p:sp>
      <p:sp>
        <p:nvSpPr>
          <p:cNvPr id="47" name="Shape 42"/>
          <p:cNvSpPr/>
          <p:nvPr/>
        </p:nvSpPr>
        <p:spPr>
          <a:xfrm>
            <a:off x="2338251" y="1874520"/>
            <a:ext cx="97971" cy="97971"/>
          </a:xfrm>
          <a:prstGeom prst="rect">
            <a:avLst/>
          </a:prstGeom>
          <a:solidFill>
            <a:srgbClr val="111111"/>
          </a:solidFill>
          <a:ln w="12700">
            <a:solidFill>
              <a:srgbClr val="111111"/>
            </a:solidFill>
            <a:prstDash val="solid"/>
          </a:ln>
        </p:spPr>
      </p:sp>
      <p:sp>
        <p:nvSpPr>
          <p:cNvPr id="48" name="Shape 43"/>
          <p:cNvSpPr/>
          <p:nvPr/>
        </p:nvSpPr>
        <p:spPr>
          <a:xfrm>
            <a:off x="2436223" y="1874520"/>
            <a:ext cx="97971" cy="97971"/>
          </a:xfrm>
          <a:prstGeom prst="rect">
            <a:avLst/>
          </a:prstGeom>
          <a:solidFill>
            <a:srgbClr val="111111"/>
          </a:solidFill>
          <a:ln w="12700">
            <a:solidFill>
              <a:srgbClr val="111111"/>
            </a:solidFill>
            <a:prstDash val="solid"/>
          </a:ln>
        </p:spPr>
      </p:sp>
      <p:sp>
        <p:nvSpPr>
          <p:cNvPr id="49" name="Shape 44"/>
          <p:cNvSpPr/>
          <p:nvPr/>
        </p:nvSpPr>
        <p:spPr>
          <a:xfrm>
            <a:off x="2632166" y="1874520"/>
            <a:ext cx="97971" cy="97971"/>
          </a:xfrm>
          <a:prstGeom prst="rect">
            <a:avLst/>
          </a:prstGeom>
          <a:solidFill>
            <a:srgbClr val="111111"/>
          </a:solidFill>
          <a:ln w="12700">
            <a:solidFill>
              <a:srgbClr val="111111"/>
            </a:solidFill>
            <a:prstDash val="solid"/>
          </a:ln>
        </p:spPr>
      </p:sp>
      <p:sp>
        <p:nvSpPr>
          <p:cNvPr id="50" name="Shape 45"/>
          <p:cNvSpPr/>
          <p:nvPr/>
        </p:nvSpPr>
        <p:spPr>
          <a:xfrm>
            <a:off x="2730137" y="1874520"/>
            <a:ext cx="97971" cy="97971"/>
          </a:xfrm>
          <a:prstGeom prst="rect">
            <a:avLst/>
          </a:prstGeom>
          <a:solidFill>
            <a:srgbClr val="111111"/>
          </a:solidFill>
          <a:ln w="12700">
            <a:solidFill>
              <a:srgbClr val="111111"/>
            </a:solidFill>
            <a:prstDash val="solid"/>
          </a:ln>
        </p:spPr>
      </p:sp>
      <p:sp>
        <p:nvSpPr>
          <p:cNvPr id="51" name="Shape 46"/>
          <p:cNvSpPr/>
          <p:nvPr/>
        </p:nvSpPr>
        <p:spPr>
          <a:xfrm>
            <a:off x="2828109" y="1874520"/>
            <a:ext cx="97971" cy="97971"/>
          </a:xfrm>
          <a:prstGeom prst="rect">
            <a:avLst/>
          </a:prstGeom>
          <a:solidFill>
            <a:srgbClr val="111111"/>
          </a:solidFill>
          <a:ln w="12700">
            <a:solidFill>
              <a:srgbClr val="111111"/>
            </a:solidFill>
            <a:prstDash val="solid"/>
          </a:ln>
        </p:spPr>
      </p:sp>
      <p:sp>
        <p:nvSpPr>
          <p:cNvPr id="52" name="Shape 47"/>
          <p:cNvSpPr/>
          <p:nvPr/>
        </p:nvSpPr>
        <p:spPr>
          <a:xfrm>
            <a:off x="2240280" y="1972491"/>
            <a:ext cx="97971" cy="97971"/>
          </a:xfrm>
          <a:prstGeom prst="rect">
            <a:avLst/>
          </a:prstGeom>
          <a:solidFill>
            <a:srgbClr val="111111"/>
          </a:solidFill>
          <a:ln w="12700">
            <a:solidFill>
              <a:srgbClr val="111111"/>
            </a:solidFill>
            <a:prstDash val="solid"/>
          </a:ln>
        </p:spPr>
      </p:sp>
      <p:sp>
        <p:nvSpPr>
          <p:cNvPr id="53" name="Shape 48"/>
          <p:cNvSpPr/>
          <p:nvPr/>
        </p:nvSpPr>
        <p:spPr>
          <a:xfrm>
            <a:off x="2436223" y="1972491"/>
            <a:ext cx="97971" cy="97971"/>
          </a:xfrm>
          <a:prstGeom prst="rect">
            <a:avLst/>
          </a:prstGeom>
          <a:solidFill>
            <a:srgbClr val="111111"/>
          </a:solidFill>
          <a:ln w="12700">
            <a:solidFill>
              <a:srgbClr val="111111"/>
            </a:solidFill>
            <a:prstDash val="solid"/>
          </a:ln>
        </p:spPr>
      </p:sp>
      <p:sp>
        <p:nvSpPr>
          <p:cNvPr id="54" name="Shape 49"/>
          <p:cNvSpPr/>
          <p:nvPr/>
        </p:nvSpPr>
        <p:spPr>
          <a:xfrm>
            <a:off x="2632166" y="1972491"/>
            <a:ext cx="97971" cy="97971"/>
          </a:xfrm>
          <a:prstGeom prst="rect">
            <a:avLst/>
          </a:prstGeom>
          <a:solidFill>
            <a:srgbClr val="111111"/>
          </a:solidFill>
          <a:ln w="12700">
            <a:solidFill>
              <a:srgbClr val="111111"/>
            </a:solidFill>
            <a:prstDash val="solid"/>
          </a:ln>
        </p:spPr>
      </p:sp>
      <p:sp>
        <p:nvSpPr>
          <p:cNvPr id="55" name="Shape 50"/>
          <p:cNvSpPr/>
          <p:nvPr/>
        </p:nvSpPr>
        <p:spPr>
          <a:xfrm>
            <a:off x="2828109" y="1972491"/>
            <a:ext cx="97971" cy="97971"/>
          </a:xfrm>
          <a:prstGeom prst="rect">
            <a:avLst/>
          </a:prstGeom>
          <a:solidFill>
            <a:srgbClr val="111111"/>
          </a:solidFill>
          <a:ln w="12700">
            <a:solidFill>
              <a:srgbClr val="111111"/>
            </a:solidFill>
            <a:prstDash val="solid"/>
          </a:ln>
        </p:spPr>
      </p:sp>
      <p:sp>
        <p:nvSpPr>
          <p:cNvPr id="56" name="Shape 51"/>
          <p:cNvSpPr/>
          <p:nvPr/>
        </p:nvSpPr>
        <p:spPr>
          <a:xfrm>
            <a:off x="2240280" y="2070463"/>
            <a:ext cx="97971" cy="97971"/>
          </a:xfrm>
          <a:prstGeom prst="rect">
            <a:avLst/>
          </a:prstGeom>
          <a:solidFill>
            <a:srgbClr val="111111"/>
          </a:solidFill>
          <a:ln w="12700">
            <a:solidFill>
              <a:srgbClr val="111111"/>
            </a:solidFill>
            <a:prstDash val="solid"/>
          </a:ln>
        </p:spPr>
      </p:sp>
      <p:sp>
        <p:nvSpPr>
          <p:cNvPr id="57" name="Shape 52"/>
          <p:cNvSpPr/>
          <p:nvPr/>
        </p:nvSpPr>
        <p:spPr>
          <a:xfrm>
            <a:off x="2338251" y="2070463"/>
            <a:ext cx="97971" cy="97971"/>
          </a:xfrm>
          <a:prstGeom prst="rect">
            <a:avLst/>
          </a:prstGeom>
          <a:solidFill>
            <a:srgbClr val="111111"/>
          </a:solidFill>
          <a:ln w="12700">
            <a:solidFill>
              <a:srgbClr val="111111"/>
            </a:solidFill>
            <a:prstDash val="solid"/>
          </a:ln>
        </p:spPr>
      </p:sp>
      <p:sp>
        <p:nvSpPr>
          <p:cNvPr id="58" name="Shape 53"/>
          <p:cNvSpPr/>
          <p:nvPr/>
        </p:nvSpPr>
        <p:spPr>
          <a:xfrm>
            <a:off x="2436223" y="2070463"/>
            <a:ext cx="97971" cy="97971"/>
          </a:xfrm>
          <a:prstGeom prst="rect">
            <a:avLst/>
          </a:prstGeom>
          <a:solidFill>
            <a:srgbClr val="111111"/>
          </a:solidFill>
          <a:ln w="12700">
            <a:solidFill>
              <a:srgbClr val="111111"/>
            </a:solidFill>
            <a:prstDash val="solid"/>
          </a:ln>
        </p:spPr>
      </p:sp>
      <p:sp>
        <p:nvSpPr>
          <p:cNvPr id="59" name="Shape 54"/>
          <p:cNvSpPr/>
          <p:nvPr/>
        </p:nvSpPr>
        <p:spPr>
          <a:xfrm>
            <a:off x="2632166" y="2070463"/>
            <a:ext cx="97971" cy="97971"/>
          </a:xfrm>
          <a:prstGeom prst="rect">
            <a:avLst/>
          </a:prstGeom>
          <a:solidFill>
            <a:srgbClr val="111111"/>
          </a:solidFill>
          <a:ln w="12700">
            <a:solidFill>
              <a:srgbClr val="111111"/>
            </a:solidFill>
            <a:prstDash val="solid"/>
          </a:ln>
        </p:spPr>
      </p:sp>
      <p:sp>
        <p:nvSpPr>
          <p:cNvPr id="60" name="Shape 55"/>
          <p:cNvSpPr/>
          <p:nvPr/>
        </p:nvSpPr>
        <p:spPr>
          <a:xfrm>
            <a:off x="2730137" y="2070463"/>
            <a:ext cx="97971" cy="97971"/>
          </a:xfrm>
          <a:prstGeom prst="rect">
            <a:avLst/>
          </a:prstGeom>
          <a:solidFill>
            <a:srgbClr val="111111"/>
          </a:solidFill>
          <a:ln w="12700">
            <a:solidFill>
              <a:srgbClr val="111111"/>
            </a:solidFill>
            <a:prstDash val="solid"/>
          </a:ln>
        </p:spPr>
      </p:sp>
      <p:sp>
        <p:nvSpPr>
          <p:cNvPr id="61" name="Shape 56"/>
          <p:cNvSpPr/>
          <p:nvPr/>
        </p:nvSpPr>
        <p:spPr>
          <a:xfrm>
            <a:off x="2828109" y="2070463"/>
            <a:ext cx="97971" cy="97971"/>
          </a:xfrm>
          <a:prstGeom prst="rect">
            <a:avLst/>
          </a:prstGeom>
          <a:solidFill>
            <a:srgbClr val="111111"/>
          </a:solidFill>
          <a:ln w="12700">
            <a:solidFill>
              <a:srgbClr val="111111"/>
            </a:solidFill>
            <a:prstDash val="solid"/>
          </a:ln>
        </p:spPr>
      </p:sp>
      <p:sp>
        <p:nvSpPr>
          <p:cNvPr id="62" name="Shape 57"/>
          <p:cNvSpPr/>
          <p:nvPr/>
        </p:nvSpPr>
        <p:spPr>
          <a:xfrm>
            <a:off x="2534194" y="2168434"/>
            <a:ext cx="97971" cy="97971"/>
          </a:xfrm>
          <a:prstGeom prst="rect">
            <a:avLst/>
          </a:prstGeom>
          <a:solidFill>
            <a:srgbClr val="111111"/>
          </a:solidFill>
          <a:ln w="12700">
            <a:solidFill>
              <a:srgbClr val="111111"/>
            </a:solidFill>
            <a:prstDash val="solid"/>
          </a:ln>
        </p:spPr>
      </p:sp>
      <p:sp>
        <p:nvSpPr>
          <p:cNvPr id="63" name="Shape 58"/>
          <p:cNvSpPr/>
          <p:nvPr/>
        </p:nvSpPr>
        <p:spPr>
          <a:xfrm>
            <a:off x="2240280" y="2266406"/>
            <a:ext cx="97971" cy="97971"/>
          </a:xfrm>
          <a:prstGeom prst="rect">
            <a:avLst/>
          </a:prstGeom>
          <a:solidFill>
            <a:srgbClr val="111111"/>
          </a:solidFill>
          <a:ln w="12700">
            <a:solidFill>
              <a:srgbClr val="111111"/>
            </a:solidFill>
            <a:prstDash val="solid"/>
          </a:ln>
        </p:spPr>
      </p:sp>
      <p:sp>
        <p:nvSpPr>
          <p:cNvPr id="64" name="Shape 59"/>
          <p:cNvSpPr/>
          <p:nvPr/>
        </p:nvSpPr>
        <p:spPr>
          <a:xfrm>
            <a:off x="2436223" y="2266406"/>
            <a:ext cx="97971" cy="97971"/>
          </a:xfrm>
          <a:prstGeom prst="rect">
            <a:avLst/>
          </a:prstGeom>
          <a:solidFill>
            <a:srgbClr val="111111"/>
          </a:solidFill>
          <a:ln w="12700">
            <a:solidFill>
              <a:srgbClr val="111111"/>
            </a:solidFill>
            <a:prstDash val="solid"/>
          </a:ln>
        </p:spPr>
      </p:sp>
      <p:sp>
        <p:nvSpPr>
          <p:cNvPr id="65" name="Shape 60"/>
          <p:cNvSpPr/>
          <p:nvPr/>
        </p:nvSpPr>
        <p:spPr>
          <a:xfrm>
            <a:off x="2534194" y="2266406"/>
            <a:ext cx="97971" cy="97971"/>
          </a:xfrm>
          <a:prstGeom prst="rect">
            <a:avLst/>
          </a:prstGeom>
          <a:solidFill>
            <a:srgbClr val="111111"/>
          </a:solidFill>
          <a:ln w="12700">
            <a:solidFill>
              <a:srgbClr val="111111"/>
            </a:solidFill>
            <a:prstDash val="solid"/>
          </a:ln>
        </p:spPr>
      </p:sp>
      <p:sp>
        <p:nvSpPr>
          <p:cNvPr id="66" name="Shape 61"/>
          <p:cNvSpPr/>
          <p:nvPr/>
        </p:nvSpPr>
        <p:spPr>
          <a:xfrm>
            <a:off x="2730137" y="2266406"/>
            <a:ext cx="97971" cy="97971"/>
          </a:xfrm>
          <a:prstGeom prst="rect">
            <a:avLst/>
          </a:prstGeom>
          <a:solidFill>
            <a:srgbClr val="111111"/>
          </a:solidFill>
          <a:ln w="12700">
            <a:solidFill>
              <a:srgbClr val="111111"/>
            </a:solidFill>
            <a:prstDash val="solid"/>
          </a:ln>
        </p:spPr>
      </p:sp>
      <p:sp>
        <p:nvSpPr>
          <p:cNvPr id="67" name="Shape 62"/>
          <p:cNvSpPr/>
          <p:nvPr/>
        </p:nvSpPr>
        <p:spPr>
          <a:xfrm>
            <a:off x="2828109" y="2266406"/>
            <a:ext cx="97971" cy="97971"/>
          </a:xfrm>
          <a:prstGeom prst="rect">
            <a:avLst/>
          </a:prstGeom>
          <a:solidFill>
            <a:srgbClr val="111111"/>
          </a:solidFill>
          <a:ln w="12700">
            <a:solidFill>
              <a:srgbClr val="111111"/>
            </a:solidFill>
            <a:prstDash val="solid"/>
          </a:ln>
        </p:spPr>
      </p:sp>
      <p:sp>
        <p:nvSpPr>
          <p:cNvPr id="68" name="Shape 63"/>
          <p:cNvSpPr/>
          <p:nvPr/>
        </p:nvSpPr>
        <p:spPr>
          <a:xfrm>
            <a:off x="2338251" y="2364377"/>
            <a:ext cx="97971" cy="97971"/>
          </a:xfrm>
          <a:prstGeom prst="rect">
            <a:avLst/>
          </a:prstGeom>
          <a:solidFill>
            <a:srgbClr val="111111"/>
          </a:solidFill>
          <a:ln w="12700">
            <a:solidFill>
              <a:srgbClr val="111111"/>
            </a:solidFill>
            <a:prstDash val="solid"/>
          </a:ln>
        </p:spPr>
      </p:sp>
      <p:sp>
        <p:nvSpPr>
          <p:cNvPr id="69" name="Shape 64"/>
          <p:cNvSpPr/>
          <p:nvPr/>
        </p:nvSpPr>
        <p:spPr>
          <a:xfrm>
            <a:off x="2632166" y="2364377"/>
            <a:ext cx="97971" cy="97971"/>
          </a:xfrm>
          <a:prstGeom prst="rect">
            <a:avLst/>
          </a:prstGeom>
          <a:solidFill>
            <a:srgbClr val="111111"/>
          </a:solidFill>
          <a:ln w="12700">
            <a:solidFill>
              <a:srgbClr val="111111"/>
            </a:solidFill>
            <a:prstDash val="solid"/>
          </a:ln>
        </p:spPr>
      </p:sp>
      <p:sp>
        <p:nvSpPr>
          <p:cNvPr id="70" name="Shape 65"/>
          <p:cNvSpPr/>
          <p:nvPr/>
        </p:nvSpPr>
        <p:spPr>
          <a:xfrm>
            <a:off x="2730137" y="2364377"/>
            <a:ext cx="97971" cy="97971"/>
          </a:xfrm>
          <a:prstGeom prst="rect">
            <a:avLst/>
          </a:prstGeom>
          <a:solidFill>
            <a:srgbClr val="111111"/>
          </a:solidFill>
          <a:ln w="12700">
            <a:solidFill>
              <a:srgbClr val="111111"/>
            </a:solidFill>
            <a:prstDash val="solid"/>
          </a:ln>
        </p:spPr>
      </p:sp>
      <p:sp>
        <p:nvSpPr>
          <p:cNvPr id="71" name="Shape 66"/>
          <p:cNvSpPr/>
          <p:nvPr/>
        </p:nvSpPr>
        <p:spPr>
          <a:xfrm>
            <a:off x="2240280" y="2462349"/>
            <a:ext cx="97971" cy="97971"/>
          </a:xfrm>
          <a:prstGeom prst="rect">
            <a:avLst/>
          </a:prstGeom>
          <a:solidFill>
            <a:srgbClr val="111111"/>
          </a:solidFill>
          <a:ln w="12700">
            <a:solidFill>
              <a:srgbClr val="111111"/>
            </a:solidFill>
            <a:prstDash val="solid"/>
          </a:ln>
        </p:spPr>
      </p:sp>
      <p:sp>
        <p:nvSpPr>
          <p:cNvPr id="72" name="Shape 67"/>
          <p:cNvSpPr/>
          <p:nvPr/>
        </p:nvSpPr>
        <p:spPr>
          <a:xfrm>
            <a:off x="2338251" y="2462349"/>
            <a:ext cx="97971" cy="97971"/>
          </a:xfrm>
          <a:prstGeom prst="rect">
            <a:avLst/>
          </a:prstGeom>
          <a:solidFill>
            <a:srgbClr val="111111"/>
          </a:solidFill>
          <a:ln w="12700">
            <a:solidFill>
              <a:srgbClr val="111111"/>
            </a:solidFill>
            <a:prstDash val="solid"/>
          </a:ln>
        </p:spPr>
      </p:sp>
      <p:sp>
        <p:nvSpPr>
          <p:cNvPr id="73" name="Shape 68"/>
          <p:cNvSpPr/>
          <p:nvPr/>
        </p:nvSpPr>
        <p:spPr>
          <a:xfrm>
            <a:off x="2436223" y="2462349"/>
            <a:ext cx="97971" cy="97971"/>
          </a:xfrm>
          <a:prstGeom prst="rect">
            <a:avLst/>
          </a:prstGeom>
          <a:solidFill>
            <a:srgbClr val="111111"/>
          </a:solidFill>
          <a:ln w="12700">
            <a:solidFill>
              <a:srgbClr val="111111"/>
            </a:solidFill>
            <a:prstDash val="solid"/>
          </a:ln>
        </p:spPr>
      </p:sp>
      <p:sp>
        <p:nvSpPr>
          <p:cNvPr id="74" name="Shape 69"/>
          <p:cNvSpPr/>
          <p:nvPr/>
        </p:nvSpPr>
        <p:spPr>
          <a:xfrm>
            <a:off x="2632166" y="2462349"/>
            <a:ext cx="97971" cy="97971"/>
          </a:xfrm>
          <a:prstGeom prst="rect">
            <a:avLst/>
          </a:prstGeom>
          <a:solidFill>
            <a:srgbClr val="111111"/>
          </a:solidFill>
          <a:ln w="12700">
            <a:solidFill>
              <a:srgbClr val="111111"/>
            </a:solidFill>
            <a:prstDash val="solid"/>
          </a:ln>
        </p:spPr>
      </p:sp>
      <p:sp>
        <p:nvSpPr>
          <p:cNvPr id="75" name="Shape 70"/>
          <p:cNvSpPr/>
          <p:nvPr/>
        </p:nvSpPr>
        <p:spPr>
          <a:xfrm>
            <a:off x="2828109" y="2462349"/>
            <a:ext cx="97971" cy="97971"/>
          </a:xfrm>
          <a:prstGeom prst="rect">
            <a:avLst/>
          </a:prstGeom>
          <a:solidFill>
            <a:srgbClr val="111111"/>
          </a:solidFill>
          <a:ln w="12700">
            <a:solidFill>
              <a:srgbClr val="111111"/>
            </a:solidFill>
            <a:prstDash val="solid"/>
          </a:ln>
        </p:spPr>
      </p:sp>
      <p:sp>
        <p:nvSpPr>
          <p:cNvPr id="76" name="Shape 71"/>
          <p:cNvSpPr/>
          <p:nvPr/>
        </p:nvSpPr>
        <p:spPr>
          <a:xfrm>
            <a:off x="1325880" y="2880360"/>
            <a:ext cx="685800" cy="685800"/>
          </a:xfrm>
          <a:prstGeom prst="rect">
            <a:avLst/>
          </a:prstGeom>
          <a:solidFill>
            <a:srgbClr val="FFFFFF"/>
          </a:solidFill>
          <a:ln w="12700">
            <a:solidFill>
              <a:srgbClr val="FFFFFF"/>
            </a:solidFill>
            <a:prstDash val="solid"/>
          </a:ln>
        </p:spPr>
      </p:sp>
      <p:sp>
        <p:nvSpPr>
          <p:cNvPr id="77" name="Shape 72"/>
          <p:cNvSpPr/>
          <p:nvPr/>
        </p:nvSpPr>
        <p:spPr>
          <a:xfrm>
            <a:off x="1325880" y="2880360"/>
            <a:ext cx="97971" cy="97971"/>
          </a:xfrm>
          <a:prstGeom prst="rect">
            <a:avLst/>
          </a:prstGeom>
          <a:solidFill>
            <a:srgbClr val="111111"/>
          </a:solidFill>
          <a:ln w="12700">
            <a:solidFill>
              <a:srgbClr val="111111"/>
            </a:solidFill>
            <a:prstDash val="solid"/>
          </a:ln>
        </p:spPr>
      </p:sp>
      <p:sp>
        <p:nvSpPr>
          <p:cNvPr id="78" name="Shape 73"/>
          <p:cNvSpPr/>
          <p:nvPr/>
        </p:nvSpPr>
        <p:spPr>
          <a:xfrm>
            <a:off x="1423851" y="2880360"/>
            <a:ext cx="97971" cy="97971"/>
          </a:xfrm>
          <a:prstGeom prst="rect">
            <a:avLst/>
          </a:prstGeom>
          <a:solidFill>
            <a:srgbClr val="111111"/>
          </a:solidFill>
          <a:ln w="12700">
            <a:solidFill>
              <a:srgbClr val="111111"/>
            </a:solidFill>
            <a:prstDash val="solid"/>
          </a:ln>
        </p:spPr>
      </p:sp>
      <p:sp>
        <p:nvSpPr>
          <p:cNvPr id="79" name="Shape 74"/>
          <p:cNvSpPr/>
          <p:nvPr/>
        </p:nvSpPr>
        <p:spPr>
          <a:xfrm>
            <a:off x="1521823" y="2880360"/>
            <a:ext cx="97971" cy="97971"/>
          </a:xfrm>
          <a:prstGeom prst="rect">
            <a:avLst/>
          </a:prstGeom>
          <a:solidFill>
            <a:srgbClr val="111111"/>
          </a:solidFill>
          <a:ln w="12700">
            <a:solidFill>
              <a:srgbClr val="111111"/>
            </a:solidFill>
            <a:prstDash val="solid"/>
          </a:ln>
        </p:spPr>
      </p:sp>
      <p:sp>
        <p:nvSpPr>
          <p:cNvPr id="80" name="Shape 75"/>
          <p:cNvSpPr/>
          <p:nvPr/>
        </p:nvSpPr>
        <p:spPr>
          <a:xfrm>
            <a:off x="1717766" y="2880360"/>
            <a:ext cx="97971" cy="97971"/>
          </a:xfrm>
          <a:prstGeom prst="rect">
            <a:avLst/>
          </a:prstGeom>
          <a:solidFill>
            <a:srgbClr val="111111"/>
          </a:solidFill>
          <a:ln w="12700">
            <a:solidFill>
              <a:srgbClr val="111111"/>
            </a:solidFill>
            <a:prstDash val="solid"/>
          </a:ln>
        </p:spPr>
      </p:sp>
      <p:sp>
        <p:nvSpPr>
          <p:cNvPr id="81" name="Shape 76"/>
          <p:cNvSpPr/>
          <p:nvPr/>
        </p:nvSpPr>
        <p:spPr>
          <a:xfrm>
            <a:off x="1815737" y="2880360"/>
            <a:ext cx="97971" cy="97971"/>
          </a:xfrm>
          <a:prstGeom prst="rect">
            <a:avLst/>
          </a:prstGeom>
          <a:solidFill>
            <a:srgbClr val="111111"/>
          </a:solidFill>
          <a:ln w="12700">
            <a:solidFill>
              <a:srgbClr val="111111"/>
            </a:solidFill>
            <a:prstDash val="solid"/>
          </a:ln>
        </p:spPr>
      </p:sp>
      <p:sp>
        <p:nvSpPr>
          <p:cNvPr id="82" name="Shape 77"/>
          <p:cNvSpPr/>
          <p:nvPr/>
        </p:nvSpPr>
        <p:spPr>
          <a:xfrm>
            <a:off x="1913709" y="2880360"/>
            <a:ext cx="97971" cy="97971"/>
          </a:xfrm>
          <a:prstGeom prst="rect">
            <a:avLst/>
          </a:prstGeom>
          <a:solidFill>
            <a:srgbClr val="111111"/>
          </a:solidFill>
          <a:ln w="12700">
            <a:solidFill>
              <a:srgbClr val="111111"/>
            </a:solidFill>
            <a:prstDash val="solid"/>
          </a:ln>
        </p:spPr>
      </p:sp>
      <p:sp>
        <p:nvSpPr>
          <p:cNvPr id="83" name="Shape 78"/>
          <p:cNvSpPr/>
          <p:nvPr/>
        </p:nvSpPr>
        <p:spPr>
          <a:xfrm>
            <a:off x="1325880" y="2978331"/>
            <a:ext cx="97971" cy="97971"/>
          </a:xfrm>
          <a:prstGeom prst="rect">
            <a:avLst/>
          </a:prstGeom>
          <a:solidFill>
            <a:srgbClr val="111111"/>
          </a:solidFill>
          <a:ln w="12700">
            <a:solidFill>
              <a:srgbClr val="111111"/>
            </a:solidFill>
            <a:prstDash val="solid"/>
          </a:ln>
        </p:spPr>
      </p:sp>
      <p:sp>
        <p:nvSpPr>
          <p:cNvPr id="84" name="Shape 79"/>
          <p:cNvSpPr/>
          <p:nvPr/>
        </p:nvSpPr>
        <p:spPr>
          <a:xfrm>
            <a:off x="1521823" y="2978331"/>
            <a:ext cx="97971" cy="97971"/>
          </a:xfrm>
          <a:prstGeom prst="rect">
            <a:avLst/>
          </a:prstGeom>
          <a:solidFill>
            <a:srgbClr val="111111"/>
          </a:solidFill>
          <a:ln w="12700">
            <a:solidFill>
              <a:srgbClr val="111111"/>
            </a:solidFill>
            <a:prstDash val="solid"/>
          </a:ln>
        </p:spPr>
      </p:sp>
      <p:sp>
        <p:nvSpPr>
          <p:cNvPr id="85" name="Shape 80"/>
          <p:cNvSpPr/>
          <p:nvPr/>
        </p:nvSpPr>
        <p:spPr>
          <a:xfrm>
            <a:off x="1717766" y="2978331"/>
            <a:ext cx="97971" cy="97971"/>
          </a:xfrm>
          <a:prstGeom prst="rect">
            <a:avLst/>
          </a:prstGeom>
          <a:solidFill>
            <a:srgbClr val="111111"/>
          </a:solidFill>
          <a:ln w="12700">
            <a:solidFill>
              <a:srgbClr val="111111"/>
            </a:solidFill>
            <a:prstDash val="solid"/>
          </a:ln>
        </p:spPr>
      </p:sp>
      <p:sp>
        <p:nvSpPr>
          <p:cNvPr id="86" name="Shape 81"/>
          <p:cNvSpPr/>
          <p:nvPr/>
        </p:nvSpPr>
        <p:spPr>
          <a:xfrm>
            <a:off x="1913709" y="2978331"/>
            <a:ext cx="97971" cy="97971"/>
          </a:xfrm>
          <a:prstGeom prst="rect">
            <a:avLst/>
          </a:prstGeom>
          <a:solidFill>
            <a:srgbClr val="111111"/>
          </a:solidFill>
          <a:ln w="12700">
            <a:solidFill>
              <a:srgbClr val="111111"/>
            </a:solidFill>
            <a:prstDash val="solid"/>
          </a:ln>
        </p:spPr>
      </p:sp>
      <p:sp>
        <p:nvSpPr>
          <p:cNvPr id="87" name="Shape 82"/>
          <p:cNvSpPr/>
          <p:nvPr/>
        </p:nvSpPr>
        <p:spPr>
          <a:xfrm>
            <a:off x="1325880" y="3076303"/>
            <a:ext cx="97971" cy="97971"/>
          </a:xfrm>
          <a:prstGeom prst="rect">
            <a:avLst/>
          </a:prstGeom>
          <a:solidFill>
            <a:srgbClr val="111111"/>
          </a:solidFill>
          <a:ln w="12700">
            <a:solidFill>
              <a:srgbClr val="111111"/>
            </a:solidFill>
            <a:prstDash val="solid"/>
          </a:ln>
        </p:spPr>
      </p:sp>
      <p:sp>
        <p:nvSpPr>
          <p:cNvPr id="88" name="Shape 83"/>
          <p:cNvSpPr/>
          <p:nvPr/>
        </p:nvSpPr>
        <p:spPr>
          <a:xfrm>
            <a:off x="1423851" y="3076303"/>
            <a:ext cx="97971" cy="97971"/>
          </a:xfrm>
          <a:prstGeom prst="rect">
            <a:avLst/>
          </a:prstGeom>
          <a:solidFill>
            <a:srgbClr val="111111"/>
          </a:solidFill>
          <a:ln w="12700">
            <a:solidFill>
              <a:srgbClr val="111111"/>
            </a:solidFill>
            <a:prstDash val="solid"/>
          </a:ln>
        </p:spPr>
      </p:sp>
      <p:sp>
        <p:nvSpPr>
          <p:cNvPr id="89" name="Shape 84"/>
          <p:cNvSpPr/>
          <p:nvPr/>
        </p:nvSpPr>
        <p:spPr>
          <a:xfrm>
            <a:off x="1521823" y="3076303"/>
            <a:ext cx="97971" cy="97971"/>
          </a:xfrm>
          <a:prstGeom prst="rect">
            <a:avLst/>
          </a:prstGeom>
          <a:solidFill>
            <a:srgbClr val="111111"/>
          </a:solidFill>
          <a:ln w="12700">
            <a:solidFill>
              <a:srgbClr val="111111"/>
            </a:solidFill>
            <a:prstDash val="solid"/>
          </a:ln>
        </p:spPr>
      </p:sp>
      <p:sp>
        <p:nvSpPr>
          <p:cNvPr id="90" name="Shape 85"/>
          <p:cNvSpPr/>
          <p:nvPr/>
        </p:nvSpPr>
        <p:spPr>
          <a:xfrm>
            <a:off x="1717766" y="3076303"/>
            <a:ext cx="97971" cy="97971"/>
          </a:xfrm>
          <a:prstGeom prst="rect">
            <a:avLst/>
          </a:prstGeom>
          <a:solidFill>
            <a:srgbClr val="111111"/>
          </a:solidFill>
          <a:ln w="12700">
            <a:solidFill>
              <a:srgbClr val="111111"/>
            </a:solidFill>
            <a:prstDash val="solid"/>
          </a:ln>
        </p:spPr>
      </p:sp>
      <p:sp>
        <p:nvSpPr>
          <p:cNvPr id="91" name="Shape 86"/>
          <p:cNvSpPr/>
          <p:nvPr/>
        </p:nvSpPr>
        <p:spPr>
          <a:xfrm>
            <a:off x="1815737" y="3076303"/>
            <a:ext cx="97971" cy="97971"/>
          </a:xfrm>
          <a:prstGeom prst="rect">
            <a:avLst/>
          </a:prstGeom>
          <a:solidFill>
            <a:srgbClr val="111111"/>
          </a:solidFill>
          <a:ln w="12700">
            <a:solidFill>
              <a:srgbClr val="111111"/>
            </a:solidFill>
            <a:prstDash val="solid"/>
          </a:ln>
        </p:spPr>
      </p:sp>
      <p:sp>
        <p:nvSpPr>
          <p:cNvPr id="92" name="Shape 87"/>
          <p:cNvSpPr/>
          <p:nvPr/>
        </p:nvSpPr>
        <p:spPr>
          <a:xfrm>
            <a:off x="1913709" y="3076303"/>
            <a:ext cx="97971" cy="97971"/>
          </a:xfrm>
          <a:prstGeom prst="rect">
            <a:avLst/>
          </a:prstGeom>
          <a:solidFill>
            <a:srgbClr val="111111"/>
          </a:solidFill>
          <a:ln w="12700">
            <a:solidFill>
              <a:srgbClr val="111111"/>
            </a:solidFill>
            <a:prstDash val="solid"/>
          </a:ln>
        </p:spPr>
      </p:sp>
      <p:sp>
        <p:nvSpPr>
          <p:cNvPr id="93" name="Shape 88"/>
          <p:cNvSpPr/>
          <p:nvPr/>
        </p:nvSpPr>
        <p:spPr>
          <a:xfrm>
            <a:off x="1619794" y="3174274"/>
            <a:ext cx="97971" cy="97971"/>
          </a:xfrm>
          <a:prstGeom prst="rect">
            <a:avLst/>
          </a:prstGeom>
          <a:solidFill>
            <a:srgbClr val="111111"/>
          </a:solidFill>
          <a:ln w="12700">
            <a:solidFill>
              <a:srgbClr val="111111"/>
            </a:solidFill>
            <a:prstDash val="solid"/>
          </a:ln>
        </p:spPr>
      </p:sp>
      <p:sp>
        <p:nvSpPr>
          <p:cNvPr id="94" name="Shape 89"/>
          <p:cNvSpPr/>
          <p:nvPr/>
        </p:nvSpPr>
        <p:spPr>
          <a:xfrm>
            <a:off x="1325880" y="3272246"/>
            <a:ext cx="97971" cy="97971"/>
          </a:xfrm>
          <a:prstGeom prst="rect">
            <a:avLst/>
          </a:prstGeom>
          <a:solidFill>
            <a:srgbClr val="111111"/>
          </a:solidFill>
          <a:ln w="12700">
            <a:solidFill>
              <a:srgbClr val="111111"/>
            </a:solidFill>
            <a:prstDash val="solid"/>
          </a:ln>
        </p:spPr>
      </p:sp>
      <p:sp>
        <p:nvSpPr>
          <p:cNvPr id="95" name="Shape 90"/>
          <p:cNvSpPr/>
          <p:nvPr/>
        </p:nvSpPr>
        <p:spPr>
          <a:xfrm>
            <a:off x="1521823" y="3272246"/>
            <a:ext cx="97971" cy="97971"/>
          </a:xfrm>
          <a:prstGeom prst="rect">
            <a:avLst/>
          </a:prstGeom>
          <a:solidFill>
            <a:srgbClr val="111111"/>
          </a:solidFill>
          <a:ln w="12700">
            <a:solidFill>
              <a:srgbClr val="111111"/>
            </a:solidFill>
            <a:prstDash val="solid"/>
          </a:ln>
        </p:spPr>
      </p:sp>
      <p:sp>
        <p:nvSpPr>
          <p:cNvPr id="96" name="Shape 91"/>
          <p:cNvSpPr/>
          <p:nvPr/>
        </p:nvSpPr>
        <p:spPr>
          <a:xfrm>
            <a:off x="1619794" y="3272246"/>
            <a:ext cx="97971" cy="97971"/>
          </a:xfrm>
          <a:prstGeom prst="rect">
            <a:avLst/>
          </a:prstGeom>
          <a:solidFill>
            <a:srgbClr val="111111"/>
          </a:solidFill>
          <a:ln w="12700">
            <a:solidFill>
              <a:srgbClr val="111111"/>
            </a:solidFill>
            <a:prstDash val="solid"/>
          </a:ln>
        </p:spPr>
      </p:sp>
      <p:sp>
        <p:nvSpPr>
          <p:cNvPr id="97" name="Shape 92"/>
          <p:cNvSpPr/>
          <p:nvPr/>
        </p:nvSpPr>
        <p:spPr>
          <a:xfrm>
            <a:off x="1815737" y="3272246"/>
            <a:ext cx="97971" cy="97971"/>
          </a:xfrm>
          <a:prstGeom prst="rect">
            <a:avLst/>
          </a:prstGeom>
          <a:solidFill>
            <a:srgbClr val="111111"/>
          </a:solidFill>
          <a:ln w="12700">
            <a:solidFill>
              <a:srgbClr val="111111"/>
            </a:solidFill>
            <a:prstDash val="solid"/>
          </a:ln>
        </p:spPr>
      </p:sp>
      <p:sp>
        <p:nvSpPr>
          <p:cNvPr id="98" name="Shape 93"/>
          <p:cNvSpPr/>
          <p:nvPr/>
        </p:nvSpPr>
        <p:spPr>
          <a:xfrm>
            <a:off x="1913709" y="3272246"/>
            <a:ext cx="97971" cy="97971"/>
          </a:xfrm>
          <a:prstGeom prst="rect">
            <a:avLst/>
          </a:prstGeom>
          <a:solidFill>
            <a:srgbClr val="111111"/>
          </a:solidFill>
          <a:ln w="12700">
            <a:solidFill>
              <a:srgbClr val="111111"/>
            </a:solidFill>
            <a:prstDash val="solid"/>
          </a:ln>
        </p:spPr>
      </p:sp>
      <p:sp>
        <p:nvSpPr>
          <p:cNvPr id="99" name="Shape 94"/>
          <p:cNvSpPr/>
          <p:nvPr/>
        </p:nvSpPr>
        <p:spPr>
          <a:xfrm>
            <a:off x="1423851" y="3370217"/>
            <a:ext cx="97971" cy="97971"/>
          </a:xfrm>
          <a:prstGeom prst="rect">
            <a:avLst/>
          </a:prstGeom>
          <a:solidFill>
            <a:srgbClr val="111111"/>
          </a:solidFill>
          <a:ln w="12700">
            <a:solidFill>
              <a:srgbClr val="111111"/>
            </a:solidFill>
            <a:prstDash val="solid"/>
          </a:ln>
        </p:spPr>
      </p:sp>
      <p:sp>
        <p:nvSpPr>
          <p:cNvPr id="100" name="Shape 95"/>
          <p:cNvSpPr/>
          <p:nvPr/>
        </p:nvSpPr>
        <p:spPr>
          <a:xfrm>
            <a:off x="1717766" y="3370217"/>
            <a:ext cx="97971" cy="97971"/>
          </a:xfrm>
          <a:prstGeom prst="rect">
            <a:avLst/>
          </a:prstGeom>
          <a:solidFill>
            <a:srgbClr val="111111"/>
          </a:solidFill>
          <a:ln w="12700">
            <a:solidFill>
              <a:srgbClr val="111111"/>
            </a:solidFill>
            <a:prstDash val="solid"/>
          </a:ln>
        </p:spPr>
      </p:sp>
      <p:sp>
        <p:nvSpPr>
          <p:cNvPr id="101" name="Shape 96"/>
          <p:cNvSpPr/>
          <p:nvPr/>
        </p:nvSpPr>
        <p:spPr>
          <a:xfrm>
            <a:off x="1815737" y="3370217"/>
            <a:ext cx="97971" cy="97971"/>
          </a:xfrm>
          <a:prstGeom prst="rect">
            <a:avLst/>
          </a:prstGeom>
          <a:solidFill>
            <a:srgbClr val="111111"/>
          </a:solidFill>
          <a:ln w="12700">
            <a:solidFill>
              <a:srgbClr val="111111"/>
            </a:solidFill>
            <a:prstDash val="solid"/>
          </a:ln>
        </p:spPr>
      </p:sp>
      <p:sp>
        <p:nvSpPr>
          <p:cNvPr id="102" name="Shape 97"/>
          <p:cNvSpPr/>
          <p:nvPr/>
        </p:nvSpPr>
        <p:spPr>
          <a:xfrm>
            <a:off x="1325880" y="3468189"/>
            <a:ext cx="97971" cy="97971"/>
          </a:xfrm>
          <a:prstGeom prst="rect">
            <a:avLst/>
          </a:prstGeom>
          <a:solidFill>
            <a:srgbClr val="111111"/>
          </a:solidFill>
          <a:ln w="12700">
            <a:solidFill>
              <a:srgbClr val="111111"/>
            </a:solidFill>
            <a:prstDash val="solid"/>
          </a:ln>
        </p:spPr>
      </p:sp>
      <p:sp>
        <p:nvSpPr>
          <p:cNvPr id="103" name="Shape 98"/>
          <p:cNvSpPr/>
          <p:nvPr/>
        </p:nvSpPr>
        <p:spPr>
          <a:xfrm>
            <a:off x="1423851" y="3468189"/>
            <a:ext cx="97971" cy="97971"/>
          </a:xfrm>
          <a:prstGeom prst="rect">
            <a:avLst/>
          </a:prstGeom>
          <a:solidFill>
            <a:srgbClr val="111111"/>
          </a:solidFill>
          <a:ln w="12700">
            <a:solidFill>
              <a:srgbClr val="111111"/>
            </a:solidFill>
            <a:prstDash val="solid"/>
          </a:ln>
        </p:spPr>
      </p:sp>
      <p:sp>
        <p:nvSpPr>
          <p:cNvPr id="104" name="Shape 99"/>
          <p:cNvSpPr/>
          <p:nvPr/>
        </p:nvSpPr>
        <p:spPr>
          <a:xfrm>
            <a:off x="1521823" y="3468189"/>
            <a:ext cx="97971" cy="97971"/>
          </a:xfrm>
          <a:prstGeom prst="rect">
            <a:avLst/>
          </a:prstGeom>
          <a:solidFill>
            <a:srgbClr val="111111"/>
          </a:solidFill>
          <a:ln w="12700">
            <a:solidFill>
              <a:srgbClr val="111111"/>
            </a:solidFill>
            <a:prstDash val="solid"/>
          </a:ln>
        </p:spPr>
      </p:sp>
      <p:sp>
        <p:nvSpPr>
          <p:cNvPr id="105" name="Shape 100"/>
          <p:cNvSpPr/>
          <p:nvPr/>
        </p:nvSpPr>
        <p:spPr>
          <a:xfrm>
            <a:off x="1717766" y="3468189"/>
            <a:ext cx="97971" cy="97971"/>
          </a:xfrm>
          <a:prstGeom prst="rect">
            <a:avLst/>
          </a:prstGeom>
          <a:solidFill>
            <a:srgbClr val="111111"/>
          </a:solidFill>
          <a:ln w="12700">
            <a:solidFill>
              <a:srgbClr val="111111"/>
            </a:solidFill>
            <a:prstDash val="solid"/>
          </a:ln>
        </p:spPr>
      </p:sp>
      <p:sp>
        <p:nvSpPr>
          <p:cNvPr id="106" name="Shape 101"/>
          <p:cNvSpPr/>
          <p:nvPr/>
        </p:nvSpPr>
        <p:spPr>
          <a:xfrm>
            <a:off x="1913709" y="3468189"/>
            <a:ext cx="97971" cy="97971"/>
          </a:xfrm>
          <a:prstGeom prst="rect">
            <a:avLst/>
          </a:prstGeom>
          <a:solidFill>
            <a:srgbClr val="111111"/>
          </a:solidFill>
          <a:ln w="12700">
            <a:solidFill>
              <a:srgbClr val="111111"/>
            </a:solidFill>
            <a:prstDash val="solid"/>
          </a:ln>
        </p:spPr>
      </p:sp>
      <p:sp>
        <p:nvSpPr>
          <p:cNvPr id="107" name="Shape 102"/>
          <p:cNvSpPr/>
          <p:nvPr/>
        </p:nvSpPr>
        <p:spPr>
          <a:xfrm>
            <a:off x="2240280" y="2880360"/>
            <a:ext cx="685800" cy="685800"/>
          </a:xfrm>
          <a:prstGeom prst="rect">
            <a:avLst/>
          </a:prstGeom>
          <a:solidFill>
            <a:srgbClr val="FFFFFF"/>
          </a:solidFill>
          <a:ln w="12700">
            <a:solidFill>
              <a:srgbClr val="FFFFFF"/>
            </a:solidFill>
            <a:prstDash val="solid"/>
          </a:ln>
        </p:spPr>
      </p:sp>
      <p:sp>
        <p:nvSpPr>
          <p:cNvPr id="108" name="Shape 103"/>
          <p:cNvSpPr/>
          <p:nvPr/>
        </p:nvSpPr>
        <p:spPr>
          <a:xfrm>
            <a:off x="2240280" y="2880360"/>
            <a:ext cx="97971" cy="97971"/>
          </a:xfrm>
          <a:prstGeom prst="rect">
            <a:avLst/>
          </a:prstGeom>
          <a:solidFill>
            <a:srgbClr val="111111"/>
          </a:solidFill>
          <a:ln w="12700">
            <a:solidFill>
              <a:srgbClr val="111111"/>
            </a:solidFill>
            <a:prstDash val="solid"/>
          </a:ln>
        </p:spPr>
      </p:sp>
      <p:sp>
        <p:nvSpPr>
          <p:cNvPr id="109" name="Shape 104"/>
          <p:cNvSpPr/>
          <p:nvPr/>
        </p:nvSpPr>
        <p:spPr>
          <a:xfrm>
            <a:off x="2338251" y="2880360"/>
            <a:ext cx="97971" cy="97971"/>
          </a:xfrm>
          <a:prstGeom prst="rect">
            <a:avLst/>
          </a:prstGeom>
          <a:solidFill>
            <a:srgbClr val="111111"/>
          </a:solidFill>
          <a:ln w="12700">
            <a:solidFill>
              <a:srgbClr val="111111"/>
            </a:solidFill>
            <a:prstDash val="solid"/>
          </a:ln>
        </p:spPr>
      </p:sp>
      <p:sp>
        <p:nvSpPr>
          <p:cNvPr id="110" name="Shape 105"/>
          <p:cNvSpPr/>
          <p:nvPr/>
        </p:nvSpPr>
        <p:spPr>
          <a:xfrm>
            <a:off x="2436223" y="2880360"/>
            <a:ext cx="97971" cy="97971"/>
          </a:xfrm>
          <a:prstGeom prst="rect">
            <a:avLst/>
          </a:prstGeom>
          <a:solidFill>
            <a:srgbClr val="111111"/>
          </a:solidFill>
          <a:ln w="12700">
            <a:solidFill>
              <a:srgbClr val="111111"/>
            </a:solidFill>
            <a:prstDash val="solid"/>
          </a:ln>
        </p:spPr>
      </p:sp>
      <p:sp>
        <p:nvSpPr>
          <p:cNvPr id="111" name="Shape 106"/>
          <p:cNvSpPr/>
          <p:nvPr/>
        </p:nvSpPr>
        <p:spPr>
          <a:xfrm>
            <a:off x="2632166" y="2880360"/>
            <a:ext cx="97971" cy="97971"/>
          </a:xfrm>
          <a:prstGeom prst="rect">
            <a:avLst/>
          </a:prstGeom>
          <a:solidFill>
            <a:srgbClr val="111111"/>
          </a:solidFill>
          <a:ln w="12700">
            <a:solidFill>
              <a:srgbClr val="111111"/>
            </a:solidFill>
            <a:prstDash val="solid"/>
          </a:ln>
        </p:spPr>
      </p:sp>
      <p:sp>
        <p:nvSpPr>
          <p:cNvPr id="112" name="Shape 107"/>
          <p:cNvSpPr/>
          <p:nvPr/>
        </p:nvSpPr>
        <p:spPr>
          <a:xfrm>
            <a:off x="2730137" y="2880360"/>
            <a:ext cx="97971" cy="97971"/>
          </a:xfrm>
          <a:prstGeom prst="rect">
            <a:avLst/>
          </a:prstGeom>
          <a:solidFill>
            <a:srgbClr val="111111"/>
          </a:solidFill>
          <a:ln w="12700">
            <a:solidFill>
              <a:srgbClr val="111111"/>
            </a:solidFill>
            <a:prstDash val="solid"/>
          </a:ln>
        </p:spPr>
      </p:sp>
      <p:sp>
        <p:nvSpPr>
          <p:cNvPr id="113" name="Shape 108"/>
          <p:cNvSpPr/>
          <p:nvPr/>
        </p:nvSpPr>
        <p:spPr>
          <a:xfrm>
            <a:off x="2828109" y="2880360"/>
            <a:ext cx="97971" cy="97971"/>
          </a:xfrm>
          <a:prstGeom prst="rect">
            <a:avLst/>
          </a:prstGeom>
          <a:solidFill>
            <a:srgbClr val="111111"/>
          </a:solidFill>
          <a:ln w="12700">
            <a:solidFill>
              <a:srgbClr val="111111"/>
            </a:solidFill>
            <a:prstDash val="solid"/>
          </a:ln>
        </p:spPr>
      </p:sp>
      <p:sp>
        <p:nvSpPr>
          <p:cNvPr id="114" name="Shape 109"/>
          <p:cNvSpPr/>
          <p:nvPr/>
        </p:nvSpPr>
        <p:spPr>
          <a:xfrm>
            <a:off x="2240280" y="2978331"/>
            <a:ext cx="97971" cy="97971"/>
          </a:xfrm>
          <a:prstGeom prst="rect">
            <a:avLst/>
          </a:prstGeom>
          <a:solidFill>
            <a:srgbClr val="111111"/>
          </a:solidFill>
          <a:ln w="12700">
            <a:solidFill>
              <a:srgbClr val="111111"/>
            </a:solidFill>
            <a:prstDash val="solid"/>
          </a:ln>
        </p:spPr>
      </p:sp>
      <p:sp>
        <p:nvSpPr>
          <p:cNvPr id="115" name="Shape 110"/>
          <p:cNvSpPr/>
          <p:nvPr/>
        </p:nvSpPr>
        <p:spPr>
          <a:xfrm>
            <a:off x="2436223" y="2978331"/>
            <a:ext cx="97971" cy="97971"/>
          </a:xfrm>
          <a:prstGeom prst="rect">
            <a:avLst/>
          </a:prstGeom>
          <a:solidFill>
            <a:srgbClr val="111111"/>
          </a:solidFill>
          <a:ln w="12700">
            <a:solidFill>
              <a:srgbClr val="111111"/>
            </a:solidFill>
            <a:prstDash val="solid"/>
          </a:ln>
        </p:spPr>
      </p:sp>
      <p:sp>
        <p:nvSpPr>
          <p:cNvPr id="116" name="Shape 111"/>
          <p:cNvSpPr/>
          <p:nvPr/>
        </p:nvSpPr>
        <p:spPr>
          <a:xfrm>
            <a:off x="2632166" y="2978331"/>
            <a:ext cx="97971" cy="97971"/>
          </a:xfrm>
          <a:prstGeom prst="rect">
            <a:avLst/>
          </a:prstGeom>
          <a:solidFill>
            <a:srgbClr val="111111"/>
          </a:solidFill>
          <a:ln w="12700">
            <a:solidFill>
              <a:srgbClr val="111111"/>
            </a:solidFill>
            <a:prstDash val="solid"/>
          </a:ln>
        </p:spPr>
      </p:sp>
      <p:sp>
        <p:nvSpPr>
          <p:cNvPr id="117" name="Shape 112"/>
          <p:cNvSpPr/>
          <p:nvPr/>
        </p:nvSpPr>
        <p:spPr>
          <a:xfrm>
            <a:off x="2828109" y="2978331"/>
            <a:ext cx="97971" cy="97971"/>
          </a:xfrm>
          <a:prstGeom prst="rect">
            <a:avLst/>
          </a:prstGeom>
          <a:solidFill>
            <a:srgbClr val="111111"/>
          </a:solidFill>
          <a:ln w="12700">
            <a:solidFill>
              <a:srgbClr val="111111"/>
            </a:solidFill>
            <a:prstDash val="solid"/>
          </a:ln>
        </p:spPr>
      </p:sp>
      <p:sp>
        <p:nvSpPr>
          <p:cNvPr id="118" name="Shape 113"/>
          <p:cNvSpPr/>
          <p:nvPr/>
        </p:nvSpPr>
        <p:spPr>
          <a:xfrm>
            <a:off x="2240280" y="3076303"/>
            <a:ext cx="97971" cy="97971"/>
          </a:xfrm>
          <a:prstGeom prst="rect">
            <a:avLst/>
          </a:prstGeom>
          <a:solidFill>
            <a:srgbClr val="111111"/>
          </a:solidFill>
          <a:ln w="12700">
            <a:solidFill>
              <a:srgbClr val="111111"/>
            </a:solidFill>
            <a:prstDash val="solid"/>
          </a:ln>
        </p:spPr>
      </p:sp>
      <p:sp>
        <p:nvSpPr>
          <p:cNvPr id="119" name="Shape 114"/>
          <p:cNvSpPr/>
          <p:nvPr/>
        </p:nvSpPr>
        <p:spPr>
          <a:xfrm>
            <a:off x="2338251" y="3076303"/>
            <a:ext cx="97971" cy="97971"/>
          </a:xfrm>
          <a:prstGeom prst="rect">
            <a:avLst/>
          </a:prstGeom>
          <a:solidFill>
            <a:srgbClr val="111111"/>
          </a:solidFill>
          <a:ln w="12700">
            <a:solidFill>
              <a:srgbClr val="111111"/>
            </a:solidFill>
            <a:prstDash val="solid"/>
          </a:ln>
        </p:spPr>
      </p:sp>
      <p:sp>
        <p:nvSpPr>
          <p:cNvPr id="120" name="Shape 115"/>
          <p:cNvSpPr/>
          <p:nvPr/>
        </p:nvSpPr>
        <p:spPr>
          <a:xfrm>
            <a:off x="2436223" y="3076303"/>
            <a:ext cx="97971" cy="97971"/>
          </a:xfrm>
          <a:prstGeom prst="rect">
            <a:avLst/>
          </a:prstGeom>
          <a:solidFill>
            <a:srgbClr val="111111"/>
          </a:solidFill>
          <a:ln w="12700">
            <a:solidFill>
              <a:srgbClr val="111111"/>
            </a:solidFill>
            <a:prstDash val="solid"/>
          </a:ln>
        </p:spPr>
      </p:sp>
      <p:sp>
        <p:nvSpPr>
          <p:cNvPr id="121" name="Shape 116"/>
          <p:cNvSpPr/>
          <p:nvPr/>
        </p:nvSpPr>
        <p:spPr>
          <a:xfrm>
            <a:off x="2632166" y="3076303"/>
            <a:ext cx="97971" cy="97971"/>
          </a:xfrm>
          <a:prstGeom prst="rect">
            <a:avLst/>
          </a:prstGeom>
          <a:solidFill>
            <a:srgbClr val="111111"/>
          </a:solidFill>
          <a:ln w="12700">
            <a:solidFill>
              <a:srgbClr val="111111"/>
            </a:solidFill>
            <a:prstDash val="solid"/>
          </a:ln>
        </p:spPr>
      </p:sp>
      <p:sp>
        <p:nvSpPr>
          <p:cNvPr id="122" name="Shape 117"/>
          <p:cNvSpPr/>
          <p:nvPr/>
        </p:nvSpPr>
        <p:spPr>
          <a:xfrm>
            <a:off x="2730137" y="3076303"/>
            <a:ext cx="97971" cy="97971"/>
          </a:xfrm>
          <a:prstGeom prst="rect">
            <a:avLst/>
          </a:prstGeom>
          <a:solidFill>
            <a:srgbClr val="111111"/>
          </a:solidFill>
          <a:ln w="12700">
            <a:solidFill>
              <a:srgbClr val="111111"/>
            </a:solidFill>
            <a:prstDash val="solid"/>
          </a:ln>
        </p:spPr>
      </p:sp>
      <p:sp>
        <p:nvSpPr>
          <p:cNvPr id="123" name="Shape 118"/>
          <p:cNvSpPr/>
          <p:nvPr/>
        </p:nvSpPr>
        <p:spPr>
          <a:xfrm>
            <a:off x="2828109" y="3076303"/>
            <a:ext cx="97971" cy="97971"/>
          </a:xfrm>
          <a:prstGeom prst="rect">
            <a:avLst/>
          </a:prstGeom>
          <a:solidFill>
            <a:srgbClr val="111111"/>
          </a:solidFill>
          <a:ln w="12700">
            <a:solidFill>
              <a:srgbClr val="111111"/>
            </a:solidFill>
            <a:prstDash val="solid"/>
          </a:ln>
        </p:spPr>
      </p:sp>
      <p:sp>
        <p:nvSpPr>
          <p:cNvPr id="124" name="Shape 119"/>
          <p:cNvSpPr/>
          <p:nvPr/>
        </p:nvSpPr>
        <p:spPr>
          <a:xfrm>
            <a:off x="2534194" y="3174274"/>
            <a:ext cx="97971" cy="97971"/>
          </a:xfrm>
          <a:prstGeom prst="rect">
            <a:avLst/>
          </a:prstGeom>
          <a:solidFill>
            <a:srgbClr val="111111"/>
          </a:solidFill>
          <a:ln w="12700">
            <a:solidFill>
              <a:srgbClr val="111111"/>
            </a:solidFill>
            <a:prstDash val="solid"/>
          </a:ln>
        </p:spPr>
      </p:sp>
      <p:sp>
        <p:nvSpPr>
          <p:cNvPr id="125" name="Shape 120"/>
          <p:cNvSpPr/>
          <p:nvPr/>
        </p:nvSpPr>
        <p:spPr>
          <a:xfrm>
            <a:off x="2240280" y="3272246"/>
            <a:ext cx="97971" cy="97971"/>
          </a:xfrm>
          <a:prstGeom prst="rect">
            <a:avLst/>
          </a:prstGeom>
          <a:solidFill>
            <a:srgbClr val="111111"/>
          </a:solidFill>
          <a:ln w="12700">
            <a:solidFill>
              <a:srgbClr val="111111"/>
            </a:solidFill>
            <a:prstDash val="solid"/>
          </a:ln>
        </p:spPr>
      </p:sp>
      <p:sp>
        <p:nvSpPr>
          <p:cNvPr id="126" name="Shape 121"/>
          <p:cNvSpPr/>
          <p:nvPr/>
        </p:nvSpPr>
        <p:spPr>
          <a:xfrm>
            <a:off x="2436223" y="3272246"/>
            <a:ext cx="97971" cy="97971"/>
          </a:xfrm>
          <a:prstGeom prst="rect">
            <a:avLst/>
          </a:prstGeom>
          <a:solidFill>
            <a:srgbClr val="111111"/>
          </a:solidFill>
          <a:ln w="12700">
            <a:solidFill>
              <a:srgbClr val="111111"/>
            </a:solidFill>
            <a:prstDash val="solid"/>
          </a:ln>
        </p:spPr>
      </p:sp>
      <p:sp>
        <p:nvSpPr>
          <p:cNvPr id="127" name="Shape 122"/>
          <p:cNvSpPr/>
          <p:nvPr/>
        </p:nvSpPr>
        <p:spPr>
          <a:xfrm>
            <a:off x="2534194" y="3272246"/>
            <a:ext cx="97971" cy="97971"/>
          </a:xfrm>
          <a:prstGeom prst="rect">
            <a:avLst/>
          </a:prstGeom>
          <a:solidFill>
            <a:srgbClr val="111111"/>
          </a:solidFill>
          <a:ln w="12700">
            <a:solidFill>
              <a:srgbClr val="111111"/>
            </a:solidFill>
            <a:prstDash val="solid"/>
          </a:ln>
        </p:spPr>
      </p:sp>
      <p:sp>
        <p:nvSpPr>
          <p:cNvPr id="128" name="Shape 123"/>
          <p:cNvSpPr/>
          <p:nvPr/>
        </p:nvSpPr>
        <p:spPr>
          <a:xfrm>
            <a:off x="2730137" y="3272246"/>
            <a:ext cx="97971" cy="97971"/>
          </a:xfrm>
          <a:prstGeom prst="rect">
            <a:avLst/>
          </a:prstGeom>
          <a:solidFill>
            <a:srgbClr val="111111"/>
          </a:solidFill>
          <a:ln w="12700">
            <a:solidFill>
              <a:srgbClr val="111111"/>
            </a:solidFill>
            <a:prstDash val="solid"/>
          </a:ln>
        </p:spPr>
      </p:sp>
      <p:sp>
        <p:nvSpPr>
          <p:cNvPr id="129" name="Shape 124"/>
          <p:cNvSpPr/>
          <p:nvPr/>
        </p:nvSpPr>
        <p:spPr>
          <a:xfrm>
            <a:off x="2828109" y="3272246"/>
            <a:ext cx="97971" cy="97971"/>
          </a:xfrm>
          <a:prstGeom prst="rect">
            <a:avLst/>
          </a:prstGeom>
          <a:solidFill>
            <a:srgbClr val="111111"/>
          </a:solidFill>
          <a:ln w="12700">
            <a:solidFill>
              <a:srgbClr val="111111"/>
            </a:solidFill>
            <a:prstDash val="solid"/>
          </a:ln>
        </p:spPr>
      </p:sp>
      <p:sp>
        <p:nvSpPr>
          <p:cNvPr id="130" name="Shape 125"/>
          <p:cNvSpPr/>
          <p:nvPr/>
        </p:nvSpPr>
        <p:spPr>
          <a:xfrm>
            <a:off x="2338251" y="3370217"/>
            <a:ext cx="97971" cy="97971"/>
          </a:xfrm>
          <a:prstGeom prst="rect">
            <a:avLst/>
          </a:prstGeom>
          <a:solidFill>
            <a:srgbClr val="111111"/>
          </a:solidFill>
          <a:ln w="12700">
            <a:solidFill>
              <a:srgbClr val="111111"/>
            </a:solidFill>
            <a:prstDash val="solid"/>
          </a:ln>
        </p:spPr>
      </p:sp>
      <p:sp>
        <p:nvSpPr>
          <p:cNvPr id="131" name="Shape 126"/>
          <p:cNvSpPr/>
          <p:nvPr/>
        </p:nvSpPr>
        <p:spPr>
          <a:xfrm>
            <a:off x="2632166" y="3370217"/>
            <a:ext cx="97971" cy="97971"/>
          </a:xfrm>
          <a:prstGeom prst="rect">
            <a:avLst/>
          </a:prstGeom>
          <a:solidFill>
            <a:srgbClr val="111111"/>
          </a:solidFill>
          <a:ln w="12700">
            <a:solidFill>
              <a:srgbClr val="111111"/>
            </a:solidFill>
            <a:prstDash val="solid"/>
          </a:ln>
        </p:spPr>
      </p:sp>
      <p:sp>
        <p:nvSpPr>
          <p:cNvPr id="132" name="Shape 127"/>
          <p:cNvSpPr/>
          <p:nvPr/>
        </p:nvSpPr>
        <p:spPr>
          <a:xfrm>
            <a:off x="2730137" y="3370217"/>
            <a:ext cx="97971" cy="97971"/>
          </a:xfrm>
          <a:prstGeom prst="rect">
            <a:avLst/>
          </a:prstGeom>
          <a:solidFill>
            <a:srgbClr val="111111"/>
          </a:solidFill>
          <a:ln w="12700">
            <a:solidFill>
              <a:srgbClr val="111111"/>
            </a:solidFill>
            <a:prstDash val="solid"/>
          </a:ln>
        </p:spPr>
      </p:sp>
      <p:sp>
        <p:nvSpPr>
          <p:cNvPr id="133" name="Shape 128"/>
          <p:cNvSpPr/>
          <p:nvPr/>
        </p:nvSpPr>
        <p:spPr>
          <a:xfrm>
            <a:off x="2240280" y="3468189"/>
            <a:ext cx="97971" cy="97971"/>
          </a:xfrm>
          <a:prstGeom prst="rect">
            <a:avLst/>
          </a:prstGeom>
          <a:solidFill>
            <a:srgbClr val="111111"/>
          </a:solidFill>
          <a:ln w="12700">
            <a:solidFill>
              <a:srgbClr val="111111"/>
            </a:solidFill>
            <a:prstDash val="solid"/>
          </a:ln>
        </p:spPr>
      </p:sp>
      <p:sp>
        <p:nvSpPr>
          <p:cNvPr id="134" name="Shape 129"/>
          <p:cNvSpPr/>
          <p:nvPr/>
        </p:nvSpPr>
        <p:spPr>
          <a:xfrm>
            <a:off x="2338251" y="3468189"/>
            <a:ext cx="97971" cy="97971"/>
          </a:xfrm>
          <a:prstGeom prst="rect">
            <a:avLst/>
          </a:prstGeom>
          <a:solidFill>
            <a:srgbClr val="111111"/>
          </a:solidFill>
          <a:ln w="12700">
            <a:solidFill>
              <a:srgbClr val="111111"/>
            </a:solidFill>
            <a:prstDash val="solid"/>
          </a:ln>
        </p:spPr>
      </p:sp>
      <p:sp>
        <p:nvSpPr>
          <p:cNvPr id="135" name="Shape 130"/>
          <p:cNvSpPr/>
          <p:nvPr/>
        </p:nvSpPr>
        <p:spPr>
          <a:xfrm>
            <a:off x="2436223" y="3468189"/>
            <a:ext cx="97971" cy="97971"/>
          </a:xfrm>
          <a:prstGeom prst="rect">
            <a:avLst/>
          </a:prstGeom>
          <a:solidFill>
            <a:srgbClr val="111111"/>
          </a:solidFill>
          <a:ln w="12700">
            <a:solidFill>
              <a:srgbClr val="111111"/>
            </a:solidFill>
            <a:prstDash val="solid"/>
          </a:ln>
        </p:spPr>
      </p:sp>
      <p:sp>
        <p:nvSpPr>
          <p:cNvPr id="136" name="Shape 131"/>
          <p:cNvSpPr/>
          <p:nvPr/>
        </p:nvSpPr>
        <p:spPr>
          <a:xfrm>
            <a:off x="2632166" y="3468189"/>
            <a:ext cx="97971" cy="97971"/>
          </a:xfrm>
          <a:prstGeom prst="rect">
            <a:avLst/>
          </a:prstGeom>
          <a:solidFill>
            <a:srgbClr val="111111"/>
          </a:solidFill>
          <a:ln w="12700">
            <a:solidFill>
              <a:srgbClr val="111111"/>
            </a:solidFill>
            <a:prstDash val="solid"/>
          </a:ln>
        </p:spPr>
      </p:sp>
      <p:sp>
        <p:nvSpPr>
          <p:cNvPr id="137" name="Shape 132"/>
          <p:cNvSpPr/>
          <p:nvPr/>
        </p:nvSpPr>
        <p:spPr>
          <a:xfrm>
            <a:off x="2828109" y="3468189"/>
            <a:ext cx="97971" cy="97971"/>
          </a:xfrm>
          <a:prstGeom prst="rect">
            <a:avLst/>
          </a:prstGeom>
          <a:solidFill>
            <a:srgbClr val="111111"/>
          </a:solidFill>
          <a:ln w="12700">
            <a:solidFill>
              <a:srgbClr val="111111"/>
            </a:solidFill>
            <a:prstDash val="solid"/>
          </a:ln>
        </p:spPr>
      </p:sp>
      <p:sp>
        <p:nvSpPr>
          <p:cNvPr id="138" name="Shape 133"/>
          <p:cNvSpPr/>
          <p:nvPr/>
        </p:nvSpPr>
        <p:spPr>
          <a:xfrm>
            <a:off x="3909060" y="1600200"/>
            <a:ext cx="1234440" cy="2468880"/>
          </a:xfrm>
          <a:prstGeom prst="roundRect">
            <a:avLst>
              <a:gd name="adj" fmla="val 13333"/>
            </a:avLst>
          </a:prstGeom>
          <a:solidFill>
            <a:srgbClr val="1A1A1A"/>
          </a:solidFill>
          <a:ln w="12700">
            <a:solidFill>
              <a:srgbClr val="1A1A1A"/>
            </a:solidFill>
            <a:prstDash val="solid"/>
          </a:ln>
        </p:spPr>
      </p:sp>
      <p:sp>
        <p:nvSpPr>
          <p:cNvPr id="139" name="Shape 134"/>
          <p:cNvSpPr/>
          <p:nvPr/>
        </p:nvSpPr>
        <p:spPr>
          <a:xfrm>
            <a:off x="4000500" y="1691640"/>
            <a:ext cx="1051560" cy="2286000"/>
          </a:xfrm>
          <a:prstGeom prst="roundRect">
            <a:avLst>
              <a:gd name="adj" fmla="val 10435"/>
            </a:avLst>
          </a:prstGeom>
          <a:solidFill>
            <a:srgbClr val="FFFFFF"/>
          </a:solidFill>
          <a:ln w="12700">
            <a:solidFill>
              <a:srgbClr val="FFFFFF"/>
            </a:solidFill>
            <a:prstDash val="solid"/>
          </a:ln>
        </p:spPr>
      </p:sp>
      <p:sp>
        <p:nvSpPr>
          <p:cNvPr id="140" name="Shape 135"/>
          <p:cNvSpPr/>
          <p:nvPr/>
        </p:nvSpPr>
        <p:spPr>
          <a:xfrm>
            <a:off x="4000500" y="1691640"/>
            <a:ext cx="1051560" cy="2286000"/>
          </a:xfrm>
          <a:prstGeom prst="roundRect">
            <a:avLst>
              <a:gd name="adj" fmla="val 8696"/>
            </a:avLst>
          </a:prstGeom>
          <a:solidFill>
            <a:srgbClr val="5D6D7E"/>
          </a:solidFill>
          <a:ln w="12700">
            <a:solidFill>
              <a:srgbClr val="5D6D7E"/>
            </a:solidFill>
            <a:prstDash val="solid"/>
          </a:ln>
        </p:spPr>
      </p:sp>
      <p:sp>
        <p:nvSpPr>
          <p:cNvPr id="141" name="Shape 136"/>
          <p:cNvSpPr/>
          <p:nvPr/>
        </p:nvSpPr>
        <p:spPr>
          <a:xfrm>
            <a:off x="4229100" y="2148840"/>
            <a:ext cx="594360" cy="594360"/>
          </a:xfrm>
          <a:prstGeom prst="rect">
            <a:avLst/>
          </a:prstGeom>
          <a:solidFill>
            <a:srgbClr val="FFFFFF"/>
          </a:solidFill>
          <a:ln w="12700">
            <a:solidFill>
              <a:srgbClr val="FFFFFF"/>
            </a:solidFill>
            <a:prstDash val="solid"/>
          </a:ln>
        </p:spPr>
      </p:sp>
      <p:sp>
        <p:nvSpPr>
          <p:cNvPr id="142" name="Shape 137"/>
          <p:cNvSpPr/>
          <p:nvPr/>
        </p:nvSpPr>
        <p:spPr>
          <a:xfrm>
            <a:off x="4229100" y="2148840"/>
            <a:ext cx="84909" cy="84909"/>
          </a:xfrm>
          <a:prstGeom prst="rect">
            <a:avLst/>
          </a:prstGeom>
          <a:solidFill>
            <a:srgbClr val="111111"/>
          </a:solidFill>
          <a:ln w="12700">
            <a:solidFill>
              <a:srgbClr val="111111"/>
            </a:solidFill>
            <a:prstDash val="solid"/>
          </a:ln>
        </p:spPr>
      </p:sp>
      <p:sp>
        <p:nvSpPr>
          <p:cNvPr id="143" name="Shape 138"/>
          <p:cNvSpPr/>
          <p:nvPr/>
        </p:nvSpPr>
        <p:spPr>
          <a:xfrm>
            <a:off x="4314009" y="2148840"/>
            <a:ext cx="84909" cy="84909"/>
          </a:xfrm>
          <a:prstGeom prst="rect">
            <a:avLst/>
          </a:prstGeom>
          <a:solidFill>
            <a:srgbClr val="111111"/>
          </a:solidFill>
          <a:ln w="12700">
            <a:solidFill>
              <a:srgbClr val="111111"/>
            </a:solidFill>
            <a:prstDash val="solid"/>
          </a:ln>
        </p:spPr>
      </p:sp>
      <p:sp>
        <p:nvSpPr>
          <p:cNvPr id="144" name="Shape 139"/>
          <p:cNvSpPr/>
          <p:nvPr/>
        </p:nvSpPr>
        <p:spPr>
          <a:xfrm>
            <a:off x="4398917" y="2148840"/>
            <a:ext cx="84909" cy="84909"/>
          </a:xfrm>
          <a:prstGeom prst="rect">
            <a:avLst/>
          </a:prstGeom>
          <a:solidFill>
            <a:srgbClr val="111111"/>
          </a:solidFill>
          <a:ln w="12700">
            <a:solidFill>
              <a:srgbClr val="111111"/>
            </a:solidFill>
            <a:prstDash val="solid"/>
          </a:ln>
        </p:spPr>
      </p:sp>
      <p:sp>
        <p:nvSpPr>
          <p:cNvPr id="145" name="Shape 140"/>
          <p:cNvSpPr/>
          <p:nvPr/>
        </p:nvSpPr>
        <p:spPr>
          <a:xfrm>
            <a:off x="4568734" y="2148840"/>
            <a:ext cx="84909" cy="84909"/>
          </a:xfrm>
          <a:prstGeom prst="rect">
            <a:avLst/>
          </a:prstGeom>
          <a:solidFill>
            <a:srgbClr val="111111"/>
          </a:solidFill>
          <a:ln w="12700">
            <a:solidFill>
              <a:srgbClr val="111111"/>
            </a:solidFill>
            <a:prstDash val="solid"/>
          </a:ln>
        </p:spPr>
      </p:sp>
      <p:sp>
        <p:nvSpPr>
          <p:cNvPr id="146" name="Shape 141"/>
          <p:cNvSpPr/>
          <p:nvPr/>
        </p:nvSpPr>
        <p:spPr>
          <a:xfrm>
            <a:off x="4653643" y="2148840"/>
            <a:ext cx="84909" cy="84909"/>
          </a:xfrm>
          <a:prstGeom prst="rect">
            <a:avLst/>
          </a:prstGeom>
          <a:solidFill>
            <a:srgbClr val="111111"/>
          </a:solidFill>
          <a:ln w="12700">
            <a:solidFill>
              <a:srgbClr val="111111"/>
            </a:solidFill>
            <a:prstDash val="solid"/>
          </a:ln>
        </p:spPr>
      </p:sp>
      <p:sp>
        <p:nvSpPr>
          <p:cNvPr id="147" name="Shape 142"/>
          <p:cNvSpPr/>
          <p:nvPr/>
        </p:nvSpPr>
        <p:spPr>
          <a:xfrm>
            <a:off x="4738551" y="2148840"/>
            <a:ext cx="84909" cy="84909"/>
          </a:xfrm>
          <a:prstGeom prst="rect">
            <a:avLst/>
          </a:prstGeom>
          <a:solidFill>
            <a:srgbClr val="111111"/>
          </a:solidFill>
          <a:ln w="12700">
            <a:solidFill>
              <a:srgbClr val="111111"/>
            </a:solidFill>
            <a:prstDash val="solid"/>
          </a:ln>
        </p:spPr>
      </p:sp>
      <p:sp>
        <p:nvSpPr>
          <p:cNvPr id="148" name="Shape 143"/>
          <p:cNvSpPr/>
          <p:nvPr/>
        </p:nvSpPr>
        <p:spPr>
          <a:xfrm>
            <a:off x="4229100" y="2233749"/>
            <a:ext cx="84909" cy="84909"/>
          </a:xfrm>
          <a:prstGeom prst="rect">
            <a:avLst/>
          </a:prstGeom>
          <a:solidFill>
            <a:srgbClr val="111111"/>
          </a:solidFill>
          <a:ln w="12700">
            <a:solidFill>
              <a:srgbClr val="111111"/>
            </a:solidFill>
            <a:prstDash val="solid"/>
          </a:ln>
        </p:spPr>
      </p:sp>
      <p:sp>
        <p:nvSpPr>
          <p:cNvPr id="149" name="Shape 144"/>
          <p:cNvSpPr/>
          <p:nvPr/>
        </p:nvSpPr>
        <p:spPr>
          <a:xfrm>
            <a:off x="4398917" y="2233749"/>
            <a:ext cx="84909" cy="84909"/>
          </a:xfrm>
          <a:prstGeom prst="rect">
            <a:avLst/>
          </a:prstGeom>
          <a:solidFill>
            <a:srgbClr val="111111"/>
          </a:solidFill>
          <a:ln w="12700">
            <a:solidFill>
              <a:srgbClr val="111111"/>
            </a:solidFill>
            <a:prstDash val="solid"/>
          </a:ln>
        </p:spPr>
      </p:sp>
      <p:sp>
        <p:nvSpPr>
          <p:cNvPr id="150" name="Shape 145"/>
          <p:cNvSpPr/>
          <p:nvPr/>
        </p:nvSpPr>
        <p:spPr>
          <a:xfrm>
            <a:off x="4568734" y="2233749"/>
            <a:ext cx="84909" cy="84909"/>
          </a:xfrm>
          <a:prstGeom prst="rect">
            <a:avLst/>
          </a:prstGeom>
          <a:solidFill>
            <a:srgbClr val="111111"/>
          </a:solidFill>
          <a:ln w="12700">
            <a:solidFill>
              <a:srgbClr val="111111"/>
            </a:solidFill>
            <a:prstDash val="solid"/>
          </a:ln>
        </p:spPr>
      </p:sp>
      <p:sp>
        <p:nvSpPr>
          <p:cNvPr id="151" name="Shape 146"/>
          <p:cNvSpPr/>
          <p:nvPr/>
        </p:nvSpPr>
        <p:spPr>
          <a:xfrm>
            <a:off x="4738551" y="2233749"/>
            <a:ext cx="84909" cy="84909"/>
          </a:xfrm>
          <a:prstGeom prst="rect">
            <a:avLst/>
          </a:prstGeom>
          <a:solidFill>
            <a:srgbClr val="111111"/>
          </a:solidFill>
          <a:ln w="12700">
            <a:solidFill>
              <a:srgbClr val="111111"/>
            </a:solidFill>
            <a:prstDash val="solid"/>
          </a:ln>
        </p:spPr>
      </p:sp>
      <p:sp>
        <p:nvSpPr>
          <p:cNvPr id="152" name="Shape 147"/>
          <p:cNvSpPr/>
          <p:nvPr/>
        </p:nvSpPr>
        <p:spPr>
          <a:xfrm>
            <a:off x="4229100" y="2318657"/>
            <a:ext cx="84909" cy="84909"/>
          </a:xfrm>
          <a:prstGeom prst="rect">
            <a:avLst/>
          </a:prstGeom>
          <a:solidFill>
            <a:srgbClr val="111111"/>
          </a:solidFill>
          <a:ln w="12700">
            <a:solidFill>
              <a:srgbClr val="111111"/>
            </a:solidFill>
            <a:prstDash val="solid"/>
          </a:ln>
        </p:spPr>
      </p:sp>
      <p:sp>
        <p:nvSpPr>
          <p:cNvPr id="153" name="Shape 148"/>
          <p:cNvSpPr/>
          <p:nvPr/>
        </p:nvSpPr>
        <p:spPr>
          <a:xfrm>
            <a:off x="4314009" y="2318657"/>
            <a:ext cx="84909" cy="84909"/>
          </a:xfrm>
          <a:prstGeom prst="rect">
            <a:avLst/>
          </a:prstGeom>
          <a:solidFill>
            <a:srgbClr val="111111"/>
          </a:solidFill>
          <a:ln w="12700">
            <a:solidFill>
              <a:srgbClr val="111111"/>
            </a:solidFill>
            <a:prstDash val="solid"/>
          </a:ln>
        </p:spPr>
      </p:sp>
      <p:sp>
        <p:nvSpPr>
          <p:cNvPr id="154" name="Shape 149"/>
          <p:cNvSpPr/>
          <p:nvPr/>
        </p:nvSpPr>
        <p:spPr>
          <a:xfrm>
            <a:off x="4398917" y="2318657"/>
            <a:ext cx="84909" cy="84909"/>
          </a:xfrm>
          <a:prstGeom prst="rect">
            <a:avLst/>
          </a:prstGeom>
          <a:solidFill>
            <a:srgbClr val="111111"/>
          </a:solidFill>
          <a:ln w="12700">
            <a:solidFill>
              <a:srgbClr val="111111"/>
            </a:solidFill>
            <a:prstDash val="solid"/>
          </a:ln>
        </p:spPr>
      </p:sp>
      <p:sp>
        <p:nvSpPr>
          <p:cNvPr id="155" name="Shape 150"/>
          <p:cNvSpPr/>
          <p:nvPr/>
        </p:nvSpPr>
        <p:spPr>
          <a:xfrm>
            <a:off x="4568734" y="2318657"/>
            <a:ext cx="84909" cy="84909"/>
          </a:xfrm>
          <a:prstGeom prst="rect">
            <a:avLst/>
          </a:prstGeom>
          <a:solidFill>
            <a:srgbClr val="111111"/>
          </a:solidFill>
          <a:ln w="12700">
            <a:solidFill>
              <a:srgbClr val="111111"/>
            </a:solidFill>
            <a:prstDash val="solid"/>
          </a:ln>
        </p:spPr>
      </p:sp>
      <p:sp>
        <p:nvSpPr>
          <p:cNvPr id="156" name="Shape 151"/>
          <p:cNvSpPr/>
          <p:nvPr/>
        </p:nvSpPr>
        <p:spPr>
          <a:xfrm>
            <a:off x="4653643" y="2318657"/>
            <a:ext cx="84909" cy="84909"/>
          </a:xfrm>
          <a:prstGeom prst="rect">
            <a:avLst/>
          </a:prstGeom>
          <a:solidFill>
            <a:srgbClr val="111111"/>
          </a:solidFill>
          <a:ln w="12700">
            <a:solidFill>
              <a:srgbClr val="111111"/>
            </a:solidFill>
            <a:prstDash val="solid"/>
          </a:ln>
        </p:spPr>
      </p:sp>
      <p:sp>
        <p:nvSpPr>
          <p:cNvPr id="157" name="Shape 152"/>
          <p:cNvSpPr/>
          <p:nvPr/>
        </p:nvSpPr>
        <p:spPr>
          <a:xfrm>
            <a:off x="4738551" y="2318657"/>
            <a:ext cx="84909" cy="84909"/>
          </a:xfrm>
          <a:prstGeom prst="rect">
            <a:avLst/>
          </a:prstGeom>
          <a:solidFill>
            <a:srgbClr val="111111"/>
          </a:solidFill>
          <a:ln w="12700">
            <a:solidFill>
              <a:srgbClr val="111111"/>
            </a:solidFill>
            <a:prstDash val="solid"/>
          </a:ln>
        </p:spPr>
      </p:sp>
      <p:sp>
        <p:nvSpPr>
          <p:cNvPr id="158" name="Shape 153"/>
          <p:cNvSpPr/>
          <p:nvPr/>
        </p:nvSpPr>
        <p:spPr>
          <a:xfrm>
            <a:off x="4483826" y="2403566"/>
            <a:ext cx="84909" cy="84909"/>
          </a:xfrm>
          <a:prstGeom prst="rect">
            <a:avLst/>
          </a:prstGeom>
          <a:solidFill>
            <a:srgbClr val="111111"/>
          </a:solidFill>
          <a:ln w="12700">
            <a:solidFill>
              <a:srgbClr val="111111"/>
            </a:solidFill>
            <a:prstDash val="solid"/>
          </a:ln>
        </p:spPr>
      </p:sp>
      <p:sp>
        <p:nvSpPr>
          <p:cNvPr id="159" name="Shape 154"/>
          <p:cNvSpPr/>
          <p:nvPr/>
        </p:nvSpPr>
        <p:spPr>
          <a:xfrm>
            <a:off x="4229100" y="2488474"/>
            <a:ext cx="84909" cy="84909"/>
          </a:xfrm>
          <a:prstGeom prst="rect">
            <a:avLst/>
          </a:prstGeom>
          <a:solidFill>
            <a:srgbClr val="111111"/>
          </a:solidFill>
          <a:ln w="12700">
            <a:solidFill>
              <a:srgbClr val="111111"/>
            </a:solidFill>
            <a:prstDash val="solid"/>
          </a:ln>
        </p:spPr>
      </p:sp>
      <p:sp>
        <p:nvSpPr>
          <p:cNvPr id="160" name="Shape 155"/>
          <p:cNvSpPr/>
          <p:nvPr/>
        </p:nvSpPr>
        <p:spPr>
          <a:xfrm>
            <a:off x="4398917" y="2488474"/>
            <a:ext cx="84909" cy="84909"/>
          </a:xfrm>
          <a:prstGeom prst="rect">
            <a:avLst/>
          </a:prstGeom>
          <a:solidFill>
            <a:srgbClr val="111111"/>
          </a:solidFill>
          <a:ln w="12700">
            <a:solidFill>
              <a:srgbClr val="111111"/>
            </a:solidFill>
            <a:prstDash val="solid"/>
          </a:ln>
        </p:spPr>
      </p:sp>
      <p:sp>
        <p:nvSpPr>
          <p:cNvPr id="161" name="Shape 156"/>
          <p:cNvSpPr/>
          <p:nvPr/>
        </p:nvSpPr>
        <p:spPr>
          <a:xfrm>
            <a:off x="4483826" y="2488474"/>
            <a:ext cx="84909" cy="84909"/>
          </a:xfrm>
          <a:prstGeom prst="rect">
            <a:avLst/>
          </a:prstGeom>
          <a:solidFill>
            <a:srgbClr val="111111"/>
          </a:solidFill>
          <a:ln w="12700">
            <a:solidFill>
              <a:srgbClr val="111111"/>
            </a:solidFill>
            <a:prstDash val="solid"/>
          </a:ln>
        </p:spPr>
      </p:sp>
      <p:sp>
        <p:nvSpPr>
          <p:cNvPr id="162" name="Shape 157"/>
          <p:cNvSpPr/>
          <p:nvPr/>
        </p:nvSpPr>
        <p:spPr>
          <a:xfrm>
            <a:off x="4653643" y="2488474"/>
            <a:ext cx="84909" cy="84909"/>
          </a:xfrm>
          <a:prstGeom prst="rect">
            <a:avLst/>
          </a:prstGeom>
          <a:solidFill>
            <a:srgbClr val="111111"/>
          </a:solidFill>
          <a:ln w="12700">
            <a:solidFill>
              <a:srgbClr val="111111"/>
            </a:solidFill>
            <a:prstDash val="solid"/>
          </a:ln>
        </p:spPr>
      </p:sp>
      <p:sp>
        <p:nvSpPr>
          <p:cNvPr id="163" name="Shape 158"/>
          <p:cNvSpPr/>
          <p:nvPr/>
        </p:nvSpPr>
        <p:spPr>
          <a:xfrm>
            <a:off x="4738551" y="2488474"/>
            <a:ext cx="84909" cy="84909"/>
          </a:xfrm>
          <a:prstGeom prst="rect">
            <a:avLst/>
          </a:prstGeom>
          <a:solidFill>
            <a:srgbClr val="111111"/>
          </a:solidFill>
          <a:ln w="12700">
            <a:solidFill>
              <a:srgbClr val="111111"/>
            </a:solidFill>
            <a:prstDash val="solid"/>
          </a:ln>
        </p:spPr>
      </p:sp>
      <p:sp>
        <p:nvSpPr>
          <p:cNvPr id="164" name="Shape 159"/>
          <p:cNvSpPr/>
          <p:nvPr/>
        </p:nvSpPr>
        <p:spPr>
          <a:xfrm>
            <a:off x="4314009" y="2573383"/>
            <a:ext cx="84909" cy="84909"/>
          </a:xfrm>
          <a:prstGeom prst="rect">
            <a:avLst/>
          </a:prstGeom>
          <a:solidFill>
            <a:srgbClr val="111111"/>
          </a:solidFill>
          <a:ln w="12700">
            <a:solidFill>
              <a:srgbClr val="111111"/>
            </a:solidFill>
            <a:prstDash val="solid"/>
          </a:ln>
        </p:spPr>
      </p:sp>
      <p:sp>
        <p:nvSpPr>
          <p:cNvPr id="165" name="Shape 160"/>
          <p:cNvSpPr/>
          <p:nvPr/>
        </p:nvSpPr>
        <p:spPr>
          <a:xfrm>
            <a:off x="4568734" y="2573383"/>
            <a:ext cx="84909" cy="84909"/>
          </a:xfrm>
          <a:prstGeom prst="rect">
            <a:avLst/>
          </a:prstGeom>
          <a:solidFill>
            <a:srgbClr val="111111"/>
          </a:solidFill>
          <a:ln w="12700">
            <a:solidFill>
              <a:srgbClr val="111111"/>
            </a:solidFill>
            <a:prstDash val="solid"/>
          </a:ln>
        </p:spPr>
      </p:sp>
      <p:sp>
        <p:nvSpPr>
          <p:cNvPr id="166" name="Shape 161"/>
          <p:cNvSpPr/>
          <p:nvPr/>
        </p:nvSpPr>
        <p:spPr>
          <a:xfrm>
            <a:off x="4653643" y="2573383"/>
            <a:ext cx="84909" cy="84909"/>
          </a:xfrm>
          <a:prstGeom prst="rect">
            <a:avLst/>
          </a:prstGeom>
          <a:solidFill>
            <a:srgbClr val="111111"/>
          </a:solidFill>
          <a:ln w="12700">
            <a:solidFill>
              <a:srgbClr val="111111"/>
            </a:solidFill>
            <a:prstDash val="solid"/>
          </a:ln>
        </p:spPr>
      </p:sp>
      <p:sp>
        <p:nvSpPr>
          <p:cNvPr id="167" name="Shape 162"/>
          <p:cNvSpPr/>
          <p:nvPr/>
        </p:nvSpPr>
        <p:spPr>
          <a:xfrm>
            <a:off x="4229100" y="2658291"/>
            <a:ext cx="84909" cy="84909"/>
          </a:xfrm>
          <a:prstGeom prst="rect">
            <a:avLst/>
          </a:prstGeom>
          <a:solidFill>
            <a:srgbClr val="111111"/>
          </a:solidFill>
          <a:ln w="12700">
            <a:solidFill>
              <a:srgbClr val="111111"/>
            </a:solidFill>
            <a:prstDash val="solid"/>
          </a:ln>
        </p:spPr>
      </p:sp>
      <p:sp>
        <p:nvSpPr>
          <p:cNvPr id="168" name="Shape 163"/>
          <p:cNvSpPr/>
          <p:nvPr/>
        </p:nvSpPr>
        <p:spPr>
          <a:xfrm>
            <a:off x="4314009" y="2658291"/>
            <a:ext cx="84909" cy="84909"/>
          </a:xfrm>
          <a:prstGeom prst="rect">
            <a:avLst/>
          </a:prstGeom>
          <a:solidFill>
            <a:srgbClr val="111111"/>
          </a:solidFill>
          <a:ln w="12700">
            <a:solidFill>
              <a:srgbClr val="111111"/>
            </a:solidFill>
            <a:prstDash val="solid"/>
          </a:ln>
        </p:spPr>
      </p:sp>
      <p:sp>
        <p:nvSpPr>
          <p:cNvPr id="169" name="Shape 164"/>
          <p:cNvSpPr/>
          <p:nvPr/>
        </p:nvSpPr>
        <p:spPr>
          <a:xfrm>
            <a:off x="4398917" y="2658291"/>
            <a:ext cx="84909" cy="84909"/>
          </a:xfrm>
          <a:prstGeom prst="rect">
            <a:avLst/>
          </a:prstGeom>
          <a:solidFill>
            <a:srgbClr val="111111"/>
          </a:solidFill>
          <a:ln w="12700">
            <a:solidFill>
              <a:srgbClr val="111111"/>
            </a:solidFill>
            <a:prstDash val="solid"/>
          </a:ln>
        </p:spPr>
      </p:sp>
      <p:sp>
        <p:nvSpPr>
          <p:cNvPr id="170" name="Shape 165"/>
          <p:cNvSpPr/>
          <p:nvPr/>
        </p:nvSpPr>
        <p:spPr>
          <a:xfrm>
            <a:off x="4568734" y="2658291"/>
            <a:ext cx="84909" cy="84909"/>
          </a:xfrm>
          <a:prstGeom prst="rect">
            <a:avLst/>
          </a:prstGeom>
          <a:solidFill>
            <a:srgbClr val="111111"/>
          </a:solidFill>
          <a:ln w="12700">
            <a:solidFill>
              <a:srgbClr val="111111"/>
            </a:solidFill>
            <a:prstDash val="solid"/>
          </a:ln>
        </p:spPr>
      </p:sp>
      <p:sp>
        <p:nvSpPr>
          <p:cNvPr id="171" name="Shape 166"/>
          <p:cNvSpPr/>
          <p:nvPr/>
        </p:nvSpPr>
        <p:spPr>
          <a:xfrm>
            <a:off x="4738551" y="2658291"/>
            <a:ext cx="84909" cy="84909"/>
          </a:xfrm>
          <a:prstGeom prst="rect">
            <a:avLst/>
          </a:prstGeom>
          <a:solidFill>
            <a:srgbClr val="111111"/>
          </a:solidFill>
          <a:ln w="12700">
            <a:solidFill>
              <a:srgbClr val="111111"/>
            </a:solidFill>
            <a:prstDash val="solid"/>
          </a:ln>
        </p:spPr>
      </p:sp>
      <p:sp>
        <p:nvSpPr>
          <p:cNvPr id="172" name="Shape 167"/>
          <p:cNvSpPr/>
          <p:nvPr/>
        </p:nvSpPr>
        <p:spPr>
          <a:xfrm>
            <a:off x="1078992" y="1170432"/>
            <a:ext cx="2139696" cy="2871216"/>
          </a:xfrm>
          <a:prstGeom prst="roundRect">
            <a:avLst>
              <a:gd name="adj" fmla="val 2137"/>
            </a:avLst>
          </a:prstGeom>
          <a:solidFill>
            <a:srgbClr val="FFFFFF">
              <a:alpha val="0"/>
            </a:srgbClr>
          </a:solidFill>
          <a:ln w="31750">
            <a:solidFill>
              <a:srgbClr val="E53935"/>
            </a:solidFill>
            <a:prstDash val="solid"/>
          </a:ln>
        </p:spPr>
      </p:sp>
      <p:sp>
        <p:nvSpPr>
          <p:cNvPr id="173" name="Shape 168"/>
          <p:cNvSpPr/>
          <p:nvPr/>
        </p:nvSpPr>
        <p:spPr>
          <a:xfrm>
            <a:off x="3081528" y="1033272"/>
            <a:ext cx="274320" cy="274320"/>
          </a:xfrm>
          <a:prstGeom prst="ellipse">
            <a:avLst/>
          </a:prstGeom>
          <a:solidFill>
            <a:srgbClr val="E53935"/>
          </a:solidFill>
          <a:ln w="12700">
            <a:solidFill>
              <a:srgbClr val="FFFFFF"/>
            </a:solidFill>
            <a:prstDash val="solid"/>
          </a:ln>
        </p:spPr>
      </p:sp>
      <p:sp>
        <p:nvSpPr>
          <p:cNvPr id="174" name="Text 169"/>
          <p:cNvSpPr txBox="1"/>
          <p:nvPr/>
        </p:nvSpPr>
        <p:spPr>
          <a:xfrm>
            <a:off x="3081528" y="10332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75" name="Text 17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76" name="Text 17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Pasang di tempat yang diizinkan, uji lagi</a:t>
            </a:r>
            <a:endParaRPr lang="en-US" sz="1800" dirty="0"/>
          </a:p>
        </p:txBody>
      </p:sp>
      <p:sp>
        <p:nvSpPr>
          <p:cNvPr id="177" name="Text 17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Tempel papan di tempat yang sudah diizinkan. Uji setiap QR dari kertas dengan beberapa HP. Ajak teman mencoba.</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Digital Information Board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Papan memuat logo pondok, judul tempat, dan minimal 3 QR berlabel.</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Desain rapi: QR seukuran, tersusun dalam kisi, label dekat dengan QR.</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Semua QR terbuka dari HP yang tidak login; isinya boleh dibaca umum.</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Dicetak/ditampilkan dan dipasang di tempat yang diizinkan.</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11: QR Code · Pertemuan 33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Papan memuat minimal 3 QR berlabel</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Desain rapi dengan logo pondok</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Semua QR dapat dipindai</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Dipasang di tempat yang diizinkan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QR mana yang paling sering dipindai teman-teman?</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Informasi apa lagi yang bisa ditambahkan ke papan?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Pasang informasi di tempat yang diizinkan dan jaga kerapiannya.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12: Proyek Akhir Kelas VIII, Digital Information System.</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2 Modul 11 - QR Code</dc:title>
  <dc:subject>PptxGenJS Presentation</dc:subject>
  <dc:creator>PptxGenJS</dc:creator>
  <cp:lastModifiedBy>PptxGenJS</cp:lastModifiedBy>
  <cp:revision>1</cp:revision>
  <dcterms:created xsi:type="dcterms:W3CDTF">2026-10-02T01:38:03Z</dcterms:created>
  <dcterms:modified xsi:type="dcterms:W3CDTF">2026-10-02T01:38:03Z</dcterms:modified>
</cp:coreProperties>
</file>