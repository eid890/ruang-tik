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9: GitHub Dasar — Proyek: Repository Website Santri
Terdiri dari 3 pertemuan (Pertemuan 25–27 Kelas VIII),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AKUN: GitHub mensyaratkan pengguna berusia minimal 13 tahun. Gunakan akun GitHub per kelompok yang dibuat dan dikelola guru dengan email milik pondok (misalnya santri.wu.kel1@...). Simpan daftar akun dan kata sandi di tempat aman milik guru.
- GitHub mewajibkan verifikasi dua langkah (2FA) untuk banyak akun. Siapkan aplikasi autentikator (misalnya GitHub Mobile atau Google Authenticator) di HP milik guru/pondok, dan simpan recovery codes di tempat aman. Buat akun dan aktifkan 2FA SEBELUM kelas dimulai.
- Di modul ini semua dikerjakan lewat website GitHub (upload dan edit di browser). Tidak perlu memasang aplikasi Git.
- Repository berisi website santri dari Modul 7–8. Pastikan tidak ada data pribadi sebelum diunggah, karena repository Public bisa dilihat siapa saja.
CATATAN
Terjemahan: Repository = Gudang kode, Commit = Simpan perubahan dengan catatan, Upload files = Unggah file, Add file = Tambah file, README = Berkas penjelasan proyek, Two-factor authentication = Verifikasi dua langkah.
Modul 10 (Hosting Gratis) melanjutkan repository ini dengan GitHub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ke-25, dengan judul "Mengenal Git &amp; GitHub". Kita akan berkenalan dengan tempat para programmer di seluruh dunia menyimpan kode.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Kalian sudah membuat dua halaman web: halaman profil dan landing page pondok. Semuanya tersimpan di folder Website Saya di komputer.
Sekarang pertanyaan hari ini. Coba pikirkan sejenak:
"Pernahkah kalian menyimpan file berkali-kali dengan nama tugas_final, tugas_final2, tugas_final_benar?"
(Beri waktu 1 menit. Minta 2–3 santri menjawab. Hargai semua jawaban.)
Itu tanda kita butuh VERSION CONTROL, yaitu cara menyimpan riwayat perubahan dengan rapi. Para programmer di seluruh dunia memakai Git dan GitHub untuk itu. Hari ini kita berkenalan dengan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empat istilah penting.
VERSION CONTROL: cara mencatat setiap perubahan file: siapa yang mengubah, kapan, dan apa yang diubah. Jika ada kesalahan, kita bisa kembali ke versi sebelumnya. Tidak perlu lagi tugas final, final dua, final benar.
GIT adalah alat pencatat versi, dan GITHUB adalah website tempat menyimpan proyek-proyek Git secara online. Jutaan programmer di seluruh dunia menyimpan kodenya di GitHub.
REPOSITORY, disingkat repo: gudang yang berisi semua file sebuah proyek beserta riwayatnya. Satu proyek, satu repository.
COMMIT: menyimpan perubahan disertai catatan singkat, misalnya "tambah halaman profil". Seperti buku catatan harian proyek.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contoh riwayat commit di layar. Setiap titik adalah satu commit.
Senin: Initial commit, yaitu commit pertama saat repository dibuat.
Rabu: tambah halaman profil santri.
Kamis: tambah landing page pondok.
Jumat: perbaiki warna tombol.
Setiap commit memiliki kode unik seperti a1b2c3. Jika hari Jumat ternyata ada kesalahan, kita bisa melihat dan kembali ke versi hari Kamis.
Itulah mengapa pesan commit harus jelas: dari pesannya, kita tahu apa yang berubah pada hari 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Akun GitHub menyimpan karya kita, maka harus dijaga keamanannya.
Yang DILAKUKAN:
Kata sandi panjang dan unik, minimal 12 karakter, gabungan huruf, angka, dan simbol. Contoh cara membuatnya: gabungan beberapa kata yang mudah diingat tetapi sulit ditebak.
Aktifkan VERIFIKASI DUA LANGKAH atau 2FA. Artinya, selain kata sandi, login memerlukan kode dari aplikasi di HP. Walaupun kata sandi bocor, orang lain tetap tidak bisa masuk tanpa HP tersebut.
Sign out setelah selesai di komputer bersama.
Yang JANGAN:
Memakai kata sandi yang sama dengan akun lain.
Memberikan kode verifikasi kepada siapa pun. Penipu sering berpura-pura meminta kode ini.
Menyimpan kata sandi di dalam file repository, karena repository publik bisa dibaca siapa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(Bagikan kartu akun GitHub kelompok. Guru menyiapkan HP berisi aplikasi autentikator untuk kode verifikasi.)
Setiap kelompok memakai satu akun GitHub milik pondok.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browser, ketik github.com, lalu klik Sign in.
Masukkan username dan kata sandi akun kelompok yang dibagikan guru, tanda a. Klik Sign in, tanda b.
GitHub akan meminta kode verifikasi enam angka. Guru akan membacakan kode dari aplikasi autentikator di HP. Kode ini berganti setiap 30 detik, jadi ketik dengan cepat.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Mari kita lihat pengaturan keamanan. Klik foto profil di pojok kanan atas, tanda a, lalu Settings, kemudian Password and authentication.
Perhatikan bagian Two-factor authentication, tanda b. Statusnya harus Enabled, artinya aktif. Guru sudah mengaktifkannya untuk akun kelompok kalian.
Jangan mengubah pengaturan apa pun di halaman ini. Kita hanya melihat.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Klik logo GitHub di pojok kiri atas untuk kembali ke beranda. Di sebelah kiri, ada tulisan Top repositories dan tombol hijau New. Klik tombol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Pada Repository name, ketik nama repository, tanda a: website, tanda hubung, santri, tanda hubung, kel, dan nomor kelompok. Gunakan huruf kecil dan tanda hubung, tanpa spasi.
Pada Description, tulis penjelasan singkat, tanda b: Website santri Kelas 8A PP Wihdatul Ummah Poso.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Pilih Public, tanda a. Public diperlukan agar website bisa diterbitkan gratis dengan GitHub Pages di Modul 10. Karena publik, siapa saja bisa melihat isi repository, maka pastikan tidak ada data pribadi di dalamnya.
Centang Add a README file, tanda b. Klik tombol hijau Create repository, tanda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Repository kalian sudah jadi! Kenali halamannya.
Tanda a: daftar file. Saat ini hanya ada README.md, dengan pesan commit Initial commit.
Tanda b: tombol Add file, untuk menambah atau mengunggah file. Kita pakai pekan depan.
Tanda c: jumlah Commits, saat ini satu. Klik untuk melihat riwayat.
Di bawah daftar file, isi README ditampilkan sebagai penjelasan proyek.
Setelah selesai, klik foto profil, lalu Sign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 di buku: pengertian repository dan commit dengan kata-kata sendiri, link repository kelompok, tiga ciri kata sandi kuat, dan mengapa kode verifikasi tidak boleh diberikan kepada orang lain.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bisa menjelaskan repository dan commit?
- login dengan akun kelompok?
- repository dibuat dengan nama benar?
- rEADME tersedia?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programmer membutuhkan version control?
Pertanyaan kedua: mengapa akun harus dilindungi verifikasi dua langkah?
(Minta 2–3 santri menjawab secara bergantian.)
Pesan adab kita hari ini: akun adalah amanah. Jangan membagikan kata sandi dan kode verifikasi kepada siapa pun selain guru. Banyak penipuan online dimulai dari seseorang yang meminta kode verifikasi dengan alasan yang meyakinkan.
Pekan depan: mengunggah file website dan membuat commit.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ke-26, dengan judul "Upload &amp; Commit". Hari ini kita mengunggah website ke GitHub dan belajar mencatat setiap perubahan.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repository. Siapa yang ingat, apa itu commit?
(Tunggu jawaban: menyimpan perubahan dengan catatan.)
Sekarang pertanyaan hari ini. Coba pikirkan sejenak:
"Jika kalian mengubah satu warna di website, bagaimana orang lain tahu apa yang berubah?"
(Beri waktu 1 menit. Minta 2–3 santri menjawab. Hargai semua jawaban.)
Dari pesan commit. Setiap kali menyimpan perubahan ke GitHub, kita menulis catatan singkat. Hari ini kita mengunggah file website dan berlatih menulis pesan commit yang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commit harus menjelaskan APA yang berubah, singkat dan jelas.
Contoh pesan yang JELAS: Tambah halaman profil santri. Perbaiki gambar logo yang tidak muncul. Ubah warna tombol menjadi emas. Dari pesannya, siapa pun langsung tahu apa yang dilakukan.
Contoh yang TIDAK JELAS: update, asdfgh, perubahan lagi. Beberapa minggu kemudian, tidak ada yang tahu apa yang berubah.
Tips: mulai dengan kata kerja: Tambah, Perbaiki, Ubah, Hapus. Cukup satu kalimat pendek.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alur kerja kita mulai sekarang.
Pertama, UBAH DI KOMPUTER: edit kode dengan Notepad, lalu uji di browser sampai benar.
Kedua, UPLOAD: di GitHub, klik Add file, Upload files, lalu pilih file yang berubah. File lama dengan nama yang sama akan diganti dengan versi baru.
Ketiga, COMMIT: tulis pesan yang jelas, lalu klik Commit changes.
GitHub menyimpan versi lama di riwayat, jadi tidak ada yang hilang.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Login ke akun kelompok. Kumpulkan file website terbaik dari anggota kelompok ke satu folder: index.html, pondok.html, logo.png, dan gambar lainnya.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repository kelompok. Klik tombol Add file, tanda a, lalu pilih Upload files,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Buka folder Website Saya di File Explorer. Pilih semua file dengan Ctrl A, lalu seret ke kotak bergaris di halaman GitHub dan lepaskan.
Cara lain: klik tulisan choose your files, lalu pilih file.
Tunggu sampai semua file muncul dengan tanda centang di bawah kotak.
Penting: sebelum mengunggah, pastikan sekali lagi tidak ada data pribadi di dalam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Gulir ke bawah. Di kotak Commit changes ada tulisan bawaan Add files via upload. Ganti dengan pesan yang jelas: Tambah halaman profil dan landing page pondok.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tombol hijau Commit changes. Tunggu beberapa saat.
Halaman kembali ke repository. Semua file website kalian kini tersimpan di GitHub, lengkap dengan pesan commit di sebelahnya.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Kita bisa juga mengedit file langsung di GitHub, tanpa Notepad. Cocok untuk perubahan kecil.
Klik file index.html di daftar file. Isi kodenya tampil. Klik ikon pensil, yaitu Edit this file, di kanan 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Ubah satu baris, misalnya tambahkan paragraf tentang cita-cita, tanda a. Baris yang berubah ditandai hijau.
Klik tombol Commit changes, tanda b. Muncul kotak pesan. Tulis: Tambah paragraf cita-cita. Klik Commit changes lagi.
Catatan: perubahan di GitHub tidak otomatis ada di komputer. Untuk menjaga agar sama, unduh file terbaru dari GitHub, atau biasakan mengedit di satu tempat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Kembali ke halaman utama repository, lalu klik tulisan Commits.
Terlihat riwayat lengkap: tiga commit, dari yang terbaru di atas. Masing-masing dengan pesan, pembuat, waktu, dan kode unik.
Klik salah satu commit untuk melihat apa yang berubah: baris yang ditambah berwarna hijau, yang dihapus berwarna merah. Inilah kekuatan version control.
Setelah selesai, Sign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Kerjakan bersama kelompok: pastikan semua file ada di repository, buat satu perubahan kecil lagi dengan alur komputer ke GitHub, tulis tiga pesan commit terakhir di buku, dan catat baris yang berubah pada satu commit.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file website terunggah?
- pesan commit jelas?
- satu edit di GitHub berhasil?
- riwayat commit bisa dibaca?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ciri pesan commit yang baik?
Pertanyaan kedua: apa manfaat riwayat commit bagi kerja kelompok?
(Minta 2–3 santri menjawab secara bergantian.)
Pesan adab kita hari ini: catatlah pekerjaan dengan jujur dan jelas. Pesan commit adalah catatan amanah bagi tim. Jangan menulis pesan yang menyembunyikan apa yang sebenarnya diubah.
Pekan depan: proyek Repository Website Santri: README dan kerapian repository.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ke-27, dengan judul "Repository Website Santri". Hari ini kita menyelesaikan proyek Modul 9: repository yang rapi dan siap diterbitkan.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mengunggah file dan membuat commit. Siapa yang ingat, kata kerja apa yang baik untuk memulai pesan commit?
(Tunggu jawaban: Tambah, Perbaiki, Ubah, Hapus.)
Sekarang pertanyaan hari ini. Coba pikirkan sejenak:
"Jika orang lain membuka repository kalian, bagaimana mereka tahu isi dan tujuannya?"
(Beri waktu 1 menit. Minta 2–3 santri menjawab. Hargai semua jawaban.)
Dari README. README artinya "baca aku": halaman penjelasan yang tampil di bawah daftar file. Hari ini kita menulis README yang baik dan merapikan repository, agar siap diterbitkan menjadi website di Modul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README ditulis dengan format MARKDOWN, yaitu cara menulis sederhana dengan tanda-tanda khusus. File README berakhiran titik md.
Perhatikan perbandingan di layar. Di kiri, yang kita tulis. Di kanan, yang tampil di GitHub.
Satu tanda pagar di awal baris menjadi JUDUL BESAR, seperti h1.
Dua tanda pagar menjadi SUBJUDUL, seperti h2.
Tanda minus di awal baris menjadi DAFTAR BERBUTIR, seperti ul dan li.
Baris biasa menjadi paragraf.
Markdown lebih sederhana daripada HTML, dan banyak dipakai programmer untuk menulis dokumentasi.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README yang baik berisi empat bagian.
JUDUL DAN DESKRIPSI: nama proyek dan penjelasan singkat.
ISI REPOSITORY: daftar file beserta fungsinya, agar orang lain tidak bingung.
PEMBUAT: nama panggilan anggota kelompok dan perannya, kelas, dan tahun. Cukup nama panggilan, sesuai aturan privasi kita.
SUMBER: jika ada gambar atau bahan yang bukan milik sendiri, sebutkan sumbernya. Ini bentuk kejujuran dan menghargai karya orang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Login ke akun kelompok dan buka repository.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daftar file repository, klik README.md, lalu klik ikon pensil untuk mengeditnya.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Hapus isi lama, lalu tulis README dengan empat bagian: judul dan deskripsi, isi repository, pembuat, dan sumber. Gunakan satu pagar untuk judul, dua pagar untuk subjudul, dan tanda minus untuk daftar.
Di bagian atas editor ada tab Preview. Klik untuk melihat tampilannya sebelum disimpan.
Klik Commit changes, tulis pesan: Lengkapi README, lalu Commit changes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Kita rapikan repository dengan memasukkan semua gambar ke satu folder.
Di komputer, di folder Website Saya, buat folder baru bernama gambar, lalu pindahkan semua file gambar ke dalamnya.
Di GitHub, klik Add file, Upload files, lalu seret FOLDER gambar itu ke kotak upload, tanda a. Tulis pesan commit: Pindahkan gambar ke folder gambar, tanda b. Commit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Karena gambar sudah pindah ke folder gambar, alamat src di HTML harus diperbarui. Jika tidak, gambar tidak akan tampil.
Edit index.html dan pondok.html di GitHub. Ubah src sama dengan logo.png menjadi src sama dengan gambar garis miring logo.png. Lakukan untuk semua gambar.
Commit dengan pesan: Perbarui alamat gambar. Lakukan perubahan yang sama di komputer, lalu uji di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Sekarang ada gambar ganda: di dalam folder gambar dan di luar. Hapus yang di luar.
Klik file logo.png yang berada di luar folder. Klik titik tiga di kanan atas, lalu Delete file. Commit dengan pesan: Hapus gambar ganda. Lakukan untuk semua gambar ganda.
Repository kini rapi: folder gambar, file HTML, dan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Setiap kelompok menampilkan repository di proyektor dan mempresentasikannya dalam tiga menit: README, struktur file, dan riwayat commit. Jelaskan peran setiap anggota.
Kelompok lain memeriksa: apakah README jelas? Apakah pesan commit mudah dipahami?
Setelah selesai, Sign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Repository dinyatakan selesai jika: README lengkap dengan empat bagian, struktur rapi dan semua gambar tampil, minimal lima commit dengan pesan jelas, serta tidak ada data pribadi atau kata sandi di dalamnya.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rEADME lengkap dan rapi?
- gambar di folder gambar dan link diperbarui?
- minimal 5 commit dengan pesan jelas?
- tidak ada data pribadi?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isi README yang paling penting?
Pertanyaan kedua: bagaimana GitHub membantu kerja kelompok?
(Minta 2–3 santri menjawab secara bergantian.)
Pesan adab kita hari ini: cantumkan nama pembuat dan sumber dengan jujur. Menghargai kontribusi setiap anggota tim, sekecil apa pun, adalah akhlak mulia. Jangan mengakui kerja teman sebagai kerja sendiri.
Pekan depan: kita masuk Modul 10: Hosting Gratis, menerbitkan website ke internet. Alhamdulillah, Modul 9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slideLayout" Target="../slideLayouts/slideLayout1.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slideLayout" Target="../slideLayouts/slideLayout1.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1.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image" Target="../media/image-40-11.png"/><Relationship Id="rId12" Type="http://schemas.openxmlformats.org/officeDocument/2006/relationships/image" Target="../media/image-40-12.png"/><Relationship Id="rId13" Type="http://schemas.openxmlformats.org/officeDocument/2006/relationships/slideLayout" Target="../slideLayouts/slideLayout1.xml"/><Relationship Id="rId1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slideLayout" Target="../slideLayouts/slideLayout1.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slideLayout" Target="../slideLayouts/slideLayout1.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slideLayout" Target="../slideLayouts/slideLayout1.xml"/><Relationship Id="rId10"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image" Target="../media/image-44-11.png"/><Relationship Id="rId12" Type="http://schemas.openxmlformats.org/officeDocument/2006/relationships/image" Target="../media/image-44-12.png"/><Relationship Id="rId13" Type="http://schemas.openxmlformats.org/officeDocument/2006/relationships/slideLayout" Target="../slideLayouts/slideLayout1.xml"/><Relationship Id="rId1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image" Target="../media/image-45-10.png"/><Relationship Id="rId11" Type="http://schemas.openxmlformats.org/officeDocument/2006/relationships/slideLayout" Target="../slideLayouts/slideLayout1.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2 WUSTHA  ·  SEMESTER 2  ·  MODUL 9</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GitHub Dasar</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Repository Website Santri</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memahami version control, menyimpan file website di repository GitHub, membuat commit dengan pesan yang jelas, menulis README, dan menjaga keamanan akun.</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25</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Git &amp; GitHub</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26</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Upload &amp; Commit</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27</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Repository Website Santri</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GitHub (github.com), akun GitHub kelompok milik pondok, folder Website_Saya dari Modul 7–8, HP untuk verifikasi akun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25</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Git &amp; GitHub</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Repository, version control, dan keamanan akun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9: GitHub Dasar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Pernahkah kalian menyimpan file berkali-kali dengan nama tugas_final, tugas_final2, tugas_final_benar?</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25</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version control, repository, dan commit</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Masuk ke GitHub dan memahami keamanan akun (kata sandi kuat dan 2FA)</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repository baru dengan README</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Istilah Penting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Version Control</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Mencatat setiap perubahan file: siapa, kapan, apa yang diubah. Bisa kembali ke versi lama.</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Git &amp; GitHub</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Git: alat pencatat versi. GitHub: website tempat menyimpan proyek Git secara online.</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Repository (repo)</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"Gudang" berisi semua file proyek beserta riwayatnya.</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Commit</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Menyimpan perubahan dengan catatan singkat, seperti mencatat di buku harian.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Riwayat Commit: Buku Harian Proyek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1097280" y="1325880"/>
            <a:ext cx="0" cy="3017520"/>
          </a:xfrm>
          <a:prstGeom prst="line">
            <a:avLst/>
          </a:prstGeom>
          <a:noFill/>
          <a:ln w="38100">
            <a:solidFill>
              <a:srgbClr val="1F7A5C"/>
            </a:solidFill>
            <a:prstDash val="solid"/>
          </a:ln>
        </p:spPr>
      </p:sp>
      <p:sp>
        <p:nvSpPr>
          <p:cNvPr id="10" name="Shape 6"/>
          <p:cNvSpPr/>
          <p:nvPr/>
        </p:nvSpPr>
        <p:spPr>
          <a:xfrm>
            <a:off x="941832" y="1280160"/>
            <a:ext cx="310896" cy="310896"/>
          </a:xfrm>
          <a:prstGeom prst="ellipse">
            <a:avLst/>
          </a:prstGeom>
          <a:solidFill>
            <a:srgbClr val="0F4C3A"/>
          </a:solidFill>
          <a:ln/>
        </p:spPr>
      </p:sp>
      <p:sp>
        <p:nvSpPr>
          <p:cNvPr id="11" name="Shape 7"/>
          <p:cNvSpPr/>
          <p:nvPr/>
        </p:nvSpPr>
        <p:spPr>
          <a:xfrm>
            <a:off x="1463040" y="1234440"/>
            <a:ext cx="5486400" cy="594360"/>
          </a:xfrm>
          <a:prstGeom prst="roundRect">
            <a:avLst>
              <a:gd name="adj" fmla="val 12308"/>
            </a:avLst>
          </a:prstGeom>
          <a:solidFill>
            <a:srgbClr val="E6F2EC"/>
          </a:solidFill>
          <a:ln w="12700">
            <a:solidFill>
              <a:srgbClr val="E6F2EC"/>
            </a:solidFill>
            <a:prstDash val="solid"/>
          </a:ln>
        </p:spPr>
      </p:sp>
      <p:sp>
        <p:nvSpPr>
          <p:cNvPr id="12" name="Text 8"/>
          <p:cNvSpPr txBox="1"/>
          <p:nvPr/>
        </p:nvSpPr>
        <p:spPr>
          <a:xfrm>
            <a:off x="1645920" y="1234440"/>
            <a:ext cx="3931920" cy="594360"/>
          </a:xfrm>
          <a:prstGeom prst="rect">
            <a:avLst/>
          </a:prstGeom>
          <a:noFill/>
          <a:ln/>
        </p:spPr>
        <p:txBody>
          <a:bodyPr wrap="square" lIns="0" tIns="0" rIns="0" bIns="0" rtlCol="0" anchor="ctr"/>
          <a:lstStyle/>
          <a:p>
            <a:pPr indent="0" marL="0">
              <a:buNone/>
            </a:pPr>
            <a:r>
              <a:rPr lang="en-US" sz="1500" b="1" dirty="0">
                <a:solidFill>
                  <a:srgbClr val="0F4C3A"/>
                </a:solidFill>
                <a:latin typeface="Calibri" pitchFamily="34" charset="0"/>
                <a:ea typeface="Calibri" pitchFamily="34" charset="-122"/>
                <a:cs typeface="Calibri" pitchFamily="34" charset="-120"/>
              </a:rPr>
              <a:t>Initial commit</a:t>
            </a:r>
            <a:endParaRPr lang="en-US" sz="1500" dirty="0"/>
          </a:p>
        </p:txBody>
      </p:sp>
      <p:sp>
        <p:nvSpPr>
          <p:cNvPr id="13" name="Text 9"/>
          <p:cNvSpPr txBox="1"/>
          <p:nvPr/>
        </p:nvSpPr>
        <p:spPr>
          <a:xfrm>
            <a:off x="5486400" y="1234440"/>
            <a:ext cx="731520" cy="594360"/>
          </a:xfrm>
          <a:prstGeom prst="rect">
            <a:avLst/>
          </a:prstGeom>
          <a:noFill/>
          <a:ln/>
        </p:spPr>
        <p:txBody>
          <a:bodyPr wrap="square" lIns="0" tIns="0" rIns="0" bIns="0" rtlCol="0" anchor="ctr"/>
          <a:lstStyle/>
          <a:p>
            <a:pPr indent="0" marL="0">
              <a:buNone/>
            </a:pPr>
            <a:r>
              <a:rPr lang="en-US" sz="1200" dirty="0">
                <a:solidFill>
                  <a:srgbClr val="5F6F68"/>
                </a:solidFill>
                <a:latin typeface="Calibri" pitchFamily="34" charset="0"/>
                <a:ea typeface="Calibri" pitchFamily="34" charset="-122"/>
                <a:cs typeface="Calibri" pitchFamily="34" charset="-120"/>
              </a:rPr>
              <a:t>Senin</a:t>
            </a:r>
            <a:endParaRPr lang="en-US" sz="1200" dirty="0"/>
          </a:p>
        </p:txBody>
      </p:sp>
      <p:sp>
        <p:nvSpPr>
          <p:cNvPr id="14" name="Text 10"/>
          <p:cNvSpPr txBox="1"/>
          <p:nvPr/>
        </p:nvSpPr>
        <p:spPr>
          <a:xfrm>
            <a:off x="6217920" y="1234440"/>
            <a:ext cx="731520" cy="594360"/>
          </a:xfrm>
          <a:prstGeom prst="rect">
            <a:avLst/>
          </a:prstGeom>
          <a:noFill/>
          <a:ln/>
        </p:spPr>
        <p:txBody>
          <a:bodyPr wrap="square" lIns="0" tIns="0" rIns="0" bIns="0" rtlCol="0" anchor="ctr"/>
          <a:lstStyle/>
          <a:p>
            <a:pPr indent="0" marL="0">
              <a:buNone/>
            </a:pPr>
            <a:r>
              <a:rPr lang="en-US" sz="1100" dirty="0">
                <a:solidFill>
                  <a:srgbClr val="0078D4"/>
                </a:solidFill>
                <a:latin typeface="Courier New" pitchFamily="34" charset="0"/>
                <a:ea typeface="Courier New" pitchFamily="34" charset="-122"/>
                <a:cs typeface="Courier New" pitchFamily="34" charset="-120"/>
              </a:rPr>
              <a:t>a1b2c3</a:t>
            </a:r>
            <a:endParaRPr lang="en-US" sz="1100" dirty="0"/>
          </a:p>
        </p:txBody>
      </p:sp>
      <p:sp>
        <p:nvSpPr>
          <p:cNvPr id="15" name="Shape 11"/>
          <p:cNvSpPr/>
          <p:nvPr/>
        </p:nvSpPr>
        <p:spPr>
          <a:xfrm>
            <a:off x="941832" y="2057400"/>
            <a:ext cx="310896" cy="310896"/>
          </a:xfrm>
          <a:prstGeom prst="ellipse">
            <a:avLst/>
          </a:prstGeom>
          <a:solidFill>
            <a:srgbClr val="0F4C3A"/>
          </a:solidFill>
          <a:ln/>
        </p:spPr>
      </p:sp>
      <p:sp>
        <p:nvSpPr>
          <p:cNvPr id="16" name="Shape 12"/>
          <p:cNvSpPr/>
          <p:nvPr/>
        </p:nvSpPr>
        <p:spPr>
          <a:xfrm>
            <a:off x="1463040" y="2011680"/>
            <a:ext cx="5486400" cy="594360"/>
          </a:xfrm>
          <a:prstGeom prst="roundRect">
            <a:avLst>
              <a:gd name="adj" fmla="val 12308"/>
            </a:avLst>
          </a:prstGeom>
          <a:solidFill>
            <a:srgbClr val="E6F2EC"/>
          </a:solidFill>
          <a:ln w="12700">
            <a:solidFill>
              <a:srgbClr val="E6F2EC"/>
            </a:solidFill>
            <a:prstDash val="solid"/>
          </a:ln>
        </p:spPr>
      </p:sp>
      <p:sp>
        <p:nvSpPr>
          <p:cNvPr id="17" name="Text 13"/>
          <p:cNvSpPr txBox="1"/>
          <p:nvPr/>
        </p:nvSpPr>
        <p:spPr>
          <a:xfrm>
            <a:off x="1645920" y="2011680"/>
            <a:ext cx="3931920" cy="594360"/>
          </a:xfrm>
          <a:prstGeom prst="rect">
            <a:avLst/>
          </a:prstGeom>
          <a:noFill/>
          <a:ln/>
        </p:spPr>
        <p:txBody>
          <a:bodyPr wrap="square" lIns="0" tIns="0" rIns="0" bIns="0" rtlCol="0" anchor="ctr"/>
          <a:lstStyle/>
          <a:p>
            <a:pPr indent="0" marL="0">
              <a:buNone/>
            </a:pPr>
            <a:r>
              <a:rPr lang="en-US" sz="1500" b="1" dirty="0">
                <a:solidFill>
                  <a:srgbClr val="0F4C3A"/>
                </a:solidFill>
                <a:latin typeface="Calibri" pitchFamily="34" charset="0"/>
                <a:ea typeface="Calibri" pitchFamily="34" charset="-122"/>
                <a:cs typeface="Calibri" pitchFamily="34" charset="-120"/>
              </a:rPr>
              <a:t>Tambah halaman profil santri</a:t>
            </a:r>
            <a:endParaRPr lang="en-US" sz="1500" dirty="0"/>
          </a:p>
        </p:txBody>
      </p:sp>
      <p:sp>
        <p:nvSpPr>
          <p:cNvPr id="18" name="Text 14"/>
          <p:cNvSpPr txBox="1"/>
          <p:nvPr/>
        </p:nvSpPr>
        <p:spPr>
          <a:xfrm>
            <a:off x="5486400" y="2011680"/>
            <a:ext cx="731520" cy="594360"/>
          </a:xfrm>
          <a:prstGeom prst="rect">
            <a:avLst/>
          </a:prstGeom>
          <a:noFill/>
          <a:ln/>
        </p:spPr>
        <p:txBody>
          <a:bodyPr wrap="square" lIns="0" tIns="0" rIns="0" bIns="0" rtlCol="0" anchor="ctr"/>
          <a:lstStyle/>
          <a:p>
            <a:pPr indent="0" marL="0">
              <a:buNone/>
            </a:pPr>
            <a:r>
              <a:rPr lang="en-US" sz="1200" dirty="0">
                <a:solidFill>
                  <a:srgbClr val="5F6F68"/>
                </a:solidFill>
                <a:latin typeface="Calibri" pitchFamily="34" charset="0"/>
                <a:ea typeface="Calibri" pitchFamily="34" charset="-122"/>
                <a:cs typeface="Calibri" pitchFamily="34" charset="-120"/>
              </a:rPr>
              <a:t>Rabu</a:t>
            </a:r>
            <a:endParaRPr lang="en-US" sz="1200" dirty="0"/>
          </a:p>
        </p:txBody>
      </p:sp>
      <p:sp>
        <p:nvSpPr>
          <p:cNvPr id="19" name="Text 15"/>
          <p:cNvSpPr txBox="1"/>
          <p:nvPr/>
        </p:nvSpPr>
        <p:spPr>
          <a:xfrm>
            <a:off x="6217920" y="2011680"/>
            <a:ext cx="731520" cy="594360"/>
          </a:xfrm>
          <a:prstGeom prst="rect">
            <a:avLst/>
          </a:prstGeom>
          <a:noFill/>
          <a:ln/>
        </p:spPr>
        <p:txBody>
          <a:bodyPr wrap="square" lIns="0" tIns="0" rIns="0" bIns="0" rtlCol="0" anchor="ctr"/>
          <a:lstStyle/>
          <a:p>
            <a:pPr indent="0" marL="0">
              <a:buNone/>
            </a:pPr>
            <a:r>
              <a:rPr lang="en-US" sz="1100" dirty="0">
                <a:solidFill>
                  <a:srgbClr val="0078D4"/>
                </a:solidFill>
                <a:latin typeface="Courier New" pitchFamily="34" charset="0"/>
                <a:ea typeface="Courier New" pitchFamily="34" charset="-122"/>
                <a:cs typeface="Courier New" pitchFamily="34" charset="-120"/>
              </a:rPr>
              <a:t>d4e5f6</a:t>
            </a:r>
            <a:endParaRPr lang="en-US" sz="1100" dirty="0"/>
          </a:p>
        </p:txBody>
      </p:sp>
      <p:sp>
        <p:nvSpPr>
          <p:cNvPr id="20" name="Shape 16"/>
          <p:cNvSpPr/>
          <p:nvPr/>
        </p:nvSpPr>
        <p:spPr>
          <a:xfrm>
            <a:off x="941832" y="2834640"/>
            <a:ext cx="310896" cy="310896"/>
          </a:xfrm>
          <a:prstGeom prst="ellipse">
            <a:avLst/>
          </a:prstGeom>
          <a:solidFill>
            <a:srgbClr val="0F4C3A"/>
          </a:solidFill>
          <a:ln/>
        </p:spPr>
      </p:sp>
      <p:sp>
        <p:nvSpPr>
          <p:cNvPr id="21" name="Shape 17"/>
          <p:cNvSpPr/>
          <p:nvPr/>
        </p:nvSpPr>
        <p:spPr>
          <a:xfrm>
            <a:off x="1463040" y="2788920"/>
            <a:ext cx="5486400" cy="594360"/>
          </a:xfrm>
          <a:prstGeom prst="roundRect">
            <a:avLst>
              <a:gd name="adj" fmla="val 12308"/>
            </a:avLst>
          </a:prstGeom>
          <a:solidFill>
            <a:srgbClr val="E6F2EC"/>
          </a:solidFill>
          <a:ln w="12700">
            <a:solidFill>
              <a:srgbClr val="E6F2EC"/>
            </a:solidFill>
            <a:prstDash val="solid"/>
          </a:ln>
        </p:spPr>
      </p:sp>
      <p:sp>
        <p:nvSpPr>
          <p:cNvPr id="22" name="Text 18"/>
          <p:cNvSpPr txBox="1"/>
          <p:nvPr/>
        </p:nvSpPr>
        <p:spPr>
          <a:xfrm>
            <a:off x="1645920" y="2788920"/>
            <a:ext cx="3931920" cy="594360"/>
          </a:xfrm>
          <a:prstGeom prst="rect">
            <a:avLst/>
          </a:prstGeom>
          <a:noFill/>
          <a:ln/>
        </p:spPr>
        <p:txBody>
          <a:bodyPr wrap="square" lIns="0" tIns="0" rIns="0" bIns="0" rtlCol="0" anchor="ctr"/>
          <a:lstStyle/>
          <a:p>
            <a:pPr indent="0" marL="0">
              <a:buNone/>
            </a:pPr>
            <a:r>
              <a:rPr lang="en-US" sz="1500" b="1" dirty="0">
                <a:solidFill>
                  <a:srgbClr val="0F4C3A"/>
                </a:solidFill>
                <a:latin typeface="Calibri" pitchFamily="34" charset="0"/>
                <a:ea typeface="Calibri" pitchFamily="34" charset="-122"/>
                <a:cs typeface="Calibri" pitchFamily="34" charset="-120"/>
              </a:rPr>
              <a:t>Tambah landing page pondok</a:t>
            </a:r>
            <a:endParaRPr lang="en-US" sz="1500" dirty="0"/>
          </a:p>
        </p:txBody>
      </p:sp>
      <p:sp>
        <p:nvSpPr>
          <p:cNvPr id="23" name="Text 19"/>
          <p:cNvSpPr txBox="1"/>
          <p:nvPr/>
        </p:nvSpPr>
        <p:spPr>
          <a:xfrm>
            <a:off x="5486400" y="2788920"/>
            <a:ext cx="731520" cy="594360"/>
          </a:xfrm>
          <a:prstGeom prst="rect">
            <a:avLst/>
          </a:prstGeom>
          <a:noFill/>
          <a:ln/>
        </p:spPr>
        <p:txBody>
          <a:bodyPr wrap="square" lIns="0" tIns="0" rIns="0" bIns="0" rtlCol="0" anchor="ctr"/>
          <a:lstStyle/>
          <a:p>
            <a:pPr indent="0" marL="0">
              <a:buNone/>
            </a:pPr>
            <a:r>
              <a:rPr lang="en-US" sz="1200" dirty="0">
                <a:solidFill>
                  <a:srgbClr val="5F6F68"/>
                </a:solidFill>
                <a:latin typeface="Calibri" pitchFamily="34" charset="0"/>
                <a:ea typeface="Calibri" pitchFamily="34" charset="-122"/>
                <a:cs typeface="Calibri" pitchFamily="34" charset="-120"/>
              </a:rPr>
              <a:t>Kamis</a:t>
            </a:r>
            <a:endParaRPr lang="en-US" sz="1200" dirty="0"/>
          </a:p>
        </p:txBody>
      </p:sp>
      <p:sp>
        <p:nvSpPr>
          <p:cNvPr id="24" name="Text 20"/>
          <p:cNvSpPr txBox="1"/>
          <p:nvPr/>
        </p:nvSpPr>
        <p:spPr>
          <a:xfrm>
            <a:off x="6217920" y="2788920"/>
            <a:ext cx="731520" cy="594360"/>
          </a:xfrm>
          <a:prstGeom prst="rect">
            <a:avLst/>
          </a:prstGeom>
          <a:noFill/>
          <a:ln/>
        </p:spPr>
        <p:txBody>
          <a:bodyPr wrap="square" lIns="0" tIns="0" rIns="0" bIns="0" rtlCol="0" anchor="ctr"/>
          <a:lstStyle/>
          <a:p>
            <a:pPr indent="0" marL="0">
              <a:buNone/>
            </a:pPr>
            <a:r>
              <a:rPr lang="en-US" sz="1100" dirty="0">
                <a:solidFill>
                  <a:srgbClr val="0078D4"/>
                </a:solidFill>
                <a:latin typeface="Courier New" pitchFamily="34" charset="0"/>
                <a:ea typeface="Courier New" pitchFamily="34" charset="-122"/>
                <a:cs typeface="Courier New" pitchFamily="34" charset="-120"/>
              </a:rPr>
              <a:t>g7h8i9</a:t>
            </a:r>
            <a:endParaRPr lang="en-US" sz="1100" dirty="0"/>
          </a:p>
        </p:txBody>
      </p:sp>
      <p:sp>
        <p:nvSpPr>
          <p:cNvPr id="25" name="Shape 21"/>
          <p:cNvSpPr/>
          <p:nvPr/>
        </p:nvSpPr>
        <p:spPr>
          <a:xfrm>
            <a:off x="941832" y="3611880"/>
            <a:ext cx="310896" cy="310896"/>
          </a:xfrm>
          <a:prstGeom prst="ellipse">
            <a:avLst/>
          </a:prstGeom>
          <a:solidFill>
            <a:srgbClr val="D4A017"/>
          </a:solidFill>
          <a:ln/>
        </p:spPr>
      </p:sp>
      <p:sp>
        <p:nvSpPr>
          <p:cNvPr id="26" name="Shape 22"/>
          <p:cNvSpPr/>
          <p:nvPr/>
        </p:nvSpPr>
        <p:spPr>
          <a:xfrm>
            <a:off x="1463040" y="3566160"/>
            <a:ext cx="5486400" cy="594360"/>
          </a:xfrm>
          <a:prstGeom prst="roundRect">
            <a:avLst>
              <a:gd name="adj" fmla="val 12308"/>
            </a:avLst>
          </a:prstGeom>
          <a:solidFill>
            <a:srgbClr val="FBF1D3"/>
          </a:solidFill>
          <a:ln w="12700">
            <a:solidFill>
              <a:srgbClr val="FBF1D3"/>
            </a:solidFill>
            <a:prstDash val="solid"/>
          </a:ln>
        </p:spPr>
      </p:sp>
      <p:sp>
        <p:nvSpPr>
          <p:cNvPr id="27" name="Text 23"/>
          <p:cNvSpPr txBox="1"/>
          <p:nvPr/>
        </p:nvSpPr>
        <p:spPr>
          <a:xfrm>
            <a:off x="1645920" y="3566160"/>
            <a:ext cx="3931920" cy="594360"/>
          </a:xfrm>
          <a:prstGeom prst="rect">
            <a:avLst/>
          </a:prstGeom>
          <a:noFill/>
          <a:ln/>
        </p:spPr>
        <p:txBody>
          <a:bodyPr wrap="square" lIns="0" tIns="0" rIns="0" bIns="0" rtlCol="0" anchor="ctr"/>
          <a:lstStyle/>
          <a:p>
            <a:pPr indent="0" marL="0">
              <a:buNone/>
            </a:pPr>
            <a:r>
              <a:rPr lang="en-US" sz="1500" b="1" dirty="0">
                <a:solidFill>
                  <a:srgbClr val="0F4C3A"/>
                </a:solidFill>
                <a:latin typeface="Calibri" pitchFamily="34" charset="0"/>
                <a:ea typeface="Calibri" pitchFamily="34" charset="-122"/>
                <a:cs typeface="Calibri" pitchFamily="34" charset="-120"/>
              </a:rPr>
              <a:t>Perbaiki warna tombol</a:t>
            </a:r>
            <a:endParaRPr lang="en-US" sz="1500" dirty="0"/>
          </a:p>
        </p:txBody>
      </p:sp>
      <p:sp>
        <p:nvSpPr>
          <p:cNvPr id="28" name="Text 24"/>
          <p:cNvSpPr txBox="1"/>
          <p:nvPr/>
        </p:nvSpPr>
        <p:spPr>
          <a:xfrm>
            <a:off x="5486400" y="3566160"/>
            <a:ext cx="731520" cy="594360"/>
          </a:xfrm>
          <a:prstGeom prst="rect">
            <a:avLst/>
          </a:prstGeom>
          <a:noFill/>
          <a:ln/>
        </p:spPr>
        <p:txBody>
          <a:bodyPr wrap="square" lIns="0" tIns="0" rIns="0" bIns="0" rtlCol="0" anchor="ctr"/>
          <a:lstStyle/>
          <a:p>
            <a:pPr indent="0" marL="0">
              <a:buNone/>
            </a:pPr>
            <a:r>
              <a:rPr lang="en-US" sz="1200" dirty="0">
                <a:solidFill>
                  <a:srgbClr val="5F6F68"/>
                </a:solidFill>
                <a:latin typeface="Calibri" pitchFamily="34" charset="0"/>
                <a:ea typeface="Calibri" pitchFamily="34" charset="-122"/>
                <a:cs typeface="Calibri" pitchFamily="34" charset="-120"/>
              </a:rPr>
              <a:t>Jumat</a:t>
            </a:r>
            <a:endParaRPr lang="en-US" sz="1200" dirty="0"/>
          </a:p>
        </p:txBody>
      </p:sp>
      <p:sp>
        <p:nvSpPr>
          <p:cNvPr id="29" name="Text 25"/>
          <p:cNvSpPr txBox="1"/>
          <p:nvPr/>
        </p:nvSpPr>
        <p:spPr>
          <a:xfrm>
            <a:off x="6217920" y="3566160"/>
            <a:ext cx="731520" cy="594360"/>
          </a:xfrm>
          <a:prstGeom prst="rect">
            <a:avLst/>
          </a:prstGeom>
          <a:noFill/>
          <a:ln/>
        </p:spPr>
        <p:txBody>
          <a:bodyPr wrap="square" lIns="0" tIns="0" rIns="0" bIns="0" rtlCol="0" anchor="ctr"/>
          <a:lstStyle/>
          <a:p>
            <a:pPr indent="0" marL="0">
              <a:buNone/>
            </a:pPr>
            <a:r>
              <a:rPr lang="en-US" sz="1100" dirty="0">
                <a:solidFill>
                  <a:srgbClr val="0078D4"/>
                </a:solidFill>
                <a:latin typeface="Courier New" pitchFamily="34" charset="0"/>
                <a:ea typeface="Courier New" pitchFamily="34" charset="-122"/>
                <a:cs typeface="Courier New" pitchFamily="34" charset="-120"/>
              </a:rPr>
              <a:t>j1k2l3</a:t>
            </a:r>
            <a:endParaRPr lang="en-US" sz="1100" dirty="0"/>
          </a:p>
        </p:txBody>
      </p:sp>
      <p:sp>
        <p:nvSpPr>
          <p:cNvPr id="30" name="Text 26"/>
          <p:cNvSpPr txBox="1"/>
          <p:nvPr/>
        </p:nvSpPr>
        <p:spPr>
          <a:xfrm>
            <a:off x="7086600" y="2011680"/>
            <a:ext cx="1737360" cy="1463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Setiap commit punya kode unik dan bisa dibuka kembali.</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Keamanan Akun GitHub</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Lakukan</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Kata sandi panjang dan unik (minimal 12 karakter)</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Aktifkan verifikasi dua langkah (2FA)</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Sign out setelah selesai di komputer bersama</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Jangan</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Memakai sandi yang sama dengan akun lain</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Memberikan kode verifikasi kepada siapa pun</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Menyimpan kata sandi di file dalam repository</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Repository Pertama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akun dari guru</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Login dan memeriksa keamanan akun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repository</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Mengenali halaman repository</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Login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Sign in to 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github.com/login</a:t>
            </a:r>
            <a:endParaRPr lang="en-US" sz="800" dirty="0"/>
          </a:p>
        </p:txBody>
      </p:sp>
      <p:pic>
        <p:nvPicPr>
          <p:cNvPr id="28" name="Image 5" descr="preencoded.png">    </p:cNvPr>
          <p:cNvPicPr>
            <a:picLocks noChangeAspect="1"/>
          </p:cNvPicPr>
          <p:nvPr/>
        </p:nvPicPr>
        <p:blipFill>
          <a:blip r:embed="rId6"/>
          <a:stretch>
            <a:fillRect/>
          </a:stretch>
        </p:blipFill>
        <p:spPr>
          <a:xfrm>
            <a:off x="2926080" y="1814837"/>
            <a:ext cx="274320" cy="274320"/>
          </a:xfrm>
          <a:prstGeom prst="rect">
            <a:avLst/>
          </a:prstGeom>
        </p:spPr>
      </p:pic>
      <p:sp>
        <p:nvSpPr>
          <p:cNvPr id="29" name="Text 21"/>
          <p:cNvSpPr txBox="1"/>
          <p:nvPr/>
        </p:nvSpPr>
        <p:spPr>
          <a:xfrm>
            <a:off x="2148840" y="2134877"/>
            <a:ext cx="1828800" cy="228600"/>
          </a:xfrm>
          <a:prstGeom prst="rect">
            <a:avLst/>
          </a:prstGeom>
          <a:noFill/>
          <a:ln/>
        </p:spPr>
        <p:txBody>
          <a:bodyPr wrap="square" lIns="0" tIns="0" rIns="0" bIns="0" rtlCol="0" anchor="t"/>
          <a:lstStyle/>
          <a:p>
            <a:pPr algn="ctr" indent="0" marL="0">
              <a:buNone/>
            </a:pPr>
            <a:r>
              <a:rPr lang="en-US" sz="1000" dirty="0">
                <a:solidFill>
                  <a:srgbClr val="1E2A26"/>
                </a:solidFill>
                <a:latin typeface="Calibri" pitchFamily="34" charset="0"/>
                <a:ea typeface="Calibri" pitchFamily="34" charset="-122"/>
                <a:cs typeface="Calibri" pitchFamily="34" charset="-120"/>
              </a:rPr>
              <a:t>Sign in to GitHub</a:t>
            </a:r>
            <a:endParaRPr lang="en-US" sz="1000" dirty="0"/>
          </a:p>
        </p:txBody>
      </p:sp>
      <p:sp>
        <p:nvSpPr>
          <p:cNvPr id="30" name="Shape 22"/>
          <p:cNvSpPr/>
          <p:nvPr/>
        </p:nvSpPr>
        <p:spPr>
          <a:xfrm>
            <a:off x="2148840" y="2409197"/>
            <a:ext cx="1828800" cy="1143000"/>
          </a:xfrm>
          <a:prstGeom prst="roundRect">
            <a:avLst>
              <a:gd name="adj" fmla="val 4000"/>
            </a:avLst>
          </a:prstGeom>
          <a:solidFill>
            <a:srgbClr val="F6F8FA"/>
          </a:solidFill>
          <a:ln w="6350">
            <a:solidFill>
              <a:srgbClr val="D0D7DE"/>
            </a:solidFill>
            <a:prstDash val="solid"/>
          </a:ln>
        </p:spPr>
      </p:sp>
      <p:sp>
        <p:nvSpPr>
          <p:cNvPr id="31" name="Text 23"/>
          <p:cNvSpPr txBox="1"/>
          <p:nvPr/>
        </p:nvSpPr>
        <p:spPr>
          <a:xfrm>
            <a:off x="2240280" y="2454917"/>
            <a:ext cx="1645920" cy="137160"/>
          </a:xfrm>
          <a:prstGeom prst="rect">
            <a:avLst/>
          </a:prstGeom>
          <a:noFill/>
          <a:ln/>
        </p:spPr>
        <p:txBody>
          <a:bodyPr wrap="square" lIns="0" tIns="0" rIns="0" bIns="0" rtlCol="0" anchor="t"/>
          <a:lstStyle/>
          <a:p>
            <a:pPr indent="0" marL="0">
              <a:buNone/>
            </a:pPr>
            <a:r>
              <a:rPr lang="en-US" sz="650" dirty="0">
                <a:solidFill>
                  <a:srgbClr val="1E2A26"/>
                </a:solidFill>
                <a:latin typeface="Calibri" pitchFamily="34" charset="0"/>
                <a:ea typeface="Calibri" pitchFamily="34" charset="-122"/>
                <a:cs typeface="Calibri" pitchFamily="34" charset="-120"/>
              </a:rPr>
              <a:t>Username or email address</a:t>
            </a:r>
            <a:endParaRPr lang="en-US" sz="650" dirty="0"/>
          </a:p>
        </p:txBody>
      </p:sp>
      <p:sp>
        <p:nvSpPr>
          <p:cNvPr id="32" name="Shape 24"/>
          <p:cNvSpPr/>
          <p:nvPr/>
        </p:nvSpPr>
        <p:spPr>
          <a:xfrm>
            <a:off x="2240280" y="2601221"/>
            <a:ext cx="1645920" cy="182880"/>
          </a:xfrm>
          <a:prstGeom prst="rect">
            <a:avLst/>
          </a:prstGeom>
          <a:solidFill>
            <a:srgbClr val="FFFFFF"/>
          </a:solidFill>
          <a:ln w="6350">
            <a:solidFill>
              <a:srgbClr val="D0D7DE"/>
            </a:solidFill>
            <a:prstDash val="solid"/>
          </a:ln>
        </p:spPr>
      </p:sp>
      <p:sp>
        <p:nvSpPr>
          <p:cNvPr id="33" name="Text 25"/>
          <p:cNvSpPr txBox="1"/>
          <p:nvPr/>
        </p:nvSpPr>
        <p:spPr>
          <a:xfrm>
            <a:off x="2276856" y="2601221"/>
            <a:ext cx="15544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santri-wu-kel1</a:t>
            </a:r>
            <a:endParaRPr lang="en-US" sz="700" dirty="0"/>
          </a:p>
        </p:txBody>
      </p:sp>
      <p:sp>
        <p:nvSpPr>
          <p:cNvPr id="34" name="Text 26"/>
          <p:cNvSpPr txBox="1"/>
          <p:nvPr/>
        </p:nvSpPr>
        <p:spPr>
          <a:xfrm>
            <a:off x="2240280" y="2820677"/>
            <a:ext cx="1645920" cy="137160"/>
          </a:xfrm>
          <a:prstGeom prst="rect">
            <a:avLst/>
          </a:prstGeom>
          <a:noFill/>
          <a:ln/>
        </p:spPr>
        <p:txBody>
          <a:bodyPr wrap="square" lIns="0" tIns="0" rIns="0" bIns="0" rtlCol="0" anchor="t"/>
          <a:lstStyle/>
          <a:p>
            <a:pPr indent="0" marL="0">
              <a:buNone/>
            </a:pPr>
            <a:r>
              <a:rPr lang="en-US" sz="650" dirty="0">
                <a:solidFill>
                  <a:srgbClr val="1E2A26"/>
                </a:solidFill>
                <a:latin typeface="Calibri" pitchFamily="34" charset="0"/>
                <a:ea typeface="Calibri" pitchFamily="34" charset="-122"/>
                <a:cs typeface="Calibri" pitchFamily="34" charset="-120"/>
              </a:rPr>
              <a:t>Password</a:t>
            </a:r>
            <a:endParaRPr lang="en-US" sz="650" dirty="0"/>
          </a:p>
        </p:txBody>
      </p:sp>
      <p:sp>
        <p:nvSpPr>
          <p:cNvPr id="35" name="Shape 27"/>
          <p:cNvSpPr/>
          <p:nvPr/>
        </p:nvSpPr>
        <p:spPr>
          <a:xfrm>
            <a:off x="2240280" y="2966981"/>
            <a:ext cx="1645920" cy="182880"/>
          </a:xfrm>
          <a:prstGeom prst="rect">
            <a:avLst/>
          </a:prstGeom>
          <a:solidFill>
            <a:srgbClr val="FFFFFF"/>
          </a:solidFill>
          <a:ln w="6350">
            <a:solidFill>
              <a:srgbClr val="D0D7DE"/>
            </a:solidFill>
            <a:prstDash val="solid"/>
          </a:ln>
        </p:spPr>
      </p:sp>
      <p:sp>
        <p:nvSpPr>
          <p:cNvPr id="36" name="Text 28"/>
          <p:cNvSpPr txBox="1"/>
          <p:nvPr/>
        </p:nvSpPr>
        <p:spPr>
          <a:xfrm>
            <a:off x="2276856" y="2966981"/>
            <a:ext cx="15544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37" name="Shape 29"/>
          <p:cNvSpPr/>
          <p:nvPr/>
        </p:nvSpPr>
        <p:spPr>
          <a:xfrm>
            <a:off x="2240280" y="3232157"/>
            <a:ext cx="1645920" cy="219456"/>
          </a:xfrm>
          <a:prstGeom prst="roundRect">
            <a:avLst>
              <a:gd name="adj" fmla="val 16667"/>
            </a:avLst>
          </a:prstGeom>
          <a:solidFill>
            <a:srgbClr val="1F883D"/>
          </a:solidFill>
          <a:ln w="12700">
            <a:solidFill>
              <a:srgbClr val="1F883D"/>
            </a:solidFill>
            <a:prstDash val="solid"/>
          </a:ln>
        </p:spPr>
      </p:sp>
      <p:sp>
        <p:nvSpPr>
          <p:cNvPr id="38" name="Text 30"/>
          <p:cNvSpPr txBox="1"/>
          <p:nvPr/>
        </p:nvSpPr>
        <p:spPr>
          <a:xfrm>
            <a:off x="2240280" y="3232157"/>
            <a:ext cx="164592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Sign in</a:t>
            </a:r>
            <a:endParaRPr lang="en-US" sz="750" dirty="0"/>
          </a:p>
        </p:txBody>
      </p:sp>
      <p:sp>
        <p:nvSpPr>
          <p:cNvPr id="39" name="Shape 31"/>
          <p:cNvSpPr/>
          <p:nvPr/>
        </p:nvSpPr>
        <p:spPr>
          <a:xfrm>
            <a:off x="2203704" y="2564645"/>
            <a:ext cx="1719072" cy="621792"/>
          </a:xfrm>
          <a:prstGeom prst="roundRect">
            <a:avLst>
              <a:gd name="adj" fmla="val 7353"/>
            </a:avLst>
          </a:prstGeom>
          <a:solidFill>
            <a:srgbClr val="FFFFFF">
              <a:alpha val="0"/>
            </a:srgbClr>
          </a:solidFill>
          <a:ln w="31750">
            <a:solidFill>
              <a:srgbClr val="E53935"/>
            </a:solidFill>
            <a:prstDash val="solid"/>
          </a:ln>
        </p:spPr>
      </p:sp>
      <p:sp>
        <p:nvSpPr>
          <p:cNvPr id="40" name="Shape 32"/>
          <p:cNvSpPr/>
          <p:nvPr/>
        </p:nvSpPr>
        <p:spPr>
          <a:xfrm>
            <a:off x="3785616" y="2427485"/>
            <a:ext cx="274320" cy="274320"/>
          </a:xfrm>
          <a:prstGeom prst="ellipse">
            <a:avLst/>
          </a:prstGeom>
          <a:solidFill>
            <a:srgbClr val="E53935"/>
          </a:solidFill>
          <a:ln w="12700">
            <a:solidFill>
              <a:srgbClr val="FFFFFF"/>
            </a:solidFill>
            <a:prstDash val="solid"/>
          </a:ln>
        </p:spPr>
      </p:sp>
      <p:sp>
        <p:nvSpPr>
          <p:cNvPr id="41" name="Text 33"/>
          <p:cNvSpPr txBox="1"/>
          <p:nvPr/>
        </p:nvSpPr>
        <p:spPr>
          <a:xfrm>
            <a:off x="3785616" y="24274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2" name="Image 6" descr="preencoded.png">    </p:cNvPr>
          <p:cNvPicPr>
            <a:picLocks noChangeAspect="1"/>
          </p:cNvPicPr>
          <p:nvPr/>
        </p:nvPicPr>
        <p:blipFill>
          <a:blip r:embed="rId7"/>
          <a:stretch>
            <a:fillRect/>
          </a:stretch>
        </p:blipFill>
        <p:spPr>
          <a:xfrm>
            <a:off x="3147365" y="2904802"/>
            <a:ext cx="237744" cy="237744"/>
          </a:xfrm>
          <a:prstGeom prst="rect">
            <a:avLst/>
          </a:prstGeom>
        </p:spPr>
      </p:pic>
      <p:sp>
        <p:nvSpPr>
          <p:cNvPr id="43" name="Shape 34"/>
          <p:cNvSpPr/>
          <p:nvPr/>
        </p:nvSpPr>
        <p:spPr>
          <a:xfrm>
            <a:off x="2221992" y="3213869"/>
            <a:ext cx="1682496" cy="256032"/>
          </a:xfrm>
          <a:prstGeom prst="roundRect">
            <a:avLst>
              <a:gd name="adj" fmla="val 17857"/>
            </a:avLst>
          </a:prstGeom>
          <a:solidFill>
            <a:srgbClr val="FFFFFF">
              <a:alpha val="0"/>
            </a:srgbClr>
          </a:solidFill>
          <a:ln w="31750">
            <a:solidFill>
              <a:srgbClr val="E53935"/>
            </a:solidFill>
            <a:prstDash val="solid"/>
          </a:ln>
        </p:spPr>
      </p:sp>
      <p:sp>
        <p:nvSpPr>
          <p:cNvPr id="44" name="Shape 35"/>
          <p:cNvSpPr/>
          <p:nvPr/>
        </p:nvSpPr>
        <p:spPr>
          <a:xfrm>
            <a:off x="3767328" y="3076709"/>
            <a:ext cx="274320" cy="274320"/>
          </a:xfrm>
          <a:prstGeom prst="ellipse">
            <a:avLst/>
          </a:prstGeom>
          <a:solidFill>
            <a:srgbClr val="E53935"/>
          </a:solidFill>
          <a:ln w="12700">
            <a:solidFill>
              <a:srgbClr val="FFFFFF"/>
            </a:solidFill>
            <a:prstDash val="solid"/>
          </a:ln>
        </p:spPr>
      </p:sp>
      <p:sp>
        <p:nvSpPr>
          <p:cNvPr id="45" name="Text 36"/>
          <p:cNvSpPr txBox="1"/>
          <p:nvPr/>
        </p:nvSpPr>
        <p:spPr>
          <a:xfrm>
            <a:off x="3767328" y="30767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6" name="Image 7" descr="preencoded.png">    </p:cNvPr>
          <p:cNvPicPr>
            <a:picLocks noChangeAspect="1"/>
          </p:cNvPicPr>
          <p:nvPr/>
        </p:nvPicPr>
        <p:blipFill>
          <a:blip r:embed="rId8"/>
          <a:stretch>
            <a:fillRect/>
          </a:stretch>
        </p:blipFill>
        <p:spPr>
          <a:xfrm>
            <a:off x="3145536" y="3352858"/>
            <a:ext cx="237744" cy="237744"/>
          </a:xfrm>
          <a:prstGeom prst="rect">
            <a:avLst/>
          </a:prstGeom>
        </p:spPr>
      </p:pic>
      <p:sp>
        <p:nvSpPr>
          <p:cNvPr id="47" name="Text 3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8" name="Text 3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github.com › Sign in</a:t>
            </a:r>
            <a:endParaRPr lang="en-US" sz="1800" dirty="0"/>
          </a:p>
        </p:txBody>
      </p:sp>
      <p:sp>
        <p:nvSpPr>
          <p:cNvPr id="49" name="Text 3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github.com, klik Sign in. Masukkan username dan kata sandi kelompok. Masukkan kode verifikasi dari guru.</a:t>
            </a:r>
            <a:endParaRPr lang="en-US" sz="1300" dirty="0"/>
          </a:p>
        </p:txBody>
      </p:sp>
      <p:sp>
        <p:nvSpPr>
          <p:cNvPr id="50" name="Shape 4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1"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52" name="Text 4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Kode verifikasi berganti setiap 30 detik.</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Login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github.com/settings/security</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Settings</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36576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Password and authentication</a:t>
            </a:r>
            <a:endParaRPr lang="en-US" sz="1100" dirty="0"/>
          </a:p>
        </p:txBody>
      </p:sp>
      <p:sp>
        <p:nvSpPr>
          <p:cNvPr id="33" name="Shape 25"/>
          <p:cNvSpPr/>
          <p:nvPr/>
        </p:nvSpPr>
        <p:spPr>
          <a:xfrm>
            <a:off x="724936" y="2381765"/>
            <a:ext cx="4676607" cy="457200"/>
          </a:xfrm>
          <a:prstGeom prst="rect">
            <a:avLst/>
          </a:prstGeom>
          <a:solidFill>
            <a:srgbClr val="FFFFFF"/>
          </a:solidFill>
          <a:ln w="6350">
            <a:solidFill>
              <a:srgbClr val="D0D7DE"/>
            </a:solidFill>
            <a:prstDash val="solid"/>
          </a:ln>
        </p:spPr>
      </p:sp>
      <p:sp>
        <p:nvSpPr>
          <p:cNvPr id="34" name="Text 26"/>
          <p:cNvSpPr txBox="1"/>
          <p:nvPr/>
        </p:nvSpPr>
        <p:spPr>
          <a:xfrm>
            <a:off x="816376" y="2427485"/>
            <a:ext cx="1828800" cy="164592"/>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Change password</a:t>
            </a:r>
            <a:endParaRPr lang="en-US" sz="800" dirty="0"/>
          </a:p>
        </p:txBody>
      </p:sp>
      <p:sp>
        <p:nvSpPr>
          <p:cNvPr id="35" name="Text 27"/>
          <p:cNvSpPr txBox="1"/>
          <p:nvPr/>
        </p:nvSpPr>
        <p:spPr>
          <a:xfrm>
            <a:off x="816376" y="2610365"/>
            <a:ext cx="2743200" cy="146304"/>
          </a:xfrm>
          <a:prstGeom prst="rect">
            <a:avLst/>
          </a:prstGeom>
          <a:noFill/>
          <a:ln/>
        </p:spPr>
        <p:txBody>
          <a:bodyPr wrap="square" lIns="0" tIns="0" rIns="0" bIns="0" rtlCol="0" anchor="t"/>
          <a:lstStyle/>
          <a:p>
            <a:pPr indent="0" marL="0">
              <a:buNone/>
            </a:pPr>
            <a:r>
              <a:rPr lang="en-US" sz="650" dirty="0">
                <a:solidFill>
                  <a:srgbClr val="666666"/>
                </a:solidFill>
                <a:latin typeface="Calibri" pitchFamily="34" charset="0"/>
                <a:ea typeface="Calibri" pitchFamily="34" charset="-122"/>
                <a:cs typeface="Calibri" pitchFamily="34" charset="-120"/>
              </a:rPr>
              <a:t>Gunakan kata sandi panjang dan unik</a:t>
            </a:r>
            <a:endParaRPr lang="en-US" sz="650" dirty="0"/>
          </a:p>
        </p:txBody>
      </p:sp>
      <p:sp>
        <p:nvSpPr>
          <p:cNvPr id="36" name="Shape 28"/>
          <p:cNvSpPr/>
          <p:nvPr/>
        </p:nvSpPr>
        <p:spPr>
          <a:xfrm>
            <a:off x="724936" y="2930405"/>
            <a:ext cx="4676607" cy="548640"/>
          </a:xfrm>
          <a:prstGeom prst="rect">
            <a:avLst/>
          </a:prstGeom>
          <a:solidFill>
            <a:srgbClr val="FFFFFF"/>
          </a:solidFill>
          <a:ln w="6350">
            <a:solidFill>
              <a:srgbClr val="D0D7DE"/>
            </a:solidFill>
            <a:prstDash val="solid"/>
          </a:ln>
        </p:spPr>
      </p:sp>
      <p:sp>
        <p:nvSpPr>
          <p:cNvPr id="37" name="Text 29"/>
          <p:cNvSpPr txBox="1"/>
          <p:nvPr/>
        </p:nvSpPr>
        <p:spPr>
          <a:xfrm>
            <a:off x="816376" y="2976125"/>
            <a:ext cx="2286000" cy="164592"/>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Two-factor authentication</a:t>
            </a:r>
            <a:endParaRPr lang="en-US" sz="800" dirty="0"/>
          </a:p>
        </p:txBody>
      </p:sp>
      <p:sp>
        <p:nvSpPr>
          <p:cNvPr id="38" name="Text 30"/>
          <p:cNvSpPr txBox="1"/>
          <p:nvPr/>
        </p:nvSpPr>
        <p:spPr>
          <a:xfrm>
            <a:off x="816376" y="3186437"/>
            <a:ext cx="1371600" cy="164592"/>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Enabled</a:t>
            </a:r>
            <a:endParaRPr lang="en-US" sz="700" dirty="0"/>
          </a:p>
        </p:txBody>
      </p:sp>
      <p:sp>
        <p:nvSpPr>
          <p:cNvPr id="39" name="Shape 31"/>
          <p:cNvSpPr/>
          <p:nvPr/>
        </p:nvSpPr>
        <p:spPr>
          <a:xfrm>
            <a:off x="4121384" y="3094997"/>
            <a:ext cx="1188720" cy="219456"/>
          </a:xfrm>
          <a:prstGeom prst="roundRect">
            <a:avLst>
              <a:gd name="adj" fmla="val 16667"/>
            </a:avLst>
          </a:prstGeom>
          <a:solidFill>
            <a:srgbClr val="1F883D"/>
          </a:solidFill>
          <a:ln w="12700">
            <a:solidFill>
              <a:srgbClr val="1F883D"/>
            </a:solidFill>
            <a:prstDash val="solid"/>
          </a:ln>
        </p:spPr>
      </p:sp>
      <p:sp>
        <p:nvSpPr>
          <p:cNvPr id="40" name="Text 32"/>
          <p:cNvSpPr txBox="1"/>
          <p:nvPr/>
        </p:nvSpPr>
        <p:spPr>
          <a:xfrm>
            <a:off x="4121384" y="3094997"/>
            <a:ext cx="118872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Enable two-factor</a:t>
            </a:r>
            <a:endParaRPr lang="en-US" sz="700" dirty="0"/>
          </a:p>
        </p:txBody>
      </p:sp>
      <p:sp>
        <p:nvSpPr>
          <p:cNvPr id="41" name="Shape 33"/>
          <p:cNvSpPr/>
          <p:nvPr/>
        </p:nvSpPr>
        <p:spPr>
          <a:xfrm>
            <a:off x="5191232" y="1714253"/>
            <a:ext cx="256032" cy="256032"/>
          </a:xfrm>
          <a:prstGeom prst="roundRect">
            <a:avLst>
              <a:gd name="adj" fmla="val 17857"/>
            </a:avLst>
          </a:prstGeom>
          <a:solidFill>
            <a:srgbClr val="FFFFFF">
              <a:alpha val="0"/>
            </a:srgbClr>
          </a:solidFill>
          <a:ln w="31750">
            <a:solidFill>
              <a:srgbClr val="E53935"/>
            </a:solidFill>
            <a:prstDash val="solid"/>
          </a:ln>
        </p:spPr>
      </p:sp>
      <p:sp>
        <p:nvSpPr>
          <p:cNvPr id="42" name="Shape 34"/>
          <p:cNvSpPr/>
          <p:nvPr/>
        </p:nvSpPr>
        <p:spPr>
          <a:xfrm>
            <a:off x="5310104" y="1577093"/>
            <a:ext cx="274320" cy="274320"/>
          </a:xfrm>
          <a:prstGeom prst="ellipse">
            <a:avLst/>
          </a:prstGeom>
          <a:solidFill>
            <a:srgbClr val="E53935"/>
          </a:solidFill>
          <a:ln w="12700">
            <a:solidFill>
              <a:srgbClr val="FFFFFF"/>
            </a:solidFill>
            <a:prstDash val="solid"/>
          </a:ln>
        </p:spPr>
      </p:sp>
      <p:sp>
        <p:nvSpPr>
          <p:cNvPr id="43" name="Text 35"/>
          <p:cNvSpPr txBox="1"/>
          <p:nvPr/>
        </p:nvSpPr>
        <p:spPr>
          <a:xfrm>
            <a:off x="5310104" y="15770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4" name="Image 6" descr="preencoded.png">    </p:cNvPr>
          <p:cNvPicPr>
            <a:picLocks noChangeAspect="1"/>
          </p:cNvPicPr>
          <p:nvPr/>
        </p:nvPicPr>
        <p:blipFill>
          <a:blip r:embed="rId7"/>
          <a:stretch>
            <a:fillRect/>
          </a:stretch>
        </p:blipFill>
        <p:spPr>
          <a:xfrm>
            <a:off x="5329306" y="1852328"/>
            <a:ext cx="237744" cy="237744"/>
          </a:xfrm>
          <a:prstGeom prst="rect">
            <a:avLst/>
          </a:prstGeom>
        </p:spPr>
      </p:pic>
      <p:sp>
        <p:nvSpPr>
          <p:cNvPr id="45" name="Shape 36"/>
          <p:cNvSpPr/>
          <p:nvPr/>
        </p:nvSpPr>
        <p:spPr>
          <a:xfrm>
            <a:off x="706648" y="2912117"/>
            <a:ext cx="4713183" cy="585216"/>
          </a:xfrm>
          <a:prstGeom prst="roundRect">
            <a:avLst>
              <a:gd name="adj" fmla="val 7813"/>
            </a:avLst>
          </a:prstGeom>
          <a:solidFill>
            <a:srgbClr val="FFFFFF">
              <a:alpha val="0"/>
            </a:srgbClr>
          </a:solidFill>
          <a:ln w="31750">
            <a:solidFill>
              <a:srgbClr val="E53935"/>
            </a:solidFill>
            <a:prstDash val="solid"/>
          </a:ln>
        </p:spPr>
      </p:sp>
      <p:sp>
        <p:nvSpPr>
          <p:cNvPr id="46" name="Shape 37"/>
          <p:cNvSpPr/>
          <p:nvPr/>
        </p:nvSpPr>
        <p:spPr>
          <a:xfrm>
            <a:off x="5282672" y="2774957"/>
            <a:ext cx="274320" cy="274320"/>
          </a:xfrm>
          <a:prstGeom prst="ellipse">
            <a:avLst/>
          </a:prstGeom>
          <a:solidFill>
            <a:srgbClr val="E53935"/>
          </a:solidFill>
          <a:ln w="12700">
            <a:solidFill>
              <a:srgbClr val="FFFFFF"/>
            </a:solidFill>
            <a:prstDash val="solid"/>
          </a:ln>
        </p:spPr>
      </p:sp>
      <p:sp>
        <p:nvSpPr>
          <p:cNvPr id="47" name="Text 38"/>
          <p:cNvSpPr txBox="1"/>
          <p:nvPr/>
        </p:nvSpPr>
        <p:spPr>
          <a:xfrm>
            <a:off x="5282672" y="27749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8" name="Image 7" descr="preencoded.png">    </p:cNvPr>
          <p:cNvPicPr>
            <a:picLocks noChangeAspect="1"/>
          </p:cNvPicPr>
          <p:nvPr/>
        </p:nvPicPr>
        <p:blipFill>
          <a:blip r:embed="rId8"/>
          <a:stretch>
            <a:fillRect/>
          </a:stretch>
        </p:blipFill>
        <p:spPr>
          <a:xfrm>
            <a:off x="3297070" y="3232157"/>
            <a:ext cx="237744" cy="237744"/>
          </a:xfrm>
          <a:prstGeom prst="rect">
            <a:avLst/>
          </a:prstGeom>
        </p:spPr>
      </p:pic>
      <p:sp>
        <p:nvSpPr>
          <p:cNvPr id="49" name="Text 3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0" name="Text 4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Periksa keamanan: Settings › Password and authentication</a:t>
            </a:r>
            <a:endParaRPr lang="en-US" sz="1800" dirty="0"/>
          </a:p>
        </p:txBody>
      </p:sp>
      <p:sp>
        <p:nvSpPr>
          <p:cNvPr id="51" name="Text 4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foto profil › Settings › Password and authentication. Pastikan Two-factor authentication: Enabled.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Repository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13716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Top repositories</a:t>
            </a:r>
            <a:endParaRPr lang="en-US" sz="800" dirty="0"/>
          </a:p>
        </p:txBody>
      </p:sp>
      <p:sp>
        <p:nvSpPr>
          <p:cNvPr id="33" name="Shape 25"/>
          <p:cNvSpPr/>
          <p:nvPr/>
        </p:nvSpPr>
        <p:spPr>
          <a:xfrm>
            <a:off x="2142256" y="2052581"/>
            <a:ext cx="502920" cy="201168"/>
          </a:xfrm>
          <a:prstGeom prst="roundRect">
            <a:avLst>
              <a:gd name="adj" fmla="val 18182"/>
            </a:avLst>
          </a:prstGeom>
          <a:solidFill>
            <a:srgbClr val="1F883D"/>
          </a:solidFill>
          <a:ln w="12700">
            <a:solidFill>
              <a:srgbClr val="1F883D"/>
            </a:solidFill>
            <a:prstDash val="solid"/>
          </a:ln>
        </p:spPr>
      </p:sp>
      <p:sp>
        <p:nvSpPr>
          <p:cNvPr id="34" name="Text 26"/>
          <p:cNvSpPr txBox="1"/>
          <p:nvPr/>
        </p:nvSpPr>
        <p:spPr>
          <a:xfrm>
            <a:off x="2142256" y="2052581"/>
            <a:ext cx="50292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New</a:t>
            </a:r>
            <a:endParaRPr lang="en-US" sz="750" dirty="0"/>
          </a:p>
        </p:txBody>
      </p:sp>
      <p:sp>
        <p:nvSpPr>
          <p:cNvPr id="35" name="Text 27"/>
          <p:cNvSpPr txBox="1"/>
          <p:nvPr/>
        </p:nvSpPr>
        <p:spPr>
          <a:xfrm>
            <a:off x="2919496" y="2061725"/>
            <a:ext cx="2482047" cy="228600"/>
          </a:xfrm>
          <a:prstGeom prst="rect">
            <a:avLst/>
          </a:prstGeom>
          <a:noFill/>
          <a:ln/>
        </p:spPr>
        <p:txBody>
          <a:bodyPr wrap="square" lIns="0" tIns="0" rIns="0" bIns="0" rtlCol="0" anchor="t"/>
          <a:lstStyle/>
          <a:p>
            <a:pPr indent="0" marL="0">
              <a:buNone/>
            </a:pPr>
            <a:r>
              <a:rPr lang="en-US" sz="1000" b="1" dirty="0">
                <a:solidFill>
                  <a:srgbClr val="1E2A26"/>
                </a:solidFill>
                <a:latin typeface="Calibri" pitchFamily="34" charset="0"/>
                <a:ea typeface="Calibri" pitchFamily="34" charset="-122"/>
                <a:cs typeface="Calibri" pitchFamily="34" charset="-120"/>
              </a:rPr>
              <a:t>Selamat datang di GitHub</a:t>
            </a:r>
            <a:endParaRPr lang="en-US" sz="1000" dirty="0"/>
          </a:p>
        </p:txBody>
      </p:sp>
      <p:sp>
        <p:nvSpPr>
          <p:cNvPr id="36" name="Shape 28"/>
          <p:cNvSpPr/>
          <p:nvPr/>
        </p:nvSpPr>
        <p:spPr>
          <a:xfrm>
            <a:off x="2114824" y="2025149"/>
            <a:ext cx="557784" cy="256032"/>
          </a:xfrm>
          <a:prstGeom prst="roundRect">
            <a:avLst>
              <a:gd name="adj" fmla="val 17857"/>
            </a:avLst>
          </a:prstGeom>
          <a:solidFill>
            <a:srgbClr val="FFFFFF">
              <a:alpha val="0"/>
            </a:srgbClr>
          </a:solidFill>
          <a:ln w="31750">
            <a:solidFill>
              <a:srgbClr val="E53935"/>
            </a:solidFill>
            <a:prstDash val="solid"/>
          </a:ln>
        </p:spPr>
      </p:sp>
      <p:sp>
        <p:nvSpPr>
          <p:cNvPr id="37" name="Shape 29"/>
          <p:cNvSpPr/>
          <p:nvPr/>
        </p:nvSpPr>
        <p:spPr>
          <a:xfrm>
            <a:off x="2535448" y="1887989"/>
            <a:ext cx="274320" cy="274320"/>
          </a:xfrm>
          <a:prstGeom prst="ellipse">
            <a:avLst/>
          </a:prstGeom>
          <a:solidFill>
            <a:srgbClr val="E53935"/>
          </a:solidFill>
          <a:ln w="12700">
            <a:solidFill>
              <a:srgbClr val="FFFFFF"/>
            </a:solidFill>
            <a:prstDash val="solid"/>
          </a:ln>
        </p:spPr>
      </p:sp>
      <p:sp>
        <p:nvSpPr>
          <p:cNvPr id="38" name="Text 30"/>
          <p:cNvSpPr txBox="1"/>
          <p:nvPr/>
        </p:nvSpPr>
        <p:spPr>
          <a:xfrm>
            <a:off x="2535448" y="18879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39" name="Image 6" descr="preencoded.png">    </p:cNvPr>
          <p:cNvPicPr>
            <a:picLocks noChangeAspect="1"/>
          </p:cNvPicPr>
          <p:nvPr/>
        </p:nvPicPr>
        <p:blipFill>
          <a:blip r:embed="rId7"/>
          <a:stretch>
            <a:fillRect/>
          </a:stretch>
        </p:blipFill>
        <p:spPr>
          <a:xfrm>
            <a:off x="2418862" y="2163224"/>
            <a:ext cx="237744" cy="237744"/>
          </a:xfrm>
          <a:prstGeom prst="rect">
            <a:avLst/>
          </a:prstGeom>
        </p:spPr>
      </p:pic>
      <p:sp>
        <p:nvSpPr>
          <p:cNvPr id="40" name="Text 3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1" name="Text 3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tombol New</a:t>
            </a:r>
            <a:endParaRPr lang="en-US" sz="1800" dirty="0"/>
          </a:p>
        </p:txBody>
      </p:sp>
      <p:sp>
        <p:nvSpPr>
          <p:cNvPr id="42" name="Text 3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logo GitHub untuk ke beranda. Klik tombol hijau New di sebelah Top repositories.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Repository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36576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Create a new repository</a:t>
            </a:r>
            <a:endParaRPr lang="en-US" sz="1100" dirty="0"/>
          </a:p>
        </p:txBody>
      </p:sp>
      <p:sp>
        <p:nvSpPr>
          <p:cNvPr id="33" name="Text 25"/>
          <p:cNvSpPr txBox="1"/>
          <p:nvPr/>
        </p:nvSpPr>
        <p:spPr>
          <a:xfrm>
            <a:off x="724936" y="2354333"/>
            <a:ext cx="1828800" cy="146304"/>
          </a:xfrm>
          <a:prstGeom prst="rect">
            <a:avLst/>
          </a:prstGeom>
          <a:noFill/>
          <a:ln/>
        </p:spPr>
        <p:txBody>
          <a:bodyPr wrap="square" lIns="0" tIns="0" rIns="0" bIns="0" rtlCol="0" anchor="t"/>
          <a:lstStyle/>
          <a:p>
            <a:pPr indent="0" marL="0">
              <a:buNone/>
            </a:pPr>
            <a:r>
              <a:rPr lang="en-US" sz="700" b="1" dirty="0">
                <a:solidFill>
                  <a:srgbClr val="1E2A26"/>
                </a:solidFill>
                <a:latin typeface="Calibri" pitchFamily="34" charset="0"/>
                <a:ea typeface="Calibri" pitchFamily="34" charset="-122"/>
                <a:cs typeface="Calibri" pitchFamily="34" charset="-120"/>
              </a:rPr>
              <a:t>Repository name *</a:t>
            </a:r>
            <a:endParaRPr lang="en-US" sz="700" dirty="0"/>
          </a:p>
        </p:txBody>
      </p:sp>
      <p:sp>
        <p:nvSpPr>
          <p:cNvPr id="34" name="Shape 26"/>
          <p:cNvSpPr/>
          <p:nvPr/>
        </p:nvSpPr>
        <p:spPr>
          <a:xfrm>
            <a:off x="724936" y="2518925"/>
            <a:ext cx="2011680" cy="219456"/>
          </a:xfrm>
          <a:prstGeom prst="roundRect">
            <a:avLst>
              <a:gd name="adj" fmla="val 12500"/>
            </a:avLst>
          </a:prstGeom>
          <a:solidFill>
            <a:srgbClr val="FFFFFF"/>
          </a:solidFill>
          <a:ln w="12700">
            <a:solidFill>
              <a:srgbClr val="0969DA"/>
            </a:solidFill>
            <a:prstDash val="solid"/>
          </a:ln>
        </p:spPr>
      </p:sp>
      <p:sp>
        <p:nvSpPr>
          <p:cNvPr id="35" name="Text 27"/>
          <p:cNvSpPr txBox="1"/>
          <p:nvPr/>
        </p:nvSpPr>
        <p:spPr>
          <a:xfrm>
            <a:off x="779800" y="2518925"/>
            <a:ext cx="201168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website-santri-kel1</a:t>
            </a:r>
            <a:endParaRPr lang="en-US" sz="800" dirty="0"/>
          </a:p>
        </p:txBody>
      </p:sp>
      <p:sp>
        <p:nvSpPr>
          <p:cNvPr id="36" name="Text 28"/>
          <p:cNvSpPr txBox="1"/>
          <p:nvPr/>
        </p:nvSpPr>
        <p:spPr>
          <a:xfrm>
            <a:off x="724936" y="2811533"/>
            <a:ext cx="18288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Description (optional)</a:t>
            </a:r>
            <a:endParaRPr lang="en-US" sz="700" dirty="0"/>
          </a:p>
        </p:txBody>
      </p:sp>
      <p:sp>
        <p:nvSpPr>
          <p:cNvPr id="37" name="Shape 29"/>
          <p:cNvSpPr/>
          <p:nvPr/>
        </p:nvSpPr>
        <p:spPr>
          <a:xfrm>
            <a:off x="724936" y="2976125"/>
            <a:ext cx="3741286" cy="201168"/>
          </a:xfrm>
          <a:prstGeom prst="roundRect">
            <a:avLst>
              <a:gd name="adj" fmla="val 13636"/>
            </a:avLst>
          </a:prstGeom>
          <a:solidFill>
            <a:srgbClr val="FFFFFF"/>
          </a:solidFill>
          <a:ln w="9525">
            <a:solidFill>
              <a:srgbClr val="D0D7DE"/>
            </a:solidFill>
            <a:prstDash val="solid"/>
          </a:ln>
        </p:spPr>
      </p:sp>
      <p:sp>
        <p:nvSpPr>
          <p:cNvPr id="38" name="Text 30"/>
          <p:cNvSpPr txBox="1"/>
          <p:nvPr/>
        </p:nvSpPr>
        <p:spPr>
          <a:xfrm>
            <a:off x="779800" y="2976125"/>
            <a:ext cx="3741286"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Website santri Kelas 8A PP Wihdatul Ummah Poso</a:t>
            </a:r>
            <a:endParaRPr lang="en-US" sz="700" dirty="0"/>
          </a:p>
        </p:txBody>
      </p:sp>
      <p:sp>
        <p:nvSpPr>
          <p:cNvPr id="39" name="Text 31"/>
          <p:cNvSpPr txBox="1"/>
          <p:nvPr/>
        </p:nvSpPr>
        <p:spPr>
          <a:xfrm>
            <a:off x="724936" y="3268733"/>
            <a:ext cx="4676607"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 Public   Anyone on the internet can see this</a:t>
            </a:r>
            <a:endParaRPr lang="en-US" sz="700" dirty="0"/>
          </a:p>
        </p:txBody>
      </p:sp>
      <p:sp>
        <p:nvSpPr>
          <p:cNvPr id="40" name="Text 32"/>
          <p:cNvSpPr txBox="1"/>
          <p:nvPr/>
        </p:nvSpPr>
        <p:spPr>
          <a:xfrm>
            <a:off x="724936" y="3451613"/>
            <a:ext cx="4676607"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 Private  You choose who can see</a:t>
            </a:r>
            <a:endParaRPr lang="en-US" sz="700" dirty="0"/>
          </a:p>
        </p:txBody>
      </p:sp>
      <p:sp>
        <p:nvSpPr>
          <p:cNvPr id="41" name="Text 33"/>
          <p:cNvSpPr txBox="1"/>
          <p:nvPr/>
        </p:nvSpPr>
        <p:spPr>
          <a:xfrm>
            <a:off x="724936" y="3725933"/>
            <a:ext cx="237744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 Add a README file</a:t>
            </a:r>
            <a:endParaRPr lang="en-US" sz="750" dirty="0"/>
          </a:p>
        </p:txBody>
      </p:sp>
      <p:sp>
        <p:nvSpPr>
          <p:cNvPr id="42" name="Shape 34"/>
          <p:cNvSpPr/>
          <p:nvPr/>
        </p:nvSpPr>
        <p:spPr>
          <a:xfrm>
            <a:off x="4212824" y="3675344"/>
            <a:ext cx="1097280" cy="228600"/>
          </a:xfrm>
          <a:prstGeom prst="roundRect">
            <a:avLst>
              <a:gd name="adj" fmla="val 16000"/>
            </a:avLst>
          </a:prstGeom>
          <a:solidFill>
            <a:srgbClr val="1F883D"/>
          </a:solidFill>
          <a:ln w="12700">
            <a:solidFill>
              <a:srgbClr val="1F883D"/>
            </a:solidFill>
            <a:prstDash val="solid"/>
          </a:ln>
        </p:spPr>
      </p:sp>
      <p:sp>
        <p:nvSpPr>
          <p:cNvPr id="43" name="Text 35"/>
          <p:cNvSpPr txBox="1"/>
          <p:nvPr/>
        </p:nvSpPr>
        <p:spPr>
          <a:xfrm>
            <a:off x="4212824" y="3675344"/>
            <a:ext cx="1097280" cy="2286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Create repository</a:t>
            </a:r>
            <a:endParaRPr lang="en-US" sz="750" dirty="0"/>
          </a:p>
        </p:txBody>
      </p:sp>
      <p:sp>
        <p:nvSpPr>
          <p:cNvPr id="44" name="Shape 36"/>
          <p:cNvSpPr/>
          <p:nvPr/>
        </p:nvSpPr>
        <p:spPr>
          <a:xfrm>
            <a:off x="706648" y="2500637"/>
            <a:ext cx="2048256" cy="256032"/>
          </a:xfrm>
          <a:prstGeom prst="roundRect">
            <a:avLst>
              <a:gd name="adj" fmla="val 17857"/>
            </a:avLst>
          </a:prstGeom>
          <a:solidFill>
            <a:srgbClr val="FFFFFF">
              <a:alpha val="0"/>
            </a:srgbClr>
          </a:solidFill>
          <a:ln w="31750">
            <a:solidFill>
              <a:srgbClr val="E53935"/>
            </a:solidFill>
            <a:prstDash val="solid"/>
          </a:ln>
        </p:spPr>
      </p:sp>
      <p:sp>
        <p:nvSpPr>
          <p:cNvPr id="45" name="Shape 37"/>
          <p:cNvSpPr/>
          <p:nvPr/>
        </p:nvSpPr>
        <p:spPr>
          <a:xfrm>
            <a:off x="2617744" y="2363477"/>
            <a:ext cx="274320" cy="274320"/>
          </a:xfrm>
          <a:prstGeom prst="ellipse">
            <a:avLst/>
          </a:prstGeom>
          <a:solidFill>
            <a:srgbClr val="E53935"/>
          </a:solidFill>
          <a:ln w="12700">
            <a:solidFill>
              <a:srgbClr val="FFFFFF"/>
            </a:solidFill>
            <a:prstDash val="solid"/>
          </a:ln>
        </p:spPr>
      </p:sp>
      <p:sp>
        <p:nvSpPr>
          <p:cNvPr id="46" name="Text 38"/>
          <p:cNvSpPr txBox="1"/>
          <p:nvPr/>
        </p:nvSpPr>
        <p:spPr>
          <a:xfrm>
            <a:off x="2617744" y="23634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7" name="Image 6" descr="preencoded.png">    </p:cNvPr>
          <p:cNvPicPr>
            <a:picLocks noChangeAspect="1"/>
          </p:cNvPicPr>
          <p:nvPr/>
        </p:nvPicPr>
        <p:blipFill>
          <a:blip r:embed="rId7"/>
          <a:stretch>
            <a:fillRect/>
          </a:stretch>
        </p:blipFill>
        <p:spPr>
          <a:xfrm>
            <a:off x="1831360" y="2639626"/>
            <a:ext cx="237744" cy="237744"/>
          </a:xfrm>
          <a:prstGeom prst="rect">
            <a:avLst/>
          </a:prstGeom>
        </p:spPr>
      </p:pic>
      <p:sp>
        <p:nvSpPr>
          <p:cNvPr id="48" name="Shape 39"/>
          <p:cNvSpPr/>
          <p:nvPr/>
        </p:nvSpPr>
        <p:spPr>
          <a:xfrm>
            <a:off x="706648" y="2957837"/>
            <a:ext cx="3777862" cy="237744"/>
          </a:xfrm>
          <a:prstGeom prst="roundRect">
            <a:avLst>
              <a:gd name="adj" fmla="val 19231"/>
            </a:avLst>
          </a:prstGeom>
          <a:solidFill>
            <a:srgbClr val="FFFFFF">
              <a:alpha val="0"/>
            </a:srgbClr>
          </a:solidFill>
          <a:ln w="31750">
            <a:solidFill>
              <a:srgbClr val="E53935"/>
            </a:solidFill>
            <a:prstDash val="solid"/>
          </a:ln>
        </p:spPr>
      </p:sp>
      <p:sp>
        <p:nvSpPr>
          <p:cNvPr id="49" name="Shape 40"/>
          <p:cNvSpPr/>
          <p:nvPr/>
        </p:nvSpPr>
        <p:spPr>
          <a:xfrm>
            <a:off x="4347350" y="2820677"/>
            <a:ext cx="274320" cy="274320"/>
          </a:xfrm>
          <a:prstGeom prst="ellipse">
            <a:avLst/>
          </a:prstGeom>
          <a:solidFill>
            <a:srgbClr val="E53935"/>
          </a:solidFill>
          <a:ln w="12700">
            <a:solidFill>
              <a:srgbClr val="FFFFFF"/>
            </a:solidFill>
            <a:prstDash val="solid"/>
          </a:ln>
        </p:spPr>
      </p:sp>
      <p:sp>
        <p:nvSpPr>
          <p:cNvPr id="50" name="Text 41"/>
          <p:cNvSpPr txBox="1"/>
          <p:nvPr/>
        </p:nvSpPr>
        <p:spPr>
          <a:xfrm>
            <a:off x="4347350" y="28206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1" name="Image 7" descr="preencoded.png">    </p:cNvPr>
          <p:cNvPicPr>
            <a:picLocks noChangeAspect="1"/>
          </p:cNvPicPr>
          <p:nvPr/>
        </p:nvPicPr>
        <p:blipFill>
          <a:blip r:embed="rId8"/>
          <a:stretch>
            <a:fillRect/>
          </a:stretch>
        </p:blipFill>
        <p:spPr>
          <a:xfrm>
            <a:off x="2782644" y="3086768"/>
            <a:ext cx="237744" cy="237744"/>
          </a:xfrm>
          <a:prstGeom prst="rect">
            <a:avLst/>
          </a:prstGeom>
        </p:spPr>
      </p:pic>
      <p:sp>
        <p:nvSpPr>
          <p:cNvPr id="52"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3"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nama repository dan deskripsi</a:t>
            </a:r>
            <a:endParaRPr lang="en-US" sz="1800" dirty="0"/>
          </a:p>
        </p:txBody>
      </p:sp>
      <p:sp>
        <p:nvSpPr>
          <p:cNvPr id="54"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Repository name: website-santri-kel1 (huruf kecil, pakai tanda hubung). Description: Website santri Kelas 8A PP Wihdatul Ummah.</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Repository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36576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Create a new repository</a:t>
            </a:r>
            <a:endParaRPr lang="en-US" sz="1100" dirty="0"/>
          </a:p>
        </p:txBody>
      </p:sp>
      <p:sp>
        <p:nvSpPr>
          <p:cNvPr id="33" name="Text 25"/>
          <p:cNvSpPr txBox="1"/>
          <p:nvPr/>
        </p:nvSpPr>
        <p:spPr>
          <a:xfrm>
            <a:off x="724936" y="2354333"/>
            <a:ext cx="1828800" cy="146304"/>
          </a:xfrm>
          <a:prstGeom prst="rect">
            <a:avLst/>
          </a:prstGeom>
          <a:noFill/>
          <a:ln/>
        </p:spPr>
        <p:txBody>
          <a:bodyPr wrap="square" lIns="0" tIns="0" rIns="0" bIns="0" rtlCol="0" anchor="t"/>
          <a:lstStyle/>
          <a:p>
            <a:pPr indent="0" marL="0">
              <a:buNone/>
            </a:pPr>
            <a:r>
              <a:rPr lang="en-US" sz="700" b="1" dirty="0">
                <a:solidFill>
                  <a:srgbClr val="1E2A26"/>
                </a:solidFill>
                <a:latin typeface="Calibri" pitchFamily="34" charset="0"/>
                <a:ea typeface="Calibri" pitchFamily="34" charset="-122"/>
                <a:cs typeface="Calibri" pitchFamily="34" charset="-120"/>
              </a:rPr>
              <a:t>Repository name *</a:t>
            </a:r>
            <a:endParaRPr lang="en-US" sz="700" dirty="0"/>
          </a:p>
        </p:txBody>
      </p:sp>
      <p:sp>
        <p:nvSpPr>
          <p:cNvPr id="34" name="Shape 26"/>
          <p:cNvSpPr/>
          <p:nvPr/>
        </p:nvSpPr>
        <p:spPr>
          <a:xfrm>
            <a:off x="724936" y="2518925"/>
            <a:ext cx="2011680" cy="219456"/>
          </a:xfrm>
          <a:prstGeom prst="roundRect">
            <a:avLst>
              <a:gd name="adj" fmla="val 12500"/>
            </a:avLst>
          </a:prstGeom>
          <a:solidFill>
            <a:srgbClr val="FFFFFF"/>
          </a:solidFill>
          <a:ln w="12700">
            <a:solidFill>
              <a:srgbClr val="0969DA"/>
            </a:solidFill>
            <a:prstDash val="solid"/>
          </a:ln>
        </p:spPr>
      </p:sp>
      <p:sp>
        <p:nvSpPr>
          <p:cNvPr id="35" name="Text 27"/>
          <p:cNvSpPr txBox="1"/>
          <p:nvPr/>
        </p:nvSpPr>
        <p:spPr>
          <a:xfrm>
            <a:off x="779800" y="2518925"/>
            <a:ext cx="201168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website-santri-kel1</a:t>
            </a:r>
            <a:endParaRPr lang="en-US" sz="800" dirty="0"/>
          </a:p>
        </p:txBody>
      </p:sp>
      <p:sp>
        <p:nvSpPr>
          <p:cNvPr id="36" name="Text 28"/>
          <p:cNvSpPr txBox="1"/>
          <p:nvPr/>
        </p:nvSpPr>
        <p:spPr>
          <a:xfrm>
            <a:off x="724936" y="2811533"/>
            <a:ext cx="18288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Description (optional)</a:t>
            </a:r>
            <a:endParaRPr lang="en-US" sz="700" dirty="0"/>
          </a:p>
        </p:txBody>
      </p:sp>
      <p:sp>
        <p:nvSpPr>
          <p:cNvPr id="37" name="Shape 29"/>
          <p:cNvSpPr/>
          <p:nvPr/>
        </p:nvSpPr>
        <p:spPr>
          <a:xfrm>
            <a:off x="724936" y="2976125"/>
            <a:ext cx="3741286" cy="201168"/>
          </a:xfrm>
          <a:prstGeom prst="roundRect">
            <a:avLst>
              <a:gd name="adj" fmla="val 13636"/>
            </a:avLst>
          </a:prstGeom>
          <a:solidFill>
            <a:srgbClr val="FFFFFF"/>
          </a:solidFill>
          <a:ln w="9525">
            <a:solidFill>
              <a:srgbClr val="D0D7DE"/>
            </a:solidFill>
            <a:prstDash val="solid"/>
          </a:ln>
        </p:spPr>
      </p:sp>
      <p:sp>
        <p:nvSpPr>
          <p:cNvPr id="38" name="Text 30"/>
          <p:cNvSpPr txBox="1"/>
          <p:nvPr/>
        </p:nvSpPr>
        <p:spPr>
          <a:xfrm>
            <a:off x="779800" y="2976125"/>
            <a:ext cx="3741286"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Website santri Kelas 8A PP Wihdatul Ummah Poso</a:t>
            </a:r>
            <a:endParaRPr lang="en-US" sz="700" dirty="0"/>
          </a:p>
        </p:txBody>
      </p:sp>
      <p:sp>
        <p:nvSpPr>
          <p:cNvPr id="39" name="Text 31"/>
          <p:cNvSpPr txBox="1"/>
          <p:nvPr/>
        </p:nvSpPr>
        <p:spPr>
          <a:xfrm>
            <a:off x="724936" y="3268733"/>
            <a:ext cx="4676607"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 Public   Anyone on the internet can see this</a:t>
            </a:r>
            <a:endParaRPr lang="en-US" sz="700" dirty="0"/>
          </a:p>
        </p:txBody>
      </p:sp>
      <p:sp>
        <p:nvSpPr>
          <p:cNvPr id="40" name="Text 32"/>
          <p:cNvSpPr txBox="1"/>
          <p:nvPr/>
        </p:nvSpPr>
        <p:spPr>
          <a:xfrm>
            <a:off x="724936" y="3451613"/>
            <a:ext cx="4676607"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 Private  You choose who can see</a:t>
            </a:r>
            <a:endParaRPr lang="en-US" sz="700" dirty="0"/>
          </a:p>
        </p:txBody>
      </p:sp>
      <p:sp>
        <p:nvSpPr>
          <p:cNvPr id="41" name="Text 33"/>
          <p:cNvSpPr txBox="1"/>
          <p:nvPr/>
        </p:nvSpPr>
        <p:spPr>
          <a:xfrm>
            <a:off x="724936" y="3725933"/>
            <a:ext cx="237744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 Add a README file</a:t>
            </a:r>
            <a:endParaRPr lang="en-US" sz="750" dirty="0"/>
          </a:p>
        </p:txBody>
      </p:sp>
      <p:sp>
        <p:nvSpPr>
          <p:cNvPr id="42" name="Shape 34"/>
          <p:cNvSpPr/>
          <p:nvPr/>
        </p:nvSpPr>
        <p:spPr>
          <a:xfrm>
            <a:off x="4212824" y="3675344"/>
            <a:ext cx="1097280" cy="228600"/>
          </a:xfrm>
          <a:prstGeom prst="roundRect">
            <a:avLst>
              <a:gd name="adj" fmla="val 16000"/>
            </a:avLst>
          </a:prstGeom>
          <a:solidFill>
            <a:srgbClr val="1F883D"/>
          </a:solidFill>
          <a:ln w="12700">
            <a:solidFill>
              <a:srgbClr val="1F883D"/>
            </a:solidFill>
            <a:prstDash val="solid"/>
          </a:ln>
        </p:spPr>
      </p:sp>
      <p:sp>
        <p:nvSpPr>
          <p:cNvPr id="43" name="Text 35"/>
          <p:cNvSpPr txBox="1"/>
          <p:nvPr/>
        </p:nvSpPr>
        <p:spPr>
          <a:xfrm>
            <a:off x="4212824" y="3675344"/>
            <a:ext cx="1097280" cy="2286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Create repository</a:t>
            </a:r>
            <a:endParaRPr lang="en-US" sz="750" dirty="0"/>
          </a:p>
        </p:txBody>
      </p:sp>
      <p:sp>
        <p:nvSpPr>
          <p:cNvPr id="44" name="Shape 36"/>
          <p:cNvSpPr/>
          <p:nvPr/>
        </p:nvSpPr>
        <p:spPr>
          <a:xfrm>
            <a:off x="706648" y="3250445"/>
            <a:ext cx="2414016" cy="420624"/>
          </a:xfrm>
          <a:prstGeom prst="roundRect">
            <a:avLst>
              <a:gd name="adj" fmla="val 10870"/>
            </a:avLst>
          </a:prstGeom>
          <a:solidFill>
            <a:srgbClr val="FFFFFF">
              <a:alpha val="0"/>
            </a:srgbClr>
          </a:solidFill>
          <a:ln w="31750">
            <a:solidFill>
              <a:srgbClr val="E53935"/>
            </a:solidFill>
            <a:prstDash val="solid"/>
          </a:ln>
        </p:spPr>
      </p:sp>
      <p:sp>
        <p:nvSpPr>
          <p:cNvPr id="45" name="Shape 37"/>
          <p:cNvSpPr/>
          <p:nvPr/>
        </p:nvSpPr>
        <p:spPr>
          <a:xfrm>
            <a:off x="2983504" y="3113285"/>
            <a:ext cx="274320" cy="274320"/>
          </a:xfrm>
          <a:prstGeom prst="ellipse">
            <a:avLst/>
          </a:prstGeom>
          <a:solidFill>
            <a:srgbClr val="E53935"/>
          </a:solidFill>
          <a:ln w="12700">
            <a:solidFill>
              <a:srgbClr val="FFFFFF"/>
            </a:solidFill>
            <a:prstDash val="solid"/>
          </a:ln>
        </p:spPr>
      </p:sp>
      <p:sp>
        <p:nvSpPr>
          <p:cNvPr id="46" name="Text 38"/>
          <p:cNvSpPr txBox="1"/>
          <p:nvPr/>
        </p:nvSpPr>
        <p:spPr>
          <a:xfrm>
            <a:off x="2983504" y="31132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7" name="Image 6" descr="preencoded.png">    </p:cNvPr>
          <p:cNvPicPr>
            <a:picLocks noChangeAspect="1"/>
          </p:cNvPicPr>
          <p:nvPr/>
        </p:nvPicPr>
        <p:blipFill>
          <a:blip r:embed="rId7"/>
          <a:stretch>
            <a:fillRect/>
          </a:stretch>
        </p:blipFill>
        <p:spPr>
          <a:xfrm>
            <a:off x="2032528" y="3479960"/>
            <a:ext cx="237744" cy="237744"/>
          </a:xfrm>
          <a:prstGeom prst="rect">
            <a:avLst/>
          </a:prstGeom>
        </p:spPr>
      </p:pic>
      <p:sp>
        <p:nvSpPr>
          <p:cNvPr id="48" name="Shape 39"/>
          <p:cNvSpPr/>
          <p:nvPr/>
        </p:nvSpPr>
        <p:spPr>
          <a:xfrm>
            <a:off x="706648" y="3707645"/>
            <a:ext cx="2414016" cy="219456"/>
          </a:xfrm>
          <a:prstGeom prst="roundRect">
            <a:avLst>
              <a:gd name="adj" fmla="val 20833"/>
            </a:avLst>
          </a:prstGeom>
          <a:solidFill>
            <a:srgbClr val="FFFFFF">
              <a:alpha val="0"/>
            </a:srgbClr>
          </a:solidFill>
          <a:ln w="31750">
            <a:solidFill>
              <a:srgbClr val="E53935"/>
            </a:solidFill>
            <a:prstDash val="solid"/>
          </a:ln>
        </p:spPr>
      </p:sp>
      <p:sp>
        <p:nvSpPr>
          <p:cNvPr id="49" name="Shape 40"/>
          <p:cNvSpPr/>
          <p:nvPr/>
        </p:nvSpPr>
        <p:spPr>
          <a:xfrm>
            <a:off x="2983504" y="3570485"/>
            <a:ext cx="274320" cy="274320"/>
          </a:xfrm>
          <a:prstGeom prst="ellipse">
            <a:avLst/>
          </a:prstGeom>
          <a:solidFill>
            <a:srgbClr val="E53935"/>
          </a:solidFill>
          <a:ln w="12700">
            <a:solidFill>
              <a:srgbClr val="FFFFFF"/>
            </a:solidFill>
            <a:prstDash val="solid"/>
          </a:ln>
        </p:spPr>
      </p:sp>
      <p:sp>
        <p:nvSpPr>
          <p:cNvPr id="50" name="Text 41"/>
          <p:cNvSpPr txBox="1"/>
          <p:nvPr/>
        </p:nvSpPr>
        <p:spPr>
          <a:xfrm>
            <a:off x="2983504" y="35704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1" name="Image 7" descr="preencoded.png">    </p:cNvPr>
          <p:cNvPicPr>
            <a:picLocks noChangeAspect="1"/>
          </p:cNvPicPr>
          <p:nvPr/>
        </p:nvPicPr>
        <p:blipFill>
          <a:blip r:embed="rId8"/>
          <a:stretch>
            <a:fillRect/>
          </a:stretch>
        </p:blipFill>
        <p:spPr>
          <a:xfrm>
            <a:off x="2032528" y="3826517"/>
            <a:ext cx="237744" cy="237744"/>
          </a:xfrm>
          <a:prstGeom prst="rect">
            <a:avLst/>
          </a:prstGeom>
        </p:spPr>
      </p:pic>
      <p:sp>
        <p:nvSpPr>
          <p:cNvPr id="52" name="Shape 42"/>
          <p:cNvSpPr/>
          <p:nvPr/>
        </p:nvSpPr>
        <p:spPr>
          <a:xfrm>
            <a:off x="4194536" y="3657056"/>
            <a:ext cx="1133856" cy="265176"/>
          </a:xfrm>
          <a:prstGeom prst="roundRect">
            <a:avLst>
              <a:gd name="adj" fmla="val 17241"/>
            </a:avLst>
          </a:prstGeom>
          <a:solidFill>
            <a:srgbClr val="FFFFFF">
              <a:alpha val="0"/>
            </a:srgbClr>
          </a:solidFill>
          <a:ln w="31750">
            <a:solidFill>
              <a:srgbClr val="E53935"/>
            </a:solidFill>
            <a:prstDash val="solid"/>
          </a:ln>
        </p:spPr>
      </p:sp>
      <p:sp>
        <p:nvSpPr>
          <p:cNvPr id="53" name="Shape 43"/>
          <p:cNvSpPr/>
          <p:nvPr/>
        </p:nvSpPr>
        <p:spPr>
          <a:xfrm>
            <a:off x="5191232" y="3519896"/>
            <a:ext cx="274320" cy="274320"/>
          </a:xfrm>
          <a:prstGeom prst="ellipse">
            <a:avLst/>
          </a:prstGeom>
          <a:solidFill>
            <a:srgbClr val="E53935"/>
          </a:solidFill>
          <a:ln w="12700">
            <a:solidFill>
              <a:srgbClr val="FFFFFF"/>
            </a:solidFill>
            <a:prstDash val="solid"/>
          </a:ln>
        </p:spPr>
      </p:sp>
      <p:sp>
        <p:nvSpPr>
          <p:cNvPr id="54" name="Text 44"/>
          <p:cNvSpPr txBox="1"/>
          <p:nvPr/>
        </p:nvSpPr>
        <p:spPr>
          <a:xfrm>
            <a:off x="5191232" y="35198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55" name="Image 8" descr="preencoded.png">    </p:cNvPr>
          <p:cNvPicPr>
            <a:picLocks noChangeAspect="1"/>
          </p:cNvPicPr>
          <p:nvPr/>
        </p:nvPicPr>
        <p:blipFill>
          <a:blip r:embed="rId9"/>
          <a:stretch>
            <a:fillRect/>
          </a:stretch>
        </p:blipFill>
        <p:spPr>
          <a:xfrm>
            <a:off x="4816328" y="3801074"/>
            <a:ext cx="237744" cy="237744"/>
          </a:xfrm>
          <a:prstGeom prst="rect">
            <a:avLst/>
          </a:prstGeom>
        </p:spPr>
      </p:pic>
      <p:sp>
        <p:nvSpPr>
          <p:cNvPr id="56" name="Text 4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7" name="Text 4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Public, centang Add a README, Create</a:t>
            </a:r>
            <a:endParaRPr lang="en-US" sz="1800" dirty="0"/>
          </a:p>
        </p:txBody>
      </p:sp>
      <p:sp>
        <p:nvSpPr>
          <p:cNvPr id="58" name="Text 4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Public (diperlukan untuk hosting gratis di Modul 10). Centang Add a README file. Klik Create repository.</a:t>
            </a:r>
            <a:endParaRPr lang="en-US" sz="1300" dirty="0"/>
          </a:p>
        </p:txBody>
      </p:sp>
      <p:sp>
        <p:nvSpPr>
          <p:cNvPr id="59" name="Shape 4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0" name="Image 9" descr="preencoded.png">    </p:cNvPr>
          <p:cNvPicPr>
            <a:picLocks noChangeAspect="1"/>
          </p:cNvPicPr>
          <p:nvPr/>
        </p:nvPicPr>
        <p:blipFill>
          <a:blip r:embed="rId10"/>
          <a:stretch>
            <a:fillRect/>
          </a:stretch>
        </p:blipFill>
        <p:spPr>
          <a:xfrm>
            <a:off x="6108192" y="3721608"/>
            <a:ext cx="201168" cy="201168"/>
          </a:xfrm>
          <a:prstGeom prst="rect">
            <a:avLst/>
          </a:prstGeom>
        </p:spPr>
      </p:pic>
      <p:sp>
        <p:nvSpPr>
          <p:cNvPr id="61" name="Text 4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Public artinya siapa saja bisa melihat isi repo. Pastikan tidak ada data pribadi.</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Repository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06861"/>
            <a:ext cx="658368" cy="182880"/>
          </a:xfrm>
          <a:prstGeom prst="rect">
            <a:avLst/>
          </a:prstGeom>
          <a:noFill/>
          <a:ln/>
        </p:spPr>
        <p:txBody>
          <a:bodyPr wrap="square" lIns="0" tIns="0" rIns="0" bIns="0" rtlCol="0" anchor="ctr"/>
          <a:lstStyle/>
          <a:p>
            <a:pPr indent="0" marL="0">
              <a:buNone/>
            </a:pPr>
            <a:r>
              <a:rPr lang="en-US" sz="650" b="1" dirty="0">
                <a:solidFill>
                  <a:srgbClr val="1E2A26"/>
                </a:solidFill>
                <a:latin typeface="Calibri" pitchFamily="34" charset="0"/>
                <a:ea typeface="Calibri" pitchFamily="34" charset="-122"/>
                <a:cs typeface="Calibri" pitchFamily="34" charset="-120"/>
              </a:rPr>
              <a:t>&lt;&gt; Code</a:t>
            </a:r>
            <a:endParaRPr lang="en-US" sz="650" dirty="0"/>
          </a:p>
        </p:txBody>
      </p:sp>
      <p:sp>
        <p:nvSpPr>
          <p:cNvPr id="33" name="Text 25"/>
          <p:cNvSpPr txBox="1"/>
          <p:nvPr/>
        </p:nvSpPr>
        <p:spPr>
          <a:xfrm>
            <a:off x="14107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Issues</a:t>
            </a:r>
            <a:endParaRPr lang="en-US" sz="650" dirty="0"/>
          </a:p>
        </p:txBody>
      </p:sp>
      <p:sp>
        <p:nvSpPr>
          <p:cNvPr id="34" name="Text 26"/>
          <p:cNvSpPr txBox="1"/>
          <p:nvPr/>
        </p:nvSpPr>
        <p:spPr>
          <a:xfrm>
            <a:off x="20965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Pull requests</a:t>
            </a:r>
            <a:endParaRPr lang="en-US" sz="650" dirty="0"/>
          </a:p>
        </p:txBody>
      </p:sp>
      <p:sp>
        <p:nvSpPr>
          <p:cNvPr id="35" name="Text 27"/>
          <p:cNvSpPr txBox="1"/>
          <p:nvPr/>
        </p:nvSpPr>
        <p:spPr>
          <a:xfrm>
            <a:off x="27823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Actions</a:t>
            </a:r>
            <a:endParaRPr lang="en-US" sz="650" dirty="0"/>
          </a:p>
        </p:txBody>
      </p:sp>
      <p:sp>
        <p:nvSpPr>
          <p:cNvPr id="36" name="Text 28"/>
          <p:cNvSpPr txBox="1"/>
          <p:nvPr/>
        </p:nvSpPr>
        <p:spPr>
          <a:xfrm>
            <a:off x="34681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Settings</a:t>
            </a:r>
            <a:endParaRPr lang="en-US" sz="650" dirty="0"/>
          </a:p>
        </p:txBody>
      </p:sp>
      <p:sp>
        <p:nvSpPr>
          <p:cNvPr id="37" name="Shape 29"/>
          <p:cNvSpPr/>
          <p:nvPr/>
        </p:nvSpPr>
        <p:spPr>
          <a:xfrm>
            <a:off x="587776" y="2208029"/>
            <a:ext cx="4950927" cy="0"/>
          </a:xfrm>
          <a:prstGeom prst="line">
            <a:avLst/>
          </a:prstGeom>
          <a:noFill/>
          <a:ln w="6350">
            <a:solidFill>
              <a:srgbClr val="D0D7DE"/>
            </a:solidFill>
            <a:prstDash val="solid"/>
          </a:ln>
        </p:spPr>
      </p:sp>
      <p:sp>
        <p:nvSpPr>
          <p:cNvPr id="38" name="Shape 30"/>
          <p:cNvSpPr/>
          <p:nvPr/>
        </p:nvSpPr>
        <p:spPr>
          <a:xfrm>
            <a:off x="3984224" y="2281181"/>
            <a:ext cx="685800" cy="201168"/>
          </a:xfrm>
          <a:prstGeom prst="roundRect">
            <a:avLst>
              <a:gd name="adj" fmla="val 18182"/>
            </a:avLst>
          </a:prstGeom>
          <a:solidFill>
            <a:srgbClr val="F6F8FA"/>
          </a:solidFill>
          <a:ln w="9525">
            <a:solidFill>
              <a:srgbClr val="D0D7DE"/>
            </a:solidFill>
            <a:prstDash val="solid"/>
          </a:ln>
        </p:spPr>
      </p:sp>
      <p:sp>
        <p:nvSpPr>
          <p:cNvPr id="39" name="Text 31"/>
          <p:cNvSpPr txBox="1"/>
          <p:nvPr/>
        </p:nvSpPr>
        <p:spPr>
          <a:xfrm>
            <a:off x="3984224" y="2281181"/>
            <a:ext cx="6858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Add file ▾</a:t>
            </a:r>
            <a:endParaRPr lang="en-US" sz="700" dirty="0"/>
          </a:p>
        </p:txBody>
      </p:sp>
      <p:sp>
        <p:nvSpPr>
          <p:cNvPr id="40" name="Shape 32"/>
          <p:cNvSpPr/>
          <p:nvPr/>
        </p:nvSpPr>
        <p:spPr>
          <a:xfrm>
            <a:off x="4715744" y="2281181"/>
            <a:ext cx="640080" cy="201168"/>
          </a:xfrm>
          <a:prstGeom prst="roundRect">
            <a:avLst>
              <a:gd name="adj" fmla="val 18182"/>
            </a:avLst>
          </a:prstGeom>
          <a:solidFill>
            <a:srgbClr val="1F883D"/>
          </a:solidFill>
          <a:ln w="12700">
            <a:solidFill>
              <a:srgbClr val="1F883D"/>
            </a:solidFill>
            <a:prstDash val="solid"/>
          </a:ln>
        </p:spPr>
      </p:sp>
      <p:sp>
        <p:nvSpPr>
          <p:cNvPr id="41" name="Text 33"/>
          <p:cNvSpPr txBox="1"/>
          <p:nvPr/>
        </p:nvSpPr>
        <p:spPr>
          <a:xfrm>
            <a:off x="4715744" y="2281181"/>
            <a:ext cx="64008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&lt;&gt; Code ▾</a:t>
            </a:r>
            <a:endParaRPr lang="en-US" sz="700" dirty="0"/>
          </a:p>
        </p:txBody>
      </p:sp>
      <p:sp>
        <p:nvSpPr>
          <p:cNvPr id="42" name="Shape 34"/>
          <p:cNvSpPr/>
          <p:nvPr/>
        </p:nvSpPr>
        <p:spPr>
          <a:xfrm>
            <a:off x="724936" y="2537213"/>
            <a:ext cx="4676607" cy="219456"/>
          </a:xfrm>
          <a:prstGeom prst="rect">
            <a:avLst/>
          </a:prstGeom>
          <a:solidFill>
            <a:srgbClr val="F6F8FA"/>
          </a:solidFill>
          <a:ln w="6350">
            <a:solidFill>
              <a:srgbClr val="D0D7DE"/>
            </a:solidFill>
            <a:prstDash val="solid"/>
          </a:ln>
        </p:spPr>
      </p:sp>
      <p:sp>
        <p:nvSpPr>
          <p:cNvPr id="43" name="Text 35"/>
          <p:cNvSpPr txBox="1"/>
          <p:nvPr/>
        </p:nvSpPr>
        <p:spPr>
          <a:xfrm>
            <a:off x="798088" y="2537213"/>
            <a:ext cx="3273625"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santri-wu  Initial commit</a:t>
            </a:r>
            <a:endParaRPr lang="en-US" sz="650" dirty="0"/>
          </a:p>
        </p:txBody>
      </p:sp>
      <p:sp>
        <p:nvSpPr>
          <p:cNvPr id="44" name="Text 36"/>
          <p:cNvSpPr txBox="1"/>
          <p:nvPr/>
        </p:nvSpPr>
        <p:spPr>
          <a:xfrm>
            <a:off x="4578584" y="2537213"/>
            <a:ext cx="777240" cy="219456"/>
          </a:xfrm>
          <a:prstGeom prst="rect">
            <a:avLst/>
          </a:prstGeom>
          <a:noFill/>
          <a:ln/>
        </p:spPr>
        <p:txBody>
          <a:bodyPr wrap="square" lIns="0" tIns="0" rIns="0" bIns="0" rtlCol="0" anchor="ctr"/>
          <a:lstStyle/>
          <a:p>
            <a:pPr algn="r" indent="0" marL="0">
              <a:buNone/>
            </a:pPr>
            <a:r>
              <a:rPr lang="en-US" sz="650" dirty="0">
                <a:solidFill>
                  <a:srgbClr val="1E2A26"/>
                </a:solidFill>
                <a:latin typeface="Calibri" pitchFamily="34" charset="0"/>
                <a:ea typeface="Calibri" pitchFamily="34" charset="-122"/>
                <a:cs typeface="Calibri" pitchFamily="34" charset="-120"/>
              </a:rPr>
              <a:t>⟲ 1 Commits</a:t>
            </a:r>
            <a:endParaRPr lang="en-US" sz="650" dirty="0"/>
          </a:p>
        </p:txBody>
      </p:sp>
      <p:sp>
        <p:nvSpPr>
          <p:cNvPr id="45" name="Shape 37"/>
          <p:cNvSpPr/>
          <p:nvPr/>
        </p:nvSpPr>
        <p:spPr>
          <a:xfrm>
            <a:off x="724936" y="2756669"/>
            <a:ext cx="4676607" cy="201168"/>
          </a:xfrm>
          <a:prstGeom prst="rect">
            <a:avLst/>
          </a:prstGeom>
          <a:solidFill>
            <a:srgbClr val="FFFFFF"/>
          </a:solidFill>
          <a:ln w="6350">
            <a:solidFill>
              <a:srgbClr val="D0D7DE"/>
            </a:solidFill>
            <a:prstDash val="solid"/>
          </a:ln>
        </p:spPr>
      </p:sp>
      <p:pic>
        <p:nvPicPr>
          <p:cNvPr id="46" name="Image 6" descr="preencoded.png">    </p:cNvPr>
          <p:cNvPicPr>
            <a:picLocks noChangeAspect="1"/>
          </p:cNvPicPr>
          <p:nvPr/>
        </p:nvPicPr>
        <p:blipFill>
          <a:blip r:embed="rId7"/>
          <a:stretch>
            <a:fillRect/>
          </a:stretch>
        </p:blipFill>
        <p:spPr>
          <a:xfrm>
            <a:off x="798088" y="2793245"/>
            <a:ext cx="118872" cy="118872"/>
          </a:xfrm>
          <a:prstGeom prst="rect">
            <a:avLst/>
          </a:prstGeom>
        </p:spPr>
      </p:pic>
      <p:sp>
        <p:nvSpPr>
          <p:cNvPr id="47" name="Text 38"/>
          <p:cNvSpPr txBox="1"/>
          <p:nvPr/>
        </p:nvSpPr>
        <p:spPr>
          <a:xfrm>
            <a:off x="980968" y="2756669"/>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README.md</a:t>
            </a:r>
            <a:endParaRPr lang="en-US" sz="700" dirty="0"/>
          </a:p>
        </p:txBody>
      </p:sp>
      <p:sp>
        <p:nvSpPr>
          <p:cNvPr id="48" name="Text 39"/>
          <p:cNvSpPr txBox="1"/>
          <p:nvPr/>
        </p:nvSpPr>
        <p:spPr>
          <a:xfrm>
            <a:off x="2462296" y="2756669"/>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Initial commit</a:t>
            </a:r>
            <a:endParaRPr lang="en-US" sz="650" dirty="0"/>
          </a:p>
        </p:txBody>
      </p:sp>
      <p:sp>
        <p:nvSpPr>
          <p:cNvPr id="49" name="Shape 40"/>
          <p:cNvSpPr/>
          <p:nvPr/>
        </p:nvSpPr>
        <p:spPr>
          <a:xfrm>
            <a:off x="724936" y="3012701"/>
            <a:ext cx="4676607" cy="936963"/>
          </a:xfrm>
          <a:prstGeom prst="rect">
            <a:avLst/>
          </a:prstGeom>
          <a:solidFill>
            <a:srgbClr val="FFFFFF"/>
          </a:solidFill>
          <a:ln w="6350">
            <a:solidFill>
              <a:srgbClr val="D0D7DE"/>
            </a:solidFill>
            <a:prstDash val="solid"/>
          </a:ln>
        </p:spPr>
      </p:sp>
      <p:sp>
        <p:nvSpPr>
          <p:cNvPr id="50" name="Text 41"/>
          <p:cNvSpPr txBox="1"/>
          <p:nvPr/>
        </p:nvSpPr>
        <p:spPr>
          <a:xfrm>
            <a:off x="798088" y="3030989"/>
            <a:ext cx="9144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README</a:t>
            </a:r>
            <a:endParaRPr lang="en-US" sz="650" dirty="0"/>
          </a:p>
        </p:txBody>
      </p:sp>
      <p:sp>
        <p:nvSpPr>
          <p:cNvPr id="51" name="Text 42"/>
          <p:cNvSpPr txBox="1"/>
          <p:nvPr/>
        </p:nvSpPr>
        <p:spPr>
          <a:xfrm>
            <a:off x="816376" y="3195581"/>
            <a:ext cx="4493727" cy="735795"/>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website-santri-kel1</a:t>
            </a:r>
            <a:endParaRPr lang="en-US" sz="700" dirty="0"/>
          </a:p>
          <a:p>
            <a:pPr indent="0" marL="0">
              <a:buNone/>
            </a:pPr>
            <a:r>
              <a:rPr lang="en-US" sz="700" dirty="0">
                <a:solidFill>
                  <a:srgbClr val="1E2A26"/>
                </a:solidFill>
                <a:latin typeface="Arial" pitchFamily="34" charset="0"/>
                <a:ea typeface="Arial" pitchFamily="34" charset="-122"/>
                <a:cs typeface="Arial" pitchFamily="34" charset="-120"/>
              </a:rPr>
              <a:t>Website santri Kelas 8A PP Wihdatul Ummah Poso</a:t>
            </a:r>
            <a:endParaRPr lang="en-US" sz="700" dirty="0"/>
          </a:p>
        </p:txBody>
      </p:sp>
      <p:sp>
        <p:nvSpPr>
          <p:cNvPr id="52" name="Shape 43"/>
          <p:cNvSpPr/>
          <p:nvPr/>
        </p:nvSpPr>
        <p:spPr>
          <a:xfrm>
            <a:off x="706648" y="2738381"/>
            <a:ext cx="4713183" cy="237744"/>
          </a:xfrm>
          <a:prstGeom prst="roundRect">
            <a:avLst>
              <a:gd name="adj" fmla="val 19231"/>
            </a:avLst>
          </a:prstGeom>
          <a:solidFill>
            <a:srgbClr val="FFFFFF">
              <a:alpha val="0"/>
            </a:srgbClr>
          </a:solidFill>
          <a:ln w="31750">
            <a:solidFill>
              <a:srgbClr val="E53935"/>
            </a:solidFill>
            <a:prstDash val="solid"/>
          </a:ln>
        </p:spPr>
      </p:sp>
      <p:sp>
        <p:nvSpPr>
          <p:cNvPr id="53" name="Shape 44"/>
          <p:cNvSpPr/>
          <p:nvPr/>
        </p:nvSpPr>
        <p:spPr>
          <a:xfrm>
            <a:off x="5282672" y="2601221"/>
            <a:ext cx="274320" cy="274320"/>
          </a:xfrm>
          <a:prstGeom prst="ellipse">
            <a:avLst/>
          </a:prstGeom>
          <a:solidFill>
            <a:srgbClr val="E53935"/>
          </a:solidFill>
          <a:ln w="12700">
            <a:solidFill>
              <a:srgbClr val="FFFFFF"/>
            </a:solidFill>
            <a:prstDash val="solid"/>
          </a:ln>
        </p:spPr>
      </p:sp>
      <p:sp>
        <p:nvSpPr>
          <p:cNvPr id="54" name="Text 45"/>
          <p:cNvSpPr txBox="1"/>
          <p:nvPr/>
        </p:nvSpPr>
        <p:spPr>
          <a:xfrm>
            <a:off x="5282672" y="26012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5" name="Image 7" descr="preencoded.png">    </p:cNvPr>
          <p:cNvPicPr>
            <a:picLocks noChangeAspect="1"/>
          </p:cNvPicPr>
          <p:nvPr/>
        </p:nvPicPr>
        <p:blipFill>
          <a:blip r:embed="rId8"/>
          <a:stretch>
            <a:fillRect/>
          </a:stretch>
        </p:blipFill>
        <p:spPr>
          <a:xfrm>
            <a:off x="3297070" y="2867312"/>
            <a:ext cx="237744" cy="237744"/>
          </a:xfrm>
          <a:prstGeom prst="rect">
            <a:avLst/>
          </a:prstGeom>
        </p:spPr>
      </p:pic>
      <p:sp>
        <p:nvSpPr>
          <p:cNvPr id="56" name="Shape 46"/>
          <p:cNvSpPr/>
          <p:nvPr/>
        </p:nvSpPr>
        <p:spPr>
          <a:xfrm>
            <a:off x="3965936" y="2262893"/>
            <a:ext cx="722376" cy="237744"/>
          </a:xfrm>
          <a:prstGeom prst="roundRect">
            <a:avLst>
              <a:gd name="adj" fmla="val 19231"/>
            </a:avLst>
          </a:prstGeom>
          <a:solidFill>
            <a:srgbClr val="FFFFFF">
              <a:alpha val="0"/>
            </a:srgbClr>
          </a:solidFill>
          <a:ln w="31750">
            <a:solidFill>
              <a:srgbClr val="E53935"/>
            </a:solidFill>
            <a:prstDash val="solid"/>
          </a:ln>
        </p:spPr>
      </p:sp>
      <p:sp>
        <p:nvSpPr>
          <p:cNvPr id="57" name="Shape 47"/>
          <p:cNvSpPr/>
          <p:nvPr/>
        </p:nvSpPr>
        <p:spPr>
          <a:xfrm>
            <a:off x="4551152" y="2125733"/>
            <a:ext cx="274320" cy="274320"/>
          </a:xfrm>
          <a:prstGeom prst="ellipse">
            <a:avLst/>
          </a:prstGeom>
          <a:solidFill>
            <a:srgbClr val="E53935"/>
          </a:solidFill>
          <a:ln w="12700">
            <a:solidFill>
              <a:srgbClr val="FFFFFF"/>
            </a:solidFill>
            <a:prstDash val="solid"/>
          </a:ln>
        </p:spPr>
      </p:sp>
      <p:sp>
        <p:nvSpPr>
          <p:cNvPr id="58" name="Text 48"/>
          <p:cNvSpPr txBox="1"/>
          <p:nvPr/>
        </p:nvSpPr>
        <p:spPr>
          <a:xfrm>
            <a:off x="4551152" y="212573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9" name="Image 8" descr="preencoded.png">    </p:cNvPr>
          <p:cNvPicPr>
            <a:picLocks noChangeAspect="1"/>
          </p:cNvPicPr>
          <p:nvPr/>
        </p:nvPicPr>
        <p:blipFill>
          <a:blip r:embed="rId9"/>
          <a:stretch>
            <a:fillRect/>
          </a:stretch>
        </p:blipFill>
        <p:spPr>
          <a:xfrm>
            <a:off x="4361414" y="2391824"/>
            <a:ext cx="237744" cy="237744"/>
          </a:xfrm>
          <a:prstGeom prst="rect">
            <a:avLst/>
          </a:prstGeom>
        </p:spPr>
      </p:pic>
      <p:sp>
        <p:nvSpPr>
          <p:cNvPr id="60" name="Shape 49"/>
          <p:cNvSpPr/>
          <p:nvPr/>
        </p:nvSpPr>
        <p:spPr>
          <a:xfrm>
            <a:off x="4560296" y="2518925"/>
            <a:ext cx="813816" cy="256032"/>
          </a:xfrm>
          <a:prstGeom prst="roundRect">
            <a:avLst>
              <a:gd name="adj" fmla="val 17857"/>
            </a:avLst>
          </a:prstGeom>
          <a:solidFill>
            <a:srgbClr val="FFFFFF">
              <a:alpha val="0"/>
            </a:srgbClr>
          </a:solidFill>
          <a:ln w="31750">
            <a:solidFill>
              <a:srgbClr val="E53935"/>
            </a:solidFill>
            <a:prstDash val="solid"/>
          </a:ln>
        </p:spPr>
      </p:sp>
      <p:sp>
        <p:nvSpPr>
          <p:cNvPr id="61" name="Shape 50"/>
          <p:cNvSpPr/>
          <p:nvPr/>
        </p:nvSpPr>
        <p:spPr>
          <a:xfrm>
            <a:off x="5236952" y="2381765"/>
            <a:ext cx="274320" cy="274320"/>
          </a:xfrm>
          <a:prstGeom prst="ellipse">
            <a:avLst/>
          </a:prstGeom>
          <a:solidFill>
            <a:srgbClr val="E53935"/>
          </a:solidFill>
          <a:ln w="12700">
            <a:solidFill>
              <a:srgbClr val="FFFFFF"/>
            </a:solidFill>
            <a:prstDash val="solid"/>
          </a:ln>
        </p:spPr>
      </p:sp>
      <p:sp>
        <p:nvSpPr>
          <p:cNvPr id="62" name="Text 51"/>
          <p:cNvSpPr txBox="1"/>
          <p:nvPr/>
        </p:nvSpPr>
        <p:spPr>
          <a:xfrm>
            <a:off x="5236952" y="23817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63" name="Image 9" descr="preencoded.png">    </p:cNvPr>
          <p:cNvPicPr>
            <a:picLocks noChangeAspect="1"/>
          </p:cNvPicPr>
          <p:nvPr/>
        </p:nvPicPr>
        <p:blipFill>
          <a:blip r:embed="rId10"/>
          <a:stretch>
            <a:fillRect/>
          </a:stretch>
        </p:blipFill>
        <p:spPr>
          <a:xfrm>
            <a:off x="5006066" y="2657914"/>
            <a:ext cx="237744" cy="237744"/>
          </a:xfrm>
          <a:prstGeom prst="rect">
            <a:avLst/>
          </a:prstGeom>
        </p:spPr>
      </p:pic>
      <p:sp>
        <p:nvSpPr>
          <p:cNvPr id="64" name="Text 5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5" name="Text 5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Kenali halaman repository</a:t>
            </a:r>
            <a:endParaRPr lang="en-US" sz="1800" dirty="0"/>
          </a:p>
        </p:txBody>
      </p:sp>
      <p:sp>
        <p:nvSpPr>
          <p:cNvPr id="66" name="Text 5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Tab Code berisi daftar file. Ada README.md, tombol Add file, dan jumlah Commits.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25</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Jawab di buku dan kumpulkan: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Jelaskan dengan kata-katamu: repository dan commit.</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link repository kelompokmu (github.com/...).</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3 ciri kata sandi yang kuat.</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Mengapa kode verifikasi tidak boleh diberikan kepada orang lain?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repository dan commit</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Login dengan akun kelompok</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Repository dibuat dengan nama benar</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README tersedia</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programmer membutuhkan version control?</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akun harus dilindungi verifikasi dua langkah?</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Akun adalah amanah. Jangan membagikan kata sandi dan kode verifikasi kepada siapa pun selain guru.</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Mengunggah file website dan membuat commit.</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26</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Upload &amp; Commit</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Menyimpan file website dan riwayat perubahan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9: GitHub Dasar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kalian mengubah satu warna di website, bagaimana orang lain tahu apa yang berubah?</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26</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Mengunggah file website ke repository</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pesan commit yang jelas</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Mengedit file langsung di GitHub dan melihat riwayat commit</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Pesan Commit yang Baik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Jelas</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Tambah halaman profil santri</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Perbaiki gambar logo yang tidak muncul</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Ubah warna tombol menjadi emas</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Tidak Jelas</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update</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asdfgh</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perubahan lagi</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Alur Kerja: Komputer ke GitHub</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Ubah di Komputer</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Edit kode di Notepad, uji di browser</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Upload</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Add file › Upload files, pilih file yang berubah</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Commit</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Tulis pesan yang jelas, klik Commit changes</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Ubah warna tombol di index.html → uji di browser → upload index.html ke repo → commit "Ubah warna tombol menjadi emas".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Mengunggah Website ke GitHub</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1–4</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Upload file dan commit</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Edit file di GitHub</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Melihat riwayat commit</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Upload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06861"/>
            <a:ext cx="658368" cy="182880"/>
          </a:xfrm>
          <a:prstGeom prst="rect">
            <a:avLst/>
          </a:prstGeom>
          <a:noFill/>
          <a:ln/>
        </p:spPr>
        <p:txBody>
          <a:bodyPr wrap="square" lIns="0" tIns="0" rIns="0" bIns="0" rtlCol="0" anchor="ctr"/>
          <a:lstStyle/>
          <a:p>
            <a:pPr indent="0" marL="0">
              <a:buNone/>
            </a:pPr>
            <a:r>
              <a:rPr lang="en-US" sz="650" b="1" dirty="0">
                <a:solidFill>
                  <a:srgbClr val="1E2A26"/>
                </a:solidFill>
                <a:latin typeface="Calibri" pitchFamily="34" charset="0"/>
                <a:ea typeface="Calibri" pitchFamily="34" charset="-122"/>
                <a:cs typeface="Calibri" pitchFamily="34" charset="-120"/>
              </a:rPr>
              <a:t>&lt;&gt; Code</a:t>
            </a:r>
            <a:endParaRPr lang="en-US" sz="650" dirty="0"/>
          </a:p>
        </p:txBody>
      </p:sp>
      <p:sp>
        <p:nvSpPr>
          <p:cNvPr id="33" name="Text 25"/>
          <p:cNvSpPr txBox="1"/>
          <p:nvPr/>
        </p:nvSpPr>
        <p:spPr>
          <a:xfrm>
            <a:off x="14107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Issues</a:t>
            </a:r>
            <a:endParaRPr lang="en-US" sz="650" dirty="0"/>
          </a:p>
        </p:txBody>
      </p:sp>
      <p:sp>
        <p:nvSpPr>
          <p:cNvPr id="34" name="Text 26"/>
          <p:cNvSpPr txBox="1"/>
          <p:nvPr/>
        </p:nvSpPr>
        <p:spPr>
          <a:xfrm>
            <a:off x="20965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Pull requests</a:t>
            </a:r>
            <a:endParaRPr lang="en-US" sz="650" dirty="0"/>
          </a:p>
        </p:txBody>
      </p:sp>
      <p:sp>
        <p:nvSpPr>
          <p:cNvPr id="35" name="Text 27"/>
          <p:cNvSpPr txBox="1"/>
          <p:nvPr/>
        </p:nvSpPr>
        <p:spPr>
          <a:xfrm>
            <a:off x="27823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Actions</a:t>
            </a:r>
            <a:endParaRPr lang="en-US" sz="650" dirty="0"/>
          </a:p>
        </p:txBody>
      </p:sp>
      <p:sp>
        <p:nvSpPr>
          <p:cNvPr id="36" name="Text 28"/>
          <p:cNvSpPr txBox="1"/>
          <p:nvPr/>
        </p:nvSpPr>
        <p:spPr>
          <a:xfrm>
            <a:off x="34681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Settings</a:t>
            </a:r>
            <a:endParaRPr lang="en-US" sz="650" dirty="0"/>
          </a:p>
        </p:txBody>
      </p:sp>
      <p:sp>
        <p:nvSpPr>
          <p:cNvPr id="37" name="Shape 29"/>
          <p:cNvSpPr/>
          <p:nvPr/>
        </p:nvSpPr>
        <p:spPr>
          <a:xfrm>
            <a:off x="587776" y="2208029"/>
            <a:ext cx="4950927" cy="0"/>
          </a:xfrm>
          <a:prstGeom prst="line">
            <a:avLst/>
          </a:prstGeom>
          <a:noFill/>
          <a:ln w="6350">
            <a:solidFill>
              <a:srgbClr val="D0D7DE"/>
            </a:solidFill>
            <a:prstDash val="solid"/>
          </a:ln>
        </p:spPr>
      </p:sp>
      <p:sp>
        <p:nvSpPr>
          <p:cNvPr id="38" name="Shape 30"/>
          <p:cNvSpPr/>
          <p:nvPr/>
        </p:nvSpPr>
        <p:spPr>
          <a:xfrm>
            <a:off x="3984224" y="2281181"/>
            <a:ext cx="685800" cy="201168"/>
          </a:xfrm>
          <a:prstGeom prst="roundRect">
            <a:avLst>
              <a:gd name="adj" fmla="val 18182"/>
            </a:avLst>
          </a:prstGeom>
          <a:solidFill>
            <a:srgbClr val="F6F8FA"/>
          </a:solidFill>
          <a:ln w="9525">
            <a:solidFill>
              <a:srgbClr val="D0D7DE"/>
            </a:solidFill>
            <a:prstDash val="solid"/>
          </a:ln>
        </p:spPr>
      </p:sp>
      <p:sp>
        <p:nvSpPr>
          <p:cNvPr id="39" name="Text 31"/>
          <p:cNvSpPr txBox="1"/>
          <p:nvPr/>
        </p:nvSpPr>
        <p:spPr>
          <a:xfrm>
            <a:off x="3984224" y="2281181"/>
            <a:ext cx="6858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Add file ▾</a:t>
            </a:r>
            <a:endParaRPr lang="en-US" sz="700" dirty="0"/>
          </a:p>
        </p:txBody>
      </p:sp>
      <p:sp>
        <p:nvSpPr>
          <p:cNvPr id="40" name="Shape 32"/>
          <p:cNvSpPr/>
          <p:nvPr/>
        </p:nvSpPr>
        <p:spPr>
          <a:xfrm>
            <a:off x="4715744" y="2281181"/>
            <a:ext cx="640080" cy="201168"/>
          </a:xfrm>
          <a:prstGeom prst="roundRect">
            <a:avLst>
              <a:gd name="adj" fmla="val 18182"/>
            </a:avLst>
          </a:prstGeom>
          <a:solidFill>
            <a:srgbClr val="1F883D"/>
          </a:solidFill>
          <a:ln w="12700">
            <a:solidFill>
              <a:srgbClr val="1F883D"/>
            </a:solidFill>
            <a:prstDash val="solid"/>
          </a:ln>
        </p:spPr>
      </p:sp>
      <p:sp>
        <p:nvSpPr>
          <p:cNvPr id="41" name="Text 33"/>
          <p:cNvSpPr txBox="1"/>
          <p:nvPr/>
        </p:nvSpPr>
        <p:spPr>
          <a:xfrm>
            <a:off x="4715744" y="2281181"/>
            <a:ext cx="64008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&lt;&gt; Code ▾</a:t>
            </a:r>
            <a:endParaRPr lang="en-US" sz="700" dirty="0"/>
          </a:p>
        </p:txBody>
      </p:sp>
      <p:sp>
        <p:nvSpPr>
          <p:cNvPr id="42" name="Shape 34"/>
          <p:cNvSpPr/>
          <p:nvPr/>
        </p:nvSpPr>
        <p:spPr>
          <a:xfrm>
            <a:off x="724936" y="2537213"/>
            <a:ext cx="4676607" cy="219456"/>
          </a:xfrm>
          <a:prstGeom prst="rect">
            <a:avLst/>
          </a:prstGeom>
          <a:solidFill>
            <a:srgbClr val="F6F8FA"/>
          </a:solidFill>
          <a:ln w="6350">
            <a:solidFill>
              <a:srgbClr val="D0D7DE"/>
            </a:solidFill>
            <a:prstDash val="solid"/>
          </a:ln>
        </p:spPr>
      </p:sp>
      <p:sp>
        <p:nvSpPr>
          <p:cNvPr id="43" name="Text 35"/>
          <p:cNvSpPr txBox="1"/>
          <p:nvPr/>
        </p:nvSpPr>
        <p:spPr>
          <a:xfrm>
            <a:off x="798088" y="2537213"/>
            <a:ext cx="3273625"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santri-wu  Initial commit</a:t>
            </a:r>
            <a:endParaRPr lang="en-US" sz="650" dirty="0"/>
          </a:p>
        </p:txBody>
      </p:sp>
      <p:sp>
        <p:nvSpPr>
          <p:cNvPr id="44" name="Text 36"/>
          <p:cNvSpPr txBox="1"/>
          <p:nvPr/>
        </p:nvSpPr>
        <p:spPr>
          <a:xfrm>
            <a:off x="4578584" y="2537213"/>
            <a:ext cx="777240" cy="219456"/>
          </a:xfrm>
          <a:prstGeom prst="rect">
            <a:avLst/>
          </a:prstGeom>
          <a:noFill/>
          <a:ln/>
        </p:spPr>
        <p:txBody>
          <a:bodyPr wrap="square" lIns="0" tIns="0" rIns="0" bIns="0" rtlCol="0" anchor="ctr"/>
          <a:lstStyle/>
          <a:p>
            <a:pPr algn="r" indent="0" marL="0">
              <a:buNone/>
            </a:pPr>
            <a:r>
              <a:rPr lang="en-US" sz="650" dirty="0">
                <a:solidFill>
                  <a:srgbClr val="1E2A26"/>
                </a:solidFill>
                <a:latin typeface="Calibri" pitchFamily="34" charset="0"/>
                <a:ea typeface="Calibri" pitchFamily="34" charset="-122"/>
                <a:cs typeface="Calibri" pitchFamily="34" charset="-120"/>
              </a:rPr>
              <a:t>⟲ 1 Commits</a:t>
            </a:r>
            <a:endParaRPr lang="en-US" sz="650" dirty="0"/>
          </a:p>
        </p:txBody>
      </p:sp>
      <p:sp>
        <p:nvSpPr>
          <p:cNvPr id="45" name="Shape 37"/>
          <p:cNvSpPr/>
          <p:nvPr/>
        </p:nvSpPr>
        <p:spPr>
          <a:xfrm>
            <a:off x="724936" y="2756669"/>
            <a:ext cx="4676607" cy="201168"/>
          </a:xfrm>
          <a:prstGeom prst="rect">
            <a:avLst/>
          </a:prstGeom>
          <a:solidFill>
            <a:srgbClr val="FFFFFF"/>
          </a:solidFill>
          <a:ln w="6350">
            <a:solidFill>
              <a:srgbClr val="D0D7DE"/>
            </a:solidFill>
            <a:prstDash val="solid"/>
          </a:ln>
        </p:spPr>
      </p:sp>
      <p:pic>
        <p:nvPicPr>
          <p:cNvPr id="46" name="Image 6" descr="preencoded.png">    </p:cNvPr>
          <p:cNvPicPr>
            <a:picLocks noChangeAspect="1"/>
          </p:cNvPicPr>
          <p:nvPr/>
        </p:nvPicPr>
        <p:blipFill>
          <a:blip r:embed="rId7"/>
          <a:stretch>
            <a:fillRect/>
          </a:stretch>
        </p:blipFill>
        <p:spPr>
          <a:xfrm>
            <a:off x="798088" y="2793245"/>
            <a:ext cx="118872" cy="118872"/>
          </a:xfrm>
          <a:prstGeom prst="rect">
            <a:avLst/>
          </a:prstGeom>
        </p:spPr>
      </p:pic>
      <p:sp>
        <p:nvSpPr>
          <p:cNvPr id="47" name="Text 38"/>
          <p:cNvSpPr txBox="1"/>
          <p:nvPr/>
        </p:nvSpPr>
        <p:spPr>
          <a:xfrm>
            <a:off x="980968" y="2756669"/>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README.md</a:t>
            </a:r>
            <a:endParaRPr lang="en-US" sz="700" dirty="0"/>
          </a:p>
        </p:txBody>
      </p:sp>
      <p:sp>
        <p:nvSpPr>
          <p:cNvPr id="48" name="Text 39"/>
          <p:cNvSpPr txBox="1"/>
          <p:nvPr/>
        </p:nvSpPr>
        <p:spPr>
          <a:xfrm>
            <a:off x="2462296" y="2756669"/>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Initial commit</a:t>
            </a:r>
            <a:endParaRPr lang="en-US" sz="650" dirty="0"/>
          </a:p>
        </p:txBody>
      </p:sp>
      <p:sp>
        <p:nvSpPr>
          <p:cNvPr id="49" name="Shape 40"/>
          <p:cNvSpPr/>
          <p:nvPr/>
        </p:nvSpPr>
        <p:spPr>
          <a:xfrm>
            <a:off x="3618464" y="2509781"/>
            <a:ext cx="1051560" cy="457200"/>
          </a:xfrm>
          <a:prstGeom prst="rect">
            <a:avLst/>
          </a:prstGeom>
          <a:solidFill>
            <a:srgbClr val="FFFFFF"/>
          </a:solidFill>
          <a:ln w="9525">
            <a:solidFill>
              <a:srgbClr val="AAAAAA"/>
            </a:solidFill>
            <a:prstDash val="solid"/>
          </a:ln>
        </p:spPr>
      </p:sp>
      <p:sp>
        <p:nvSpPr>
          <p:cNvPr id="50" name="Text 41"/>
          <p:cNvSpPr txBox="1"/>
          <p:nvPr/>
        </p:nvSpPr>
        <p:spPr>
          <a:xfrm>
            <a:off x="3728192" y="2537213"/>
            <a:ext cx="8869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Create new file</a:t>
            </a:r>
            <a:endParaRPr lang="en-US" sz="800" dirty="0"/>
          </a:p>
        </p:txBody>
      </p:sp>
      <p:sp>
        <p:nvSpPr>
          <p:cNvPr id="51" name="Text 42"/>
          <p:cNvSpPr txBox="1"/>
          <p:nvPr/>
        </p:nvSpPr>
        <p:spPr>
          <a:xfrm>
            <a:off x="3728192" y="2738381"/>
            <a:ext cx="8869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Upload files</a:t>
            </a:r>
            <a:endParaRPr lang="en-US" sz="800" dirty="0"/>
          </a:p>
        </p:txBody>
      </p:sp>
      <p:sp>
        <p:nvSpPr>
          <p:cNvPr id="52" name="Shape 43"/>
          <p:cNvSpPr/>
          <p:nvPr/>
        </p:nvSpPr>
        <p:spPr>
          <a:xfrm>
            <a:off x="3965936" y="2262893"/>
            <a:ext cx="722376" cy="237744"/>
          </a:xfrm>
          <a:prstGeom prst="roundRect">
            <a:avLst>
              <a:gd name="adj" fmla="val 19231"/>
            </a:avLst>
          </a:prstGeom>
          <a:solidFill>
            <a:srgbClr val="FFFFFF">
              <a:alpha val="0"/>
            </a:srgbClr>
          </a:solidFill>
          <a:ln w="31750">
            <a:solidFill>
              <a:srgbClr val="E53935"/>
            </a:solidFill>
            <a:prstDash val="solid"/>
          </a:ln>
        </p:spPr>
      </p:sp>
      <p:sp>
        <p:nvSpPr>
          <p:cNvPr id="53" name="Shape 44"/>
          <p:cNvSpPr/>
          <p:nvPr/>
        </p:nvSpPr>
        <p:spPr>
          <a:xfrm>
            <a:off x="4551152" y="2125733"/>
            <a:ext cx="274320" cy="274320"/>
          </a:xfrm>
          <a:prstGeom prst="ellipse">
            <a:avLst/>
          </a:prstGeom>
          <a:solidFill>
            <a:srgbClr val="E53935"/>
          </a:solidFill>
          <a:ln w="12700">
            <a:solidFill>
              <a:srgbClr val="FFFFFF"/>
            </a:solidFill>
            <a:prstDash val="solid"/>
          </a:ln>
        </p:spPr>
      </p:sp>
      <p:sp>
        <p:nvSpPr>
          <p:cNvPr id="54" name="Text 45"/>
          <p:cNvSpPr txBox="1"/>
          <p:nvPr/>
        </p:nvSpPr>
        <p:spPr>
          <a:xfrm>
            <a:off x="4551152" y="212573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5" name="Image 7" descr="preencoded.png">    </p:cNvPr>
          <p:cNvPicPr>
            <a:picLocks noChangeAspect="1"/>
          </p:cNvPicPr>
          <p:nvPr/>
        </p:nvPicPr>
        <p:blipFill>
          <a:blip r:embed="rId8"/>
          <a:stretch>
            <a:fillRect/>
          </a:stretch>
        </p:blipFill>
        <p:spPr>
          <a:xfrm>
            <a:off x="4361414" y="2391824"/>
            <a:ext cx="237744" cy="237744"/>
          </a:xfrm>
          <a:prstGeom prst="rect">
            <a:avLst/>
          </a:prstGeom>
        </p:spPr>
      </p:pic>
      <p:sp>
        <p:nvSpPr>
          <p:cNvPr id="56" name="Shape 46"/>
          <p:cNvSpPr/>
          <p:nvPr/>
        </p:nvSpPr>
        <p:spPr>
          <a:xfrm>
            <a:off x="3636752" y="2720093"/>
            <a:ext cx="1014984" cy="228600"/>
          </a:xfrm>
          <a:prstGeom prst="roundRect">
            <a:avLst>
              <a:gd name="adj" fmla="val 20000"/>
            </a:avLst>
          </a:prstGeom>
          <a:solidFill>
            <a:srgbClr val="FFFFFF">
              <a:alpha val="0"/>
            </a:srgbClr>
          </a:solidFill>
          <a:ln w="31750">
            <a:solidFill>
              <a:srgbClr val="E53935"/>
            </a:solidFill>
            <a:prstDash val="solid"/>
          </a:ln>
        </p:spPr>
      </p:sp>
      <p:sp>
        <p:nvSpPr>
          <p:cNvPr id="57" name="Shape 47"/>
          <p:cNvSpPr/>
          <p:nvPr/>
        </p:nvSpPr>
        <p:spPr>
          <a:xfrm>
            <a:off x="4514576" y="2582933"/>
            <a:ext cx="274320" cy="274320"/>
          </a:xfrm>
          <a:prstGeom prst="ellipse">
            <a:avLst/>
          </a:prstGeom>
          <a:solidFill>
            <a:srgbClr val="E53935"/>
          </a:solidFill>
          <a:ln w="12700">
            <a:solidFill>
              <a:srgbClr val="FFFFFF"/>
            </a:solidFill>
            <a:prstDash val="solid"/>
          </a:ln>
        </p:spPr>
      </p:sp>
      <p:sp>
        <p:nvSpPr>
          <p:cNvPr id="58" name="Text 48"/>
          <p:cNvSpPr txBox="1"/>
          <p:nvPr/>
        </p:nvSpPr>
        <p:spPr>
          <a:xfrm>
            <a:off x="4514576" y="258293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9" name="Image 8" descr="preencoded.png">    </p:cNvPr>
          <p:cNvPicPr>
            <a:picLocks noChangeAspect="1"/>
          </p:cNvPicPr>
          <p:nvPr/>
        </p:nvPicPr>
        <p:blipFill>
          <a:blip r:embed="rId9"/>
          <a:stretch>
            <a:fillRect/>
          </a:stretch>
        </p:blipFill>
        <p:spPr>
          <a:xfrm>
            <a:off x="4193164" y="2843994"/>
            <a:ext cx="237744" cy="237744"/>
          </a:xfrm>
          <a:prstGeom prst="rect">
            <a:avLst/>
          </a:prstGeom>
        </p:spPr>
      </p:pic>
      <p:sp>
        <p:nvSpPr>
          <p:cNvPr id="60" name="Text 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61" name="Text 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Add file › Upload files</a:t>
            </a:r>
            <a:endParaRPr lang="en-US" sz="1800" dirty="0"/>
          </a:p>
        </p:txBody>
      </p:sp>
      <p:sp>
        <p:nvSpPr>
          <p:cNvPr id="62" name="Text 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repository kelompok. Klik Add file, pilih Upload files.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Upload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 / upload</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Shape 24"/>
          <p:cNvSpPr/>
          <p:nvPr/>
        </p:nvSpPr>
        <p:spPr>
          <a:xfrm>
            <a:off x="724936" y="2061725"/>
            <a:ext cx="4676607" cy="914400"/>
          </a:xfrm>
          <a:prstGeom prst="rect">
            <a:avLst/>
          </a:prstGeom>
          <a:solidFill>
            <a:srgbClr val="F6F8FA"/>
          </a:solidFill>
          <a:ln w="12700">
            <a:solidFill>
              <a:srgbClr val="D0D7DE"/>
            </a:solidFill>
            <a:prstDash val="dash"/>
          </a:ln>
        </p:spPr>
      </p:sp>
      <p:sp>
        <p:nvSpPr>
          <p:cNvPr id="33" name="Text 25"/>
          <p:cNvSpPr txBox="1"/>
          <p:nvPr/>
        </p:nvSpPr>
        <p:spPr>
          <a:xfrm>
            <a:off x="724936" y="2198885"/>
            <a:ext cx="4676607" cy="457200"/>
          </a:xfrm>
          <a:prstGeom prst="rect">
            <a:avLst/>
          </a:prstGeom>
          <a:noFill/>
          <a:ln/>
        </p:spPr>
        <p:txBody>
          <a:bodyPr wrap="square" lIns="0" tIns="0" rIns="0" bIns="0" rtlCol="0" anchor="t"/>
          <a:lstStyle/>
          <a:p>
            <a:pPr algn="ctr" indent="0" marL="0">
              <a:buNone/>
            </a:pPr>
            <a:r>
              <a:rPr lang="en-US" sz="800" dirty="0">
                <a:solidFill>
                  <a:srgbClr val="555555"/>
                </a:solidFill>
                <a:latin typeface="Calibri" pitchFamily="34" charset="0"/>
                <a:ea typeface="Calibri" pitchFamily="34" charset="-122"/>
                <a:cs typeface="Calibri" pitchFamily="34" charset="-120"/>
              </a:rPr>
              <a:t>Drag files here to add them to your repository</a:t>
            </a:r>
            <a:endParaRPr lang="en-US" sz="800" dirty="0"/>
          </a:p>
          <a:p>
            <a:pPr algn="ctr" indent="0" marL="0">
              <a:buNone/>
            </a:pPr>
            <a:r>
              <a:rPr lang="en-US" sz="800" dirty="0">
                <a:solidFill>
                  <a:srgbClr val="555555"/>
                </a:solidFill>
                <a:latin typeface="Calibri" pitchFamily="34" charset="0"/>
                <a:ea typeface="Calibri" pitchFamily="34" charset="-122"/>
                <a:cs typeface="Calibri" pitchFamily="34" charset="-120"/>
              </a:rPr>
              <a:t>or choose your files</a:t>
            </a:r>
            <a:endParaRPr lang="en-US" sz="800" dirty="0"/>
          </a:p>
        </p:txBody>
      </p:sp>
      <p:sp>
        <p:nvSpPr>
          <p:cNvPr id="34" name="Text 26"/>
          <p:cNvSpPr txBox="1"/>
          <p:nvPr/>
        </p:nvSpPr>
        <p:spPr>
          <a:xfrm>
            <a:off x="86209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index.html</a:t>
            </a:r>
            <a:endParaRPr lang="en-US" sz="700" dirty="0"/>
          </a:p>
        </p:txBody>
      </p:sp>
      <p:sp>
        <p:nvSpPr>
          <p:cNvPr id="35" name="Text 27"/>
          <p:cNvSpPr txBox="1"/>
          <p:nvPr/>
        </p:nvSpPr>
        <p:spPr>
          <a:xfrm>
            <a:off x="205081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pondok.html</a:t>
            </a:r>
            <a:endParaRPr lang="en-US" sz="700" dirty="0"/>
          </a:p>
        </p:txBody>
      </p:sp>
      <p:sp>
        <p:nvSpPr>
          <p:cNvPr id="36" name="Text 28"/>
          <p:cNvSpPr txBox="1"/>
          <p:nvPr/>
        </p:nvSpPr>
        <p:spPr>
          <a:xfrm>
            <a:off x="323953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logo.png</a:t>
            </a:r>
            <a:endParaRPr lang="en-US" sz="700" dirty="0"/>
          </a:p>
        </p:txBody>
      </p:sp>
      <p:sp>
        <p:nvSpPr>
          <p:cNvPr id="37" name="Text 29"/>
          <p:cNvSpPr txBox="1"/>
          <p:nvPr/>
        </p:nvSpPr>
        <p:spPr>
          <a:xfrm>
            <a:off x="442825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pondok.jpg</a:t>
            </a:r>
            <a:endParaRPr lang="en-US" sz="700" dirty="0"/>
          </a:p>
        </p:txBody>
      </p:sp>
      <p:sp>
        <p:nvSpPr>
          <p:cNvPr id="38" name="Text 30"/>
          <p:cNvSpPr txBox="1"/>
          <p:nvPr/>
        </p:nvSpPr>
        <p:spPr>
          <a:xfrm>
            <a:off x="724936" y="3067565"/>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Commit changes</a:t>
            </a:r>
            <a:endParaRPr lang="en-US" sz="800" dirty="0"/>
          </a:p>
        </p:txBody>
      </p:sp>
      <p:sp>
        <p:nvSpPr>
          <p:cNvPr id="39" name="Shape 31"/>
          <p:cNvSpPr/>
          <p:nvPr/>
        </p:nvSpPr>
        <p:spPr>
          <a:xfrm>
            <a:off x="724936" y="3268733"/>
            <a:ext cx="3507456" cy="219456"/>
          </a:xfrm>
          <a:prstGeom prst="roundRect">
            <a:avLst>
              <a:gd name="adj" fmla="val 12500"/>
            </a:avLst>
          </a:prstGeom>
          <a:solidFill>
            <a:srgbClr val="FFFFFF"/>
          </a:solidFill>
          <a:ln w="12700">
            <a:solidFill>
              <a:srgbClr val="0969DA"/>
            </a:solidFill>
            <a:prstDash val="solid"/>
          </a:ln>
        </p:spPr>
      </p:sp>
      <p:sp>
        <p:nvSpPr>
          <p:cNvPr id="40" name="Text 32"/>
          <p:cNvSpPr txBox="1"/>
          <p:nvPr/>
        </p:nvSpPr>
        <p:spPr>
          <a:xfrm>
            <a:off x="779800" y="3268733"/>
            <a:ext cx="3507456" cy="219456"/>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Add files via upload</a:t>
            </a:r>
            <a:endParaRPr lang="en-US" sz="750" dirty="0"/>
          </a:p>
        </p:txBody>
      </p:sp>
      <p:sp>
        <p:nvSpPr>
          <p:cNvPr id="41" name="Shape 33"/>
          <p:cNvSpPr/>
          <p:nvPr/>
        </p:nvSpPr>
        <p:spPr>
          <a:xfrm>
            <a:off x="724936" y="3702776"/>
            <a:ext cx="1005840" cy="219456"/>
          </a:xfrm>
          <a:prstGeom prst="roundRect">
            <a:avLst>
              <a:gd name="adj" fmla="val 16667"/>
            </a:avLst>
          </a:prstGeom>
          <a:solidFill>
            <a:srgbClr val="1F883D"/>
          </a:solidFill>
          <a:ln w="12700">
            <a:solidFill>
              <a:srgbClr val="1F883D"/>
            </a:solidFill>
            <a:prstDash val="solid"/>
          </a:ln>
        </p:spPr>
      </p:sp>
      <p:sp>
        <p:nvSpPr>
          <p:cNvPr id="42" name="Text 34"/>
          <p:cNvSpPr txBox="1"/>
          <p:nvPr/>
        </p:nvSpPr>
        <p:spPr>
          <a:xfrm>
            <a:off x="724936" y="3702776"/>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Commit changes</a:t>
            </a:r>
            <a:endParaRPr lang="en-US" sz="750" dirty="0"/>
          </a:p>
        </p:txBody>
      </p:sp>
      <p:sp>
        <p:nvSpPr>
          <p:cNvPr id="43" name="Shape 35"/>
          <p:cNvSpPr/>
          <p:nvPr/>
        </p:nvSpPr>
        <p:spPr>
          <a:xfrm>
            <a:off x="706648" y="2043437"/>
            <a:ext cx="4713183" cy="950976"/>
          </a:xfrm>
          <a:prstGeom prst="roundRect">
            <a:avLst>
              <a:gd name="adj" fmla="val 4808"/>
            </a:avLst>
          </a:prstGeom>
          <a:solidFill>
            <a:srgbClr val="FFFFFF">
              <a:alpha val="0"/>
            </a:srgbClr>
          </a:solidFill>
          <a:ln w="31750">
            <a:solidFill>
              <a:srgbClr val="E53935"/>
            </a:solidFill>
            <a:prstDash val="solid"/>
          </a:ln>
        </p:spPr>
      </p:sp>
      <p:sp>
        <p:nvSpPr>
          <p:cNvPr id="44" name="Shape 36"/>
          <p:cNvSpPr/>
          <p:nvPr/>
        </p:nvSpPr>
        <p:spPr>
          <a:xfrm>
            <a:off x="5282672" y="1906277"/>
            <a:ext cx="274320" cy="274320"/>
          </a:xfrm>
          <a:prstGeom prst="ellipse">
            <a:avLst/>
          </a:prstGeom>
          <a:solidFill>
            <a:srgbClr val="E53935"/>
          </a:solidFill>
          <a:ln w="12700">
            <a:solidFill>
              <a:srgbClr val="FFFFFF"/>
            </a:solidFill>
            <a:prstDash val="solid"/>
          </a:ln>
        </p:spPr>
      </p:sp>
      <p:sp>
        <p:nvSpPr>
          <p:cNvPr id="45" name="Text 37"/>
          <p:cNvSpPr txBox="1"/>
          <p:nvPr/>
        </p:nvSpPr>
        <p:spPr>
          <a:xfrm>
            <a:off x="5282672" y="19062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6" name="Image 6" descr="preencoded.png">    </p:cNvPr>
          <p:cNvPicPr>
            <a:picLocks noChangeAspect="1"/>
          </p:cNvPicPr>
          <p:nvPr/>
        </p:nvPicPr>
        <p:blipFill>
          <a:blip r:embed="rId7"/>
          <a:stretch>
            <a:fillRect/>
          </a:stretch>
        </p:blipFill>
        <p:spPr>
          <a:xfrm>
            <a:off x="3297070" y="2564645"/>
            <a:ext cx="237744" cy="237744"/>
          </a:xfrm>
          <a:prstGeom prst="rect">
            <a:avLst/>
          </a:prstGeom>
        </p:spPr>
      </p:pic>
      <p:sp>
        <p:nvSpPr>
          <p:cNvPr id="47" name="Text 3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8" name="Text 3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Seret file dari folder ke kotak upload</a:t>
            </a:r>
            <a:endParaRPr lang="en-US" sz="1800" dirty="0"/>
          </a:p>
        </p:txBody>
      </p:sp>
      <p:sp>
        <p:nvSpPr>
          <p:cNvPr id="49" name="Text 4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folder Website_Saya. Pilih semua file (Ctrl+A). Seret ke kotak bergaris di GitHub.</a:t>
            </a:r>
            <a:endParaRPr lang="en-US" sz="1300" dirty="0"/>
          </a:p>
        </p:txBody>
      </p:sp>
      <p:sp>
        <p:nvSpPr>
          <p:cNvPr id="50" name="Shape 4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1"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52" name="Text 4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Bisa juga klik choose your files lalu pilih file.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Upload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 / upload</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Shape 24"/>
          <p:cNvSpPr/>
          <p:nvPr/>
        </p:nvSpPr>
        <p:spPr>
          <a:xfrm>
            <a:off x="724936" y="2061725"/>
            <a:ext cx="4676607" cy="914400"/>
          </a:xfrm>
          <a:prstGeom prst="rect">
            <a:avLst/>
          </a:prstGeom>
          <a:solidFill>
            <a:srgbClr val="F6F8FA"/>
          </a:solidFill>
          <a:ln w="12700">
            <a:solidFill>
              <a:srgbClr val="D0D7DE"/>
            </a:solidFill>
            <a:prstDash val="dash"/>
          </a:ln>
        </p:spPr>
      </p:sp>
      <p:sp>
        <p:nvSpPr>
          <p:cNvPr id="33" name="Text 25"/>
          <p:cNvSpPr txBox="1"/>
          <p:nvPr/>
        </p:nvSpPr>
        <p:spPr>
          <a:xfrm>
            <a:off x="724936" y="2198885"/>
            <a:ext cx="4676607" cy="457200"/>
          </a:xfrm>
          <a:prstGeom prst="rect">
            <a:avLst/>
          </a:prstGeom>
          <a:noFill/>
          <a:ln/>
        </p:spPr>
        <p:txBody>
          <a:bodyPr wrap="square" lIns="0" tIns="0" rIns="0" bIns="0" rtlCol="0" anchor="t"/>
          <a:lstStyle/>
          <a:p>
            <a:pPr algn="ctr" indent="0" marL="0">
              <a:buNone/>
            </a:pPr>
            <a:r>
              <a:rPr lang="en-US" sz="800" dirty="0">
                <a:solidFill>
                  <a:srgbClr val="555555"/>
                </a:solidFill>
                <a:latin typeface="Calibri" pitchFamily="34" charset="0"/>
                <a:ea typeface="Calibri" pitchFamily="34" charset="-122"/>
                <a:cs typeface="Calibri" pitchFamily="34" charset="-120"/>
              </a:rPr>
              <a:t>Drag files here to add them to your repository</a:t>
            </a:r>
            <a:endParaRPr lang="en-US" sz="800" dirty="0"/>
          </a:p>
          <a:p>
            <a:pPr algn="ctr" indent="0" marL="0">
              <a:buNone/>
            </a:pPr>
            <a:r>
              <a:rPr lang="en-US" sz="800" dirty="0">
                <a:solidFill>
                  <a:srgbClr val="555555"/>
                </a:solidFill>
                <a:latin typeface="Calibri" pitchFamily="34" charset="0"/>
                <a:ea typeface="Calibri" pitchFamily="34" charset="-122"/>
                <a:cs typeface="Calibri" pitchFamily="34" charset="-120"/>
              </a:rPr>
              <a:t>or choose your files</a:t>
            </a:r>
            <a:endParaRPr lang="en-US" sz="800" dirty="0"/>
          </a:p>
        </p:txBody>
      </p:sp>
      <p:sp>
        <p:nvSpPr>
          <p:cNvPr id="34" name="Text 26"/>
          <p:cNvSpPr txBox="1"/>
          <p:nvPr/>
        </p:nvSpPr>
        <p:spPr>
          <a:xfrm>
            <a:off x="86209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index.html</a:t>
            </a:r>
            <a:endParaRPr lang="en-US" sz="700" dirty="0"/>
          </a:p>
        </p:txBody>
      </p:sp>
      <p:sp>
        <p:nvSpPr>
          <p:cNvPr id="35" name="Text 27"/>
          <p:cNvSpPr txBox="1"/>
          <p:nvPr/>
        </p:nvSpPr>
        <p:spPr>
          <a:xfrm>
            <a:off x="205081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pondok.html</a:t>
            </a:r>
            <a:endParaRPr lang="en-US" sz="700" dirty="0"/>
          </a:p>
        </p:txBody>
      </p:sp>
      <p:sp>
        <p:nvSpPr>
          <p:cNvPr id="36" name="Text 28"/>
          <p:cNvSpPr txBox="1"/>
          <p:nvPr/>
        </p:nvSpPr>
        <p:spPr>
          <a:xfrm>
            <a:off x="323953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logo.png</a:t>
            </a:r>
            <a:endParaRPr lang="en-US" sz="700" dirty="0"/>
          </a:p>
        </p:txBody>
      </p:sp>
      <p:sp>
        <p:nvSpPr>
          <p:cNvPr id="37" name="Text 29"/>
          <p:cNvSpPr txBox="1"/>
          <p:nvPr/>
        </p:nvSpPr>
        <p:spPr>
          <a:xfrm>
            <a:off x="442825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pondok.jpg</a:t>
            </a:r>
            <a:endParaRPr lang="en-US" sz="700" dirty="0"/>
          </a:p>
        </p:txBody>
      </p:sp>
      <p:sp>
        <p:nvSpPr>
          <p:cNvPr id="38" name="Text 30"/>
          <p:cNvSpPr txBox="1"/>
          <p:nvPr/>
        </p:nvSpPr>
        <p:spPr>
          <a:xfrm>
            <a:off x="724936" y="3067565"/>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Commit changes</a:t>
            </a:r>
            <a:endParaRPr lang="en-US" sz="800" dirty="0"/>
          </a:p>
        </p:txBody>
      </p:sp>
      <p:sp>
        <p:nvSpPr>
          <p:cNvPr id="39" name="Shape 31"/>
          <p:cNvSpPr/>
          <p:nvPr/>
        </p:nvSpPr>
        <p:spPr>
          <a:xfrm>
            <a:off x="724936" y="3268733"/>
            <a:ext cx="3507456" cy="219456"/>
          </a:xfrm>
          <a:prstGeom prst="roundRect">
            <a:avLst>
              <a:gd name="adj" fmla="val 12500"/>
            </a:avLst>
          </a:prstGeom>
          <a:solidFill>
            <a:srgbClr val="FFFFFF"/>
          </a:solidFill>
          <a:ln w="12700">
            <a:solidFill>
              <a:srgbClr val="0969DA"/>
            </a:solidFill>
            <a:prstDash val="solid"/>
          </a:ln>
        </p:spPr>
      </p:sp>
      <p:sp>
        <p:nvSpPr>
          <p:cNvPr id="40" name="Text 32"/>
          <p:cNvSpPr txBox="1"/>
          <p:nvPr/>
        </p:nvSpPr>
        <p:spPr>
          <a:xfrm>
            <a:off x="779800" y="3268733"/>
            <a:ext cx="3507456" cy="219456"/>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Tambah halaman profil dan landing page pondok</a:t>
            </a:r>
            <a:endParaRPr lang="en-US" sz="750" dirty="0"/>
          </a:p>
        </p:txBody>
      </p:sp>
      <p:sp>
        <p:nvSpPr>
          <p:cNvPr id="41" name="Shape 33"/>
          <p:cNvSpPr/>
          <p:nvPr/>
        </p:nvSpPr>
        <p:spPr>
          <a:xfrm>
            <a:off x="724936" y="3702776"/>
            <a:ext cx="1005840" cy="219456"/>
          </a:xfrm>
          <a:prstGeom prst="roundRect">
            <a:avLst>
              <a:gd name="adj" fmla="val 16667"/>
            </a:avLst>
          </a:prstGeom>
          <a:solidFill>
            <a:srgbClr val="1F883D"/>
          </a:solidFill>
          <a:ln w="12700">
            <a:solidFill>
              <a:srgbClr val="1F883D"/>
            </a:solidFill>
            <a:prstDash val="solid"/>
          </a:ln>
        </p:spPr>
      </p:sp>
      <p:sp>
        <p:nvSpPr>
          <p:cNvPr id="42" name="Text 34"/>
          <p:cNvSpPr txBox="1"/>
          <p:nvPr/>
        </p:nvSpPr>
        <p:spPr>
          <a:xfrm>
            <a:off x="724936" y="3702776"/>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Commit changes</a:t>
            </a:r>
            <a:endParaRPr lang="en-US" sz="750" dirty="0"/>
          </a:p>
        </p:txBody>
      </p:sp>
      <p:sp>
        <p:nvSpPr>
          <p:cNvPr id="43" name="Shape 35"/>
          <p:cNvSpPr/>
          <p:nvPr/>
        </p:nvSpPr>
        <p:spPr>
          <a:xfrm>
            <a:off x="706648" y="3250445"/>
            <a:ext cx="3544032" cy="256032"/>
          </a:xfrm>
          <a:prstGeom prst="roundRect">
            <a:avLst>
              <a:gd name="adj" fmla="val 17857"/>
            </a:avLst>
          </a:prstGeom>
          <a:solidFill>
            <a:srgbClr val="FFFFFF">
              <a:alpha val="0"/>
            </a:srgbClr>
          </a:solidFill>
          <a:ln w="31750">
            <a:solidFill>
              <a:srgbClr val="E53935"/>
            </a:solidFill>
            <a:prstDash val="solid"/>
          </a:ln>
        </p:spPr>
      </p:sp>
      <p:sp>
        <p:nvSpPr>
          <p:cNvPr id="44" name="Shape 36"/>
          <p:cNvSpPr/>
          <p:nvPr/>
        </p:nvSpPr>
        <p:spPr>
          <a:xfrm>
            <a:off x="4113520" y="3113285"/>
            <a:ext cx="274320" cy="274320"/>
          </a:xfrm>
          <a:prstGeom prst="ellipse">
            <a:avLst/>
          </a:prstGeom>
          <a:solidFill>
            <a:srgbClr val="E53935"/>
          </a:solidFill>
          <a:ln w="12700">
            <a:solidFill>
              <a:srgbClr val="FFFFFF"/>
            </a:solidFill>
            <a:prstDash val="solid"/>
          </a:ln>
        </p:spPr>
      </p:sp>
      <p:sp>
        <p:nvSpPr>
          <p:cNvPr id="45" name="Text 37"/>
          <p:cNvSpPr txBox="1"/>
          <p:nvPr/>
        </p:nvSpPr>
        <p:spPr>
          <a:xfrm>
            <a:off x="4113520" y="31132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6" name="Image 6" descr="preencoded.png">    </p:cNvPr>
          <p:cNvPicPr>
            <a:picLocks noChangeAspect="1"/>
          </p:cNvPicPr>
          <p:nvPr/>
        </p:nvPicPr>
        <p:blipFill>
          <a:blip r:embed="rId7"/>
          <a:stretch>
            <a:fillRect/>
          </a:stretch>
        </p:blipFill>
        <p:spPr>
          <a:xfrm>
            <a:off x="2654037" y="3389434"/>
            <a:ext cx="237744" cy="237744"/>
          </a:xfrm>
          <a:prstGeom prst="rect">
            <a:avLst/>
          </a:prstGeom>
        </p:spPr>
      </p:pic>
      <p:sp>
        <p:nvSpPr>
          <p:cNvPr id="47" name="Text 3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8" name="Text 3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pesan commit yang jelas</a:t>
            </a:r>
            <a:endParaRPr lang="en-US" sz="1800" dirty="0"/>
          </a:p>
        </p:txBody>
      </p:sp>
      <p:sp>
        <p:nvSpPr>
          <p:cNvPr id="49" name="Text 4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kotak Commit changes, ganti tulisan bawaan dengan pesan yang jelas: Tambah halaman profil dan landing page.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Upload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 / upload</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Shape 24"/>
          <p:cNvSpPr/>
          <p:nvPr/>
        </p:nvSpPr>
        <p:spPr>
          <a:xfrm>
            <a:off x="724936" y="2061725"/>
            <a:ext cx="4676607" cy="914400"/>
          </a:xfrm>
          <a:prstGeom prst="rect">
            <a:avLst/>
          </a:prstGeom>
          <a:solidFill>
            <a:srgbClr val="F6F8FA"/>
          </a:solidFill>
          <a:ln w="12700">
            <a:solidFill>
              <a:srgbClr val="D0D7DE"/>
            </a:solidFill>
            <a:prstDash val="dash"/>
          </a:ln>
        </p:spPr>
      </p:sp>
      <p:sp>
        <p:nvSpPr>
          <p:cNvPr id="33" name="Text 25"/>
          <p:cNvSpPr txBox="1"/>
          <p:nvPr/>
        </p:nvSpPr>
        <p:spPr>
          <a:xfrm>
            <a:off x="724936" y="2198885"/>
            <a:ext cx="4676607" cy="457200"/>
          </a:xfrm>
          <a:prstGeom prst="rect">
            <a:avLst/>
          </a:prstGeom>
          <a:noFill/>
          <a:ln/>
        </p:spPr>
        <p:txBody>
          <a:bodyPr wrap="square" lIns="0" tIns="0" rIns="0" bIns="0" rtlCol="0" anchor="t"/>
          <a:lstStyle/>
          <a:p>
            <a:pPr algn="ctr" indent="0" marL="0">
              <a:buNone/>
            </a:pPr>
            <a:r>
              <a:rPr lang="en-US" sz="800" dirty="0">
                <a:solidFill>
                  <a:srgbClr val="555555"/>
                </a:solidFill>
                <a:latin typeface="Calibri" pitchFamily="34" charset="0"/>
                <a:ea typeface="Calibri" pitchFamily="34" charset="-122"/>
                <a:cs typeface="Calibri" pitchFamily="34" charset="-120"/>
              </a:rPr>
              <a:t>Drag files here to add them to your repository</a:t>
            </a:r>
            <a:endParaRPr lang="en-US" sz="800" dirty="0"/>
          </a:p>
          <a:p>
            <a:pPr algn="ctr" indent="0" marL="0">
              <a:buNone/>
            </a:pPr>
            <a:r>
              <a:rPr lang="en-US" sz="800" dirty="0">
                <a:solidFill>
                  <a:srgbClr val="555555"/>
                </a:solidFill>
                <a:latin typeface="Calibri" pitchFamily="34" charset="0"/>
                <a:ea typeface="Calibri" pitchFamily="34" charset="-122"/>
                <a:cs typeface="Calibri" pitchFamily="34" charset="-120"/>
              </a:rPr>
              <a:t>or choose your files</a:t>
            </a:r>
            <a:endParaRPr lang="en-US" sz="800" dirty="0"/>
          </a:p>
        </p:txBody>
      </p:sp>
      <p:sp>
        <p:nvSpPr>
          <p:cNvPr id="34" name="Text 26"/>
          <p:cNvSpPr txBox="1"/>
          <p:nvPr/>
        </p:nvSpPr>
        <p:spPr>
          <a:xfrm>
            <a:off x="86209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index.html</a:t>
            </a:r>
            <a:endParaRPr lang="en-US" sz="700" dirty="0"/>
          </a:p>
        </p:txBody>
      </p:sp>
      <p:sp>
        <p:nvSpPr>
          <p:cNvPr id="35" name="Text 27"/>
          <p:cNvSpPr txBox="1"/>
          <p:nvPr/>
        </p:nvSpPr>
        <p:spPr>
          <a:xfrm>
            <a:off x="205081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pondok.html</a:t>
            </a:r>
            <a:endParaRPr lang="en-US" sz="700" dirty="0"/>
          </a:p>
        </p:txBody>
      </p:sp>
      <p:sp>
        <p:nvSpPr>
          <p:cNvPr id="36" name="Text 28"/>
          <p:cNvSpPr txBox="1"/>
          <p:nvPr/>
        </p:nvSpPr>
        <p:spPr>
          <a:xfrm>
            <a:off x="323953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logo.png</a:t>
            </a:r>
            <a:endParaRPr lang="en-US" sz="700" dirty="0"/>
          </a:p>
        </p:txBody>
      </p:sp>
      <p:sp>
        <p:nvSpPr>
          <p:cNvPr id="37" name="Text 29"/>
          <p:cNvSpPr txBox="1"/>
          <p:nvPr/>
        </p:nvSpPr>
        <p:spPr>
          <a:xfrm>
            <a:off x="442825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pondok.jpg</a:t>
            </a:r>
            <a:endParaRPr lang="en-US" sz="700" dirty="0"/>
          </a:p>
        </p:txBody>
      </p:sp>
      <p:sp>
        <p:nvSpPr>
          <p:cNvPr id="38" name="Text 30"/>
          <p:cNvSpPr txBox="1"/>
          <p:nvPr/>
        </p:nvSpPr>
        <p:spPr>
          <a:xfrm>
            <a:off x="724936" y="3067565"/>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Commit changes</a:t>
            </a:r>
            <a:endParaRPr lang="en-US" sz="800" dirty="0"/>
          </a:p>
        </p:txBody>
      </p:sp>
      <p:sp>
        <p:nvSpPr>
          <p:cNvPr id="39" name="Shape 31"/>
          <p:cNvSpPr/>
          <p:nvPr/>
        </p:nvSpPr>
        <p:spPr>
          <a:xfrm>
            <a:off x="724936" y="3268733"/>
            <a:ext cx="3507456" cy="219456"/>
          </a:xfrm>
          <a:prstGeom prst="roundRect">
            <a:avLst>
              <a:gd name="adj" fmla="val 12500"/>
            </a:avLst>
          </a:prstGeom>
          <a:solidFill>
            <a:srgbClr val="FFFFFF"/>
          </a:solidFill>
          <a:ln w="12700">
            <a:solidFill>
              <a:srgbClr val="0969DA"/>
            </a:solidFill>
            <a:prstDash val="solid"/>
          </a:ln>
        </p:spPr>
      </p:sp>
      <p:sp>
        <p:nvSpPr>
          <p:cNvPr id="40" name="Text 32"/>
          <p:cNvSpPr txBox="1"/>
          <p:nvPr/>
        </p:nvSpPr>
        <p:spPr>
          <a:xfrm>
            <a:off x="779800" y="3268733"/>
            <a:ext cx="3507456" cy="219456"/>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Tambah halaman profil dan landing page pondok</a:t>
            </a:r>
            <a:endParaRPr lang="en-US" sz="750" dirty="0"/>
          </a:p>
        </p:txBody>
      </p:sp>
      <p:sp>
        <p:nvSpPr>
          <p:cNvPr id="41" name="Shape 33"/>
          <p:cNvSpPr/>
          <p:nvPr/>
        </p:nvSpPr>
        <p:spPr>
          <a:xfrm>
            <a:off x="724936" y="3702776"/>
            <a:ext cx="1005840" cy="219456"/>
          </a:xfrm>
          <a:prstGeom prst="roundRect">
            <a:avLst>
              <a:gd name="adj" fmla="val 16667"/>
            </a:avLst>
          </a:prstGeom>
          <a:solidFill>
            <a:srgbClr val="1F883D"/>
          </a:solidFill>
          <a:ln w="12700">
            <a:solidFill>
              <a:srgbClr val="1F883D"/>
            </a:solidFill>
            <a:prstDash val="solid"/>
          </a:ln>
        </p:spPr>
      </p:sp>
      <p:sp>
        <p:nvSpPr>
          <p:cNvPr id="42" name="Text 34"/>
          <p:cNvSpPr txBox="1"/>
          <p:nvPr/>
        </p:nvSpPr>
        <p:spPr>
          <a:xfrm>
            <a:off x="724936" y="3702776"/>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Commit changes</a:t>
            </a:r>
            <a:endParaRPr lang="en-US" sz="750" dirty="0"/>
          </a:p>
        </p:txBody>
      </p:sp>
      <p:sp>
        <p:nvSpPr>
          <p:cNvPr id="43" name="Shape 35"/>
          <p:cNvSpPr/>
          <p:nvPr/>
        </p:nvSpPr>
        <p:spPr>
          <a:xfrm>
            <a:off x="697504" y="3675344"/>
            <a:ext cx="1060704" cy="274320"/>
          </a:xfrm>
          <a:prstGeom prst="roundRect">
            <a:avLst>
              <a:gd name="adj" fmla="val 16667"/>
            </a:avLst>
          </a:prstGeom>
          <a:solidFill>
            <a:srgbClr val="FFFFFF">
              <a:alpha val="0"/>
            </a:srgbClr>
          </a:solidFill>
          <a:ln w="31750">
            <a:solidFill>
              <a:srgbClr val="E53935"/>
            </a:solidFill>
            <a:prstDash val="solid"/>
          </a:ln>
        </p:spPr>
      </p:sp>
      <p:sp>
        <p:nvSpPr>
          <p:cNvPr id="44" name="Shape 36"/>
          <p:cNvSpPr/>
          <p:nvPr/>
        </p:nvSpPr>
        <p:spPr>
          <a:xfrm>
            <a:off x="1621048" y="3538184"/>
            <a:ext cx="274320" cy="274320"/>
          </a:xfrm>
          <a:prstGeom prst="ellipse">
            <a:avLst/>
          </a:prstGeom>
          <a:solidFill>
            <a:srgbClr val="E53935"/>
          </a:solidFill>
          <a:ln w="12700">
            <a:solidFill>
              <a:srgbClr val="FFFFFF"/>
            </a:solidFill>
            <a:prstDash val="solid"/>
          </a:ln>
        </p:spPr>
      </p:sp>
      <p:sp>
        <p:nvSpPr>
          <p:cNvPr id="45" name="Text 37"/>
          <p:cNvSpPr txBox="1"/>
          <p:nvPr/>
        </p:nvSpPr>
        <p:spPr>
          <a:xfrm>
            <a:off x="1621048" y="35381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6" name="Image 6" descr="preencoded.png">    </p:cNvPr>
          <p:cNvPicPr>
            <a:picLocks noChangeAspect="1"/>
          </p:cNvPicPr>
          <p:nvPr/>
        </p:nvPicPr>
        <p:blipFill>
          <a:blip r:embed="rId7"/>
          <a:stretch>
            <a:fillRect/>
          </a:stretch>
        </p:blipFill>
        <p:spPr>
          <a:xfrm>
            <a:off x="1278148" y="3823477"/>
            <a:ext cx="237744" cy="237744"/>
          </a:xfrm>
          <a:prstGeom prst="rect">
            <a:avLst/>
          </a:prstGeom>
        </p:spPr>
      </p:pic>
      <p:sp>
        <p:nvSpPr>
          <p:cNvPr id="47" name="Text 3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8" name="Text 3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Commit changes</a:t>
            </a:r>
            <a:endParaRPr lang="en-US" sz="1800" dirty="0"/>
          </a:p>
        </p:txBody>
      </p:sp>
      <p:sp>
        <p:nvSpPr>
          <p:cNvPr id="49" name="Text 4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tombol hijau Commit changes. Tunggu sampai kembali ke halaman repository.</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Edit di GitHub</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2743200" cy="201168"/>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website-santri-kel1 / index.html</a:t>
            </a:r>
            <a:endParaRPr lang="en-US" sz="750" dirty="0"/>
          </a:p>
        </p:txBody>
      </p:sp>
      <p:sp>
        <p:nvSpPr>
          <p:cNvPr id="33" name="Shape 25"/>
          <p:cNvSpPr/>
          <p:nvPr/>
        </p:nvSpPr>
        <p:spPr>
          <a:xfrm>
            <a:off x="4487144" y="2043437"/>
            <a:ext cx="914400" cy="219456"/>
          </a:xfrm>
          <a:prstGeom prst="roundRect">
            <a:avLst>
              <a:gd name="adj" fmla="val 16667"/>
            </a:avLst>
          </a:prstGeom>
          <a:solidFill>
            <a:srgbClr val="1F883D"/>
          </a:solidFill>
          <a:ln w="12700">
            <a:solidFill>
              <a:srgbClr val="1F883D"/>
            </a:solidFill>
            <a:prstDash val="solid"/>
          </a:ln>
        </p:spPr>
      </p:sp>
      <p:sp>
        <p:nvSpPr>
          <p:cNvPr id="34" name="Text 26"/>
          <p:cNvSpPr txBox="1"/>
          <p:nvPr/>
        </p:nvSpPr>
        <p:spPr>
          <a:xfrm>
            <a:off x="4487144" y="2043437"/>
            <a:ext cx="91440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Commit changes...</a:t>
            </a:r>
            <a:endParaRPr lang="en-US" sz="700" dirty="0"/>
          </a:p>
        </p:txBody>
      </p:sp>
      <p:sp>
        <p:nvSpPr>
          <p:cNvPr id="35" name="Shape 27"/>
          <p:cNvSpPr/>
          <p:nvPr/>
        </p:nvSpPr>
        <p:spPr>
          <a:xfrm>
            <a:off x="724936" y="2336045"/>
            <a:ext cx="4676607" cy="1613619"/>
          </a:xfrm>
          <a:prstGeom prst="rect">
            <a:avLst/>
          </a:prstGeom>
          <a:solidFill>
            <a:srgbClr val="FFFFFF"/>
          </a:solidFill>
          <a:ln w="9525">
            <a:solidFill>
              <a:srgbClr val="D0D7DE"/>
            </a:solidFill>
            <a:prstDash val="solid"/>
          </a:ln>
        </p:spPr>
      </p:sp>
      <p:sp>
        <p:nvSpPr>
          <p:cNvPr id="36" name="Text 28"/>
          <p:cNvSpPr txBox="1"/>
          <p:nvPr/>
        </p:nvSpPr>
        <p:spPr>
          <a:xfrm>
            <a:off x="724936" y="2381765"/>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a:t>
            </a:r>
            <a:endParaRPr lang="en-US" sz="600" dirty="0"/>
          </a:p>
        </p:txBody>
      </p:sp>
      <p:sp>
        <p:nvSpPr>
          <p:cNvPr id="37" name="Text 29"/>
          <p:cNvSpPr txBox="1"/>
          <p:nvPr/>
        </p:nvSpPr>
        <p:spPr>
          <a:xfrm>
            <a:off x="1044976" y="2381765"/>
            <a:ext cx="4310847" cy="155448"/>
          </a:xfrm>
          <a:prstGeom prst="rect">
            <a:avLst/>
          </a:prstGeom>
          <a:noFill/>
          <a:ln/>
        </p:spPr>
        <p:txBody>
          <a:bodyPr wrap="square" lIns="0" tIns="0" rIns="0" bIns="0" rtlCol="0" anchor="ctr"/>
          <a:lstStyle/>
          <a:p>
            <a:pPr indent="0" marL="0">
              <a:buNone/>
            </a:pPr>
            <a:r>
              <a:rPr lang="en-US" sz="782" dirty="0">
                <a:solidFill>
                  <a:srgbClr val="1A5FB4"/>
                </a:solidFill>
                <a:latin typeface="Courier New" pitchFamily="34" charset="0"/>
                <a:ea typeface="Courier New" pitchFamily="34" charset="-122"/>
                <a:cs typeface="Courier New" pitchFamily="34" charset="-120"/>
              </a:rPr>
              <a:t>&lt;!DOCTYPE html&gt;</a:t>
            </a:r>
            <a:endParaRPr lang="en-US" sz="782" dirty="0"/>
          </a:p>
        </p:txBody>
      </p:sp>
      <p:sp>
        <p:nvSpPr>
          <p:cNvPr id="38" name="Text 30"/>
          <p:cNvSpPr txBox="1"/>
          <p:nvPr/>
        </p:nvSpPr>
        <p:spPr>
          <a:xfrm>
            <a:off x="724936" y="2537213"/>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2</a:t>
            </a:r>
            <a:endParaRPr lang="en-US" sz="600" dirty="0"/>
          </a:p>
        </p:txBody>
      </p:sp>
      <p:sp>
        <p:nvSpPr>
          <p:cNvPr id="39" name="Text 31"/>
          <p:cNvSpPr txBox="1"/>
          <p:nvPr/>
        </p:nvSpPr>
        <p:spPr>
          <a:xfrm>
            <a:off x="1044976" y="2537213"/>
            <a:ext cx="4310847" cy="155448"/>
          </a:xfrm>
          <a:prstGeom prst="rect">
            <a:avLst/>
          </a:prstGeom>
          <a:noFill/>
          <a:ln/>
        </p:spPr>
        <p:txBody>
          <a:bodyPr wrap="square" lIns="0" tIns="0" rIns="0" bIns="0" rtlCol="0" anchor="ctr"/>
          <a:lstStyle/>
          <a:p>
            <a:pPr indent="0" marL="0">
              <a:buNone/>
            </a:pPr>
            <a:r>
              <a:rPr lang="en-US" sz="782" dirty="0">
                <a:solidFill>
                  <a:srgbClr val="1A5FB4"/>
                </a:solidFill>
                <a:latin typeface="Courier New" pitchFamily="34" charset="0"/>
                <a:ea typeface="Courier New" pitchFamily="34" charset="-122"/>
                <a:cs typeface="Courier New" pitchFamily="34" charset="-120"/>
              </a:rPr>
              <a:t>&lt;html&gt;</a:t>
            </a:r>
            <a:endParaRPr lang="en-US" sz="782" dirty="0"/>
          </a:p>
        </p:txBody>
      </p:sp>
      <p:sp>
        <p:nvSpPr>
          <p:cNvPr id="40" name="Text 32"/>
          <p:cNvSpPr txBox="1"/>
          <p:nvPr/>
        </p:nvSpPr>
        <p:spPr>
          <a:xfrm>
            <a:off x="724936" y="2692661"/>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3</a:t>
            </a:r>
            <a:endParaRPr lang="en-US" sz="600" dirty="0"/>
          </a:p>
        </p:txBody>
      </p:sp>
      <p:sp>
        <p:nvSpPr>
          <p:cNvPr id="41" name="Text 33"/>
          <p:cNvSpPr txBox="1"/>
          <p:nvPr/>
        </p:nvSpPr>
        <p:spPr>
          <a:xfrm>
            <a:off x="1044976" y="2692661"/>
            <a:ext cx="4310847" cy="155448"/>
          </a:xfrm>
          <a:prstGeom prst="rect">
            <a:avLst/>
          </a:prstGeom>
          <a:noFill/>
          <a:ln/>
        </p:spPr>
        <p:txBody>
          <a:bodyPr wrap="square" lIns="0" tIns="0" rIns="0" bIns="0" rtlCol="0" anchor="ctr"/>
          <a:lstStyle/>
          <a:p>
            <a:pPr indent="0" marL="0">
              <a:buNone/>
            </a:pPr>
            <a:r>
              <a:rPr lang="en-US" sz="782" dirty="0">
                <a:solidFill>
                  <a:srgbClr val="1A5FB4"/>
                </a:solidFill>
                <a:latin typeface="Courier New" pitchFamily="34" charset="0"/>
                <a:ea typeface="Courier New" pitchFamily="34" charset="-122"/>
                <a:cs typeface="Courier New" pitchFamily="34" charset="-120"/>
              </a:rPr>
              <a:t>&lt;head&gt;</a:t>
            </a:r>
            <a:endParaRPr lang="en-US" sz="782" dirty="0"/>
          </a:p>
        </p:txBody>
      </p:sp>
      <p:sp>
        <p:nvSpPr>
          <p:cNvPr id="42" name="Text 34"/>
          <p:cNvSpPr txBox="1"/>
          <p:nvPr/>
        </p:nvSpPr>
        <p:spPr>
          <a:xfrm>
            <a:off x="724936" y="2848109"/>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4</a:t>
            </a:r>
            <a:endParaRPr lang="en-US" sz="600" dirty="0"/>
          </a:p>
        </p:txBody>
      </p:sp>
      <p:sp>
        <p:nvSpPr>
          <p:cNvPr id="43" name="Text 35"/>
          <p:cNvSpPr txBox="1"/>
          <p:nvPr/>
        </p:nvSpPr>
        <p:spPr>
          <a:xfrm>
            <a:off x="1044976" y="2848109"/>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&lt;meta charset="UTF-8"&gt;</a:t>
            </a:r>
            <a:endParaRPr lang="en-US" sz="782" dirty="0"/>
          </a:p>
        </p:txBody>
      </p:sp>
      <p:sp>
        <p:nvSpPr>
          <p:cNvPr id="44" name="Text 36"/>
          <p:cNvSpPr txBox="1"/>
          <p:nvPr/>
        </p:nvSpPr>
        <p:spPr>
          <a:xfrm>
            <a:off x="724936" y="3003557"/>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5</a:t>
            </a:r>
            <a:endParaRPr lang="en-US" sz="600" dirty="0"/>
          </a:p>
        </p:txBody>
      </p:sp>
      <p:sp>
        <p:nvSpPr>
          <p:cNvPr id="45" name="Text 37"/>
          <p:cNvSpPr txBox="1"/>
          <p:nvPr/>
        </p:nvSpPr>
        <p:spPr>
          <a:xfrm>
            <a:off x="1044976" y="3003557"/>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&lt;title&gt;</a:t>
            </a:r>
            <a:pPr indent="0" marL="0">
              <a:buNone/>
            </a:pPr>
            <a:r>
              <a:rPr lang="en-US" sz="782" dirty="0">
                <a:solidFill>
                  <a:srgbClr val="222222"/>
                </a:solidFill>
                <a:latin typeface="Courier New" pitchFamily="34" charset="0"/>
                <a:ea typeface="Courier New" pitchFamily="34" charset="-122"/>
                <a:cs typeface="Courier New" pitchFamily="34" charset="-120"/>
              </a:rPr>
              <a:t>Profil Santri</a:t>
            </a:r>
            <a:pPr indent="0" marL="0">
              <a:buNone/>
            </a:pPr>
            <a:r>
              <a:rPr lang="en-US" sz="782" dirty="0">
                <a:solidFill>
                  <a:srgbClr val="1A5FB4"/>
                </a:solidFill>
                <a:latin typeface="Courier New" pitchFamily="34" charset="0"/>
                <a:ea typeface="Courier New" pitchFamily="34" charset="-122"/>
                <a:cs typeface="Courier New" pitchFamily="34" charset="-120"/>
              </a:rPr>
              <a:t>&lt;/title&gt;</a:t>
            </a:r>
            <a:endParaRPr lang="en-US" sz="782" dirty="0"/>
          </a:p>
        </p:txBody>
      </p:sp>
      <p:sp>
        <p:nvSpPr>
          <p:cNvPr id="46" name="Text 38"/>
          <p:cNvSpPr txBox="1"/>
          <p:nvPr/>
        </p:nvSpPr>
        <p:spPr>
          <a:xfrm>
            <a:off x="724936" y="3159005"/>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6</a:t>
            </a:r>
            <a:endParaRPr lang="en-US" sz="600" dirty="0"/>
          </a:p>
        </p:txBody>
      </p:sp>
      <p:sp>
        <p:nvSpPr>
          <p:cNvPr id="47" name="Text 39"/>
          <p:cNvSpPr txBox="1"/>
          <p:nvPr/>
        </p:nvSpPr>
        <p:spPr>
          <a:xfrm>
            <a:off x="1044976" y="3159005"/>
            <a:ext cx="4310847" cy="155448"/>
          </a:xfrm>
          <a:prstGeom prst="rect">
            <a:avLst/>
          </a:prstGeom>
          <a:noFill/>
          <a:ln/>
        </p:spPr>
        <p:txBody>
          <a:bodyPr wrap="square" lIns="0" tIns="0" rIns="0" bIns="0" rtlCol="0" anchor="ctr"/>
          <a:lstStyle/>
          <a:p>
            <a:pPr indent="0" marL="0">
              <a:buNone/>
            </a:pPr>
            <a:r>
              <a:rPr lang="en-US" sz="782" dirty="0">
                <a:solidFill>
                  <a:srgbClr val="1A5FB4"/>
                </a:solidFill>
                <a:latin typeface="Courier New" pitchFamily="34" charset="0"/>
                <a:ea typeface="Courier New" pitchFamily="34" charset="-122"/>
                <a:cs typeface="Courier New" pitchFamily="34" charset="-120"/>
              </a:rPr>
              <a:t>&lt;/head&gt;</a:t>
            </a:r>
            <a:endParaRPr lang="en-US" sz="782" dirty="0"/>
          </a:p>
        </p:txBody>
      </p:sp>
      <p:sp>
        <p:nvSpPr>
          <p:cNvPr id="48" name="Text 40"/>
          <p:cNvSpPr txBox="1"/>
          <p:nvPr/>
        </p:nvSpPr>
        <p:spPr>
          <a:xfrm>
            <a:off x="724936" y="3314453"/>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7</a:t>
            </a:r>
            <a:endParaRPr lang="en-US" sz="600" dirty="0"/>
          </a:p>
        </p:txBody>
      </p:sp>
      <p:sp>
        <p:nvSpPr>
          <p:cNvPr id="49" name="Text 41"/>
          <p:cNvSpPr txBox="1"/>
          <p:nvPr/>
        </p:nvSpPr>
        <p:spPr>
          <a:xfrm>
            <a:off x="1044976" y="3314453"/>
            <a:ext cx="4310847" cy="155448"/>
          </a:xfrm>
          <a:prstGeom prst="rect">
            <a:avLst/>
          </a:prstGeom>
          <a:noFill/>
          <a:ln/>
        </p:spPr>
        <p:txBody>
          <a:bodyPr wrap="square" lIns="0" tIns="0" rIns="0" bIns="0" rtlCol="0" anchor="ctr"/>
          <a:lstStyle/>
          <a:p>
            <a:pPr indent="0" marL="0">
              <a:buNone/>
            </a:pPr>
            <a:r>
              <a:rPr lang="en-US" sz="782" dirty="0">
                <a:solidFill>
                  <a:srgbClr val="1A5FB4"/>
                </a:solidFill>
                <a:latin typeface="Courier New" pitchFamily="34" charset="0"/>
                <a:ea typeface="Courier New" pitchFamily="34" charset="-122"/>
                <a:cs typeface="Courier New" pitchFamily="34" charset="-120"/>
              </a:rPr>
              <a:t>&lt;body&gt;</a:t>
            </a:r>
            <a:endParaRPr lang="en-US" sz="782" dirty="0"/>
          </a:p>
        </p:txBody>
      </p:sp>
      <p:sp>
        <p:nvSpPr>
          <p:cNvPr id="50" name="Text 42"/>
          <p:cNvSpPr txBox="1"/>
          <p:nvPr/>
        </p:nvSpPr>
        <p:spPr>
          <a:xfrm>
            <a:off x="724936" y="3469901"/>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8</a:t>
            </a:r>
            <a:endParaRPr lang="en-US" sz="600" dirty="0"/>
          </a:p>
        </p:txBody>
      </p:sp>
      <p:sp>
        <p:nvSpPr>
          <p:cNvPr id="51" name="Text 43"/>
          <p:cNvSpPr txBox="1"/>
          <p:nvPr/>
        </p:nvSpPr>
        <p:spPr>
          <a:xfrm>
            <a:off x="1044976" y="3469901"/>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&lt;h1&gt;</a:t>
            </a:r>
            <a:pPr indent="0" marL="0">
              <a:buNone/>
            </a:pPr>
            <a:r>
              <a:rPr lang="en-US" sz="782" dirty="0">
                <a:solidFill>
                  <a:srgbClr val="222222"/>
                </a:solidFill>
                <a:latin typeface="Courier New" pitchFamily="34" charset="0"/>
                <a:ea typeface="Courier New" pitchFamily="34" charset="-122"/>
                <a:cs typeface="Courier New" pitchFamily="34" charset="-120"/>
              </a:rPr>
              <a:t>Assalamu'alaikum!</a:t>
            </a:r>
            <a:pPr indent="0" marL="0">
              <a:buNone/>
            </a:pPr>
            <a:r>
              <a:rPr lang="en-US" sz="782" dirty="0">
                <a:solidFill>
                  <a:srgbClr val="1A5FB4"/>
                </a:solidFill>
                <a:latin typeface="Courier New" pitchFamily="34" charset="0"/>
                <a:ea typeface="Courier New" pitchFamily="34" charset="-122"/>
                <a:cs typeface="Courier New" pitchFamily="34" charset="-120"/>
              </a:rPr>
              <a:t>&lt;/h1&gt;</a:t>
            </a:r>
            <a:endParaRPr lang="en-US" sz="782" dirty="0"/>
          </a:p>
        </p:txBody>
      </p:sp>
      <p:sp>
        <p:nvSpPr>
          <p:cNvPr id="52" name="Text 44"/>
          <p:cNvSpPr txBox="1"/>
          <p:nvPr/>
        </p:nvSpPr>
        <p:spPr>
          <a:xfrm>
            <a:off x="724936" y="3625349"/>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9</a:t>
            </a:r>
            <a:endParaRPr lang="en-US" sz="600" dirty="0"/>
          </a:p>
        </p:txBody>
      </p:sp>
      <p:sp>
        <p:nvSpPr>
          <p:cNvPr id="53" name="Text 45"/>
          <p:cNvSpPr txBox="1"/>
          <p:nvPr/>
        </p:nvSpPr>
        <p:spPr>
          <a:xfrm>
            <a:off x="1044976" y="3625349"/>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&lt;p&gt;</a:t>
            </a:r>
            <a:pPr indent="0" marL="0">
              <a:buNone/>
            </a:pPr>
            <a:r>
              <a:rPr lang="en-US" sz="782" dirty="0">
                <a:solidFill>
                  <a:srgbClr val="222222"/>
                </a:solidFill>
                <a:latin typeface="Courier New" pitchFamily="34" charset="0"/>
                <a:ea typeface="Courier New" pitchFamily="34" charset="-122"/>
                <a:cs typeface="Courier New" pitchFamily="34" charset="-120"/>
              </a:rPr>
              <a:t>Nama saya </a:t>
            </a:r>
            <a:pPr indent="0" marL="0">
              <a:buNone/>
            </a:pPr>
            <a:r>
              <a:rPr lang="en-US" sz="782" dirty="0">
                <a:solidFill>
                  <a:srgbClr val="1A5FB4"/>
                </a:solidFill>
                <a:latin typeface="Courier New" pitchFamily="34" charset="0"/>
                <a:ea typeface="Courier New" pitchFamily="34" charset="-122"/>
                <a:cs typeface="Courier New" pitchFamily="34" charset="-120"/>
              </a:rPr>
              <a:t>&lt;b&gt;</a:t>
            </a:r>
            <a:pPr indent="0" marL="0">
              <a:buNone/>
            </a:pPr>
            <a:r>
              <a:rPr lang="en-US" sz="782" dirty="0">
                <a:solidFill>
                  <a:srgbClr val="222222"/>
                </a:solidFill>
                <a:latin typeface="Courier New" pitchFamily="34" charset="0"/>
                <a:ea typeface="Courier New" pitchFamily="34" charset="-122"/>
                <a:cs typeface="Courier New" pitchFamily="34" charset="-120"/>
              </a:rPr>
              <a:t>Ahmad</a:t>
            </a:r>
            <a:pPr indent="0" marL="0">
              <a:buNone/>
            </a:pPr>
            <a:r>
              <a:rPr lang="en-US" sz="782" dirty="0">
                <a:solidFill>
                  <a:srgbClr val="1A5FB4"/>
                </a:solidFill>
                <a:latin typeface="Courier New" pitchFamily="34" charset="0"/>
                <a:ea typeface="Courier New" pitchFamily="34" charset="-122"/>
                <a:cs typeface="Courier New" pitchFamily="34" charset="-120"/>
              </a:rPr>
              <a:t>&lt;/b&gt;</a:t>
            </a:r>
            <a:pPr indent="0" marL="0">
              <a:buNone/>
            </a:pPr>
            <a:r>
              <a:rPr lang="en-US" sz="782" dirty="0">
                <a:solidFill>
                  <a:srgbClr val="222222"/>
                </a:solidFill>
                <a:latin typeface="Courier New" pitchFamily="34" charset="0"/>
                <a:ea typeface="Courier New" pitchFamily="34" charset="-122"/>
                <a:cs typeface="Courier New" pitchFamily="34" charset="-120"/>
              </a:rPr>
              <a:t>, santri Kelas 8A.</a:t>
            </a:r>
            <a:pPr indent="0" marL="0">
              <a:buNone/>
            </a:pPr>
            <a:r>
              <a:rPr lang="en-US" sz="782" dirty="0">
                <a:solidFill>
                  <a:srgbClr val="1A5FB4"/>
                </a:solidFill>
                <a:latin typeface="Courier New" pitchFamily="34" charset="0"/>
                <a:ea typeface="Courier New" pitchFamily="34" charset="-122"/>
                <a:cs typeface="Courier New" pitchFamily="34" charset="-120"/>
              </a:rPr>
              <a:t>&lt;/p&gt;</a:t>
            </a:r>
            <a:endParaRPr lang="en-US" sz="782" dirty="0"/>
          </a:p>
        </p:txBody>
      </p:sp>
      <p:pic>
        <p:nvPicPr>
          <p:cNvPr id="54" name="Image 6" descr="preencoded.png">    </p:cNvPr>
          <p:cNvPicPr>
            <a:picLocks noChangeAspect="1"/>
          </p:cNvPicPr>
          <p:nvPr/>
        </p:nvPicPr>
        <p:blipFill>
          <a:blip r:embed="rId7"/>
          <a:stretch>
            <a:fillRect/>
          </a:stretch>
        </p:blipFill>
        <p:spPr>
          <a:xfrm>
            <a:off x="4203680" y="2080013"/>
            <a:ext cx="146304" cy="146304"/>
          </a:xfrm>
          <a:prstGeom prst="rect">
            <a:avLst/>
          </a:prstGeom>
        </p:spPr>
      </p:pic>
      <p:sp>
        <p:nvSpPr>
          <p:cNvPr id="55" name="Shape 46"/>
          <p:cNvSpPr/>
          <p:nvPr/>
        </p:nvSpPr>
        <p:spPr>
          <a:xfrm>
            <a:off x="4139672" y="2016005"/>
            <a:ext cx="283464" cy="274320"/>
          </a:xfrm>
          <a:prstGeom prst="roundRect">
            <a:avLst>
              <a:gd name="adj" fmla="val 16667"/>
            </a:avLst>
          </a:prstGeom>
          <a:solidFill>
            <a:srgbClr val="FFFFFF">
              <a:alpha val="0"/>
            </a:srgbClr>
          </a:solidFill>
          <a:ln w="31750">
            <a:solidFill>
              <a:srgbClr val="E53935"/>
            </a:solidFill>
            <a:prstDash val="solid"/>
          </a:ln>
        </p:spPr>
      </p:sp>
      <p:sp>
        <p:nvSpPr>
          <p:cNvPr id="56" name="Shape 47"/>
          <p:cNvSpPr/>
          <p:nvPr/>
        </p:nvSpPr>
        <p:spPr>
          <a:xfrm>
            <a:off x="4285976" y="1878845"/>
            <a:ext cx="274320" cy="274320"/>
          </a:xfrm>
          <a:prstGeom prst="ellipse">
            <a:avLst/>
          </a:prstGeom>
          <a:solidFill>
            <a:srgbClr val="E53935"/>
          </a:solidFill>
          <a:ln w="12700">
            <a:solidFill>
              <a:srgbClr val="FFFFFF"/>
            </a:solidFill>
            <a:prstDash val="solid"/>
          </a:ln>
        </p:spPr>
      </p:sp>
      <p:sp>
        <p:nvSpPr>
          <p:cNvPr id="57" name="Text 48"/>
          <p:cNvSpPr txBox="1"/>
          <p:nvPr/>
        </p:nvSpPr>
        <p:spPr>
          <a:xfrm>
            <a:off x="4285976" y="18788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8" name="Image 7" descr="preencoded.png">    </p:cNvPr>
          <p:cNvPicPr>
            <a:picLocks noChangeAspect="1"/>
          </p:cNvPicPr>
          <p:nvPr/>
        </p:nvPicPr>
        <p:blipFill>
          <a:blip r:embed="rId8"/>
          <a:stretch>
            <a:fillRect/>
          </a:stretch>
        </p:blipFill>
        <p:spPr>
          <a:xfrm>
            <a:off x="4292834" y="2164138"/>
            <a:ext cx="237744" cy="237744"/>
          </a:xfrm>
          <a:prstGeom prst="rect">
            <a:avLst/>
          </a:prstGeom>
        </p:spPr>
      </p:pic>
      <p:sp>
        <p:nvSpPr>
          <p:cNvPr id="59" name="Text 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0" name="Text 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index.html › ikon pensil</a:t>
            </a:r>
            <a:endParaRPr lang="en-US" sz="1800" dirty="0"/>
          </a:p>
        </p:txBody>
      </p:sp>
      <p:sp>
        <p:nvSpPr>
          <p:cNvPr id="61" name="Text 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file index.html. Klik ikon pensil (Edit this file) di kanan atas isi file.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Edit di GitHub</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2743200" cy="201168"/>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website-santri-kel1 / index.html</a:t>
            </a:r>
            <a:endParaRPr lang="en-US" sz="750" dirty="0"/>
          </a:p>
        </p:txBody>
      </p:sp>
      <p:sp>
        <p:nvSpPr>
          <p:cNvPr id="33" name="Shape 25"/>
          <p:cNvSpPr/>
          <p:nvPr/>
        </p:nvSpPr>
        <p:spPr>
          <a:xfrm>
            <a:off x="4487144" y="2043437"/>
            <a:ext cx="914400" cy="219456"/>
          </a:xfrm>
          <a:prstGeom prst="roundRect">
            <a:avLst>
              <a:gd name="adj" fmla="val 16667"/>
            </a:avLst>
          </a:prstGeom>
          <a:solidFill>
            <a:srgbClr val="1F883D"/>
          </a:solidFill>
          <a:ln w="12700">
            <a:solidFill>
              <a:srgbClr val="1F883D"/>
            </a:solidFill>
            <a:prstDash val="solid"/>
          </a:ln>
        </p:spPr>
      </p:sp>
      <p:sp>
        <p:nvSpPr>
          <p:cNvPr id="34" name="Text 26"/>
          <p:cNvSpPr txBox="1"/>
          <p:nvPr/>
        </p:nvSpPr>
        <p:spPr>
          <a:xfrm>
            <a:off x="4487144" y="2043437"/>
            <a:ext cx="91440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Commit changes...</a:t>
            </a:r>
            <a:endParaRPr lang="en-US" sz="700" dirty="0"/>
          </a:p>
        </p:txBody>
      </p:sp>
      <p:sp>
        <p:nvSpPr>
          <p:cNvPr id="35" name="Shape 27"/>
          <p:cNvSpPr/>
          <p:nvPr/>
        </p:nvSpPr>
        <p:spPr>
          <a:xfrm>
            <a:off x="724936" y="2336045"/>
            <a:ext cx="4676607" cy="1613619"/>
          </a:xfrm>
          <a:prstGeom prst="rect">
            <a:avLst/>
          </a:prstGeom>
          <a:solidFill>
            <a:srgbClr val="FFFFFF"/>
          </a:solidFill>
          <a:ln w="9525">
            <a:solidFill>
              <a:srgbClr val="D0D7DE"/>
            </a:solidFill>
            <a:prstDash val="solid"/>
          </a:ln>
        </p:spPr>
      </p:sp>
      <p:sp>
        <p:nvSpPr>
          <p:cNvPr id="36" name="Text 28"/>
          <p:cNvSpPr txBox="1"/>
          <p:nvPr/>
        </p:nvSpPr>
        <p:spPr>
          <a:xfrm>
            <a:off x="724936" y="2381765"/>
            <a:ext cx="228600" cy="15221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a:t>
            </a:r>
            <a:endParaRPr lang="en-US" sz="600" dirty="0"/>
          </a:p>
        </p:txBody>
      </p:sp>
      <p:sp>
        <p:nvSpPr>
          <p:cNvPr id="37" name="Text 29"/>
          <p:cNvSpPr txBox="1"/>
          <p:nvPr/>
        </p:nvSpPr>
        <p:spPr>
          <a:xfrm>
            <a:off x="1044976" y="2381765"/>
            <a:ext cx="4310847" cy="152218"/>
          </a:xfrm>
          <a:prstGeom prst="rect">
            <a:avLst/>
          </a:prstGeom>
          <a:noFill/>
          <a:ln/>
        </p:spPr>
        <p:txBody>
          <a:bodyPr wrap="square" lIns="0" tIns="0" rIns="0" bIns="0" rtlCol="0" anchor="ctr"/>
          <a:lstStyle/>
          <a:p>
            <a:pPr indent="0" marL="0">
              <a:buNone/>
            </a:pPr>
            <a:r>
              <a:rPr lang="en-US" sz="766" dirty="0">
                <a:solidFill>
                  <a:srgbClr val="1A5FB4"/>
                </a:solidFill>
                <a:latin typeface="Courier New" pitchFamily="34" charset="0"/>
                <a:ea typeface="Courier New" pitchFamily="34" charset="-122"/>
                <a:cs typeface="Courier New" pitchFamily="34" charset="-120"/>
              </a:rPr>
              <a:t>&lt;!DOCTYPE html&gt;</a:t>
            </a:r>
            <a:endParaRPr lang="en-US" sz="766" dirty="0"/>
          </a:p>
        </p:txBody>
      </p:sp>
      <p:sp>
        <p:nvSpPr>
          <p:cNvPr id="38" name="Text 30"/>
          <p:cNvSpPr txBox="1"/>
          <p:nvPr/>
        </p:nvSpPr>
        <p:spPr>
          <a:xfrm>
            <a:off x="724936" y="2533983"/>
            <a:ext cx="228600" cy="15221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2</a:t>
            </a:r>
            <a:endParaRPr lang="en-US" sz="600" dirty="0"/>
          </a:p>
        </p:txBody>
      </p:sp>
      <p:sp>
        <p:nvSpPr>
          <p:cNvPr id="39" name="Text 31"/>
          <p:cNvSpPr txBox="1"/>
          <p:nvPr/>
        </p:nvSpPr>
        <p:spPr>
          <a:xfrm>
            <a:off x="1044976" y="2533983"/>
            <a:ext cx="4310847" cy="152218"/>
          </a:xfrm>
          <a:prstGeom prst="rect">
            <a:avLst/>
          </a:prstGeom>
          <a:noFill/>
          <a:ln/>
        </p:spPr>
        <p:txBody>
          <a:bodyPr wrap="square" lIns="0" tIns="0" rIns="0" bIns="0" rtlCol="0" anchor="ctr"/>
          <a:lstStyle/>
          <a:p>
            <a:pPr indent="0" marL="0">
              <a:buNone/>
            </a:pPr>
            <a:r>
              <a:rPr lang="en-US" sz="766" dirty="0">
                <a:solidFill>
                  <a:srgbClr val="1A5FB4"/>
                </a:solidFill>
                <a:latin typeface="Courier New" pitchFamily="34" charset="0"/>
                <a:ea typeface="Courier New" pitchFamily="34" charset="-122"/>
                <a:cs typeface="Courier New" pitchFamily="34" charset="-120"/>
              </a:rPr>
              <a:t>&lt;html&gt;</a:t>
            </a:r>
            <a:endParaRPr lang="en-US" sz="766" dirty="0"/>
          </a:p>
        </p:txBody>
      </p:sp>
      <p:sp>
        <p:nvSpPr>
          <p:cNvPr id="40" name="Text 32"/>
          <p:cNvSpPr txBox="1"/>
          <p:nvPr/>
        </p:nvSpPr>
        <p:spPr>
          <a:xfrm>
            <a:off x="724936" y="2686201"/>
            <a:ext cx="228600" cy="15221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3</a:t>
            </a:r>
            <a:endParaRPr lang="en-US" sz="600" dirty="0"/>
          </a:p>
        </p:txBody>
      </p:sp>
      <p:sp>
        <p:nvSpPr>
          <p:cNvPr id="41" name="Text 33"/>
          <p:cNvSpPr txBox="1"/>
          <p:nvPr/>
        </p:nvSpPr>
        <p:spPr>
          <a:xfrm>
            <a:off x="1044976" y="2686201"/>
            <a:ext cx="4310847" cy="152218"/>
          </a:xfrm>
          <a:prstGeom prst="rect">
            <a:avLst/>
          </a:prstGeom>
          <a:noFill/>
          <a:ln/>
        </p:spPr>
        <p:txBody>
          <a:bodyPr wrap="square" lIns="0" tIns="0" rIns="0" bIns="0" rtlCol="0" anchor="ctr"/>
          <a:lstStyle/>
          <a:p>
            <a:pPr indent="0" marL="0">
              <a:buNone/>
            </a:pPr>
            <a:r>
              <a:rPr lang="en-US" sz="766" dirty="0">
                <a:solidFill>
                  <a:srgbClr val="1A5FB4"/>
                </a:solidFill>
                <a:latin typeface="Courier New" pitchFamily="34" charset="0"/>
                <a:ea typeface="Courier New" pitchFamily="34" charset="-122"/>
                <a:cs typeface="Courier New" pitchFamily="34" charset="-120"/>
              </a:rPr>
              <a:t>&lt;head&gt;</a:t>
            </a:r>
            <a:endParaRPr lang="en-US" sz="766" dirty="0"/>
          </a:p>
        </p:txBody>
      </p:sp>
      <p:sp>
        <p:nvSpPr>
          <p:cNvPr id="42" name="Text 34"/>
          <p:cNvSpPr txBox="1"/>
          <p:nvPr/>
        </p:nvSpPr>
        <p:spPr>
          <a:xfrm>
            <a:off x="724936" y="2838419"/>
            <a:ext cx="228600" cy="15221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4</a:t>
            </a:r>
            <a:endParaRPr lang="en-US" sz="600" dirty="0"/>
          </a:p>
        </p:txBody>
      </p:sp>
      <p:sp>
        <p:nvSpPr>
          <p:cNvPr id="43" name="Text 35"/>
          <p:cNvSpPr txBox="1"/>
          <p:nvPr/>
        </p:nvSpPr>
        <p:spPr>
          <a:xfrm>
            <a:off x="1044976" y="2838419"/>
            <a:ext cx="4310847" cy="152218"/>
          </a:xfrm>
          <a:prstGeom prst="rect">
            <a:avLst/>
          </a:prstGeom>
          <a:noFill/>
          <a:ln/>
        </p:spPr>
        <p:txBody>
          <a:bodyPr wrap="square" lIns="0" tIns="0" rIns="0" bIns="0" rtlCol="0" anchor="ctr"/>
          <a:lstStyle/>
          <a:p>
            <a:pPr indent="0" marL="0">
              <a:buNone/>
            </a:pPr>
            <a:r>
              <a:rPr lang="en-US" sz="766" dirty="0">
                <a:solidFill>
                  <a:srgbClr val="222222"/>
                </a:solidFill>
                <a:latin typeface="Courier New" pitchFamily="34" charset="0"/>
                <a:ea typeface="Courier New" pitchFamily="34" charset="-122"/>
                <a:cs typeface="Courier New" pitchFamily="34" charset="-120"/>
              </a:rPr>
              <a:t>  </a:t>
            </a:r>
            <a:pPr indent="0" marL="0">
              <a:buNone/>
            </a:pPr>
            <a:r>
              <a:rPr lang="en-US" sz="766" dirty="0">
                <a:solidFill>
                  <a:srgbClr val="1A5FB4"/>
                </a:solidFill>
                <a:latin typeface="Courier New" pitchFamily="34" charset="0"/>
                <a:ea typeface="Courier New" pitchFamily="34" charset="-122"/>
                <a:cs typeface="Courier New" pitchFamily="34" charset="-120"/>
              </a:rPr>
              <a:t>&lt;meta charset="UTF-8"&gt;</a:t>
            </a:r>
            <a:endParaRPr lang="en-US" sz="766" dirty="0"/>
          </a:p>
        </p:txBody>
      </p:sp>
      <p:sp>
        <p:nvSpPr>
          <p:cNvPr id="44" name="Text 36"/>
          <p:cNvSpPr txBox="1"/>
          <p:nvPr/>
        </p:nvSpPr>
        <p:spPr>
          <a:xfrm>
            <a:off x="724936" y="2990637"/>
            <a:ext cx="228600" cy="15221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5</a:t>
            </a:r>
            <a:endParaRPr lang="en-US" sz="600" dirty="0"/>
          </a:p>
        </p:txBody>
      </p:sp>
      <p:sp>
        <p:nvSpPr>
          <p:cNvPr id="45" name="Text 37"/>
          <p:cNvSpPr txBox="1"/>
          <p:nvPr/>
        </p:nvSpPr>
        <p:spPr>
          <a:xfrm>
            <a:off x="1044976" y="2990637"/>
            <a:ext cx="4310847" cy="152218"/>
          </a:xfrm>
          <a:prstGeom prst="rect">
            <a:avLst/>
          </a:prstGeom>
          <a:noFill/>
          <a:ln/>
        </p:spPr>
        <p:txBody>
          <a:bodyPr wrap="square" lIns="0" tIns="0" rIns="0" bIns="0" rtlCol="0" anchor="ctr"/>
          <a:lstStyle/>
          <a:p>
            <a:pPr indent="0" marL="0">
              <a:buNone/>
            </a:pPr>
            <a:r>
              <a:rPr lang="en-US" sz="766" dirty="0">
                <a:solidFill>
                  <a:srgbClr val="222222"/>
                </a:solidFill>
                <a:latin typeface="Courier New" pitchFamily="34" charset="0"/>
                <a:ea typeface="Courier New" pitchFamily="34" charset="-122"/>
                <a:cs typeface="Courier New" pitchFamily="34" charset="-120"/>
              </a:rPr>
              <a:t>  </a:t>
            </a:r>
            <a:pPr indent="0" marL="0">
              <a:buNone/>
            </a:pPr>
            <a:r>
              <a:rPr lang="en-US" sz="766" dirty="0">
                <a:solidFill>
                  <a:srgbClr val="1A5FB4"/>
                </a:solidFill>
                <a:latin typeface="Courier New" pitchFamily="34" charset="0"/>
                <a:ea typeface="Courier New" pitchFamily="34" charset="-122"/>
                <a:cs typeface="Courier New" pitchFamily="34" charset="-120"/>
              </a:rPr>
              <a:t>&lt;title&gt;</a:t>
            </a:r>
            <a:pPr indent="0" marL="0">
              <a:buNone/>
            </a:pPr>
            <a:r>
              <a:rPr lang="en-US" sz="766" dirty="0">
                <a:solidFill>
                  <a:srgbClr val="222222"/>
                </a:solidFill>
                <a:latin typeface="Courier New" pitchFamily="34" charset="0"/>
                <a:ea typeface="Courier New" pitchFamily="34" charset="-122"/>
                <a:cs typeface="Courier New" pitchFamily="34" charset="-120"/>
              </a:rPr>
              <a:t>Profil Santri</a:t>
            </a:r>
            <a:pPr indent="0" marL="0">
              <a:buNone/>
            </a:pPr>
            <a:r>
              <a:rPr lang="en-US" sz="766" dirty="0">
                <a:solidFill>
                  <a:srgbClr val="1A5FB4"/>
                </a:solidFill>
                <a:latin typeface="Courier New" pitchFamily="34" charset="0"/>
                <a:ea typeface="Courier New" pitchFamily="34" charset="-122"/>
                <a:cs typeface="Courier New" pitchFamily="34" charset="-120"/>
              </a:rPr>
              <a:t>&lt;/title&gt;</a:t>
            </a:r>
            <a:endParaRPr lang="en-US" sz="766" dirty="0"/>
          </a:p>
        </p:txBody>
      </p:sp>
      <p:sp>
        <p:nvSpPr>
          <p:cNvPr id="46" name="Text 38"/>
          <p:cNvSpPr txBox="1"/>
          <p:nvPr/>
        </p:nvSpPr>
        <p:spPr>
          <a:xfrm>
            <a:off x="724936" y="3142855"/>
            <a:ext cx="228600" cy="15221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6</a:t>
            </a:r>
            <a:endParaRPr lang="en-US" sz="600" dirty="0"/>
          </a:p>
        </p:txBody>
      </p:sp>
      <p:sp>
        <p:nvSpPr>
          <p:cNvPr id="47" name="Text 39"/>
          <p:cNvSpPr txBox="1"/>
          <p:nvPr/>
        </p:nvSpPr>
        <p:spPr>
          <a:xfrm>
            <a:off x="1044976" y="3142855"/>
            <a:ext cx="4310847" cy="152218"/>
          </a:xfrm>
          <a:prstGeom prst="rect">
            <a:avLst/>
          </a:prstGeom>
          <a:noFill/>
          <a:ln/>
        </p:spPr>
        <p:txBody>
          <a:bodyPr wrap="square" lIns="0" tIns="0" rIns="0" bIns="0" rtlCol="0" anchor="ctr"/>
          <a:lstStyle/>
          <a:p>
            <a:pPr indent="0" marL="0">
              <a:buNone/>
            </a:pPr>
            <a:r>
              <a:rPr lang="en-US" sz="766" dirty="0">
                <a:solidFill>
                  <a:srgbClr val="1A5FB4"/>
                </a:solidFill>
                <a:latin typeface="Courier New" pitchFamily="34" charset="0"/>
                <a:ea typeface="Courier New" pitchFamily="34" charset="-122"/>
                <a:cs typeface="Courier New" pitchFamily="34" charset="-120"/>
              </a:rPr>
              <a:t>&lt;/head&gt;</a:t>
            </a:r>
            <a:endParaRPr lang="en-US" sz="766" dirty="0"/>
          </a:p>
        </p:txBody>
      </p:sp>
      <p:sp>
        <p:nvSpPr>
          <p:cNvPr id="48" name="Text 40"/>
          <p:cNvSpPr txBox="1"/>
          <p:nvPr/>
        </p:nvSpPr>
        <p:spPr>
          <a:xfrm>
            <a:off x="724936" y="3295072"/>
            <a:ext cx="228600" cy="15221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7</a:t>
            </a:r>
            <a:endParaRPr lang="en-US" sz="600" dirty="0"/>
          </a:p>
        </p:txBody>
      </p:sp>
      <p:sp>
        <p:nvSpPr>
          <p:cNvPr id="49" name="Text 41"/>
          <p:cNvSpPr txBox="1"/>
          <p:nvPr/>
        </p:nvSpPr>
        <p:spPr>
          <a:xfrm>
            <a:off x="1044976" y="3295072"/>
            <a:ext cx="4310847" cy="152218"/>
          </a:xfrm>
          <a:prstGeom prst="rect">
            <a:avLst/>
          </a:prstGeom>
          <a:noFill/>
          <a:ln/>
        </p:spPr>
        <p:txBody>
          <a:bodyPr wrap="square" lIns="0" tIns="0" rIns="0" bIns="0" rtlCol="0" anchor="ctr"/>
          <a:lstStyle/>
          <a:p>
            <a:pPr indent="0" marL="0">
              <a:buNone/>
            </a:pPr>
            <a:r>
              <a:rPr lang="en-US" sz="766" dirty="0">
                <a:solidFill>
                  <a:srgbClr val="1A5FB4"/>
                </a:solidFill>
                <a:latin typeface="Courier New" pitchFamily="34" charset="0"/>
                <a:ea typeface="Courier New" pitchFamily="34" charset="-122"/>
                <a:cs typeface="Courier New" pitchFamily="34" charset="-120"/>
              </a:rPr>
              <a:t>&lt;body&gt;</a:t>
            </a:r>
            <a:endParaRPr lang="en-US" sz="766" dirty="0"/>
          </a:p>
        </p:txBody>
      </p:sp>
      <p:sp>
        <p:nvSpPr>
          <p:cNvPr id="50" name="Text 42"/>
          <p:cNvSpPr txBox="1"/>
          <p:nvPr/>
        </p:nvSpPr>
        <p:spPr>
          <a:xfrm>
            <a:off x="724936" y="3447290"/>
            <a:ext cx="228600" cy="15221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8</a:t>
            </a:r>
            <a:endParaRPr lang="en-US" sz="600" dirty="0"/>
          </a:p>
        </p:txBody>
      </p:sp>
      <p:sp>
        <p:nvSpPr>
          <p:cNvPr id="51" name="Text 43"/>
          <p:cNvSpPr txBox="1"/>
          <p:nvPr/>
        </p:nvSpPr>
        <p:spPr>
          <a:xfrm>
            <a:off x="1044976" y="3447290"/>
            <a:ext cx="4310847" cy="152218"/>
          </a:xfrm>
          <a:prstGeom prst="rect">
            <a:avLst/>
          </a:prstGeom>
          <a:noFill/>
          <a:ln/>
        </p:spPr>
        <p:txBody>
          <a:bodyPr wrap="square" lIns="0" tIns="0" rIns="0" bIns="0" rtlCol="0" anchor="ctr"/>
          <a:lstStyle/>
          <a:p>
            <a:pPr indent="0" marL="0">
              <a:buNone/>
            </a:pPr>
            <a:r>
              <a:rPr lang="en-US" sz="766" dirty="0">
                <a:solidFill>
                  <a:srgbClr val="222222"/>
                </a:solidFill>
                <a:latin typeface="Courier New" pitchFamily="34" charset="0"/>
                <a:ea typeface="Courier New" pitchFamily="34" charset="-122"/>
                <a:cs typeface="Courier New" pitchFamily="34" charset="-120"/>
              </a:rPr>
              <a:t>  </a:t>
            </a:r>
            <a:pPr indent="0" marL="0">
              <a:buNone/>
            </a:pPr>
            <a:r>
              <a:rPr lang="en-US" sz="766" dirty="0">
                <a:solidFill>
                  <a:srgbClr val="1A5FB4"/>
                </a:solidFill>
                <a:latin typeface="Courier New" pitchFamily="34" charset="0"/>
                <a:ea typeface="Courier New" pitchFamily="34" charset="-122"/>
                <a:cs typeface="Courier New" pitchFamily="34" charset="-120"/>
              </a:rPr>
              <a:t>&lt;h1&gt;</a:t>
            </a:r>
            <a:pPr indent="0" marL="0">
              <a:buNone/>
            </a:pPr>
            <a:r>
              <a:rPr lang="en-US" sz="766" dirty="0">
                <a:solidFill>
                  <a:srgbClr val="222222"/>
                </a:solidFill>
                <a:latin typeface="Courier New" pitchFamily="34" charset="0"/>
                <a:ea typeface="Courier New" pitchFamily="34" charset="-122"/>
                <a:cs typeface="Courier New" pitchFamily="34" charset="-120"/>
              </a:rPr>
              <a:t>Assalamu'alaikum!</a:t>
            </a:r>
            <a:pPr indent="0" marL="0">
              <a:buNone/>
            </a:pPr>
            <a:r>
              <a:rPr lang="en-US" sz="766" dirty="0">
                <a:solidFill>
                  <a:srgbClr val="1A5FB4"/>
                </a:solidFill>
                <a:latin typeface="Courier New" pitchFamily="34" charset="0"/>
                <a:ea typeface="Courier New" pitchFamily="34" charset="-122"/>
                <a:cs typeface="Courier New" pitchFamily="34" charset="-120"/>
              </a:rPr>
              <a:t>&lt;/h1&gt;</a:t>
            </a:r>
            <a:endParaRPr lang="en-US" sz="766" dirty="0"/>
          </a:p>
        </p:txBody>
      </p:sp>
      <p:sp>
        <p:nvSpPr>
          <p:cNvPr id="52" name="Text 44"/>
          <p:cNvSpPr txBox="1"/>
          <p:nvPr/>
        </p:nvSpPr>
        <p:spPr>
          <a:xfrm>
            <a:off x="724936" y="3599508"/>
            <a:ext cx="228600" cy="15221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9</a:t>
            </a:r>
            <a:endParaRPr lang="en-US" sz="600" dirty="0"/>
          </a:p>
        </p:txBody>
      </p:sp>
      <p:sp>
        <p:nvSpPr>
          <p:cNvPr id="53" name="Text 45"/>
          <p:cNvSpPr txBox="1"/>
          <p:nvPr/>
        </p:nvSpPr>
        <p:spPr>
          <a:xfrm>
            <a:off x="1044976" y="3599508"/>
            <a:ext cx="4310847" cy="152218"/>
          </a:xfrm>
          <a:prstGeom prst="rect">
            <a:avLst/>
          </a:prstGeom>
          <a:noFill/>
          <a:ln/>
        </p:spPr>
        <p:txBody>
          <a:bodyPr wrap="square" lIns="0" tIns="0" rIns="0" bIns="0" rtlCol="0" anchor="ctr"/>
          <a:lstStyle/>
          <a:p>
            <a:pPr indent="0" marL="0">
              <a:buNone/>
            </a:pPr>
            <a:r>
              <a:rPr lang="en-US" sz="766" dirty="0">
                <a:solidFill>
                  <a:srgbClr val="222222"/>
                </a:solidFill>
                <a:latin typeface="Courier New" pitchFamily="34" charset="0"/>
                <a:ea typeface="Courier New" pitchFamily="34" charset="-122"/>
                <a:cs typeface="Courier New" pitchFamily="34" charset="-120"/>
              </a:rPr>
              <a:t>  </a:t>
            </a:r>
            <a:pPr indent="0" marL="0">
              <a:buNone/>
            </a:pPr>
            <a:r>
              <a:rPr lang="en-US" sz="766" dirty="0">
                <a:solidFill>
                  <a:srgbClr val="1A5FB4"/>
                </a:solidFill>
                <a:latin typeface="Courier New" pitchFamily="34" charset="0"/>
                <a:ea typeface="Courier New" pitchFamily="34" charset="-122"/>
                <a:cs typeface="Courier New" pitchFamily="34" charset="-120"/>
              </a:rPr>
              <a:t>&lt;p&gt;</a:t>
            </a:r>
            <a:pPr indent="0" marL="0">
              <a:buNone/>
            </a:pPr>
            <a:r>
              <a:rPr lang="en-US" sz="766" dirty="0">
                <a:solidFill>
                  <a:srgbClr val="222222"/>
                </a:solidFill>
                <a:latin typeface="Courier New" pitchFamily="34" charset="0"/>
                <a:ea typeface="Courier New" pitchFamily="34" charset="-122"/>
                <a:cs typeface="Courier New" pitchFamily="34" charset="-120"/>
              </a:rPr>
              <a:t>Nama saya </a:t>
            </a:r>
            <a:pPr indent="0" marL="0">
              <a:buNone/>
            </a:pPr>
            <a:r>
              <a:rPr lang="en-US" sz="766" dirty="0">
                <a:solidFill>
                  <a:srgbClr val="1A5FB4"/>
                </a:solidFill>
                <a:latin typeface="Courier New" pitchFamily="34" charset="0"/>
                <a:ea typeface="Courier New" pitchFamily="34" charset="-122"/>
                <a:cs typeface="Courier New" pitchFamily="34" charset="-120"/>
              </a:rPr>
              <a:t>&lt;b&gt;</a:t>
            </a:r>
            <a:pPr indent="0" marL="0">
              <a:buNone/>
            </a:pPr>
            <a:r>
              <a:rPr lang="en-US" sz="766" dirty="0">
                <a:solidFill>
                  <a:srgbClr val="222222"/>
                </a:solidFill>
                <a:latin typeface="Courier New" pitchFamily="34" charset="0"/>
                <a:ea typeface="Courier New" pitchFamily="34" charset="-122"/>
                <a:cs typeface="Courier New" pitchFamily="34" charset="-120"/>
              </a:rPr>
              <a:t>Ahmad</a:t>
            </a:r>
            <a:pPr indent="0" marL="0">
              <a:buNone/>
            </a:pPr>
            <a:r>
              <a:rPr lang="en-US" sz="766" dirty="0">
                <a:solidFill>
                  <a:srgbClr val="1A5FB4"/>
                </a:solidFill>
                <a:latin typeface="Courier New" pitchFamily="34" charset="0"/>
                <a:ea typeface="Courier New" pitchFamily="34" charset="-122"/>
                <a:cs typeface="Courier New" pitchFamily="34" charset="-120"/>
              </a:rPr>
              <a:t>&lt;/b&gt;</a:t>
            </a:r>
            <a:pPr indent="0" marL="0">
              <a:buNone/>
            </a:pPr>
            <a:r>
              <a:rPr lang="en-US" sz="766" dirty="0">
                <a:solidFill>
                  <a:srgbClr val="222222"/>
                </a:solidFill>
                <a:latin typeface="Courier New" pitchFamily="34" charset="0"/>
                <a:ea typeface="Courier New" pitchFamily="34" charset="-122"/>
                <a:cs typeface="Courier New" pitchFamily="34" charset="-120"/>
              </a:rPr>
              <a:t>, santri Kelas 8A.</a:t>
            </a:r>
            <a:pPr indent="0" marL="0">
              <a:buNone/>
            </a:pPr>
            <a:r>
              <a:rPr lang="en-US" sz="766" dirty="0">
                <a:solidFill>
                  <a:srgbClr val="1A5FB4"/>
                </a:solidFill>
                <a:latin typeface="Courier New" pitchFamily="34" charset="0"/>
                <a:ea typeface="Courier New" pitchFamily="34" charset="-122"/>
                <a:cs typeface="Courier New" pitchFamily="34" charset="-120"/>
              </a:rPr>
              <a:t>&lt;/p&gt;</a:t>
            </a:r>
            <a:endParaRPr lang="en-US" sz="766" dirty="0"/>
          </a:p>
        </p:txBody>
      </p:sp>
      <p:sp>
        <p:nvSpPr>
          <p:cNvPr id="54" name="Shape 46"/>
          <p:cNvSpPr/>
          <p:nvPr/>
        </p:nvSpPr>
        <p:spPr>
          <a:xfrm>
            <a:off x="999256" y="3751726"/>
            <a:ext cx="4383999" cy="152218"/>
          </a:xfrm>
          <a:prstGeom prst="rect">
            <a:avLst/>
          </a:prstGeom>
          <a:solidFill>
            <a:srgbClr val="DDF4E4"/>
          </a:solidFill>
          <a:ln w="12700">
            <a:solidFill>
              <a:srgbClr val="DDF4E4"/>
            </a:solidFill>
            <a:prstDash val="solid"/>
          </a:ln>
        </p:spPr>
      </p:sp>
      <p:sp>
        <p:nvSpPr>
          <p:cNvPr id="55" name="Text 47"/>
          <p:cNvSpPr txBox="1"/>
          <p:nvPr/>
        </p:nvSpPr>
        <p:spPr>
          <a:xfrm>
            <a:off x="724936" y="3751726"/>
            <a:ext cx="228600" cy="15221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10</a:t>
            </a:r>
            <a:endParaRPr lang="en-US" sz="600" dirty="0"/>
          </a:p>
        </p:txBody>
      </p:sp>
      <p:sp>
        <p:nvSpPr>
          <p:cNvPr id="56" name="Text 48"/>
          <p:cNvSpPr txBox="1"/>
          <p:nvPr/>
        </p:nvSpPr>
        <p:spPr>
          <a:xfrm>
            <a:off x="1044976" y="3751726"/>
            <a:ext cx="4310847" cy="152218"/>
          </a:xfrm>
          <a:prstGeom prst="rect">
            <a:avLst/>
          </a:prstGeom>
          <a:noFill/>
          <a:ln/>
        </p:spPr>
        <p:txBody>
          <a:bodyPr wrap="square" lIns="0" tIns="0" rIns="0" bIns="0" rtlCol="0" anchor="ctr"/>
          <a:lstStyle/>
          <a:p>
            <a:pPr indent="0" marL="0">
              <a:buNone/>
            </a:pPr>
            <a:r>
              <a:rPr lang="en-US" sz="766" dirty="0">
                <a:solidFill>
                  <a:srgbClr val="222222"/>
                </a:solidFill>
                <a:latin typeface="Courier New" pitchFamily="34" charset="0"/>
                <a:ea typeface="Courier New" pitchFamily="34" charset="-122"/>
                <a:cs typeface="Courier New" pitchFamily="34" charset="-120"/>
              </a:rPr>
              <a:t>  </a:t>
            </a:r>
            <a:pPr indent="0" marL="0">
              <a:buNone/>
            </a:pPr>
            <a:r>
              <a:rPr lang="en-US" sz="766" dirty="0">
                <a:solidFill>
                  <a:srgbClr val="1A5FB4"/>
                </a:solidFill>
                <a:latin typeface="Courier New" pitchFamily="34" charset="0"/>
                <a:ea typeface="Courier New" pitchFamily="34" charset="-122"/>
                <a:cs typeface="Courier New" pitchFamily="34" charset="-120"/>
              </a:rPr>
              <a:t>&lt;p&gt;</a:t>
            </a:r>
            <a:pPr indent="0" marL="0">
              <a:buNone/>
            </a:pPr>
            <a:r>
              <a:rPr lang="en-US" sz="766" dirty="0">
                <a:solidFill>
                  <a:srgbClr val="222222"/>
                </a:solidFill>
                <a:latin typeface="Courier New" pitchFamily="34" charset="0"/>
                <a:ea typeface="Courier New" pitchFamily="34" charset="-122"/>
                <a:cs typeface="Courier New" pitchFamily="34" charset="-120"/>
              </a:rPr>
              <a:t>Cita-cita saya menjadi dokter.</a:t>
            </a:r>
            <a:pPr indent="0" marL="0">
              <a:buNone/>
            </a:pPr>
            <a:r>
              <a:rPr lang="en-US" sz="766" dirty="0">
                <a:solidFill>
                  <a:srgbClr val="1A5FB4"/>
                </a:solidFill>
                <a:latin typeface="Courier New" pitchFamily="34" charset="0"/>
                <a:ea typeface="Courier New" pitchFamily="34" charset="-122"/>
                <a:cs typeface="Courier New" pitchFamily="34" charset="-120"/>
              </a:rPr>
              <a:t>&lt;/p&gt;</a:t>
            </a:r>
            <a:endParaRPr lang="en-US" sz="766" dirty="0"/>
          </a:p>
        </p:txBody>
      </p:sp>
      <p:sp>
        <p:nvSpPr>
          <p:cNvPr id="57" name="Shape 49"/>
          <p:cNvSpPr/>
          <p:nvPr/>
        </p:nvSpPr>
        <p:spPr>
          <a:xfrm>
            <a:off x="980968" y="3733438"/>
            <a:ext cx="4402287" cy="188794"/>
          </a:xfrm>
          <a:prstGeom prst="roundRect">
            <a:avLst>
              <a:gd name="adj" fmla="val 24217"/>
            </a:avLst>
          </a:prstGeom>
          <a:solidFill>
            <a:srgbClr val="FFFFFF">
              <a:alpha val="0"/>
            </a:srgbClr>
          </a:solidFill>
          <a:ln w="31750">
            <a:solidFill>
              <a:srgbClr val="E53935"/>
            </a:solidFill>
            <a:prstDash val="solid"/>
          </a:ln>
        </p:spPr>
      </p:sp>
      <p:sp>
        <p:nvSpPr>
          <p:cNvPr id="58" name="Shape 50"/>
          <p:cNvSpPr/>
          <p:nvPr/>
        </p:nvSpPr>
        <p:spPr>
          <a:xfrm>
            <a:off x="5246096" y="3596278"/>
            <a:ext cx="274320" cy="274320"/>
          </a:xfrm>
          <a:prstGeom prst="ellipse">
            <a:avLst/>
          </a:prstGeom>
          <a:solidFill>
            <a:srgbClr val="E53935"/>
          </a:solidFill>
          <a:ln w="12700">
            <a:solidFill>
              <a:srgbClr val="FFFFFF"/>
            </a:solidFill>
            <a:prstDash val="solid"/>
          </a:ln>
        </p:spPr>
      </p:sp>
      <p:sp>
        <p:nvSpPr>
          <p:cNvPr id="59" name="Text 51"/>
          <p:cNvSpPr txBox="1"/>
          <p:nvPr/>
        </p:nvSpPr>
        <p:spPr>
          <a:xfrm>
            <a:off x="5246096" y="359627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0" name="Image 6" descr="preencoded.png">    </p:cNvPr>
          <p:cNvPicPr>
            <a:picLocks noChangeAspect="1"/>
          </p:cNvPicPr>
          <p:nvPr/>
        </p:nvPicPr>
        <p:blipFill>
          <a:blip r:embed="rId7"/>
          <a:stretch>
            <a:fillRect/>
          </a:stretch>
        </p:blipFill>
        <p:spPr>
          <a:xfrm>
            <a:off x="3400398" y="3835446"/>
            <a:ext cx="237744" cy="237744"/>
          </a:xfrm>
          <a:prstGeom prst="rect">
            <a:avLst/>
          </a:prstGeom>
        </p:spPr>
      </p:pic>
      <p:sp>
        <p:nvSpPr>
          <p:cNvPr id="61" name="Shape 52"/>
          <p:cNvSpPr/>
          <p:nvPr/>
        </p:nvSpPr>
        <p:spPr>
          <a:xfrm>
            <a:off x="4468856" y="2025149"/>
            <a:ext cx="950976" cy="256032"/>
          </a:xfrm>
          <a:prstGeom prst="roundRect">
            <a:avLst>
              <a:gd name="adj" fmla="val 17857"/>
            </a:avLst>
          </a:prstGeom>
          <a:solidFill>
            <a:srgbClr val="FFFFFF">
              <a:alpha val="0"/>
            </a:srgbClr>
          </a:solidFill>
          <a:ln w="31750">
            <a:solidFill>
              <a:srgbClr val="E53935"/>
            </a:solidFill>
            <a:prstDash val="solid"/>
          </a:ln>
        </p:spPr>
      </p:sp>
      <p:sp>
        <p:nvSpPr>
          <p:cNvPr id="62" name="Shape 53"/>
          <p:cNvSpPr/>
          <p:nvPr/>
        </p:nvSpPr>
        <p:spPr>
          <a:xfrm>
            <a:off x="5282672" y="1887989"/>
            <a:ext cx="274320" cy="274320"/>
          </a:xfrm>
          <a:prstGeom prst="ellipse">
            <a:avLst/>
          </a:prstGeom>
          <a:solidFill>
            <a:srgbClr val="E53935"/>
          </a:solidFill>
          <a:ln w="12700">
            <a:solidFill>
              <a:srgbClr val="FFFFFF"/>
            </a:solidFill>
            <a:prstDash val="solid"/>
          </a:ln>
        </p:spPr>
      </p:sp>
      <p:sp>
        <p:nvSpPr>
          <p:cNvPr id="63" name="Text 54"/>
          <p:cNvSpPr txBox="1"/>
          <p:nvPr/>
        </p:nvSpPr>
        <p:spPr>
          <a:xfrm>
            <a:off x="5282672" y="18879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4" name="Image 7" descr="preencoded.png">    </p:cNvPr>
          <p:cNvPicPr>
            <a:picLocks noChangeAspect="1"/>
          </p:cNvPicPr>
          <p:nvPr/>
        </p:nvPicPr>
        <p:blipFill>
          <a:blip r:embed="rId8"/>
          <a:stretch>
            <a:fillRect/>
          </a:stretch>
        </p:blipFill>
        <p:spPr>
          <a:xfrm>
            <a:off x="4990064" y="2164138"/>
            <a:ext cx="237744" cy="237744"/>
          </a:xfrm>
          <a:prstGeom prst="rect">
            <a:avLst/>
          </a:prstGeom>
        </p:spPr>
      </p:pic>
      <p:sp>
        <p:nvSpPr>
          <p:cNvPr id="65" name="Text 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6" name="Text 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Ubah satu baris, Commit changes</a:t>
            </a:r>
            <a:endParaRPr lang="en-US" sz="1800" dirty="0"/>
          </a:p>
        </p:txBody>
      </p:sp>
      <p:sp>
        <p:nvSpPr>
          <p:cNvPr id="67" name="Text 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satu paragraf baru. Klik Commit changes, tulis pesan: Tambah paragraf cita-cita. Klik Commit changes lagi.</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Riwayat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18288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Commits</a:t>
            </a:r>
            <a:endParaRPr lang="en-US" sz="1100" dirty="0"/>
          </a:p>
        </p:txBody>
      </p:sp>
      <p:sp>
        <p:nvSpPr>
          <p:cNvPr id="33" name="Shape 25"/>
          <p:cNvSpPr/>
          <p:nvPr/>
        </p:nvSpPr>
        <p:spPr>
          <a:xfrm>
            <a:off x="724936" y="2381765"/>
            <a:ext cx="4676607" cy="292608"/>
          </a:xfrm>
          <a:prstGeom prst="rect">
            <a:avLst/>
          </a:prstGeom>
          <a:solidFill>
            <a:srgbClr val="FFFFFF"/>
          </a:solidFill>
          <a:ln w="6350">
            <a:solidFill>
              <a:srgbClr val="D0D7DE"/>
            </a:solidFill>
            <a:prstDash val="solid"/>
          </a:ln>
        </p:spPr>
      </p:sp>
      <p:sp>
        <p:nvSpPr>
          <p:cNvPr id="34" name="Text 26"/>
          <p:cNvSpPr txBox="1"/>
          <p:nvPr/>
        </p:nvSpPr>
        <p:spPr>
          <a:xfrm>
            <a:off x="816376" y="2381765"/>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Tambah paragraf cita-cita</a:t>
            </a:r>
            <a:endParaRPr lang="en-US" sz="750" dirty="0"/>
          </a:p>
        </p:txBody>
      </p:sp>
      <p:sp>
        <p:nvSpPr>
          <p:cNvPr id="35" name="Text 27"/>
          <p:cNvSpPr txBox="1"/>
          <p:nvPr/>
        </p:nvSpPr>
        <p:spPr>
          <a:xfrm>
            <a:off x="816376" y="2528069"/>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santri-wu-kel1 · beberapa detik lalu</a:t>
            </a:r>
            <a:endParaRPr lang="en-US" sz="600" dirty="0"/>
          </a:p>
        </p:txBody>
      </p:sp>
      <p:sp>
        <p:nvSpPr>
          <p:cNvPr id="36" name="Text 28"/>
          <p:cNvSpPr txBox="1"/>
          <p:nvPr/>
        </p:nvSpPr>
        <p:spPr>
          <a:xfrm>
            <a:off x="4670024" y="2381765"/>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7c1e9a2</a:t>
            </a:r>
            <a:endParaRPr lang="en-US" sz="650" dirty="0"/>
          </a:p>
        </p:txBody>
      </p:sp>
      <p:sp>
        <p:nvSpPr>
          <p:cNvPr id="37" name="Shape 29"/>
          <p:cNvSpPr/>
          <p:nvPr/>
        </p:nvSpPr>
        <p:spPr>
          <a:xfrm>
            <a:off x="724936" y="2710949"/>
            <a:ext cx="4676607" cy="292608"/>
          </a:xfrm>
          <a:prstGeom prst="rect">
            <a:avLst/>
          </a:prstGeom>
          <a:solidFill>
            <a:srgbClr val="FFFFFF"/>
          </a:solidFill>
          <a:ln w="6350">
            <a:solidFill>
              <a:srgbClr val="D0D7DE"/>
            </a:solidFill>
            <a:prstDash val="solid"/>
          </a:ln>
        </p:spPr>
      </p:sp>
      <p:sp>
        <p:nvSpPr>
          <p:cNvPr id="38" name="Text 30"/>
          <p:cNvSpPr txBox="1"/>
          <p:nvPr/>
        </p:nvSpPr>
        <p:spPr>
          <a:xfrm>
            <a:off x="816376" y="2710949"/>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Tambah halaman profil dan landing page pondok</a:t>
            </a:r>
            <a:endParaRPr lang="en-US" sz="750" dirty="0"/>
          </a:p>
        </p:txBody>
      </p:sp>
      <p:sp>
        <p:nvSpPr>
          <p:cNvPr id="39" name="Text 31"/>
          <p:cNvSpPr txBox="1"/>
          <p:nvPr/>
        </p:nvSpPr>
        <p:spPr>
          <a:xfrm>
            <a:off x="816376" y="2857253"/>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santri-wu-kel1 · 10 menit lalu</a:t>
            </a:r>
            <a:endParaRPr lang="en-US" sz="600" dirty="0"/>
          </a:p>
        </p:txBody>
      </p:sp>
      <p:sp>
        <p:nvSpPr>
          <p:cNvPr id="40" name="Text 32"/>
          <p:cNvSpPr txBox="1"/>
          <p:nvPr/>
        </p:nvSpPr>
        <p:spPr>
          <a:xfrm>
            <a:off x="4670024" y="2710949"/>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3fa4b81</a:t>
            </a:r>
            <a:endParaRPr lang="en-US" sz="650" dirty="0"/>
          </a:p>
        </p:txBody>
      </p:sp>
      <p:sp>
        <p:nvSpPr>
          <p:cNvPr id="41" name="Shape 33"/>
          <p:cNvSpPr/>
          <p:nvPr/>
        </p:nvSpPr>
        <p:spPr>
          <a:xfrm>
            <a:off x="724936" y="3040133"/>
            <a:ext cx="4676607" cy="292608"/>
          </a:xfrm>
          <a:prstGeom prst="rect">
            <a:avLst/>
          </a:prstGeom>
          <a:solidFill>
            <a:srgbClr val="FFFFFF"/>
          </a:solidFill>
          <a:ln w="6350">
            <a:solidFill>
              <a:srgbClr val="D0D7DE"/>
            </a:solidFill>
            <a:prstDash val="solid"/>
          </a:ln>
        </p:spPr>
      </p:sp>
      <p:sp>
        <p:nvSpPr>
          <p:cNvPr id="42" name="Text 34"/>
          <p:cNvSpPr txBox="1"/>
          <p:nvPr/>
        </p:nvSpPr>
        <p:spPr>
          <a:xfrm>
            <a:off x="816376" y="3040133"/>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Initial commit</a:t>
            </a:r>
            <a:endParaRPr lang="en-US" sz="750" dirty="0"/>
          </a:p>
        </p:txBody>
      </p:sp>
      <p:sp>
        <p:nvSpPr>
          <p:cNvPr id="43" name="Text 35"/>
          <p:cNvSpPr txBox="1"/>
          <p:nvPr/>
        </p:nvSpPr>
        <p:spPr>
          <a:xfrm>
            <a:off x="816376" y="3186437"/>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santri-wu-kel1 · minggu lalu</a:t>
            </a:r>
            <a:endParaRPr lang="en-US" sz="600" dirty="0"/>
          </a:p>
        </p:txBody>
      </p:sp>
      <p:sp>
        <p:nvSpPr>
          <p:cNvPr id="44" name="Text 36"/>
          <p:cNvSpPr txBox="1"/>
          <p:nvPr/>
        </p:nvSpPr>
        <p:spPr>
          <a:xfrm>
            <a:off x="4670024" y="3040133"/>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a1b2c3d</a:t>
            </a:r>
            <a:endParaRPr lang="en-US" sz="650" dirty="0"/>
          </a:p>
        </p:txBody>
      </p:sp>
      <p:sp>
        <p:nvSpPr>
          <p:cNvPr id="45" name="Shape 37"/>
          <p:cNvSpPr/>
          <p:nvPr/>
        </p:nvSpPr>
        <p:spPr>
          <a:xfrm>
            <a:off x="706648" y="2363477"/>
            <a:ext cx="4713183" cy="987552"/>
          </a:xfrm>
          <a:prstGeom prst="roundRect">
            <a:avLst>
              <a:gd name="adj" fmla="val 4630"/>
            </a:avLst>
          </a:prstGeom>
          <a:solidFill>
            <a:srgbClr val="FFFFFF">
              <a:alpha val="0"/>
            </a:srgbClr>
          </a:solidFill>
          <a:ln w="31750">
            <a:solidFill>
              <a:srgbClr val="E53935"/>
            </a:solidFill>
            <a:prstDash val="solid"/>
          </a:ln>
        </p:spPr>
      </p:sp>
      <p:sp>
        <p:nvSpPr>
          <p:cNvPr id="46" name="Shape 38"/>
          <p:cNvSpPr/>
          <p:nvPr/>
        </p:nvSpPr>
        <p:spPr>
          <a:xfrm>
            <a:off x="5282672" y="2226317"/>
            <a:ext cx="274320" cy="274320"/>
          </a:xfrm>
          <a:prstGeom prst="ellipse">
            <a:avLst/>
          </a:prstGeom>
          <a:solidFill>
            <a:srgbClr val="E53935"/>
          </a:solidFill>
          <a:ln w="12700">
            <a:solidFill>
              <a:srgbClr val="FFFFFF"/>
            </a:solidFill>
            <a:prstDash val="solid"/>
          </a:ln>
        </p:spPr>
      </p:sp>
      <p:sp>
        <p:nvSpPr>
          <p:cNvPr id="47" name="Text 39"/>
          <p:cNvSpPr txBox="1"/>
          <p:nvPr/>
        </p:nvSpPr>
        <p:spPr>
          <a:xfrm>
            <a:off x="5282672" y="22263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48" name="Image 6" descr="preencoded.png">    </p:cNvPr>
          <p:cNvPicPr>
            <a:picLocks noChangeAspect="1"/>
          </p:cNvPicPr>
          <p:nvPr/>
        </p:nvPicPr>
        <p:blipFill>
          <a:blip r:embed="rId7"/>
          <a:stretch>
            <a:fillRect/>
          </a:stretch>
        </p:blipFill>
        <p:spPr>
          <a:xfrm>
            <a:off x="3297070" y="2904802"/>
            <a:ext cx="237744" cy="237744"/>
          </a:xfrm>
          <a:prstGeom prst="rect">
            <a:avLst/>
          </a:prstGeom>
        </p:spPr>
      </p:pic>
      <p:sp>
        <p:nvSpPr>
          <p:cNvPr id="49" name="Text 4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50" name="Text 4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Commits: lihat riwayat</a:t>
            </a:r>
            <a:endParaRPr lang="en-US" sz="1800" dirty="0"/>
          </a:p>
        </p:txBody>
      </p:sp>
      <p:sp>
        <p:nvSpPr>
          <p:cNvPr id="51" name="Text 4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Kembali ke halaman repository. Klik tulisan Commits. Terlihat daftar semua commit, pesan, dan waktunya.</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26</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bersama kelompok:</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Semua file website (HTML dan gambar) sudah ada di repository.</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Buat 1 perubahan kecil lagi di komputer, upload, dan commit dengan pesan jelas.</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3 pesan commit terakhir kelompokmu di buku.</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Buka satu commit, catat baris apa yang berubah.</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File website terunggah</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Pesan commit jelas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Satu edit di GitHub berhasil</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Riwayat commit bisa dibaca</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ciri pesan commit yang baik?</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manfaat riwayat commit bagi kerja kelompok?</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Catat pekerjaan dengan jujur dan jelas. Pesan commit adalah catatan amanah bagi tim.</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Repository Website Santri: README dan kerapian repository.</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27</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Repository Website Santri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repository rapi dengan README</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9: GitHub Dasar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orang lain membuka repository kalian, bagaimana mereka tahu isi dan tujuannya?</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27</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README dengan format Markdown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Merapikan struktur repository dengan folder</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Mempresentasikan repository dan riwayat commit kelompok</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Markdown: Format Tulisan README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1558"/>
            </a:avLst>
          </a:prstGeom>
          <a:solidFill>
            <a:srgbClr val="FFFFFF"/>
          </a:solidFill>
          <a:ln w="12700">
            <a:solidFill>
              <a:srgbClr val="BBBBBB"/>
            </a:solidFill>
            <a:prstDash val="solid"/>
          </a:ln>
        </p:spPr>
      </p:sp>
      <p:sp>
        <p:nvSpPr>
          <p:cNvPr id="10" name="Text 6"/>
          <p:cNvSpPr txBox="1"/>
          <p:nvPr/>
        </p:nvSpPr>
        <p:spPr>
          <a:xfrm>
            <a:off x="594360" y="1143000"/>
            <a:ext cx="3657600" cy="274320"/>
          </a:xfrm>
          <a:prstGeom prst="rect">
            <a:avLst/>
          </a:prstGeom>
          <a:noFill/>
          <a:ln/>
        </p:spPr>
        <p:txBody>
          <a:bodyPr wrap="square" lIns="0" tIns="0" rIns="0" bIns="0" rtlCol="0" anchor="t"/>
          <a:lstStyle/>
          <a:p>
            <a:pPr indent="0" marL="0">
              <a:buNone/>
            </a:pPr>
            <a:r>
              <a:rPr lang="en-US" sz="1200" b="1" dirty="0">
                <a:solidFill>
                  <a:srgbClr val="5F6F68"/>
                </a:solidFill>
                <a:latin typeface="Calibri" pitchFamily="34" charset="0"/>
                <a:ea typeface="Calibri" pitchFamily="34" charset="-122"/>
                <a:cs typeface="Calibri" pitchFamily="34" charset="-120"/>
              </a:rPr>
              <a:t>Ditulis (README.md)</a:t>
            </a:r>
            <a:endParaRPr lang="en-US" sz="1200" dirty="0"/>
          </a:p>
        </p:txBody>
      </p:sp>
      <p:sp>
        <p:nvSpPr>
          <p:cNvPr id="11" name="Text 7"/>
          <p:cNvSpPr txBox="1"/>
          <p:nvPr/>
        </p:nvSpPr>
        <p:spPr>
          <a:xfrm>
            <a:off x="594360" y="1463040"/>
            <a:ext cx="3840480" cy="274320"/>
          </a:xfrm>
          <a:prstGeom prst="rect">
            <a:avLst/>
          </a:prstGeom>
          <a:noFill/>
          <a:ln/>
        </p:spPr>
        <p:txBody>
          <a:bodyPr wrap="square" lIns="0" tIns="0" rIns="0" bIns="0" rtlCol="0" anchor="t"/>
          <a:lstStyle/>
          <a:p>
            <a:pPr indent="0" marL="0">
              <a:buNone/>
            </a:pPr>
            <a:r>
              <a:rPr lang="en-US" sz="1150" b="1" dirty="0">
                <a:solidFill>
                  <a:srgbClr val="E53935"/>
                </a:solidFill>
                <a:latin typeface="Courier New" pitchFamily="34" charset="0"/>
                <a:ea typeface="Courier New" pitchFamily="34" charset="-122"/>
                <a:cs typeface="Courier New" pitchFamily="34" charset="-120"/>
              </a:rPr>
              <a:t># Website Santri Kelompok 1</a:t>
            </a:r>
            <a:endParaRPr lang="en-US" sz="1150" dirty="0"/>
          </a:p>
        </p:txBody>
      </p:sp>
      <p:sp>
        <p:nvSpPr>
          <p:cNvPr id="12" name="Text 8"/>
          <p:cNvSpPr txBox="1"/>
          <p:nvPr/>
        </p:nvSpPr>
        <p:spPr>
          <a:xfrm>
            <a:off x="594360" y="1764792"/>
            <a:ext cx="3840480" cy="274320"/>
          </a:xfrm>
          <a:prstGeom prst="rect">
            <a:avLst/>
          </a:prstGeom>
          <a:noFill/>
          <a:ln/>
        </p:spPr>
        <p:txBody>
          <a:bodyPr wrap="square" lIns="0" tIns="0" rIns="0" bIns="0" rtlCol="0" anchor="t"/>
          <a:lstStyle/>
          <a:p>
            <a:pPr indent="0" marL="0">
              <a:buNone/>
            </a:pPr>
            <a:endParaRPr lang="en-US" sz="1150" dirty="0"/>
          </a:p>
        </p:txBody>
      </p:sp>
      <p:sp>
        <p:nvSpPr>
          <p:cNvPr id="13" name="Text 9"/>
          <p:cNvSpPr txBox="1"/>
          <p:nvPr/>
        </p:nvSpPr>
        <p:spPr>
          <a:xfrm>
            <a:off x="594360" y="2066544"/>
            <a:ext cx="3840480" cy="274320"/>
          </a:xfrm>
          <a:prstGeom prst="rect">
            <a:avLst/>
          </a:prstGeom>
          <a:noFill/>
          <a:ln/>
        </p:spPr>
        <p:txBody>
          <a:bodyPr wrap="square" lIns="0" tIns="0" rIns="0" bIns="0" rtlCol="0" anchor="t"/>
          <a:lstStyle/>
          <a:p>
            <a:pPr indent="0" marL="0">
              <a:buNone/>
            </a:pPr>
            <a:r>
              <a:rPr lang="en-US" sz="1150" dirty="0">
                <a:solidFill>
                  <a:srgbClr val="222222"/>
                </a:solidFill>
                <a:latin typeface="Courier New" pitchFamily="34" charset="0"/>
                <a:ea typeface="Courier New" pitchFamily="34" charset="-122"/>
                <a:cs typeface="Courier New" pitchFamily="34" charset="-120"/>
              </a:rPr>
              <a:t>Website Kelas 8A PP Wihdatul Ummah.</a:t>
            </a:r>
            <a:endParaRPr lang="en-US" sz="1150" dirty="0"/>
          </a:p>
        </p:txBody>
      </p:sp>
      <p:sp>
        <p:nvSpPr>
          <p:cNvPr id="14" name="Text 10"/>
          <p:cNvSpPr txBox="1"/>
          <p:nvPr/>
        </p:nvSpPr>
        <p:spPr>
          <a:xfrm>
            <a:off x="594360" y="2368296"/>
            <a:ext cx="3840480" cy="274320"/>
          </a:xfrm>
          <a:prstGeom prst="rect">
            <a:avLst/>
          </a:prstGeom>
          <a:noFill/>
          <a:ln/>
        </p:spPr>
        <p:txBody>
          <a:bodyPr wrap="square" lIns="0" tIns="0" rIns="0" bIns="0" rtlCol="0" anchor="t"/>
          <a:lstStyle/>
          <a:p>
            <a:pPr indent="0" marL="0">
              <a:buNone/>
            </a:pPr>
            <a:endParaRPr lang="en-US" sz="1150" dirty="0"/>
          </a:p>
        </p:txBody>
      </p:sp>
      <p:sp>
        <p:nvSpPr>
          <p:cNvPr id="15" name="Text 11"/>
          <p:cNvSpPr txBox="1"/>
          <p:nvPr/>
        </p:nvSpPr>
        <p:spPr>
          <a:xfrm>
            <a:off x="594360" y="2670048"/>
            <a:ext cx="3840480" cy="274320"/>
          </a:xfrm>
          <a:prstGeom prst="rect">
            <a:avLst/>
          </a:prstGeom>
          <a:noFill/>
          <a:ln/>
        </p:spPr>
        <p:txBody>
          <a:bodyPr wrap="square" lIns="0" tIns="0" rIns="0" bIns="0" rtlCol="0" anchor="t"/>
          <a:lstStyle/>
          <a:p>
            <a:pPr indent="0" marL="0">
              <a:buNone/>
            </a:pPr>
            <a:r>
              <a:rPr lang="en-US" sz="1150" b="1" dirty="0">
                <a:solidFill>
                  <a:srgbClr val="E53935"/>
                </a:solidFill>
                <a:latin typeface="Courier New" pitchFamily="34" charset="0"/>
                <a:ea typeface="Courier New" pitchFamily="34" charset="-122"/>
                <a:cs typeface="Courier New" pitchFamily="34" charset="-120"/>
              </a:rPr>
              <a:t>## Isi</a:t>
            </a:r>
            <a:endParaRPr lang="en-US" sz="1150" dirty="0"/>
          </a:p>
        </p:txBody>
      </p:sp>
      <p:sp>
        <p:nvSpPr>
          <p:cNvPr id="16" name="Text 12"/>
          <p:cNvSpPr txBox="1"/>
          <p:nvPr/>
        </p:nvSpPr>
        <p:spPr>
          <a:xfrm>
            <a:off x="594360" y="2971800"/>
            <a:ext cx="3840480" cy="274320"/>
          </a:xfrm>
          <a:prstGeom prst="rect">
            <a:avLst/>
          </a:prstGeom>
          <a:noFill/>
          <a:ln/>
        </p:spPr>
        <p:txBody>
          <a:bodyPr wrap="square" lIns="0" tIns="0" rIns="0" bIns="0" rtlCol="0" anchor="t"/>
          <a:lstStyle/>
          <a:p>
            <a:pPr indent="0" marL="0">
              <a:buNone/>
            </a:pPr>
            <a:r>
              <a:rPr lang="en-US" sz="1150" dirty="0">
                <a:solidFill>
                  <a:srgbClr val="222222"/>
                </a:solidFill>
                <a:latin typeface="Courier New" pitchFamily="34" charset="0"/>
                <a:ea typeface="Courier New" pitchFamily="34" charset="-122"/>
                <a:cs typeface="Courier New" pitchFamily="34" charset="-120"/>
              </a:rPr>
              <a:t>- index.html: halaman profil</a:t>
            </a:r>
            <a:endParaRPr lang="en-US" sz="1150" dirty="0"/>
          </a:p>
        </p:txBody>
      </p:sp>
      <p:sp>
        <p:nvSpPr>
          <p:cNvPr id="17" name="Text 13"/>
          <p:cNvSpPr txBox="1"/>
          <p:nvPr/>
        </p:nvSpPr>
        <p:spPr>
          <a:xfrm>
            <a:off x="594360" y="3273552"/>
            <a:ext cx="3840480" cy="274320"/>
          </a:xfrm>
          <a:prstGeom prst="rect">
            <a:avLst/>
          </a:prstGeom>
          <a:noFill/>
          <a:ln/>
        </p:spPr>
        <p:txBody>
          <a:bodyPr wrap="square" lIns="0" tIns="0" rIns="0" bIns="0" rtlCol="0" anchor="t"/>
          <a:lstStyle/>
          <a:p>
            <a:pPr indent="0" marL="0">
              <a:buNone/>
            </a:pPr>
            <a:r>
              <a:rPr lang="en-US" sz="1150" dirty="0">
                <a:solidFill>
                  <a:srgbClr val="222222"/>
                </a:solidFill>
                <a:latin typeface="Courier New" pitchFamily="34" charset="0"/>
                <a:ea typeface="Courier New" pitchFamily="34" charset="-122"/>
                <a:cs typeface="Courier New" pitchFamily="34" charset="-120"/>
              </a:rPr>
              <a:t>- pondok.html: landing page</a:t>
            </a:r>
            <a:endParaRPr lang="en-US" sz="1150" dirty="0"/>
          </a:p>
        </p:txBody>
      </p:sp>
      <p:sp>
        <p:nvSpPr>
          <p:cNvPr id="18" name="Text 14"/>
          <p:cNvSpPr txBox="1"/>
          <p:nvPr/>
        </p:nvSpPr>
        <p:spPr>
          <a:xfrm>
            <a:off x="594360" y="3575304"/>
            <a:ext cx="3840480" cy="274320"/>
          </a:xfrm>
          <a:prstGeom prst="rect">
            <a:avLst/>
          </a:prstGeom>
          <a:noFill/>
          <a:ln/>
        </p:spPr>
        <p:txBody>
          <a:bodyPr wrap="square" lIns="0" tIns="0" rIns="0" bIns="0" rtlCol="0" anchor="t"/>
          <a:lstStyle/>
          <a:p>
            <a:pPr indent="0" marL="0">
              <a:buNone/>
            </a:pPr>
            <a:endParaRPr lang="en-US" sz="1150" dirty="0"/>
          </a:p>
        </p:txBody>
      </p:sp>
      <p:sp>
        <p:nvSpPr>
          <p:cNvPr id="19" name="Text 15"/>
          <p:cNvSpPr txBox="1"/>
          <p:nvPr/>
        </p:nvSpPr>
        <p:spPr>
          <a:xfrm>
            <a:off x="594360" y="3877056"/>
            <a:ext cx="3840480" cy="274320"/>
          </a:xfrm>
          <a:prstGeom prst="rect">
            <a:avLst/>
          </a:prstGeom>
          <a:noFill/>
          <a:ln/>
        </p:spPr>
        <p:txBody>
          <a:bodyPr wrap="square" lIns="0" tIns="0" rIns="0" bIns="0" rtlCol="0" anchor="t"/>
          <a:lstStyle/>
          <a:p>
            <a:pPr indent="0" marL="0">
              <a:buNone/>
            </a:pPr>
            <a:r>
              <a:rPr lang="en-US" sz="1150" b="1" dirty="0">
                <a:solidFill>
                  <a:srgbClr val="E53935"/>
                </a:solidFill>
                <a:latin typeface="Courier New" pitchFamily="34" charset="0"/>
                <a:ea typeface="Courier New" pitchFamily="34" charset="-122"/>
                <a:cs typeface="Courier New" pitchFamily="34" charset="-120"/>
              </a:rPr>
              <a:t>## Dibuat oleh</a:t>
            </a:r>
            <a:endParaRPr lang="en-US" sz="1150" dirty="0"/>
          </a:p>
        </p:txBody>
      </p:sp>
      <p:sp>
        <p:nvSpPr>
          <p:cNvPr id="20" name="Text 16"/>
          <p:cNvSpPr txBox="1"/>
          <p:nvPr/>
        </p:nvSpPr>
        <p:spPr>
          <a:xfrm>
            <a:off x="594360" y="4178808"/>
            <a:ext cx="3840480" cy="274320"/>
          </a:xfrm>
          <a:prstGeom prst="rect">
            <a:avLst/>
          </a:prstGeom>
          <a:noFill/>
          <a:ln/>
        </p:spPr>
        <p:txBody>
          <a:bodyPr wrap="square" lIns="0" tIns="0" rIns="0" bIns="0" rtlCol="0" anchor="t"/>
          <a:lstStyle/>
          <a:p>
            <a:pPr indent="0" marL="0">
              <a:buNone/>
            </a:pPr>
            <a:r>
              <a:rPr lang="en-US" sz="1150" dirty="0">
                <a:solidFill>
                  <a:srgbClr val="222222"/>
                </a:solidFill>
                <a:latin typeface="Courier New" pitchFamily="34" charset="0"/>
                <a:ea typeface="Courier New" pitchFamily="34" charset="-122"/>
                <a:cs typeface="Courier New" pitchFamily="34" charset="-120"/>
              </a:rPr>
              <a:t>Kelompok 1, Kelas 8A, 2027</a:t>
            </a:r>
            <a:endParaRPr lang="en-US" sz="1150" dirty="0"/>
          </a:p>
        </p:txBody>
      </p:sp>
      <p:sp>
        <p:nvSpPr>
          <p:cNvPr id="21" name="Shape 17"/>
          <p:cNvSpPr/>
          <p:nvPr/>
        </p:nvSpPr>
        <p:spPr>
          <a:xfrm>
            <a:off x="4663440" y="1097280"/>
            <a:ext cx="4023360" cy="3520440"/>
          </a:xfrm>
          <a:prstGeom prst="roundRect">
            <a:avLst>
              <a:gd name="adj" fmla="val 1558"/>
            </a:avLst>
          </a:prstGeom>
          <a:solidFill>
            <a:srgbClr val="E6F2EC"/>
          </a:solidFill>
          <a:ln w="12700">
            <a:solidFill>
              <a:srgbClr val="E6F2EC"/>
            </a:solidFill>
            <a:prstDash val="solid"/>
          </a:ln>
        </p:spPr>
      </p:sp>
      <p:sp>
        <p:nvSpPr>
          <p:cNvPr id="22" name="Text 18"/>
          <p:cNvSpPr txBox="1"/>
          <p:nvPr/>
        </p:nvSpPr>
        <p:spPr>
          <a:xfrm>
            <a:off x="4800600" y="1143000"/>
            <a:ext cx="3657600" cy="274320"/>
          </a:xfrm>
          <a:prstGeom prst="rect">
            <a:avLst/>
          </a:prstGeom>
          <a:noFill/>
          <a:ln/>
        </p:spPr>
        <p:txBody>
          <a:bodyPr wrap="square" lIns="0" tIns="0" rIns="0" bIns="0" rtlCol="0" anchor="t"/>
          <a:lstStyle/>
          <a:p>
            <a:pPr indent="0" marL="0">
              <a:buNone/>
            </a:pPr>
            <a:r>
              <a:rPr lang="en-US" sz="1200" b="1" dirty="0">
                <a:solidFill>
                  <a:srgbClr val="5F6F68"/>
                </a:solidFill>
                <a:latin typeface="Calibri" pitchFamily="34" charset="0"/>
                <a:ea typeface="Calibri" pitchFamily="34" charset="-122"/>
                <a:cs typeface="Calibri" pitchFamily="34" charset="-120"/>
              </a:rPr>
              <a:t>Tampil di GitHub</a:t>
            </a:r>
            <a:endParaRPr lang="en-US" sz="1200" dirty="0"/>
          </a:p>
        </p:txBody>
      </p:sp>
      <p:sp>
        <p:nvSpPr>
          <p:cNvPr id="23" name="Text 19"/>
          <p:cNvSpPr txBox="1"/>
          <p:nvPr/>
        </p:nvSpPr>
        <p:spPr>
          <a:xfrm>
            <a:off x="4800600" y="1463040"/>
            <a:ext cx="3749040" cy="384048"/>
          </a:xfrm>
          <a:prstGeom prst="rect">
            <a:avLst/>
          </a:prstGeom>
          <a:noFill/>
          <a:ln/>
        </p:spPr>
        <p:txBody>
          <a:bodyPr wrap="square" lIns="0" tIns="0" rIns="0" bIns="0" rtlCol="0" anchor="t"/>
          <a:lstStyle/>
          <a:p>
            <a:pPr indent="0" marL="0">
              <a:buNone/>
            </a:pPr>
            <a:r>
              <a:rPr lang="en-US" sz="1800" b="1" dirty="0">
                <a:solidFill>
                  <a:srgbClr val="1E2A26"/>
                </a:solidFill>
                <a:latin typeface="Arial" pitchFamily="34" charset="0"/>
                <a:ea typeface="Arial" pitchFamily="34" charset="-122"/>
                <a:cs typeface="Arial" pitchFamily="34" charset="-120"/>
              </a:rPr>
              <a:t>Website Santri Kelompok 1</a:t>
            </a:r>
            <a:endParaRPr lang="en-US" sz="1800" dirty="0"/>
          </a:p>
        </p:txBody>
      </p:sp>
      <p:sp>
        <p:nvSpPr>
          <p:cNvPr id="24" name="Text 20"/>
          <p:cNvSpPr txBox="1"/>
          <p:nvPr/>
        </p:nvSpPr>
        <p:spPr>
          <a:xfrm>
            <a:off x="4800600" y="1874520"/>
            <a:ext cx="3749040" cy="274320"/>
          </a:xfrm>
          <a:prstGeom prst="rect">
            <a:avLst/>
          </a:prstGeom>
          <a:noFill/>
          <a:ln/>
        </p:spPr>
        <p:txBody>
          <a:bodyPr wrap="square" lIns="0" tIns="0" rIns="0" bIns="0" rtlCol="0" anchor="t"/>
          <a:lstStyle/>
          <a:p>
            <a:pPr indent="0" marL="0">
              <a:buNone/>
            </a:pPr>
            <a:r>
              <a:rPr lang="en-US" sz="1100" dirty="0">
                <a:solidFill>
                  <a:srgbClr val="1E2A26"/>
                </a:solidFill>
                <a:latin typeface="Arial" pitchFamily="34" charset="0"/>
                <a:ea typeface="Arial" pitchFamily="34" charset="-122"/>
                <a:cs typeface="Arial" pitchFamily="34" charset="-120"/>
              </a:rPr>
              <a:t>Website Kelas 8A PP Wihdatul Ummah.</a:t>
            </a:r>
            <a:endParaRPr lang="en-US" sz="1100" dirty="0"/>
          </a:p>
        </p:txBody>
      </p:sp>
      <p:sp>
        <p:nvSpPr>
          <p:cNvPr id="25" name="Text 21"/>
          <p:cNvSpPr txBox="1"/>
          <p:nvPr/>
        </p:nvSpPr>
        <p:spPr>
          <a:xfrm>
            <a:off x="4800600" y="2240280"/>
            <a:ext cx="3749040" cy="320040"/>
          </a:xfrm>
          <a:prstGeom prst="rect">
            <a:avLst/>
          </a:prstGeom>
          <a:noFill/>
          <a:ln/>
        </p:spPr>
        <p:txBody>
          <a:bodyPr wrap="square" lIns="0" tIns="0" rIns="0" bIns="0" rtlCol="0" anchor="t"/>
          <a:lstStyle/>
          <a:p>
            <a:pPr indent="0" marL="0">
              <a:buNone/>
            </a:pPr>
            <a:r>
              <a:rPr lang="en-US" sz="1400" b="1" dirty="0">
                <a:solidFill>
                  <a:srgbClr val="1E2A26"/>
                </a:solidFill>
                <a:latin typeface="Arial" pitchFamily="34" charset="0"/>
                <a:ea typeface="Arial" pitchFamily="34" charset="-122"/>
                <a:cs typeface="Arial" pitchFamily="34" charset="-120"/>
              </a:rPr>
              <a:t>Isi</a:t>
            </a:r>
            <a:endParaRPr lang="en-US" sz="1400" dirty="0"/>
          </a:p>
        </p:txBody>
      </p:sp>
      <p:sp>
        <p:nvSpPr>
          <p:cNvPr id="26" name="Text 22"/>
          <p:cNvSpPr txBox="1"/>
          <p:nvPr/>
        </p:nvSpPr>
        <p:spPr>
          <a:xfrm>
            <a:off x="4892040" y="2560320"/>
            <a:ext cx="3657600" cy="548640"/>
          </a:xfrm>
          <a:prstGeom prst="rect">
            <a:avLst/>
          </a:prstGeom>
          <a:noFill/>
          <a:ln/>
        </p:spPr>
        <p:txBody>
          <a:bodyPr wrap="square" lIns="0" tIns="0" rIns="0" bIns="0" rtlCol="0" anchor="t"/>
          <a:lstStyle/>
          <a:p>
            <a:pPr indent="0" marL="0">
              <a:buNone/>
            </a:pPr>
            <a:r>
              <a:rPr lang="en-US" sz="1100" dirty="0">
                <a:solidFill>
                  <a:srgbClr val="1E2A26"/>
                </a:solidFill>
                <a:latin typeface="Arial" pitchFamily="34" charset="0"/>
                <a:ea typeface="Arial" pitchFamily="34" charset="-122"/>
                <a:cs typeface="Arial" pitchFamily="34" charset="-120"/>
              </a:rPr>
              <a:t>•  index.html: halaman profil</a:t>
            </a:r>
            <a:endParaRPr lang="en-US" sz="1100" dirty="0"/>
          </a:p>
          <a:p>
            <a:pPr indent="0" marL="0">
              <a:buNone/>
            </a:pPr>
            <a:r>
              <a:rPr lang="en-US" sz="1100" dirty="0">
                <a:solidFill>
                  <a:srgbClr val="1E2A26"/>
                </a:solidFill>
                <a:latin typeface="Arial" pitchFamily="34" charset="0"/>
                <a:ea typeface="Arial" pitchFamily="34" charset="-122"/>
                <a:cs typeface="Arial" pitchFamily="34" charset="-120"/>
              </a:rPr>
              <a:t>•  pondok.html: landing page</a:t>
            </a:r>
            <a:endParaRPr lang="en-US" sz="1100" dirty="0"/>
          </a:p>
        </p:txBody>
      </p:sp>
      <p:sp>
        <p:nvSpPr>
          <p:cNvPr id="27" name="Text 23"/>
          <p:cNvSpPr txBox="1"/>
          <p:nvPr/>
        </p:nvSpPr>
        <p:spPr>
          <a:xfrm>
            <a:off x="4800600" y="3200400"/>
            <a:ext cx="3749040" cy="320040"/>
          </a:xfrm>
          <a:prstGeom prst="rect">
            <a:avLst/>
          </a:prstGeom>
          <a:noFill/>
          <a:ln/>
        </p:spPr>
        <p:txBody>
          <a:bodyPr wrap="square" lIns="0" tIns="0" rIns="0" bIns="0" rtlCol="0" anchor="t"/>
          <a:lstStyle/>
          <a:p>
            <a:pPr indent="0" marL="0">
              <a:buNone/>
            </a:pPr>
            <a:r>
              <a:rPr lang="en-US" sz="1400" b="1" dirty="0">
                <a:solidFill>
                  <a:srgbClr val="1E2A26"/>
                </a:solidFill>
                <a:latin typeface="Arial" pitchFamily="34" charset="0"/>
                <a:ea typeface="Arial" pitchFamily="34" charset="-122"/>
                <a:cs typeface="Arial" pitchFamily="34" charset="-120"/>
              </a:rPr>
              <a:t>Dibuat oleh</a:t>
            </a:r>
            <a:endParaRPr lang="en-US" sz="1400" dirty="0"/>
          </a:p>
        </p:txBody>
      </p:sp>
      <p:sp>
        <p:nvSpPr>
          <p:cNvPr id="28" name="Text 24"/>
          <p:cNvSpPr txBox="1"/>
          <p:nvPr/>
        </p:nvSpPr>
        <p:spPr>
          <a:xfrm>
            <a:off x="4800600" y="3520440"/>
            <a:ext cx="3749040" cy="274320"/>
          </a:xfrm>
          <a:prstGeom prst="rect">
            <a:avLst/>
          </a:prstGeom>
          <a:noFill/>
          <a:ln/>
        </p:spPr>
        <p:txBody>
          <a:bodyPr wrap="square" lIns="0" tIns="0" rIns="0" bIns="0" rtlCol="0" anchor="t"/>
          <a:lstStyle/>
          <a:p>
            <a:pPr indent="0" marL="0">
              <a:buNone/>
            </a:pPr>
            <a:r>
              <a:rPr lang="en-US" sz="1100" dirty="0">
                <a:solidFill>
                  <a:srgbClr val="1E2A26"/>
                </a:solidFill>
                <a:latin typeface="Arial" pitchFamily="34" charset="0"/>
                <a:ea typeface="Arial" pitchFamily="34" charset="-122"/>
                <a:cs typeface="Arial" pitchFamily="34" charset="-120"/>
              </a:rPr>
              <a:t>Kelompok 1, Kelas 8A, 2027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Isi README yang Baik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Judul &amp; Deskripsi</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Nama proyek dan penjelasan 1–2 kalimat.</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Isi Repository</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Daftar file dan fungsinya.</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Pembuat</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Nama panggilan anggota dan perannya, kelas, tahun.</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Sumber</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Sumber gambar atau bahan yang bukan milik sendiri.</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Menyempurnakan Repository</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9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Menulis README</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Folder gambar dan memperbarui link</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Presentasi repository</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README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06861"/>
            <a:ext cx="658368" cy="182880"/>
          </a:xfrm>
          <a:prstGeom prst="rect">
            <a:avLst/>
          </a:prstGeom>
          <a:noFill/>
          <a:ln/>
        </p:spPr>
        <p:txBody>
          <a:bodyPr wrap="square" lIns="0" tIns="0" rIns="0" bIns="0" rtlCol="0" anchor="ctr"/>
          <a:lstStyle/>
          <a:p>
            <a:pPr indent="0" marL="0">
              <a:buNone/>
            </a:pPr>
            <a:r>
              <a:rPr lang="en-US" sz="650" b="1" dirty="0">
                <a:solidFill>
                  <a:srgbClr val="1E2A26"/>
                </a:solidFill>
                <a:latin typeface="Calibri" pitchFamily="34" charset="0"/>
                <a:ea typeface="Calibri" pitchFamily="34" charset="-122"/>
                <a:cs typeface="Calibri" pitchFamily="34" charset="-120"/>
              </a:rPr>
              <a:t>&lt;&gt; Code</a:t>
            </a:r>
            <a:endParaRPr lang="en-US" sz="650" dirty="0"/>
          </a:p>
        </p:txBody>
      </p:sp>
      <p:sp>
        <p:nvSpPr>
          <p:cNvPr id="33" name="Text 25"/>
          <p:cNvSpPr txBox="1"/>
          <p:nvPr/>
        </p:nvSpPr>
        <p:spPr>
          <a:xfrm>
            <a:off x="14107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Issues</a:t>
            </a:r>
            <a:endParaRPr lang="en-US" sz="650" dirty="0"/>
          </a:p>
        </p:txBody>
      </p:sp>
      <p:sp>
        <p:nvSpPr>
          <p:cNvPr id="34" name="Text 26"/>
          <p:cNvSpPr txBox="1"/>
          <p:nvPr/>
        </p:nvSpPr>
        <p:spPr>
          <a:xfrm>
            <a:off x="20965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Pull requests</a:t>
            </a:r>
            <a:endParaRPr lang="en-US" sz="650" dirty="0"/>
          </a:p>
        </p:txBody>
      </p:sp>
      <p:sp>
        <p:nvSpPr>
          <p:cNvPr id="35" name="Text 27"/>
          <p:cNvSpPr txBox="1"/>
          <p:nvPr/>
        </p:nvSpPr>
        <p:spPr>
          <a:xfrm>
            <a:off x="27823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Actions</a:t>
            </a:r>
            <a:endParaRPr lang="en-US" sz="650" dirty="0"/>
          </a:p>
        </p:txBody>
      </p:sp>
      <p:sp>
        <p:nvSpPr>
          <p:cNvPr id="36" name="Text 28"/>
          <p:cNvSpPr txBox="1"/>
          <p:nvPr/>
        </p:nvSpPr>
        <p:spPr>
          <a:xfrm>
            <a:off x="34681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Settings</a:t>
            </a:r>
            <a:endParaRPr lang="en-US" sz="650" dirty="0"/>
          </a:p>
        </p:txBody>
      </p:sp>
      <p:sp>
        <p:nvSpPr>
          <p:cNvPr id="37" name="Shape 29"/>
          <p:cNvSpPr/>
          <p:nvPr/>
        </p:nvSpPr>
        <p:spPr>
          <a:xfrm>
            <a:off x="587776" y="2208029"/>
            <a:ext cx="4950927" cy="0"/>
          </a:xfrm>
          <a:prstGeom prst="line">
            <a:avLst/>
          </a:prstGeom>
          <a:noFill/>
          <a:ln w="6350">
            <a:solidFill>
              <a:srgbClr val="D0D7DE"/>
            </a:solidFill>
            <a:prstDash val="solid"/>
          </a:ln>
        </p:spPr>
      </p:sp>
      <p:sp>
        <p:nvSpPr>
          <p:cNvPr id="38" name="Shape 30"/>
          <p:cNvSpPr/>
          <p:nvPr/>
        </p:nvSpPr>
        <p:spPr>
          <a:xfrm>
            <a:off x="3984224" y="2281181"/>
            <a:ext cx="685800" cy="201168"/>
          </a:xfrm>
          <a:prstGeom prst="roundRect">
            <a:avLst>
              <a:gd name="adj" fmla="val 18182"/>
            </a:avLst>
          </a:prstGeom>
          <a:solidFill>
            <a:srgbClr val="F6F8FA"/>
          </a:solidFill>
          <a:ln w="9525">
            <a:solidFill>
              <a:srgbClr val="D0D7DE"/>
            </a:solidFill>
            <a:prstDash val="solid"/>
          </a:ln>
        </p:spPr>
      </p:sp>
      <p:sp>
        <p:nvSpPr>
          <p:cNvPr id="39" name="Text 31"/>
          <p:cNvSpPr txBox="1"/>
          <p:nvPr/>
        </p:nvSpPr>
        <p:spPr>
          <a:xfrm>
            <a:off x="3984224" y="2281181"/>
            <a:ext cx="6858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Add file ▾</a:t>
            </a:r>
            <a:endParaRPr lang="en-US" sz="700" dirty="0"/>
          </a:p>
        </p:txBody>
      </p:sp>
      <p:sp>
        <p:nvSpPr>
          <p:cNvPr id="40" name="Shape 32"/>
          <p:cNvSpPr/>
          <p:nvPr/>
        </p:nvSpPr>
        <p:spPr>
          <a:xfrm>
            <a:off x="4715744" y="2281181"/>
            <a:ext cx="640080" cy="201168"/>
          </a:xfrm>
          <a:prstGeom prst="roundRect">
            <a:avLst>
              <a:gd name="adj" fmla="val 18182"/>
            </a:avLst>
          </a:prstGeom>
          <a:solidFill>
            <a:srgbClr val="1F883D"/>
          </a:solidFill>
          <a:ln w="12700">
            <a:solidFill>
              <a:srgbClr val="1F883D"/>
            </a:solidFill>
            <a:prstDash val="solid"/>
          </a:ln>
        </p:spPr>
      </p:sp>
      <p:sp>
        <p:nvSpPr>
          <p:cNvPr id="41" name="Text 33"/>
          <p:cNvSpPr txBox="1"/>
          <p:nvPr/>
        </p:nvSpPr>
        <p:spPr>
          <a:xfrm>
            <a:off x="4715744" y="2281181"/>
            <a:ext cx="64008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&lt;&gt; Code ▾</a:t>
            </a:r>
            <a:endParaRPr lang="en-US" sz="700" dirty="0"/>
          </a:p>
        </p:txBody>
      </p:sp>
      <p:sp>
        <p:nvSpPr>
          <p:cNvPr id="42" name="Shape 34"/>
          <p:cNvSpPr/>
          <p:nvPr/>
        </p:nvSpPr>
        <p:spPr>
          <a:xfrm>
            <a:off x="724936" y="2537213"/>
            <a:ext cx="4676607" cy="219456"/>
          </a:xfrm>
          <a:prstGeom prst="rect">
            <a:avLst/>
          </a:prstGeom>
          <a:solidFill>
            <a:srgbClr val="F6F8FA"/>
          </a:solidFill>
          <a:ln w="6350">
            <a:solidFill>
              <a:srgbClr val="D0D7DE"/>
            </a:solidFill>
            <a:prstDash val="solid"/>
          </a:ln>
        </p:spPr>
      </p:sp>
      <p:sp>
        <p:nvSpPr>
          <p:cNvPr id="43" name="Text 35"/>
          <p:cNvSpPr txBox="1"/>
          <p:nvPr/>
        </p:nvSpPr>
        <p:spPr>
          <a:xfrm>
            <a:off x="798088" y="2537213"/>
            <a:ext cx="3273625"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santri-wu  Initial commit</a:t>
            </a:r>
            <a:endParaRPr lang="en-US" sz="650" dirty="0"/>
          </a:p>
        </p:txBody>
      </p:sp>
      <p:sp>
        <p:nvSpPr>
          <p:cNvPr id="44" name="Text 36"/>
          <p:cNvSpPr txBox="1"/>
          <p:nvPr/>
        </p:nvSpPr>
        <p:spPr>
          <a:xfrm>
            <a:off x="4578584" y="2537213"/>
            <a:ext cx="777240" cy="219456"/>
          </a:xfrm>
          <a:prstGeom prst="rect">
            <a:avLst/>
          </a:prstGeom>
          <a:noFill/>
          <a:ln/>
        </p:spPr>
        <p:txBody>
          <a:bodyPr wrap="square" lIns="0" tIns="0" rIns="0" bIns="0" rtlCol="0" anchor="ctr"/>
          <a:lstStyle/>
          <a:p>
            <a:pPr algn="r" indent="0" marL="0">
              <a:buNone/>
            </a:pPr>
            <a:r>
              <a:rPr lang="en-US" sz="650" dirty="0">
                <a:solidFill>
                  <a:srgbClr val="1E2A26"/>
                </a:solidFill>
                <a:latin typeface="Calibri" pitchFamily="34" charset="0"/>
                <a:ea typeface="Calibri" pitchFamily="34" charset="-122"/>
                <a:cs typeface="Calibri" pitchFamily="34" charset="-120"/>
              </a:rPr>
              <a:t>⟲ 4 Commits</a:t>
            </a:r>
            <a:endParaRPr lang="en-US" sz="650" dirty="0"/>
          </a:p>
        </p:txBody>
      </p:sp>
      <p:sp>
        <p:nvSpPr>
          <p:cNvPr id="45" name="Shape 37"/>
          <p:cNvSpPr/>
          <p:nvPr/>
        </p:nvSpPr>
        <p:spPr>
          <a:xfrm>
            <a:off x="724936" y="2756669"/>
            <a:ext cx="4676607" cy="201168"/>
          </a:xfrm>
          <a:prstGeom prst="rect">
            <a:avLst/>
          </a:prstGeom>
          <a:solidFill>
            <a:srgbClr val="FFFFFF"/>
          </a:solidFill>
          <a:ln w="6350">
            <a:solidFill>
              <a:srgbClr val="D0D7DE"/>
            </a:solidFill>
            <a:prstDash val="solid"/>
          </a:ln>
        </p:spPr>
      </p:sp>
      <p:pic>
        <p:nvPicPr>
          <p:cNvPr id="46" name="Image 6" descr="preencoded.png">    </p:cNvPr>
          <p:cNvPicPr>
            <a:picLocks noChangeAspect="1"/>
          </p:cNvPicPr>
          <p:nvPr/>
        </p:nvPicPr>
        <p:blipFill>
          <a:blip r:embed="rId7"/>
          <a:stretch>
            <a:fillRect/>
          </a:stretch>
        </p:blipFill>
        <p:spPr>
          <a:xfrm>
            <a:off x="798088" y="2793245"/>
            <a:ext cx="118872" cy="118872"/>
          </a:xfrm>
          <a:prstGeom prst="rect">
            <a:avLst/>
          </a:prstGeom>
        </p:spPr>
      </p:pic>
      <p:sp>
        <p:nvSpPr>
          <p:cNvPr id="47" name="Text 38"/>
          <p:cNvSpPr txBox="1"/>
          <p:nvPr/>
        </p:nvSpPr>
        <p:spPr>
          <a:xfrm>
            <a:off x="980968" y="2756669"/>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index.html</a:t>
            </a:r>
            <a:endParaRPr lang="en-US" sz="700" dirty="0"/>
          </a:p>
        </p:txBody>
      </p:sp>
      <p:sp>
        <p:nvSpPr>
          <p:cNvPr id="48" name="Text 39"/>
          <p:cNvSpPr txBox="1"/>
          <p:nvPr/>
        </p:nvSpPr>
        <p:spPr>
          <a:xfrm>
            <a:off x="2462296" y="2756669"/>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Tambah halaman profil santri</a:t>
            </a:r>
            <a:endParaRPr lang="en-US" sz="650" dirty="0"/>
          </a:p>
        </p:txBody>
      </p:sp>
      <p:sp>
        <p:nvSpPr>
          <p:cNvPr id="49" name="Shape 40"/>
          <p:cNvSpPr/>
          <p:nvPr/>
        </p:nvSpPr>
        <p:spPr>
          <a:xfrm>
            <a:off x="724936" y="2957837"/>
            <a:ext cx="4676607" cy="201168"/>
          </a:xfrm>
          <a:prstGeom prst="rect">
            <a:avLst/>
          </a:prstGeom>
          <a:solidFill>
            <a:srgbClr val="FFFFFF"/>
          </a:solidFill>
          <a:ln w="6350">
            <a:solidFill>
              <a:srgbClr val="D0D7DE"/>
            </a:solidFill>
            <a:prstDash val="solid"/>
          </a:ln>
        </p:spPr>
      </p:sp>
      <p:pic>
        <p:nvPicPr>
          <p:cNvPr id="50" name="Image 7" descr="preencoded.png">    </p:cNvPr>
          <p:cNvPicPr>
            <a:picLocks noChangeAspect="1"/>
          </p:cNvPicPr>
          <p:nvPr/>
        </p:nvPicPr>
        <p:blipFill>
          <a:blip r:embed="rId8"/>
          <a:stretch>
            <a:fillRect/>
          </a:stretch>
        </p:blipFill>
        <p:spPr>
          <a:xfrm>
            <a:off x="798088" y="2994413"/>
            <a:ext cx="118872" cy="118872"/>
          </a:xfrm>
          <a:prstGeom prst="rect">
            <a:avLst/>
          </a:prstGeom>
        </p:spPr>
      </p:pic>
      <p:sp>
        <p:nvSpPr>
          <p:cNvPr id="51" name="Text 41"/>
          <p:cNvSpPr txBox="1"/>
          <p:nvPr/>
        </p:nvSpPr>
        <p:spPr>
          <a:xfrm>
            <a:off x="980968" y="2957837"/>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pondok.html</a:t>
            </a:r>
            <a:endParaRPr lang="en-US" sz="700" dirty="0"/>
          </a:p>
        </p:txBody>
      </p:sp>
      <p:sp>
        <p:nvSpPr>
          <p:cNvPr id="52" name="Text 42"/>
          <p:cNvSpPr txBox="1"/>
          <p:nvPr/>
        </p:nvSpPr>
        <p:spPr>
          <a:xfrm>
            <a:off x="2462296" y="2957837"/>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Tambah landing page pondok</a:t>
            </a:r>
            <a:endParaRPr lang="en-US" sz="650" dirty="0"/>
          </a:p>
        </p:txBody>
      </p:sp>
      <p:sp>
        <p:nvSpPr>
          <p:cNvPr id="53" name="Shape 43"/>
          <p:cNvSpPr/>
          <p:nvPr/>
        </p:nvSpPr>
        <p:spPr>
          <a:xfrm>
            <a:off x="724936" y="3159005"/>
            <a:ext cx="4676607" cy="201168"/>
          </a:xfrm>
          <a:prstGeom prst="rect">
            <a:avLst/>
          </a:prstGeom>
          <a:solidFill>
            <a:srgbClr val="FFFFFF"/>
          </a:solidFill>
          <a:ln w="6350">
            <a:solidFill>
              <a:srgbClr val="D0D7DE"/>
            </a:solidFill>
            <a:prstDash val="solid"/>
          </a:ln>
        </p:spPr>
      </p:sp>
      <p:pic>
        <p:nvPicPr>
          <p:cNvPr id="54" name="Image 8" descr="preencoded.png">    </p:cNvPr>
          <p:cNvPicPr>
            <a:picLocks noChangeAspect="1"/>
          </p:cNvPicPr>
          <p:nvPr/>
        </p:nvPicPr>
        <p:blipFill>
          <a:blip r:embed="rId9"/>
          <a:stretch>
            <a:fillRect/>
          </a:stretch>
        </p:blipFill>
        <p:spPr>
          <a:xfrm>
            <a:off x="798088" y="3195581"/>
            <a:ext cx="118872" cy="118872"/>
          </a:xfrm>
          <a:prstGeom prst="rect">
            <a:avLst/>
          </a:prstGeom>
        </p:spPr>
      </p:pic>
      <p:sp>
        <p:nvSpPr>
          <p:cNvPr id="55" name="Text 44"/>
          <p:cNvSpPr txBox="1"/>
          <p:nvPr/>
        </p:nvSpPr>
        <p:spPr>
          <a:xfrm>
            <a:off x="980968" y="3159005"/>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logo.png</a:t>
            </a:r>
            <a:endParaRPr lang="en-US" sz="700" dirty="0"/>
          </a:p>
        </p:txBody>
      </p:sp>
      <p:sp>
        <p:nvSpPr>
          <p:cNvPr id="56" name="Text 45"/>
          <p:cNvSpPr txBox="1"/>
          <p:nvPr/>
        </p:nvSpPr>
        <p:spPr>
          <a:xfrm>
            <a:off x="2462296" y="3159005"/>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Tambah logo pondok</a:t>
            </a:r>
            <a:endParaRPr lang="en-US" sz="650" dirty="0"/>
          </a:p>
        </p:txBody>
      </p:sp>
      <p:sp>
        <p:nvSpPr>
          <p:cNvPr id="57" name="Shape 46"/>
          <p:cNvSpPr/>
          <p:nvPr/>
        </p:nvSpPr>
        <p:spPr>
          <a:xfrm>
            <a:off x="724936" y="3360173"/>
            <a:ext cx="4676607" cy="201168"/>
          </a:xfrm>
          <a:prstGeom prst="rect">
            <a:avLst/>
          </a:prstGeom>
          <a:solidFill>
            <a:srgbClr val="FFFFFF"/>
          </a:solidFill>
          <a:ln w="6350">
            <a:solidFill>
              <a:srgbClr val="D0D7DE"/>
            </a:solidFill>
            <a:prstDash val="solid"/>
          </a:ln>
        </p:spPr>
      </p:sp>
      <p:pic>
        <p:nvPicPr>
          <p:cNvPr id="58" name="Image 9" descr="preencoded.png">    </p:cNvPr>
          <p:cNvPicPr>
            <a:picLocks noChangeAspect="1"/>
          </p:cNvPicPr>
          <p:nvPr/>
        </p:nvPicPr>
        <p:blipFill>
          <a:blip r:embed="rId10"/>
          <a:stretch>
            <a:fillRect/>
          </a:stretch>
        </p:blipFill>
        <p:spPr>
          <a:xfrm>
            <a:off x="798088" y="3396749"/>
            <a:ext cx="118872" cy="118872"/>
          </a:xfrm>
          <a:prstGeom prst="rect">
            <a:avLst/>
          </a:prstGeom>
        </p:spPr>
      </p:pic>
      <p:sp>
        <p:nvSpPr>
          <p:cNvPr id="59" name="Text 47"/>
          <p:cNvSpPr txBox="1"/>
          <p:nvPr/>
        </p:nvSpPr>
        <p:spPr>
          <a:xfrm>
            <a:off x="980968" y="3360173"/>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pondok.jpg</a:t>
            </a:r>
            <a:endParaRPr lang="en-US" sz="700" dirty="0"/>
          </a:p>
        </p:txBody>
      </p:sp>
      <p:sp>
        <p:nvSpPr>
          <p:cNvPr id="60" name="Text 48"/>
          <p:cNvSpPr txBox="1"/>
          <p:nvPr/>
        </p:nvSpPr>
        <p:spPr>
          <a:xfrm>
            <a:off x="2462296" y="3360173"/>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Tambah gambar pondok</a:t>
            </a:r>
            <a:endParaRPr lang="en-US" sz="650" dirty="0"/>
          </a:p>
        </p:txBody>
      </p:sp>
      <p:sp>
        <p:nvSpPr>
          <p:cNvPr id="61" name="Shape 49"/>
          <p:cNvSpPr/>
          <p:nvPr/>
        </p:nvSpPr>
        <p:spPr>
          <a:xfrm>
            <a:off x="724936" y="3561341"/>
            <a:ext cx="4676607" cy="201168"/>
          </a:xfrm>
          <a:prstGeom prst="rect">
            <a:avLst/>
          </a:prstGeom>
          <a:solidFill>
            <a:srgbClr val="FFFFFF"/>
          </a:solidFill>
          <a:ln w="6350">
            <a:solidFill>
              <a:srgbClr val="D0D7DE"/>
            </a:solidFill>
            <a:prstDash val="solid"/>
          </a:ln>
        </p:spPr>
      </p:sp>
      <p:pic>
        <p:nvPicPr>
          <p:cNvPr id="62" name="Image 10" descr="preencoded.png">    </p:cNvPr>
          <p:cNvPicPr>
            <a:picLocks noChangeAspect="1"/>
          </p:cNvPicPr>
          <p:nvPr/>
        </p:nvPicPr>
        <p:blipFill>
          <a:blip r:embed="rId11"/>
          <a:stretch>
            <a:fillRect/>
          </a:stretch>
        </p:blipFill>
        <p:spPr>
          <a:xfrm>
            <a:off x="798088" y="3597917"/>
            <a:ext cx="118872" cy="118872"/>
          </a:xfrm>
          <a:prstGeom prst="rect">
            <a:avLst/>
          </a:prstGeom>
        </p:spPr>
      </p:pic>
      <p:sp>
        <p:nvSpPr>
          <p:cNvPr id="63" name="Text 50"/>
          <p:cNvSpPr txBox="1"/>
          <p:nvPr/>
        </p:nvSpPr>
        <p:spPr>
          <a:xfrm>
            <a:off x="980968" y="3561341"/>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README.md</a:t>
            </a:r>
            <a:endParaRPr lang="en-US" sz="700" dirty="0"/>
          </a:p>
        </p:txBody>
      </p:sp>
      <p:sp>
        <p:nvSpPr>
          <p:cNvPr id="64" name="Text 51"/>
          <p:cNvSpPr txBox="1"/>
          <p:nvPr/>
        </p:nvSpPr>
        <p:spPr>
          <a:xfrm>
            <a:off x="2462296" y="3561341"/>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Initial commit</a:t>
            </a:r>
            <a:endParaRPr lang="en-US" sz="650" dirty="0"/>
          </a:p>
        </p:txBody>
      </p:sp>
      <p:sp>
        <p:nvSpPr>
          <p:cNvPr id="65" name="Shape 52"/>
          <p:cNvSpPr/>
          <p:nvPr/>
        </p:nvSpPr>
        <p:spPr>
          <a:xfrm>
            <a:off x="706648" y="3543053"/>
            <a:ext cx="4713183" cy="237744"/>
          </a:xfrm>
          <a:prstGeom prst="roundRect">
            <a:avLst>
              <a:gd name="adj" fmla="val 19231"/>
            </a:avLst>
          </a:prstGeom>
          <a:solidFill>
            <a:srgbClr val="FFFFFF">
              <a:alpha val="0"/>
            </a:srgbClr>
          </a:solidFill>
          <a:ln w="31750">
            <a:solidFill>
              <a:srgbClr val="E53935"/>
            </a:solidFill>
            <a:prstDash val="solid"/>
          </a:ln>
        </p:spPr>
      </p:sp>
      <p:sp>
        <p:nvSpPr>
          <p:cNvPr id="66" name="Shape 53"/>
          <p:cNvSpPr/>
          <p:nvPr/>
        </p:nvSpPr>
        <p:spPr>
          <a:xfrm>
            <a:off x="5282672" y="3405893"/>
            <a:ext cx="274320" cy="274320"/>
          </a:xfrm>
          <a:prstGeom prst="ellipse">
            <a:avLst/>
          </a:prstGeom>
          <a:solidFill>
            <a:srgbClr val="E53935"/>
          </a:solidFill>
          <a:ln w="12700">
            <a:solidFill>
              <a:srgbClr val="FFFFFF"/>
            </a:solidFill>
            <a:prstDash val="solid"/>
          </a:ln>
        </p:spPr>
      </p:sp>
      <p:sp>
        <p:nvSpPr>
          <p:cNvPr id="67" name="Text 54"/>
          <p:cNvSpPr txBox="1"/>
          <p:nvPr/>
        </p:nvSpPr>
        <p:spPr>
          <a:xfrm>
            <a:off x="5282672" y="34058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68" name="Image 11" descr="preencoded.png">    </p:cNvPr>
          <p:cNvPicPr>
            <a:picLocks noChangeAspect="1"/>
          </p:cNvPicPr>
          <p:nvPr/>
        </p:nvPicPr>
        <p:blipFill>
          <a:blip r:embed="rId12"/>
          <a:stretch>
            <a:fillRect/>
          </a:stretch>
        </p:blipFill>
        <p:spPr>
          <a:xfrm>
            <a:off x="3297070" y="3671984"/>
            <a:ext cx="237744" cy="237744"/>
          </a:xfrm>
          <a:prstGeom prst="rect">
            <a:avLst/>
          </a:prstGeom>
        </p:spPr>
      </p:pic>
      <p:sp>
        <p:nvSpPr>
          <p:cNvPr id="69" name="Text 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0" name="Text 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README.md › pensil</a:t>
            </a:r>
            <a:endParaRPr lang="en-US" sz="1800" dirty="0"/>
          </a:p>
        </p:txBody>
      </p:sp>
      <p:sp>
        <p:nvSpPr>
          <p:cNvPr id="71" name="Text 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daftar file, klik README.md. Klik ikon pensil untuk mengedit.</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README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2743200" cy="201168"/>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website-santri-kel1 / README.md</a:t>
            </a:r>
            <a:endParaRPr lang="en-US" sz="750" dirty="0"/>
          </a:p>
        </p:txBody>
      </p:sp>
      <p:sp>
        <p:nvSpPr>
          <p:cNvPr id="33" name="Shape 25"/>
          <p:cNvSpPr/>
          <p:nvPr/>
        </p:nvSpPr>
        <p:spPr>
          <a:xfrm>
            <a:off x="4487144" y="2043437"/>
            <a:ext cx="914400" cy="219456"/>
          </a:xfrm>
          <a:prstGeom prst="roundRect">
            <a:avLst>
              <a:gd name="adj" fmla="val 16667"/>
            </a:avLst>
          </a:prstGeom>
          <a:solidFill>
            <a:srgbClr val="1F883D"/>
          </a:solidFill>
          <a:ln w="12700">
            <a:solidFill>
              <a:srgbClr val="1F883D"/>
            </a:solidFill>
            <a:prstDash val="solid"/>
          </a:ln>
        </p:spPr>
      </p:sp>
      <p:sp>
        <p:nvSpPr>
          <p:cNvPr id="34" name="Text 26"/>
          <p:cNvSpPr txBox="1"/>
          <p:nvPr/>
        </p:nvSpPr>
        <p:spPr>
          <a:xfrm>
            <a:off x="4487144" y="2043437"/>
            <a:ext cx="91440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Commit changes...</a:t>
            </a:r>
            <a:endParaRPr lang="en-US" sz="700" dirty="0"/>
          </a:p>
        </p:txBody>
      </p:sp>
      <p:sp>
        <p:nvSpPr>
          <p:cNvPr id="35" name="Shape 27"/>
          <p:cNvSpPr/>
          <p:nvPr/>
        </p:nvSpPr>
        <p:spPr>
          <a:xfrm>
            <a:off x="724936" y="2336045"/>
            <a:ext cx="4676607" cy="1613619"/>
          </a:xfrm>
          <a:prstGeom prst="rect">
            <a:avLst/>
          </a:prstGeom>
          <a:solidFill>
            <a:srgbClr val="FFFFFF"/>
          </a:solidFill>
          <a:ln w="9525">
            <a:solidFill>
              <a:srgbClr val="D0D7DE"/>
            </a:solidFill>
            <a:prstDash val="solid"/>
          </a:ln>
        </p:spPr>
      </p:sp>
      <p:sp>
        <p:nvSpPr>
          <p:cNvPr id="36" name="Text 28"/>
          <p:cNvSpPr txBox="1"/>
          <p:nvPr/>
        </p:nvSpPr>
        <p:spPr>
          <a:xfrm>
            <a:off x="724936" y="2381765"/>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a:t>
            </a:r>
            <a:endParaRPr lang="en-US" sz="600" dirty="0"/>
          </a:p>
        </p:txBody>
      </p:sp>
      <p:sp>
        <p:nvSpPr>
          <p:cNvPr id="37" name="Text 29"/>
          <p:cNvSpPr txBox="1"/>
          <p:nvPr/>
        </p:nvSpPr>
        <p:spPr>
          <a:xfrm>
            <a:off x="1044976" y="2381765"/>
            <a:ext cx="4310847" cy="108727"/>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 Website Santri Kelompok 1</a:t>
            </a:r>
            <a:endParaRPr lang="en-US" sz="547" dirty="0"/>
          </a:p>
        </p:txBody>
      </p:sp>
      <p:sp>
        <p:nvSpPr>
          <p:cNvPr id="38" name="Text 30"/>
          <p:cNvSpPr txBox="1"/>
          <p:nvPr/>
        </p:nvSpPr>
        <p:spPr>
          <a:xfrm>
            <a:off x="724936" y="2490492"/>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2</a:t>
            </a:r>
            <a:endParaRPr lang="en-US" sz="600" dirty="0"/>
          </a:p>
        </p:txBody>
      </p:sp>
      <p:sp>
        <p:nvSpPr>
          <p:cNvPr id="39" name="Text 31"/>
          <p:cNvSpPr txBox="1"/>
          <p:nvPr/>
        </p:nvSpPr>
        <p:spPr>
          <a:xfrm>
            <a:off x="1044976" y="2490492"/>
            <a:ext cx="4310847" cy="108727"/>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Website Kelas 8A PP Wihdatul Ummah Poso.</a:t>
            </a:r>
            <a:endParaRPr lang="en-US" sz="547" dirty="0"/>
          </a:p>
        </p:txBody>
      </p:sp>
      <p:sp>
        <p:nvSpPr>
          <p:cNvPr id="40" name="Text 32"/>
          <p:cNvSpPr txBox="1"/>
          <p:nvPr/>
        </p:nvSpPr>
        <p:spPr>
          <a:xfrm>
            <a:off x="724936" y="2599219"/>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3</a:t>
            </a:r>
            <a:endParaRPr lang="en-US" sz="600" dirty="0"/>
          </a:p>
        </p:txBody>
      </p:sp>
      <p:sp>
        <p:nvSpPr>
          <p:cNvPr id="41" name="Text 33"/>
          <p:cNvSpPr txBox="1"/>
          <p:nvPr/>
        </p:nvSpPr>
        <p:spPr>
          <a:xfrm>
            <a:off x="1044976" y="2599219"/>
            <a:ext cx="4310847" cy="108727"/>
          </a:xfrm>
          <a:prstGeom prst="rect">
            <a:avLst/>
          </a:prstGeom>
          <a:noFill/>
          <a:ln/>
        </p:spPr>
        <p:txBody>
          <a:bodyPr wrap="square" lIns="0" tIns="0" rIns="0" bIns="0" rtlCol="0" anchor="ctr"/>
          <a:lstStyle/>
          <a:p>
            <a:pPr indent="0" marL="0">
              <a:buNone/>
            </a:pPr>
            <a:r>
              <a:rPr lang="en-US" sz="547" dirty="0">
                <a:solidFill>
                  <a:srgbClr val="1E2A26"/>
                </a:solidFill>
                <a:latin typeface="Courier New" pitchFamily="34" charset="0"/>
                <a:ea typeface="Courier New" pitchFamily="34" charset="-122"/>
                <a:cs typeface="Courier New" pitchFamily="34" charset="-120"/>
              </a:rPr>
              <a:t> </a:t>
            </a:r>
            <a:endParaRPr lang="en-US" sz="547" dirty="0"/>
          </a:p>
        </p:txBody>
      </p:sp>
      <p:sp>
        <p:nvSpPr>
          <p:cNvPr id="42" name="Text 34"/>
          <p:cNvSpPr txBox="1"/>
          <p:nvPr/>
        </p:nvSpPr>
        <p:spPr>
          <a:xfrm>
            <a:off x="724936" y="2707946"/>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4</a:t>
            </a:r>
            <a:endParaRPr lang="en-US" sz="600" dirty="0"/>
          </a:p>
        </p:txBody>
      </p:sp>
      <p:sp>
        <p:nvSpPr>
          <p:cNvPr id="43" name="Text 35"/>
          <p:cNvSpPr txBox="1"/>
          <p:nvPr/>
        </p:nvSpPr>
        <p:spPr>
          <a:xfrm>
            <a:off x="1044976" y="2707946"/>
            <a:ext cx="4310847" cy="108727"/>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 Isi</a:t>
            </a:r>
            <a:endParaRPr lang="en-US" sz="547" dirty="0"/>
          </a:p>
        </p:txBody>
      </p:sp>
      <p:sp>
        <p:nvSpPr>
          <p:cNvPr id="44" name="Text 36"/>
          <p:cNvSpPr txBox="1"/>
          <p:nvPr/>
        </p:nvSpPr>
        <p:spPr>
          <a:xfrm>
            <a:off x="724936" y="2816673"/>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5</a:t>
            </a:r>
            <a:endParaRPr lang="en-US" sz="600" dirty="0"/>
          </a:p>
        </p:txBody>
      </p:sp>
      <p:sp>
        <p:nvSpPr>
          <p:cNvPr id="45" name="Text 37"/>
          <p:cNvSpPr txBox="1"/>
          <p:nvPr/>
        </p:nvSpPr>
        <p:spPr>
          <a:xfrm>
            <a:off x="1044976" y="2816673"/>
            <a:ext cx="4310847" cy="108727"/>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 index.html: halaman profil santri</a:t>
            </a:r>
            <a:endParaRPr lang="en-US" sz="547" dirty="0"/>
          </a:p>
        </p:txBody>
      </p:sp>
      <p:sp>
        <p:nvSpPr>
          <p:cNvPr id="46" name="Text 38"/>
          <p:cNvSpPr txBox="1"/>
          <p:nvPr/>
        </p:nvSpPr>
        <p:spPr>
          <a:xfrm>
            <a:off x="724936" y="2925400"/>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6</a:t>
            </a:r>
            <a:endParaRPr lang="en-US" sz="600" dirty="0"/>
          </a:p>
        </p:txBody>
      </p:sp>
      <p:sp>
        <p:nvSpPr>
          <p:cNvPr id="47" name="Text 39"/>
          <p:cNvSpPr txBox="1"/>
          <p:nvPr/>
        </p:nvSpPr>
        <p:spPr>
          <a:xfrm>
            <a:off x="1044976" y="2925400"/>
            <a:ext cx="4310847" cy="108727"/>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 pondok.html: landing page pondok</a:t>
            </a:r>
            <a:endParaRPr lang="en-US" sz="547" dirty="0"/>
          </a:p>
        </p:txBody>
      </p:sp>
      <p:sp>
        <p:nvSpPr>
          <p:cNvPr id="48" name="Text 40"/>
          <p:cNvSpPr txBox="1"/>
          <p:nvPr/>
        </p:nvSpPr>
        <p:spPr>
          <a:xfrm>
            <a:off x="724936" y="3034127"/>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7</a:t>
            </a:r>
            <a:endParaRPr lang="en-US" sz="600" dirty="0"/>
          </a:p>
        </p:txBody>
      </p:sp>
      <p:sp>
        <p:nvSpPr>
          <p:cNvPr id="49" name="Text 41"/>
          <p:cNvSpPr txBox="1"/>
          <p:nvPr/>
        </p:nvSpPr>
        <p:spPr>
          <a:xfrm>
            <a:off x="1044976" y="3034127"/>
            <a:ext cx="4310847" cy="108727"/>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 gambar/: folder gambar</a:t>
            </a:r>
            <a:endParaRPr lang="en-US" sz="547" dirty="0"/>
          </a:p>
        </p:txBody>
      </p:sp>
      <p:sp>
        <p:nvSpPr>
          <p:cNvPr id="50" name="Text 42"/>
          <p:cNvSpPr txBox="1"/>
          <p:nvPr/>
        </p:nvSpPr>
        <p:spPr>
          <a:xfrm>
            <a:off x="724936" y="3142855"/>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8</a:t>
            </a:r>
            <a:endParaRPr lang="en-US" sz="600" dirty="0"/>
          </a:p>
        </p:txBody>
      </p:sp>
      <p:sp>
        <p:nvSpPr>
          <p:cNvPr id="51" name="Text 43"/>
          <p:cNvSpPr txBox="1"/>
          <p:nvPr/>
        </p:nvSpPr>
        <p:spPr>
          <a:xfrm>
            <a:off x="1044976" y="3142855"/>
            <a:ext cx="4310847" cy="108727"/>
          </a:xfrm>
          <a:prstGeom prst="rect">
            <a:avLst/>
          </a:prstGeom>
          <a:noFill/>
          <a:ln/>
        </p:spPr>
        <p:txBody>
          <a:bodyPr wrap="square" lIns="0" tIns="0" rIns="0" bIns="0" rtlCol="0" anchor="ctr"/>
          <a:lstStyle/>
          <a:p>
            <a:pPr indent="0" marL="0">
              <a:buNone/>
            </a:pPr>
            <a:r>
              <a:rPr lang="en-US" sz="547" dirty="0">
                <a:solidFill>
                  <a:srgbClr val="1E2A26"/>
                </a:solidFill>
                <a:latin typeface="Courier New" pitchFamily="34" charset="0"/>
                <a:ea typeface="Courier New" pitchFamily="34" charset="-122"/>
                <a:cs typeface="Courier New" pitchFamily="34" charset="-120"/>
              </a:rPr>
              <a:t> </a:t>
            </a:r>
            <a:endParaRPr lang="en-US" sz="547" dirty="0"/>
          </a:p>
        </p:txBody>
      </p:sp>
      <p:sp>
        <p:nvSpPr>
          <p:cNvPr id="52" name="Text 44"/>
          <p:cNvSpPr txBox="1"/>
          <p:nvPr/>
        </p:nvSpPr>
        <p:spPr>
          <a:xfrm>
            <a:off x="724936" y="3251582"/>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9</a:t>
            </a:r>
            <a:endParaRPr lang="en-US" sz="600" dirty="0"/>
          </a:p>
        </p:txBody>
      </p:sp>
      <p:sp>
        <p:nvSpPr>
          <p:cNvPr id="53" name="Text 45"/>
          <p:cNvSpPr txBox="1"/>
          <p:nvPr/>
        </p:nvSpPr>
        <p:spPr>
          <a:xfrm>
            <a:off x="1044976" y="3251582"/>
            <a:ext cx="4310847" cy="108727"/>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 Dibuat oleh</a:t>
            </a:r>
            <a:endParaRPr lang="en-US" sz="547" dirty="0"/>
          </a:p>
        </p:txBody>
      </p:sp>
      <p:sp>
        <p:nvSpPr>
          <p:cNvPr id="54" name="Text 46"/>
          <p:cNvSpPr txBox="1"/>
          <p:nvPr/>
        </p:nvSpPr>
        <p:spPr>
          <a:xfrm>
            <a:off x="724936" y="3360309"/>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10</a:t>
            </a:r>
            <a:endParaRPr lang="en-US" sz="600" dirty="0"/>
          </a:p>
        </p:txBody>
      </p:sp>
      <p:sp>
        <p:nvSpPr>
          <p:cNvPr id="55" name="Text 47"/>
          <p:cNvSpPr txBox="1"/>
          <p:nvPr/>
        </p:nvSpPr>
        <p:spPr>
          <a:xfrm>
            <a:off x="1044976" y="3360309"/>
            <a:ext cx="4310847" cy="108727"/>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Ahmad (desain), Bilal (HTML), Fauzan (README)</a:t>
            </a:r>
            <a:endParaRPr lang="en-US" sz="547" dirty="0"/>
          </a:p>
        </p:txBody>
      </p:sp>
      <p:sp>
        <p:nvSpPr>
          <p:cNvPr id="56" name="Text 48"/>
          <p:cNvSpPr txBox="1"/>
          <p:nvPr/>
        </p:nvSpPr>
        <p:spPr>
          <a:xfrm>
            <a:off x="724936" y="3469036"/>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11</a:t>
            </a:r>
            <a:endParaRPr lang="en-US" sz="600" dirty="0"/>
          </a:p>
        </p:txBody>
      </p:sp>
      <p:sp>
        <p:nvSpPr>
          <p:cNvPr id="57" name="Text 49"/>
          <p:cNvSpPr txBox="1"/>
          <p:nvPr/>
        </p:nvSpPr>
        <p:spPr>
          <a:xfrm>
            <a:off x="1044976" y="3469036"/>
            <a:ext cx="4310847" cy="108727"/>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Kelas 8A, 2027</a:t>
            </a:r>
            <a:endParaRPr lang="en-US" sz="547" dirty="0"/>
          </a:p>
        </p:txBody>
      </p:sp>
      <p:sp>
        <p:nvSpPr>
          <p:cNvPr id="58" name="Text 50"/>
          <p:cNvSpPr txBox="1"/>
          <p:nvPr/>
        </p:nvSpPr>
        <p:spPr>
          <a:xfrm>
            <a:off x="724936" y="3577763"/>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12</a:t>
            </a:r>
            <a:endParaRPr lang="en-US" sz="600" dirty="0"/>
          </a:p>
        </p:txBody>
      </p:sp>
      <p:sp>
        <p:nvSpPr>
          <p:cNvPr id="59" name="Text 51"/>
          <p:cNvSpPr txBox="1"/>
          <p:nvPr/>
        </p:nvSpPr>
        <p:spPr>
          <a:xfrm>
            <a:off x="1044976" y="3577763"/>
            <a:ext cx="4310847" cy="108727"/>
          </a:xfrm>
          <a:prstGeom prst="rect">
            <a:avLst/>
          </a:prstGeom>
          <a:noFill/>
          <a:ln/>
        </p:spPr>
        <p:txBody>
          <a:bodyPr wrap="square" lIns="0" tIns="0" rIns="0" bIns="0" rtlCol="0" anchor="ctr"/>
          <a:lstStyle/>
          <a:p>
            <a:pPr indent="0" marL="0">
              <a:buNone/>
            </a:pPr>
            <a:r>
              <a:rPr lang="en-US" sz="547" dirty="0">
                <a:solidFill>
                  <a:srgbClr val="1E2A26"/>
                </a:solidFill>
                <a:latin typeface="Courier New" pitchFamily="34" charset="0"/>
                <a:ea typeface="Courier New" pitchFamily="34" charset="-122"/>
                <a:cs typeface="Courier New" pitchFamily="34" charset="-120"/>
              </a:rPr>
              <a:t> </a:t>
            </a:r>
            <a:endParaRPr lang="en-US" sz="547" dirty="0"/>
          </a:p>
        </p:txBody>
      </p:sp>
      <p:sp>
        <p:nvSpPr>
          <p:cNvPr id="60" name="Text 52"/>
          <p:cNvSpPr txBox="1"/>
          <p:nvPr/>
        </p:nvSpPr>
        <p:spPr>
          <a:xfrm>
            <a:off x="724936" y="3686490"/>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13</a:t>
            </a:r>
            <a:endParaRPr lang="en-US" sz="600" dirty="0"/>
          </a:p>
        </p:txBody>
      </p:sp>
      <p:sp>
        <p:nvSpPr>
          <p:cNvPr id="61" name="Text 53"/>
          <p:cNvSpPr txBox="1"/>
          <p:nvPr/>
        </p:nvSpPr>
        <p:spPr>
          <a:xfrm>
            <a:off x="1044976" y="3686490"/>
            <a:ext cx="4310847" cy="108727"/>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 Sumber</a:t>
            </a:r>
            <a:endParaRPr lang="en-US" sz="547" dirty="0"/>
          </a:p>
        </p:txBody>
      </p:sp>
      <p:sp>
        <p:nvSpPr>
          <p:cNvPr id="62" name="Text 54"/>
          <p:cNvSpPr txBox="1"/>
          <p:nvPr/>
        </p:nvSpPr>
        <p:spPr>
          <a:xfrm>
            <a:off x="724936" y="3795217"/>
            <a:ext cx="228600" cy="108727"/>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14</a:t>
            </a:r>
            <a:endParaRPr lang="en-US" sz="600" dirty="0"/>
          </a:p>
        </p:txBody>
      </p:sp>
      <p:sp>
        <p:nvSpPr>
          <p:cNvPr id="63" name="Text 55"/>
          <p:cNvSpPr txBox="1"/>
          <p:nvPr/>
        </p:nvSpPr>
        <p:spPr>
          <a:xfrm>
            <a:off x="1044976" y="3795217"/>
            <a:ext cx="4310847" cy="108727"/>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Logo dan foto: dokumentasi PP Wihdatul Ummah</a:t>
            </a:r>
            <a:endParaRPr lang="en-US" sz="547" dirty="0"/>
          </a:p>
        </p:txBody>
      </p:sp>
      <p:sp>
        <p:nvSpPr>
          <p:cNvPr id="64" name="Shape 56"/>
          <p:cNvSpPr/>
          <p:nvPr/>
        </p:nvSpPr>
        <p:spPr>
          <a:xfrm>
            <a:off x="980968" y="2363477"/>
            <a:ext cx="4402287" cy="1558755"/>
          </a:xfrm>
          <a:prstGeom prst="roundRect">
            <a:avLst>
              <a:gd name="adj" fmla="val 2933"/>
            </a:avLst>
          </a:prstGeom>
          <a:solidFill>
            <a:srgbClr val="FFFFFF">
              <a:alpha val="0"/>
            </a:srgbClr>
          </a:solidFill>
          <a:ln w="31750">
            <a:solidFill>
              <a:srgbClr val="E53935"/>
            </a:solidFill>
            <a:prstDash val="solid"/>
          </a:ln>
        </p:spPr>
      </p:sp>
      <p:sp>
        <p:nvSpPr>
          <p:cNvPr id="65" name="Shape 57"/>
          <p:cNvSpPr/>
          <p:nvPr/>
        </p:nvSpPr>
        <p:spPr>
          <a:xfrm>
            <a:off x="5246096" y="2226317"/>
            <a:ext cx="274320" cy="274320"/>
          </a:xfrm>
          <a:prstGeom prst="ellipse">
            <a:avLst/>
          </a:prstGeom>
          <a:solidFill>
            <a:srgbClr val="E53935"/>
          </a:solidFill>
          <a:ln w="12700">
            <a:solidFill>
              <a:srgbClr val="FFFFFF"/>
            </a:solidFill>
            <a:prstDash val="solid"/>
          </a:ln>
        </p:spPr>
      </p:sp>
      <p:sp>
        <p:nvSpPr>
          <p:cNvPr id="66" name="Text 58"/>
          <p:cNvSpPr txBox="1"/>
          <p:nvPr/>
        </p:nvSpPr>
        <p:spPr>
          <a:xfrm>
            <a:off x="5246096" y="22263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67" name="Image 6" descr="preencoded.png">    </p:cNvPr>
          <p:cNvPicPr>
            <a:picLocks noChangeAspect="1"/>
          </p:cNvPicPr>
          <p:nvPr/>
        </p:nvPicPr>
        <p:blipFill>
          <a:blip r:embed="rId7"/>
          <a:stretch>
            <a:fillRect/>
          </a:stretch>
        </p:blipFill>
        <p:spPr>
          <a:xfrm>
            <a:off x="3400398" y="3218963"/>
            <a:ext cx="237744" cy="237744"/>
          </a:xfrm>
          <a:prstGeom prst="rect">
            <a:avLst/>
          </a:prstGeom>
        </p:spPr>
      </p:pic>
      <p:sp>
        <p:nvSpPr>
          <p:cNvPr id="68" name="Text 5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69" name="Text 6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README dengan 4 bagian</a:t>
            </a:r>
            <a:endParaRPr lang="en-US" sz="1800" dirty="0"/>
          </a:p>
        </p:txBody>
      </p:sp>
      <p:sp>
        <p:nvSpPr>
          <p:cNvPr id="70" name="Text 6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Gunakan # untuk judul, ## untuk subjudul, - untuk daftar. Klik tab Preview untuk melihat hasil. Commit: Lengkapi README.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 / upload</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Shape 24"/>
          <p:cNvSpPr/>
          <p:nvPr/>
        </p:nvSpPr>
        <p:spPr>
          <a:xfrm>
            <a:off x="724936" y="2061725"/>
            <a:ext cx="4676607" cy="914400"/>
          </a:xfrm>
          <a:prstGeom prst="rect">
            <a:avLst/>
          </a:prstGeom>
          <a:solidFill>
            <a:srgbClr val="F6F8FA"/>
          </a:solidFill>
          <a:ln w="12700">
            <a:solidFill>
              <a:srgbClr val="D0D7DE"/>
            </a:solidFill>
            <a:prstDash val="dash"/>
          </a:ln>
        </p:spPr>
      </p:sp>
      <p:sp>
        <p:nvSpPr>
          <p:cNvPr id="33" name="Text 25"/>
          <p:cNvSpPr txBox="1"/>
          <p:nvPr/>
        </p:nvSpPr>
        <p:spPr>
          <a:xfrm>
            <a:off x="724936" y="2198885"/>
            <a:ext cx="4676607" cy="457200"/>
          </a:xfrm>
          <a:prstGeom prst="rect">
            <a:avLst/>
          </a:prstGeom>
          <a:noFill/>
          <a:ln/>
        </p:spPr>
        <p:txBody>
          <a:bodyPr wrap="square" lIns="0" tIns="0" rIns="0" bIns="0" rtlCol="0" anchor="t"/>
          <a:lstStyle/>
          <a:p>
            <a:pPr algn="ctr" indent="0" marL="0">
              <a:buNone/>
            </a:pPr>
            <a:r>
              <a:rPr lang="en-US" sz="800" dirty="0">
                <a:solidFill>
                  <a:srgbClr val="555555"/>
                </a:solidFill>
                <a:latin typeface="Calibri" pitchFamily="34" charset="0"/>
                <a:ea typeface="Calibri" pitchFamily="34" charset="-122"/>
                <a:cs typeface="Calibri" pitchFamily="34" charset="-120"/>
              </a:rPr>
              <a:t>Drag files here to add them to your repository</a:t>
            </a:r>
            <a:endParaRPr lang="en-US" sz="800" dirty="0"/>
          </a:p>
          <a:p>
            <a:pPr algn="ctr" indent="0" marL="0">
              <a:buNone/>
            </a:pPr>
            <a:r>
              <a:rPr lang="en-US" sz="800" dirty="0">
                <a:solidFill>
                  <a:srgbClr val="555555"/>
                </a:solidFill>
                <a:latin typeface="Calibri" pitchFamily="34" charset="0"/>
                <a:ea typeface="Calibri" pitchFamily="34" charset="-122"/>
                <a:cs typeface="Calibri" pitchFamily="34" charset="-120"/>
              </a:rPr>
              <a:t>or choose your files</a:t>
            </a:r>
            <a:endParaRPr lang="en-US" sz="800" dirty="0"/>
          </a:p>
        </p:txBody>
      </p:sp>
      <p:sp>
        <p:nvSpPr>
          <p:cNvPr id="34" name="Text 26"/>
          <p:cNvSpPr txBox="1"/>
          <p:nvPr/>
        </p:nvSpPr>
        <p:spPr>
          <a:xfrm>
            <a:off x="86209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gambar/logo.png</a:t>
            </a:r>
            <a:endParaRPr lang="en-US" sz="700" dirty="0"/>
          </a:p>
        </p:txBody>
      </p:sp>
      <p:sp>
        <p:nvSpPr>
          <p:cNvPr id="35" name="Text 27"/>
          <p:cNvSpPr txBox="1"/>
          <p:nvPr/>
        </p:nvSpPr>
        <p:spPr>
          <a:xfrm>
            <a:off x="205081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gambar/pondok.jpg</a:t>
            </a:r>
            <a:endParaRPr lang="en-US" sz="700" dirty="0"/>
          </a:p>
        </p:txBody>
      </p:sp>
      <p:sp>
        <p:nvSpPr>
          <p:cNvPr id="36" name="Text 28"/>
          <p:cNvSpPr txBox="1"/>
          <p:nvPr/>
        </p:nvSpPr>
        <p:spPr>
          <a:xfrm>
            <a:off x="724936" y="3067565"/>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Commit changes</a:t>
            </a:r>
            <a:endParaRPr lang="en-US" sz="800" dirty="0"/>
          </a:p>
        </p:txBody>
      </p:sp>
      <p:sp>
        <p:nvSpPr>
          <p:cNvPr id="37" name="Shape 29"/>
          <p:cNvSpPr/>
          <p:nvPr/>
        </p:nvSpPr>
        <p:spPr>
          <a:xfrm>
            <a:off x="724936" y="3268733"/>
            <a:ext cx="3507456" cy="219456"/>
          </a:xfrm>
          <a:prstGeom prst="roundRect">
            <a:avLst>
              <a:gd name="adj" fmla="val 12500"/>
            </a:avLst>
          </a:prstGeom>
          <a:solidFill>
            <a:srgbClr val="FFFFFF"/>
          </a:solidFill>
          <a:ln w="12700">
            <a:solidFill>
              <a:srgbClr val="0969DA"/>
            </a:solidFill>
            <a:prstDash val="solid"/>
          </a:ln>
        </p:spPr>
      </p:sp>
      <p:sp>
        <p:nvSpPr>
          <p:cNvPr id="38" name="Text 30"/>
          <p:cNvSpPr txBox="1"/>
          <p:nvPr/>
        </p:nvSpPr>
        <p:spPr>
          <a:xfrm>
            <a:off x="779800" y="3268733"/>
            <a:ext cx="3507456" cy="219456"/>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Pindahkan gambar ke folder gambar</a:t>
            </a:r>
            <a:endParaRPr lang="en-US" sz="750" dirty="0"/>
          </a:p>
        </p:txBody>
      </p:sp>
      <p:sp>
        <p:nvSpPr>
          <p:cNvPr id="39" name="Shape 31"/>
          <p:cNvSpPr/>
          <p:nvPr/>
        </p:nvSpPr>
        <p:spPr>
          <a:xfrm>
            <a:off x="724936" y="3702776"/>
            <a:ext cx="1005840" cy="219456"/>
          </a:xfrm>
          <a:prstGeom prst="roundRect">
            <a:avLst>
              <a:gd name="adj" fmla="val 16667"/>
            </a:avLst>
          </a:prstGeom>
          <a:solidFill>
            <a:srgbClr val="1F883D"/>
          </a:solidFill>
          <a:ln w="12700">
            <a:solidFill>
              <a:srgbClr val="1F883D"/>
            </a:solidFill>
            <a:prstDash val="solid"/>
          </a:ln>
        </p:spPr>
      </p:sp>
      <p:sp>
        <p:nvSpPr>
          <p:cNvPr id="40" name="Text 32"/>
          <p:cNvSpPr txBox="1"/>
          <p:nvPr/>
        </p:nvSpPr>
        <p:spPr>
          <a:xfrm>
            <a:off x="724936" y="3702776"/>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Commit changes</a:t>
            </a:r>
            <a:endParaRPr lang="en-US" sz="750" dirty="0"/>
          </a:p>
        </p:txBody>
      </p:sp>
      <p:sp>
        <p:nvSpPr>
          <p:cNvPr id="41" name="Shape 33"/>
          <p:cNvSpPr/>
          <p:nvPr/>
        </p:nvSpPr>
        <p:spPr>
          <a:xfrm>
            <a:off x="706648" y="2043437"/>
            <a:ext cx="4713183" cy="950976"/>
          </a:xfrm>
          <a:prstGeom prst="roundRect">
            <a:avLst>
              <a:gd name="adj" fmla="val 4808"/>
            </a:avLst>
          </a:prstGeom>
          <a:solidFill>
            <a:srgbClr val="FFFFFF">
              <a:alpha val="0"/>
            </a:srgbClr>
          </a:solidFill>
          <a:ln w="31750">
            <a:solidFill>
              <a:srgbClr val="E53935"/>
            </a:solidFill>
            <a:prstDash val="solid"/>
          </a:ln>
        </p:spPr>
      </p:sp>
      <p:sp>
        <p:nvSpPr>
          <p:cNvPr id="42" name="Shape 34"/>
          <p:cNvSpPr/>
          <p:nvPr/>
        </p:nvSpPr>
        <p:spPr>
          <a:xfrm>
            <a:off x="5282672" y="1906277"/>
            <a:ext cx="274320" cy="274320"/>
          </a:xfrm>
          <a:prstGeom prst="ellipse">
            <a:avLst/>
          </a:prstGeom>
          <a:solidFill>
            <a:srgbClr val="E53935"/>
          </a:solidFill>
          <a:ln w="12700">
            <a:solidFill>
              <a:srgbClr val="FFFFFF"/>
            </a:solidFill>
            <a:prstDash val="solid"/>
          </a:ln>
        </p:spPr>
      </p:sp>
      <p:sp>
        <p:nvSpPr>
          <p:cNvPr id="43" name="Text 35"/>
          <p:cNvSpPr txBox="1"/>
          <p:nvPr/>
        </p:nvSpPr>
        <p:spPr>
          <a:xfrm>
            <a:off x="5282672" y="19062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4" name="Image 6" descr="preencoded.png">    </p:cNvPr>
          <p:cNvPicPr>
            <a:picLocks noChangeAspect="1"/>
          </p:cNvPicPr>
          <p:nvPr/>
        </p:nvPicPr>
        <p:blipFill>
          <a:blip r:embed="rId7"/>
          <a:stretch>
            <a:fillRect/>
          </a:stretch>
        </p:blipFill>
        <p:spPr>
          <a:xfrm>
            <a:off x="3297070" y="2564645"/>
            <a:ext cx="237744" cy="237744"/>
          </a:xfrm>
          <a:prstGeom prst="rect">
            <a:avLst/>
          </a:prstGeom>
        </p:spPr>
      </p:pic>
      <p:sp>
        <p:nvSpPr>
          <p:cNvPr id="45" name="Shape 36"/>
          <p:cNvSpPr/>
          <p:nvPr/>
        </p:nvSpPr>
        <p:spPr>
          <a:xfrm>
            <a:off x="706648" y="3250445"/>
            <a:ext cx="3544032" cy="256032"/>
          </a:xfrm>
          <a:prstGeom prst="roundRect">
            <a:avLst>
              <a:gd name="adj" fmla="val 17857"/>
            </a:avLst>
          </a:prstGeom>
          <a:solidFill>
            <a:srgbClr val="FFFFFF">
              <a:alpha val="0"/>
            </a:srgbClr>
          </a:solidFill>
          <a:ln w="31750">
            <a:solidFill>
              <a:srgbClr val="E53935"/>
            </a:solidFill>
            <a:prstDash val="solid"/>
          </a:ln>
        </p:spPr>
      </p:sp>
      <p:sp>
        <p:nvSpPr>
          <p:cNvPr id="46" name="Shape 37"/>
          <p:cNvSpPr/>
          <p:nvPr/>
        </p:nvSpPr>
        <p:spPr>
          <a:xfrm>
            <a:off x="4113520" y="3113285"/>
            <a:ext cx="274320" cy="274320"/>
          </a:xfrm>
          <a:prstGeom prst="ellipse">
            <a:avLst/>
          </a:prstGeom>
          <a:solidFill>
            <a:srgbClr val="E53935"/>
          </a:solidFill>
          <a:ln w="12700">
            <a:solidFill>
              <a:srgbClr val="FFFFFF"/>
            </a:solidFill>
            <a:prstDash val="solid"/>
          </a:ln>
        </p:spPr>
      </p:sp>
      <p:sp>
        <p:nvSpPr>
          <p:cNvPr id="47" name="Text 38"/>
          <p:cNvSpPr txBox="1"/>
          <p:nvPr/>
        </p:nvSpPr>
        <p:spPr>
          <a:xfrm>
            <a:off x="4113520" y="31132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8" name="Image 7" descr="preencoded.png">    </p:cNvPr>
          <p:cNvPicPr>
            <a:picLocks noChangeAspect="1"/>
          </p:cNvPicPr>
          <p:nvPr/>
        </p:nvPicPr>
        <p:blipFill>
          <a:blip r:embed="rId8"/>
          <a:stretch>
            <a:fillRect/>
          </a:stretch>
        </p:blipFill>
        <p:spPr>
          <a:xfrm>
            <a:off x="2654037" y="3389434"/>
            <a:ext cx="237744" cy="237744"/>
          </a:xfrm>
          <a:prstGeom prst="rect">
            <a:avLst/>
          </a:prstGeom>
        </p:spPr>
      </p:pic>
      <p:sp>
        <p:nvSpPr>
          <p:cNvPr id="49" name="Text 3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0" name="Text 4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folder gambar saat upload</a:t>
            </a:r>
            <a:endParaRPr lang="en-US" sz="1800" dirty="0"/>
          </a:p>
        </p:txBody>
      </p:sp>
      <p:sp>
        <p:nvSpPr>
          <p:cNvPr id="51" name="Text 4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Add file › Upload files. Di komputer, buat folder bernama gambar berisi semua gambar, lalu seret FOLDER itu ke GitHub. Commit: Pindahkan gambar ke folder gambar.</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2743200" cy="201168"/>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website-santri-kel1 / pondok.html</a:t>
            </a:r>
            <a:endParaRPr lang="en-US" sz="750" dirty="0"/>
          </a:p>
        </p:txBody>
      </p:sp>
      <p:sp>
        <p:nvSpPr>
          <p:cNvPr id="33" name="Shape 25"/>
          <p:cNvSpPr/>
          <p:nvPr/>
        </p:nvSpPr>
        <p:spPr>
          <a:xfrm>
            <a:off x="4487144" y="2043437"/>
            <a:ext cx="914400" cy="219456"/>
          </a:xfrm>
          <a:prstGeom prst="roundRect">
            <a:avLst>
              <a:gd name="adj" fmla="val 16667"/>
            </a:avLst>
          </a:prstGeom>
          <a:solidFill>
            <a:srgbClr val="1F883D"/>
          </a:solidFill>
          <a:ln w="12700">
            <a:solidFill>
              <a:srgbClr val="1F883D"/>
            </a:solidFill>
            <a:prstDash val="solid"/>
          </a:ln>
        </p:spPr>
      </p:sp>
      <p:sp>
        <p:nvSpPr>
          <p:cNvPr id="34" name="Text 26"/>
          <p:cNvSpPr txBox="1"/>
          <p:nvPr/>
        </p:nvSpPr>
        <p:spPr>
          <a:xfrm>
            <a:off x="4487144" y="2043437"/>
            <a:ext cx="91440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Commit changes...</a:t>
            </a:r>
            <a:endParaRPr lang="en-US" sz="700" dirty="0"/>
          </a:p>
        </p:txBody>
      </p:sp>
      <p:sp>
        <p:nvSpPr>
          <p:cNvPr id="35" name="Shape 27"/>
          <p:cNvSpPr/>
          <p:nvPr/>
        </p:nvSpPr>
        <p:spPr>
          <a:xfrm>
            <a:off x="724936" y="2336045"/>
            <a:ext cx="4676607" cy="1613619"/>
          </a:xfrm>
          <a:prstGeom prst="rect">
            <a:avLst/>
          </a:prstGeom>
          <a:solidFill>
            <a:srgbClr val="FFFFFF"/>
          </a:solidFill>
          <a:ln w="9525">
            <a:solidFill>
              <a:srgbClr val="D0D7DE"/>
            </a:solidFill>
            <a:prstDash val="solid"/>
          </a:ln>
        </p:spPr>
      </p:sp>
      <p:sp>
        <p:nvSpPr>
          <p:cNvPr id="36" name="Text 28"/>
          <p:cNvSpPr txBox="1"/>
          <p:nvPr/>
        </p:nvSpPr>
        <p:spPr>
          <a:xfrm>
            <a:off x="724936" y="2381765"/>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a:t>
            </a:r>
            <a:endParaRPr lang="en-US" sz="600" dirty="0"/>
          </a:p>
        </p:txBody>
      </p:sp>
      <p:sp>
        <p:nvSpPr>
          <p:cNvPr id="37" name="Text 29"/>
          <p:cNvSpPr txBox="1"/>
          <p:nvPr/>
        </p:nvSpPr>
        <p:spPr>
          <a:xfrm>
            <a:off x="1044976" y="2381765"/>
            <a:ext cx="4310847" cy="155448"/>
          </a:xfrm>
          <a:prstGeom prst="rect">
            <a:avLst/>
          </a:prstGeom>
          <a:noFill/>
          <a:ln/>
        </p:spPr>
        <p:txBody>
          <a:bodyPr wrap="square" lIns="0" tIns="0" rIns="0" bIns="0" rtlCol="0" anchor="ctr"/>
          <a:lstStyle/>
          <a:p>
            <a:pPr indent="0" marL="0">
              <a:buNone/>
            </a:pPr>
            <a:r>
              <a:rPr lang="en-US" sz="782" dirty="0">
                <a:solidFill>
                  <a:srgbClr val="1A5FB4"/>
                </a:solidFill>
                <a:latin typeface="Courier New" pitchFamily="34" charset="0"/>
                <a:ea typeface="Courier New" pitchFamily="34" charset="-122"/>
                <a:cs typeface="Courier New" pitchFamily="34" charset="-120"/>
              </a:rPr>
              <a:t>&lt;header&gt;</a:t>
            </a:r>
            <a:endParaRPr lang="en-US" sz="782" dirty="0"/>
          </a:p>
        </p:txBody>
      </p:sp>
      <p:sp>
        <p:nvSpPr>
          <p:cNvPr id="38" name="Shape 30"/>
          <p:cNvSpPr/>
          <p:nvPr/>
        </p:nvSpPr>
        <p:spPr>
          <a:xfrm>
            <a:off x="999256" y="2537213"/>
            <a:ext cx="4383999" cy="155448"/>
          </a:xfrm>
          <a:prstGeom prst="rect">
            <a:avLst/>
          </a:prstGeom>
          <a:solidFill>
            <a:srgbClr val="DDF4E4"/>
          </a:solidFill>
          <a:ln w="12700">
            <a:solidFill>
              <a:srgbClr val="DDF4E4"/>
            </a:solidFill>
            <a:prstDash val="solid"/>
          </a:ln>
        </p:spPr>
      </p:sp>
      <p:sp>
        <p:nvSpPr>
          <p:cNvPr id="39" name="Text 31"/>
          <p:cNvSpPr txBox="1"/>
          <p:nvPr/>
        </p:nvSpPr>
        <p:spPr>
          <a:xfrm>
            <a:off x="724936" y="2537213"/>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2</a:t>
            </a:r>
            <a:endParaRPr lang="en-US" sz="600" dirty="0"/>
          </a:p>
        </p:txBody>
      </p:sp>
      <p:sp>
        <p:nvSpPr>
          <p:cNvPr id="40" name="Text 32"/>
          <p:cNvSpPr txBox="1"/>
          <p:nvPr/>
        </p:nvSpPr>
        <p:spPr>
          <a:xfrm>
            <a:off x="1044976" y="2537213"/>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&lt;img src="gambar/logo.png" alt="Logo pondok" width="60"&gt;</a:t>
            </a:r>
            <a:endParaRPr lang="en-US" sz="782" dirty="0"/>
          </a:p>
        </p:txBody>
      </p:sp>
      <p:sp>
        <p:nvSpPr>
          <p:cNvPr id="41" name="Text 33"/>
          <p:cNvSpPr txBox="1"/>
          <p:nvPr/>
        </p:nvSpPr>
        <p:spPr>
          <a:xfrm>
            <a:off x="724936" y="2692661"/>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3</a:t>
            </a:r>
            <a:endParaRPr lang="en-US" sz="600" dirty="0"/>
          </a:p>
        </p:txBody>
      </p:sp>
      <p:sp>
        <p:nvSpPr>
          <p:cNvPr id="42" name="Text 34"/>
          <p:cNvSpPr txBox="1"/>
          <p:nvPr/>
        </p:nvSpPr>
        <p:spPr>
          <a:xfrm>
            <a:off x="1044976" y="2692661"/>
            <a:ext cx="4310847" cy="155448"/>
          </a:xfrm>
          <a:prstGeom prst="rect">
            <a:avLst/>
          </a:prstGeom>
          <a:noFill/>
          <a:ln/>
        </p:spPr>
        <p:txBody>
          <a:bodyPr wrap="square" lIns="0" tIns="0" rIns="0" bIns="0" rtlCol="0" anchor="ctr"/>
          <a:lstStyle/>
          <a:p>
            <a:pPr indent="0" marL="0">
              <a:buNone/>
            </a:pPr>
            <a:r>
              <a:rPr lang="en-US" sz="782" dirty="0">
                <a:solidFill>
                  <a:srgbClr val="222222"/>
                </a:solidFill>
                <a:latin typeface="Courier New" pitchFamily="34" charset="0"/>
                <a:ea typeface="Courier New" pitchFamily="34" charset="-122"/>
                <a:cs typeface="Courier New" pitchFamily="34" charset="-120"/>
              </a:rPr>
              <a:t>  </a:t>
            </a:r>
            <a:pPr indent="0" marL="0">
              <a:buNone/>
            </a:pPr>
            <a:r>
              <a:rPr lang="en-US" sz="782" dirty="0">
                <a:solidFill>
                  <a:srgbClr val="1A5FB4"/>
                </a:solidFill>
                <a:latin typeface="Courier New" pitchFamily="34" charset="0"/>
                <a:ea typeface="Courier New" pitchFamily="34" charset="-122"/>
                <a:cs typeface="Courier New" pitchFamily="34" charset="-120"/>
              </a:rPr>
              <a:t>&lt;h1&gt;</a:t>
            </a:r>
            <a:pPr indent="0" marL="0">
              <a:buNone/>
            </a:pPr>
            <a:r>
              <a:rPr lang="en-US" sz="782" dirty="0">
                <a:solidFill>
                  <a:srgbClr val="222222"/>
                </a:solidFill>
                <a:latin typeface="Courier New" pitchFamily="34" charset="0"/>
                <a:ea typeface="Courier New" pitchFamily="34" charset="-122"/>
                <a:cs typeface="Courier New" pitchFamily="34" charset="-120"/>
              </a:rPr>
              <a:t>Pondok Pesantren Wihdatul Ummah</a:t>
            </a:r>
            <a:pPr indent="0" marL="0">
              <a:buNone/>
            </a:pPr>
            <a:r>
              <a:rPr lang="en-US" sz="782" dirty="0">
                <a:solidFill>
                  <a:srgbClr val="1A5FB4"/>
                </a:solidFill>
                <a:latin typeface="Courier New" pitchFamily="34" charset="0"/>
                <a:ea typeface="Courier New" pitchFamily="34" charset="-122"/>
                <a:cs typeface="Courier New" pitchFamily="34" charset="-120"/>
              </a:rPr>
              <a:t>&lt;/h1&gt;</a:t>
            </a:r>
            <a:endParaRPr lang="en-US" sz="782" dirty="0"/>
          </a:p>
        </p:txBody>
      </p:sp>
      <p:sp>
        <p:nvSpPr>
          <p:cNvPr id="43" name="Text 35"/>
          <p:cNvSpPr txBox="1"/>
          <p:nvPr/>
        </p:nvSpPr>
        <p:spPr>
          <a:xfrm>
            <a:off x="724936" y="2848109"/>
            <a:ext cx="228600" cy="155448"/>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4</a:t>
            </a:r>
            <a:endParaRPr lang="en-US" sz="600" dirty="0"/>
          </a:p>
        </p:txBody>
      </p:sp>
      <p:sp>
        <p:nvSpPr>
          <p:cNvPr id="44" name="Text 36"/>
          <p:cNvSpPr txBox="1"/>
          <p:nvPr/>
        </p:nvSpPr>
        <p:spPr>
          <a:xfrm>
            <a:off x="1044976" y="2848109"/>
            <a:ext cx="4310847" cy="155448"/>
          </a:xfrm>
          <a:prstGeom prst="rect">
            <a:avLst/>
          </a:prstGeom>
          <a:noFill/>
          <a:ln/>
        </p:spPr>
        <p:txBody>
          <a:bodyPr wrap="square" lIns="0" tIns="0" rIns="0" bIns="0" rtlCol="0" anchor="ctr"/>
          <a:lstStyle/>
          <a:p>
            <a:pPr indent="0" marL="0">
              <a:buNone/>
            </a:pPr>
            <a:r>
              <a:rPr lang="en-US" sz="782" dirty="0">
                <a:solidFill>
                  <a:srgbClr val="1A5FB4"/>
                </a:solidFill>
                <a:latin typeface="Courier New" pitchFamily="34" charset="0"/>
                <a:ea typeface="Courier New" pitchFamily="34" charset="-122"/>
                <a:cs typeface="Courier New" pitchFamily="34" charset="-120"/>
              </a:rPr>
              <a:t>&lt;/header&gt;</a:t>
            </a:r>
            <a:endParaRPr lang="en-US" sz="782" dirty="0"/>
          </a:p>
        </p:txBody>
      </p:sp>
      <p:sp>
        <p:nvSpPr>
          <p:cNvPr id="45" name="Shape 37"/>
          <p:cNvSpPr/>
          <p:nvPr/>
        </p:nvSpPr>
        <p:spPr>
          <a:xfrm>
            <a:off x="980968" y="2518925"/>
            <a:ext cx="4402287" cy="192024"/>
          </a:xfrm>
          <a:prstGeom prst="roundRect">
            <a:avLst>
              <a:gd name="adj" fmla="val 23810"/>
            </a:avLst>
          </a:prstGeom>
          <a:solidFill>
            <a:srgbClr val="FFFFFF">
              <a:alpha val="0"/>
            </a:srgbClr>
          </a:solidFill>
          <a:ln w="31750">
            <a:solidFill>
              <a:srgbClr val="E53935"/>
            </a:solidFill>
            <a:prstDash val="solid"/>
          </a:ln>
        </p:spPr>
      </p:sp>
      <p:sp>
        <p:nvSpPr>
          <p:cNvPr id="46" name="Shape 38"/>
          <p:cNvSpPr/>
          <p:nvPr/>
        </p:nvSpPr>
        <p:spPr>
          <a:xfrm>
            <a:off x="5246096" y="2381765"/>
            <a:ext cx="274320" cy="274320"/>
          </a:xfrm>
          <a:prstGeom prst="ellipse">
            <a:avLst/>
          </a:prstGeom>
          <a:solidFill>
            <a:srgbClr val="E53935"/>
          </a:solidFill>
          <a:ln w="12700">
            <a:solidFill>
              <a:srgbClr val="FFFFFF"/>
            </a:solidFill>
            <a:prstDash val="solid"/>
          </a:ln>
        </p:spPr>
      </p:sp>
      <p:sp>
        <p:nvSpPr>
          <p:cNvPr id="47" name="Text 39"/>
          <p:cNvSpPr txBox="1"/>
          <p:nvPr/>
        </p:nvSpPr>
        <p:spPr>
          <a:xfrm>
            <a:off x="5246096" y="23817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8" name="Image 6" descr="preencoded.png">    </p:cNvPr>
          <p:cNvPicPr>
            <a:picLocks noChangeAspect="1"/>
          </p:cNvPicPr>
          <p:nvPr/>
        </p:nvPicPr>
        <p:blipFill>
          <a:blip r:embed="rId7"/>
          <a:stretch>
            <a:fillRect/>
          </a:stretch>
        </p:blipFill>
        <p:spPr>
          <a:xfrm>
            <a:off x="3400398" y="2622710"/>
            <a:ext cx="237744" cy="237744"/>
          </a:xfrm>
          <a:prstGeom prst="rect">
            <a:avLst/>
          </a:prstGeom>
        </p:spPr>
      </p:pic>
      <p:sp>
        <p:nvSpPr>
          <p:cNvPr id="49" name="Text 4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0" name="Text 4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Perbarui src gambar di HTML</a:t>
            </a:r>
            <a:endParaRPr lang="en-US" sz="1800" dirty="0"/>
          </a:p>
        </p:txBody>
      </p:sp>
      <p:sp>
        <p:nvSpPr>
          <p:cNvPr id="51" name="Text 4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Edit index.html dan pondok.html: ubah src="logo.png" menjadi src="gambar/logo.png". Commit: Perbarui alamat gambar.</a:t>
            </a:r>
            <a:endParaRPr lang="en-US" sz="1300" dirty="0"/>
          </a:p>
        </p:txBody>
      </p:sp>
      <p:sp>
        <p:nvSpPr>
          <p:cNvPr id="52" name="Shape 43"/>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3"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54" name="Text 44"/>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Uji juga di komputer: gambar harus tetap tampil.</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06861"/>
            <a:ext cx="658368" cy="182880"/>
          </a:xfrm>
          <a:prstGeom prst="rect">
            <a:avLst/>
          </a:prstGeom>
          <a:noFill/>
          <a:ln/>
        </p:spPr>
        <p:txBody>
          <a:bodyPr wrap="square" lIns="0" tIns="0" rIns="0" bIns="0" rtlCol="0" anchor="ctr"/>
          <a:lstStyle/>
          <a:p>
            <a:pPr indent="0" marL="0">
              <a:buNone/>
            </a:pPr>
            <a:r>
              <a:rPr lang="en-US" sz="650" b="1" dirty="0">
                <a:solidFill>
                  <a:srgbClr val="1E2A26"/>
                </a:solidFill>
                <a:latin typeface="Calibri" pitchFamily="34" charset="0"/>
                <a:ea typeface="Calibri" pitchFamily="34" charset="-122"/>
                <a:cs typeface="Calibri" pitchFamily="34" charset="-120"/>
              </a:rPr>
              <a:t>&lt;&gt; Code</a:t>
            </a:r>
            <a:endParaRPr lang="en-US" sz="650" dirty="0"/>
          </a:p>
        </p:txBody>
      </p:sp>
      <p:sp>
        <p:nvSpPr>
          <p:cNvPr id="33" name="Text 25"/>
          <p:cNvSpPr txBox="1"/>
          <p:nvPr/>
        </p:nvSpPr>
        <p:spPr>
          <a:xfrm>
            <a:off x="14107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Issues</a:t>
            </a:r>
            <a:endParaRPr lang="en-US" sz="650" dirty="0"/>
          </a:p>
        </p:txBody>
      </p:sp>
      <p:sp>
        <p:nvSpPr>
          <p:cNvPr id="34" name="Text 26"/>
          <p:cNvSpPr txBox="1"/>
          <p:nvPr/>
        </p:nvSpPr>
        <p:spPr>
          <a:xfrm>
            <a:off x="20965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Pull requests</a:t>
            </a:r>
            <a:endParaRPr lang="en-US" sz="650" dirty="0"/>
          </a:p>
        </p:txBody>
      </p:sp>
      <p:sp>
        <p:nvSpPr>
          <p:cNvPr id="35" name="Text 27"/>
          <p:cNvSpPr txBox="1"/>
          <p:nvPr/>
        </p:nvSpPr>
        <p:spPr>
          <a:xfrm>
            <a:off x="27823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Actions</a:t>
            </a:r>
            <a:endParaRPr lang="en-US" sz="650" dirty="0"/>
          </a:p>
        </p:txBody>
      </p:sp>
      <p:sp>
        <p:nvSpPr>
          <p:cNvPr id="36" name="Text 28"/>
          <p:cNvSpPr txBox="1"/>
          <p:nvPr/>
        </p:nvSpPr>
        <p:spPr>
          <a:xfrm>
            <a:off x="34681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Settings</a:t>
            </a:r>
            <a:endParaRPr lang="en-US" sz="650" dirty="0"/>
          </a:p>
        </p:txBody>
      </p:sp>
      <p:sp>
        <p:nvSpPr>
          <p:cNvPr id="37" name="Shape 29"/>
          <p:cNvSpPr/>
          <p:nvPr/>
        </p:nvSpPr>
        <p:spPr>
          <a:xfrm>
            <a:off x="587776" y="2208029"/>
            <a:ext cx="4950927" cy="0"/>
          </a:xfrm>
          <a:prstGeom prst="line">
            <a:avLst/>
          </a:prstGeom>
          <a:noFill/>
          <a:ln w="6350">
            <a:solidFill>
              <a:srgbClr val="D0D7DE"/>
            </a:solidFill>
            <a:prstDash val="solid"/>
          </a:ln>
        </p:spPr>
      </p:sp>
      <p:sp>
        <p:nvSpPr>
          <p:cNvPr id="38" name="Shape 30"/>
          <p:cNvSpPr/>
          <p:nvPr/>
        </p:nvSpPr>
        <p:spPr>
          <a:xfrm>
            <a:off x="3984224" y="2281181"/>
            <a:ext cx="685800" cy="201168"/>
          </a:xfrm>
          <a:prstGeom prst="roundRect">
            <a:avLst>
              <a:gd name="adj" fmla="val 18182"/>
            </a:avLst>
          </a:prstGeom>
          <a:solidFill>
            <a:srgbClr val="F6F8FA"/>
          </a:solidFill>
          <a:ln w="9525">
            <a:solidFill>
              <a:srgbClr val="D0D7DE"/>
            </a:solidFill>
            <a:prstDash val="solid"/>
          </a:ln>
        </p:spPr>
      </p:sp>
      <p:sp>
        <p:nvSpPr>
          <p:cNvPr id="39" name="Text 31"/>
          <p:cNvSpPr txBox="1"/>
          <p:nvPr/>
        </p:nvSpPr>
        <p:spPr>
          <a:xfrm>
            <a:off x="3984224" y="2281181"/>
            <a:ext cx="6858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Add file ▾</a:t>
            </a:r>
            <a:endParaRPr lang="en-US" sz="700" dirty="0"/>
          </a:p>
        </p:txBody>
      </p:sp>
      <p:sp>
        <p:nvSpPr>
          <p:cNvPr id="40" name="Shape 32"/>
          <p:cNvSpPr/>
          <p:nvPr/>
        </p:nvSpPr>
        <p:spPr>
          <a:xfrm>
            <a:off x="4715744" y="2281181"/>
            <a:ext cx="640080" cy="201168"/>
          </a:xfrm>
          <a:prstGeom prst="roundRect">
            <a:avLst>
              <a:gd name="adj" fmla="val 18182"/>
            </a:avLst>
          </a:prstGeom>
          <a:solidFill>
            <a:srgbClr val="1F883D"/>
          </a:solidFill>
          <a:ln w="12700">
            <a:solidFill>
              <a:srgbClr val="1F883D"/>
            </a:solidFill>
            <a:prstDash val="solid"/>
          </a:ln>
        </p:spPr>
      </p:sp>
      <p:sp>
        <p:nvSpPr>
          <p:cNvPr id="41" name="Text 33"/>
          <p:cNvSpPr txBox="1"/>
          <p:nvPr/>
        </p:nvSpPr>
        <p:spPr>
          <a:xfrm>
            <a:off x="4715744" y="2281181"/>
            <a:ext cx="64008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&lt;&gt; Code ▾</a:t>
            </a:r>
            <a:endParaRPr lang="en-US" sz="700" dirty="0"/>
          </a:p>
        </p:txBody>
      </p:sp>
      <p:sp>
        <p:nvSpPr>
          <p:cNvPr id="42" name="Shape 34"/>
          <p:cNvSpPr/>
          <p:nvPr/>
        </p:nvSpPr>
        <p:spPr>
          <a:xfrm>
            <a:off x="724936" y="2537213"/>
            <a:ext cx="4676607" cy="219456"/>
          </a:xfrm>
          <a:prstGeom prst="rect">
            <a:avLst/>
          </a:prstGeom>
          <a:solidFill>
            <a:srgbClr val="F6F8FA"/>
          </a:solidFill>
          <a:ln w="6350">
            <a:solidFill>
              <a:srgbClr val="D0D7DE"/>
            </a:solidFill>
            <a:prstDash val="solid"/>
          </a:ln>
        </p:spPr>
      </p:sp>
      <p:sp>
        <p:nvSpPr>
          <p:cNvPr id="43" name="Text 35"/>
          <p:cNvSpPr txBox="1"/>
          <p:nvPr/>
        </p:nvSpPr>
        <p:spPr>
          <a:xfrm>
            <a:off x="798088" y="2537213"/>
            <a:ext cx="3273625"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santri-wu  Initial commit</a:t>
            </a:r>
            <a:endParaRPr lang="en-US" sz="650" dirty="0"/>
          </a:p>
        </p:txBody>
      </p:sp>
      <p:sp>
        <p:nvSpPr>
          <p:cNvPr id="44" name="Text 36"/>
          <p:cNvSpPr txBox="1"/>
          <p:nvPr/>
        </p:nvSpPr>
        <p:spPr>
          <a:xfrm>
            <a:off x="4578584" y="2537213"/>
            <a:ext cx="777240" cy="219456"/>
          </a:xfrm>
          <a:prstGeom prst="rect">
            <a:avLst/>
          </a:prstGeom>
          <a:noFill/>
          <a:ln/>
        </p:spPr>
        <p:txBody>
          <a:bodyPr wrap="square" lIns="0" tIns="0" rIns="0" bIns="0" rtlCol="0" anchor="ctr"/>
          <a:lstStyle/>
          <a:p>
            <a:pPr algn="r" indent="0" marL="0">
              <a:buNone/>
            </a:pPr>
            <a:r>
              <a:rPr lang="en-US" sz="650" dirty="0">
                <a:solidFill>
                  <a:srgbClr val="1E2A26"/>
                </a:solidFill>
                <a:latin typeface="Calibri" pitchFamily="34" charset="0"/>
                <a:ea typeface="Calibri" pitchFamily="34" charset="-122"/>
                <a:cs typeface="Calibri" pitchFamily="34" charset="-120"/>
              </a:rPr>
              <a:t>⟲ 8 Commits</a:t>
            </a:r>
            <a:endParaRPr lang="en-US" sz="650" dirty="0"/>
          </a:p>
        </p:txBody>
      </p:sp>
      <p:sp>
        <p:nvSpPr>
          <p:cNvPr id="45" name="Shape 37"/>
          <p:cNvSpPr/>
          <p:nvPr/>
        </p:nvSpPr>
        <p:spPr>
          <a:xfrm>
            <a:off x="724936" y="2756669"/>
            <a:ext cx="4676607" cy="201168"/>
          </a:xfrm>
          <a:prstGeom prst="rect">
            <a:avLst/>
          </a:prstGeom>
          <a:solidFill>
            <a:srgbClr val="FFFFFF"/>
          </a:solidFill>
          <a:ln w="6350">
            <a:solidFill>
              <a:srgbClr val="D0D7DE"/>
            </a:solidFill>
            <a:prstDash val="solid"/>
          </a:ln>
        </p:spPr>
      </p:sp>
      <p:pic>
        <p:nvPicPr>
          <p:cNvPr id="46" name="Image 6" descr="preencoded.png">    </p:cNvPr>
          <p:cNvPicPr>
            <a:picLocks noChangeAspect="1"/>
          </p:cNvPicPr>
          <p:nvPr/>
        </p:nvPicPr>
        <p:blipFill>
          <a:blip r:embed="rId7"/>
          <a:stretch>
            <a:fillRect/>
          </a:stretch>
        </p:blipFill>
        <p:spPr>
          <a:xfrm>
            <a:off x="798088" y="2793245"/>
            <a:ext cx="118872" cy="118872"/>
          </a:xfrm>
          <a:prstGeom prst="rect">
            <a:avLst/>
          </a:prstGeom>
        </p:spPr>
      </p:pic>
      <p:sp>
        <p:nvSpPr>
          <p:cNvPr id="47" name="Text 38"/>
          <p:cNvSpPr txBox="1"/>
          <p:nvPr/>
        </p:nvSpPr>
        <p:spPr>
          <a:xfrm>
            <a:off x="980968" y="2756669"/>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gambar</a:t>
            </a:r>
            <a:endParaRPr lang="en-US" sz="700" dirty="0"/>
          </a:p>
        </p:txBody>
      </p:sp>
      <p:sp>
        <p:nvSpPr>
          <p:cNvPr id="48" name="Text 39"/>
          <p:cNvSpPr txBox="1"/>
          <p:nvPr/>
        </p:nvSpPr>
        <p:spPr>
          <a:xfrm>
            <a:off x="2462296" y="2756669"/>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Pindahkan gambar ke folder gambar</a:t>
            </a:r>
            <a:endParaRPr lang="en-US" sz="650" dirty="0"/>
          </a:p>
        </p:txBody>
      </p:sp>
      <p:sp>
        <p:nvSpPr>
          <p:cNvPr id="49" name="Shape 40"/>
          <p:cNvSpPr/>
          <p:nvPr/>
        </p:nvSpPr>
        <p:spPr>
          <a:xfrm>
            <a:off x="724936" y="2957837"/>
            <a:ext cx="4676607" cy="201168"/>
          </a:xfrm>
          <a:prstGeom prst="rect">
            <a:avLst/>
          </a:prstGeom>
          <a:solidFill>
            <a:srgbClr val="FFFFFF"/>
          </a:solidFill>
          <a:ln w="6350">
            <a:solidFill>
              <a:srgbClr val="D0D7DE"/>
            </a:solidFill>
            <a:prstDash val="solid"/>
          </a:ln>
        </p:spPr>
      </p:sp>
      <p:pic>
        <p:nvPicPr>
          <p:cNvPr id="50" name="Image 7" descr="preencoded.png">    </p:cNvPr>
          <p:cNvPicPr>
            <a:picLocks noChangeAspect="1"/>
          </p:cNvPicPr>
          <p:nvPr/>
        </p:nvPicPr>
        <p:blipFill>
          <a:blip r:embed="rId8"/>
          <a:stretch>
            <a:fillRect/>
          </a:stretch>
        </p:blipFill>
        <p:spPr>
          <a:xfrm>
            <a:off x="798088" y="2994413"/>
            <a:ext cx="118872" cy="118872"/>
          </a:xfrm>
          <a:prstGeom prst="rect">
            <a:avLst/>
          </a:prstGeom>
        </p:spPr>
      </p:pic>
      <p:sp>
        <p:nvSpPr>
          <p:cNvPr id="51" name="Text 41"/>
          <p:cNvSpPr txBox="1"/>
          <p:nvPr/>
        </p:nvSpPr>
        <p:spPr>
          <a:xfrm>
            <a:off x="980968" y="2957837"/>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index.html</a:t>
            </a:r>
            <a:endParaRPr lang="en-US" sz="700" dirty="0"/>
          </a:p>
        </p:txBody>
      </p:sp>
      <p:sp>
        <p:nvSpPr>
          <p:cNvPr id="52" name="Text 42"/>
          <p:cNvSpPr txBox="1"/>
          <p:nvPr/>
        </p:nvSpPr>
        <p:spPr>
          <a:xfrm>
            <a:off x="2462296" y="2957837"/>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Perbarui alamat gambar</a:t>
            </a:r>
            <a:endParaRPr lang="en-US" sz="650" dirty="0"/>
          </a:p>
        </p:txBody>
      </p:sp>
      <p:sp>
        <p:nvSpPr>
          <p:cNvPr id="53" name="Shape 43"/>
          <p:cNvSpPr/>
          <p:nvPr/>
        </p:nvSpPr>
        <p:spPr>
          <a:xfrm>
            <a:off x="724936" y="3159005"/>
            <a:ext cx="4676607" cy="201168"/>
          </a:xfrm>
          <a:prstGeom prst="rect">
            <a:avLst/>
          </a:prstGeom>
          <a:solidFill>
            <a:srgbClr val="FFFFFF"/>
          </a:solidFill>
          <a:ln w="6350">
            <a:solidFill>
              <a:srgbClr val="D0D7DE"/>
            </a:solidFill>
            <a:prstDash val="solid"/>
          </a:ln>
        </p:spPr>
      </p:sp>
      <p:pic>
        <p:nvPicPr>
          <p:cNvPr id="54" name="Image 8" descr="preencoded.png">    </p:cNvPr>
          <p:cNvPicPr>
            <a:picLocks noChangeAspect="1"/>
          </p:cNvPicPr>
          <p:nvPr/>
        </p:nvPicPr>
        <p:blipFill>
          <a:blip r:embed="rId9"/>
          <a:stretch>
            <a:fillRect/>
          </a:stretch>
        </p:blipFill>
        <p:spPr>
          <a:xfrm>
            <a:off x="798088" y="3195581"/>
            <a:ext cx="118872" cy="118872"/>
          </a:xfrm>
          <a:prstGeom prst="rect">
            <a:avLst/>
          </a:prstGeom>
        </p:spPr>
      </p:pic>
      <p:sp>
        <p:nvSpPr>
          <p:cNvPr id="55" name="Text 44"/>
          <p:cNvSpPr txBox="1"/>
          <p:nvPr/>
        </p:nvSpPr>
        <p:spPr>
          <a:xfrm>
            <a:off x="980968" y="3159005"/>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pondok.html</a:t>
            </a:r>
            <a:endParaRPr lang="en-US" sz="700" dirty="0"/>
          </a:p>
        </p:txBody>
      </p:sp>
      <p:sp>
        <p:nvSpPr>
          <p:cNvPr id="56" name="Text 45"/>
          <p:cNvSpPr txBox="1"/>
          <p:nvPr/>
        </p:nvSpPr>
        <p:spPr>
          <a:xfrm>
            <a:off x="2462296" y="3159005"/>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Perbarui alamat gambar</a:t>
            </a:r>
            <a:endParaRPr lang="en-US" sz="650" dirty="0"/>
          </a:p>
        </p:txBody>
      </p:sp>
      <p:sp>
        <p:nvSpPr>
          <p:cNvPr id="57" name="Shape 46"/>
          <p:cNvSpPr/>
          <p:nvPr/>
        </p:nvSpPr>
        <p:spPr>
          <a:xfrm>
            <a:off x="724936" y="3360173"/>
            <a:ext cx="4676607" cy="201168"/>
          </a:xfrm>
          <a:prstGeom prst="rect">
            <a:avLst/>
          </a:prstGeom>
          <a:solidFill>
            <a:srgbClr val="FFFFFF"/>
          </a:solidFill>
          <a:ln w="6350">
            <a:solidFill>
              <a:srgbClr val="D0D7DE"/>
            </a:solidFill>
            <a:prstDash val="solid"/>
          </a:ln>
        </p:spPr>
      </p:sp>
      <p:pic>
        <p:nvPicPr>
          <p:cNvPr id="58" name="Image 9" descr="preencoded.png">    </p:cNvPr>
          <p:cNvPicPr>
            <a:picLocks noChangeAspect="1"/>
          </p:cNvPicPr>
          <p:nvPr/>
        </p:nvPicPr>
        <p:blipFill>
          <a:blip r:embed="rId10"/>
          <a:stretch>
            <a:fillRect/>
          </a:stretch>
        </p:blipFill>
        <p:spPr>
          <a:xfrm>
            <a:off x="798088" y="3396749"/>
            <a:ext cx="118872" cy="118872"/>
          </a:xfrm>
          <a:prstGeom prst="rect">
            <a:avLst/>
          </a:prstGeom>
        </p:spPr>
      </p:pic>
      <p:sp>
        <p:nvSpPr>
          <p:cNvPr id="59" name="Text 47"/>
          <p:cNvSpPr txBox="1"/>
          <p:nvPr/>
        </p:nvSpPr>
        <p:spPr>
          <a:xfrm>
            <a:off x="980968" y="3360173"/>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logo.png</a:t>
            </a:r>
            <a:endParaRPr lang="en-US" sz="700" dirty="0"/>
          </a:p>
        </p:txBody>
      </p:sp>
      <p:sp>
        <p:nvSpPr>
          <p:cNvPr id="60" name="Text 48"/>
          <p:cNvSpPr txBox="1"/>
          <p:nvPr/>
        </p:nvSpPr>
        <p:spPr>
          <a:xfrm>
            <a:off x="2462296" y="3360173"/>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Tambah logo pondok</a:t>
            </a:r>
            <a:endParaRPr lang="en-US" sz="650" dirty="0"/>
          </a:p>
        </p:txBody>
      </p:sp>
      <p:sp>
        <p:nvSpPr>
          <p:cNvPr id="61" name="Shape 49"/>
          <p:cNvSpPr/>
          <p:nvPr/>
        </p:nvSpPr>
        <p:spPr>
          <a:xfrm>
            <a:off x="724936" y="3561341"/>
            <a:ext cx="4676607" cy="201168"/>
          </a:xfrm>
          <a:prstGeom prst="rect">
            <a:avLst/>
          </a:prstGeom>
          <a:solidFill>
            <a:srgbClr val="FFFFFF"/>
          </a:solidFill>
          <a:ln w="6350">
            <a:solidFill>
              <a:srgbClr val="D0D7DE"/>
            </a:solidFill>
            <a:prstDash val="solid"/>
          </a:ln>
        </p:spPr>
      </p:sp>
      <p:pic>
        <p:nvPicPr>
          <p:cNvPr id="62" name="Image 10" descr="preencoded.png">    </p:cNvPr>
          <p:cNvPicPr>
            <a:picLocks noChangeAspect="1"/>
          </p:cNvPicPr>
          <p:nvPr/>
        </p:nvPicPr>
        <p:blipFill>
          <a:blip r:embed="rId11"/>
          <a:stretch>
            <a:fillRect/>
          </a:stretch>
        </p:blipFill>
        <p:spPr>
          <a:xfrm>
            <a:off x="798088" y="3597917"/>
            <a:ext cx="118872" cy="118872"/>
          </a:xfrm>
          <a:prstGeom prst="rect">
            <a:avLst/>
          </a:prstGeom>
        </p:spPr>
      </p:pic>
      <p:sp>
        <p:nvSpPr>
          <p:cNvPr id="63" name="Text 50"/>
          <p:cNvSpPr txBox="1"/>
          <p:nvPr/>
        </p:nvSpPr>
        <p:spPr>
          <a:xfrm>
            <a:off x="980968" y="3561341"/>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README.md</a:t>
            </a:r>
            <a:endParaRPr lang="en-US" sz="700" dirty="0"/>
          </a:p>
        </p:txBody>
      </p:sp>
      <p:sp>
        <p:nvSpPr>
          <p:cNvPr id="64" name="Text 51"/>
          <p:cNvSpPr txBox="1"/>
          <p:nvPr/>
        </p:nvSpPr>
        <p:spPr>
          <a:xfrm>
            <a:off x="2462296" y="3561341"/>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Lengkapi README</a:t>
            </a:r>
            <a:endParaRPr lang="en-US" sz="650" dirty="0"/>
          </a:p>
        </p:txBody>
      </p:sp>
      <p:sp>
        <p:nvSpPr>
          <p:cNvPr id="65" name="Shape 52"/>
          <p:cNvSpPr/>
          <p:nvPr/>
        </p:nvSpPr>
        <p:spPr>
          <a:xfrm>
            <a:off x="706648" y="3341885"/>
            <a:ext cx="4713183" cy="237744"/>
          </a:xfrm>
          <a:prstGeom prst="roundRect">
            <a:avLst>
              <a:gd name="adj" fmla="val 19231"/>
            </a:avLst>
          </a:prstGeom>
          <a:solidFill>
            <a:srgbClr val="FFFFFF">
              <a:alpha val="0"/>
            </a:srgbClr>
          </a:solidFill>
          <a:ln w="31750">
            <a:solidFill>
              <a:srgbClr val="E53935"/>
            </a:solidFill>
            <a:prstDash val="solid"/>
          </a:ln>
        </p:spPr>
      </p:sp>
      <p:sp>
        <p:nvSpPr>
          <p:cNvPr id="66" name="Shape 53"/>
          <p:cNvSpPr/>
          <p:nvPr/>
        </p:nvSpPr>
        <p:spPr>
          <a:xfrm>
            <a:off x="5282672" y="3204725"/>
            <a:ext cx="274320" cy="274320"/>
          </a:xfrm>
          <a:prstGeom prst="ellipse">
            <a:avLst/>
          </a:prstGeom>
          <a:solidFill>
            <a:srgbClr val="E53935"/>
          </a:solidFill>
          <a:ln w="12700">
            <a:solidFill>
              <a:srgbClr val="FFFFFF"/>
            </a:solidFill>
            <a:prstDash val="solid"/>
          </a:ln>
        </p:spPr>
      </p:sp>
      <p:sp>
        <p:nvSpPr>
          <p:cNvPr id="67" name="Text 54"/>
          <p:cNvSpPr txBox="1"/>
          <p:nvPr/>
        </p:nvSpPr>
        <p:spPr>
          <a:xfrm>
            <a:off x="5282672" y="32047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68" name="Image 11" descr="preencoded.png">    </p:cNvPr>
          <p:cNvPicPr>
            <a:picLocks noChangeAspect="1"/>
          </p:cNvPicPr>
          <p:nvPr/>
        </p:nvPicPr>
        <p:blipFill>
          <a:blip r:embed="rId12"/>
          <a:stretch>
            <a:fillRect/>
          </a:stretch>
        </p:blipFill>
        <p:spPr>
          <a:xfrm>
            <a:off x="3297070" y="3470816"/>
            <a:ext cx="237744" cy="237744"/>
          </a:xfrm>
          <a:prstGeom prst="rect">
            <a:avLst/>
          </a:prstGeom>
        </p:spPr>
      </p:pic>
      <p:sp>
        <p:nvSpPr>
          <p:cNvPr id="69" name="Text 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70" name="Text 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Hapus file gambar lama di luar folder</a:t>
            </a:r>
            <a:endParaRPr lang="en-US" sz="1800" dirty="0"/>
          </a:p>
        </p:txBody>
      </p:sp>
      <p:sp>
        <p:nvSpPr>
          <p:cNvPr id="71" name="Text 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logo.png (yang di luar folder) › titik tiga › Delete file › Commit: Hapus gambar ganda.</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website-santri-kel1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06861"/>
            <a:ext cx="658368" cy="182880"/>
          </a:xfrm>
          <a:prstGeom prst="rect">
            <a:avLst/>
          </a:prstGeom>
          <a:noFill/>
          <a:ln/>
        </p:spPr>
        <p:txBody>
          <a:bodyPr wrap="square" lIns="0" tIns="0" rIns="0" bIns="0" rtlCol="0" anchor="ctr"/>
          <a:lstStyle/>
          <a:p>
            <a:pPr indent="0" marL="0">
              <a:buNone/>
            </a:pPr>
            <a:r>
              <a:rPr lang="en-US" sz="650" b="1" dirty="0">
                <a:solidFill>
                  <a:srgbClr val="1E2A26"/>
                </a:solidFill>
                <a:latin typeface="Calibri" pitchFamily="34" charset="0"/>
                <a:ea typeface="Calibri" pitchFamily="34" charset="-122"/>
                <a:cs typeface="Calibri" pitchFamily="34" charset="-120"/>
              </a:rPr>
              <a:t>&lt;&gt; Code</a:t>
            </a:r>
            <a:endParaRPr lang="en-US" sz="650" dirty="0"/>
          </a:p>
        </p:txBody>
      </p:sp>
      <p:sp>
        <p:nvSpPr>
          <p:cNvPr id="33" name="Text 25"/>
          <p:cNvSpPr txBox="1"/>
          <p:nvPr/>
        </p:nvSpPr>
        <p:spPr>
          <a:xfrm>
            <a:off x="14107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Issues</a:t>
            </a:r>
            <a:endParaRPr lang="en-US" sz="650" dirty="0"/>
          </a:p>
        </p:txBody>
      </p:sp>
      <p:sp>
        <p:nvSpPr>
          <p:cNvPr id="34" name="Text 26"/>
          <p:cNvSpPr txBox="1"/>
          <p:nvPr/>
        </p:nvSpPr>
        <p:spPr>
          <a:xfrm>
            <a:off x="20965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Pull requests</a:t>
            </a:r>
            <a:endParaRPr lang="en-US" sz="650" dirty="0"/>
          </a:p>
        </p:txBody>
      </p:sp>
      <p:sp>
        <p:nvSpPr>
          <p:cNvPr id="35" name="Text 27"/>
          <p:cNvSpPr txBox="1"/>
          <p:nvPr/>
        </p:nvSpPr>
        <p:spPr>
          <a:xfrm>
            <a:off x="27823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Actions</a:t>
            </a:r>
            <a:endParaRPr lang="en-US" sz="650" dirty="0"/>
          </a:p>
        </p:txBody>
      </p:sp>
      <p:sp>
        <p:nvSpPr>
          <p:cNvPr id="36" name="Text 28"/>
          <p:cNvSpPr txBox="1"/>
          <p:nvPr/>
        </p:nvSpPr>
        <p:spPr>
          <a:xfrm>
            <a:off x="34681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Settings</a:t>
            </a:r>
            <a:endParaRPr lang="en-US" sz="650" dirty="0"/>
          </a:p>
        </p:txBody>
      </p:sp>
      <p:sp>
        <p:nvSpPr>
          <p:cNvPr id="37" name="Shape 29"/>
          <p:cNvSpPr/>
          <p:nvPr/>
        </p:nvSpPr>
        <p:spPr>
          <a:xfrm>
            <a:off x="587776" y="2208029"/>
            <a:ext cx="4950927" cy="0"/>
          </a:xfrm>
          <a:prstGeom prst="line">
            <a:avLst/>
          </a:prstGeom>
          <a:noFill/>
          <a:ln w="6350">
            <a:solidFill>
              <a:srgbClr val="D0D7DE"/>
            </a:solidFill>
            <a:prstDash val="solid"/>
          </a:ln>
        </p:spPr>
      </p:sp>
      <p:sp>
        <p:nvSpPr>
          <p:cNvPr id="38" name="Shape 30"/>
          <p:cNvSpPr/>
          <p:nvPr/>
        </p:nvSpPr>
        <p:spPr>
          <a:xfrm>
            <a:off x="3984224" y="2281181"/>
            <a:ext cx="685800" cy="201168"/>
          </a:xfrm>
          <a:prstGeom prst="roundRect">
            <a:avLst>
              <a:gd name="adj" fmla="val 18182"/>
            </a:avLst>
          </a:prstGeom>
          <a:solidFill>
            <a:srgbClr val="F6F8FA"/>
          </a:solidFill>
          <a:ln w="9525">
            <a:solidFill>
              <a:srgbClr val="D0D7DE"/>
            </a:solidFill>
            <a:prstDash val="solid"/>
          </a:ln>
        </p:spPr>
      </p:sp>
      <p:sp>
        <p:nvSpPr>
          <p:cNvPr id="39" name="Text 31"/>
          <p:cNvSpPr txBox="1"/>
          <p:nvPr/>
        </p:nvSpPr>
        <p:spPr>
          <a:xfrm>
            <a:off x="3984224" y="2281181"/>
            <a:ext cx="6858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Add file ▾</a:t>
            </a:r>
            <a:endParaRPr lang="en-US" sz="700" dirty="0"/>
          </a:p>
        </p:txBody>
      </p:sp>
      <p:sp>
        <p:nvSpPr>
          <p:cNvPr id="40" name="Shape 32"/>
          <p:cNvSpPr/>
          <p:nvPr/>
        </p:nvSpPr>
        <p:spPr>
          <a:xfrm>
            <a:off x="4715744" y="2281181"/>
            <a:ext cx="640080" cy="201168"/>
          </a:xfrm>
          <a:prstGeom prst="roundRect">
            <a:avLst>
              <a:gd name="adj" fmla="val 18182"/>
            </a:avLst>
          </a:prstGeom>
          <a:solidFill>
            <a:srgbClr val="1F883D"/>
          </a:solidFill>
          <a:ln w="12700">
            <a:solidFill>
              <a:srgbClr val="1F883D"/>
            </a:solidFill>
            <a:prstDash val="solid"/>
          </a:ln>
        </p:spPr>
      </p:sp>
      <p:sp>
        <p:nvSpPr>
          <p:cNvPr id="41" name="Text 33"/>
          <p:cNvSpPr txBox="1"/>
          <p:nvPr/>
        </p:nvSpPr>
        <p:spPr>
          <a:xfrm>
            <a:off x="4715744" y="2281181"/>
            <a:ext cx="64008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&lt;&gt; Code ▾</a:t>
            </a:r>
            <a:endParaRPr lang="en-US" sz="700" dirty="0"/>
          </a:p>
        </p:txBody>
      </p:sp>
      <p:sp>
        <p:nvSpPr>
          <p:cNvPr id="42" name="Shape 34"/>
          <p:cNvSpPr/>
          <p:nvPr/>
        </p:nvSpPr>
        <p:spPr>
          <a:xfrm>
            <a:off x="724936" y="2537213"/>
            <a:ext cx="4676607" cy="219456"/>
          </a:xfrm>
          <a:prstGeom prst="rect">
            <a:avLst/>
          </a:prstGeom>
          <a:solidFill>
            <a:srgbClr val="F6F8FA"/>
          </a:solidFill>
          <a:ln w="6350">
            <a:solidFill>
              <a:srgbClr val="D0D7DE"/>
            </a:solidFill>
            <a:prstDash val="solid"/>
          </a:ln>
        </p:spPr>
      </p:sp>
      <p:sp>
        <p:nvSpPr>
          <p:cNvPr id="43" name="Text 35"/>
          <p:cNvSpPr txBox="1"/>
          <p:nvPr/>
        </p:nvSpPr>
        <p:spPr>
          <a:xfrm>
            <a:off x="798088" y="2537213"/>
            <a:ext cx="3273625"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santri-wu  Initial commit</a:t>
            </a:r>
            <a:endParaRPr lang="en-US" sz="650" dirty="0"/>
          </a:p>
        </p:txBody>
      </p:sp>
      <p:sp>
        <p:nvSpPr>
          <p:cNvPr id="44" name="Text 36"/>
          <p:cNvSpPr txBox="1"/>
          <p:nvPr/>
        </p:nvSpPr>
        <p:spPr>
          <a:xfrm>
            <a:off x="4578584" y="2537213"/>
            <a:ext cx="777240" cy="219456"/>
          </a:xfrm>
          <a:prstGeom prst="rect">
            <a:avLst/>
          </a:prstGeom>
          <a:noFill/>
          <a:ln/>
        </p:spPr>
        <p:txBody>
          <a:bodyPr wrap="square" lIns="0" tIns="0" rIns="0" bIns="0" rtlCol="0" anchor="ctr"/>
          <a:lstStyle/>
          <a:p>
            <a:pPr algn="r" indent="0" marL="0">
              <a:buNone/>
            </a:pPr>
            <a:r>
              <a:rPr lang="en-US" sz="650" dirty="0">
                <a:solidFill>
                  <a:srgbClr val="1E2A26"/>
                </a:solidFill>
                <a:latin typeface="Calibri" pitchFamily="34" charset="0"/>
                <a:ea typeface="Calibri" pitchFamily="34" charset="-122"/>
                <a:cs typeface="Calibri" pitchFamily="34" charset="-120"/>
              </a:rPr>
              <a:t>⟲ 9 Commits</a:t>
            </a:r>
            <a:endParaRPr lang="en-US" sz="650" dirty="0"/>
          </a:p>
        </p:txBody>
      </p:sp>
      <p:sp>
        <p:nvSpPr>
          <p:cNvPr id="45" name="Shape 37"/>
          <p:cNvSpPr/>
          <p:nvPr/>
        </p:nvSpPr>
        <p:spPr>
          <a:xfrm>
            <a:off x="724936" y="2756669"/>
            <a:ext cx="4676607" cy="201168"/>
          </a:xfrm>
          <a:prstGeom prst="rect">
            <a:avLst/>
          </a:prstGeom>
          <a:solidFill>
            <a:srgbClr val="FFFFFF"/>
          </a:solidFill>
          <a:ln w="6350">
            <a:solidFill>
              <a:srgbClr val="D0D7DE"/>
            </a:solidFill>
            <a:prstDash val="solid"/>
          </a:ln>
        </p:spPr>
      </p:sp>
      <p:pic>
        <p:nvPicPr>
          <p:cNvPr id="46" name="Image 6" descr="preencoded.png">    </p:cNvPr>
          <p:cNvPicPr>
            <a:picLocks noChangeAspect="1"/>
          </p:cNvPicPr>
          <p:nvPr/>
        </p:nvPicPr>
        <p:blipFill>
          <a:blip r:embed="rId7"/>
          <a:stretch>
            <a:fillRect/>
          </a:stretch>
        </p:blipFill>
        <p:spPr>
          <a:xfrm>
            <a:off x="798088" y="2793245"/>
            <a:ext cx="118872" cy="118872"/>
          </a:xfrm>
          <a:prstGeom prst="rect">
            <a:avLst/>
          </a:prstGeom>
        </p:spPr>
      </p:pic>
      <p:sp>
        <p:nvSpPr>
          <p:cNvPr id="47" name="Text 38"/>
          <p:cNvSpPr txBox="1"/>
          <p:nvPr/>
        </p:nvSpPr>
        <p:spPr>
          <a:xfrm>
            <a:off x="980968" y="2756669"/>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gambar</a:t>
            </a:r>
            <a:endParaRPr lang="en-US" sz="700" dirty="0"/>
          </a:p>
        </p:txBody>
      </p:sp>
      <p:sp>
        <p:nvSpPr>
          <p:cNvPr id="48" name="Text 39"/>
          <p:cNvSpPr txBox="1"/>
          <p:nvPr/>
        </p:nvSpPr>
        <p:spPr>
          <a:xfrm>
            <a:off x="2462296" y="2756669"/>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Pindahkan gambar ke folder gambar</a:t>
            </a:r>
            <a:endParaRPr lang="en-US" sz="650" dirty="0"/>
          </a:p>
        </p:txBody>
      </p:sp>
      <p:sp>
        <p:nvSpPr>
          <p:cNvPr id="49" name="Shape 40"/>
          <p:cNvSpPr/>
          <p:nvPr/>
        </p:nvSpPr>
        <p:spPr>
          <a:xfrm>
            <a:off x="724936" y="2957837"/>
            <a:ext cx="4676607" cy="201168"/>
          </a:xfrm>
          <a:prstGeom prst="rect">
            <a:avLst/>
          </a:prstGeom>
          <a:solidFill>
            <a:srgbClr val="FFFFFF"/>
          </a:solidFill>
          <a:ln w="6350">
            <a:solidFill>
              <a:srgbClr val="D0D7DE"/>
            </a:solidFill>
            <a:prstDash val="solid"/>
          </a:ln>
        </p:spPr>
      </p:sp>
      <p:pic>
        <p:nvPicPr>
          <p:cNvPr id="50" name="Image 7" descr="preencoded.png">    </p:cNvPr>
          <p:cNvPicPr>
            <a:picLocks noChangeAspect="1"/>
          </p:cNvPicPr>
          <p:nvPr/>
        </p:nvPicPr>
        <p:blipFill>
          <a:blip r:embed="rId8"/>
          <a:stretch>
            <a:fillRect/>
          </a:stretch>
        </p:blipFill>
        <p:spPr>
          <a:xfrm>
            <a:off x="798088" y="2994413"/>
            <a:ext cx="118872" cy="118872"/>
          </a:xfrm>
          <a:prstGeom prst="rect">
            <a:avLst/>
          </a:prstGeom>
        </p:spPr>
      </p:pic>
      <p:sp>
        <p:nvSpPr>
          <p:cNvPr id="51" name="Text 41"/>
          <p:cNvSpPr txBox="1"/>
          <p:nvPr/>
        </p:nvSpPr>
        <p:spPr>
          <a:xfrm>
            <a:off x="980968" y="2957837"/>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index.html</a:t>
            </a:r>
            <a:endParaRPr lang="en-US" sz="700" dirty="0"/>
          </a:p>
        </p:txBody>
      </p:sp>
      <p:sp>
        <p:nvSpPr>
          <p:cNvPr id="52" name="Text 42"/>
          <p:cNvSpPr txBox="1"/>
          <p:nvPr/>
        </p:nvSpPr>
        <p:spPr>
          <a:xfrm>
            <a:off x="2462296" y="2957837"/>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Perbarui alamat gambar</a:t>
            </a:r>
            <a:endParaRPr lang="en-US" sz="650" dirty="0"/>
          </a:p>
        </p:txBody>
      </p:sp>
      <p:sp>
        <p:nvSpPr>
          <p:cNvPr id="53" name="Shape 43"/>
          <p:cNvSpPr/>
          <p:nvPr/>
        </p:nvSpPr>
        <p:spPr>
          <a:xfrm>
            <a:off x="724936" y="3159005"/>
            <a:ext cx="4676607" cy="201168"/>
          </a:xfrm>
          <a:prstGeom prst="rect">
            <a:avLst/>
          </a:prstGeom>
          <a:solidFill>
            <a:srgbClr val="FFFFFF"/>
          </a:solidFill>
          <a:ln w="6350">
            <a:solidFill>
              <a:srgbClr val="D0D7DE"/>
            </a:solidFill>
            <a:prstDash val="solid"/>
          </a:ln>
        </p:spPr>
      </p:sp>
      <p:pic>
        <p:nvPicPr>
          <p:cNvPr id="54" name="Image 8" descr="preencoded.png">    </p:cNvPr>
          <p:cNvPicPr>
            <a:picLocks noChangeAspect="1"/>
          </p:cNvPicPr>
          <p:nvPr/>
        </p:nvPicPr>
        <p:blipFill>
          <a:blip r:embed="rId9"/>
          <a:stretch>
            <a:fillRect/>
          </a:stretch>
        </p:blipFill>
        <p:spPr>
          <a:xfrm>
            <a:off x="798088" y="3195581"/>
            <a:ext cx="118872" cy="118872"/>
          </a:xfrm>
          <a:prstGeom prst="rect">
            <a:avLst/>
          </a:prstGeom>
        </p:spPr>
      </p:pic>
      <p:sp>
        <p:nvSpPr>
          <p:cNvPr id="55" name="Text 44"/>
          <p:cNvSpPr txBox="1"/>
          <p:nvPr/>
        </p:nvSpPr>
        <p:spPr>
          <a:xfrm>
            <a:off x="980968" y="3159005"/>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pondok.html</a:t>
            </a:r>
            <a:endParaRPr lang="en-US" sz="700" dirty="0"/>
          </a:p>
        </p:txBody>
      </p:sp>
      <p:sp>
        <p:nvSpPr>
          <p:cNvPr id="56" name="Text 45"/>
          <p:cNvSpPr txBox="1"/>
          <p:nvPr/>
        </p:nvSpPr>
        <p:spPr>
          <a:xfrm>
            <a:off x="2462296" y="3159005"/>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Perbarui alamat gambar</a:t>
            </a:r>
            <a:endParaRPr lang="en-US" sz="650" dirty="0"/>
          </a:p>
        </p:txBody>
      </p:sp>
      <p:sp>
        <p:nvSpPr>
          <p:cNvPr id="57" name="Shape 46"/>
          <p:cNvSpPr/>
          <p:nvPr/>
        </p:nvSpPr>
        <p:spPr>
          <a:xfrm>
            <a:off x="724936" y="3360173"/>
            <a:ext cx="4676607" cy="201168"/>
          </a:xfrm>
          <a:prstGeom prst="rect">
            <a:avLst/>
          </a:prstGeom>
          <a:solidFill>
            <a:srgbClr val="FFFFFF"/>
          </a:solidFill>
          <a:ln w="6350">
            <a:solidFill>
              <a:srgbClr val="D0D7DE"/>
            </a:solidFill>
            <a:prstDash val="solid"/>
          </a:ln>
        </p:spPr>
      </p:sp>
      <p:pic>
        <p:nvPicPr>
          <p:cNvPr id="58" name="Image 9" descr="preencoded.png">    </p:cNvPr>
          <p:cNvPicPr>
            <a:picLocks noChangeAspect="1"/>
          </p:cNvPicPr>
          <p:nvPr/>
        </p:nvPicPr>
        <p:blipFill>
          <a:blip r:embed="rId10"/>
          <a:stretch>
            <a:fillRect/>
          </a:stretch>
        </p:blipFill>
        <p:spPr>
          <a:xfrm>
            <a:off x="798088" y="3396749"/>
            <a:ext cx="118872" cy="118872"/>
          </a:xfrm>
          <a:prstGeom prst="rect">
            <a:avLst/>
          </a:prstGeom>
        </p:spPr>
      </p:pic>
      <p:sp>
        <p:nvSpPr>
          <p:cNvPr id="59" name="Text 47"/>
          <p:cNvSpPr txBox="1"/>
          <p:nvPr/>
        </p:nvSpPr>
        <p:spPr>
          <a:xfrm>
            <a:off x="980968" y="3360173"/>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README.md</a:t>
            </a:r>
            <a:endParaRPr lang="en-US" sz="700" dirty="0"/>
          </a:p>
        </p:txBody>
      </p:sp>
      <p:sp>
        <p:nvSpPr>
          <p:cNvPr id="60" name="Text 48"/>
          <p:cNvSpPr txBox="1"/>
          <p:nvPr/>
        </p:nvSpPr>
        <p:spPr>
          <a:xfrm>
            <a:off x="2462296" y="3360173"/>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Lengkapi README</a:t>
            </a:r>
            <a:endParaRPr lang="en-US" sz="650" dirty="0"/>
          </a:p>
        </p:txBody>
      </p:sp>
      <p:sp>
        <p:nvSpPr>
          <p:cNvPr id="61" name="Shape 49"/>
          <p:cNvSpPr/>
          <p:nvPr/>
        </p:nvSpPr>
        <p:spPr>
          <a:xfrm>
            <a:off x="724936" y="3616205"/>
            <a:ext cx="4676607" cy="333459"/>
          </a:xfrm>
          <a:prstGeom prst="rect">
            <a:avLst/>
          </a:prstGeom>
          <a:solidFill>
            <a:srgbClr val="FFFFFF"/>
          </a:solidFill>
          <a:ln w="6350">
            <a:solidFill>
              <a:srgbClr val="D0D7DE"/>
            </a:solidFill>
            <a:prstDash val="solid"/>
          </a:ln>
        </p:spPr>
      </p:sp>
      <p:sp>
        <p:nvSpPr>
          <p:cNvPr id="62" name="Text 50"/>
          <p:cNvSpPr txBox="1"/>
          <p:nvPr/>
        </p:nvSpPr>
        <p:spPr>
          <a:xfrm>
            <a:off x="798088" y="3634493"/>
            <a:ext cx="9144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README</a:t>
            </a:r>
            <a:endParaRPr lang="en-US" sz="650" dirty="0"/>
          </a:p>
        </p:txBody>
      </p:sp>
      <p:sp>
        <p:nvSpPr>
          <p:cNvPr id="63" name="Text 51"/>
          <p:cNvSpPr txBox="1"/>
          <p:nvPr/>
        </p:nvSpPr>
        <p:spPr>
          <a:xfrm>
            <a:off x="816376" y="3799085"/>
            <a:ext cx="4493727" cy="132291"/>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Website Santri Kelompok 1</a:t>
            </a:r>
            <a:endParaRPr lang="en-US" sz="700" dirty="0"/>
          </a:p>
          <a:p>
            <a:pPr indent="0" marL="0">
              <a:buNone/>
            </a:pPr>
            <a:r>
              <a:rPr lang="en-US" sz="700" dirty="0">
                <a:solidFill>
                  <a:srgbClr val="1E2A26"/>
                </a:solidFill>
                <a:latin typeface="Arial" pitchFamily="34" charset="0"/>
                <a:ea typeface="Arial" pitchFamily="34" charset="-122"/>
                <a:cs typeface="Arial" pitchFamily="34" charset="-120"/>
              </a:rPr>
              <a:t>Website Kelas 8A PP Wihdatul Ummah Poso.</a:t>
            </a:r>
            <a:endParaRPr lang="en-US" sz="700" dirty="0"/>
          </a:p>
          <a:p>
            <a:pPr indent="0" marL="0">
              <a:buNone/>
            </a:pPr>
            <a:r>
              <a:rPr lang="en-US" sz="700" dirty="0">
                <a:solidFill>
                  <a:srgbClr val="1E2A26"/>
                </a:solidFill>
                <a:latin typeface="Arial" pitchFamily="34" charset="0"/>
                <a:ea typeface="Arial" pitchFamily="34" charset="-122"/>
                <a:cs typeface="Arial" pitchFamily="34" charset="-120"/>
              </a:rPr>
              <a:t>Isi: index.html, pondok.html, gambar/</a:t>
            </a:r>
            <a:endParaRPr lang="en-US" sz="700" dirty="0"/>
          </a:p>
        </p:txBody>
      </p:sp>
      <p:sp>
        <p:nvSpPr>
          <p:cNvPr id="64" name="Shape 52"/>
          <p:cNvSpPr/>
          <p:nvPr/>
        </p:nvSpPr>
        <p:spPr>
          <a:xfrm>
            <a:off x="706648" y="2738381"/>
            <a:ext cx="4713183" cy="1229571"/>
          </a:xfrm>
          <a:prstGeom prst="roundRect">
            <a:avLst>
              <a:gd name="adj" fmla="val 3718"/>
            </a:avLst>
          </a:prstGeom>
          <a:solidFill>
            <a:srgbClr val="FFFFFF">
              <a:alpha val="0"/>
            </a:srgbClr>
          </a:solidFill>
          <a:ln w="31750">
            <a:solidFill>
              <a:srgbClr val="E53935"/>
            </a:solidFill>
            <a:prstDash val="solid"/>
          </a:ln>
        </p:spPr>
      </p:sp>
      <p:sp>
        <p:nvSpPr>
          <p:cNvPr id="65" name="Shape 53"/>
          <p:cNvSpPr/>
          <p:nvPr/>
        </p:nvSpPr>
        <p:spPr>
          <a:xfrm>
            <a:off x="5282672" y="2601221"/>
            <a:ext cx="274320" cy="274320"/>
          </a:xfrm>
          <a:prstGeom prst="ellipse">
            <a:avLst/>
          </a:prstGeom>
          <a:solidFill>
            <a:srgbClr val="E53935"/>
          </a:solidFill>
          <a:ln w="12700">
            <a:solidFill>
              <a:srgbClr val="FFFFFF"/>
            </a:solidFill>
            <a:prstDash val="solid"/>
          </a:ln>
        </p:spPr>
      </p:sp>
      <p:sp>
        <p:nvSpPr>
          <p:cNvPr id="66" name="Text 54"/>
          <p:cNvSpPr txBox="1"/>
          <p:nvPr/>
        </p:nvSpPr>
        <p:spPr>
          <a:xfrm>
            <a:off x="5282672" y="26012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67" name="Text 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8" name="Text 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Presentasikan repository (3 menit)</a:t>
            </a:r>
            <a:endParaRPr lang="en-US" sz="1800" dirty="0"/>
          </a:p>
        </p:txBody>
      </p:sp>
      <p:sp>
        <p:nvSpPr>
          <p:cNvPr id="69" name="Text 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Tampilkan repository di proyektor: README, struktur file, dan riwayat commit. Jelaskan peran setiap anggota.</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Repository Website Santri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Repository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README.md berisi judul, deskripsi, isi, pembuat, dan sumber.</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Struktur rapi: file HTML di luar, gambar di folder gambar, semua gambar tampil.</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Minimal 5 commit dengan pesan yang jelas.</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Tidak ada data pribadi atau kata sandi di repository.</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9: GitHub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README lengkap dan rapi</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Gambar di folder gambar dan link diperbarui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Minimal 5 commit dengan pesan jelas</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Tidak ada data pribadi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isi README yang paling penting?</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GitHub membantu kerja kelompok?</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Cantumkan nama pembuat dan sumber dengan jujur. Menghargai kontribusi setiap anggota tim adalah akhlak mulia.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10: Hosting Gratis, menerbitkan website ke internet.</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2 Modul 9 - GitHub Dasar</dc:title>
  <dc:subject>PptxGenJS Presentation</dc:subject>
  <dc:creator>PptxGenJS</dc:creator>
  <cp:lastModifiedBy>PptxGenJS</cp:lastModifiedBy>
  <cp:revision>1</cp:revision>
  <dcterms:created xsi:type="dcterms:W3CDTF">2026-10-01T21:45:13Z</dcterms:created>
  <dcterms:modified xsi:type="dcterms:W3CDTF">2026-10-01T21:45:13Z</dcterms:modified>
</cp:coreProperties>
</file>