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6: Website Tanpa Coding — Proyek: Website Kelas
Terdiri dari 3 pertemuan (Pertemuan 16–18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Gunakan akun Google pesantren/kelas. Website dibuat atas nama kelas.
- PENTING tentang penerbitan: pada akun sekolah/pesantren (Google Workspace), atur "Who can view" agar hanya bisa dilihat akun di lingkungan pondok, atau terbitkan publik HANYA dengan persetujuan pimpinan.
- Foto yang menampilkan wajah santri hanya boleh dipasang dengan izin. Lebih aman memakai foto kegiatan dari jauh, foto benda, atau karya santri.
- Jangan memasang data pribadi (nama lengkap, alamat, nomor HP) di website. Data dari Modul 3–5 yang dipasang harus tetap data fiktif atau ringkasan tanpa nama.
- Modul ini juga menjadi tempat menyimpan dokumen resmi sederhana (surat atau laporan kegiatan kelas) sebagai isi website.
CATATAN
Tampilan Google Sites berbahasa Inggris. Terjemahan: Insert = Sisipkan, Pages = Halaman, Themes = Tema, Text box = Kotak teks, Embed = Sematkan, Publish = Terbitkan, Preview = Pratinjau.
Google Sites menyimpan otomatis, tetapi perubahan baru terlihat oleh pengunjung setelah tombol Publish ditekan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ke-16, dengan judul "Mengenal Website &amp; Google Sites". Kita akan membuat website pertama, tanpa menulis kode sama sekali.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kita sudah membuat formulir, database, dan dashboard. Sekarang saatnya karya-karya itu ditampilkan di satu tempat yang bisa dibuka dari mana saja: sebuah WEBSITE.
Sekarang pertanyaan hari ini. Coba pikirkan sejenak:
"Website apa yang pernah kalian buka? Bagian apa saja yang selalu ada di sebuah website?"
(Beri waktu 1 menit. Minta 2–3 santri menjawab. Hargai semua jawaban.)
Hampir semua website memiliki judul atau logo di atas, menu untuk berpindah halaman, isi berupa tulisan dan gambar, dan alamat yang diketik di browser. Hari ini kita membuat website kelas dengan Google Sites, tanpa coding. Di semester 2, kalian akan belajar membuat website dengan kode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adalah kumpulan halaman di internet yang saling terhubung dan bisa dibuka melalui browser. Perhatikan contoh website kelas di layar. Ada empat bagian penting.
Nomor 1, ALAMAT atau URL, yang diketik di kolom alamat browser. Setiap website punya alamat yang berbeda, seperti alamat rumah.
Nomor 2, JUDUL atau HEADER: nama website, sering dilengkapi gambar dan logo.
Nomor 3, MENU: daftar halaman untuk berpindah, misalnya Beranda, Kegiatan, Data Kelas, dan Galeri.
Nomor 4, ISI: tulisan, gambar, formulir, grafik, atau dokumen.
Halaman pertama sebuah website biasanya disebut Beranda atau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SITES adalah aplikasi gratis dari Google untuk membuat website tanpa menulis kode. Cara kerjanya seperti menyusun slide: klik dan seret.
Di sebelah kanan ada panel dengan tiga tab.
Tab INSERT, untuk menambah isi: kotak teks, gambar, formulir Google Forms, grafik Google Sheets, dan dokumen dari Drive. Karya-karya kalian dari Modul 1 sampai 5 bisa dipasang di sini.
Tab PAGES, untuk membuat halaman. Menu di bagian atas website dibuat otomatis dari daftar halaman ini.
Tab THEMES, untuk memilih tema warna dan huruf.
Lalu tombol PUBLISH berwarna biru, untuk menerbitkan website agar bisa dibuka orang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3–4 santri. Setiap kelompok membuat satu website.)
Masuk dengan akun kelas, lalu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sites.google.com di kolom alamat, lalu tekan Enter. Masuk dengan akun kelas jika diminta.
Di bagian atas ada tulisan Start a new site. Klik kotak pertama bertanda tambah, yaitu Blank site, artinya situs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Editor Google Sites terbuka. Klik tulisan Untitled site di pojok kiri atas, lalu ketik nama situs, misalnya Website Kelas 8A, dan tekan Enter.
Nama ini adalah nama file di Google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tulisan besar Your page title di bagian header. Hapus, lalu ketik judul website, misalnya Kelas 8A Wihdatul Ummah.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Arahkan kursor ke bagian header. Muncul tombol Change image, tanda a. Klik, lalu Upload untuk mengunggah foto, misalnya foto gedung pondok atau kegiatan dari jauh. Ingat, foto wajah santri hanya dengan izin.
Arahkan kursor ke pojok kiri atas header, klik Add logo, lalu unggah logo pondok, tanda b. Logo menjadi identitas website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Di panel kanan, tab Insert, klik Text box, tanda a. Kotak teks muncul di halaman.
Tulis judul kecil, misalnya Assalamu'alaikum, lalu paragraf sambutan singkat tentang kelas kalian, tanda b. Contoh: Selamat datang di website Kelas 8A Pondok Pesantren Wihdatul Ummah Poso. Di sini kami berbagi kegiatan dan karya santri.
Gunakan bahasa yang santun dan baku.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ikon mata di bagian atas, yaitu Preview atau pratinjau. Kalian melihat website persis seperti yang akan dilihat pengunjung.
Di pojok kanan bawah ada pilihan tampilan komputer, tablet, dan HP. Coba klik tampilan HP. Google Sites otomatis menyesuaikan tampilan untuk layar HP.
Klik tanda silang untuk kembali ke editor. Website tersimpan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kelompok harus memiliki empat hal: nama dan judul yang jelas, gambar header dan logo pondok, teks sambutan yang santun, dan satu gambar di bawah sambutan.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situs diberi nama yang jelas?
- judul dan header sudah diganti?
- ada teks pembuka di Beranda?
- sudah dicek dengan Preview?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manfaat website untuk kelas atau pondok?
Pertanyaan kedua: mengapa isi website harus dijaga kesopanannya?
(Minta 2–3 santri menjawab secara bergantian.)
Pesan adab kita hari ini: apa yang kita tulis di website bisa dibaca banyak orang, bahkan bertahun-tahun kemudian. Tulislah yang benar, santun, dan bermanfaat, karena setiap kata akan dimintai pertanggungjawaban.
Pekan depan: mengisi website dengan halaman, gambar, formulir, dan grafik.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ke-17, dengan judul "Mengisi Website". Hari ini kita mengisi website dengan halaman dan karya-karya dari modul sebelumnya.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membuat situs pertama. Siapa yang ingat, tombol apa untuk melihat tampilan website seperti pengunjung?
(Tunggu jawaban: Preview, ikon mata.)
Sekarang pertanyaan hari ini. Coba pikirkan sejenak:
"Karya apa saja dari Modul 1 sampai 5 yang bisa dipasang di website kelas?"
(Beri waktu 1 menit. Minta 2–3 santri menjawab. Hargai semua jawaban.)
Banyak sekali: formulir pendaftaran ekskul, grafik dashboard, bahkan dokumen laporan kegiatan. Hari ini semuanya kita satukan di website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mengisi, kita rancang dulu halaman-halamannya, seperti merancang storyboard.
Website kelas kita memiliki lima halaman.
BERANDA: sambutan, foto, dan tujuan website. Sudah kita buat pekan lalu.
KEGIATAN: laporan kegiatan kelas dalam bentuk dokumen Google Docs, dan formulir pendaftaran dari Modul 1.
DATA KELAS: dashboard dan grafik dari Modul 4 dan 5. Ingat, hanya data fiktif atau ringkasan tanpa nama.
GALERI: karya santri, seperti poster dakwah dan video adab dari Kelas VII.
TENTANG: nama kelompok pembuat dan pembina. Tanpa data pribadi.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Keistimewaan Google Sites adalah kemampuannya menyematkan, atau embed, karya dari aplikasi Google lain.
GOOGLE FORMS: formulir tampil langsung di halaman website dan bisa diisi tanpa membuka link lain.
GRAFIK SHEETS: grafik dari dashboard tampil di website, dan ikut berubah jika data di Sheets diperbarui.
DOCS DAN SLIDES: dokumen seperti laporan kegiatan atau surat, dan presentasi.
GAMBAR DAN VIDEO: poster dakwah, foto kegiatan yang sudah diizinkan, dan video.
Semua bisa diambil dari Google Drive akun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website kelompok kalian di Google Sites. Bagi tugas: setiap anggota mengisi satu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tab Pages di panel kanan, tanda a. Terlihat daftar halaman. Halaman Home bisa diganti namanya menjadi Beranda dengan klik titik tiga, lalu Properties.
Klik tombol tambah berwarna biru di bagian bawah panel, tanda b. Ketik nama halaman: Kegiatan, lalu klik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Ulangi untuk membuat halaman Data Kelas, Galeri, dan Tentang, tanda a.
Perhatikan bagian header, tanda b: menu otomatis muncul berisi semua halaman. Kita tidak perlu membuat menu sendiri.
Untuk mengubah urutan menu, seret halaman di panel Pages ke atas atau ke bawah.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Klik halaman Kegiatan di panel Pages. Lalu buka tab Insert, gulir ke bawah, dan klik Forms, tanda a.
Muncul daftar formulir di Google Drive. Pilih formulir dari Modul 1, misalnya Pendaftaran Ekstrakurikuler, lalu klik Insert. Formulir langsung tampil di halaman, tanda b.
Sekarang pengunjung bisa mengisi formulir langsung dari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Masih di halaman Kegiatan, klik Drive di panel Insert, tanda a. Pilih sebuah dokumen, misalnya laporan kegiatan kerja bakti kelas yang ditulis di Google Docs, lalu klik Insert, tanda b.
Dokumen tampil di halaman dan bisa dibaca pengunjung. Inilah contoh dokumen resmi sebagai isi website. Tarik pojok kotak untuk mengatur ukurannya.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Buka halaman Data Kelas. Tulis keterangan bahwa data di halaman ini adalah data latihan atau fiktif.
Di panel Insert, klik Charts, tanda a. Pilih file database kelompok, lalu pilih grafik dari dashboard, dan klik Add, tanda b.
Grafik tampil di website, dan akan ikut berubah jika data di Sheets diperbarui.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Buka halaman Galeri. Di panel Insert, klik Images, tanda a, lalu pilih gambar dari Drive. Masukkan tiga karya, misalnya poster dakwah dari Kelas VII, tanda b.
Tulis keterangan di bawahnya: judul karya dan kelasnya. Untuk karya orang lain, minta izin pembuatnya terlebih dahulu.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Klik tab Themes di panel kanan, tanda a. Pilih tema yang rapi, tanda b. Setiap tema memiliki pilihan warna di bawahnya. Pilih warna hijau agar serasi dengan identitas pondok.
Tema mengatur warna dan jenis huruf seluruh halaman sekaligus, sesuai prinsip pengulangan.
Periksa semua halaman dengan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kelompok harus memiliki: minimal empat halaman, formulir dan dokumen di halaman Kegiatan, grafik di halaman Data Kelas dengan keterangan data fiktif, dan tiga karya di Galeri dengan tema hijau.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ada minimal 4 halaman?
- formulir tersemat dan bisa diisi?
- grafik tersemat dari Sheets?
- tema dipilih dan isi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halaman mana yang paling bermanfaat bagi pengunjung?
Pertanyaan kedua: mengapa karya yang dipasang harus dipilih dengan hati-hati?
(Minta 2–3 santri menjawab secara bergantian.)
Pesan adab kita hari ini: pasang foto dan data orang lain hanya dengan izin. Wajah dan nama seseorang adalah bagian dari kehormatannya, dan kehormatan saudara kita harus dijaga.
Pekan depan: menerbitkan website dan menyelesaikan proyek Website Kelas.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ke-18, dengan judul "Website Kelas". Hari ini kita menerbitkan website kelas, sekaligus menutup Semester 1 Kelas VIII.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mengisi website. Siapa yang ingat, apa saja yang bisa disematkan di Google Sites?
(Tunggu jawaban: Forms, grafik Sheets, dokumen Docs, gambar, video.)
Sekarang pertanyaan hari ini. Coba pikirkan sejenak:
"Setelah website jadi, bagaimana caranya agar orang lain bisa membukanya?"
(Beri waktu 1 menit. Minta 2–3 santri menjawab. Hargai semua jawaban.)
Website harus DITERBITKAN atau di-publish, agar memiliki alamat yang bisa dibuka. Tetapi sebelum terbit, kita periksa dengan teliti, dan atur siapa saja yang boleh melihatnya.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menerbitkan, periksa website dengan daftar ini.
Yang WAJIB ADA:
Judul, logo pondok, dan menu yang jelas.
Isi yang benar, santun, dan bebas salah ketik. Periksa setiap halaman.
Keterangan bahwa data di halaman Data Kelas adalah data latihan atau fiktif.
Yang WAJIB TIDAK ADA:
Nama lengkap, alamat, atau nomor HP santri.
Foto wajah tanpa izin.
Link ke file pribadi atau kata sandi.
Ingat, setelah terbit, website bisa dibuka oleh orang lain. Apa yang sudah tersebar di internet sulit ditarik kembali. Inilah yang disebut jejak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Saat menerbitkan, kita menentukan siapa yang boleh melihat website.
RESTRICTED, artinya terbatas: hanya orang yang diundang. Cocok saat website masih latihan.
LINGKUNGAN PONDOK: hanya orang dengan akun Google milik pondok. Pilihan ini tersedia jika pondok memakai Google Workspace. Cocok untuk website kelas.
PUBLIC, artinya umum: siapa saja di internet bisa membukanya. Pilihan ini hanya boleh dipakai dengan izin pimpinan pondok, karena website membawa nama pondok.
Untuk proyek kita, ikuti pengaturan yang ditentukan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website kelompok di Google Sites.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Preview. Buka setiap halaman lewat menu, dan periksa dengan daftar periksa tadi: apakah ada salah ketik, data pribadi, atau foto tanpa izin?
Bagi tugas: setiap anggota memeriksa satu halaman milik anggota lain. Perbaiki semua yang belum sesuai.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Setelah semua beres, klik tombol Publish berwarna biru di pojok kanan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Muncul kotak Publish site. Pada Web address, ketik alamat website. Aturannya: huruf kecil, tanpa spasi, gunakan tanda hubung sebagai pemisah. Contoh: kelas8a, tanda hubung, wu.
Alamat lengkapnya menjadi sites.google.com/view/kelas8a-wu. Jika alamat sudah dipakai orang lain, tambahkan angka, misalnya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Pada bagian Who can view my site, tanda a, klik Manage. Pilih pengaturan sesuai arahan guru: terbatas, lingkungan pondok, atau umum dengan izin pimpinan.
Lalu klik Publish, tanda b. Alhamdulillah, website kalian sudah terbit!
Catatan penting: jika nanti ada perubahan isi, klik Publish lagi agar perubahan terlihat oleh pengunjung.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Salin alamat website, lalu buka di HP. Jika akses dibatasi untuk lingkungan pondok, masuk dengan akun pondok.
Perhatikan: di HP, menu berubah menjadi ikon tiga garis di pojok kanan atas, yang ditandai kotak merah. Ketuk ikon itu untuk melihat daftar halaman. Google Sites otomatis menyesuaikan tampilan untuk layar kecil.
Periksa apakah semua halaman tampil rapi di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membuka website di proyektor dan mempresentasikannya dalam tiga menit: tunjukkan setiap halaman, coba isi formulirnya, tampilkan grafiknya, dan jelaskan pengaturan akses yang dipilih serta alasannya.
Kelompok lain memberi satu pujian dan satu saran.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kelompok dinyatakan selesai jika empat syarat ini terpenuhi: memiliki logo, judul, minimal empat halaman dan menu; menyematkan formulir, grafik, dokumen, dan galeri; lolos daftar periksa; serta sudah terbit dengan akses yang benar dan bisa dibuka di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lolos daftar periksa sebelum terbit?
- alamat website jelas?
- akses diatur sesuai izin pondok?
- bisa dibuka di HP?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yang paling kamu banggakan dari website kelompokmu?
Pertanyaan kedua: mengapa website atas nama pondok perlu izin pimpinan?
(Minta 2–3 santri menjawab secara bergantian.)
Pesan adab kita hari ini: website membawa nama pondok. Jagalah nama baik pondok dengan isi yang benar, santun, dan bermanfaat.
Alhamdulillah, Semester 1 Kelas VIII selesai. Kalian sudah membuat formulir, database, dashboard, dan website. Di Semester 2, kalian akan belajar membuat website dengan kode sendiri: HTML, CSS, GitHub, hingga hosting gratis.
Pekan depan: Semester 2, Modul 7: Pengenalan HTML.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2.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2.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slideLayout" Target="../slideLayouts/slideLayout1.xml"/><Relationship Id="rId1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2.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2.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2.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slideLayout" Target="../slideLayouts/slideLayout1.xml"/><Relationship Id="rId1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2.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slideLayout" Target="../slideLayouts/slideLayout1.xml"/><Relationship Id="rId1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2.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2.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slideLayout" Target="../slideLayouts/slideLayout1.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2.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slideLayout" Target="../slideLayouts/slideLayout1.xml"/><Relationship Id="rId1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2.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slideLayout" Target="../slideLayouts/slideLayout1.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2.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2.png"/><Relationship Id="rId11" Type="http://schemas.openxmlformats.org/officeDocument/2006/relationships/image" Target="../media/image-39-11.png"/><Relationship Id="rId12" Type="http://schemas.openxmlformats.org/officeDocument/2006/relationships/slideLayout" Target="../slideLayouts/slideLayout1.xml"/><Relationship Id="rId1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2.png"/><Relationship Id="rId11" Type="http://schemas.openxmlformats.org/officeDocument/2006/relationships/image" Target="../media/image-40-11.png"/><Relationship Id="rId12" Type="http://schemas.openxmlformats.org/officeDocument/2006/relationships/slideLayout" Target="../slideLayouts/slideLayout1.xml"/><Relationship Id="rId1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2.png"/><Relationship Id="rId11" Type="http://schemas.openxmlformats.org/officeDocument/2006/relationships/image" Target="../media/image-41-11.png"/><Relationship Id="rId12" Type="http://schemas.openxmlformats.org/officeDocument/2006/relationships/image" Target="../media/image-41-12.png"/><Relationship Id="rId13" Type="http://schemas.openxmlformats.org/officeDocument/2006/relationships/slideLayout" Target="../slideLayouts/slideLayout1.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2.png"/><Relationship Id="rId11" Type="http://schemas.openxmlformats.org/officeDocument/2006/relationships/image" Target="../media/image-42-11.png"/><Relationship Id="rId12" Type="http://schemas.openxmlformats.org/officeDocument/2006/relationships/image" Target="../media/image-42-12.png"/><Relationship Id="rId13" Type="http://schemas.openxmlformats.org/officeDocument/2006/relationships/slideLayout" Target="../slideLayouts/slideLayout1.xml"/><Relationship Id="rId1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2.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2.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6</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Website Tanpa Coding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Website Kelas</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membuat website kelas dengan Google Sites tanpa menulis kode: menyusun halaman dan menu, memasukkan teks, gambar, formulir, grafik, dan dokumen, lalu menerbitkannya dengan aman.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16</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Website &amp; Google Sites</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17</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Mengisi Website</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18</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Website Kelas</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Sites (sites.google.com), Google Drive, karya dari Modul 1–5, akun Google kelas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16</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Website &amp; Google Sites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Membuat situs pertama tanpa coding</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Website Tanpa Coding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Website apa yang pernah kalian buka? Bagian apa saja yang selalu ada di sebuah website?</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website, halaman, menu, dan alamat (URL)</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situs baru di Google Sites</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Mengisi judul, header, dan teks pembuka di halaman Beranda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Bagian-bagian Website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582290" y="1183106"/>
            <a:ext cx="4687580" cy="2773695"/>
          </a:xfrm>
          <a:prstGeom prst="rect">
            <a:avLst/>
          </a:prstGeom>
          <a:solidFill>
            <a:srgbClr val="FFFFFF"/>
          </a:solidFill>
          <a:ln w="9525">
            <a:solidFill>
              <a:srgbClr val="999999"/>
            </a:solidFill>
            <a:prstDash val="solid"/>
          </a:ln>
        </p:spPr>
      </p:sp>
      <p:sp>
        <p:nvSpPr>
          <p:cNvPr id="17" name="Shape 13"/>
          <p:cNvSpPr/>
          <p:nvPr/>
        </p:nvSpPr>
        <p:spPr>
          <a:xfrm>
            <a:off x="582290" y="1183106"/>
            <a:ext cx="4687580" cy="219456"/>
          </a:xfrm>
          <a:prstGeom prst="rect">
            <a:avLst/>
          </a:prstGeom>
          <a:solidFill>
            <a:srgbClr val="DEE1E6"/>
          </a:solidFill>
          <a:ln w="12700">
            <a:solidFill>
              <a:srgbClr val="DEE1E6"/>
            </a:solidFill>
            <a:prstDash val="solid"/>
          </a:ln>
        </p:spPr>
      </p:sp>
      <p:sp>
        <p:nvSpPr>
          <p:cNvPr id="18" name="Text 14"/>
          <p:cNvSpPr txBox="1"/>
          <p:nvPr/>
        </p:nvSpPr>
        <p:spPr>
          <a:xfrm>
            <a:off x="673730" y="1183106"/>
            <a:ext cx="37731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44691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21230" y="1183106"/>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995550" y="1183106"/>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2290" y="1402562"/>
            <a:ext cx="4687580"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3730" y="1475714"/>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74898" y="1475714"/>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76066" y="1475714"/>
            <a:ext cx="128016" cy="128016"/>
          </a:xfrm>
          <a:prstGeom prst="rect">
            <a:avLst/>
          </a:prstGeom>
        </p:spPr>
      </p:pic>
      <p:sp>
        <p:nvSpPr>
          <p:cNvPr id="26" name="Shape 19"/>
          <p:cNvSpPr/>
          <p:nvPr/>
        </p:nvSpPr>
        <p:spPr>
          <a:xfrm>
            <a:off x="1313810" y="1439138"/>
            <a:ext cx="3773180"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3538" y="1439138"/>
            <a:ext cx="3590300"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sites.google.com/view/kelas8a-wu</a:t>
            </a:r>
            <a:endParaRPr lang="en-US" sz="800" dirty="0"/>
          </a:p>
        </p:txBody>
      </p:sp>
      <p:sp>
        <p:nvSpPr>
          <p:cNvPr id="28" name="Shape 21"/>
          <p:cNvSpPr/>
          <p:nvPr/>
        </p:nvSpPr>
        <p:spPr>
          <a:xfrm>
            <a:off x="582290" y="1695170"/>
            <a:ext cx="4687580" cy="2261631"/>
          </a:xfrm>
          <a:prstGeom prst="rect">
            <a:avLst/>
          </a:prstGeom>
          <a:solidFill>
            <a:srgbClr val="FFFFFF"/>
          </a:solidFill>
          <a:ln w="12700">
            <a:solidFill>
              <a:srgbClr val="FFFFFF"/>
            </a:solidFill>
            <a:prstDash val="solid"/>
          </a:ln>
        </p:spPr>
      </p:sp>
      <p:sp>
        <p:nvSpPr>
          <p:cNvPr id="29" name="Shape 22"/>
          <p:cNvSpPr/>
          <p:nvPr/>
        </p:nvSpPr>
        <p:spPr>
          <a:xfrm>
            <a:off x="582290" y="1695170"/>
            <a:ext cx="4687580" cy="746338"/>
          </a:xfrm>
          <a:prstGeom prst="rect">
            <a:avLst/>
          </a:prstGeom>
          <a:solidFill>
            <a:srgbClr val="0F4C3A"/>
          </a:solidFill>
          <a:ln w="12700">
            <a:solidFill>
              <a:srgbClr val="0F4C3A"/>
            </a:solidFill>
            <a:prstDash val="solid"/>
          </a:ln>
        </p:spPr>
      </p:sp>
      <p:sp>
        <p:nvSpPr>
          <p:cNvPr id="30" name="Shape 23"/>
          <p:cNvSpPr/>
          <p:nvPr/>
        </p:nvSpPr>
        <p:spPr>
          <a:xfrm>
            <a:off x="4097975" y="1786610"/>
            <a:ext cx="320040" cy="320040"/>
          </a:xfrm>
          <a:prstGeom prst="ellipse">
            <a:avLst/>
          </a:prstGeom>
          <a:solidFill>
            <a:srgbClr val="FBBC05">
              <a:alpha val="80000"/>
            </a:srgbClr>
          </a:solidFill>
          <a:ln/>
        </p:spPr>
      </p:sp>
      <p:sp>
        <p:nvSpPr>
          <p:cNvPr id="31" name="Shape 24"/>
          <p:cNvSpPr/>
          <p:nvPr/>
        </p:nvSpPr>
        <p:spPr>
          <a:xfrm>
            <a:off x="3160459" y="1956388"/>
            <a:ext cx="1875032" cy="485120"/>
          </a:xfrm>
          <a:prstGeom prst="triangle">
            <a:avLst/>
          </a:prstGeom>
          <a:solidFill>
            <a:srgbClr val="1F7A5C">
              <a:alpha val="80000"/>
            </a:srgbClr>
          </a:solidFill>
          <a:ln/>
        </p:spPr>
      </p:sp>
      <p:sp>
        <p:nvSpPr>
          <p:cNvPr id="32" name="Text 25"/>
          <p:cNvSpPr txBox="1"/>
          <p:nvPr/>
        </p:nvSpPr>
        <p:spPr>
          <a:xfrm>
            <a:off x="765170" y="1919071"/>
            <a:ext cx="4321820" cy="33585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33" name="Image 5" descr="/home/claude/logo.png">    </p:cNvPr>
          <p:cNvPicPr>
            <a:picLocks noChangeAspect="1"/>
          </p:cNvPicPr>
          <p:nvPr/>
        </p:nvPicPr>
        <p:blipFill>
          <a:blip r:embed="rId6"/>
          <a:stretch>
            <a:fillRect/>
          </a:stretch>
        </p:blipFill>
        <p:spPr>
          <a:xfrm>
            <a:off x="692018" y="1740890"/>
            <a:ext cx="256032" cy="256032"/>
          </a:xfrm>
          <a:prstGeom prst="rect">
            <a:avLst/>
          </a:prstGeom>
        </p:spPr>
      </p:pic>
      <p:sp>
        <p:nvSpPr>
          <p:cNvPr id="34" name="Text 26"/>
          <p:cNvSpPr txBox="1"/>
          <p:nvPr/>
        </p:nvSpPr>
        <p:spPr>
          <a:xfrm>
            <a:off x="2910718" y="1740890"/>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35" name="Text 27"/>
          <p:cNvSpPr txBox="1"/>
          <p:nvPr/>
        </p:nvSpPr>
        <p:spPr>
          <a:xfrm>
            <a:off x="3477646" y="1740890"/>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36" name="Text 28"/>
          <p:cNvSpPr txBox="1"/>
          <p:nvPr/>
        </p:nvSpPr>
        <p:spPr>
          <a:xfrm>
            <a:off x="4044574" y="1740890"/>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37" name="Text 29"/>
          <p:cNvSpPr txBox="1"/>
          <p:nvPr/>
        </p:nvSpPr>
        <p:spPr>
          <a:xfrm>
            <a:off x="4611502" y="1740890"/>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38" name="Text 30"/>
          <p:cNvSpPr txBox="1"/>
          <p:nvPr/>
        </p:nvSpPr>
        <p:spPr>
          <a:xfrm>
            <a:off x="765170" y="2532948"/>
            <a:ext cx="4321820"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39" name="Text 31"/>
          <p:cNvSpPr txBox="1"/>
          <p:nvPr/>
        </p:nvSpPr>
        <p:spPr>
          <a:xfrm>
            <a:off x="765170" y="2734116"/>
            <a:ext cx="4321820"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0" name="Shape 32"/>
          <p:cNvSpPr/>
          <p:nvPr/>
        </p:nvSpPr>
        <p:spPr>
          <a:xfrm>
            <a:off x="765170" y="3127308"/>
            <a:ext cx="4321820" cy="548640"/>
          </a:xfrm>
          <a:prstGeom prst="rect">
            <a:avLst/>
          </a:prstGeom>
          <a:solidFill>
            <a:srgbClr val="A7CBEE"/>
          </a:solidFill>
          <a:ln w="12700">
            <a:solidFill>
              <a:srgbClr val="A7CBEE"/>
            </a:solidFill>
            <a:prstDash val="solid"/>
          </a:ln>
        </p:spPr>
      </p:sp>
      <p:sp>
        <p:nvSpPr>
          <p:cNvPr id="41" name="Shape 33"/>
          <p:cNvSpPr/>
          <p:nvPr/>
        </p:nvSpPr>
        <p:spPr>
          <a:xfrm>
            <a:off x="1197352" y="3319332"/>
            <a:ext cx="2160910" cy="356616"/>
          </a:xfrm>
          <a:prstGeom prst="triangle">
            <a:avLst/>
          </a:prstGeom>
          <a:solidFill>
            <a:srgbClr val="34A853"/>
          </a:solidFill>
          <a:ln/>
        </p:spPr>
      </p:sp>
      <p:sp>
        <p:nvSpPr>
          <p:cNvPr id="42" name="Shape 34"/>
          <p:cNvSpPr/>
          <p:nvPr/>
        </p:nvSpPr>
        <p:spPr>
          <a:xfrm>
            <a:off x="4006535" y="3193145"/>
            <a:ext cx="137160" cy="137160"/>
          </a:xfrm>
          <a:prstGeom prst="ellipse">
            <a:avLst/>
          </a:prstGeom>
          <a:solidFill>
            <a:srgbClr val="FBBC05"/>
          </a:solidFill>
          <a:ln/>
        </p:spPr>
      </p:sp>
      <p:sp>
        <p:nvSpPr>
          <p:cNvPr id="43" name="Shape 35"/>
          <p:cNvSpPr/>
          <p:nvPr/>
        </p:nvSpPr>
        <p:spPr>
          <a:xfrm>
            <a:off x="1304666" y="1429994"/>
            <a:ext cx="3791468" cy="219456"/>
          </a:xfrm>
          <a:prstGeom prst="roundRect">
            <a:avLst>
              <a:gd name="adj" fmla="val 20833"/>
            </a:avLst>
          </a:prstGeom>
          <a:solidFill>
            <a:srgbClr val="FFFFFF">
              <a:alpha val="0"/>
            </a:srgbClr>
          </a:solidFill>
          <a:ln w="31750">
            <a:solidFill>
              <a:srgbClr val="E53935"/>
            </a:solidFill>
            <a:prstDash val="solid"/>
          </a:ln>
        </p:spPr>
      </p:sp>
      <p:sp>
        <p:nvSpPr>
          <p:cNvPr id="44" name="Shape 36"/>
          <p:cNvSpPr/>
          <p:nvPr/>
        </p:nvSpPr>
        <p:spPr>
          <a:xfrm>
            <a:off x="4958974" y="1292834"/>
            <a:ext cx="274320" cy="274320"/>
          </a:xfrm>
          <a:prstGeom prst="ellipse">
            <a:avLst/>
          </a:prstGeom>
          <a:solidFill>
            <a:srgbClr val="E53935"/>
          </a:solidFill>
          <a:ln w="12700">
            <a:solidFill>
              <a:srgbClr val="FFFFFF"/>
            </a:solidFill>
            <a:prstDash val="solid"/>
          </a:ln>
        </p:spPr>
      </p:sp>
      <p:sp>
        <p:nvSpPr>
          <p:cNvPr id="45" name="Text 37"/>
          <p:cNvSpPr txBox="1"/>
          <p:nvPr/>
        </p:nvSpPr>
        <p:spPr>
          <a:xfrm>
            <a:off x="4958974" y="129283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6" name="Shape 38"/>
          <p:cNvSpPr/>
          <p:nvPr/>
        </p:nvSpPr>
        <p:spPr>
          <a:xfrm>
            <a:off x="701162" y="1885856"/>
            <a:ext cx="3317882" cy="409745"/>
          </a:xfrm>
          <a:prstGeom prst="roundRect">
            <a:avLst>
              <a:gd name="adj" fmla="val 11158"/>
            </a:avLst>
          </a:prstGeom>
          <a:solidFill>
            <a:srgbClr val="FFFFFF">
              <a:alpha val="0"/>
            </a:srgbClr>
          </a:solidFill>
          <a:ln w="31750">
            <a:solidFill>
              <a:srgbClr val="E53935"/>
            </a:solidFill>
            <a:prstDash val="solid"/>
          </a:ln>
        </p:spPr>
      </p:sp>
      <p:sp>
        <p:nvSpPr>
          <p:cNvPr id="47" name="Shape 39"/>
          <p:cNvSpPr/>
          <p:nvPr/>
        </p:nvSpPr>
        <p:spPr>
          <a:xfrm>
            <a:off x="3881884" y="1748696"/>
            <a:ext cx="274320" cy="274320"/>
          </a:xfrm>
          <a:prstGeom prst="ellipse">
            <a:avLst/>
          </a:prstGeom>
          <a:solidFill>
            <a:srgbClr val="E53935"/>
          </a:solidFill>
          <a:ln w="12700">
            <a:solidFill>
              <a:srgbClr val="FFFFFF"/>
            </a:solidFill>
            <a:prstDash val="solid"/>
          </a:ln>
        </p:spPr>
      </p:sp>
      <p:sp>
        <p:nvSpPr>
          <p:cNvPr id="48" name="Text 40"/>
          <p:cNvSpPr txBox="1"/>
          <p:nvPr/>
        </p:nvSpPr>
        <p:spPr>
          <a:xfrm>
            <a:off x="3881884" y="17486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Shape 41"/>
          <p:cNvSpPr/>
          <p:nvPr/>
        </p:nvSpPr>
        <p:spPr>
          <a:xfrm>
            <a:off x="2892430" y="1722602"/>
            <a:ext cx="2286000" cy="219456"/>
          </a:xfrm>
          <a:prstGeom prst="roundRect">
            <a:avLst>
              <a:gd name="adj" fmla="val 20833"/>
            </a:avLst>
          </a:prstGeom>
          <a:solidFill>
            <a:srgbClr val="FFFFFF">
              <a:alpha val="0"/>
            </a:srgbClr>
          </a:solidFill>
          <a:ln w="31750">
            <a:solidFill>
              <a:srgbClr val="E53935"/>
            </a:solidFill>
            <a:prstDash val="solid"/>
          </a:ln>
        </p:spPr>
      </p:sp>
      <p:sp>
        <p:nvSpPr>
          <p:cNvPr id="50" name="Shape 42"/>
          <p:cNvSpPr/>
          <p:nvPr/>
        </p:nvSpPr>
        <p:spPr>
          <a:xfrm>
            <a:off x="5041270" y="1585442"/>
            <a:ext cx="274320" cy="274320"/>
          </a:xfrm>
          <a:prstGeom prst="ellipse">
            <a:avLst/>
          </a:prstGeom>
          <a:solidFill>
            <a:srgbClr val="E53935"/>
          </a:solidFill>
          <a:ln w="12700">
            <a:solidFill>
              <a:srgbClr val="FFFFFF"/>
            </a:solidFill>
            <a:prstDash val="solid"/>
          </a:ln>
        </p:spPr>
      </p:sp>
      <p:sp>
        <p:nvSpPr>
          <p:cNvPr id="51" name="Text 43"/>
          <p:cNvSpPr txBox="1"/>
          <p:nvPr/>
        </p:nvSpPr>
        <p:spPr>
          <a:xfrm>
            <a:off x="5041270" y="158544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Shape 44"/>
          <p:cNvSpPr/>
          <p:nvPr/>
        </p:nvSpPr>
        <p:spPr>
          <a:xfrm>
            <a:off x="746882" y="2514660"/>
            <a:ext cx="4358396" cy="539496"/>
          </a:xfrm>
          <a:prstGeom prst="roundRect">
            <a:avLst>
              <a:gd name="adj" fmla="val 8475"/>
            </a:avLst>
          </a:prstGeom>
          <a:solidFill>
            <a:srgbClr val="FFFFFF">
              <a:alpha val="0"/>
            </a:srgbClr>
          </a:solidFill>
          <a:ln w="31750">
            <a:solidFill>
              <a:srgbClr val="E53935"/>
            </a:solidFill>
            <a:prstDash val="solid"/>
          </a:ln>
        </p:spPr>
      </p:sp>
      <p:sp>
        <p:nvSpPr>
          <p:cNvPr id="53" name="Shape 45"/>
          <p:cNvSpPr/>
          <p:nvPr/>
        </p:nvSpPr>
        <p:spPr>
          <a:xfrm>
            <a:off x="4968118" y="2377500"/>
            <a:ext cx="274320" cy="274320"/>
          </a:xfrm>
          <a:prstGeom prst="ellipse">
            <a:avLst/>
          </a:prstGeom>
          <a:solidFill>
            <a:srgbClr val="E53935"/>
          </a:solidFill>
          <a:ln w="12700">
            <a:solidFill>
              <a:srgbClr val="FFFFFF"/>
            </a:solidFill>
            <a:prstDash val="solid"/>
          </a:ln>
        </p:spPr>
      </p:sp>
      <p:sp>
        <p:nvSpPr>
          <p:cNvPr id="54" name="Text 46"/>
          <p:cNvSpPr txBox="1"/>
          <p:nvPr/>
        </p:nvSpPr>
        <p:spPr>
          <a:xfrm>
            <a:off x="4968118" y="23775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5" name="Shape 47"/>
          <p:cNvSpPr/>
          <p:nvPr/>
        </p:nvSpPr>
        <p:spPr>
          <a:xfrm>
            <a:off x="5715000" y="1234440"/>
            <a:ext cx="329184" cy="329184"/>
          </a:xfrm>
          <a:prstGeom prst="ellipse">
            <a:avLst/>
          </a:prstGeom>
          <a:solidFill>
            <a:srgbClr val="E53935"/>
          </a:solidFill>
          <a:ln/>
        </p:spPr>
      </p:sp>
      <p:sp>
        <p:nvSpPr>
          <p:cNvPr id="56" name="Text 48"/>
          <p:cNvSpPr txBox="1"/>
          <p:nvPr/>
        </p:nvSpPr>
        <p:spPr>
          <a:xfrm>
            <a:off x="5715000" y="1234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7" name="Text 49"/>
          <p:cNvSpPr txBox="1"/>
          <p:nvPr/>
        </p:nvSpPr>
        <p:spPr>
          <a:xfrm>
            <a:off x="6172200" y="116128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Alamat (URL): diketik di browser</a:t>
            </a:r>
            <a:endParaRPr lang="en-US" sz="1350" dirty="0"/>
          </a:p>
        </p:txBody>
      </p:sp>
      <p:sp>
        <p:nvSpPr>
          <p:cNvPr id="58" name="Shape 50"/>
          <p:cNvSpPr/>
          <p:nvPr/>
        </p:nvSpPr>
        <p:spPr>
          <a:xfrm>
            <a:off x="5715000" y="1801368"/>
            <a:ext cx="329184" cy="329184"/>
          </a:xfrm>
          <a:prstGeom prst="ellipse">
            <a:avLst/>
          </a:prstGeom>
          <a:solidFill>
            <a:srgbClr val="E53935"/>
          </a:solidFill>
          <a:ln/>
        </p:spPr>
      </p:sp>
      <p:sp>
        <p:nvSpPr>
          <p:cNvPr id="59" name="Text 51"/>
          <p:cNvSpPr txBox="1"/>
          <p:nvPr/>
        </p:nvSpPr>
        <p:spPr>
          <a:xfrm>
            <a:off x="571500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60" name="Text 52"/>
          <p:cNvSpPr txBox="1"/>
          <p:nvPr/>
        </p:nvSpPr>
        <p:spPr>
          <a:xfrm>
            <a:off x="6172200" y="172821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Judul/Header: nama website</a:t>
            </a:r>
            <a:endParaRPr lang="en-US" sz="1350" dirty="0"/>
          </a:p>
        </p:txBody>
      </p:sp>
      <p:sp>
        <p:nvSpPr>
          <p:cNvPr id="61" name="Shape 53"/>
          <p:cNvSpPr/>
          <p:nvPr/>
        </p:nvSpPr>
        <p:spPr>
          <a:xfrm>
            <a:off x="5715000" y="2368296"/>
            <a:ext cx="329184" cy="329184"/>
          </a:xfrm>
          <a:prstGeom prst="ellipse">
            <a:avLst/>
          </a:prstGeom>
          <a:solidFill>
            <a:srgbClr val="E53935"/>
          </a:solidFill>
          <a:ln/>
        </p:spPr>
      </p:sp>
      <p:sp>
        <p:nvSpPr>
          <p:cNvPr id="62" name="Text 54"/>
          <p:cNvSpPr txBox="1"/>
          <p:nvPr/>
        </p:nvSpPr>
        <p:spPr>
          <a:xfrm>
            <a:off x="5715000"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63" name="Text 55"/>
          <p:cNvSpPr txBox="1"/>
          <p:nvPr/>
        </p:nvSpPr>
        <p:spPr>
          <a:xfrm>
            <a:off x="6172200" y="229514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Menu: berpindah halaman</a:t>
            </a:r>
            <a:endParaRPr lang="en-US" sz="1350" dirty="0"/>
          </a:p>
        </p:txBody>
      </p:sp>
      <p:sp>
        <p:nvSpPr>
          <p:cNvPr id="64" name="Shape 56"/>
          <p:cNvSpPr/>
          <p:nvPr/>
        </p:nvSpPr>
        <p:spPr>
          <a:xfrm>
            <a:off x="5715000" y="2935224"/>
            <a:ext cx="329184" cy="329184"/>
          </a:xfrm>
          <a:prstGeom prst="ellipse">
            <a:avLst/>
          </a:prstGeom>
          <a:solidFill>
            <a:srgbClr val="E53935"/>
          </a:solidFill>
          <a:ln/>
        </p:spPr>
      </p:sp>
      <p:sp>
        <p:nvSpPr>
          <p:cNvPr id="65" name="Text 57"/>
          <p:cNvSpPr txBox="1"/>
          <p:nvPr/>
        </p:nvSpPr>
        <p:spPr>
          <a:xfrm>
            <a:off x="5715000" y="2935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58"/>
          <p:cNvSpPr txBox="1"/>
          <p:nvPr/>
        </p:nvSpPr>
        <p:spPr>
          <a:xfrm>
            <a:off x="6172200" y="2862072"/>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Isi: teks, gambar, formulir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Mengenal Google Sites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Tanpa Coding</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Website dibuat dengan klik dan seret, seperti menyusun slide.</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Panel Insert</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Menambah teks, gambar, formulir, grafik, dan dokumen dari Drive.</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Panel Pages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Membuat dan mengatur halaman. Menu dibuat otomatis.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Tombol Publish</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Menerbitkan website agar bisa dibuka orang lain lewat alamatnya.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Situs Pertama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situs baru</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Judul, header, dan teks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Pratinjau</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Situs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97504" y="1741685"/>
            <a:ext cx="201168" cy="201168"/>
          </a:xfrm>
          <a:prstGeom prst="rect">
            <a:avLst/>
          </a:prstGeom>
        </p:spPr>
      </p:pic>
      <p:sp>
        <p:nvSpPr>
          <p:cNvPr id="29" name="Text 21"/>
          <p:cNvSpPr txBox="1"/>
          <p:nvPr/>
        </p:nvSpPr>
        <p:spPr>
          <a:xfrm>
            <a:off x="953536" y="1714253"/>
            <a:ext cx="548640" cy="256032"/>
          </a:xfrm>
          <a:prstGeom prst="rect">
            <a:avLst/>
          </a:prstGeom>
          <a:noFill/>
          <a:ln/>
        </p:spPr>
        <p:txBody>
          <a:bodyPr wrap="square" lIns="0" tIns="0" rIns="0" bIns="0" rtlCol="0" anchor="ctr"/>
          <a:lstStyle/>
          <a:p>
            <a:pPr indent="0" marL="0">
              <a:buNone/>
            </a:pPr>
            <a:r>
              <a:rPr lang="en-US" sz="1000" dirty="0">
                <a:solidFill>
                  <a:srgbClr val="1E2A26"/>
                </a:solidFill>
                <a:latin typeface="Calibri" pitchFamily="34" charset="0"/>
                <a:ea typeface="Calibri" pitchFamily="34" charset="-122"/>
                <a:cs typeface="Calibri" pitchFamily="34" charset="-120"/>
              </a:rPr>
              <a:t>Sites</a:t>
            </a:r>
            <a:endParaRPr lang="en-US" sz="1000" dirty="0"/>
          </a:p>
        </p:txBody>
      </p:sp>
      <p:sp>
        <p:nvSpPr>
          <p:cNvPr id="30" name="Shape 22"/>
          <p:cNvSpPr/>
          <p:nvPr/>
        </p:nvSpPr>
        <p:spPr>
          <a:xfrm>
            <a:off x="587776" y="2034293"/>
            <a:ext cx="4950927" cy="1325880"/>
          </a:xfrm>
          <a:prstGeom prst="rect">
            <a:avLst/>
          </a:prstGeom>
          <a:solidFill>
            <a:srgbClr val="F1F3F4"/>
          </a:solidFill>
          <a:ln w="12700">
            <a:solidFill>
              <a:srgbClr val="F1F3F4"/>
            </a:solidFill>
            <a:prstDash val="solid"/>
          </a:ln>
        </p:spPr>
      </p:sp>
      <p:sp>
        <p:nvSpPr>
          <p:cNvPr id="31" name="Text 23"/>
          <p:cNvSpPr txBox="1"/>
          <p:nvPr/>
        </p:nvSpPr>
        <p:spPr>
          <a:xfrm>
            <a:off x="862096" y="2098301"/>
            <a:ext cx="1828800" cy="182880"/>
          </a:xfrm>
          <a:prstGeom prst="rect">
            <a:avLst/>
          </a:prstGeom>
          <a:noFill/>
          <a:ln/>
        </p:spPr>
        <p:txBody>
          <a:bodyPr wrap="square" lIns="0" tIns="0" rIns="0" bIns="0" rtlCol="0" anchor="t"/>
          <a:lstStyle/>
          <a:p>
            <a:pPr indent="0" marL="0">
              <a:buNone/>
            </a:pPr>
            <a:r>
              <a:rPr lang="en-US" sz="800" dirty="0">
                <a:solidFill>
                  <a:srgbClr val="1E2A26"/>
                </a:solidFill>
                <a:latin typeface="Calibri" pitchFamily="34" charset="0"/>
                <a:ea typeface="Calibri" pitchFamily="34" charset="-122"/>
                <a:cs typeface="Calibri" pitchFamily="34" charset="-120"/>
              </a:rPr>
              <a:t>Start a new site</a:t>
            </a:r>
            <a:endParaRPr lang="en-US" sz="800" dirty="0"/>
          </a:p>
        </p:txBody>
      </p:sp>
      <p:sp>
        <p:nvSpPr>
          <p:cNvPr id="32" name="Shape 24"/>
          <p:cNvSpPr/>
          <p:nvPr/>
        </p:nvSpPr>
        <p:spPr>
          <a:xfrm>
            <a:off x="862096" y="2317757"/>
            <a:ext cx="685800" cy="868680"/>
          </a:xfrm>
          <a:prstGeom prst="rect">
            <a:avLst/>
          </a:prstGeom>
          <a:solidFill>
            <a:srgbClr val="FFFFFF"/>
          </a:solidFill>
          <a:ln w="9525">
            <a:solidFill>
              <a:srgbClr val="CCCCCC"/>
            </a:solidFill>
            <a:prstDash val="solid"/>
          </a:ln>
        </p:spPr>
      </p:sp>
      <p:sp>
        <p:nvSpPr>
          <p:cNvPr id="33" name="Text 25"/>
          <p:cNvSpPr txBox="1"/>
          <p:nvPr/>
        </p:nvSpPr>
        <p:spPr>
          <a:xfrm>
            <a:off x="862096" y="2317757"/>
            <a:ext cx="685800" cy="868680"/>
          </a:xfrm>
          <a:prstGeom prst="rect">
            <a:avLst/>
          </a:prstGeom>
          <a:noFill/>
          <a:ln/>
        </p:spPr>
        <p:txBody>
          <a:bodyPr wrap="square" lIns="0" tIns="0" rIns="0" bIns="0" rtlCol="0" anchor="ctr"/>
          <a:lstStyle/>
          <a:p>
            <a:pPr algn="ctr" indent="0" marL="0">
              <a:buNone/>
            </a:pPr>
            <a:r>
              <a:rPr lang="en-US" sz="2600" dirty="0">
                <a:solidFill>
                  <a:srgbClr val="4285F4"/>
                </a:solidFill>
                <a:latin typeface="Calibri" pitchFamily="34" charset="0"/>
                <a:ea typeface="Calibri" pitchFamily="34" charset="-122"/>
                <a:cs typeface="Calibri" pitchFamily="34" charset="-120"/>
              </a:rPr>
              <a:t>+</a:t>
            </a:r>
            <a:endParaRPr lang="en-US" sz="2600" dirty="0"/>
          </a:p>
        </p:txBody>
      </p:sp>
      <p:sp>
        <p:nvSpPr>
          <p:cNvPr id="34" name="Text 26"/>
          <p:cNvSpPr txBox="1"/>
          <p:nvPr/>
        </p:nvSpPr>
        <p:spPr>
          <a:xfrm>
            <a:off x="770656" y="3204725"/>
            <a:ext cx="914400" cy="146304"/>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Blank site</a:t>
            </a:r>
            <a:endParaRPr lang="en-US" sz="650" dirty="0"/>
          </a:p>
        </p:txBody>
      </p:sp>
      <p:sp>
        <p:nvSpPr>
          <p:cNvPr id="35" name="Shape 27"/>
          <p:cNvSpPr/>
          <p:nvPr/>
        </p:nvSpPr>
        <p:spPr>
          <a:xfrm>
            <a:off x="1730776" y="2317757"/>
            <a:ext cx="685800" cy="868680"/>
          </a:xfrm>
          <a:prstGeom prst="rect">
            <a:avLst/>
          </a:prstGeom>
          <a:solidFill>
            <a:srgbClr val="FFFFFF"/>
          </a:solidFill>
          <a:ln w="9525">
            <a:solidFill>
              <a:srgbClr val="CCCCCC"/>
            </a:solidFill>
            <a:prstDash val="solid"/>
          </a:ln>
        </p:spPr>
      </p:sp>
      <p:sp>
        <p:nvSpPr>
          <p:cNvPr id="36" name="Shape 28"/>
          <p:cNvSpPr/>
          <p:nvPr/>
        </p:nvSpPr>
        <p:spPr>
          <a:xfrm>
            <a:off x="1822216" y="2454917"/>
            <a:ext cx="502920" cy="36576"/>
          </a:xfrm>
          <a:prstGeom prst="rect">
            <a:avLst/>
          </a:prstGeom>
          <a:solidFill>
            <a:srgbClr val="DDDDDD"/>
          </a:solidFill>
          <a:ln w="12700">
            <a:solidFill>
              <a:srgbClr val="DDDDDD"/>
            </a:solidFill>
            <a:prstDash val="solid"/>
          </a:ln>
        </p:spPr>
      </p:sp>
      <p:sp>
        <p:nvSpPr>
          <p:cNvPr id="37" name="Shape 29"/>
          <p:cNvSpPr/>
          <p:nvPr/>
        </p:nvSpPr>
        <p:spPr>
          <a:xfrm>
            <a:off x="1822216" y="2582933"/>
            <a:ext cx="365760" cy="36576"/>
          </a:xfrm>
          <a:prstGeom prst="rect">
            <a:avLst/>
          </a:prstGeom>
          <a:solidFill>
            <a:srgbClr val="DDDDDD"/>
          </a:solidFill>
          <a:ln w="12700">
            <a:solidFill>
              <a:srgbClr val="DDDDDD"/>
            </a:solidFill>
            <a:prstDash val="solid"/>
          </a:ln>
        </p:spPr>
      </p:sp>
      <p:sp>
        <p:nvSpPr>
          <p:cNvPr id="38" name="Shape 30"/>
          <p:cNvSpPr/>
          <p:nvPr/>
        </p:nvSpPr>
        <p:spPr>
          <a:xfrm>
            <a:off x="1822216" y="2710949"/>
            <a:ext cx="502920" cy="36576"/>
          </a:xfrm>
          <a:prstGeom prst="rect">
            <a:avLst/>
          </a:prstGeom>
          <a:solidFill>
            <a:srgbClr val="DDDDDD"/>
          </a:solidFill>
          <a:ln w="12700">
            <a:solidFill>
              <a:srgbClr val="DDDDDD"/>
            </a:solidFill>
            <a:prstDash val="solid"/>
          </a:ln>
        </p:spPr>
      </p:sp>
      <p:sp>
        <p:nvSpPr>
          <p:cNvPr id="39" name="Shape 31"/>
          <p:cNvSpPr/>
          <p:nvPr/>
        </p:nvSpPr>
        <p:spPr>
          <a:xfrm>
            <a:off x="1822216" y="2838965"/>
            <a:ext cx="365760" cy="36576"/>
          </a:xfrm>
          <a:prstGeom prst="rect">
            <a:avLst/>
          </a:prstGeom>
          <a:solidFill>
            <a:srgbClr val="DDDDDD"/>
          </a:solidFill>
          <a:ln w="12700">
            <a:solidFill>
              <a:srgbClr val="DDDDDD"/>
            </a:solidFill>
            <a:prstDash val="solid"/>
          </a:ln>
        </p:spPr>
      </p:sp>
      <p:sp>
        <p:nvSpPr>
          <p:cNvPr id="40" name="Shape 32"/>
          <p:cNvSpPr/>
          <p:nvPr/>
        </p:nvSpPr>
        <p:spPr>
          <a:xfrm>
            <a:off x="1822216" y="2966981"/>
            <a:ext cx="502920" cy="36576"/>
          </a:xfrm>
          <a:prstGeom prst="rect">
            <a:avLst/>
          </a:prstGeom>
          <a:solidFill>
            <a:srgbClr val="DDDDDD"/>
          </a:solidFill>
          <a:ln w="12700">
            <a:solidFill>
              <a:srgbClr val="DDDDDD"/>
            </a:solidFill>
            <a:prstDash val="solid"/>
          </a:ln>
        </p:spPr>
      </p:sp>
      <p:sp>
        <p:nvSpPr>
          <p:cNvPr id="41" name="Shape 33"/>
          <p:cNvSpPr/>
          <p:nvPr/>
        </p:nvSpPr>
        <p:spPr>
          <a:xfrm>
            <a:off x="2599456" y="2317757"/>
            <a:ext cx="685800" cy="868680"/>
          </a:xfrm>
          <a:prstGeom prst="rect">
            <a:avLst/>
          </a:prstGeom>
          <a:solidFill>
            <a:srgbClr val="FFFFFF"/>
          </a:solidFill>
          <a:ln w="9525">
            <a:solidFill>
              <a:srgbClr val="CCCCCC"/>
            </a:solidFill>
            <a:prstDash val="solid"/>
          </a:ln>
        </p:spPr>
      </p:sp>
      <p:sp>
        <p:nvSpPr>
          <p:cNvPr id="42" name="Shape 34"/>
          <p:cNvSpPr/>
          <p:nvPr/>
        </p:nvSpPr>
        <p:spPr>
          <a:xfrm>
            <a:off x="2690896" y="2454917"/>
            <a:ext cx="502920" cy="36576"/>
          </a:xfrm>
          <a:prstGeom prst="rect">
            <a:avLst/>
          </a:prstGeom>
          <a:solidFill>
            <a:srgbClr val="DDDDDD"/>
          </a:solidFill>
          <a:ln w="12700">
            <a:solidFill>
              <a:srgbClr val="DDDDDD"/>
            </a:solidFill>
            <a:prstDash val="solid"/>
          </a:ln>
        </p:spPr>
      </p:sp>
      <p:sp>
        <p:nvSpPr>
          <p:cNvPr id="43" name="Shape 35"/>
          <p:cNvSpPr/>
          <p:nvPr/>
        </p:nvSpPr>
        <p:spPr>
          <a:xfrm>
            <a:off x="2690896" y="2582933"/>
            <a:ext cx="365760" cy="36576"/>
          </a:xfrm>
          <a:prstGeom prst="rect">
            <a:avLst/>
          </a:prstGeom>
          <a:solidFill>
            <a:srgbClr val="DDDDDD"/>
          </a:solidFill>
          <a:ln w="12700">
            <a:solidFill>
              <a:srgbClr val="DDDDDD"/>
            </a:solidFill>
            <a:prstDash val="solid"/>
          </a:ln>
        </p:spPr>
      </p:sp>
      <p:sp>
        <p:nvSpPr>
          <p:cNvPr id="44" name="Shape 36"/>
          <p:cNvSpPr/>
          <p:nvPr/>
        </p:nvSpPr>
        <p:spPr>
          <a:xfrm>
            <a:off x="2690896" y="2710949"/>
            <a:ext cx="502920" cy="36576"/>
          </a:xfrm>
          <a:prstGeom prst="rect">
            <a:avLst/>
          </a:prstGeom>
          <a:solidFill>
            <a:srgbClr val="DDDDDD"/>
          </a:solidFill>
          <a:ln w="12700">
            <a:solidFill>
              <a:srgbClr val="DDDDDD"/>
            </a:solidFill>
            <a:prstDash val="solid"/>
          </a:ln>
        </p:spPr>
      </p:sp>
      <p:sp>
        <p:nvSpPr>
          <p:cNvPr id="45" name="Shape 37"/>
          <p:cNvSpPr/>
          <p:nvPr/>
        </p:nvSpPr>
        <p:spPr>
          <a:xfrm>
            <a:off x="2690896" y="2838965"/>
            <a:ext cx="365760" cy="36576"/>
          </a:xfrm>
          <a:prstGeom prst="rect">
            <a:avLst/>
          </a:prstGeom>
          <a:solidFill>
            <a:srgbClr val="DDDDDD"/>
          </a:solidFill>
          <a:ln w="12700">
            <a:solidFill>
              <a:srgbClr val="DDDDDD"/>
            </a:solidFill>
            <a:prstDash val="solid"/>
          </a:ln>
        </p:spPr>
      </p:sp>
      <p:sp>
        <p:nvSpPr>
          <p:cNvPr id="46" name="Shape 38"/>
          <p:cNvSpPr/>
          <p:nvPr/>
        </p:nvSpPr>
        <p:spPr>
          <a:xfrm>
            <a:off x="2690896" y="2966981"/>
            <a:ext cx="502920" cy="36576"/>
          </a:xfrm>
          <a:prstGeom prst="rect">
            <a:avLst/>
          </a:prstGeom>
          <a:solidFill>
            <a:srgbClr val="DDDDDD"/>
          </a:solidFill>
          <a:ln w="12700">
            <a:solidFill>
              <a:srgbClr val="DDDDDD"/>
            </a:solidFill>
            <a:prstDash val="solid"/>
          </a:ln>
        </p:spPr>
      </p:sp>
      <p:sp>
        <p:nvSpPr>
          <p:cNvPr id="47" name="Shape 39"/>
          <p:cNvSpPr/>
          <p:nvPr/>
        </p:nvSpPr>
        <p:spPr>
          <a:xfrm>
            <a:off x="3468136" y="2317757"/>
            <a:ext cx="685800" cy="868680"/>
          </a:xfrm>
          <a:prstGeom prst="rect">
            <a:avLst/>
          </a:prstGeom>
          <a:solidFill>
            <a:srgbClr val="FFFFFF"/>
          </a:solidFill>
          <a:ln w="9525">
            <a:solidFill>
              <a:srgbClr val="CCCCCC"/>
            </a:solidFill>
            <a:prstDash val="solid"/>
          </a:ln>
        </p:spPr>
      </p:sp>
      <p:sp>
        <p:nvSpPr>
          <p:cNvPr id="48" name="Shape 40"/>
          <p:cNvSpPr/>
          <p:nvPr/>
        </p:nvSpPr>
        <p:spPr>
          <a:xfrm>
            <a:off x="3559576" y="2454917"/>
            <a:ext cx="502920" cy="36576"/>
          </a:xfrm>
          <a:prstGeom prst="rect">
            <a:avLst/>
          </a:prstGeom>
          <a:solidFill>
            <a:srgbClr val="DDDDDD"/>
          </a:solidFill>
          <a:ln w="12700">
            <a:solidFill>
              <a:srgbClr val="DDDDDD"/>
            </a:solidFill>
            <a:prstDash val="solid"/>
          </a:ln>
        </p:spPr>
      </p:sp>
      <p:sp>
        <p:nvSpPr>
          <p:cNvPr id="49" name="Shape 41"/>
          <p:cNvSpPr/>
          <p:nvPr/>
        </p:nvSpPr>
        <p:spPr>
          <a:xfrm>
            <a:off x="3559576" y="2582933"/>
            <a:ext cx="365760" cy="36576"/>
          </a:xfrm>
          <a:prstGeom prst="rect">
            <a:avLst/>
          </a:prstGeom>
          <a:solidFill>
            <a:srgbClr val="DDDDDD"/>
          </a:solidFill>
          <a:ln w="12700">
            <a:solidFill>
              <a:srgbClr val="DDDDDD"/>
            </a:solidFill>
            <a:prstDash val="solid"/>
          </a:ln>
        </p:spPr>
      </p:sp>
      <p:sp>
        <p:nvSpPr>
          <p:cNvPr id="50" name="Shape 42"/>
          <p:cNvSpPr/>
          <p:nvPr/>
        </p:nvSpPr>
        <p:spPr>
          <a:xfrm>
            <a:off x="3559576" y="2710949"/>
            <a:ext cx="502920" cy="36576"/>
          </a:xfrm>
          <a:prstGeom prst="rect">
            <a:avLst/>
          </a:prstGeom>
          <a:solidFill>
            <a:srgbClr val="DDDDDD"/>
          </a:solidFill>
          <a:ln w="12700">
            <a:solidFill>
              <a:srgbClr val="DDDDDD"/>
            </a:solidFill>
            <a:prstDash val="solid"/>
          </a:ln>
        </p:spPr>
      </p:sp>
      <p:sp>
        <p:nvSpPr>
          <p:cNvPr id="51" name="Shape 43"/>
          <p:cNvSpPr/>
          <p:nvPr/>
        </p:nvSpPr>
        <p:spPr>
          <a:xfrm>
            <a:off x="3559576" y="2838965"/>
            <a:ext cx="365760" cy="36576"/>
          </a:xfrm>
          <a:prstGeom prst="rect">
            <a:avLst/>
          </a:prstGeom>
          <a:solidFill>
            <a:srgbClr val="DDDDDD"/>
          </a:solidFill>
          <a:ln w="12700">
            <a:solidFill>
              <a:srgbClr val="DDDDDD"/>
            </a:solidFill>
            <a:prstDash val="solid"/>
          </a:ln>
        </p:spPr>
      </p:sp>
      <p:sp>
        <p:nvSpPr>
          <p:cNvPr id="52" name="Shape 44"/>
          <p:cNvSpPr/>
          <p:nvPr/>
        </p:nvSpPr>
        <p:spPr>
          <a:xfrm>
            <a:off x="3559576" y="2966981"/>
            <a:ext cx="502920" cy="36576"/>
          </a:xfrm>
          <a:prstGeom prst="rect">
            <a:avLst/>
          </a:prstGeom>
          <a:solidFill>
            <a:srgbClr val="DDDDDD"/>
          </a:solidFill>
          <a:ln w="12700">
            <a:solidFill>
              <a:srgbClr val="DDDDDD"/>
            </a:solidFill>
            <a:prstDash val="solid"/>
          </a:ln>
        </p:spPr>
      </p:sp>
      <p:sp>
        <p:nvSpPr>
          <p:cNvPr id="53" name="Text 45"/>
          <p:cNvSpPr txBox="1"/>
          <p:nvPr/>
        </p:nvSpPr>
        <p:spPr>
          <a:xfrm>
            <a:off x="862096" y="3497333"/>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Recent sites</a:t>
            </a:r>
            <a:endParaRPr lang="en-US" sz="800" dirty="0"/>
          </a:p>
        </p:txBody>
      </p:sp>
      <p:sp>
        <p:nvSpPr>
          <p:cNvPr id="54" name="Shape 46"/>
          <p:cNvSpPr/>
          <p:nvPr/>
        </p:nvSpPr>
        <p:spPr>
          <a:xfrm>
            <a:off x="825520" y="2281181"/>
            <a:ext cx="758952" cy="941832"/>
          </a:xfrm>
          <a:prstGeom prst="roundRect">
            <a:avLst>
              <a:gd name="adj" fmla="val 6024"/>
            </a:avLst>
          </a:prstGeom>
          <a:solidFill>
            <a:srgbClr val="FFFFFF">
              <a:alpha val="0"/>
            </a:srgbClr>
          </a:solidFill>
          <a:ln w="31750">
            <a:solidFill>
              <a:srgbClr val="E53935"/>
            </a:solidFill>
            <a:prstDash val="solid"/>
          </a:ln>
        </p:spPr>
      </p:sp>
      <p:sp>
        <p:nvSpPr>
          <p:cNvPr id="55" name="Shape 47"/>
          <p:cNvSpPr/>
          <p:nvPr/>
        </p:nvSpPr>
        <p:spPr>
          <a:xfrm>
            <a:off x="1447312" y="2144021"/>
            <a:ext cx="274320" cy="274320"/>
          </a:xfrm>
          <a:prstGeom prst="ellipse">
            <a:avLst/>
          </a:prstGeom>
          <a:solidFill>
            <a:srgbClr val="E53935"/>
          </a:solidFill>
          <a:ln w="12700">
            <a:solidFill>
              <a:srgbClr val="FFFFFF"/>
            </a:solidFill>
            <a:prstDash val="solid"/>
          </a:ln>
        </p:spPr>
      </p:sp>
      <p:sp>
        <p:nvSpPr>
          <p:cNvPr id="56" name="Text 48"/>
          <p:cNvSpPr txBox="1"/>
          <p:nvPr/>
        </p:nvSpPr>
        <p:spPr>
          <a:xfrm>
            <a:off x="1447312" y="2144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57" name="Image 6" descr="preencoded.png">    </p:cNvPr>
          <p:cNvPicPr>
            <a:picLocks noChangeAspect="1"/>
          </p:cNvPicPr>
          <p:nvPr/>
        </p:nvPicPr>
        <p:blipFill>
          <a:blip r:embed="rId7"/>
          <a:stretch>
            <a:fillRect/>
          </a:stretch>
        </p:blipFill>
        <p:spPr>
          <a:xfrm>
            <a:off x="1239286" y="2795531"/>
            <a:ext cx="237744" cy="237744"/>
          </a:xfrm>
          <a:prstGeom prst="rect">
            <a:avLst/>
          </a:prstGeom>
        </p:spPr>
      </p:pic>
      <p:sp>
        <p:nvSpPr>
          <p:cNvPr id="58" name="Text 4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59" name="Text 5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sites.google.com › Blank site</a:t>
            </a:r>
            <a:endParaRPr lang="en-US" sz="1800" dirty="0"/>
          </a:p>
        </p:txBody>
      </p:sp>
      <p:sp>
        <p:nvSpPr>
          <p:cNvPr id="60" name="Text 5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sites.google.com di kolom alamat. Klik kotak + Blank site.</a:t>
            </a:r>
            <a:endParaRPr lang="en-US" sz="1300" dirty="0"/>
          </a:p>
        </p:txBody>
      </p:sp>
      <p:sp>
        <p:nvSpPr>
          <p:cNvPr id="61" name="Shape 5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2"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63" name="Text 5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dari Google Drive: + New › More › Google Sites.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Situs Baru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Text 27"/>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Your page title</a:t>
            </a:r>
            <a:endParaRPr lang="en-US" sz="1500" dirty="0"/>
          </a:p>
        </p:txBody>
      </p:sp>
      <p:sp>
        <p:nvSpPr>
          <p:cNvPr id="39" name="Text 28"/>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Home</a:t>
            </a:r>
            <a:endParaRPr lang="en-US" sz="650" dirty="0"/>
          </a:p>
        </p:txBody>
      </p:sp>
      <p:sp>
        <p:nvSpPr>
          <p:cNvPr id="40" name="Shape 29"/>
          <p:cNvSpPr/>
          <p:nvPr/>
        </p:nvSpPr>
        <p:spPr>
          <a:xfrm>
            <a:off x="4304264" y="1970285"/>
            <a:ext cx="1234440" cy="2025099"/>
          </a:xfrm>
          <a:prstGeom prst="rect">
            <a:avLst/>
          </a:prstGeom>
          <a:solidFill>
            <a:srgbClr val="FFFFFF"/>
          </a:solidFill>
          <a:ln w="6350">
            <a:solidFill>
              <a:srgbClr val="DDDDDD"/>
            </a:solidFill>
            <a:prstDash val="solid"/>
          </a:ln>
        </p:spPr>
      </p:sp>
      <p:sp>
        <p:nvSpPr>
          <p:cNvPr id="41" name="Text 3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42" name="Shape 31"/>
          <p:cNvSpPr/>
          <p:nvPr/>
        </p:nvSpPr>
        <p:spPr>
          <a:xfrm>
            <a:off x="4377416" y="2198885"/>
            <a:ext cx="329184" cy="22860"/>
          </a:xfrm>
          <a:prstGeom prst="rect">
            <a:avLst/>
          </a:prstGeom>
          <a:solidFill>
            <a:srgbClr val="673AB7"/>
          </a:solidFill>
          <a:ln w="12700">
            <a:solidFill>
              <a:srgbClr val="673AB7"/>
            </a:solidFill>
            <a:prstDash val="solid"/>
          </a:ln>
        </p:spPr>
      </p:sp>
      <p:sp>
        <p:nvSpPr>
          <p:cNvPr id="43" name="Text 3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44" name="Text 3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45" name="Text 3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46" name="Text 3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47" name="Text 3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48" name="Text 3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49" name="Text 3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50" name="Text 3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51" name="Text 4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52" name="Text 4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53" name="Shape 42"/>
          <p:cNvSpPr/>
          <p:nvPr/>
        </p:nvSpPr>
        <p:spPr>
          <a:xfrm>
            <a:off x="889528" y="1668533"/>
            <a:ext cx="1517904" cy="274320"/>
          </a:xfrm>
          <a:prstGeom prst="roundRect">
            <a:avLst>
              <a:gd name="adj" fmla="val 16667"/>
            </a:avLst>
          </a:prstGeom>
          <a:solidFill>
            <a:srgbClr val="FFFFFF">
              <a:alpha val="0"/>
            </a:srgbClr>
          </a:solidFill>
          <a:ln w="31750">
            <a:solidFill>
              <a:srgbClr val="E53935"/>
            </a:solidFill>
            <a:prstDash val="solid"/>
          </a:ln>
        </p:spPr>
      </p:sp>
      <p:sp>
        <p:nvSpPr>
          <p:cNvPr id="54" name="Shape 43"/>
          <p:cNvSpPr/>
          <p:nvPr/>
        </p:nvSpPr>
        <p:spPr>
          <a:xfrm>
            <a:off x="2270272" y="1531373"/>
            <a:ext cx="274320" cy="274320"/>
          </a:xfrm>
          <a:prstGeom prst="ellipse">
            <a:avLst/>
          </a:prstGeom>
          <a:solidFill>
            <a:srgbClr val="E53935"/>
          </a:solidFill>
          <a:ln w="12700">
            <a:solidFill>
              <a:srgbClr val="FFFFFF"/>
            </a:solidFill>
            <a:prstDash val="solid"/>
          </a:ln>
        </p:spPr>
      </p:sp>
      <p:sp>
        <p:nvSpPr>
          <p:cNvPr id="55" name="Text 44"/>
          <p:cNvSpPr txBox="1"/>
          <p:nvPr/>
        </p:nvSpPr>
        <p:spPr>
          <a:xfrm>
            <a:off x="2270272" y="153137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6" name="Image 9" descr="preencoded.png">    </p:cNvPr>
          <p:cNvPicPr>
            <a:picLocks noChangeAspect="1"/>
          </p:cNvPicPr>
          <p:nvPr/>
        </p:nvPicPr>
        <p:blipFill>
          <a:blip r:embed="rId10"/>
          <a:stretch>
            <a:fillRect/>
          </a:stretch>
        </p:blipFill>
        <p:spPr>
          <a:xfrm>
            <a:off x="1721632" y="1816666"/>
            <a:ext cx="237744" cy="237744"/>
          </a:xfrm>
          <a:prstGeom prst="rect">
            <a:avLst/>
          </a:prstGeom>
        </p:spPr>
      </p:pic>
      <p:sp>
        <p:nvSpPr>
          <p:cNvPr id="57"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8"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Beri nama situs</a:t>
            </a:r>
            <a:endParaRPr lang="en-US" sz="1800" dirty="0"/>
          </a:p>
        </p:txBody>
      </p:sp>
      <p:sp>
        <p:nvSpPr>
          <p:cNvPr id="59"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Untitled site di kiri atas, ketik Website Kelas 8A (sesuaikan kelompokmu), tekan Enter.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Judul &amp; Header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Text 27"/>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sp>
        <p:nvSpPr>
          <p:cNvPr id="39" name="Text 28"/>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Home</a:t>
            </a:r>
            <a:endParaRPr lang="en-US" sz="650" dirty="0"/>
          </a:p>
        </p:txBody>
      </p:sp>
      <p:sp>
        <p:nvSpPr>
          <p:cNvPr id="40" name="Shape 29"/>
          <p:cNvSpPr/>
          <p:nvPr/>
        </p:nvSpPr>
        <p:spPr>
          <a:xfrm>
            <a:off x="4304264" y="1970285"/>
            <a:ext cx="1234440" cy="2025099"/>
          </a:xfrm>
          <a:prstGeom prst="rect">
            <a:avLst/>
          </a:prstGeom>
          <a:solidFill>
            <a:srgbClr val="FFFFFF"/>
          </a:solidFill>
          <a:ln w="6350">
            <a:solidFill>
              <a:srgbClr val="DDDDDD"/>
            </a:solidFill>
            <a:prstDash val="solid"/>
          </a:ln>
        </p:spPr>
      </p:sp>
      <p:sp>
        <p:nvSpPr>
          <p:cNvPr id="41" name="Text 3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42" name="Shape 31"/>
          <p:cNvSpPr/>
          <p:nvPr/>
        </p:nvSpPr>
        <p:spPr>
          <a:xfrm>
            <a:off x="4377416" y="2198885"/>
            <a:ext cx="329184" cy="22860"/>
          </a:xfrm>
          <a:prstGeom prst="rect">
            <a:avLst/>
          </a:prstGeom>
          <a:solidFill>
            <a:srgbClr val="673AB7"/>
          </a:solidFill>
          <a:ln w="12700">
            <a:solidFill>
              <a:srgbClr val="673AB7"/>
            </a:solidFill>
            <a:prstDash val="solid"/>
          </a:ln>
        </p:spPr>
      </p:sp>
      <p:sp>
        <p:nvSpPr>
          <p:cNvPr id="43" name="Text 3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44" name="Text 3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45" name="Text 3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46" name="Text 3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47" name="Text 3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48" name="Text 3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49" name="Text 3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50" name="Text 3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51" name="Text 4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52" name="Text 4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53" name="Shape 42"/>
          <p:cNvSpPr/>
          <p:nvPr/>
        </p:nvSpPr>
        <p:spPr>
          <a:xfrm>
            <a:off x="697504" y="2129972"/>
            <a:ext cx="2656405" cy="389005"/>
          </a:xfrm>
          <a:prstGeom prst="roundRect">
            <a:avLst>
              <a:gd name="adj" fmla="val 11753"/>
            </a:avLst>
          </a:prstGeom>
          <a:solidFill>
            <a:srgbClr val="FFFFFF">
              <a:alpha val="0"/>
            </a:srgbClr>
          </a:solidFill>
          <a:ln w="31750">
            <a:solidFill>
              <a:srgbClr val="E53935"/>
            </a:solidFill>
            <a:prstDash val="solid"/>
          </a:ln>
        </p:spPr>
      </p:sp>
      <p:sp>
        <p:nvSpPr>
          <p:cNvPr id="54" name="Shape 43"/>
          <p:cNvSpPr/>
          <p:nvPr/>
        </p:nvSpPr>
        <p:spPr>
          <a:xfrm>
            <a:off x="3216749" y="1992812"/>
            <a:ext cx="274320" cy="274320"/>
          </a:xfrm>
          <a:prstGeom prst="ellipse">
            <a:avLst/>
          </a:prstGeom>
          <a:solidFill>
            <a:srgbClr val="E53935"/>
          </a:solidFill>
          <a:ln w="12700">
            <a:solidFill>
              <a:srgbClr val="FFFFFF"/>
            </a:solidFill>
            <a:prstDash val="solid"/>
          </a:ln>
        </p:spPr>
      </p:sp>
      <p:sp>
        <p:nvSpPr>
          <p:cNvPr id="55" name="Text 44"/>
          <p:cNvSpPr txBox="1"/>
          <p:nvPr/>
        </p:nvSpPr>
        <p:spPr>
          <a:xfrm>
            <a:off x="3216749" y="19928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6" name="Image 9" descr="preencoded.png">    </p:cNvPr>
          <p:cNvPicPr>
            <a:picLocks noChangeAspect="1"/>
          </p:cNvPicPr>
          <p:nvPr/>
        </p:nvPicPr>
        <p:blipFill>
          <a:blip r:embed="rId10"/>
          <a:stretch>
            <a:fillRect/>
          </a:stretch>
        </p:blipFill>
        <p:spPr>
          <a:xfrm>
            <a:off x="2155784" y="2341182"/>
            <a:ext cx="237744" cy="237744"/>
          </a:xfrm>
          <a:prstGeom prst="rect">
            <a:avLst/>
          </a:prstGeom>
        </p:spPr>
      </p:pic>
      <p:sp>
        <p:nvSpPr>
          <p:cNvPr id="57" name="Text 4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8" name="Text 4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judul halaman</a:t>
            </a:r>
            <a:endParaRPr lang="en-US" sz="1800" dirty="0"/>
          </a:p>
        </p:txBody>
      </p:sp>
      <p:sp>
        <p:nvSpPr>
          <p:cNvPr id="59" name="Text 4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tulisan Your page title di header. Ketik judul website, misalnya Kelas 8A Wihdatul Ummah.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Judul &amp; Header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Home</a:t>
            </a:r>
            <a:endParaRPr lang="en-US" sz="650" dirty="0"/>
          </a:p>
        </p:txBody>
      </p:sp>
      <p:sp>
        <p:nvSpPr>
          <p:cNvPr id="43" name="Shape 31"/>
          <p:cNvSpPr/>
          <p:nvPr/>
        </p:nvSpPr>
        <p:spPr>
          <a:xfrm>
            <a:off x="4304264" y="1970285"/>
            <a:ext cx="1234440" cy="2025099"/>
          </a:xfrm>
          <a:prstGeom prst="rect">
            <a:avLst/>
          </a:prstGeom>
          <a:solidFill>
            <a:srgbClr val="FFFFFF"/>
          </a:solidFill>
          <a:ln w="6350">
            <a:solidFill>
              <a:srgbClr val="DDDDDD"/>
            </a:solidFill>
            <a:prstDash val="solid"/>
          </a:ln>
        </p:spPr>
      </p:sp>
      <p:sp>
        <p:nvSpPr>
          <p:cNvPr id="44" name="Text 32"/>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45" name="Shape 33"/>
          <p:cNvSpPr/>
          <p:nvPr/>
        </p:nvSpPr>
        <p:spPr>
          <a:xfrm>
            <a:off x="4377416" y="2198885"/>
            <a:ext cx="329184" cy="22860"/>
          </a:xfrm>
          <a:prstGeom prst="rect">
            <a:avLst/>
          </a:prstGeom>
          <a:solidFill>
            <a:srgbClr val="673AB7"/>
          </a:solidFill>
          <a:ln w="12700">
            <a:solidFill>
              <a:srgbClr val="673AB7"/>
            </a:solidFill>
            <a:prstDash val="solid"/>
          </a:ln>
        </p:spPr>
      </p:sp>
      <p:sp>
        <p:nvSpPr>
          <p:cNvPr id="46" name="Text 34"/>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47" name="Text 35"/>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48" name="Text 36"/>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49" name="Text 37"/>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0" name="Text 38"/>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1" name="Text 39"/>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52" name="Text 40"/>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53" name="Text 41"/>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54" name="Text 42"/>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55" name="Text 43"/>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56" name="Shape 44"/>
          <p:cNvSpPr/>
          <p:nvPr/>
        </p:nvSpPr>
        <p:spPr>
          <a:xfrm>
            <a:off x="724936" y="2382536"/>
            <a:ext cx="914400" cy="201168"/>
          </a:xfrm>
          <a:prstGeom prst="roundRect">
            <a:avLst>
              <a:gd name="adj" fmla="val 18182"/>
            </a:avLst>
          </a:prstGeom>
          <a:solidFill>
            <a:srgbClr val="FFFFFF"/>
          </a:solidFill>
          <a:ln w="12700">
            <a:solidFill>
              <a:srgbClr val="FFFFFF"/>
            </a:solidFill>
            <a:prstDash val="solid"/>
          </a:ln>
        </p:spPr>
      </p:sp>
      <p:sp>
        <p:nvSpPr>
          <p:cNvPr id="57" name="Text 45"/>
          <p:cNvSpPr txBox="1"/>
          <p:nvPr/>
        </p:nvSpPr>
        <p:spPr>
          <a:xfrm>
            <a:off x="724936" y="2382536"/>
            <a:ext cx="91440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Change image</a:t>
            </a:r>
            <a:endParaRPr lang="en-US" sz="700" dirty="0"/>
          </a:p>
        </p:txBody>
      </p:sp>
      <p:sp>
        <p:nvSpPr>
          <p:cNvPr id="58" name="Shape 46"/>
          <p:cNvSpPr/>
          <p:nvPr/>
        </p:nvSpPr>
        <p:spPr>
          <a:xfrm>
            <a:off x="706648" y="2364248"/>
            <a:ext cx="950976" cy="237744"/>
          </a:xfrm>
          <a:prstGeom prst="roundRect">
            <a:avLst>
              <a:gd name="adj" fmla="val 19231"/>
            </a:avLst>
          </a:prstGeom>
          <a:solidFill>
            <a:srgbClr val="FFFFFF">
              <a:alpha val="0"/>
            </a:srgbClr>
          </a:solidFill>
          <a:ln w="31750">
            <a:solidFill>
              <a:srgbClr val="E53935"/>
            </a:solidFill>
            <a:prstDash val="solid"/>
          </a:ln>
        </p:spPr>
      </p:sp>
      <p:sp>
        <p:nvSpPr>
          <p:cNvPr id="59" name="Shape 47"/>
          <p:cNvSpPr/>
          <p:nvPr/>
        </p:nvSpPr>
        <p:spPr>
          <a:xfrm>
            <a:off x="1520464" y="2227088"/>
            <a:ext cx="274320" cy="274320"/>
          </a:xfrm>
          <a:prstGeom prst="ellipse">
            <a:avLst/>
          </a:prstGeom>
          <a:solidFill>
            <a:srgbClr val="E53935"/>
          </a:solidFill>
          <a:ln w="12700">
            <a:solidFill>
              <a:srgbClr val="FFFFFF"/>
            </a:solidFill>
            <a:prstDash val="solid"/>
          </a:ln>
        </p:spPr>
      </p:sp>
      <p:sp>
        <p:nvSpPr>
          <p:cNvPr id="60" name="Text 48"/>
          <p:cNvSpPr txBox="1"/>
          <p:nvPr/>
        </p:nvSpPr>
        <p:spPr>
          <a:xfrm>
            <a:off x="1520464" y="2227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1" name="Image 10" descr="preencoded.png">    </p:cNvPr>
          <p:cNvPicPr>
            <a:picLocks noChangeAspect="1"/>
          </p:cNvPicPr>
          <p:nvPr/>
        </p:nvPicPr>
        <p:blipFill>
          <a:blip r:embed="rId11"/>
          <a:stretch>
            <a:fillRect/>
          </a:stretch>
        </p:blipFill>
        <p:spPr>
          <a:xfrm>
            <a:off x="1227856" y="2493178"/>
            <a:ext cx="237744" cy="237744"/>
          </a:xfrm>
          <a:prstGeom prst="rect">
            <a:avLst/>
          </a:prstGeom>
        </p:spPr>
      </p:pic>
      <p:sp>
        <p:nvSpPr>
          <p:cNvPr id="62" name="Shape 49"/>
          <p:cNvSpPr/>
          <p:nvPr/>
        </p:nvSpPr>
        <p:spPr>
          <a:xfrm>
            <a:off x="660928" y="1979429"/>
            <a:ext cx="329184" cy="329184"/>
          </a:xfrm>
          <a:prstGeom prst="roundRect">
            <a:avLst>
              <a:gd name="adj" fmla="val 13889"/>
            </a:avLst>
          </a:prstGeom>
          <a:solidFill>
            <a:srgbClr val="FFFFFF">
              <a:alpha val="0"/>
            </a:srgbClr>
          </a:solidFill>
          <a:ln w="31750">
            <a:solidFill>
              <a:srgbClr val="E53935"/>
            </a:solidFill>
            <a:prstDash val="solid"/>
          </a:ln>
        </p:spPr>
      </p:sp>
      <p:sp>
        <p:nvSpPr>
          <p:cNvPr id="63" name="Shape 50"/>
          <p:cNvSpPr/>
          <p:nvPr/>
        </p:nvSpPr>
        <p:spPr>
          <a:xfrm>
            <a:off x="852952" y="1842269"/>
            <a:ext cx="274320" cy="274320"/>
          </a:xfrm>
          <a:prstGeom prst="ellipse">
            <a:avLst/>
          </a:prstGeom>
          <a:solidFill>
            <a:srgbClr val="E53935"/>
          </a:solidFill>
          <a:ln w="12700">
            <a:solidFill>
              <a:srgbClr val="FFFFFF"/>
            </a:solidFill>
            <a:prstDash val="solid"/>
          </a:ln>
        </p:spPr>
      </p:sp>
      <p:sp>
        <p:nvSpPr>
          <p:cNvPr id="64" name="Text 51"/>
          <p:cNvSpPr txBox="1"/>
          <p:nvPr/>
        </p:nvSpPr>
        <p:spPr>
          <a:xfrm>
            <a:off x="852952" y="1842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5" name="Image 11" descr="preencoded.png">    </p:cNvPr>
          <p:cNvPicPr>
            <a:picLocks noChangeAspect="1"/>
          </p:cNvPicPr>
          <p:nvPr/>
        </p:nvPicPr>
        <p:blipFill>
          <a:blip r:embed="rId12"/>
          <a:stretch>
            <a:fillRect/>
          </a:stretch>
        </p:blipFill>
        <p:spPr>
          <a:xfrm>
            <a:off x="840151" y="2158652"/>
            <a:ext cx="237744" cy="237744"/>
          </a:xfrm>
          <a:prstGeom prst="rect">
            <a:avLst/>
          </a:prstGeom>
        </p:spPr>
      </p:pic>
      <p:sp>
        <p:nvSpPr>
          <p:cNvPr id="66"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67"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gambar header dan pasang logo</a:t>
            </a:r>
            <a:endParaRPr lang="en-US" sz="1800" dirty="0"/>
          </a:p>
        </p:txBody>
      </p:sp>
      <p:sp>
        <p:nvSpPr>
          <p:cNvPr id="68"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Arahkan kursor ke header › Change image › Upload. Pilih foto pondok (dengan izin). Lalu klik Add logo, unggah logo pondok.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Judul &amp; Header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Home</a:t>
            </a:r>
            <a:endParaRPr lang="en-US" sz="650" dirty="0"/>
          </a:p>
        </p:txBody>
      </p:sp>
      <p:sp>
        <p:nvSpPr>
          <p:cNvPr id="43" name="Text 31"/>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4" name="Text 32"/>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5" name="Shape 33"/>
          <p:cNvSpPr/>
          <p:nvPr/>
        </p:nvSpPr>
        <p:spPr>
          <a:xfrm>
            <a:off x="743224" y="2702576"/>
            <a:ext cx="3405591" cy="557784"/>
          </a:xfrm>
          <a:prstGeom prst="rect">
            <a:avLst/>
          </a:prstGeom>
          <a:solidFill>
            <a:srgbClr val="FFFFFF">
              <a:alpha val="0"/>
            </a:srgbClr>
          </a:solidFill>
          <a:ln w="15240">
            <a:solidFill>
              <a:srgbClr val="1A73E8"/>
            </a:solidFill>
            <a:prstDash val="solid"/>
          </a:ln>
        </p:spPr>
      </p:sp>
      <p:sp>
        <p:nvSpPr>
          <p:cNvPr id="46" name="Shape 34"/>
          <p:cNvSpPr/>
          <p:nvPr/>
        </p:nvSpPr>
        <p:spPr>
          <a:xfrm>
            <a:off x="4304264" y="1970285"/>
            <a:ext cx="1234440" cy="2025099"/>
          </a:xfrm>
          <a:prstGeom prst="rect">
            <a:avLst/>
          </a:prstGeom>
          <a:solidFill>
            <a:srgbClr val="FFFFFF"/>
          </a:solidFill>
          <a:ln w="6350">
            <a:solidFill>
              <a:srgbClr val="DDDDDD"/>
            </a:solidFill>
            <a:prstDash val="solid"/>
          </a:ln>
        </p:spPr>
      </p:sp>
      <p:sp>
        <p:nvSpPr>
          <p:cNvPr id="47" name="Text 35"/>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48" name="Shape 36"/>
          <p:cNvSpPr/>
          <p:nvPr/>
        </p:nvSpPr>
        <p:spPr>
          <a:xfrm>
            <a:off x="4377416" y="2198885"/>
            <a:ext cx="329184" cy="22860"/>
          </a:xfrm>
          <a:prstGeom prst="rect">
            <a:avLst/>
          </a:prstGeom>
          <a:solidFill>
            <a:srgbClr val="673AB7"/>
          </a:solidFill>
          <a:ln w="12700">
            <a:solidFill>
              <a:srgbClr val="673AB7"/>
            </a:solidFill>
            <a:prstDash val="solid"/>
          </a:ln>
        </p:spPr>
      </p:sp>
      <p:sp>
        <p:nvSpPr>
          <p:cNvPr id="49" name="Text 37"/>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0" name="Text 38"/>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1" name="Text 39"/>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2" name="Text 40"/>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3" name="Text 41"/>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4" name="Text 42"/>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55" name="Text 43"/>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56" name="Text 44"/>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57" name="Text 45"/>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58" name="Text 46"/>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59" name="Shape 47"/>
          <p:cNvSpPr/>
          <p:nvPr/>
        </p:nvSpPr>
        <p:spPr>
          <a:xfrm>
            <a:off x="4359128" y="2272037"/>
            <a:ext cx="1124712" cy="219456"/>
          </a:xfrm>
          <a:prstGeom prst="roundRect">
            <a:avLst>
              <a:gd name="adj" fmla="val 20833"/>
            </a:avLst>
          </a:prstGeom>
          <a:solidFill>
            <a:srgbClr val="FFFFFF">
              <a:alpha val="0"/>
            </a:srgbClr>
          </a:solidFill>
          <a:ln w="31750">
            <a:solidFill>
              <a:srgbClr val="E53935"/>
            </a:solidFill>
            <a:prstDash val="solid"/>
          </a:ln>
        </p:spPr>
      </p:sp>
      <p:sp>
        <p:nvSpPr>
          <p:cNvPr id="60" name="Shape 48"/>
          <p:cNvSpPr/>
          <p:nvPr/>
        </p:nvSpPr>
        <p:spPr>
          <a:xfrm>
            <a:off x="5346680" y="2134877"/>
            <a:ext cx="274320" cy="274320"/>
          </a:xfrm>
          <a:prstGeom prst="ellipse">
            <a:avLst/>
          </a:prstGeom>
          <a:solidFill>
            <a:srgbClr val="E53935"/>
          </a:solidFill>
          <a:ln w="12700">
            <a:solidFill>
              <a:srgbClr val="FFFFFF"/>
            </a:solidFill>
            <a:prstDash val="solid"/>
          </a:ln>
        </p:spPr>
      </p:sp>
      <p:sp>
        <p:nvSpPr>
          <p:cNvPr id="61" name="Text 49"/>
          <p:cNvSpPr txBox="1"/>
          <p:nvPr/>
        </p:nvSpPr>
        <p:spPr>
          <a:xfrm>
            <a:off x="5346680" y="2134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2" name="Image 10" descr="preencoded.png">    </p:cNvPr>
          <p:cNvPicPr>
            <a:picLocks noChangeAspect="1"/>
          </p:cNvPicPr>
          <p:nvPr/>
        </p:nvPicPr>
        <p:blipFill>
          <a:blip r:embed="rId11"/>
          <a:stretch>
            <a:fillRect/>
          </a:stretch>
        </p:blipFill>
        <p:spPr>
          <a:xfrm>
            <a:off x="4975890" y="2390909"/>
            <a:ext cx="237744" cy="237744"/>
          </a:xfrm>
          <a:prstGeom prst="rect">
            <a:avLst/>
          </a:prstGeom>
        </p:spPr>
      </p:pic>
      <p:sp>
        <p:nvSpPr>
          <p:cNvPr id="63" name="Shape 50"/>
          <p:cNvSpPr/>
          <p:nvPr/>
        </p:nvSpPr>
        <p:spPr>
          <a:xfrm>
            <a:off x="752368" y="2711720"/>
            <a:ext cx="3387303" cy="539496"/>
          </a:xfrm>
          <a:prstGeom prst="roundRect">
            <a:avLst>
              <a:gd name="adj" fmla="val 8475"/>
            </a:avLst>
          </a:prstGeom>
          <a:solidFill>
            <a:srgbClr val="FFFFFF">
              <a:alpha val="0"/>
            </a:srgbClr>
          </a:solidFill>
          <a:ln w="31750">
            <a:solidFill>
              <a:srgbClr val="E53935"/>
            </a:solidFill>
            <a:prstDash val="solid"/>
          </a:ln>
        </p:spPr>
      </p:sp>
      <p:sp>
        <p:nvSpPr>
          <p:cNvPr id="64" name="Shape 51"/>
          <p:cNvSpPr/>
          <p:nvPr/>
        </p:nvSpPr>
        <p:spPr>
          <a:xfrm>
            <a:off x="4002512" y="2574560"/>
            <a:ext cx="274320" cy="274320"/>
          </a:xfrm>
          <a:prstGeom prst="ellipse">
            <a:avLst/>
          </a:prstGeom>
          <a:solidFill>
            <a:srgbClr val="E53935"/>
          </a:solidFill>
          <a:ln w="12700">
            <a:solidFill>
              <a:srgbClr val="FFFFFF"/>
            </a:solidFill>
            <a:prstDash val="solid"/>
          </a:ln>
        </p:spPr>
      </p:sp>
      <p:sp>
        <p:nvSpPr>
          <p:cNvPr id="65" name="Text 52"/>
          <p:cNvSpPr txBox="1"/>
          <p:nvPr/>
        </p:nvSpPr>
        <p:spPr>
          <a:xfrm>
            <a:off x="4002512" y="25745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6" name="Image 11" descr="preencoded.png">    </p:cNvPr>
          <p:cNvPicPr>
            <a:picLocks noChangeAspect="1"/>
          </p:cNvPicPr>
          <p:nvPr/>
        </p:nvPicPr>
        <p:blipFill>
          <a:blip r:embed="rId12"/>
          <a:stretch>
            <a:fillRect/>
          </a:stretch>
        </p:blipFill>
        <p:spPr>
          <a:xfrm>
            <a:off x="2613556" y="3006614"/>
            <a:ext cx="237744" cy="237744"/>
          </a:xfrm>
          <a:prstGeom prst="rect">
            <a:avLst/>
          </a:prstGeom>
        </p:spPr>
      </p:pic>
      <p:sp>
        <p:nvSpPr>
          <p:cNvPr id="67" name="Text 5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68" name="Text 5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Insert › Text box, tulis sambutan</a:t>
            </a:r>
            <a:endParaRPr lang="en-US" sz="1800" dirty="0"/>
          </a:p>
        </p:txBody>
      </p:sp>
      <p:sp>
        <p:nvSpPr>
          <p:cNvPr id="69" name="Text 5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kanan klik Text box. Tulis judul kecil dan paragraf sambutan singkat tentang kelas.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Pratinjau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Home</a:t>
            </a:r>
            <a:endParaRPr lang="en-US" sz="650" dirty="0"/>
          </a:p>
        </p:txBody>
      </p:sp>
      <p:sp>
        <p:nvSpPr>
          <p:cNvPr id="43" name="Text 31"/>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4" name="Text 32"/>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5" name="Shape 33"/>
          <p:cNvSpPr/>
          <p:nvPr/>
        </p:nvSpPr>
        <p:spPr>
          <a:xfrm>
            <a:off x="770656" y="3324368"/>
            <a:ext cx="3350727" cy="548640"/>
          </a:xfrm>
          <a:prstGeom prst="rect">
            <a:avLst/>
          </a:prstGeom>
          <a:solidFill>
            <a:srgbClr val="A7CBEE"/>
          </a:solidFill>
          <a:ln w="12700">
            <a:solidFill>
              <a:srgbClr val="A7CBEE"/>
            </a:solidFill>
            <a:prstDash val="solid"/>
          </a:ln>
        </p:spPr>
      </p:sp>
      <p:sp>
        <p:nvSpPr>
          <p:cNvPr id="46" name="Shape 34"/>
          <p:cNvSpPr/>
          <p:nvPr/>
        </p:nvSpPr>
        <p:spPr>
          <a:xfrm>
            <a:off x="1105729" y="3516392"/>
            <a:ext cx="1675364" cy="356616"/>
          </a:xfrm>
          <a:prstGeom prst="triangle">
            <a:avLst/>
          </a:prstGeom>
          <a:solidFill>
            <a:srgbClr val="34A853"/>
          </a:solidFill>
          <a:ln/>
        </p:spPr>
      </p:sp>
      <p:sp>
        <p:nvSpPr>
          <p:cNvPr id="47" name="Shape 35"/>
          <p:cNvSpPr/>
          <p:nvPr/>
        </p:nvSpPr>
        <p:spPr>
          <a:xfrm>
            <a:off x="3283702" y="3390205"/>
            <a:ext cx="137160" cy="137160"/>
          </a:xfrm>
          <a:prstGeom prst="ellipse">
            <a:avLst/>
          </a:prstGeom>
          <a:solidFill>
            <a:srgbClr val="FBBC05"/>
          </a:solidFill>
          <a:ln/>
        </p:spPr>
      </p:sp>
      <p:sp>
        <p:nvSpPr>
          <p:cNvPr id="48" name="Shape 36"/>
          <p:cNvSpPr/>
          <p:nvPr/>
        </p:nvSpPr>
        <p:spPr>
          <a:xfrm>
            <a:off x="4304264" y="1970285"/>
            <a:ext cx="1234440" cy="2025099"/>
          </a:xfrm>
          <a:prstGeom prst="rect">
            <a:avLst/>
          </a:prstGeom>
          <a:solidFill>
            <a:srgbClr val="FFFFFF"/>
          </a:solidFill>
          <a:ln w="6350">
            <a:solidFill>
              <a:srgbClr val="DDDDDD"/>
            </a:solidFill>
            <a:prstDash val="solid"/>
          </a:ln>
        </p:spPr>
      </p:sp>
      <p:sp>
        <p:nvSpPr>
          <p:cNvPr id="49" name="Text 37"/>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0" name="Shape 38"/>
          <p:cNvSpPr/>
          <p:nvPr/>
        </p:nvSpPr>
        <p:spPr>
          <a:xfrm>
            <a:off x="4377416" y="2198885"/>
            <a:ext cx="329184" cy="22860"/>
          </a:xfrm>
          <a:prstGeom prst="rect">
            <a:avLst/>
          </a:prstGeom>
          <a:solidFill>
            <a:srgbClr val="673AB7"/>
          </a:solidFill>
          <a:ln w="12700">
            <a:solidFill>
              <a:srgbClr val="673AB7"/>
            </a:solidFill>
            <a:prstDash val="solid"/>
          </a:ln>
        </p:spPr>
      </p:sp>
      <p:sp>
        <p:nvSpPr>
          <p:cNvPr id="51" name="Text 39"/>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2" name="Text 40"/>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3" name="Text 41"/>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4" name="Text 42"/>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5" name="Text 43"/>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6" name="Text 44"/>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57" name="Text 45"/>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58" name="Text 46"/>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59" name="Text 47"/>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0" name="Text 48"/>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1" name="Shape 49"/>
          <p:cNvSpPr/>
          <p:nvPr/>
        </p:nvSpPr>
        <p:spPr>
          <a:xfrm>
            <a:off x="3947648" y="1677677"/>
            <a:ext cx="256032" cy="256032"/>
          </a:xfrm>
          <a:prstGeom prst="roundRect">
            <a:avLst>
              <a:gd name="adj" fmla="val 17857"/>
            </a:avLst>
          </a:prstGeom>
          <a:solidFill>
            <a:srgbClr val="FFFFFF">
              <a:alpha val="0"/>
            </a:srgbClr>
          </a:solidFill>
          <a:ln w="31750">
            <a:solidFill>
              <a:srgbClr val="E53935"/>
            </a:solidFill>
            <a:prstDash val="solid"/>
          </a:ln>
        </p:spPr>
      </p:sp>
      <p:sp>
        <p:nvSpPr>
          <p:cNvPr id="62" name="Shape 50"/>
          <p:cNvSpPr/>
          <p:nvPr/>
        </p:nvSpPr>
        <p:spPr>
          <a:xfrm>
            <a:off x="4066520" y="1540517"/>
            <a:ext cx="274320" cy="274320"/>
          </a:xfrm>
          <a:prstGeom prst="ellipse">
            <a:avLst/>
          </a:prstGeom>
          <a:solidFill>
            <a:srgbClr val="E53935"/>
          </a:solidFill>
          <a:ln w="12700">
            <a:solidFill>
              <a:srgbClr val="FFFFFF"/>
            </a:solidFill>
            <a:prstDash val="solid"/>
          </a:ln>
        </p:spPr>
      </p:sp>
      <p:sp>
        <p:nvSpPr>
          <p:cNvPr id="63" name="Text 51"/>
          <p:cNvSpPr txBox="1"/>
          <p:nvPr/>
        </p:nvSpPr>
        <p:spPr>
          <a:xfrm>
            <a:off x="4066520"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64" name="Image 10" descr="preencoded.png">    </p:cNvPr>
          <p:cNvPicPr>
            <a:picLocks noChangeAspect="1"/>
          </p:cNvPicPr>
          <p:nvPr/>
        </p:nvPicPr>
        <p:blipFill>
          <a:blip r:embed="rId11"/>
          <a:stretch>
            <a:fillRect/>
          </a:stretch>
        </p:blipFill>
        <p:spPr>
          <a:xfrm>
            <a:off x="4084808" y="1814837"/>
            <a:ext cx="237744" cy="237744"/>
          </a:xfrm>
          <a:prstGeom prst="rect">
            <a:avLst/>
          </a:prstGeom>
        </p:spPr>
      </p:pic>
      <p:sp>
        <p:nvSpPr>
          <p:cNvPr id="65" name="Text 5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66" name="Text 5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Preview (ikon mata)</a:t>
            </a:r>
            <a:endParaRPr lang="en-US" sz="1800" dirty="0"/>
          </a:p>
        </p:txBody>
      </p:sp>
      <p:sp>
        <p:nvSpPr>
          <p:cNvPr id="67" name="Text 5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mata di atas. Lihat tampilan website di layar komputer, tablet, dan HP. Klik X untuk kembali.</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16</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Website kelompok harus memiliki: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Nama situs dan judul header yang jelas.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Gambar header (dengan izin) dan logo pondok.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Teks sambutan 2–3 kalimat yang santun.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gambar atau foto di bawah sambutan.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16</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Situs diberi nama yang jelas</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Judul dan header sudah diganti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teks pembuka di Beranda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Sudah dicek dengan Preview</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manfaat website untuk kelas atau pondok?</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isi website harus dijaga kesopanannya?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Apa yang kita tulis di website bisa dibaca banyak orang. Tulislah yang benar, santun, dan bermanfaat.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Mengisi website dengan halaman, gambar, formulir, dan grafik.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Mengisi Website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Halaman, gambar, formulir, grafik, dan dokumen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Website Tanpa Coding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Karya apa saja dari Modul 1 sampai 5 yang bisa dipasang di website kelas?</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beberapa halaman dan menu</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Menyematkan Google Forms, grafik Sheets, dan dokumen dari Drive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Memilih tema dan menata isi dengan rapi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Rancangan Halaman Website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3611880" y="1143000"/>
            <a:ext cx="1874520" cy="1234440"/>
          </a:xfrm>
          <a:prstGeom prst="roundRect">
            <a:avLst>
              <a:gd name="adj" fmla="val 7407"/>
            </a:avLst>
          </a:prstGeom>
          <a:solidFill>
            <a:srgbClr val="0F4C3A"/>
          </a:solidFill>
          <a:ln w="12700">
            <a:solidFill>
              <a:srgbClr val="0F4C3A"/>
            </a:solidFill>
            <a:prstDash val="solid"/>
          </a:ln>
        </p:spPr>
      </p:sp>
      <p:sp>
        <p:nvSpPr>
          <p:cNvPr id="10" name="Text 6"/>
          <p:cNvSpPr txBox="1"/>
          <p:nvPr/>
        </p:nvSpPr>
        <p:spPr>
          <a:xfrm>
            <a:off x="3703320" y="1216152"/>
            <a:ext cx="1691640" cy="3200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Beranda</a:t>
            </a:r>
            <a:endParaRPr lang="en-US" sz="1400" dirty="0"/>
          </a:p>
        </p:txBody>
      </p:sp>
      <p:sp>
        <p:nvSpPr>
          <p:cNvPr id="11" name="Text 7"/>
          <p:cNvSpPr txBox="1"/>
          <p:nvPr/>
        </p:nvSpPr>
        <p:spPr>
          <a:xfrm>
            <a:off x="3703320" y="1554480"/>
            <a:ext cx="1691640" cy="77724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Sambutan, foto, tujuan website</a:t>
            </a:r>
            <a:endParaRPr lang="en-US" sz="1100" dirty="0"/>
          </a:p>
        </p:txBody>
      </p:sp>
      <p:sp>
        <p:nvSpPr>
          <p:cNvPr id="12" name="Shape 8"/>
          <p:cNvSpPr/>
          <p:nvPr/>
        </p:nvSpPr>
        <p:spPr>
          <a:xfrm flipH="1">
            <a:off x="4572000" y="2377440"/>
            <a:ext cx="-3182112" cy="640080"/>
          </a:xfrm>
          <a:prstGeom prst="line">
            <a:avLst/>
          </a:prstGeom>
          <a:noFill/>
          <a:ln w="19050">
            <a:solidFill>
              <a:srgbClr val="1F7A5C"/>
            </a:solidFill>
            <a:prstDash val="solid"/>
          </a:ln>
        </p:spPr>
      </p:sp>
      <p:sp>
        <p:nvSpPr>
          <p:cNvPr id="13" name="Shape 9"/>
          <p:cNvSpPr/>
          <p:nvPr/>
        </p:nvSpPr>
        <p:spPr>
          <a:xfrm>
            <a:off x="457200" y="3017520"/>
            <a:ext cx="1874520" cy="1234440"/>
          </a:xfrm>
          <a:prstGeom prst="roundRect">
            <a:avLst>
              <a:gd name="adj" fmla="val 7407"/>
            </a:avLst>
          </a:prstGeom>
          <a:solidFill>
            <a:srgbClr val="E6F2EC"/>
          </a:solidFill>
          <a:ln w="12700">
            <a:solidFill>
              <a:srgbClr val="E6F2EC"/>
            </a:solidFill>
            <a:prstDash val="solid"/>
          </a:ln>
        </p:spPr>
      </p:sp>
      <p:sp>
        <p:nvSpPr>
          <p:cNvPr id="14" name="Text 10"/>
          <p:cNvSpPr txBox="1"/>
          <p:nvPr/>
        </p:nvSpPr>
        <p:spPr>
          <a:xfrm>
            <a:off x="548640" y="3090672"/>
            <a:ext cx="169164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Kegiatan</a:t>
            </a:r>
            <a:endParaRPr lang="en-US" sz="1400" dirty="0"/>
          </a:p>
        </p:txBody>
      </p:sp>
      <p:sp>
        <p:nvSpPr>
          <p:cNvPr id="15" name="Text 11"/>
          <p:cNvSpPr txBox="1"/>
          <p:nvPr/>
        </p:nvSpPr>
        <p:spPr>
          <a:xfrm>
            <a:off x="548640" y="3429000"/>
            <a:ext cx="1691640" cy="7772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Laporan kegiatan (Docs) dan formulir pendaftaran (Forms)</a:t>
            </a:r>
            <a:endParaRPr lang="en-US" sz="1100" dirty="0"/>
          </a:p>
        </p:txBody>
      </p:sp>
      <p:sp>
        <p:nvSpPr>
          <p:cNvPr id="16" name="Shape 12"/>
          <p:cNvSpPr/>
          <p:nvPr/>
        </p:nvSpPr>
        <p:spPr>
          <a:xfrm flipH="1">
            <a:off x="4572000" y="2377440"/>
            <a:ext cx="-1078992" cy="640080"/>
          </a:xfrm>
          <a:prstGeom prst="line">
            <a:avLst/>
          </a:prstGeom>
          <a:noFill/>
          <a:ln w="19050">
            <a:solidFill>
              <a:srgbClr val="1F7A5C"/>
            </a:solidFill>
            <a:prstDash val="solid"/>
          </a:ln>
        </p:spPr>
      </p:sp>
      <p:sp>
        <p:nvSpPr>
          <p:cNvPr id="17" name="Shape 13"/>
          <p:cNvSpPr/>
          <p:nvPr/>
        </p:nvSpPr>
        <p:spPr>
          <a:xfrm>
            <a:off x="2560320" y="3017520"/>
            <a:ext cx="1874520" cy="1234440"/>
          </a:xfrm>
          <a:prstGeom prst="roundRect">
            <a:avLst>
              <a:gd name="adj" fmla="val 7407"/>
            </a:avLst>
          </a:prstGeom>
          <a:solidFill>
            <a:srgbClr val="E6F2EC"/>
          </a:solidFill>
          <a:ln w="12700">
            <a:solidFill>
              <a:srgbClr val="E6F2EC"/>
            </a:solidFill>
            <a:prstDash val="solid"/>
          </a:ln>
        </p:spPr>
      </p:sp>
      <p:sp>
        <p:nvSpPr>
          <p:cNvPr id="18" name="Text 14"/>
          <p:cNvSpPr txBox="1"/>
          <p:nvPr/>
        </p:nvSpPr>
        <p:spPr>
          <a:xfrm>
            <a:off x="2651760" y="3090672"/>
            <a:ext cx="169164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Data Kelas</a:t>
            </a:r>
            <a:endParaRPr lang="en-US" sz="1400" dirty="0"/>
          </a:p>
        </p:txBody>
      </p:sp>
      <p:sp>
        <p:nvSpPr>
          <p:cNvPr id="19" name="Text 15"/>
          <p:cNvSpPr txBox="1"/>
          <p:nvPr/>
        </p:nvSpPr>
        <p:spPr>
          <a:xfrm>
            <a:off x="2651760" y="3429000"/>
            <a:ext cx="1691640" cy="7772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Dashboard dan grafik (Sheets), data fiktif atau ringkasan</a:t>
            </a:r>
            <a:endParaRPr lang="en-US" sz="1100" dirty="0"/>
          </a:p>
        </p:txBody>
      </p:sp>
      <p:sp>
        <p:nvSpPr>
          <p:cNvPr id="20" name="Shape 16"/>
          <p:cNvSpPr/>
          <p:nvPr/>
        </p:nvSpPr>
        <p:spPr>
          <a:xfrm>
            <a:off x="4572000" y="2377440"/>
            <a:ext cx="1024128" cy="640080"/>
          </a:xfrm>
          <a:prstGeom prst="line">
            <a:avLst/>
          </a:prstGeom>
          <a:noFill/>
          <a:ln w="19050">
            <a:solidFill>
              <a:srgbClr val="1F7A5C"/>
            </a:solidFill>
            <a:prstDash val="solid"/>
          </a:ln>
        </p:spPr>
      </p:sp>
      <p:sp>
        <p:nvSpPr>
          <p:cNvPr id="21" name="Shape 17"/>
          <p:cNvSpPr/>
          <p:nvPr/>
        </p:nvSpPr>
        <p:spPr>
          <a:xfrm>
            <a:off x="4663440" y="3017520"/>
            <a:ext cx="1874520" cy="1234440"/>
          </a:xfrm>
          <a:prstGeom prst="roundRect">
            <a:avLst>
              <a:gd name="adj" fmla="val 7407"/>
            </a:avLst>
          </a:prstGeom>
          <a:solidFill>
            <a:srgbClr val="E6F2EC"/>
          </a:solidFill>
          <a:ln w="12700">
            <a:solidFill>
              <a:srgbClr val="E6F2EC"/>
            </a:solidFill>
            <a:prstDash val="solid"/>
          </a:ln>
        </p:spPr>
      </p:sp>
      <p:sp>
        <p:nvSpPr>
          <p:cNvPr id="22" name="Text 18"/>
          <p:cNvSpPr txBox="1"/>
          <p:nvPr/>
        </p:nvSpPr>
        <p:spPr>
          <a:xfrm>
            <a:off x="4754880" y="3090672"/>
            <a:ext cx="169164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Galeri</a:t>
            </a:r>
            <a:endParaRPr lang="en-US" sz="1400" dirty="0"/>
          </a:p>
        </p:txBody>
      </p:sp>
      <p:sp>
        <p:nvSpPr>
          <p:cNvPr id="23" name="Text 19"/>
          <p:cNvSpPr txBox="1"/>
          <p:nvPr/>
        </p:nvSpPr>
        <p:spPr>
          <a:xfrm>
            <a:off x="4754880" y="3429000"/>
            <a:ext cx="1691640" cy="7772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Poster dakwah, video, karya santri</a:t>
            </a:r>
            <a:endParaRPr lang="en-US" sz="1100" dirty="0"/>
          </a:p>
        </p:txBody>
      </p:sp>
      <p:sp>
        <p:nvSpPr>
          <p:cNvPr id="24" name="Shape 20"/>
          <p:cNvSpPr/>
          <p:nvPr/>
        </p:nvSpPr>
        <p:spPr>
          <a:xfrm>
            <a:off x="4572000" y="2377440"/>
            <a:ext cx="3127248" cy="640080"/>
          </a:xfrm>
          <a:prstGeom prst="line">
            <a:avLst/>
          </a:prstGeom>
          <a:noFill/>
          <a:ln w="19050">
            <a:solidFill>
              <a:srgbClr val="1F7A5C"/>
            </a:solidFill>
            <a:prstDash val="solid"/>
          </a:ln>
        </p:spPr>
      </p:sp>
      <p:sp>
        <p:nvSpPr>
          <p:cNvPr id="25" name="Shape 21"/>
          <p:cNvSpPr/>
          <p:nvPr/>
        </p:nvSpPr>
        <p:spPr>
          <a:xfrm>
            <a:off x="6766560" y="3017520"/>
            <a:ext cx="1874520" cy="1234440"/>
          </a:xfrm>
          <a:prstGeom prst="roundRect">
            <a:avLst>
              <a:gd name="adj" fmla="val 7407"/>
            </a:avLst>
          </a:prstGeom>
          <a:solidFill>
            <a:srgbClr val="E6F2EC"/>
          </a:solidFill>
          <a:ln w="12700">
            <a:solidFill>
              <a:srgbClr val="E6F2EC"/>
            </a:solidFill>
            <a:prstDash val="solid"/>
          </a:ln>
        </p:spPr>
      </p:sp>
      <p:sp>
        <p:nvSpPr>
          <p:cNvPr id="26" name="Text 22"/>
          <p:cNvSpPr txBox="1"/>
          <p:nvPr/>
        </p:nvSpPr>
        <p:spPr>
          <a:xfrm>
            <a:off x="6858000" y="3090672"/>
            <a:ext cx="169164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Tentang</a:t>
            </a:r>
            <a:endParaRPr lang="en-US" sz="1400" dirty="0"/>
          </a:p>
        </p:txBody>
      </p:sp>
      <p:sp>
        <p:nvSpPr>
          <p:cNvPr id="27" name="Text 23"/>
          <p:cNvSpPr txBox="1"/>
          <p:nvPr/>
        </p:nvSpPr>
        <p:spPr>
          <a:xfrm>
            <a:off x="6858000" y="3429000"/>
            <a:ext cx="1691640" cy="77724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Nama kelompok dan pembina; tanpa data pribadi</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yang Bisa Disematkan?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Google Forms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Formulir bisa diisi langsung dari website.</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Grafik Sheets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Grafik ikut berubah jika data di Sheets berubah.</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Docs &amp; Slides</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Laporan kegiatan, surat, atau presentasi dari Drive.</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 &amp; Video</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Poster, foto kegiatan (dengan izin), video dari Drive.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Mengisi Website Kelas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halaman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Menyematkan Forms, grafik, dokumen, gambar</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Memilih tema</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4" name="Text 32"/>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5" name="Shape 33"/>
          <p:cNvSpPr/>
          <p:nvPr/>
        </p:nvSpPr>
        <p:spPr>
          <a:xfrm>
            <a:off x="770656" y="3324368"/>
            <a:ext cx="3350727" cy="548640"/>
          </a:xfrm>
          <a:prstGeom prst="rect">
            <a:avLst/>
          </a:prstGeom>
          <a:solidFill>
            <a:srgbClr val="A7CBEE"/>
          </a:solidFill>
          <a:ln w="12700">
            <a:solidFill>
              <a:srgbClr val="A7CBEE"/>
            </a:solidFill>
            <a:prstDash val="solid"/>
          </a:ln>
        </p:spPr>
      </p:sp>
      <p:sp>
        <p:nvSpPr>
          <p:cNvPr id="46" name="Shape 34"/>
          <p:cNvSpPr/>
          <p:nvPr/>
        </p:nvSpPr>
        <p:spPr>
          <a:xfrm>
            <a:off x="1105729" y="3516392"/>
            <a:ext cx="1675364" cy="356616"/>
          </a:xfrm>
          <a:prstGeom prst="triangle">
            <a:avLst/>
          </a:prstGeom>
          <a:solidFill>
            <a:srgbClr val="34A853"/>
          </a:solidFill>
          <a:ln/>
        </p:spPr>
      </p:sp>
      <p:sp>
        <p:nvSpPr>
          <p:cNvPr id="47" name="Shape 35"/>
          <p:cNvSpPr/>
          <p:nvPr/>
        </p:nvSpPr>
        <p:spPr>
          <a:xfrm>
            <a:off x="3283702" y="3390205"/>
            <a:ext cx="137160" cy="137160"/>
          </a:xfrm>
          <a:prstGeom prst="ellipse">
            <a:avLst/>
          </a:prstGeom>
          <a:solidFill>
            <a:srgbClr val="FBBC05"/>
          </a:solidFill>
          <a:ln/>
        </p:spPr>
      </p:sp>
      <p:sp>
        <p:nvSpPr>
          <p:cNvPr id="48" name="Shape 36"/>
          <p:cNvSpPr/>
          <p:nvPr/>
        </p:nvSpPr>
        <p:spPr>
          <a:xfrm>
            <a:off x="4304264" y="1970285"/>
            <a:ext cx="1234440" cy="2025099"/>
          </a:xfrm>
          <a:prstGeom prst="rect">
            <a:avLst/>
          </a:prstGeom>
          <a:solidFill>
            <a:srgbClr val="FFFFFF"/>
          </a:solidFill>
          <a:ln w="6350">
            <a:solidFill>
              <a:srgbClr val="DDDDDD"/>
            </a:solidFill>
            <a:prstDash val="solid"/>
          </a:ln>
        </p:spPr>
      </p:sp>
      <p:sp>
        <p:nvSpPr>
          <p:cNvPr id="49" name="Text 37"/>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Insert</a:t>
            </a:r>
            <a:endParaRPr lang="en-US" sz="700" dirty="0"/>
          </a:p>
        </p:txBody>
      </p:sp>
      <p:sp>
        <p:nvSpPr>
          <p:cNvPr id="50" name="Text 38"/>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Pages</a:t>
            </a:r>
            <a:endParaRPr lang="en-US" sz="700" dirty="0"/>
          </a:p>
        </p:txBody>
      </p:sp>
      <p:sp>
        <p:nvSpPr>
          <p:cNvPr id="51" name="Shape 39"/>
          <p:cNvSpPr/>
          <p:nvPr/>
        </p:nvSpPr>
        <p:spPr>
          <a:xfrm>
            <a:off x="4770608" y="2198885"/>
            <a:ext cx="329184" cy="22860"/>
          </a:xfrm>
          <a:prstGeom prst="rect">
            <a:avLst/>
          </a:prstGeom>
          <a:solidFill>
            <a:srgbClr val="673AB7"/>
          </a:solidFill>
          <a:ln w="12700">
            <a:solidFill>
              <a:srgbClr val="673AB7"/>
            </a:solidFill>
            <a:prstDash val="solid"/>
          </a:ln>
        </p:spPr>
      </p:sp>
      <p:sp>
        <p:nvSpPr>
          <p:cNvPr id="52" name="Text 40"/>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3" name="Shape 41"/>
          <p:cNvSpPr/>
          <p:nvPr/>
        </p:nvSpPr>
        <p:spPr>
          <a:xfrm>
            <a:off x="4377416" y="2290325"/>
            <a:ext cx="1088136" cy="201168"/>
          </a:xfrm>
          <a:prstGeom prst="roundRect">
            <a:avLst>
              <a:gd name="adj" fmla="val 13636"/>
            </a:avLst>
          </a:prstGeom>
          <a:solidFill>
            <a:srgbClr val="EDE7F6"/>
          </a:solidFill>
          <a:ln w="12700">
            <a:solidFill>
              <a:srgbClr val="EDE7F6"/>
            </a:solidFill>
            <a:prstDash val="solid"/>
          </a:ln>
        </p:spPr>
      </p:sp>
      <p:pic>
        <p:nvPicPr>
          <p:cNvPr id="54" name="Image 10" descr="preencoded.png">    </p:cNvPr>
          <p:cNvPicPr>
            <a:picLocks noChangeAspect="1"/>
          </p:cNvPicPr>
          <p:nvPr/>
        </p:nvPicPr>
        <p:blipFill>
          <a:blip r:embed="rId11"/>
          <a:stretch>
            <a:fillRect/>
          </a:stretch>
        </p:blipFill>
        <p:spPr>
          <a:xfrm>
            <a:off x="4423136" y="2326901"/>
            <a:ext cx="118872" cy="118872"/>
          </a:xfrm>
          <a:prstGeom prst="rect">
            <a:avLst/>
          </a:prstGeom>
        </p:spPr>
      </p:pic>
      <p:sp>
        <p:nvSpPr>
          <p:cNvPr id="55" name="Text 42"/>
          <p:cNvSpPr txBox="1"/>
          <p:nvPr/>
        </p:nvSpPr>
        <p:spPr>
          <a:xfrm>
            <a:off x="4606016" y="2290325"/>
            <a:ext cx="81381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Beranda</a:t>
            </a:r>
            <a:endParaRPr lang="en-US" sz="700" dirty="0"/>
          </a:p>
        </p:txBody>
      </p:sp>
      <p:sp>
        <p:nvSpPr>
          <p:cNvPr id="56" name="Shape 43"/>
          <p:cNvSpPr/>
          <p:nvPr/>
        </p:nvSpPr>
        <p:spPr>
          <a:xfrm>
            <a:off x="5172944" y="3629624"/>
            <a:ext cx="274320" cy="274320"/>
          </a:xfrm>
          <a:prstGeom prst="ellipse">
            <a:avLst/>
          </a:prstGeom>
          <a:solidFill>
            <a:srgbClr val="1A73E8"/>
          </a:solidFill>
          <a:ln/>
        </p:spPr>
      </p:sp>
      <p:sp>
        <p:nvSpPr>
          <p:cNvPr id="57" name="Text 44"/>
          <p:cNvSpPr txBox="1"/>
          <p:nvPr/>
        </p:nvSpPr>
        <p:spPr>
          <a:xfrm>
            <a:off x="5172944" y="362962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58" name="Shape 45"/>
          <p:cNvSpPr/>
          <p:nvPr/>
        </p:nvSpPr>
        <p:spPr>
          <a:xfrm>
            <a:off x="4724888" y="1997717"/>
            <a:ext cx="420624" cy="219456"/>
          </a:xfrm>
          <a:prstGeom prst="roundRect">
            <a:avLst>
              <a:gd name="adj" fmla="val 20833"/>
            </a:avLst>
          </a:prstGeom>
          <a:solidFill>
            <a:srgbClr val="FFFFFF">
              <a:alpha val="0"/>
            </a:srgbClr>
          </a:solidFill>
          <a:ln w="31750">
            <a:solidFill>
              <a:srgbClr val="E53935"/>
            </a:solidFill>
            <a:prstDash val="solid"/>
          </a:ln>
        </p:spPr>
      </p:sp>
      <p:sp>
        <p:nvSpPr>
          <p:cNvPr id="59" name="Shape 46"/>
          <p:cNvSpPr/>
          <p:nvPr/>
        </p:nvSpPr>
        <p:spPr>
          <a:xfrm>
            <a:off x="5008352" y="1860557"/>
            <a:ext cx="274320" cy="274320"/>
          </a:xfrm>
          <a:prstGeom prst="ellipse">
            <a:avLst/>
          </a:prstGeom>
          <a:solidFill>
            <a:srgbClr val="E53935"/>
          </a:solidFill>
          <a:ln w="12700">
            <a:solidFill>
              <a:srgbClr val="FFFFFF"/>
            </a:solidFill>
            <a:prstDash val="solid"/>
          </a:ln>
        </p:spPr>
      </p:sp>
      <p:sp>
        <p:nvSpPr>
          <p:cNvPr id="60" name="Text 47"/>
          <p:cNvSpPr txBox="1"/>
          <p:nvPr/>
        </p:nvSpPr>
        <p:spPr>
          <a:xfrm>
            <a:off x="5008352" y="18605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1" name="Image 11" descr="preencoded.png">    </p:cNvPr>
          <p:cNvPicPr>
            <a:picLocks noChangeAspect="1"/>
          </p:cNvPicPr>
          <p:nvPr/>
        </p:nvPicPr>
        <p:blipFill>
          <a:blip r:embed="rId12"/>
          <a:stretch>
            <a:fillRect/>
          </a:stretch>
        </p:blipFill>
        <p:spPr>
          <a:xfrm>
            <a:off x="4954402" y="2116589"/>
            <a:ext cx="237744" cy="237744"/>
          </a:xfrm>
          <a:prstGeom prst="rect">
            <a:avLst/>
          </a:prstGeom>
        </p:spPr>
      </p:pic>
      <p:sp>
        <p:nvSpPr>
          <p:cNvPr id="62" name="Shape 48"/>
          <p:cNvSpPr/>
          <p:nvPr/>
        </p:nvSpPr>
        <p:spPr>
          <a:xfrm>
            <a:off x="5145512" y="3602192"/>
            <a:ext cx="329184" cy="329184"/>
          </a:xfrm>
          <a:prstGeom prst="roundRect">
            <a:avLst>
              <a:gd name="adj" fmla="val 13889"/>
            </a:avLst>
          </a:prstGeom>
          <a:solidFill>
            <a:srgbClr val="FFFFFF">
              <a:alpha val="0"/>
            </a:srgbClr>
          </a:solidFill>
          <a:ln w="31750">
            <a:solidFill>
              <a:srgbClr val="E53935"/>
            </a:solidFill>
            <a:prstDash val="solid"/>
          </a:ln>
        </p:spPr>
      </p:sp>
      <p:sp>
        <p:nvSpPr>
          <p:cNvPr id="63" name="Shape 49"/>
          <p:cNvSpPr/>
          <p:nvPr/>
        </p:nvSpPr>
        <p:spPr>
          <a:xfrm>
            <a:off x="5337536" y="3465032"/>
            <a:ext cx="274320" cy="274320"/>
          </a:xfrm>
          <a:prstGeom prst="ellipse">
            <a:avLst/>
          </a:prstGeom>
          <a:solidFill>
            <a:srgbClr val="E53935"/>
          </a:solidFill>
          <a:ln w="12700">
            <a:solidFill>
              <a:srgbClr val="FFFFFF"/>
            </a:solidFill>
            <a:prstDash val="solid"/>
          </a:ln>
        </p:spPr>
      </p:sp>
      <p:sp>
        <p:nvSpPr>
          <p:cNvPr id="64" name="Text 50"/>
          <p:cNvSpPr txBox="1"/>
          <p:nvPr/>
        </p:nvSpPr>
        <p:spPr>
          <a:xfrm>
            <a:off x="5337536" y="3465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65" name="Image 12" descr="preencoded.png">    </p:cNvPr>
          <p:cNvPicPr>
            <a:picLocks noChangeAspect="1"/>
          </p:cNvPicPr>
          <p:nvPr/>
        </p:nvPicPr>
        <p:blipFill>
          <a:blip r:embed="rId13"/>
          <a:stretch>
            <a:fillRect/>
          </a:stretch>
        </p:blipFill>
        <p:spPr>
          <a:xfrm>
            <a:off x="5323820" y="3780500"/>
            <a:ext cx="237744" cy="237744"/>
          </a:xfrm>
          <a:prstGeom prst="rect">
            <a:avLst/>
          </a:prstGeom>
        </p:spPr>
      </p:pic>
      <p:sp>
        <p:nvSpPr>
          <p:cNvPr id="66" name="Text 5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7" name="Text 5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Tab Pages › tombol +</a:t>
            </a:r>
            <a:endParaRPr lang="en-US" sz="1800" dirty="0"/>
          </a:p>
        </p:txBody>
      </p:sp>
      <p:sp>
        <p:nvSpPr>
          <p:cNvPr id="68" name="Text 5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tab Pages di panel kanan. Klik tombol + biru di bawah. Ketik nama halaman: Kegiatan. Klik Done.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Halaman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Insert</a:t>
            </a:r>
            <a:endParaRPr lang="en-US" sz="700" dirty="0"/>
          </a:p>
        </p:txBody>
      </p:sp>
      <p:sp>
        <p:nvSpPr>
          <p:cNvPr id="53" name="Text 41"/>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Pages</a:t>
            </a:r>
            <a:endParaRPr lang="en-US" sz="700" dirty="0"/>
          </a:p>
        </p:txBody>
      </p:sp>
      <p:sp>
        <p:nvSpPr>
          <p:cNvPr id="54" name="Shape 42"/>
          <p:cNvSpPr/>
          <p:nvPr/>
        </p:nvSpPr>
        <p:spPr>
          <a:xfrm>
            <a:off x="4770608" y="2198885"/>
            <a:ext cx="329184" cy="22860"/>
          </a:xfrm>
          <a:prstGeom prst="rect">
            <a:avLst/>
          </a:prstGeom>
          <a:solidFill>
            <a:srgbClr val="673AB7"/>
          </a:solidFill>
          <a:ln w="12700">
            <a:solidFill>
              <a:srgbClr val="673AB7"/>
            </a:solidFill>
            <a:prstDash val="solid"/>
          </a:ln>
        </p:spPr>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Shape 44"/>
          <p:cNvSpPr/>
          <p:nvPr/>
        </p:nvSpPr>
        <p:spPr>
          <a:xfrm>
            <a:off x="4377416" y="2290325"/>
            <a:ext cx="1088136" cy="201168"/>
          </a:xfrm>
          <a:prstGeom prst="roundRect">
            <a:avLst>
              <a:gd name="adj" fmla="val 13636"/>
            </a:avLst>
          </a:prstGeom>
          <a:solidFill>
            <a:srgbClr val="EDE7F6"/>
          </a:solidFill>
          <a:ln w="12700">
            <a:solidFill>
              <a:srgbClr val="EDE7F6"/>
            </a:solidFill>
            <a:prstDash val="solid"/>
          </a:ln>
        </p:spPr>
      </p:sp>
      <p:pic>
        <p:nvPicPr>
          <p:cNvPr id="57" name="Image 10" descr="preencoded.png">    </p:cNvPr>
          <p:cNvPicPr>
            <a:picLocks noChangeAspect="1"/>
          </p:cNvPicPr>
          <p:nvPr/>
        </p:nvPicPr>
        <p:blipFill>
          <a:blip r:embed="rId11"/>
          <a:stretch>
            <a:fillRect/>
          </a:stretch>
        </p:blipFill>
        <p:spPr>
          <a:xfrm>
            <a:off x="4423136" y="2326901"/>
            <a:ext cx="118872" cy="118872"/>
          </a:xfrm>
          <a:prstGeom prst="rect">
            <a:avLst/>
          </a:prstGeom>
        </p:spPr>
      </p:pic>
      <p:sp>
        <p:nvSpPr>
          <p:cNvPr id="58" name="Text 45"/>
          <p:cNvSpPr txBox="1"/>
          <p:nvPr/>
        </p:nvSpPr>
        <p:spPr>
          <a:xfrm>
            <a:off x="4606016" y="2290325"/>
            <a:ext cx="81381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Beranda</a:t>
            </a:r>
            <a:endParaRPr lang="en-US" sz="700" dirty="0"/>
          </a:p>
        </p:txBody>
      </p:sp>
      <p:pic>
        <p:nvPicPr>
          <p:cNvPr id="59" name="Image 11" descr="preencoded.png">    </p:cNvPr>
          <p:cNvPicPr>
            <a:picLocks noChangeAspect="1"/>
          </p:cNvPicPr>
          <p:nvPr/>
        </p:nvPicPr>
        <p:blipFill>
          <a:blip r:embed="rId12"/>
          <a:stretch>
            <a:fillRect/>
          </a:stretch>
        </p:blipFill>
        <p:spPr>
          <a:xfrm>
            <a:off x="4423136" y="2555501"/>
            <a:ext cx="118872" cy="118872"/>
          </a:xfrm>
          <a:prstGeom prst="rect">
            <a:avLst/>
          </a:prstGeom>
        </p:spPr>
      </p:pic>
      <p:sp>
        <p:nvSpPr>
          <p:cNvPr id="60" name="Text 46"/>
          <p:cNvSpPr txBox="1"/>
          <p:nvPr/>
        </p:nvSpPr>
        <p:spPr>
          <a:xfrm>
            <a:off x="4606016" y="2518925"/>
            <a:ext cx="81381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Kegiatan</a:t>
            </a:r>
            <a:endParaRPr lang="en-US" sz="700" dirty="0"/>
          </a:p>
        </p:txBody>
      </p:sp>
      <p:pic>
        <p:nvPicPr>
          <p:cNvPr id="61" name="Image 12" descr="preencoded.png">    </p:cNvPr>
          <p:cNvPicPr>
            <a:picLocks noChangeAspect="1"/>
          </p:cNvPicPr>
          <p:nvPr/>
        </p:nvPicPr>
        <p:blipFill>
          <a:blip r:embed="rId13"/>
          <a:stretch>
            <a:fillRect/>
          </a:stretch>
        </p:blipFill>
        <p:spPr>
          <a:xfrm>
            <a:off x="4423136" y="2784101"/>
            <a:ext cx="118872" cy="118872"/>
          </a:xfrm>
          <a:prstGeom prst="rect">
            <a:avLst/>
          </a:prstGeom>
        </p:spPr>
      </p:pic>
      <p:sp>
        <p:nvSpPr>
          <p:cNvPr id="62" name="Text 47"/>
          <p:cNvSpPr txBox="1"/>
          <p:nvPr/>
        </p:nvSpPr>
        <p:spPr>
          <a:xfrm>
            <a:off x="4606016" y="2747525"/>
            <a:ext cx="81381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 Kelas</a:t>
            </a:r>
            <a:endParaRPr lang="en-US" sz="700" dirty="0"/>
          </a:p>
        </p:txBody>
      </p:sp>
      <p:pic>
        <p:nvPicPr>
          <p:cNvPr id="63" name="Image 13" descr="preencoded.png">    </p:cNvPr>
          <p:cNvPicPr>
            <a:picLocks noChangeAspect="1"/>
          </p:cNvPicPr>
          <p:nvPr/>
        </p:nvPicPr>
        <p:blipFill>
          <a:blip r:embed="rId14"/>
          <a:stretch>
            <a:fillRect/>
          </a:stretch>
        </p:blipFill>
        <p:spPr>
          <a:xfrm>
            <a:off x="4423136" y="3012701"/>
            <a:ext cx="118872" cy="118872"/>
          </a:xfrm>
          <a:prstGeom prst="rect">
            <a:avLst/>
          </a:prstGeom>
        </p:spPr>
      </p:pic>
      <p:sp>
        <p:nvSpPr>
          <p:cNvPr id="64" name="Text 48"/>
          <p:cNvSpPr txBox="1"/>
          <p:nvPr/>
        </p:nvSpPr>
        <p:spPr>
          <a:xfrm>
            <a:off x="4606016" y="2976125"/>
            <a:ext cx="813816" cy="20116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Galeri</a:t>
            </a:r>
            <a:endParaRPr lang="en-US" sz="700" dirty="0"/>
          </a:p>
        </p:txBody>
      </p:sp>
      <p:sp>
        <p:nvSpPr>
          <p:cNvPr id="65" name="Shape 49"/>
          <p:cNvSpPr/>
          <p:nvPr/>
        </p:nvSpPr>
        <p:spPr>
          <a:xfrm>
            <a:off x="5172944" y="3629624"/>
            <a:ext cx="274320" cy="274320"/>
          </a:xfrm>
          <a:prstGeom prst="ellipse">
            <a:avLst/>
          </a:prstGeom>
          <a:solidFill>
            <a:srgbClr val="1A73E8"/>
          </a:solidFill>
          <a:ln/>
        </p:spPr>
      </p:sp>
      <p:sp>
        <p:nvSpPr>
          <p:cNvPr id="66" name="Text 50"/>
          <p:cNvSpPr txBox="1"/>
          <p:nvPr/>
        </p:nvSpPr>
        <p:spPr>
          <a:xfrm>
            <a:off x="5172944" y="362962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67" name="Shape 51"/>
          <p:cNvSpPr/>
          <p:nvPr/>
        </p:nvSpPr>
        <p:spPr>
          <a:xfrm>
            <a:off x="4359128" y="2272037"/>
            <a:ext cx="1124712" cy="923544"/>
          </a:xfrm>
          <a:prstGeom prst="roundRect">
            <a:avLst>
              <a:gd name="adj" fmla="val 4950"/>
            </a:avLst>
          </a:prstGeom>
          <a:solidFill>
            <a:srgbClr val="FFFFFF">
              <a:alpha val="0"/>
            </a:srgbClr>
          </a:solidFill>
          <a:ln w="31750">
            <a:solidFill>
              <a:srgbClr val="E53935"/>
            </a:solidFill>
            <a:prstDash val="solid"/>
          </a:ln>
        </p:spPr>
      </p:sp>
      <p:sp>
        <p:nvSpPr>
          <p:cNvPr id="68" name="Shape 52"/>
          <p:cNvSpPr/>
          <p:nvPr/>
        </p:nvSpPr>
        <p:spPr>
          <a:xfrm>
            <a:off x="5346680" y="2134877"/>
            <a:ext cx="274320" cy="274320"/>
          </a:xfrm>
          <a:prstGeom prst="ellipse">
            <a:avLst/>
          </a:prstGeom>
          <a:solidFill>
            <a:srgbClr val="E53935"/>
          </a:solidFill>
          <a:ln w="12700">
            <a:solidFill>
              <a:srgbClr val="FFFFFF"/>
            </a:solidFill>
            <a:prstDash val="solid"/>
          </a:ln>
        </p:spPr>
      </p:sp>
      <p:sp>
        <p:nvSpPr>
          <p:cNvPr id="69" name="Text 53"/>
          <p:cNvSpPr txBox="1"/>
          <p:nvPr/>
        </p:nvSpPr>
        <p:spPr>
          <a:xfrm>
            <a:off x="5346680" y="2134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14" descr="preencoded.png">    </p:cNvPr>
          <p:cNvPicPr>
            <a:picLocks noChangeAspect="1"/>
          </p:cNvPicPr>
          <p:nvPr/>
        </p:nvPicPr>
        <p:blipFill>
          <a:blip r:embed="rId15"/>
          <a:stretch>
            <a:fillRect/>
          </a:stretch>
        </p:blipFill>
        <p:spPr>
          <a:xfrm>
            <a:off x="4975890" y="2778158"/>
            <a:ext cx="237744" cy="237744"/>
          </a:xfrm>
          <a:prstGeom prst="rect">
            <a:avLst/>
          </a:prstGeom>
        </p:spPr>
      </p:pic>
      <p:sp>
        <p:nvSpPr>
          <p:cNvPr id="71" name="Shape 54"/>
          <p:cNvSpPr/>
          <p:nvPr/>
        </p:nvSpPr>
        <p:spPr>
          <a:xfrm>
            <a:off x="1926824" y="1997717"/>
            <a:ext cx="2286000" cy="219456"/>
          </a:xfrm>
          <a:prstGeom prst="roundRect">
            <a:avLst>
              <a:gd name="adj" fmla="val 20833"/>
            </a:avLst>
          </a:prstGeom>
          <a:solidFill>
            <a:srgbClr val="FFFFFF">
              <a:alpha val="0"/>
            </a:srgbClr>
          </a:solidFill>
          <a:ln w="31750">
            <a:solidFill>
              <a:srgbClr val="E53935"/>
            </a:solidFill>
            <a:prstDash val="solid"/>
          </a:ln>
        </p:spPr>
      </p:sp>
      <p:sp>
        <p:nvSpPr>
          <p:cNvPr id="72" name="Shape 55"/>
          <p:cNvSpPr/>
          <p:nvPr/>
        </p:nvSpPr>
        <p:spPr>
          <a:xfrm>
            <a:off x="4075664" y="1860557"/>
            <a:ext cx="274320" cy="274320"/>
          </a:xfrm>
          <a:prstGeom prst="ellipse">
            <a:avLst/>
          </a:prstGeom>
          <a:solidFill>
            <a:srgbClr val="E53935"/>
          </a:solidFill>
          <a:ln w="12700">
            <a:solidFill>
              <a:srgbClr val="FFFFFF"/>
            </a:solidFill>
            <a:prstDash val="solid"/>
          </a:ln>
        </p:spPr>
      </p:sp>
      <p:sp>
        <p:nvSpPr>
          <p:cNvPr id="73" name="Text 56"/>
          <p:cNvSpPr txBox="1"/>
          <p:nvPr/>
        </p:nvSpPr>
        <p:spPr>
          <a:xfrm>
            <a:off x="4075664" y="18605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15" descr="preencoded.png">    </p:cNvPr>
          <p:cNvPicPr>
            <a:picLocks noChangeAspect="1"/>
          </p:cNvPicPr>
          <p:nvPr/>
        </p:nvPicPr>
        <p:blipFill>
          <a:blip r:embed="rId16"/>
          <a:stretch>
            <a:fillRect/>
          </a:stretch>
        </p:blipFill>
        <p:spPr>
          <a:xfrm>
            <a:off x="3182295" y="2116589"/>
            <a:ext cx="237744" cy="237744"/>
          </a:xfrm>
          <a:prstGeom prst="rect">
            <a:avLst/>
          </a:prstGeom>
        </p:spPr>
      </p:pic>
      <p:sp>
        <p:nvSpPr>
          <p:cNvPr id="75"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6"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halaman lain: Data Kelas, Galeri, Tentang</a:t>
            </a:r>
            <a:endParaRPr lang="en-US" sz="1800" dirty="0"/>
          </a:p>
        </p:txBody>
      </p:sp>
      <p:sp>
        <p:nvSpPr>
          <p:cNvPr id="77"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Ulangi untuk halaman lainnya. Menu di header muncul otomatis sesuai urutan halaman.</a:t>
            </a:r>
            <a:endParaRPr lang="en-US" sz="1300" dirty="0"/>
          </a:p>
        </p:txBody>
      </p:sp>
      <p:sp>
        <p:nvSpPr>
          <p:cNvPr id="78" name="Shape 6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79" name="Image 16" descr="preencoded.png">    </p:cNvPr>
          <p:cNvPicPr>
            <a:picLocks noChangeAspect="1"/>
          </p:cNvPicPr>
          <p:nvPr/>
        </p:nvPicPr>
        <p:blipFill>
          <a:blip r:embed="rId17"/>
          <a:stretch>
            <a:fillRect/>
          </a:stretch>
        </p:blipFill>
        <p:spPr>
          <a:xfrm>
            <a:off x="6108192" y="3721608"/>
            <a:ext cx="201168" cy="201168"/>
          </a:xfrm>
          <a:prstGeom prst="rect">
            <a:avLst/>
          </a:prstGeom>
        </p:spPr>
      </p:pic>
      <p:sp>
        <p:nvSpPr>
          <p:cNvPr id="80" name="Text 6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Seret halaman di panel Pages untuk mengubah urutan menu.</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Menyematkan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Kegiatan Kelas</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Shape 34"/>
          <p:cNvSpPr/>
          <p:nvPr/>
        </p:nvSpPr>
        <p:spPr>
          <a:xfrm>
            <a:off x="770656" y="2730008"/>
            <a:ext cx="3350727" cy="685800"/>
          </a:xfrm>
          <a:prstGeom prst="rect">
            <a:avLst/>
          </a:prstGeom>
          <a:solidFill>
            <a:srgbClr val="F0EBF8"/>
          </a:solidFill>
          <a:ln w="6350">
            <a:solidFill>
              <a:srgbClr val="CCCCCC"/>
            </a:solidFill>
            <a:prstDash val="solid"/>
          </a:ln>
        </p:spPr>
      </p:sp>
      <p:sp>
        <p:nvSpPr>
          <p:cNvPr id="47" name="Shape 35"/>
          <p:cNvSpPr/>
          <p:nvPr/>
        </p:nvSpPr>
        <p:spPr>
          <a:xfrm>
            <a:off x="1044976" y="2803160"/>
            <a:ext cx="2802087" cy="45720"/>
          </a:xfrm>
          <a:prstGeom prst="rect">
            <a:avLst/>
          </a:prstGeom>
          <a:solidFill>
            <a:srgbClr val="673AB7"/>
          </a:solidFill>
          <a:ln w="12700">
            <a:solidFill>
              <a:srgbClr val="673AB7"/>
            </a:solidFill>
            <a:prstDash val="solid"/>
          </a:ln>
        </p:spPr>
      </p:sp>
      <p:sp>
        <p:nvSpPr>
          <p:cNvPr id="48" name="Text 36"/>
          <p:cNvSpPr txBox="1"/>
          <p:nvPr/>
        </p:nvSpPr>
        <p:spPr>
          <a:xfrm>
            <a:off x="1044976" y="2867168"/>
            <a:ext cx="2802087" cy="201168"/>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Pendaftaran Ekstrakurikuler Santri</a:t>
            </a:r>
            <a:endParaRPr lang="en-US" sz="800" dirty="0"/>
          </a:p>
        </p:txBody>
      </p:sp>
      <p:sp>
        <p:nvSpPr>
          <p:cNvPr id="49" name="Shape 37"/>
          <p:cNvSpPr/>
          <p:nvPr/>
        </p:nvSpPr>
        <p:spPr>
          <a:xfrm>
            <a:off x="1044976" y="3114056"/>
            <a:ext cx="2802087" cy="228600"/>
          </a:xfrm>
          <a:prstGeom prst="rect">
            <a:avLst/>
          </a:prstGeom>
          <a:solidFill>
            <a:srgbClr val="FFFFFF"/>
          </a:solidFill>
          <a:ln w="12700">
            <a:solidFill>
              <a:srgbClr val="FFFFFF"/>
            </a:solidFill>
            <a:prstDash val="solid"/>
          </a:ln>
        </p:spPr>
      </p:sp>
      <p:sp>
        <p:nvSpPr>
          <p:cNvPr id="50" name="Shape 38"/>
          <p:cNvSpPr/>
          <p:nvPr/>
        </p:nvSpPr>
        <p:spPr>
          <a:xfrm>
            <a:off x="743224" y="2702576"/>
            <a:ext cx="3405591" cy="740664"/>
          </a:xfrm>
          <a:prstGeom prst="rect">
            <a:avLst/>
          </a:prstGeom>
          <a:solidFill>
            <a:srgbClr val="FFFFFF">
              <a:alpha val="0"/>
            </a:srgbClr>
          </a:solidFill>
          <a:ln w="15240">
            <a:solidFill>
              <a:srgbClr val="1A73E8"/>
            </a:solidFill>
            <a:prstDash val="solid"/>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3" name="Shape 41"/>
          <p:cNvSpPr/>
          <p:nvPr/>
        </p:nvSpPr>
        <p:spPr>
          <a:xfrm>
            <a:off x="4377416" y="2198885"/>
            <a:ext cx="329184" cy="22860"/>
          </a:xfrm>
          <a:prstGeom prst="rect">
            <a:avLst/>
          </a:prstGeom>
          <a:solidFill>
            <a:srgbClr val="673AB7"/>
          </a:solidFill>
          <a:ln w="12700">
            <a:solidFill>
              <a:srgbClr val="673AB7"/>
            </a:solidFill>
            <a:prstDash val="solid"/>
          </a:ln>
        </p:spPr>
      </p:sp>
      <p:sp>
        <p:nvSpPr>
          <p:cNvPr id="54" name="Text 4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Text 4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7" name="Text 4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8" name="Text 4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9" name="Text 4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0" name="Text 4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1" name="Text 4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2" name="Text 5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3" name="Text 5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4" name="Shape 52"/>
          <p:cNvSpPr/>
          <p:nvPr/>
        </p:nvSpPr>
        <p:spPr>
          <a:xfrm>
            <a:off x="4359128" y="3479045"/>
            <a:ext cx="1124712" cy="219456"/>
          </a:xfrm>
          <a:prstGeom prst="roundRect">
            <a:avLst>
              <a:gd name="adj" fmla="val 20833"/>
            </a:avLst>
          </a:prstGeom>
          <a:solidFill>
            <a:srgbClr val="FFFFFF">
              <a:alpha val="0"/>
            </a:srgbClr>
          </a:solidFill>
          <a:ln w="31750">
            <a:solidFill>
              <a:srgbClr val="E53935"/>
            </a:solidFill>
            <a:prstDash val="solid"/>
          </a:ln>
        </p:spPr>
      </p:sp>
      <p:sp>
        <p:nvSpPr>
          <p:cNvPr id="65" name="Shape 53"/>
          <p:cNvSpPr/>
          <p:nvPr/>
        </p:nvSpPr>
        <p:spPr>
          <a:xfrm>
            <a:off x="5346680" y="3341885"/>
            <a:ext cx="274320" cy="274320"/>
          </a:xfrm>
          <a:prstGeom prst="ellipse">
            <a:avLst/>
          </a:prstGeom>
          <a:solidFill>
            <a:srgbClr val="E53935"/>
          </a:solidFill>
          <a:ln w="12700">
            <a:solidFill>
              <a:srgbClr val="FFFFFF"/>
            </a:solidFill>
            <a:prstDash val="solid"/>
          </a:ln>
        </p:spPr>
      </p:sp>
      <p:sp>
        <p:nvSpPr>
          <p:cNvPr id="66" name="Text 54"/>
          <p:cNvSpPr txBox="1"/>
          <p:nvPr/>
        </p:nvSpPr>
        <p:spPr>
          <a:xfrm>
            <a:off x="5346680" y="3341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7" name="Image 10" descr="preencoded.png">    </p:cNvPr>
          <p:cNvPicPr>
            <a:picLocks noChangeAspect="1"/>
          </p:cNvPicPr>
          <p:nvPr/>
        </p:nvPicPr>
        <p:blipFill>
          <a:blip r:embed="rId11"/>
          <a:stretch>
            <a:fillRect/>
          </a:stretch>
        </p:blipFill>
        <p:spPr>
          <a:xfrm>
            <a:off x="4975890" y="3597917"/>
            <a:ext cx="237744" cy="237744"/>
          </a:xfrm>
          <a:prstGeom prst="rect">
            <a:avLst/>
          </a:prstGeom>
        </p:spPr>
      </p:pic>
      <p:sp>
        <p:nvSpPr>
          <p:cNvPr id="68" name="Shape 55"/>
          <p:cNvSpPr/>
          <p:nvPr/>
        </p:nvSpPr>
        <p:spPr>
          <a:xfrm>
            <a:off x="752368" y="2711720"/>
            <a:ext cx="3387303" cy="722376"/>
          </a:xfrm>
          <a:prstGeom prst="roundRect">
            <a:avLst>
              <a:gd name="adj" fmla="val 6329"/>
            </a:avLst>
          </a:prstGeom>
          <a:solidFill>
            <a:srgbClr val="FFFFFF">
              <a:alpha val="0"/>
            </a:srgbClr>
          </a:solidFill>
          <a:ln w="31750">
            <a:solidFill>
              <a:srgbClr val="E53935"/>
            </a:solidFill>
            <a:prstDash val="solid"/>
          </a:ln>
        </p:spPr>
      </p:sp>
      <p:sp>
        <p:nvSpPr>
          <p:cNvPr id="69" name="Shape 56"/>
          <p:cNvSpPr/>
          <p:nvPr/>
        </p:nvSpPr>
        <p:spPr>
          <a:xfrm>
            <a:off x="4002512" y="2574560"/>
            <a:ext cx="274320" cy="274320"/>
          </a:xfrm>
          <a:prstGeom prst="ellipse">
            <a:avLst/>
          </a:prstGeom>
          <a:solidFill>
            <a:srgbClr val="E53935"/>
          </a:solidFill>
          <a:ln w="12700">
            <a:solidFill>
              <a:srgbClr val="FFFFFF"/>
            </a:solidFill>
            <a:prstDash val="solid"/>
          </a:ln>
        </p:spPr>
      </p:sp>
      <p:sp>
        <p:nvSpPr>
          <p:cNvPr id="70" name="Text 57"/>
          <p:cNvSpPr txBox="1"/>
          <p:nvPr/>
        </p:nvSpPr>
        <p:spPr>
          <a:xfrm>
            <a:off x="4002512" y="25745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1" name="Image 11" descr="preencoded.png">    </p:cNvPr>
          <p:cNvPicPr>
            <a:picLocks noChangeAspect="1"/>
          </p:cNvPicPr>
          <p:nvPr/>
        </p:nvPicPr>
        <p:blipFill>
          <a:blip r:embed="rId12"/>
          <a:stretch>
            <a:fillRect/>
          </a:stretch>
        </p:blipFill>
        <p:spPr>
          <a:xfrm>
            <a:off x="2613556" y="3107198"/>
            <a:ext cx="237744" cy="237744"/>
          </a:xfrm>
          <a:prstGeom prst="rect">
            <a:avLst/>
          </a:prstGeom>
        </p:spPr>
      </p:pic>
      <p:sp>
        <p:nvSpPr>
          <p:cNvPr id="72" name="Text 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3" name="Text 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Halaman Kegiatan: Insert › Forms</a:t>
            </a:r>
            <a:endParaRPr lang="en-US" sz="1800" dirty="0"/>
          </a:p>
        </p:txBody>
      </p:sp>
      <p:sp>
        <p:nvSpPr>
          <p:cNvPr id="74" name="Text 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halaman Kegiatan. Tab Insert › Forms. Pilih formulir dari Modul 1. Klik Insert.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Menyematkan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Kegiatan Kelas</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Shape 34"/>
          <p:cNvSpPr/>
          <p:nvPr/>
        </p:nvSpPr>
        <p:spPr>
          <a:xfrm>
            <a:off x="770656" y="2730008"/>
            <a:ext cx="3350727" cy="502920"/>
          </a:xfrm>
          <a:prstGeom prst="rect">
            <a:avLst/>
          </a:prstGeom>
          <a:solidFill>
            <a:srgbClr val="F0EBF8"/>
          </a:solidFill>
          <a:ln w="6350">
            <a:solidFill>
              <a:srgbClr val="CCCCCC"/>
            </a:solidFill>
            <a:prstDash val="solid"/>
          </a:ln>
        </p:spPr>
      </p:sp>
      <p:sp>
        <p:nvSpPr>
          <p:cNvPr id="47" name="Shape 35"/>
          <p:cNvSpPr/>
          <p:nvPr/>
        </p:nvSpPr>
        <p:spPr>
          <a:xfrm>
            <a:off x="1044976" y="2803160"/>
            <a:ext cx="2802087" cy="45720"/>
          </a:xfrm>
          <a:prstGeom prst="rect">
            <a:avLst/>
          </a:prstGeom>
          <a:solidFill>
            <a:srgbClr val="673AB7"/>
          </a:solidFill>
          <a:ln w="12700">
            <a:solidFill>
              <a:srgbClr val="673AB7"/>
            </a:solidFill>
            <a:prstDash val="solid"/>
          </a:ln>
        </p:spPr>
      </p:sp>
      <p:sp>
        <p:nvSpPr>
          <p:cNvPr id="48" name="Text 36"/>
          <p:cNvSpPr txBox="1"/>
          <p:nvPr/>
        </p:nvSpPr>
        <p:spPr>
          <a:xfrm>
            <a:off x="1044976" y="2867168"/>
            <a:ext cx="2802087" cy="201168"/>
          </a:xfrm>
          <a:prstGeom prst="rect">
            <a:avLst/>
          </a:prstGeom>
          <a:noFill/>
          <a:ln/>
        </p:spPr>
        <p:txBody>
          <a:bodyPr wrap="square" lIns="0" tIns="0" rIns="0" bIns="0" rtlCol="0" anchor="t"/>
          <a:lstStyle/>
          <a:p>
            <a:pPr indent="0" marL="0">
              <a:buNone/>
            </a:pPr>
            <a:r>
              <a:rPr lang="en-US" sz="800" dirty="0">
                <a:solidFill>
                  <a:srgbClr val="1E2A26"/>
                </a:solidFill>
                <a:latin typeface="Arial" pitchFamily="34" charset="0"/>
                <a:ea typeface="Arial" pitchFamily="34" charset="-122"/>
                <a:cs typeface="Arial" pitchFamily="34" charset="-120"/>
              </a:rPr>
              <a:t>Pendaftaran Ekstrakurikuler Santri</a:t>
            </a:r>
            <a:endParaRPr lang="en-US" sz="800" dirty="0"/>
          </a:p>
        </p:txBody>
      </p:sp>
      <p:sp>
        <p:nvSpPr>
          <p:cNvPr id="49" name="Shape 37"/>
          <p:cNvSpPr/>
          <p:nvPr/>
        </p:nvSpPr>
        <p:spPr>
          <a:xfrm>
            <a:off x="1044976" y="3114056"/>
            <a:ext cx="2802087" cy="228600"/>
          </a:xfrm>
          <a:prstGeom prst="rect">
            <a:avLst/>
          </a:prstGeom>
          <a:solidFill>
            <a:srgbClr val="FFFFFF"/>
          </a:solidFill>
          <a:ln w="12700">
            <a:solidFill>
              <a:srgbClr val="FFFFFF"/>
            </a:solidFill>
            <a:prstDash val="solid"/>
          </a:ln>
        </p:spPr>
      </p:sp>
      <p:sp>
        <p:nvSpPr>
          <p:cNvPr id="50" name="Shape 38"/>
          <p:cNvSpPr/>
          <p:nvPr/>
        </p:nvSpPr>
        <p:spPr>
          <a:xfrm>
            <a:off x="770656" y="3324368"/>
            <a:ext cx="1371600" cy="731520"/>
          </a:xfrm>
          <a:prstGeom prst="rect">
            <a:avLst/>
          </a:prstGeom>
          <a:solidFill>
            <a:srgbClr val="FFFFFF"/>
          </a:solidFill>
          <a:ln w="9525">
            <a:solidFill>
              <a:srgbClr val="999999"/>
            </a:solidFill>
            <a:prstDash val="solid"/>
          </a:ln>
        </p:spPr>
      </p:sp>
      <p:sp>
        <p:nvSpPr>
          <p:cNvPr id="51" name="Text 39"/>
          <p:cNvSpPr txBox="1"/>
          <p:nvPr/>
        </p:nvSpPr>
        <p:spPr>
          <a:xfrm>
            <a:off x="843808" y="3370088"/>
            <a:ext cx="1280160" cy="164592"/>
          </a:xfrm>
          <a:prstGeom prst="rect">
            <a:avLst/>
          </a:prstGeom>
          <a:noFill/>
          <a:ln/>
        </p:spPr>
        <p:txBody>
          <a:bodyPr wrap="square" lIns="0" tIns="0" rIns="0" bIns="0" rtlCol="0" anchor="t"/>
          <a:lstStyle/>
          <a:p>
            <a:pPr indent="0" marL="0">
              <a:buNone/>
            </a:pPr>
            <a:r>
              <a:rPr lang="en-US" sz="650" b="1" dirty="0">
                <a:solidFill>
                  <a:srgbClr val="1E2A26"/>
                </a:solidFill>
                <a:latin typeface="Arial" pitchFamily="34" charset="0"/>
                <a:ea typeface="Arial" pitchFamily="34" charset="-122"/>
                <a:cs typeface="Arial" pitchFamily="34" charset="-120"/>
              </a:rPr>
              <a:t>Laporan Kerja Bakti Kelas 8A</a:t>
            </a:r>
            <a:endParaRPr lang="en-US" sz="650" dirty="0"/>
          </a:p>
        </p:txBody>
      </p:sp>
      <p:sp>
        <p:nvSpPr>
          <p:cNvPr id="52" name="Shape 40"/>
          <p:cNvSpPr/>
          <p:nvPr/>
        </p:nvSpPr>
        <p:spPr>
          <a:xfrm>
            <a:off x="843808" y="3598688"/>
            <a:ext cx="1097280" cy="36576"/>
          </a:xfrm>
          <a:prstGeom prst="rect">
            <a:avLst/>
          </a:prstGeom>
          <a:solidFill>
            <a:srgbClr val="CCCCCC"/>
          </a:solidFill>
          <a:ln w="12700">
            <a:solidFill>
              <a:srgbClr val="CCCCCC"/>
            </a:solidFill>
            <a:prstDash val="solid"/>
          </a:ln>
        </p:spPr>
      </p:sp>
      <p:sp>
        <p:nvSpPr>
          <p:cNvPr id="53" name="Shape 41"/>
          <p:cNvSpPr/>
          <p:nvPr/>
        </p:nvSpPr>
        <p:spPr>
          <a:xfrm>
            <a:off x="843808" y="3708416"/>
            <a:ext cx="822960" cy="36576"/>
          </a:xfrm>
          <a:prstGeom prst="rect">
            <a:avLst/>
          </a:prstGeom>
          <a:solidFill>
            <a:srgbClr val="CCCCCC"/>
          </a:solidFill>
          <a:ln w="12700">
            <a:solidFill>
              <a:srgbClr val="CCCCCC"/>
            </a:solidFill>
            <a:prstDash val="solid"/>
          </a:ln>
        </p:spPr>
      </p:sp>
      <p:sp>
        <p:nvSpPr>
          <p:cNvPr id="54" name="Shape 42"/>
          <p:cNvSpPr/>
          <p:nvPr/>
        </p:nvSpPr>
        <p:spPr>
          <a:xfrm>
            <a:off x="843808" y="3818144"/>
            <a:ext cx="1097280" cy="36576"/>
          </a:xfrm>
          <a:prstGeom prst="rect">
            <a:avLst/>
          </a:prstGeom>
          <a:solidFill>
            <a:srgbClr val="CCCCCC"/>
          </a:solidFill>
          <a:ln w="12700">
            <a:solidFill>
              <a:srgbClr val="CCCCCC"/>
            </a:solidFill>
            <a:prstDash val="solid"/>
          </a:ln>
        </p:spPr>
      </p:sp>
      <p:sp>
        <p:nvSpPr>
          <p:cNvPr id="55" name="Shape 43"/>
          <p:cNvSpPr/>
          <p:nvPr/>
        </p:nvSpPr>
        <p:spPr>
          <a:xfrm>
            <a:off x="843808" y="3927872"/>
            <a:ext cx="822960" cy="36576"/>
          </a:xfrm>
          <a:prstGeom prst="rect">
            <a:avLst/>
          </a:prstGeom>
          <a:solidFill>
            <a:srgbClr val="CCCCCC"/>
          </a:solidFill>
          <a:ln w="12700">
            <a:solidFill>
              <a:srgbClr val="CCCCCC"/>
            </a:solidFill>
            <a:prstDash val="solid"/>
          </a:ln>
        </p:spPr>
      </p:sp>
      <p:sp>
        <p:nvSpPr>
          <p:cNvPr id="56" name="Shape 44"/>
          <p:cNvSpPr/>
          <p:nvPr/>
        </p:nvSpPr>
        <p:spPr>
          <a:xfrm>
            <a:off x="743224" y="3296936"/>
            <a:ext cx="1426464" cy="786384"/>
          </a:xfrm>
          <a:prstGeom prst="rect">
            <a:avLst/>
          </a:prstGeom>
          <a:solidFill>
            <a:srgbClr val="FFFFFF">
              <a:alpha val="0"/>
            </a:srgbClr>
          </a:solidFill>
          <a:ln w="15240">
            <a:solidFill>
              <a:srgbClr val="1A73E8"/>
            </a:solidFill>
            <a:prstDash val="solid"/>
          </a:ln>
        </p:spPr>
      </p:sp>
      <p:sp>
        <p:nvSpPr>
          <p:cNvPr id="57" name="Shape 45"/>
          <p:cNvSpPr/>
          <p:nvPr/>
        </p:nvSpPr>
        <p:spPr>
          <a:xfrm>
            <a:off x="4304264" y="1970285"/>
            <a:ext cx="1234440" cy="2025099"/>
          </a:xfrm>
          <a:prstGeom prst="rect">
            <a:avLst/>
          </a:prstGeom>
          <a:solidFill>
            <a:srgbClr val="FFFFFF"/>
          </a:solidFill>
          <a:ln w="6350">
            <a:solidFill>
              <a:srgbClr val="DDDDDD"/>
            </a:solidFill>
            <a:prstDash val="solid"/>
          </a:ln>
        </p:spPr>
      </p:sp>
      <p:sp>
        <p:nvSpPr>
          <p:cNvPr id="58" name="Text 46"/>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9" name="Shape 47"/>
          <p:cNvSpPr/>
          <p:nvPr/>
        </p:nvSpPr>
        <p:spPr>
          <a:xfrm>
            <a:off x="4377416" y="2198885"/>
            <a:ext cx="329184" cy="22860"/>
          </a:xfrm>
          <a:prstGeom prst="rect">
            <a:avLst/>
          </a:prstGeom>
          <a:solidFill>
            <a:srgbClr val="673AB7"/>
          </a:solidFill>
          <a:ln w="12700">
            <a:solidFill>
              <a:srgbClr val="673AB7"/>
            </a:solidFill>
            <a:prstDash val="solid"/>
          </a:ln>
        </p:spPr>
      </p:sp>
      <p:sp>
        <p:nvSpPr>
          <p:cNvPr id="60" name="Text 48"/>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61" name="Text 49"/>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62" name="Text 50"/>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63" name="Text 51"/>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64" name="Text 52"/>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65" name="Text 53"/>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6" name="Text 54"/>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7" name="Text 55"/>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8" name="Text 56"/>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9" name="Text 57"/>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70" name="Shape 58"/>
          <p:cNvSpPr/>
          <p:nvPr/>
        </p:nvSpPr>
        <p:spPr>
          <a:xfrm>
            <a:off x="4359128" y="2875541"/>
            <a:ext cx="1124712" cy="219456"/>
          </a:xfrm>
          <a:prstGeom prst="roundRect">
            <a:avLst>
              <a:gd name="adj" fmla="val 20833"/>
            </a:avLst>
          </a:prstGeom>
          <a:solidFill>
            <a:srgbClr val="FFFFFF">
              <a:alpha val="0"/>
            </a:srgbClr>
          </a:solidFill>
          <a:ln w="31750">
            <a:solidFill>
              <a:srgbClr val="E53935"/>
            </a:solidFill>
            <a:prstDash val="solid"/>
          </a:ln>
        </p:spPr>
      </p:sp>
      <p:sp>
        <p:nvSpPr>
          <p:cNvPr id="71" name="Shape 59"/>
          <p:cNvSpPr/>
          <p:nvPr/>
        </p:nvSpPr>
        <p:spPr>
          <a:xfrm>
            <a:off x="5346680" y="2738381"/>
            <a:ext cx="274320" cy="274320"/>
          </a:xfrm>
          <a:prstGeom prst="ellipse">
            <a:avLst/>
          </a:prstGeom>
          <a:solidFill>
            <a:srgbClr val="E53935"/>
          </a:solidFill>
          <a:ln w="12700">
            <a:solidFill>
              <a:srgbClr val="FFFFFF"/>
            </a:solidFill>
            <a:prstDash val="solid"/>
          </a:ln>
        </p:spPr>
      </p:sp>
      <p:sp>
        <p:nvSpPr>
          <p:cNvPr id="72" name="Text 60"/>
          <p:cNvSpPr txBox="1"/>
          <p:nvPr/>
        </p:nvSpPr>
        <p:spPr>
          <a:xfrm>
            <a:off x="5346680" y="273838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3" name="Image 10" descr="preencoded.png">    </p:cNvPr>
          <p:cNvPicPr>
            <a:picLocks noChangeAspect="1"/>
          </p:cNvPicPr>
          <p:nvPr/>
        </p:nvPicPr>
        <p:blipFill>
          <a:blip r:embed="rId11"/>
          <a:stretch>
            <a:fillRect/>
          </a:stretch>
        </p:blipFill>
        <p:spPr>
          <a:xfrm>
            <a:off x="4975890" y="2994413"/>
            <a:ext cx="237744" cy="237744"/>
          </a:xfrm>
          <a:prstGeom prst="rect">
            <a:avLst/>
          </a:prstGeom>
        </p:spPr>
      </p:pic>
      <p:sp>
        <p:nvSpPr>
          <p:cNvPr id="74" name="Shape 61"/>
          <p:cNvSpPr/>
          <p:nvPr/>
        </p:nvSpPr>
        <p:spPr>
          <a:xfrm>
            <a:off x="752368" y="3306080"/>
            <a:ext cx="1408176" cy="768096"/>
          </a:xfrm>
          <a:prstGeom prst="roundRect">
            <a:avLst>
              <a:gd name="adj" fmla="val 5952"/>
            </a:avLst>
          </a:prstGeom>
          <a:solidFill>
            <a:srgbClr val="FFFFFF">
              <a:alpha val="0"/>
            </a:srgbClr>
          </a:solidFill>
          <a:ln w="31750">
            <a:solidFill>
              <a:srgbClr val="E53935"/>
            </a:solidFill>
            <a:prstDash val="solid"/>
          </a:ln>
        </p:spPr>
      </p:sp>
      <p:sp>
        <p:nvSpPr>
          <p:cNvPr id="75" name="Shape 62"/>
          <p:cNvSpPr/>
          <p:nvPr/>
        </p:nvSpPr>
        <p:spPr>
          <a:xfrm>
            <a:off x="2023384" y="3168920"/>
            <a:ext cx="274320" cy="274320"/>
          </a:xfrm>
          <a:prstGeom prst="ellipse">
            <a:avLst/>
          </a:prstGeom>
          <a:solidFill>
            <a:srgbClr val="E53935"/>
          </a:solidFill>
          <a:ln w="12700">
            <a:solidFill>
              <a:srgbClr val="FFFFFF"/>
            </a:solidFill>
            <a:prstDash val="solid"/>
          </a:ln>
        </p:spPr>
      </p:sp>
      <p:sp>
        <p:nvSpPr>
          <p:cNvPr id="76" name="Text 63"/>
          <p:cNvSpPr txBox="1"/>
          <p:nvPr/>
        </p:nvSpPr>
        <p:spPr>
          <a:xfrm>
            <a:off x="2023384" y="3168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7" name="Image 11" descr="preencoded.png">    </p:cNvPr>
          <p:cNvPicPr>
            <a:picLocks noChangeAspect="1"/>
          </p:cNvPicPr>
          <p:nvPr/>
        </p:nvPicPr>
        <p:blipFill>
          <a:blip r:embed="rId12"/>
          <a:stretch>
            <a:fillRect/>
          </a:stretch>
        </p:blipFill>
        <p:spPr>
          <a:xfrm>
            <a:off x="1525036" y="3726704"/>
            <a:ext cx="237744" cy="237744"/>
          </a:xfrm>
          <a:prstGeom prst="rect">
            <a:avLst/>
          </a:prstGeom>
        </p:spPr>
      </p:pic>
      <p:sp>
        <p:nvSpPr>
          <p:cNvPr id="78" name="Text 6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6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Halaman Kegiatan: Insert › Drive › dokumen laporan</a:t>
            </a:r>
            <a:endParaRPr lang="en-US" sz="1800" dirty="0"/>
          </a:p>
        </p:txBody>
      </p:sp>
      <p:sp>
        <p:nvSpPr>
          <p:cNvPr id="80" name="Text 6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Drive di panel Insert. Pilih dokumen laporan kegiatan (Google Docs). Klik Insert. Atur ukurannya.</a:t>
            </a:r>
            <a:endParaRPr lang="en-US" sz="1300" dirty="0"/>
          </a:p>
        </p:txBody>
      </p:sp>
      <p:sp>
        <p:nvSpPr>
          <p:cNvPr id="81" name="Shape 6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2"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83" name="Text 6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Contoh dokumen: Laporan Kegiatan Kerja Bakti Kelas 8A atau surat undangan kegiatan kelas.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Menyematkan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Data Kelas (Fiktif)</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Ringkasan Ekskul</a:t>
            </a:r>
            <a:endParaRPr lang="en-US" sz="1000" dirty="0"/>
          </a:p>
        </p:txBody>
      </p:sp>
      <p:sp>
        <p:nvSpPr>
          <p:cNvPr id="47" name="Text 35"/>
          <p:cNvSpPr txBox="1"/>
          <p:nvPr/>
        </p:nvSpPr>
        <p:spPr>
          <a:xfrm>
            <a:off x="770656" y="2931176"/>
            <a:ext cx="3350727" cy="16459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Data di halaman ini adalah data latihan (fiktif).</a:t>
            </a:r>
            <a:endParaRPr lang="en-US" sz="700" dirty="0"/>
          </a:p>
        </p:txBody>
      </p:sp>
      <p:sp>
        <p:nvSpPr>
          <p:cNvPr id="48" name="Shape 36"/>
          <p:cNvSpPr/>
          <p:nvPr/>
        </p:nvSpPr>
        <p:spPr>
          <a:xfrm>
            <a:off x="770656" y="3187208"/>
            <a:ext cx="1828800" cy="777240"/>
          </a:xfrm>
          <a:prstGeom prst="roundRect">
            <a:avLst>
              <a:gd name="adj" fmla="val 3529"/>
            </a:avLst>
          </a:prstGeom>
          <a:solidFill>
            <a:srgbClr val="FFFFFF"/>
          </a:solidFill>
          <a:ln w="9525">
            <a:solidFill>
              <a:srgbClr val="DDDDDD"/>
            </a:solidFill>
            <a:prstDash val="solid"/>
          </a:ln>
        </p:spPr>
      </p:sp>
      <p:sp>
        <p:nvSpPr>
          <p:cNvPr id="49" name="Text 37"/>
          <p:cNvSpPr txBox="1"/>
          <p:nvPr/>
        </p:nvSpPr>
        <p:spPr>
          <a:xfrm>
            <a:off x="770656" y="3205496"/>
            <a:ext cx="1828800" cy="146304"/>
          </a:xfrm>
          <a:prstGeom prst="rect">
            <a:avLst/>
          </a:prstGeom>
          <a:noFill/>
          <a:ln/>
        </p:spPr>
        <p:txBody>
          <a:bodyPr wrap="square" lIns="0" tIns="0" rIns="0" bIns="0" rtlCol="0" anchor="t"/>
          <a:lstStyle/>
          <a:p>
            <a:pPr algn="ctr" indent="0" marL="0">
              <a:buNone/>
            </a:pPr>
            <a:r>
              <a:rPr lang="en-US" sz="650" b="1" dirty="0">
                <a:solidFill>
                  <a:srgbClr val="1E2A26"/>
                </a:solidFill>
                <a:latin typeface="Calibri" pitchFamily="34" charset="0"/>
                <a:ea typeface="Calibri" pitchFamily="34" charset="-122"/>
                <a:cs typeface="Calibri" pitchFamily="34" charset="-120"/>
              </a:rPr>
              <a:t>Santri per Ekskul</a:t>
            </a:r>
            <a:endParaRPr lang="en-US" sz="650" dirty="0"/>
          </a:p>
        </p:txBody>
      </p:sp>
      <p:sp>
        <p:nvSpPr>
          <p:cNvPr id="50" name="Shape 38"/>
          <p:cNvSpPr/>
          <p:nvPr/>
        </p:nvSpPr>
        <p:spPr>
          <a:xfrm>
            <a:off x="967824" y="3415808"/>
            <a:ext cx="280035" cy="365760"/>
          </a:xfrm>
          <a:prstGeom prst="rect">
            <a:avLst/>
          </a:prstGeom>
          <a:solidFill>
            <a:srgbClr val="1F7A5C"/>
          </a:solidFill>
          <a:ln w="12700">
            <a:solidFill>
              <a:srgbClr val="1F7A5C"/>
            </a:solidFill>
            <a:prstDash val="solid"/>
          </a:ln>
        </p:spPr>
      </p:sp>
      <p:sp>
        <p:nvSpPr>
          <p:cNvPr id="51" name="Text 39"/>
          <p:cNvSpPr txBox="1"/>
          <p:nvPr/>
        </p:nvSpPr>
        <p:spPr>
          <a:xfrm>
            <a:off x="862096" y="3790712"/>
            <a:ext cx="49149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Pramuka</a:t>
            </a:r>
            <a:endParaRPr lang="en-US" sz="500" dirty="0"/>
          </a:p>
        </p:txBody>
      </p:sp>
      <p:sp>
        <p:nvSpPr>
          <p:cNvPr id="52" name="Shape 40"/>
          <p:cNvSpPr/>
          <p:nvPr/>
        </p:nvSpPr>
        <p:spPr>
          <a:xfrm>
            <a:off x="1367874" y="3537728"/>
            <a:ext cx="280035" cy="243840"/>
          </a:xfrm>
          <a:prstGeom prst="rect">
            <a:avLst/>
          </a:prstGeom>
          <a:solidFill>
            <a:srgbClr val="1F7A5C"/>
          </a:solidFill>
          <a:ln w="12700">
            <a:solidFill>
              <a:srgbClr val="1F7A5C"/>
            </a:solidFill>
            <a:prstDash val="solid"/>
          </a:ln>
        </p:spPr>
      </p:sp>
      <p:sp>
        <p:nvSpPr>
          <p:cNvPr id="53" name="Text 41"/>
          <p:cNvSpPr txBox="1"/>
          <p:nvPr/>
        </p:nvSpPr>
        <p:spPr>
          <a:xfrm>
            <a:off x="1262146" y="3790712"/>
            <a:ext cx="49149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Kaligrafi</a:t>
            </a:r>
            <a:endParaRPr lang="en-US" sz="500" dirty="0"/>
          </a:p>
        </p:txBody>
      </p:sp>
      <p:sp>
        <p:nvSpPr>
          <p:cNvPr id="54" name="Shape 42"/>
          <p:cNvSpPr/>
          <p:nvPr/>
        </p:nvSpPr>
        <p:spPr>
          <a:xfrm>
            <a:off x="1767924" y="3537728"/>
            <a:ext cx="280035" cy="243840"/>
          </a:xfrm>
          <a:prstGeom prst="rect">
            <a:avLst/>
          </a:prstGeom>
          <a:solidFill>
            <a:srgbClr val="1F7A5C"/>
          </a:solidFill>
          <a:ln w="12700">
            <a:solidFill>
              <a:srgbClr val="1F7A5C"/>
            </a:solidFill>
            <a:prstDash val="solid"/>
          </a:ln>
        </p:spPr>
      </p:sp>
      <p:sp>
        <p:nvSpPr>
          <p:cNvPr id="55" name="Text 43"/>
          <p:cNvSpPr txBox="1"/>
          <p:nvPr/>
        </p:nvSpPr>
        <p:spPr>
          <a:xfrm>
            <a:off x="1662196" y="3790712"/>
            <a:ext cx="49149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Futsal</a:t>
            </a:r>
            <a:endParaRPr lang="en-US" sz="500" dirty="0"/>
          </a:p>
        </p:txBody>
      </p:sp>
      <p:sp>
        <p:nvSpPr>
          <p:cNvPr id="56" name="Shape 44"/>
          <p:cNvSpPr/>
          <p:nvPr/>
        </p:nvSpPr>
        <p:spPr>
          <a:xfrm>
            <a:off x="2167974" y="3659648"/>
            <a:ext cx="280035" cy="121920"/>
          </a:xfrm>
          <a:prstGeom prst="rect">
            <a:avLst/>
          </a:prstGeom>
          <a:solidFill>
            <a:srgbClr val="1F7A5C"/>
          </a:solidFill>
          <a:ln w="12700">
            <a:solidFill>
              <a:srgbClr val="1F7A5C"/>
            </a:solidFill>
            <a:prstDash val="solid"/>
          </a:ln>
        </p:spPr>
      </p:sp>
      <p:sp>
        <p:nvSpPr>
          <p:cNvPr id="57" name="Text 45"/>
          <p:cNvSpPr txBox="1"/>
          <p:nvPr/>
        </p:nvSpPr>
        <p:spPr>
          <a:xfrm>
            <a:off x="2062246" y="3790712"/>
            <a:ext cx="49149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Tahsin</a:t>
            </a:r>
            <a:endParaRPr lang="en-US" sz="500" dirty="0"/>
          </a:p>
        </p:txBody>
      </p:sp>
      <p:sp>
        <p:nvSpPr>
          <p:cNvPr id="58" name="Shape 46"/>
          <p:cNvSpPr/>
          <p:nvPr/>
        </p:nvSpPr>
        <p:spPr>
          <a:xfrm>
            <a:off x="880384" y="3781568"/>
            <a:ext cx="1645920" cy="0"/>
          </a:xfrm>
          <a:prstGeom prst="line">
            <a:avLst/>
          </a:prstGeom>
          <a:noFill/>
          <a:ln w="6350">
            <a:solidFill>
              <a:srgbClr val="888888"/>
            </a:solidFill>
            <a:prstDash val="solid"/>
          </a:ln>
        </p:spPr>
      </p:sp>
      <p:sp>
        <p:nvSpPr>
          <p:cNvPr id="59" name="Shape 47"/>
          <p:cNvSpPr/>
          <p:nvPr/>
        </p:nvSpPr>
        <p:spPr>
          <a:xfrm>
            <a:off x="743224" y="3159776"/>
            <a:ext cx="1883664" cy="832104"/>
          </a:xfrm>
          <a:prstGeom prst="rect">
            <a:avLst/>
          </a:prstGeom>
          <a:solidFill>
            <a:srgbClr val="FFFFFF">
              <a:alpha val="0"/>
            </a:srgbClr>
          </a:solidFill>
          <a:ln w="15240">
            <a:solidFill>
              <a:srgbClr val="1A73E8"/>
            </a:solidFill>
            <a:prstDash val="solid"/>
          </a:ln>
        </p:spPr>
      </p:sp>
      <p:sp>
        <p:nvSpPr>
          <p:cNvPr id="60" name="Shape 48"/>
          <p:cNvSpPr/>
          <p:nvPr/>
        </p:nvSpPr>
        <p:spPr>
          <a:xfrm>
            <a:off x="4304264" y="1970285"/>
            <a:ext cx="1234440" cy="2025099"/>
          </a:xfrm>
          <a:prstGeom prst="rect">
            <a:avLst/>
          </a:prstGeom>
          <a:solidFill>
            <a:srgbClr val="FFFFFF"/>
          </a:solidFill>
          <a:ln w="6350">
            <a:solidFill>
              <a:srgbClr val="DDDDDD"/>
            </a:solidFill>
            <a:prstDash val="solid"/>
          </a:ln>
        </p:spPr>
      </p:sp>
      <p:sp>
        <p:nvSpPr>
          <p:cNvPr id="61" name="Text 49"/>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62" name="Shape 50"/>
          <p:cNvSpPr/>
          <p:nvPr/>
        </p:nvSpPr>
        <p:spPr>
          <a:xfrm>
            <a:off x="4377416" y="2198885"/>
            <a:ext cx="329184" cy="22860"/>
          </a:xfrm>
          <a:prstGeom prst="rect">
            <a:avLst/>
          </a:prstGeom>
          <a:solidFill>
            <a:srgbClr val="673AB7"/>
          </a:solidFill>
          <a:ln w="12700">
            <a:solidFill>
              <a:srgbClr val="673AB7"/>
            </a:solidFill>
            <a:prstDash val="solid"/>
          </a:ln>
        </p:spPr>
      </p:sp>
      <p:sp>
        <p:nvSpPr>
          <p:cNvPr id="63" name="Text 51"/>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64" name="Text 52"/>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65" name="Text 53"/>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66" name="Text 54"/>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67" name="Text 55"/>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68" name="Text 56"/>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9" name="Text 57"/>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70" name="Text 58"/>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71" name="Text 59"/>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72" name="Text 60"/>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73" name="Shape 61"/>
          <p:cNvSpPr/>
          <p:nvPr/>
        </p:nvSpPr>
        <p:spPr>
          <a:xfrm>
            <a:off x="4359128" y="3680213"/>
            <a:ext cx="1124712" cy="219456"/>
          </a:xfrm>
          <a:prstGeom prst="roundRect">
            <a:avLst>
              <a:gd name="adj" fmla="val 20833"/>
            </a:avLst>
          </a:prstGeom>
          <a:solidFill>
            <a:srgbClr val="FFFFFF">
              <a:alpha val="0"/>
            </a:srgbClr>
          </a:solidFill>
          <a:ln w="31750">
            <a:solidFill>
              <a:srgbClr val="E53935"/>
            </a:solidFill>
            <a:prstDash val="solid"/>
          </a:ln>
        </p:spPr>
      </p:sp>
      <p:sp>
        <p:nvSpPr>
          <p:cNvPr id="74" name="Shape 62"/>
          <p:cNvSpPr/>
          <p:nvPr/>
        </p:nvSpPr>
        <p:spPr>
          <a:xfrm>
            <a:off x="5346680" y="3543053"/>
            <a:ext cx="274320" cy="274320"/>
          </a:xfrm>
          <a:prstGeom prst="ellipse">
            <a:avLst/>
          </a:prstGeom>
          <a:solidFill>
            <a:srgbClr val="E53935"/>
          </a:solidFill>
          <a:ln w="12700">
            <a:solidFill>
              <a:srgbClr val="FFFFFF"/>
            </a:solidFill>
            <a:prstDash val="solid"/>
          </a:ln>
        </p:spPr>
      </p:sp>
      <p:sp>
        <p:nvSpPr>
          <p:cNvPr id="75" name="Text 63"/>
          <p:cNvSpPr txBox="1"/>
          <p:nvPr/>
        </p:nvSpPr>
        <p:spPr>
          <a:xfrm>
            <a:off x="5346680" y="354305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6" name="Image 10" descr="preencoded.png">    </p:cNvPr>
          <p:cNvPicPr>
            <a:picLocks noChangeAspect="1"/>
          </p:cNvPicPr>
          <p:nvPr/>
        </p:nvPicPr>
        <p:blipFill>
          <a:blip r:embed="rId11"/>
          <a:stretch>
            <a:fillRect/>
          </a:stretch>
        </p:blipFill>
        <p:spPr>
          <a:xfrm>
            <a:off x="4975890" y="3799085"/>
            <a:ext cx="237744" cy="237744"/>
          </a:xfrm>
          <a:prstGeom prst="rect">
            <a:avLst/>
          </a:prstGeom>
        </p:spPr>
      </p:pic>
      <p:sp>
        <p:nvSpPr>
          <p:cNvPr id="77" name="Shape 64"/>
          <p:cNvSpPr/>
          <p:nvPr/>
        </p:nvSpPr>
        <p:spPr>
          <a:xfrm>
            <a:off x="752368" y="3168920"/>
            <a:ext cx="1865376" cy="813816"/>
          </a:xfrm>
          <a:prstGeom prst="roundRect">
            <a:avLst>
              <a:gd name="adj" fmla="val 5618"/>
            </a:avLst>
          </a:prstGeom>
          <a:solidFill>
            <a:srgbClr val="FFFFFF">
              <a:alpha val="0"/>
            </a:srgbClr>
          </a:solidFill>
          <a:ln w="31750">
            <a:solidFill>
              <a:srgbClr val="E53935"/>
            </a:solidFill>
            <a:prstDash val="solid"/>
          </a:ln>
        </p:spPr>
      </p:sp>
      <p:sp>
        <p:nvSpPr>
          <p:cNvPr id="78" name="Shape 65"/>
          <p:cNvSpPr/>
          <p:nvPr/>
        </p:nvSpPr>
        <p:spPr>
          <a:xfrm>
            <a:off x="2480584" y="3031760"/>
            <a:ext cx="274320" cy="274320"/>
          </a:xfrm>
          <a:prstGeom prst="ellipse">
            <a:avLst/>
          </a:prstGeom>
          <a:solidFill>
            <a:srgbClr val="E53935"/>
          </a:solidFill>
          <a:ln w="12700">
            <a:solidFill>
              <a:srgbClr val="FFFFFF"/>
            </a:solidFill>
            <a:prstDash val="solid"/>
          </a:ln>
        </p:spPr>
      </p:sp>
      <p:sp>
        <p:nvSpPr>
          <p:cNvPr id="79" name="Text 66"/>
          <p:cNvSpPr txBox="1"/>
          <p:nvPr/>
        </p:nvSpPr>
        <p:spPr>
          <a:xfrm>
            <a:off x="2480584" y="30317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80" name="Image 11" descr="preencoded.png">    </p:cNvPr>
          <p:cNvPicPr>
            <a:picLocks noChangeAspect="1"/>
          </p:cNvPicPr>
          <p:nvPr/>
        </p:nvPicPr>
        <p:blipFill>
          <a:blip r:embed="rId12"/>
          <a:stretch>
            <a:fillRect/>
          </a:stretch>
        </p:blipFill>
        <p:spPr>
          <a:xfrm>
            <a:off x="1776496" y="3614690"/>
            <a:ext cx="237744" cy="237744"/>
          </a:xfrm>
          <a:prstGeom prst="rect">
            <a:avLst/>
          </a:prstGeom>
        </p:spPr>
      </p:pic>
      <p:sp>
        <p:nvSpPr>
          <p:cNvPr id="81"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82"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Halaman Data Kelas: Insert › Charts</a:t>
            </a:r>
            <a:endParaRPr lang="en-US" sz="1800" dirty="0"/>
          </a:p>
        </p:txBody>
      </p:sp>
      <p:sp>
        <p:nvSpPr>
          <p:cNvPr id="83"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halaman Data Kelas. Insert › Charts. Pilih file database kelompok, pilih grafik, klik Add.</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Menyematkan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Galeri Karya Santri</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Shape 34"/>
          <p:cNvSpPr/>
          <p:nvPr/>
        </p:nvSpPr>
        <p:spPr>
          <a:xfrm>
            <a:off x="770656" y="2730008"/>
            <a:ext cx="1062045" cy="640080"/>
          </a:xfrm>
          <a:prstGeom prst="rect">
            <a:avLst/>
          </a:prstGeom>
          <a:solidFill>
            <a:srgbClr val="A7CBEE"/>
          </a:solidFill>
          <a:ln w="12700">
            <a:solidFill>
              <a:srgbClr val="A7CBEE"/>
            </a:solidFill>
            <a:prstDash val="solid"/>
          </a:ln>
        </p:spPr>
      </p:sp>
      <p:sp>
        <p:nvSpPr>
          <p:cNvPr id="47" name="Shape 35"/>
          <p:cNvSpPr/>
          <p:nvPr/>
        </p:nvSpPr>
        <p:spPr>
          <a:xfrm>
            <a:off x="876861" y="2986040"/>
            <a:ext cx="531023" cy="384048"/>
          </a:xfrm>
          <a:prstGeom prst="triangle">
            <a:avLst/>
          </a:prstGeom>
          <a:solidFill>
            <a:srgbClr val="34A853"/>
          </a:solidFill>
          <a:ln/>
        </p:spPr>
      </p:sp>
      <p:sp>
        <p:nvSpPr>
          <p:cNvPr id="48" name="Shape 36"/>
          <p:cNvSpPr/>
          <p:nvPr/>
        </p:nvSpPr>
        <p:spPr>
          <a:xfrm>
            <a:off x="1887565" y="2730008"/>
            <a:ext cx="1062045" cy="640080"/>
          </a:xfrm>
          <a:prstGeom prst="rect">
            <a:avLst/>
          </a:prstGeom>
          <a:solidFill>
            <a:srgbClr val="D9EAD3"/>
          </a:solidFill>
          <a:ln w="12700">
            <a:solidFill>
              <a:srgbClr val="D9EAD3"/>
            </a:solidFill>
            <a:prstDash val="solid"/>
          </a:ln>
        </p:spPr>
      </p:sp>
      <p:sp>
        <p:nvSpPr>
          <p:cNvPr id="49" name="Shape 37"/>
          <p:cNvSpPr/>
          <p:nvPr/>
        </p:nvSpPr>
        <p:spPr>
          <a:xfrm>
            <a:off x="1993770" y="2986040"/>
            <a:ext cx="531023" cy="384048"/>
          </a:xfrm>
          <a:prstGeom prst="triangle">
            <a:avLst/>
          </a:prstGeom>
          <a:solidFill>
            <a:srgbClr val="34A853"/>
          </a:solidFill>
          <a:ln/>
        </p:spPr>
      </p:sp>
      <p:sp>
        <p:nvSpPr>
          <p:cNvPr id="50" name="Shape 38"/>
          <p:cNvSpPr/>
          <p:nvPr/>
        </p:nvSpPr>
        <p:spPr>
          <a:xfrm>
            <a:off x="3004475" y="2730008"/>
            <a:ext cx="1062045" cy="640080"/>
          </a:xfrm>
          <a:prstGeom prst="rect">
            <a:avLst/>
          </a:prstGeom>
          <a:solidFill>
            <a:srgbClr val="FBF1D3"/>
          </a:solidFill>
          <a:ln w="12700">
            <a:solidFill>
              <a:srgbClr val="FBF1D3"/>
            </a:solidFill>
            <a:prstDash val="solid"/>
          </a:ln>
        </p:spPr>
      </p:sp>
      <p:sp>
        <p:nvSpPr>
          <p:cNvPr id="51" name="Shape 39"/>
          <p:cNvSpPr/>
          <p:nvPr/>
        </p:nvSpPr>
        <p:spPr>
          <a:xfrm>
            <a:off x="3110679" y="2986040"/>
            <a:ext cx="531023" cy="384048"/>
          </a:xfrm>
          <a:prstGeom prst="triangle">
            <a:avLst/>
          </a:prstGeom>
          <a:solidFill>
            <a:srgbClr val="34A853"/>
          </a:solidFill>
          <a:ln/>
        </p:spPr>
      </p:sp>
      <p:sp>
        <p:nvSpPr>
          <p:cNvPr id="52" name="Shape 40"/>
          <p:cNvSpPr/>
          <p:nvPr/>
        </p:nvSpPr>
        <p:spPr>
          <a:xfrm>
            <a:off x="743224" y="2702576"/>
            <a:ext cx="3405591" cy="694944"/>
          </a:xfrm>
          <a:prstGeom prst="rect">
            <a:avLst/>
          </a:prstGeom>
          <a:solidFill>
            <a:srgbClr val="FFFFFF">
              <a:alpha val="0"/>
            </a:srgbClr>
          </a:solidFill>
          <a:ln w="15240">
            <a:solidFill>
              <a:srgbClr val="1A73E8"/>
            </a:solidFill>
            <a:prstDash val="solid"/>
          </a:ln>
        </p:spPr>
      </p:sp>
      <p:sp>
        <p:nvSpPr>
          <p:cNvPr id="53" name="Text 41"/>
          <p:cNvSpPr txBox="1"/>
          <p:nvPr/>
        </p:nvSpPr>
        <p:spPr>
          <a:xfrm>
            <a:off x="770656" y="3461528"/>
            <a:ext cx="3350727" cy="228600"/>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Poster dakwah karya santri Kelas VII (2025/2026).</a:t>
            </a:r>
            <a:endParaRPr lang="en-US" sz="700" dirty="0"/>
          </a:p>
        </p:txBody>
      </p:sp>
      <p:sp>
        <p:nvSpPr>
          <p:cNvPr id="54" name="Shape 42"/>
          <p:cNvSpPr/>
          <p:nvPr/>
        </p:nvSpPr>
        <p:spPr>
          <a:xfrm>
            <a:off x="4304264" y="1970285"/>
            <a:ext cx="1234440" cy="2025099"/>
          </a:xfrm>
          <a:prstGeom prst="rect">
            <a:avLst/>
          </a:prstGeom>
          <a:solidFill>
            <a:srgbClr val="FFFFFF"/>
          </a:solidFill>
          <a:ln w="6350">
            <a:solidFill>
              <a:srgbClr val="DDDDDD"/>
            </a:solidFill>
            <a:prstDash val="solid"/>
          </a:ln>
        </p:spPr>
      </p:sp>
      <p:sp>
        <p:nvSpPr>
          <p:cNvPr id="55" name="Text 43"/>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6" name="Shape 44"/>
          <p:cNvSpPr/>
          <p:nvPr/>
        </p:nvSpPr>
        <p:spPr>
          <a:xfrm>
            <a:off x="4377416" y="2198885"/>
            <a:ext cx="329184" cy="22860"/>
          </a:xfrm>
          <a:prstGeom prst="rect">
            <a:avLst/>
          </a:prstGeom>
          <a:solidFill>
            <a:srgbClr val="673AB7"/>
          </a:solidFill>
          <a:ln w="12700">
            <a:solidFill>
              <a:srgbClr val="673AB7"/>
            </a:solidFill>
            <a:prstDash val="solid"/>
          </a:ln>
        </p:spPr>
      </p:sp>
      <p:sp>
        <p:nvSpPr>
          <p:cNvPr id="57" name="Text 45"/>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8" name="Text 46"/>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9" name="Text 47"/>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60" name="Text 48"/>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61" name="Text 49"/>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62" name="Text 50"/>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3" name="Text 51"/>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4" name="Text 52"/>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5" name="Text 53"/>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6" name="Text 54"/>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7" name="Shape 55"/>
          <p:cNvSpPr/>
          <p:nvPr/>
        </p:nvSpPr>
        <p:spPr>
          <a:xfrm>
            <a:off x="4359128" y="2473205"/>
            <a:ext cx="1124712" cy="219456"/>
          </a:xfrm>
          <a:prstGeom prst="roundRect">
            <a:avLst>
              <a:gd name="adj" fmla="val 20833"/>
            </a:avLst>
          </a:prstGeom>
          <a:solidFill>
            <a:srgbClr val="FFFFFF">
              <a:alpha val="0"/>
            </a:srgbClr>
          </a:solidFill>
          <a:ln w="31750">
            <a:solidFill>
              <a:srgbClr val="E53935"/>
            </a:solidFill>
            <a:prstDash val="solid"/>
          </a:ln>
        </p:spPr>
      </p:sp>
      <p:sp>
        <p:nvSpPr>
          <p:cNvPr id="68" name="Shape 56"/>
          <p:cNvSpPr/>
          <p:nvPr/>
        </p:nvSpPr>
        <p:spPr>
          <a:xfrm>
            <a:off x="5346680" y="2336045"/>
            <a:ext cx="274320" cy="274320"/>
          </a:xfrm>
          <a:prstGeom prst="ellipse">
            <a:avLst/>
          </a:prstGeom>
          <a:solidFill>
            <a:srgbClr val="E53935"/>
          </a:solidFill>
          <a:ln w="12700">
            <a:solidFill>
              <a:srgbClr val="FFFFFF"/>
            </a:solidFill>
            <a:prstDash val="solid"/>
          </a:ln>
        </p:spPr>
      </p:sp>
      <p:sp>
        <p:nvSpPr>
          <p:cNvPr id="69" name="Text 57"/>
          <p:cNvSpPr txBox="1"/>
          <p:nvPr/>
        </p:nvSpPr>
        <p:spPr>
          <a:xfrm>
            <a:off x="5346680" y="23360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0" name="Image 10" descr="preencoded.png">    </p:cNvPr>
          <p:cNvPicPr>
            <a:picLocks noChangeAspect="1"/>
          </p:cNvPicPr>
          <p:nvPr/>
        </p:nvPicPr>
        <p:blipFill>
          <a:blip r:embed="rId11"/>
          <a:stretch>
            <a:fillRect/>
          </a:stretch>
        </p:blipFill>
        <p:spPr>
          <a:xfrm>
            <a:off x="4975890" y="2592077"/>
            <a:ext cx="237744" cy="237744"/>
          </a:xfrm>
          <a:prstGeom prst="rect">
            <a:avLst/>
          </a:prstGeom>
        </p:spPr>
      </p:pic>
      <p:sp>
        <p:nvSpPr>
          <p:cNvPr id="71" name="Shape 58"/>
          <p:cNvSpPr/>
          <p:nvPr/>
        </p:nvSpPr>
        <p:spPr>
          <a:xfrm>
            <a:off x="752368" y="2711720"/>
            <a:ext cx="3387303" cy="676656"/>
          </a:xfrm>
          <a:prstGeom prst="roundRect">
            <a:avLst>
              <a:gd name="adj" fmla="val 6757"/>
            </a:avLst>
          </a:prstGeom>
          <a:solidFill>
            <a:srgbClr val="FFFFFF">
              <a:alpha val="0"/>
            </a:srgbClr>
          </a:solidFill>
          <a:ln w="31750">
            <a:solidFill>
              <a:srgbClr val="E53935"/>
            </a:solidFill>
            <a:prstDash val="solid"/>
          </a:ln>
        </p:spPr>
      </p:sp>
      <p:sp>
        <p:nvSpPr>
          <p:cNvPr id="72" name="Shape 59"/>
          <p:cNvSpPr/>
          <p:nvPr/>
        </p:nvSpPr>
        <p:spPr>
          <a:xfrm>
            <a:off x="4002512" y="2574560"/>
            <a:ext cx="274320" cy="274320"/>
          </a:xfrm>
          <a:prstGeom prst="ellipse">
            <a:avLst/>
          </a:prstGeom>
          <a:solidFill>
            <a:srgbClr val="E53935"/>
          </a:solidFill>
          <a:ln w="12700">
            <a:solidFill>
              <a:srgbClr val="FFFFFF"/>
            </a:solidFill>
            <a:prstDash val="solid"/>
          </a:ln>
        </p:spPr>
      </p:sp>
      <p:sp>
        <p:nvSpPr>
          <p:cNvPr id="73" name="Text 60"/>
          <p:cNvSpPr txBox="1"/>
          <p:nvPr/>
        </p:nvSpPr>
        <p:spPr>
          <a:xfrm>
            <a:off x="4002512" y="25745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4" name="Image 11" descr="preencoded.png">    </p:cNvPr>
          <p:cNvPicPr>
            <a:picLocks noChangeAspect="1"/>
          </p:cNvPicPr>
          <p:nvPr/>
        </p:nvPicPr>
        <p:blipFill>
          <a:blip r:embed="rId12"/>
          <a:stretch>
            <a:fillRect/>
          </a:stretch>
        </p:blipFill>
        <p:spPr>
          <a:xfrm>
            <a:off x="2613556" y="3082052"/>
            <a:ext cx="237744" cy="237744"/>
          </a:xfrm>
          <a:prstGeom prst="rect">
            <a:avLst/>
          </a:prstGeom>
        </p:spPr>
      </p:pic>
      <p:sp>
        <p:nvSpPr>
          <p:cNvPr id="75" name="Text 6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76" name="Text 6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Halaman Galeri: Insert › Images</a:t>
            </a:r>
            <a:endParaRPr lang="en-US" sz="1800" dirty="0"/>
          </a:p>
        </p:txBody>
      </p:sp>
      <p:sp>
        <p:nvSpPr>
          <p:cNvPr id="77" name="Text 6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Galeri. Insert › Images › pilih dari Drive. Masukkan 3 karya, misalnya poster dakwah. Tulis keterangan di bawahnya.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Tema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Insert</a:t>
            </a:r>
            <a:endParaRPr lang="en-US" sz="700" dirty="0"/>
          </a:p>
        </p:txBody>
      </p:sp>
      <p:sp>
        <p:nvSpPr>
          <p:cNvPr id="53" name="Text 41"/>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4" name="Text 42"/>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Themes</a:t>
            </a:r>
            <a:endParaRPr lang="en-US" sz="700" dirty="0"/>
          </a:p>
        </p:txBody>
      </p:sp>
      <p:sp>
        <p:nvSpPr>
          <p:cNvPr id="55" name="Shape 43"/>
          <p:cNvSpPr/>
          <p:nvPr/>
        </p:nvSpPr>
        <p:spPr>
          <a:xfrm>
            <a:off x="5163800" y="2198885"/>
            <a:ext cx="329184" cy="22860"/>
          </a:xfrm>
          <a:prstGeom prst="rect">
            <a:avLst/>
          </a:prstGeom>
          <a:solidFill>
            <a:srgbClr val="673AB7"/>
          </a:solidFill>
          <a:ln w="12700">
            <a:solidFill>
              <a:srgbClr val="673AB7"/>
            </a:solidFill>
            <a:prstDash val="solid"/>
          </a:ln>
        </p:spPr>
      </p:sp>
      <p:sp>
        <p:nvSpPr>
          <p:cNvPr id="56" name="Shape 44"/>
          <p:cNvSpPr/>
          <p:nvPr/>
        </p:nvSpPr>
        <p:spPr>
          <a:xfrm>
            <a:off x="4395704" y="2290325"/>
            <a:ext cx="502920" cy="411480"/>
          </a:xfrm>
          <a:prstGeom prst="rect">
            <a:avLst/>
          </a:prstGeom>
          <a:solidFill>
            <a:srgbClr val="FFFFFF"/>
          </a:solidFill>
          <a:ln w="6350">
            <a:solidFill>
              <a:srgbClr val="CCCCCC"/>
            </a:solidFill>
            <a:prstDash val="solid"/>
          </a:ln>
        </p:spPr>
      </p:sp>
      <p:sp>
        <p:nvSpPr>
          <p:cNvPr id="57" name="Text 45"/>
          <p:cNvSpPr txBox="1"/>
          <p:nvPr/>
        </p:nvSpPr>
        <p:spPr>
          <a:xfrm>
            <a:off x="4349984" y="2710949"/>
            <a:ext cx="594360" cy="118872"/>
          </a:xfrm>
          <a:prstGeom prst="rect">
            <a:avLst/>
          </a:prstGeom>
          <a:noFill/>
          <a:ln/>
        </p:spPr>
        <p:txBody>
          <a:bodyPr wrap="square" lIns="0" tIns="0" rIns="0" bIns="0" rtlCol="0" anchor="t"/>
          <a:lstStyle/>
          <a:p>
            <a:pPr algn="ctr" indent="0" marL="0">
              <a:buNone/>
            </a:pPr>
            <a:r>
              <a:rPr lang="en-US" sz="550" dirty="0">
                <a:solidFill>
                  <a:srgbClr val="1E2A26"/>
                </a:solidFill>
                <a:latin typeface="Calibri" pitchFamily="34" charset="0"/>
                <a:ea typeface="Calibri" pitchFamily="34" charset="-122"/>
                <a:cs typeface="Calibri" pitchFamily="34" charset="-120"/>
              </a:rPr>
              <a:t>Simple</a:t>
            </a:r>
            <a:endParaRPr lang="en-US" sz="550" dirty="0"/>
          </a:p>
        </p:txBody>
      </p:sp>
      <p:sp>
        <p:nvSpPr>
          <p:cNvPr id="58" name="Shape 46"/>
          <p:cNvSpPr/>
          <p:nvPr/>
        </p:nvSpPr>
        <p:spPr>
          <a:xfrm>
            <a:off x="4944344" y="2290325"/>
            <a:ext cx="502920" cy="411480"/>
          </a:xfrm>
          <a:prstGeom prst="rect">
            <a:avLst/>
          </a:prstGeom>
          <a:solidFill>
            <a:srgbClr val="1F7A5C"/>
          </a:solidFill>
          <a:ln w="6350">
            <a:solidFill>
              <a:srgbClr val="CCCCCC"/>
            </a:solidFill>
            <a:prstDash val="solid"/>
          </a:ln>
        </p:spPr>
      </p:sp>
      <p:sp>
        <p:nvSpPr>
          <p:cNvPr id="59" name="Text 47"/>
          <p:cNvSpPr txBox="1"/>
          <p:nvPr/>
        </p:nvSpPr>
        <p:spPr>
          <a:xfrm>
            <a:off x="4898624" y="2710949"/>
            <a:ext cx="594360" cy="118872"/>
          </a:xfrm>
          <a:prstGeom prst="rect">
            <a:avLst/>
          </a:prstGeom>
          <a:noFill/>
          <a:ln/>
        </p:spPr>
        <p:txBody>
          <a:bodyPr wrap="square" lIns="0" tIns="0" rIns="0" bIns="0" rtlCol="0" anchor="t"/>
          <a:lstStyle/>
          <a:p>
            <a:pPr algn="ctr" indent="0" marL="0">
              <a:buNone/>
            </a:pPr>
            <a:r>
              <a:rPr lang="en-US" sz="550" dirty="0">
                <a:solidFill>
                  <a:srgbClr val="1E2A26"/>
                </a:solidFill>
                <a:latin typeface="Calibri" pitchFamily="34" charset="0"/>
                <a:ea typeface="Calibri" pitchFamily="34" charset="-122"/>
                <a:cs typeface="Calibri" pitchFamily="34" charset="-120"/>
              </a:rPr>
              <a:t>Aristotle</a:t>
            </a:r>
            <a:endParaRPr lang="en-US" sz="550" dirty="0"/>
          </a:p>
        </p:txBody>
      </p:sp>
      <p:sp>
        <p:nvSpPr>
          <p:cNvPr id="60" name="Shape 48"/>
          <p:cNvSpPr/>
          <p:nvPr/>
        </p:nvSpPr>
        <p:spPr>
          <a:xfrm>
            <a:off x="4395704" y="2884685"/>
            <a:ext cx="502920" cy="411480"/>
          </a:xfrm>
          <a:prstGeom prst="rect">
            <a:avLst/>
          </a:prstGeom>
          <a:solidFill>
            <a:srgbClr val="0F4C3A"/>
          </a:solidFill>
          <a:ln w="19050">
            <a:solidFill>
              <a:srgbClr val="673AB7"/>
            </a:solidFill>
            <a:prstDash val="solid"/>
          </a:ln>
        </p:spPr>
      </p:sp>
      <p:sp>
        <p:nvSpPr>
          <p:cNvPr id="61" name="Text 49"/>
          <p:cNvSpPr txBox="1"/>
          <p:nvPr/>
        </p:nvSpPr>
        <p:spPr>
          <a:xfrm>
            <a:off x="4349984" y="3305309"/>
            <a:ext cx="594360" cy="118872"/>
          </a:xfrm>
          <a:prstGeom prst="rect">
            <a:avLst/>
          </a:prstGeom>
          <a:noFill/>
          <a:ln/>
        </p:spPr>
        <p:txBody>
          <a:bodyPr wrap="square" lIns="0" tIns="0" rIns="0" bIns="0" rtlCol="0" anchor="t"/>
          <a:lstStyle/>
          <a:p>
            <a:pPr algn="ctr" indent="0" marL="0">
              <a:buNone/>
            </a:pPr>
            <a:r>
              <a:rPr lang="en-US" sz="550" dirty="0">
                <a:solidFill>
                  <a:srgbClr val="1E2A26"/>
                </a:solidFill>
                <a:latin typeface="Calibri" pitchFamily="34" charset="0"/>
                <a:ea typeface="Calibri" pitchFamily="34" charset="-122"/>
                <a:cs typeface="Calibri" pitchFamily="34" charset="-120"/>
              </a:rPr>
              <a:t>Diplomat</a:t>
            </a:r>
            <a:endParaRPr lang="en-US" sz="550" dirty="0"/>
          </a:p>
        </p:txBody>
      </p:sp>
      <p:sp>
        <p:nvSpPr>
          <p:cNvPr id="62" name="Shape 50"/>
          <p:cNvSpPr/>
          <p:nvPr/>
        </p:nvSpPr>
        <p:spPr>
          <a:xfrm>
            <a:off x="4944344" y="2884685"/>
            <a:ext cx="502920" cy="411480"/>
          </a:xfrm>
          <a:prstGeom prst="rect">
            <a:avLst/>
          </a:prstGeom>
          <a:solidFill>
            <a:srgbClr val="263238"/>
          </a:solidFill>
          <a:ln w="6350">
            <a:solidFill>
              <a:srgbClr val="CCCCCC"/>
            </a:solidFill>
            <a:prstDash val="solid"/>
          </a:ln>
        </p:spPr>
      </p:sp>
      <p:sp>
        <p:nvSpPr>
          <p:cNvPr id="63" name="Text 51"/>
          <p:cNvSpPr txBox="1"/>
          <p:nvPr/>
        </p:nvSpPr>
        <p:spPr>
          <a:xfrm>
            <a:off x="4898624" y="3305309"/>
            <a:ext cx="594360" cy="118872"/>
          </a:xfrm>
          <a:prstGeom prst="rect">
            <a:avLst/>
          </a:prstGeom>
          <a:noFill/>
          <a:ln/>
        </p:spPr>
        <p:txBody>
          <a:bodyPr wrap="square" lIns="0" tIns="0" rIns="0" bIns="0" rtlCol="0" anchor="t"/>
          <a:lstStyle/>
          <a:p>
            <a:pPr algn="ctr" indent="0" marL="0">
              <a:buNone/>
            </a:pPr>
            <a:r>
              <a:rPr lang="en-US" sz="550" dirty="0">
                <a:solidFill>
                  <a:srgbClr val="1E2A26"/>
                </a:solidFill>
                <a:latin typeface="Calibri" pitchFamily="34" charset="0"/>
                <a:ea typeface="Calibri" pitchFamily="34" charset="-122"/>
                <a:cs typeface="Calibri" pitchFamily="34" charset="-120"/>
              </a:rPr>
              <a:t>Vision</a:t>
            </a:r>
            <a:endParaRPr lang="en-US" sz="550" dirty="0"/>
          </a:p>
        </p:txBody>
      </p:sp>
      <p:sp>
        <p:nvSpPr>
          <p:cNvPr id="64" name="Shape 52"/>
          <p:cNvSpPr/>
          <p:nvPr/>
        </p:nvSpPr>
        <p:spPr>
          <a:xfrm>
            <a:off x="5118080" y="1997717"/>
            <a:ext cx="420624" cy="219456"/>
          </a:xfrm>
          <a:prstGeom prst="roundRect">
            <a:avLst>
              <a:gd name="adj" fmla="val 20833"/>
            </a:avLst>
          </a:prstGeom>
          <a:solidFill>
            <a:srgbClr val="FFFFFF">
              <a:alpha val="0"/>
            </a:srgbClr>
          </a:solidFill>
          <a:ln w="31750">
            <a:solidFill>
              <a:srgbClr val="E53935"/>
            </a:solidFill>
            <a:prstDash val="solid"/>
          </a:ln>
        </p:spPr>
      </p:sp>
      <p:sp>
        <p:nvSpPr>
          <p:cNvPr id="65" name="Shape 53"/>
          <p:cNvSpPr/>
          <p:nvPr/>
        </p:nvSpPr>
        <p:spPr>
          <a:xfrm>
            <a:off x="5401544" y="1860557"/>
            <a:ext cx="274320" cy="274320"/>
          </a:xfrm>
          <a:prstGeom prst="ellipse">
            <a:avLst/>
          </a:prstGeom>
          <a:solidFill>
            <a:srgbClr val="E53935"/>
          </a:solidFill>
          <a:ln w="12700">
            <a:solidFill>
              <a:srgbClr val="FFFFFF"/>
            </a:solidFill>
            <a:prstDash val="solid"/>
          </a:ln>
        </p:spPr>
      </p:sp>
      <p:sp>
        <p:nvSpPr>
          <p:cNvPr id="66" name="Text 54"/>
          <p:cNvSpPr txBox="1"/>
          <p:nvPr/>
        </p:nvSpPr>
        <p:spPr>
          <a:xfrm>
            <a:off x="5401544" y="18605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67" name="Image 10" descr="preencoded.png">    </p:cNvPr>
          <p:cNvPicPr>
            <a:picLocks noChangeAspect="1"/>
          </p:cNvPicPr>
          <p:nvPr/>
        </p:nvPicPr>
        <p:blipFill>
          <a:blip r:embed="rId11"/>
          <a:stretch>
            <a:fillRect/>
          </a:stretch>
        </p:blipFill>
        <p:spPr>
          <a:xfrm>
            <a:off x="5347594" y="2116589"/>
            <a:ext cx="237744" cy="237744"/>
          </a:xfrm>
          <a:prstGeom prst="rect">
            <a:avLst/>
          </a:prstGeom>
        </p:spPr>
      </p:pic>
      <p:sp>
        <p:nvSpPr>
          <p:cNvPr id="68" name="Shape 55"/>
          <p:cNvSpPr/>
          <p:nvPr/>
        </p:nvSpPr>
        <p:spPr>
          <a:xfrm>
            <a:off x="4368272" y="2857253"/>
            <a:ext cx="557784" cy="466344"/>
          </a:xfrm>
          <a:prstGeom prst="roundRect">
            <a:avLst>
              <a:gd name="adj" fmla="val 9804"/>
            </a:avLst>
          </a:prstGeom>
          <a:solidFill>
            <a:srgbClr val="FFFFFF">
              <a:alpha val="0"/>
            </a:srgbClr>
          </a:solidFill>
          <a:ln w="31750">
            <a:solidFill>
              <a:srgbClr val="E53935"/>
            </a:solidFill>
            <a:prstDash val="solid"/>
          </a:ln>
        </p:spPr>
      </p:sp>
      <p:sp>
        <p:nvSpPr>
          <p:cNvPr id="69" name="Shape 56"/>
          <p:cNvSpPr/>
          <p:nvPr/>
        </p:nvSpPr>
        <p:spPr>
          <a:xfrm>
            <a:off x="4788896" y="2720093"/>
            <a:ext cx="274320" cy="274320"/>
          </a:xfrm>
          <a:prstGeom prst="ellipse">
            <a:avLst/>
          </a:prstGeom>
          <a:solidFill>
            <a:srgbClr val="E53935"/>
          </a:solidFill>
          <a:ln w="12700">
            <a:solidFill>
              <a:srgbClr val="FFFFFF"/>
            </a:solidFill>
            <a:prstDash val="solid"/>
          </a:ln>
        </p:spPr>
      </p:sp>
      <p:sp>
        <p:nvSpPr>
          <p:cNvPr id="70" name="Text 57"/>
          <p:cNvSpPr txBox="1"/>
          <p:nvPr/>
        </p:nvSpPr>
        <p:spPr>
          <a:xfrm>
            <a:off x="4788896" y="27200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1" name="Image 11" descr="preencoded.png">    </p:cNvPr>
          <p:cNvPicPr>
            <a:picLocks noChangeAspect="1"/>
          </p:cNvPicPr>
          <p:nvPr/>
        </p:nvPicPr>
        <p:blipFill>
          <a:blip r:embed="rId12"/>
          <a:stretch>
            <a:fillRect/>
          </a:stretch>
        </p:blipFill>
        <p:spPr>
          <a:xfrm>
            <a:off x="4672310" y="3110999"/>
            <a:ext cx="237744" cy="237744"/>
          </a:xfrm>
          <a:prstGeom prst="rect">
            <a:avLst/>
          </a:prstGeom>
        </p:spPr>
      </p:pic>
      <p:sp>
        <p:nvSpPr>
          <p:cNvPr id="72" name="Text 5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73" name="Text 5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Tab Themes: pilih tema</a:t>
            </a:r>
            <a:endParaRPr lang="en-US" sz="1800" dirty="0"/>
          </a:p>
        </p:txBody>
      </p:sp>
      <p:sp>
        <p:nvSpPr>
          <p:cNvPr id="74" name="Text 6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tab Themes. Pilih tema yang rapi. Pilih warna hijau agar serasi dengan identitas pondok.</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Website kelompok harus memiliki: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4 halaman dengan menu yang urut.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Formulir dan satu dokumen laporan di halaman Kegiatan.</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Grafik dari Sheets di halaman Data Kelas (keterangan data fiktif).</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3 karya di Galeri dengan keterangan, dan tema berwarna hijau.</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minimal 4 halaman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Formulir tersemat dan bisa diisi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Grafik tersemat dari Sheets</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Tema dipilih dan isi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Halaman mana yang paling bermanfaat bagi pengunjung?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karya yang dipasang harus dipilih dengan hati-hati?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Pasang foto dan data orang lain hanya dengan izin. Kehormatan saudara kita harus dijaga.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Menerbitkan website dan proyek Website Kelas.</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18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Website Kelas</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menerbitkan website dengan aman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6: Website Tanpa Coding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Setelah website jadi, bagaimana caranya agar orang lain bisa membukanya?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Memeriksa website sebelum terbit dengan daftar periksa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Menerbitkan website dengan pengaturan akses yang aman</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Membuka website di HP dan mempresentasikannya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Daftar Periksa Sebelum Terbit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Wajib Ada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Judul, logo, dan menu yang jelas</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Isi benar, santun, dan bebas salah ketik</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Keterangan data fiktif di halaman data</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Wajib Tidak Ada</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Nama lengkap, alamat, nomor HP santri</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Foto wajah tanpa izin</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Link file pribadi atau kata sandi</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Siapa yang Boleh Melihat?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Restricted</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orang yang diundang. Cocok saat masih latihan.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Lingkungan Pondok</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akun Google pondok. Cocok untuk website kelas.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Public</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Siapa saja di internet. HANYA dengan izin pimpinan pondok.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Menerbitkan Website Kelas</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6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Pemeriksaan akhir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2–4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Publish dan alamat website</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di HP dan 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Pemeriksaan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3" name="Shape 41"/>
          <p:cNvSpPr/>
          <p:nvPr/>
        </p:nvSpPr>
        <p:spPr>
          <a:xfrm>
            <a:off x="4377416" y="2198885"/>
            <a:ext cx="329184" cy="22860"/>
          </a:xfrm>
          <a:prstGeom prst="rect">
            <a:avLst/>
          </a:prstGeom>
          <a:solidFill>
            <a:srgbClr val="673AB7"/>
          </a:solidFill>
          <a:ln w="12700">
            <a:solidFill>
              <a:srgbClr val="673AB7"/>
            </a:solidFill>
            <a:prstDash val="solid"/>
          </a:ln>
        </p:spPr>
      </p:sp>
      <p:sp>
        <p:nvSpPr>
          <p:cNvPr id="54" name="Text 4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Text 4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7" name="Text 4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8" name="Text 4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9" name="Text 4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0" name="Text 4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1" name="Text 4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2" name="Text 5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3" name="Text 5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4" name="Shape 52"/>
          <p:cNvSpPr/>
          <p:nvPr/>
        </p:nvSpPr>
        <p:spPr>
          <a:xfrm>
            <a:off x="3947648" y="1677677"/>
            <a:ext cx="256032" cy="256032"/>
          </a:xfrm>
          <a:prstGeom prst="roundRect">
            <a:avLst>
              <a:gd name="adj" fmla="val 17857"/>
            </a:avLst>
          </a:prstGeom>
          <a:solidFill>
            <a:srgbClr val="FFFFFF">
              <a:alpha val="0"/>
            </a:srgbClr>
          </a:solidFill>
          <a:ln w="31750">
            <a:solidFill>
              <a:srgbClr val="E53935"/>
            </a:solidFill>
            <a:prstDash val="solid"/>
          </a:ln>
        </p:spPr>
      </p:sp>
      <p:sp>
        <p:nvSpPr>
          <p:cNvPr id="65" name="Shape 53"/>
          <p:cNvSpPr/>
          <p:nvPr/>
        </p:nvSpPr>
        <p:spPr>
          <a:xfrm>
            <a:off x="4066520" y="1540517"/>
            <a:ext cx="274320" cy="274320"/>
          </a:xfrm>
          <a:prstGeom prst="ellipse">
            <a:avLst/>
          </a:prstGeom>
          <a:solidFill>
            <a:srgbClr val="E53935"/>
          </a:solidFill>
          <a:ln w="12700">
            <a:solidFill>
              <a:srgbClr val="FFFFFF"/>
            </a:solidFill>
            <a:prstDash val="solid"/>
          </a:ln>
        </p:spPr>
      </p:sp>
      <p:sp>
        <p:nvSpPr>
          <p:cNvPr id="66" name="Text 54"/>
          <p:cNvSpPr txBox="1"/>
          <p:nvPr/>
        </p:nvSpPr>
        <p:spPr>
          <a:xfrm>
            <a:off x="4066520"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67" name="Image 10" descr="preencoded.png">    </p:cNvPr>
          <p:cNvPicPr>
            <a:picLocks noChangeAspect="1"/>
          </p:cNvPicPr>
          <p:nvPr/>
        </p:nvPicPr>
        <p:blipFill>
          <a:blip r:embed="rId11"/>
          <a:stretch>
            <a:fillRect/>
          </a:stretch>
        </p:blipFill>
        <p:spPr>
          <a:xfrm>
            <a:off x="4084808" y="1814837"/>
            <a:ext cx="237744" cy="237744"/>
          </a:xfrm>
          <a:prstGeom prst="rect">
            <a:avLst/>
          </a:prstGeom>
        </p:spPr>
      </p:pic>
      <p:sp>
        <p:nvSpPr>
          <p:cNvPr id="68"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69"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setiap halaman dengan Preview</a:t>
            </a:r>
            <a:endParaRPr lang="en-US" sz="1800" dirty="0"/>
          </a:p>
        </p:txBody>
      </p:sp>
      <p:sp>
        <p:nvSpPr>
          <p:cNvPr id="70"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Preview. Klik setiap menu. Periksa dengan daftar periksa. Perbaiki yang belum sesuai.</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Publish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3" name="Shape 41"/>
          <p:cNvSpPr/>
          <p:nvPr/>
        </p:nvSpPr>
        <p:spPr>
          <a:xfrm>
            <a:off x="4377416" y="2198885"/>
            <a:ext cx="329184" cy="22860"/>
          </a:xfrm>
          <a:prstGeom prst="rect">
            <a:avLst/>
          </a:prstGeom>
          <a:solidFill>
            <a:srgbClr val="673AB7"/>
          </a:solidFill>
          <a:ln w="12700">
            <a:solidFill>
              <a:srgbClr val="673AB7"/>
            </a:solidFill>
            <a:prstDash val="solid"/>
          </a:ln>
        </p:spPr>
      </p:sp>
      <p:sp>
        <p:nvSpPr>
          <p:cNvPr id="54" name="Text 4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Text 4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7" name="Text 4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8" name="Text 4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9" name="Text 4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0" name="Text 4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1" name="Text 4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2" name="Text 5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3" name="Text 5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4" name="Shape 52"/>
          <p:cNvSpPr/>
          <p:nvPr/>
        </p:nvSpPr>
        <p:spPr>
          <a:xfrm>
            <a:off x="4734032" y="1677677"/>
            <a:ext cx="713232" cy="274320"/>
          </a:xfrm>
          <a:prstGeom prst="roundRect">
            <a:avLst>
              <a:gd name="adj" fmla="val 16667"/>
            </a:avLst>
          </a:prstGeom>
          <a:solidFill>
            <a:srgbClr val="FFFFFF">
              <a:alpha val="0"/>
            </a:srgbClr>
          </a:solidFill>
          <a:ln w="31750">
            <a:solidFill>
              <a:srgbClr val="E53935"/>
            </a:solidFill>
            <a:prstDash val="solid"/>
          </a:ln>
        </p:spPr>
      </p:sp>
      <p:sp>
        <p:nvSpPr>
          <p:cNvPr id="65" name="Shape 53"/>
          <p:cNvSpPr/>
          <p:nvPr/>
        </p:nvSpPr>
        <p:spPr>
          <a:xfrm>
            <a:off x="5310104" y="1540517"/>
            <a:ext cx="274320" cy="274320"/>
          </a:xfrm>
          <a:prstGeom prst="ellipse">
            <a:avLst/>
          </a:prstGeom>
          <a:solidFill>
            <a:srgbClr val="E53935"/>
          </a:solidFill>
          <a:ln w="12700">
            <a:solidFill>
              <a:srgbClr val="FFFFFF"/>
            </a:solidFill>
            <a:prstDash val="solid"/>
          </a:ln>
        </p:spPr>
      </p:sp>
      <p:sp>
        <p:nvSpPr>
          <p:cNvPr id="66" name="Text 54"/>
          <p:cNvSpPr txBox="1"/>
          <p:nvPr/>
        </p:nvSpPr>
        <p:spPr>
          <a:xfrm>
            <a:off x="5310104"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67" name="Image 10" descr="preencoded.png">    </p:cNvPr>
          <p:cNvPicPr>
            <a:picLocks noChangeAspect="1"/>
          </p:cNvPicPr>
          <p:nvPr/>
        </p:nvPicPr>
        <p:blipFill>
          <a:blip r:embed="rId11"/>
          <a:stretch>
            <a:fillRect/>
          </a:stretch>
        </p:blipFill>
        <p:spPr>
          <a:xfrm>
            <a:off x="5123566" y="1825810"/>
            <a:ext cx="237744" cy="237744"/>
          </a:xfrm>
          <a:prstGeom prst="rect">
            <a:avLst/>
          </a:prstGeom>
        </p:spPr>
      </p:pic>
      <p:sp>
        <p:nvSpPr>
          <p:cNvPr id="68" name="Text 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9" name="Text 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Publish</a:t>
            </a:r>
            <a:endParaRPr lang="en-US" sz="1800" dirty="0"/>
          </a:p>
        </p:txBody>
      </p:sp>
      <p:sp>
        <p:nvSpPr>
          <p:cNvPr id="70" name="Text 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tombol Publish biru di kanan atas.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Publish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3" name="Shape 41"/>
          <p:cNvSpPr/>
          <p:nvPr/>
        </p:nvSpPr>
        <p:spPr>
          <a:xfrm>
            <a:off x="4377416" y="2198885"/>
            <a:ext cx="329184" cy="22860"/>
          </a:xfrm>
          <a:prstGeom prst="rect">
            <a:avLst/>
          </a:prstGeom>
          <a:solidFill>
            <a:srgbClr val="673AB7"/>
          </a:solidFill>
          <a:ln w="12700">
            <a:solidFill>
              <a:srgbClr val="673AB7"/>
            </a:solidFill>
            <a:prstDash val="solid"/>
          </a:ln>
        </p:spPr>
      </p:sp>
      <p:sp>
        <p:nvSpPr>
          <p:cNvPr id="54" name="Text 4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Text 4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7" name="Text 4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8" name="Text 4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9" name="Text 4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0" name="Text 4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1" name="Text 4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2" name="Text 5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3" name="Text 5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4" name="Shape 52"/>
          <p:cNvSpPr/>
          <p:nvPr/>
        </p:nvSpPr>
        <p:spPr>
          <a:xfrm>
            <a:off x="1691640" y="1951997"/>
            <a:ext cx="2743200" cy="1417320"/>
          </a:xfrm>
          <a:prstGeom prst="roundRect">
            <a:avLst>
              <a:gd name="adj" fmla="val 3871"/>
            </a:avLst>
          </a:prstGeom>
          <a:solidFill>
            <a:srgbClr val="FFFFFF"/>
          </a:solidFill>
          <a:ln w="9525">
            <a:solidFill>
              <a:srgbClr val="BBBBBB"/>
            </a:solidFill>
            <a:prstDash val="solid"/>
          </a:ln>
        </p:spPr>
      </p:sp>
      <p:sp>
        <p:nvSpPr>
          <p:cNvPr id="65" name="Text 53"/>
          <p:cNvSpPr txBox="1"/>
          <p:nvPr/>
        </p:nvSpPr>
        <p:spPr>
          <a:xfrm>
            <a:off x="1828800" y="2025149"/>
            <a:ext cx="1828800" cy="22860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Publish site</a:t>
            </a:r>
            <a:endParaRPr lang="en-US" sz="1100" dirty="0"/>
          </a:p>
        </p:txBody>
      </p:sp>
      <p:sp>
        <p:nvSpPr>
          <p:cNvPr id="66" name="Text 54"/>
          <p:cNvSpPr txBox="1"/>
          <p:nvPr/>
        </p:nvSpPr>
        <p:spPr>
          <a:xfrm>
            <a:off x="1828800" y="2317757"/>
            <a:ext cx="914400" cy="146304"/>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Web address</a:t>
            </a:r>
            <a:endParaRPr lang="en-US" sz="700" dirty="0"/>
          </a:p>
        </p:txBody>
      </p:sp>
      <p:sp>
        <p:nvSpPr>
          <p:cNvPr id="67" name="Shape 55"/>
          <p:cNvSpPr/>
          <p:nvPr/>
        </p:nvSpPr>
        <p:spPr>
          <a:xfrm>
            <a:off x="1828800" y="2482349"/>
            <a:ext cx="2468880" cy="219456"/>
          </a:xfrm>
          <a:prstGeom prst="rect">
            <a:avLst/>
          </a:prstGeom>
          <a:solidFill>
            <a:srgbClr val="FFFFFF"/>
          </a:solidFill>
          <a:ln w="12700">
            <a:solidFill>
              <a:srgbClr val="1A73E8"/>
            </a:solidFill>
            <a:prstDash val="solid"/>
          </a:ln>
        </p:spPr>
      </p:sp>
      <p:sp>
        <p:nvSpPr>
          <p:cNvPr id="68" name="Text 56"/>
          <p:cNvSpPr txBox="1"/>
          <p:nvPr/>
        </p:nvSpPr>
        <p:spPr>
          <a:xfrm>
            <a:off x="1874520" y="2482349"/>
            <a:ext cx="24688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sites.google.com/view/ kelas8a-wu</a:t>
            </a:r>
            <a:endParaRPr lang="en-US" sz="750" dirty="0"/>
          </a:p>
        </p:txBody>
      </p:sp>
      <p:sp>
        <p:nvSpPr>
          <p:cNvPr id="69" name="Text 57"/>
          <p:cNvSpPr txBox="1"/>
          <p:nvPr/>
        </p:nvSpPr>
        <p:spPr>
          <a:xfrm>
            <a:off x="1828800" y="2774957"/>
            <a:ext cx="246888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Who can view my site:  Restricted (Manage)</a:t>
            </a:r>
            <a:endParaRPr lang="en-US" sz="700" dirty="0"/>
          </a:p>
        </p:txBody>
      </p:sp>
      <p:sp>
        <p:nvSpPr>
          <p:cNvPr id="70" name="Shape 58"/>
          <p:cNvSpPr/>
          <p:nvPr/>
        </p:nvSpPr>
        <p:spPr>
          <a:xfrm>
            <a:off x="3703320" y="3067565"/>
            <a:ext cx="594360" cy="219456"/>
          </a:xfrm>
          <a:prstGeom prst="roundRect">
            <a:avLst>
              <a:gd name="adj" fmla="val 16667"/>
            </a:avLst>
          </a:prstGeom>
          <a:solidFill>
            <a:srgbClr val="1A73E8"/>
          </a:solidFill>
          <a:ln w="12700">
            <a:solidFill>
              <a:srgbClr val="1A73E8"/>
            </a:solidFill>
            <a:prstDash val="solid"/>
          </a:ln>
        </p:spPr>
      </p:sp>
      <p:sp>
        <p:nvSpPr>
          <p:cNvPr id="71" name="Text 59"/>
          <p:cNvSpPr txBox="1"/>
          <p:nvPr/>
        </p:nvSpPr>
        <p:spPr>
          <a:xfrm>
            <a:off x="3703320" y="3067565"/>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72" name="Shape 60"/>
          <p:cNvSpPr/>
          <p:nvPr/>
        </p:nvSpPr>
        <p:spPr>
          <a:xfrm>
            <a:off x="1810512" y="2464061"/>
            <a:ext cx="2505456" cy="256032"/>
          </a:xfrm>
          <a:prstGeom prst="roundRect">
            <a:avLst>
              <a:gd name="adj" fmla="val 17857"/>
            </a:avLst>
          </a:prstGeom>
          <a:solidFill>
            <a:srgbClr val="FFFFFF">
              <a:alpha val="0"/>
            </a:srgbClr>
          </a:solidFill>
          <a:ln w="31750">
            <a:solidFill>
              <a:srgbClr val="E53935"/>
            </a:solidFill>
            <a:prstDash val="solid"/>
          </a:ln>
        </p:spPr>
      </p:sp>
      <p:sp>
        <p:nvSpPr>
          <p:cNvPr id="73" name="Shape 61"/>
          <p:cNvSpPr/>
          <p:nvPr/>
        </p:nvSpPr>
        <p:spPr>
          <a:xfrm>
            <a:off x="4178808" y="2326901"/>
            <a:ext cx="274320" cy="274320"/>
          </a:xfrm>
          <a:prstGeom prst="ellipse">
            <a:avLst/>
          </a:prstGeom>
          <a:solidFill>
            <a:srgbClr val="E53935"/>
          </a:solidFill>
          <a:ln w="12700">
            <a:solidFill>
              <a:srgbClr val="FFFFFF"/>
            </a:solidFill>
            <a:prstDash val="solid"/>
          </a:ln>
        </p:spPr>
      </p:sp>
      <p:sp>
        <p:nvSpPr>
          <p:cNvPr id="74" name="Text 62"/>
          <p:cNvSpPr txBox="1"/>
          <p:nvPr/>
        </p:nvSpPr>
        <p:spPr>
          <a:xfrm>
            <a:off x="4178808" y="232690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75" name="Image 10" descr="preencoded.png">    </p:cNvPr>
          <p:cNvPicPr>
            <a:picLocks noChangeAspect="1"/>
          </p:cNvPicPr>
          <p:nvPr/>
        </p:nvPicPr>
        <p:blipFill>
          <a:blip r:embed="rId11"/>
          <a:stretch>
            <a:fillRect/>
          </a:stretch>
        </p:blipFill>
        <p:spPr>
          <a:xfrm>
            <a:off x="3186684" y="2603050"/>
            <a:ext cx="237744" cy="237744"/>
          </a:xfrm>
          <a:prstGeom prst="rect">
            <a:avLst/>
          </a:prstGeom>
        </p:spPr>
      </p:pic>
      <p:sp>
        <p:nvSpPr>
          <p:cNvPr id="76" name="Text 6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77" name="Text 6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alamat web: kelas8a-wu</a:t>
            </a:r>
            <a:endParaRPr lang="en-US" sz="1800" dirty="0"/>
          </a:p>
        </p:txBody>
      </p:sp>
      <p:sp>
        <p:nvSpPr>
          <p:cNvPr id="78" name="Text 6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Web address, ketik alamat singkat: huruf kecil, tanpa spasi, gunakan tanda hubung. Contoh: kelas8a-wu.</a:t>
            </a:r>
            <a:endParaRPr lang="en-US" sz="1300" dirty="0"/>
          </a:p>
        </p:txBody>
      </p:sp>
      <p:sp>
        <p:nvSpPr>
          <p:cNvPr id="79" name="Shape 6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0"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81" name="Text 6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alamat sudah dipakai orang lain, tambahkan angka, misalnya kelas8a-wu-2026.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Publish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a:t>
            </a:r>
            <a:endParaRPr lang="en-US" sz="800" dirty="0"/>
          </a:p>
        </p:txBody>
      </p:sp>
      <p:pic>
        <p:nvPicPr>
          <p:cNvPr id="28" name="Image 5" descr="preencoded.png">    </p:cNvPr>
          <p:cNvPicPr>
            <a:picLocks noChangeAspect="1"/>
          </p:cNvPicPr>
          <p:nvPr/>
        </p:nvPicPr>
        <p:blipFill>
          <a:blip r:embed="rId6"/>
          <a:stretch>
            <a:fillRect/>
          </a:stretch>
        </p:blipFill>
        <p:spPr>
          <a:xfrm>
            <a:off x="679216" y="1714253"/>
            <a:ext cx="182880" cy="182880"/>
          </a:xfrm>
          <a:prstGeom prst="rect">
            <a:avLst/>
          </a:prstGeom>
        </p:spPr>
      </p:pic>
      <p:sp>
        <p:nvSpPr>
          <p:cNvPr id="29" name="Text 21"/>
          <p:cNvSpPr txBox="1"/>
          <p:nvPr/>
        </p:nvSpPr>
        <p:spPr>
          <a:xfrm>
            <a:off x="935248" y="1695965"/>
            <a:ext cx="1645920" cy="219456"/>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Website Kelas 8A</a:t>
            </a:r>
            <a:endParaRPr lang="en-US" sz="850" dirty="0"/>
          </a:p>
        </p:txBody>
      </p:sp>
      <p:sp>
        <p:nvSpPr>
          <p:cNvPr id="30" name="Text 22"/>
          <p:cNvSpPr txBox="1"/>
          <p:nvPr/>
        </p:nvSpPr>
        <p:spPr>
          <a:xfrm>
            <a:off x="3527024" y="1695965"/>
            <a:ext cx="36576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pic>
        <p:nvPicPr>
          <p:cNvPr id="31" name="Image 6" descr="preencoded.png">    </p:cNvPr>
          <p:cNvPicPr>
            <a:picLocks noChangeAspect="1"/>
          </p:cNvPicPr>
          <p:nvPr/>
        </p:nvPicPr>
        <p:blipFill>
          <a:blip r:embed="rId7"/>
          <a:stretch>
            <a:fillRect/>
          </a:stretch>
        </p:blipFill>
        <p:spPr>
          <a:xfrm>
            <a:off x="3984224" y="1714253"/>
            <a:ext cx="164592" cy="164592"/>
          </a:xfrm>
          <a:prstGeom prst="rect">
            <a:avLst/>
          </a:prstGeom>
        </p:spPr>
      </p:pic>
      <p:pic>
        <p:nvPicPr>
          <p:cNvPr id="32" name="Image 7" descr="preencoded.png">    </p:cNvPr>
          <p:cNvPicPr>
            <a:picLocks noChangeAspect="1"/>
          </p:cNvPicPr>
          <p:nvPr/>
        </p:nvPicPr>
        <p:blipFill>
          <a:blip r:embed="rId8"/>
          <a:stretch>
            <a:fillRect/>
          </a:stretch>
        </p:blipFill>
        <p:spPr>
          <a:xfrm>
            <a:off x="4240256" y="1714253"/>
            <a:ext cx="164592" cy="164592"/>
          </a:xfrm>
          <a:prstGeom prst="rect">
            <a:avLst/>
          </a:prstGeom>
        </p:spPr>
      </p:pic>
      <p:pic>
        <p:nvPicPr>
          <p:cNvPr id="33" name="Image 8" descr="preencoded.png">    </p:cNvPr>
          <p:cNvPicPr>
            <a:picLocks noChangeAspect="1"/>
          </p:cNvPicPr>
          <p:nvPr/>
        </p:nvPicPr>
        <p:blipFill>
          <a:blip r:embed="rId9"/>
          <a:stretch>
            <a:fillRect/>
          </a:stretch>
        </p:blipFill>
        <p:spPr>
          <a:xfrm>
            <a:off x="4487144" y="1714253"/>
            <a:ext cx="164592" cy="164592"/>
          </a:xfrm>
          <a:prstGeom prst="rect">
            <a:avLst/>
          </a:prstGeom>
        </p:spPr>
      </p:pic>
      <p:sp>
        <p:nvSpPr>
          <p:cNvPr id="34" name="Shape 23"/>
          <p:cNvSpPr/>
          <p:nvPr/>
        </p:nvSpPr>
        <p:spPr>
          <a:xfrm>
            <a:off x="4761464" y="1705109"/>
            <a:ext cx="658368" cy="219456"/>
          </a:xfrm>
          <a:prstGeom prst="roundRect">
            <a:avLst>
              <a:gd name="adj" fmla="val 16667"/>
            </a:avLst>
          </a:prstGeom>
          <a:solidFill>
            <a:srgbClr val="1A73E8"/>
          </a:solidFill>
          <a:ln w="12700">
            <a:solidFill>
              <a:srgbClr val="1A73E8"/>
            </a:solidFill>
            <a:prstDash val="solid"/>
          </a:ln>
        </p:spPr>
      </p:sp>
      <p:sp>
        <p:nvSpPr>
          <p:cNvPr id="35" name="Text 24"/>
          <p:cNvSpPr txBox="1"/>
          <p:nvPr/>
        </p:nvSpPr>
        <p:spPr>
          <a:xfrm>
            <a:off x="4761464" y="1705109"/>
            <a:ext cx="65836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6" name="Shape 25"/>
          <p:cNvSpPr/>
          <p:nvPr/>
        </p:nvSpPr>
        <p:spPr>
          <a:xfrm>
            <a:off x="587776" y="1970285"/>
            <a:ext cx="3716487" cy="2025099"/>
          </a:xfrm>
          <a:prstGeom prst="rect">
            <a:avLst/>
          </a:prstGeom>
          <a:solidFill>
            <a:srgbClr val="FFFFFF"/>
          </a:solidFill>
          <a:ln w="12700">
            <a:solidFill>
              <a:srgbClr val="FFFFFF"/>
            </a:solidFill>
            <a:prstDash val="solid"/>
          </a:ln>
        </p:spPr>
      </p:sp>
      <p:sp>
        <p:nvSpPr>
          <p:cNvPr id="37" name="Shape 26"/>
          <p:cNvSpPr/>
          <p:nvPr/>
        </p:nvSpPr>
        <p:spPr>
          <a:xfrm>
            <a:off x="587776" y="1970285"/>
            <a:ext cx="3716487" cy="668283"/>
          </a:xfrm>
          <a:prstGeom prst="rect">
            <a:avLst/>
          </a:prstGeom>
          <a:solidFill>
            <a:srgbClr val="0F4C3A"/>
          </a:solidFill>
          <a:ln w="12700">
            <a:solidFill>
              <a:srgbClr val="0F4C3A"/>
            </a:solidFill>
            <a:prstDash val="solid"/>
          </a:ln>
        </p:spPr>
      </p:sp>
      <p:sp>
        <p:nvSpPr>
          <p:cNvPr id="38" name="Shape 27"/>
          <p:cNvSpPr/>
          <p:nvPr/>
        </p:nvSpPr>
        <p:spPr>
          <a:xfrm>
            <a:off x="3375142" y="2061725"/>
            <a:ext cx="320040" cy="320040"/>
          </a:xfrm>
          <a:prstGeom prst="ellipse">
            <a:avLst/>
          </a:prstGeom>
          <a:solidFill>
            <a:srgbClr val="FBBC05">
              <a:alpha val="80000"/>
            </a:srgbClr>
          </a:solidFill>
          <a:ln/>
        </p:spPr>
      </p:sp>
      <p:sp>
        <p:nvSpPr>
          <p:cNvPr id="39" name="Shape 28"/>
          <p:cNvSpPr/>
          <p:nvPr/>
        </p:nvSpPr>
        <p:spPr>
          <a:xfrm>
            <a:off x="2631844" y="2204184"/>
            <a:ext cx="1486595" cy="434384"/>
          </a:xfrm>
          <a:prstGeom prst="triangle">
            <a:avLst/>
          </a:prstGeom>
          <a:solidFill>
            <a:srgbClr val="1F7A5C">
              <a:alpha val="80000"/>
            </a:srgbClr>
          </a:solidFill>
          <a:ln/>
        </p:spPr>
      </p:sp>
      <p:sp>
        <p:nvSpPr>
          <p:cNvPr id="40" name="Text 29"/>
          <p:cNvSpPr txBox="1"/>
          <p:nvPr/>
        </p:nvSpPr>
        <p:spPr>
          <a:xfrm>
            <a:off x="770656" y="2170770"/>
            <a:ext cx="3350727" cy="300727"/>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41" name="Image 9" descr="/home/claude/logo.png">    </p:cNvPr>
          <p:cNvPicPr>
            <a:picLocks noChangeAspect="1"/>
          </p:cNvPicPr>
          <p:nvPr/>
        </p:nvPicPr>
        <p:blipFill>
          <a:blip r:embed="rId10"/>
          <a:stretch>
            <a:fillRect/>
          </a:stretch>
        </p:blipFill>
        <p:spPr>
          <a:xfrm>
            <a:off x="697504" y="2016005"/>
            <a:ext cx="256032" cy="256032"/>
          </a:xfrm>
          <a:prstGeom prst="rect">
            <a:avLst/>
          </a:prstGeom>
        </p:spPr>
      </p:pic>
      <p:sp>
        <p:nvSpPr>
          <p:cNvPr id="42" name="Text 30"/>
          <p:cNvSpPr txBox="1"/>
          <p:nvPr/>
        </p:nvSpPr>
        <p:spPr>
          <a:xfrm>
            <a:off x="1945112" y="201600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43" name="Text 31"/>
          <p:cNvSpPr txBox="1"/>
          <p:nvPr/>
        </p:nvSpPr>
        <p:spPr>
          <a:xfrm>
            <a:off x="2512040"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44" name="Text 32"/>
          <p:cNvSpPr txBox="1"/>
          <p:nvPr/>
        </p:nvSpPr>
        <p:spPr>
          <a:xfrm>
            <a:off x="3078968"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45" name="Text 33"/>
          <p:cNvSpPr txBox="1"/>
          <p:nvPr/>
        </p:nvSpPr>
        <p:spPr>
          <a:xfrm>
            <a:off x="3645896" y="201600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46" name="Text 34"/>
          <p:cNvSpPr txBox="1"/>
          <p:nvPr/>
        </p:nvSpPr>
        <p:spPr>
          <a:xfrm>
            <a:off x="770656" y="2730008"/>
            <a:ext cx="335072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47" name="Text 35"/>
          <p:cNvSpPr txBox="1"/>
          <p:nvPr/>
        </p:nvSpPr>
        <p:spPr>
          <a:xfrm>
            <a:off x="770656" y="2931176"/>
            <a:ext cx="335072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8" name="Shape 36"/>
          <p:cNvSpPr/>
          <p:nvPr/>
        </p:nvSpPr>
        <p:spPr>
          <a:xfrm>
            <a:off x="770656" y="3324368"/>
            <a:ext cx="3350727" cy="548640"/>
          </a:xfrm>
          <a:prstGeom prst="rect">
            <a:avLst/>
          </a:prstGeom>
          <a:solidFill>
            <a:srgbClr val="A7CBEE"/>
          </a:solidFill>
          <a:ln w="12700">
            <a:solidFill>
              <a:srgbClr val="A7CBEE"/>
            </a:solidFill>
            <a:prstDash val="solid"/>
          </a:ln>
        </p:spPr>
      </p:sp>
      <p:sp>
        <p:nvSpPr>
          <p:cNvPr id="49" name="Shape 37"/>
          <p:cNvSpPr/>
          <p:nvPr/>
        </p:nvSpPr>
        <p:spPr>
          <a:xfrm>
            <a:off x="1105729" y="3516392"/>
            <a:ext cx="1675364" cy="356616"/>
          </a:xfrm>
          <a:prstGeom prst="triangle">
            <a:avLst/>
          </a:prstGeom>
          <a:solidFill>
            <a:srgbClr val="34A853"/>
          </a:solidFill>
          <a:ln/>
        </p:spPr>
      </p:sp>
      <p:sp>
        <p:nvSpPr>
          <p:cNvPr id="50" name="Shape 38"/>
          <p:cNvSpPr/>
          <p:nvPr/>
        </p:nvSpPr>
        <p:spPr>
          <a:xfrm>
            <a:off x="3283702" y="3390205"/>
            <a:ext cx="137160" cy="137160"/>
          </a:xfrm>
          <a:prstGeom prst="ellipse">
            <a:avLst/>
          </a:prstGeom>
          <a:solidFill>
            <a:srgbClr val="FBBC05"/>
          </a:solidFill>
          <a:ln/>
        </p:spPr>
      </p:sp>
      <p:sp>
        <p:nvSpPr>
          <p:cNvPr id="51" name="Shape 39"/>
          <p:cNvSpPr/>
          <p:nvPr/>
        </p:nvSpPr>
        <p:spPr>
          <a:xfrm>
            <a:off x="4304264" y="1970285"/>
            <a:ext cx="1234440" cy="2025099"/>
          </a:xfrm>
          <a:prstGeom prst="rect">
            <a:avLst/>
          </a:prstGeom>
          <a:solidFill>
            <a:srgbClr val="FFFFFF"/>
          </a:solidFill>
          <a:ln w="6350">
            <a:solidFill>
              <a:srgbClr val="DDDDDD"/>
            </a:solidFill>
            <a:prstDash val="solid"/>
          </a:ln>
        </p:spPr>
      </p:sp>
      <p:sp>
        <p:nvSpPr>
          <p:cNvPr id="52" name="Text 40"/>
          <p:cNvSpPr txBox="1"/>
          <p:nvPr/>
        </p:nvSpPr>
        <p:spPr>
          <a:xfrm>
            <a:off x="4349984" y="2016005"/>
            <a:ext cx="384048" cy="182880"/>
          </a:xfrm>
          <a:prstGeom prst="rect">
            <a:avLst/>
          </a:prstGeom>
          <a:noFill/>
          <a:ln/>
        </p:spPr>
        <p:txBody>
          <a:bodyPr wrap="square" lIns="0" tIns="0" rIns="0" bIns="0" rtlCol="0" anchor="ctr"/>
          <a:lstStyle/>
          <a:p>
            <a:pPr algn="ctr" indent="0" marL="0">
              <a:buNone/>
            </a:pPr>
            <a:r>
              <a:rPr lang="en-US" sz="700" b="1" dirty="0">
                <a:solidFill>
                  <a:srgbClr val="673AB7"/>
                </a:solidFill>
                <a:latin typeface="Calibri" pitchFamily="34" charset="0"/>
                <a:ea typeface="Calibri" pitchFamily="34" charset="-122"/>
                <a:cs typeface="Calibri" pitchFamily="34" charset="-120"/>
              </a:rPr>
              <a:t>Insert</a:t>
            </a:r>
            <a:endParaRPr lang="en-US" sz="700" dirty="0"/>
          </a:p>
        </p:txBody>
      </p:sp>
      <p:sp>
        <p:nvSpPr>
          <p:cNvPr id="53" name="Shape 41"/>
          <p:cNvSpPr/>
          <p:nvPr/>
        </p:nvSpPr>
        <p:spPr>
          <a:xfrm>
            <a:off x="4377416" y="2198885"/>
            <a:ext cx="329184" cy="22860"/>
          </a:xfrm>
          <a:prstGeom prst="rect">
            <a:avLst/>
          </a:prstGeom>
          <a:solidFill>
            <a:srgbClr val="673AB7"/>
          </a:solidFill>
          <a:ln w="12700">
            <a:solidFill>
              <a:srgbClr val="673AB7"/>
            </a:solidFill>
            <a:prstDash val="solid"/>
          </a:ln>
        </p:spPr>
      </p:sp>
      <p:sp>
        <p:nvSpPr>
          <p:cNvPr id="54" name="Text 42"/>
          <p:cNvSpPr txBox="1"/>
          <p:nvPr/>
        </p:nvSpPr>
        <p:spPr>
          <a:xfrm>
            <a:off x="4743176"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Pages</a:t>
            </a:r>
            <a:endParaRPr lang="en-US" sz="700" dirty="0"/>
          </a:p>
        </p:txBody>
      </p:sp>
      <p:sp>
        <p:nvSpPr>
          <p:cNvPr id="55" name="Text 43"/>
          <p:cNvSpPr txBox="1"/>
          <p:nvPr/>
        </p:nvSpPr>
        <p:spPr>
          <a:xfrm>
            <a:off x="5136368" y="2016005"/>
            <a:ext cx="384048" cy="182880"/>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Themes</a:t>
            </a:r>
            <a:endParaRPr lang="en-US" sz="700" dirty="0"/>
          </a:p>
        </p:txBody>
      </p:sp>
      <p:sp>
        <p:nvSpPr>
          <p:cNvPr id="56" name="Text 44"/>
          <p:cNvSpPr txBox="1"/>
          <p:nvPr/>
        </p:nvSpPr>
        <p:spPr>
          <a:xfrm>
            <a:off x="4423136" y="229032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Text box</a:t>
            </a:r>
            <a:endParaRPr lang="en-US" sz="700" dirty="0"/>
          </a:p>
        </p:txBody>
      </p:sp>
      <p:sp>
        <p:nvSpPr>
          <p:cNvPr id="57" name="Text 45"/>
          <p:cNvSpPr txBox="1"/>
          <p:nvPr/>
        </p:nvSpPr>
        <p:spPr>
          <a:xfrm>
            <a:off x="4423136" y="249149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Images</a:t>
            </a:r>
            <a:endParaRPr lang="en-US" sz="700" dirty="0"/>
          </a:p>
        </p:txBody>
      </p:sp>
      <p:sp>
        <p:nvSpPr>
          <p:cNvPr id="58" name="Text 46"/>
          <p:cNvSpPr txBox="1"/>
          <p:nvPr/>
        </p:nvSpPr>
        <p:spPr>
          <a:xfrm>
            <a:off x="4423136" y="269266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Embed</a:t>
            </a:r>
            <a:endParaRPr lang="en-US" sz="700" dirty="0"/>
          </a:p>
        </p:txBody>
      </p:sp>
      <p:sp>
        <p:nvSpPr>
          <p:cNvPr id="59" name="Text 47"/>
          <p:cNvSpPr txBox="1"/>
          <p:nvPr/>
        </p:nvSpPr>
        <p:spPr>
          <a:xfrm>
            <a:off x="4423136" y="2893829"/>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Drive</a:t>
            </a:r>
            <a:endParaRPr lang="en-US" sz="700" dirty="0"/>
          </a:p>
        </p:txBody>
      </p:sp>
      <p:sp>
        <p:nvSpPr>
          <p:cNvPr id="60" name="Text 48"/>
          <p:cNvSpPr txBox="1"/>
          <p:nvPr/>
        </p:nvSpPr>
        <p:spPr>
          <a:xfrm>
            <a:off x="4423136" y="3094997"/>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Button</a:t>
            </a:r>
            <a:endParaRPr lang="en-US" sz="700" dirty="0"/>
          </a:p>
        </p:txBody>
      </p:sp>
      <p:sp>
        <p:nvSpPr>
          <p:cNvPr id="61" name="Text 49"/>
          <p:cNvSpPr txBox="1"/>
          <p:nvPr/>
        </p:nvSpPr>
        <p:spPr>
          <a:xfrm>
            <a:off x="4423136" y="3296165"/>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Divider</a:t>
            </a:r>
            <a:endParaRPr lang="en-US" sz="700" dirty="0"/>
          </a:p>
        </p:txBody>
      </p:sp>
      <p:sp>
        <p:nvSpPr>
          <p:cNvPr id="62" name="Text 50"/>
          <p:cNvSpPr txBox="1"/>
          <p:nvPr/>
        </p:nvSpPr>
        <p:spPr>
          <a:xfrm>
            <a:off x="4423136" y="3497333"/>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Forms</a:t>
            </a:r>
            <a:endParaRPr lang="en-US" sz="700" dirty="0"/>
          </a:p>
        </p:txBody>
      </p:sp>
      <p:sp>
        <p:nvSpPr>
          <p:cNvPr id="63" name="Text 51"/>
          <p:cNvSpPr txBox="1"/>
          <p:nvPr/>
        </p:nvSpPr>
        <p:spPr>
          <a:xfrm>
            <a:off x="4423136" y="3698501"/>
            <a:ext cx="1088136"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Charts</a:t>
            </a:r>
            <a:endParaRPr lang="en-US" sz="700" dirty="0"/>
          </a:p>
        </p:txBody>
      </p:sp>
      <p:sp>
        <p:nvSpPr>
          <p:cNvPr id="64" name="Shape 52"/>
          <p:cNvSpPr/>
          <p:nvPr/>
        </p:nvSpPr>
        <p:spPr>
          <a:xfrm>
            <a:off x="1691640" y="1951997"/>
            <a:ext cx="2743200" cy="1417320"/>
          </a:xfrm>
          <a:prstGeom prst="roundRect">
            <a:avLst>
              <a:gd name="adj" fmla="val 3871"/>
            </a:avLst>
          </a:prstGeom>
          <a:solidFill>
            <a:srgbClr val="FFFFFF"/>
          </a:solidFill>
          <a:ln w="9525">
            <a:solidFill>
              <a:srgbClr val="BBBBBB"/>
            </a:solidFill>
            <a:prstDash val="solid"/>
          </a:ln>
        </p:spPr>
      </p:sp>
      <p:sp>
        <p:nvSpPr>
          <p:cNvPr id="65" name="Text 53"/>
          <p:cNvSpPr txBox="1"/>
          <p:nvPr/>
        </p:nvSpPr>
        <p:spPr>
          <a:xfrm>
            <a:off x="1828800" y="2025149"/>
            <a:ext cx="1828800" cy="228600"/>
          </a:xfrm>
          <a:prstGeom prst="rect">
            <a:avLst/>
          </a:prstGeom>
          <a:noFill/>
          <a:ln/>
        </p:spPr>
        <p:txBody>
          <a:bodyPr wrap="square" lIns="0" tIns="0" rIns="0" bIns="0" rtlCol="0" anchor="t"/>
          <a:lstStyle/>
          <a:p>
            <a:pPr indent="0" marL="0">
              <a:buNone/>
            </a:pPr>
            <a:r>
              <a:rPr lang="en-US" sz="1100" dirty="0">
                <a:solidFill>
                  <a:srgbClr val="1E2A26"/>
                </a:solidFill>
                <a:latin typeface="Calibri" pitchFamily="34" charset="0"/>
                <a:ea typeface="Calibri" pitchFamily="34" charset="-122"/>
                <a:cs typeface="Calibri" pitchFamily="34" charset="-120"/>
              </a:rPr>
              <a:t>Publish site</a:t>
            </a:r>
            <a:endParaRPr lang="en-US" sz="1100" dirty="0"/>
          </a:p>
        </p:txBody>
      </p:sp>
      <p:sp>
        <p:nvSpPr>
          <p:cNvPr id="66" name="Text 54"/>
          <p:cNvSpPr txBox="1"/>
          <p:nvPr/>
        </p:nvSpPr>
        <p:spPr>
          <a:xfrm>
            <a:off x="1828800" y="2317757"/>
            <a:ext cx="914400" cy="146304"/>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Web address</a:t>
            </a:r>
            <a:endParaRPr lang="en-US" sz="700" dirty="0"/>
          </a:p>
        </p:txBody>
      </p:sp>
      <p:sp>
        <p:nvSpPr>
          <p:cNvPr id="67" name="Shape 55"/>
          <p:cNvSpPr/>
          <p:nvPr/>
        </p:nvSpPr>
        <p:spPr>
          <a:xfrm>
            <a:off x="1828800" y="2482349"/>
            <a:ext cx="2468880" cy="219456"/>
          </a:xfrm>
          <a:prstGeom prst="rect">
            <a:avLst/>
          </a:prstGeom>
          <a:solidFill>
            <a:srgbClr val="FFFFFF"/>
          </a:solidFill>
          <a:ln w="12700">
            <a:solidFill>
              <a:srgbClr val="1A73E8"/>
            </a:solidFill>
            <a:prstDash val="solid"/>
          </a:ln>
        </p:spPr>
      </p:sp>
      <p:sp>
        <p:nvSpPr>
          <p:cNvPr id="68" name="Text 56"/>
          <p:cNvSpPr txBox="1"/>
          <p:nvPr/>
        </p:nvSpPr>
        <p:spPr>
          <a:xfrm>
            <a:off x="1874520" y="2482349"/>
            <a:ext cx="246888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sites.google.com/view/ kelas8a-wu</a:t>
            </a:r>
            <a:endParaRPr lang="en-US" sz="750" dirty="0"/>
          </a:p>
        </p:txBody>
      </p:sp>
      <p:sp>
        <p:nvSpPr>
          <p:cNvPr id="69" name="Text 57"/>
          <p:cNvSpPr txBox="1"/>
          <p:nvPr/>
        </p:nvSpPr>
        <p:spPr>
          <a:xfrm>
            <a:off x="1828800" y="2774957"/>
            <a:ext cx="246888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Who can view my site:  Lingkungan pondok (Manage)</a:t>
            </a:r>
            <a:endParaRPr lang="en-US" sz="700" dirty="0"/>
          </a:p>
        </p:txBody>
      </p:sp>
      <p:sp>
        <p:nvSpPr>
          <p:cNvPr id="70" name="Shape 58"/>
          <p:cNvSpPr/>
          <p:nvPr/>
        </p:nvSpPr>
        <p:spPr>
          <a:xfrm>
            <a:off x="3703320" y="3067565"/>
            <a:ext cx="594360" cy="219456"/>
          </a:xfrm>
          <a:prstGeom prst="roundRect">
            <a:avLst>
              <a:gd name="adj" fmla="val 16667"/>
            </a:avLst>
          </a:prstGeom>
          <a:solidFill>
            <a:srgbClr val="1A73E8"/>
          </a:solidFill>
          <a:ln w="12700">
            <a:solidFill>
              <a:srgbClr val="1A73E8"/>
            </a:solidFill>
            <a:prstDash val="solid"/>
          </a:ln>
        </p:spPr>
      </p:sp>
      <p:sp>
        <p:nvSpPr>
          <p:cNvPr id="71" name="Text 59"/>
          <p:cNvSpPr txBox="1"/>
          <p:nvPr/>
        </p:nvSpPr>
        <p:spPr>
          <a:xfrm>
            <a:off x="3703320" y="3067565"/>
            <a:ext cx="5943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72" name="Shape 60"/>
          <p:cNvSpPr/>
          <p:nvPr/>
        </p:nvSpPr>
        <p:spPr>
          <a:xfrm>
            <a:off x="1810512" y="2738381"/>
            <a:ext cx="2505456" cy="219456"/>
          </a:xfrm>
          <a:prstGeom prst="roundRect">
            <a:avLst>
              <a:gd name="adj" fmla="val 20833"/>
            </a:avLst>
          </a:prstGeom>
          <a:solidFill>
            <a:srgbClr val="FFFFFF">
              <a:alpha val="0"/>
            </a:srgbClr>
          </a:solidFill>
          <a:ln w="31750">
            <a:solidFill>
              <a:srgbClr val="E53935"/>
            </a:solidFill>
            <a:prstDash val="solid"/>
          </a:ln>
        </p:spPr>
      </p:sp>
      <p:sp>
        <p:nvSpPr>
          <p:cNvPr id="73" name="Shape 61"/>
          <p:cNvSpPr/>
          <p:nvPr/>
        </p:nvSpPr>
        <p:spPr>
          <a:xfrm>
            <a:off x="4178808" y="2601221"/>
            <a:ext cx="274320" cy="274320"/>
          </a:xfrm>
          <a:prstGeom prst="ellipse">
            <a:avLst/>
          </a:prstGeom>
          <a:solidFill>
            <a:srgbClr val="E53935"/>
          </a:solidFill>
          <a:ln w="12700">
            <a:solidFill>
              <a:srgbClr val="FFFFFF"/>
            </a:solidFill>
            <a:prstDash val="solid"/>
          </a:ln>
        </p:spPr>
      </p:sp>
      <p:sp>
        <p:nvSpPr>
          <p:cNvPr id="74" name="Text 62"/>
          <p:cNvSpPr txBox="1"/>
          <p:nvPr/>
        </p:nvSpPr>
        <p:spPr>
          <a:xfrm>
            <a:off x="4178808" y="26012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5" name="Image 10" descr="preencoded.png">    </p:cNvPr>
          <p:cNvPicPr>
            <a:picLocks noChangeAspect="1"/>
          </p:cNvPicPr>
          <p:nvPr/>
        </p:nvPicPr>
        <p:blipFill>
          <a:blip r:embed="rId11"/>
          <a:stretch>
            <a:fillRect/>
          </a:stretch>
        </p:blipFill>
        <p:spPr>
          <a:xfrm>
            <a:off x="3186684" y="2857253"/>
            <a:ext cx="237744" cy="237744"/>
          </a:xfrm>
          <a:prstGeom prst="rect">
            <a:avLst/>
          </a:prstGeom>
        </p:spPr>
      </p:pic>
      <p:sp>
        <p:nvSpPr>
          <p:cNvPr id="76" name="Shape 63"/>
          <p:cNvSpPr/>
          <p:nvPr/>
        </p:nvSpPr>
        <p:spPr>
          <a:xfrm>
            <a:off x="3685032" y="3049277"/>
            <a:ext cx="630936" cy="256032"/>
          </a:xfrm>
          <a:prstGeom prst="roundRect">
            <a:avLst>
              <a:gd name="adj" fmla="val 17857"/>
            </a:avLst>
          </a:prstGeom>
          <a:solidFill>
            <a:srgbClr val="FFFFFF">
              <a:alpha val="0"/>
            </a:srgbClr>
          </a:solidFill>
          <a:ln w="31750">
            <a:solidFill>
              <a:srgbClr val="E53935"/>
            </a:solidFill>
            <a:prstDash val="solid"/>
          </a:ln>
        </p:spPr>
      </p:sp>
      <p:sp>
        <p:nvSpPr>
          <p:cNvPr id="77" name="Shape 64"/>
          <p:cNvSpPr/>
          <p:nvPr/>
        </p:nvSpPr>
        <p:spPr>
          <a:xfrm>
            <a:off x="4178808" y="2912117"/>
            <a:ext cx="274320" cy="274320"/>
          </a:xfrm>
          <a:prstGeom prst="ellipse">
            <a:avLst/>
          </a:prstGeom>
          <a:solidFill>
            <a:srgbClr val="E53935"/>
          </a:solidFill>
          <a:ln w="12700">
            <a:solidFill>
              <a:srgbClr val="FFFFFF"/>
            </a:solidFill>
            <a:prstDash val="solid"/>
          </a:ln>
        </p:spPr>
      </p:sp>
      <p:sp>
        <p:nvSpPr>
          <p:cNvPr id="78" name="Text 65"/>
          <p:cNvSpPr txBox="1"/>
          <p:nvPr/>
        </p:nvSpPr>
        <p:spPr>
          <a:xfrm>
            <a:off x="4178808" y="2912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9" name="Image 11" descr="preencoded.png">    </p:cNvPr>
          <p:cNvPicPr>
            <a:picLocks noChangeAspect="1"/>
          </p:cNvPicPr>
          <p:nvPr/>
        </p:nvPicPr>
        <p:blipFill>
          <a:blip r:embed="rId12"/>
          <a:stretch>
            <a:fillRect/>
          </a:stretch>
        </p:blipFill>
        <p:spPr>
          <a:xfrm>
            <a:off x="4030218" y="3188266"/>
            <a:ext cx="237744" cy="237744"/>
          </a:xfrm>
          <a:prstGeom prst="rect">
            <a:avLst/>
          </a:prstGeom>
        </p:spPr>
      </p:pic>
      <p:sp>
        <p:nvSpPr>
          <p:cNvPr id="80" name="Text 66"/>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81" name="Text 67"/>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Atur Who can view, lalu Publish</a:t>
            </a:r>
            <a:endParaRPr lang="en-US" sz="1800" dirty="0"/>
          </a:p>
        </p:txBody>
      </p:sp>
      <p:sp>
        <p:nvSpPr>
          <p:cNvPr id="82" name="Text 68"/>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Manage di bagian Who can view my site. Pilih sesuai arahan guru. Klik Publish.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2160270" y="1051560"/>
            <a:ext cx="1805940" cy="3611880"/>
          </a:xfrm>
          <a:prstGeom prst="roundRect">
            <a:avLst>
              <a:gd name="adj" fmla="val 9114"/>
            </a:avLst>
          </a:prstGeom>
          <a:solidFill>
            <a:srgbClr val="1A1A1A"/>
          </a:solidFill>
          <a:ln w="12700">
            <a:solidFill>
              <a:srgbClr val="1A1A1A"/>
            </a:solidFill>
            <a:prstDash val="solid"/>
          </a:ln>
        </p:spPr>
      </p:sp>
      <p:sp>
        <p:nvSpPr>
          <p:cNvPr id="10" name="Shape 6"/>
          <p:cNvSpPr/>
          <p:nvPr/>
        </p:nvSpPr>
        <p:spPr>
          <a:xfrm>
            <a:off x="2251710" y="1143000"/>
            <a:ext cx="1623060" cy="3429000"/>
          </a:xfrm>
          <a:prstGeom prst="roundRect">
            <a:avLst>
              <a:gd name="adj" fmla="val 6761"/>
            </a:avLst>
          </a:prstGeom>
          <a:solidFill>
            <a:srgbClr val="FFFFFF"/>
          </a:solidFill>
          <a:ln w="12700">
            <a:solidFill>
              <a:srgbClr val="FFFFFF"/>
            </a:solidFill>
            <a:prstDash val="solid"/>
          </a:ln>
        </p:spPr>
      </p:sp>
      <p:sp>
        <p:nvSpPr>
          <p:cNvPr id="11" name="Shape 7"/>
          <p:cNvSpPr/>
          <p:nvPr/>
        </p:nvSpPr>
        <p:spPr>
          <a:xfrm>
            <a:off x="2251710" y="1143000"/>
            <a:ext cx="1623060" cy="274320"/>
          </a:xfrm>
          <a:prstGeom prst="rect">
            <a:avLst/>
          </a:prstGeom>
          <a:solidFill>
            <a:srgbClr val="F1F3F4"/>
          </a:solidFill>
          <a:ln w="12700">
            <a:solidFill>
              <a:srgbClr val="F1F3F4"/>
            </a:solidFill>
            <a:prstDash val="solid"/>
          </a:ln>
        </p:spPr>
      </p:sp>
      <p:sp>
        <p:nvSpPr>
          <p:cNvPr id="12" name="Text 8"/>
          <p:cNvSpPr txBox="1"/>
          <p:nvPr/>
        </p:nvSpPr>
        <p:spPr>
          <a:xfrm>
            <a:off x="2297430" y="1143000"/>
            <a:ext cx="1531620" cy="27432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sites.google.com/view/kelas8a-wu</a:t>
            </a:r>
            <a:endParaRPr lang="en-US" sz="650" dirty="0"/>
          </a:p>
        </p:txBody>
      </p:sp>
      <p:sp>
        <p:nvSpPr>
          <p:cNvPr id="13" name="Shape 9"/>
          <p:cNvSpPr/>
          <p:nvPr/>
        </p:nvSpPr>
        <p:spPr>
          <a:xfrm>
            <a:off x="2251710" y="1417320"/>
            <a:ext cx="1623060" cy="822960"/>
          </a:xfrm>
          <a:prstGeom prst="rect">
            <a:avLst/>
          </a:prstGeom>
          <a:solidFill>
            <a:srgbClr val="0F4C3A"/>
          </a:solidFill>
          <a:ln w="12700">
            <a:solidFill>
              <a:srgbClr val="0F4C3A"/>
            </a:solidFill>
            <a:prstDash val="solid"/>
          </a:ln>
        </p:spPr>
      </p:sp>
      <p:pic>
        <p:nvPicPr>
          <p:cNvPr id="14" name="Image 2" descr="/home/claude/logo.png">    </p:cNvPr>
          <p:cNvPicPr>
            <a:picLocks noChangeAspect="1"/>
          </p:cNvPicPr>
          <p:nvPr/>
        </p:nvPicPr>
        <p:blipFill>
          <a:blip r:embed="rId3"/>
          <a:stretch>
            <a:fillRect/>
          </a:stretch>
        </p:blipFill>
        <p:spPr>
          <a:xfrm>
            <a:off x="2324862" y="1472184"/>
            <a:ext cx="228600" cy="228600"/>
          </a:xfrm>
          <a:prstGeom prst="rect">
            <a:avLst/>
          </a:prstGeom>
        </p:spPr>
      </p:pic>
      <p:sp>
        <p:nvSpPr>
          <p:cNvPr id="15" name="Text 10"/>
          <p:cNvSpPr txBox="1"/>
          <p:nvPr/>
        </p:nvSpPr>
        <p:spPr>
          <a:xfrm>
            <a:off x="3600450" y="1444752"/>
            <a:ext cx="228600" cy="228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1"/>
          <p:cNvSpPr txBox="1"/>
          <p:nvPr/>
        </p:nvSpPr>
        <p:spPr>
          <a:xfrm>
            <a:off x="2343150" y="1783080"/>
            <a:ext cx="1440180" cy="36576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Kelas 8A Wihdatul Ummah</a:t>
            </a:r>
            <a:endParaRPr lang="en-US" sz="1000" dirty="0"/>
          </a:p>
        </p:txBody>
      </p:sp>
      <p:sp>
        <p:nvSpPr>
          <p:cNvPr id="17" name="Text 12"/>
          <p:cNvSpPr txBox="1"/>
          <p:nvPr/>
        </p:nvSpPr>
        <p:spPr>
          <a:xfrm>
            <a:off x="2343150" y="2331720"/>
            <a:ext cx="1440180" cy="228600"/>
          </a:xfrm>
          <a:prstGeom prst="rect">
            <a:avLst/>
          </a:prstGeom>
          <a:noFill/>
          <a:ln/>
        </p:spPr>
        <p:txBody>
          <a:bodyPr wrap="square" lIns="0" tIns="0" rIns="0" bIns="0" rtlCol="0" anchor="t"/>
          <a:lstStyle/>
          <a:p>
            <a:pPr indent="0" marL="0">
              <a:buNone/>
            </a:pPr>
            <a:r>
              <a:rPr lang="en-US" sz="900" b="1" dirty="0">
                <a:solidFill>
                  <a:srgbClr val="0F4C3A"/>
                </a:solidFill>
                <a:latin typeface="Arial" pitchFamily="34" charset="0"/>
                <a:ea typeface="Arial" pitchFamily="34" charset="-122"/>
                <a:cs typeface="Arial" pitchFamily="34" charset="-120"/>
              </a:rPr>
              <a:t>Assalamu'alaikum!</a:t>
            </a:r>
            <a:endParaRPr lang="en-US" sz="900" dirty="0"/>
          </a:p>
        </p:txBody>
      </p:sp>
      <p:sp>
        <p:nvSpPr>
          <p:cNvPr id="18" name="Text 13"/>
          <p:cNvSpPr txBox="1"/>
          <p:nvPr/>
        </p:nvSpPr>
        <p:spPr>
          <a:xfrm>
            <a:off x="2343150" y="2560320"/>
            <a:ext cx="1440180" cy="548640"/>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a:t>
            </a:r>
            <a:endParaRPr lang="en-US" sz="700" dirty="0"/>
          </a:p>
        </p:txBody>
      </p:sp>
      <p:sp>
        <p:nvSpPr>
          <p:cNvPr id="19" name="Shape 14"/>
          <p:cNvSpPr/>
          <p:nvPr/>
        </p:nvSpPr>
        <p:spPr>
          <a:xfrm>
            <a:off x="2343150" y="3154680"/>
            <a:ext cx="1440180" cy="640080"/>
          </a:xfrm>
          <a:prstGeom prst="rect">
            <a:avLst/>
          </a:prstGeom>
          <a:solidFill>
            <a:srgbClr val="A7CBEE"/>
          </a:solidFill>
          <a:ln w="12700">
            <a:solidFill>
              <a:srgbClr val="A7CBEE"/>
            </a:solidFill>
            <a:prstDash val="solid"/>
          </a:ln>
        </p:spPr>
      </p:sp>
      <p:sp>
        <p:nvSpPr>
          <p:cNvPr id="20" name="Shape 15"/>
          <p:cNvSpPr/>
          <p:nvPr/>
        </p:nvSpPr>
        <p:spPr>
          <a:xfrm>
            <a:off x="3545586" y="1408176"/>
            <a:ext cx="310896" cy="310896"/>
          </a:xfrm>
          <a:prstGeom prst="roundRect">
            <a:avLst>
              <a:gd name="adj" fmla="val 14706"/>
            </a:avLst>
          </a:prstGeom>
          <a:solidFill>
            <a:srgbClr val="FFFFFF">
              <a:alpha val="0"/>
            </a:srgbClr>
          </a:solidFill>
          <a:ln w="31750">
            <a:solidFill>
              <a:srgbClr val="E53935"/>
            </a:solidFill>
            <a:prstDash val="solid"/>
          </a:ln>
        </p:spPr>
      </p:sp>
      <p:sp>
        <p:nvSpPr>
          <p:cNvPr id="21" name="Shape 16"/>
          <p:cNvSpPr/>
          <p:nvPr/>
        </p:nvSpPr>
        <p:spPr>
          <a:xfrm>
            <a:off x="3719322" y="1271016"/>
            <a:ext cx="274320" cy="274320"/>
          </a:xfrm>
          <a:prstGeom prst="ellipse">
            <a:avLst/>
          </a:prstGeom>
          <a:solidFill>
            <a:srgbClr val="E53935"/>
          </a:solidFill>
          <a:ln w="12700">
            <a:solidFill>
              <a:srgbClr val="FFFFFF"/>
            </a:solidFill>
            <a:prstDash val="solid"/>
          </a:ln>
        </p:spPr>
      </p:sp>
      <p:sp>
        <p:nvSpPr>
          <p:cNvPr id="22" name="Text 17"/>
          <p:cNvSpPr txBox="1"/>
          <p:nvPr/>
        </p:nvSpPr>
        <p:spPr>
          <a:xfrm>
            <a:off x="3719322" y="12710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23" name="Image 3" descr="preencoded.png">    </p:cNvPr>
          <p:cNvPicPr>
            <a:picLocks noChangeAspect="1"/>
          </p:cNvPicPr>
          <p:nvPr/>
        </p:nvPicPr>
        <p:blipFill>
          <a:blip r:embed="rId4"/>
          <a:stretch>
            <a:fillRect/>
          </a:stretch>
        </p:blipFill>
        <p:spPr>
          <a:xfrm>
            <a:off x="3713836" y="1576426"/>
            <a:ext cx="237744" cy="237744"/>
          </a:xfrm>
          <a:prstGeom prst="rect">
            <a:avLst/>
          </a:prstGeom>
        </p:spPr>
      </p:pic>
      <p:sp>
        <p:nvSpPr>
          <p:cNvPr id="24"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5"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website di HP</a:t>
            </a:r>
            <a:endParaRPr lang="en-US" sz="1800" dirty="0"/>
          </a:p>
        </p:txBody>
      </p:sp>
      <p:sp>
        <p:nvSpPr>
          <p:cNvPr id="26"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Salin alamat website. Buka di HP (masuk akun pondok jika akses dibatasi). Periksa tampilan dan menu di layar HP.</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Website Kelas 8A - Google Sites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sites.google.com/view/kelas8a-wu</a:t>
            </a:r>
            <a:endParaRPr lang="en-US" sz="800" dirty="0"/>
          </a:p>
        </p:txBody>
      </p:sp>
      <p:sp>
        <p:nvSpPr>
          <p:cNvPr id="28" name="Shape 21"/>
          <p:cNvSpPr/>
          <p:nvPr/>
        </p:nvSpPr>
        <p:spPr>
          <a:xfrm>
            <a:off x="587776" y="1695965"/>
            <a:ext cx="4950927" cy="2299419"/>
          </a:xfrm>
          <a:prstGeom prst="rect">
            <a:avLst/>
          </a:prstGeom>
          <a:solidFill>
            <a:srgbClr val="FFFFFF"/>
          </a:solidFill>
          <a:ln w="12700">
            <a:solidFill>
              <a:srgbClr val="FFFFFF"/>
            </a:solidFill>
            <a:prstDash val="solid"/>
          </a:ln>
        </p:spPr>
      </p:sp>
      <p:sp>
        <p:nvSpPr>
          <p:cNvPr id="29" name="Shape 22"/>
          <p:cNvSpPr/>
          <p:nvPr/>
        </p:nvSpPr>
        <p:spPr>
          <a:xfrm>
            <a:off x="587776" y="1695965"/>
            <a:ext cx="4950927" cy="758808"/>
          </a:xfrm>
          <a:prstGeom prst="rect">
            <a:avLst/>
          </a:prstGeom>
          <a:solidFill>
            <a:srgbClr val="0F4C3A"/>
          </a:solidFill>
          <a:ln w="12700">
            <a:solidFill>
              <a:srgbClr val="0F4C3A"/>
            </a:solidFill>
            <a:prstDash val="solid"/>
          </a:ln>
        </p:spPr>
      </p:sp>
      <p:sp>
        <p:nvSpPr>
          <p:cNvPr id="30" name="Shape 23"/>
          <p:cNvSpPr/>
          <p:nvPr/>
        </p:nvSpPr>
        <p:spPr>
          <a:xfrm>
            <a:off x="4300972" y="1787405"/>
            <a:ext cx="320040" cy="320040"/>
          </a:xfrm>
          <a:prstGeom prst="ellipse">
            <a:avLst/>
          </a:prstGeom>
          <a:solidFill>
            <a:srgbClr val="FBBC05">
              <a:alpha val="80000"/>
            </a:srgbClr>
          </a:solidFill>
          <a:ln/>
        </p:spPr>
      </p:sp>
      <p:sp>
        <p:nvSpPr>
          <p:cNvPr id="31" name="Shape 24"/>
          <p:cNvSpPr/>
          <p:nvPr/>
        </p:nvSpPr>
        <p:spPr>
          <a:xfrm>
            <a:off x="3310786" y="1961548"/>
            <a:ext cx="1980371" cy="493225"/>
          </a:xfrm>
          <a:prstGeom prst="triangle">
            <a:avLst/>
          </a:prstGeom>
          <a:solidFill>
            <a:srgbClr val="1F7A5C">
              <a:alpha val="80000"/>
            </a:srgbClr>
          </a:solidFill>
          <a:ln/>
        </p:spPr>
      </p:sp>
      <p:sp>
        <p:nvSpPr>
          <p:cNvPr id="32" name="Text 25"/>
          <p:cNvSpPr txBox="1"/>
          <p:nvPr/>
        </p:nvSpPr>
        <p:spPr>
          <a:xfrm>
            <a:off x="770656" y="1923608"/>
            <a:ext cx="4585167" cy="341464"/>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Kelas 8A Wihdatul Ummah</a:t>
            </a:r>
            <a:endParaRPr lang="en-US" sz="1500" dirty="0"/>
          </a:p>
        </p:txBody>
      </p:sp>
      <p:pic>
        <p:nvPicPr>
          <p:cNvPr id="33" name="Image 5" descr="/home/claude/logo.png">    </p:cNvPr>
          <p:cNvPicPr>
            <a:picLocks noChangeAspect="1"/>
          </p:cNvPicPr>
          <p:nvPr/>
        </p:nvPicPr>
        <p:blipFill>
          <a:blip r:embed="rId6"/>
          <a:stretch>
            <a:fillRect/>
          </a:stretch>
        </p:blipFill>
        <p:spPr>
          <a:xfrm>
            <a:off x="697504" y="1741685"/>
            <a:ext cx="256032" cy="256032"/>
          </a:xfrm>
          <a:prstGeom prst="rect">
            <a:avLst/>
          </a:prstGeom>
        </p:spPr>
      </p:pic>
      <p:sp>
        <p:nvSpPr>
          <p:cNvPr id="34" name="Text 26"/>
          <p:cNvSpPr txBox="1"/>
          <p:nvPr/>
        </p:nvSpPr>
        <p:spPr>
          <a:xfrm>
            <a:off x="3179552" y="1741685"/>
            <a:ext cx="548640" cy="182880"/>
          </a:xfrm>
          <a:prstGeom prst="rect">
            <a:avLst/>
          </a:prstGeom>
          <a:noFill/>
          <a:ln/>
        </p:spPr>
        <p:txBody>
          <a:bodyPr wrap="square" lIns="0" tIns="0" rIns="0" bIns="0" rtlCol="0" anchor="ctr"/>
          <a:lstStyle/>
          <a:p>
            <a:pPr algn="ctr" indent="0" marL="0">
              <a:buNone/>
            </a:pPr>
            <a:r>
              <a:rPr lang="en-US" sz="650" b="1" u="sng" dirty="0">
                <a:solidFill>
                  <a:srgbClr val="FFFFFF"/>
                </a:solidFill>
                <a:latin typeface="Calibri" pitchFamily="34" charset="0"/>
                <a:ea typeface="Calibri" pitchFamily="34" charset="-122"/>
                <a:cs typeface="Calibri" pitchFamily="34" charset="-120"/>
              </a:rPr>
              <a:t>Beranda</a:t>
            </a:r>
            <a:endParaRPr lang="en-US" sz="650" dirty="0"/>
          </a:p>
        </p:txBody>
      </p:sp>
      <p:sp>
        <p:nvSpPr>
          <p:cNvPr id="35" name="Text 27"/>
          <p:cNvSpPr txBox="1"/>
          <p:nvPr/>
        </p:nvSpPr>
        <p:spPr>
          <a:xfrm>
            <a:off x="3746480" y="174168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Kegiatan</a:t>
            </a:r>
            <a:endParaRPr lang="en-US" sz="650" dirty="0"/>
          </a:p>
        </p:txBody>
      </p:sp>
      <p:sp>
        <p:nvSpPr>
          <p:cNvPr id="36" name="Text 28"/>
          <p:cNvSpPr txBox="1"/>
          <p:nvPr/>
        </p:nvSpPr>
        <p:spPr>
          <a:xfrm>
            <a:off x="4313408" y="174168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Data Kelas</a:t>
            </a:r>
            <a:endParaRPr lang="en-US" sz="650" dirty="0"/>
          </a:p>
        </p:txBody>
      </p:sp>
      <p:sp>
        <p:nvSpPr>
          <p:cNvPr id="37" name="Text 29"/>
          <p:cNvSpPr txBox="1"/>
          <p:nvPr/>
        </p:nvSpPr>
        <p:spPr>
          <a:xfrm>
            <a:off x="4880336" y="1741685"/>
            <a:ext cx="548640" cy="182880"/>
          </a:xfrm>
          <a:prstGeom prst="rect">
            <a:avLst/>
          </a:prstGeom>
          <a:noFill/>
          <a:ln/>
        </p:spPr>
        <p:txBody>
          <a:bodyPr wrap="square" lIns="0" tIns="0" rIns="0" bIns="0" rtlCol="0" anchor="ctr"/>
          <a:lstStyle/>
          <a:p>
            <a:pPr algn="ctr" indent="0" marL="0">
              <a:buNone/>
            </a:pPr>
            <a:r>
              <a:rPr lang="en-US" sz="650" dirty="0">
                <a:solidFill>
                  <a:srgbClr val="FFFFFF"/>
                </a:solidFill>
                <a:latin typeface="Calibri" pitchFamily="34" charset="0"/>
                <a:ea typeface="Calibri" pitchFamily="34" charset="-122"/>
                <a:cs typeface="Calibri" pitchFamily="34" charset="-120"/>
              </a:rPr>
              <a:t>Galeri</a:t>
            </a:r>
            <a:endParaRPr lang="en-US" sz="650" dirty="0"/>
          </a:p>
        </p:txBody>
      </p:sp>
      <p:sp>
        <p:nvSpPr>
          <p:cNvPr id="38" name="Text 30"/>
          <p:cNvSpPr txBox="1"/>
          <p:nvPr/>
        </p:nvSpPr>
        <p:spPr>
          <a:xfrm>
            <a:off x="770656" y="2546213"/>
            <a:ext cx="4585167" cy="201168"/>
          </a:xfrm>
          <a:prstGeom prst="rect">
            <a:avLst/>
          </a:prstGeom>
          <a:noFill/>
          <a:ln/>
        </p:spPr>
        <p:txBody>
          <a:bodyPr wrap="square" lIns="0" tIns="0" rIns="0" bIns="0" rtlCol="0" anchor="t"/>
          <a:lstStyle/>
          <a:p>
            <a:pPr indent="0" marL="0">
              <a:buNone/>
            </a:pPr>
            <a:r>
              <a:rPr lang="en-US" sz="1000" b="1" dirty="0">
                <a:solidFill>
                  <a:srgbClr val="0F4C3A"/>
                </a:solidFill>
                <a:latin typeface="Arial" pitchFamily="34" charset="0"/>
                <a:ea typeface="Arial" pitchFamily="34" charset="-122"/>
                <a:cs typeface="Arial" pitchFamily="34" charset="-120"/>
              </a:rPr>
              <a:t>Assalamu'alaikum!</a:t>
            </a:r>
            <a:endParaRPr lang="en-US" sz="1000" dirty="0"/>
          </a:p>
        </p:txBody>
      </p:sp>
      <p:sp>
        <p:nvSpPr>
          <p:cNvPr id="39" name="Text 31"/>
          <p:cNvSpPr txBox="1"/>
          <p:nvPr/>
        </p:nvSpPr>
        <p:spPr>
          <a:xfrm>
            <a:off x="770656" y="2747381"/>
            <a:ext cx="4585167" cy="301752"/>
          </a:xfrm>
          <a:prstGeom prst="rect">
            <a:avLst/>
          </a:prstGeom>
          <a:noFill/>
          <a:ln/>
        </p:spPr>
        <p:txBody>
          <a:bodyPr wrap="square" lIns="0" tIns="0" rIns="0" bIns="0" rtlCol="0" anchor="t"/>
          <a:lstStyle/>
          <a:p>
            <a:pPr indent="0" marL="0">
              <a:buNone/>
            </a:pPr>
            <a:r>
              <a:rPr lang="en-US" sz="700" dirty="0">
                <a:solidFill>
                  <a:srgbClr val="1E2A26"/>
                </a:solidFill>
                <a:latin typeface="Arial" pitchFamily="34" charset="0"/>
                <a:ea typeface="Arial" pitchFamily="34" charset="-122"/>
                <a:cs typeface="Arial" pitchFamily="34" charset="-120"/>
              </a:rPr>
              <a:t>Selamat datang di website Kelas 8A Pondok Pesantren Wihdatul Ummah Poso. Di sini kami berbagi kegiatan dan karya santri.</a:t>
            </a:r>
            <a:endParaRPr lang="en-US" sz="700" dirty="0"/>
          </a:p>
        </p:txBody>
      </p:sp>
      <p:sp>
        <p:nvSpPr>
          <p:cNvPr id="40" name="Shape 32"/>
          <p:cNvSpPr/>
          <p:nvPr/>
        </p:nvSpPr>
        <p:spPr>
          <a:xfrm>
            <a:off x="770656" y="3140573"/>
            <a:ext cx="4585167" cy="548640"/>
          </a:xfrm>
          <a:prstGeom prst="rect">
            <a:avLst/>
          </a:prstGeom>
          <a:solidFill>
            <a:srgbClr val="A7CBEE"/>
          </a:solidFill>
          <a:ln w="12700">
            <a:solidFill>
              <a:srgbClr val="A7CBEE"/>
            </a:solidFill>
            <a:prstDash val="solid"/>
          </a:ln>
        </p:spPr>
      </p:sp>
      <p:sp>
        <p:nvSpPr>
          <p:cNvPr id="41" name="Shape 33"/>
          <p:cNvSpPr/>
          <p:nvPr/>
        </p:nvSpPr>
        <p:spPr>
          <a:xfrm>
            <a:off x="1229173" y="3332597"/>
            <a:ext cx="2292584" cy="356616"/>
          </a:xfrm>
          <a:prstGeom prst="triangle">
            <a:avLst/>
          </a:prstGeom>
          <a:solidFill>
            <a:srgbClr val="34A853"/>
          </a:solidFill>
          <a:ln/>
        </p:spPr>
      </p:sp>
      <p:sp>
        <p:nvSpPr>
          <p:cNvPr id="42" name="Shape 34"/>
          <p:cNvSpPr/>
          <p:nvPr/>
        </p:nvSpPr>
        <p:spPr>
          <a:xfrm>
            <a:off x="4209532" y="3206410"/>
            <a:ext cx="137160" cy="137160"/>
          </a:xfrm>
          <a:prstGeom prst="ellipse">
            <a:avLst/>
          </a:prstGeom>
          <a:solidFill>
            <a:srgbClr val="FBBC05"/>
          </a:solidFill>
          <a:ln/>
        </p:spPr>
      </p:sp>
      <p:sp>
        <p:nvSpPr>
          <p:cNvPr id="43" name="Shape 35"/>
          <p:cNvSpPr/>
          <p:nvPr/>
        </p:nvSpPr>
        <p:spPr>
          <a:xfrm>
            <a:off x="615208" y="1659389"/>
            <a:ext cx="4896063" cy="2299419"/>
          </a:xfrm>
          <a:prstGeom prst="roundRect">
            <a:avLst>
              <a:gd name="adj" fmla="val 1988"/>
            </a:avLst>
          </a:prstGeom>
          <a:solidFill>
            <a:srgbClr val="FFFFFF">
              <a:alpha val="0"/>
            </a:srgbClr>
          </a:solidFill>
          <a:ln w="31750">
            <a:solidFill>
              <a:srgbClr val="E53935"/>
            </a:solidFill>
            <a:prstDash val="solid"/>
          </a:ln>
        </p:spPr>
      </p:sp>
      <p:sp>
        <p:nvSpPr>
          <p:cNvPr id="44" name="Shape 36"/>
          <p:cNvSpPr/>
          <p:nvPr/>
        </p:nvSpPr>
        <p:spPr>
          <a:xfrm>
            <a:off x="5374112" y="1522229"/>
            <a:ext cx="274320" cy="274320"/>
          </a:xfrm>
          <a:prstGeom prst="ellipse">
            <a:avLst/>
          </a:prstGeom>
          <a:solidFill>
            <a:srgbClr val="E53935"/>
          </a:solidFill>
          <a:ln w="12700">
            <a:solidFill>
              <a:srgbClr val="FFFFFF"/>
            </a:solidFill>
            <a:prstDash val="solid"/>
          </a:ln>
        </p:spPr>
      </p:sp>
      <p:sp>
        <p:nvSpPr>
          <p:cNvPr id="45" name="Text 37"/>
          <p:cNvSpPr txBox="1"/>
          <p:nvPr/>
        </p:nvSpPr>
        <p:spPr>
          <a:xfrm>
            <a:off x="5374112" y="15222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6"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47"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Presentasikan website (3 menit)</a:t>
            </a:r>
            <a:endParaRPr lang="en-US" sz="1800" dirty="0"/>
          </a:p>
        </p:txBody>
      </p:sp>
      <p:sp>
        <p:nvSpPr>
          <p:cNvPr id="48"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website di proyektor. Tunjukkan setiap halaman, formulir yang bisa diisi, dan grafik. Jelaskan pengaturan aksesnya.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Website Kelas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Website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Memiliki logo, judul, minimal 4 halaman, dan menu yang jelas.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Menyematkan Forms, grafik Sheets, dokumen, dan galeri karya.</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Lolos daftar periksa: tanpa data pribadi dan foto tanpa izin.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Sudah terbit dengan akses sesuai arahan guru, dan bisa dibuka di HP.</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6: Website Tanpa Coding · Pertemuan 18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Lolos daftar periksa sebelum terbit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Alamat website jelas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Akses diatur sesuai izin pondok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dibuka di HP</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yang paling kamu banggakan dari website kelompokmu?</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website atas nama pondok perlu izin pimpinan?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Website membawa nama pondok. Jagalah nama baik pondok dengan isi yang benar dan santun.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Semester 2, Modul 7: Pengenalan HTML, membuat website dengan kode sendiri.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6 - Website Tanpa Coding</dc:title>
  <dc:subject>PptxGenJS Presentation</dc:subject>
  <dc:creator>PptxGenJS</dc:creator>
  <cp:lastModifiedBy>PptxGenJS</cp:lastModifiedBy>
  <cp:revision>1</cp:revision>
  <dcterms:created xsi:type="dcterms:W3CDTF">2026-10-01T20:52:27Z</dcterms:created>
  <dcterms:modified xsi:type="dcterms:W3CDTF">2026-10-01T20:52:27Z</dcterms:modified>
</cp:coreProperties>
</file>