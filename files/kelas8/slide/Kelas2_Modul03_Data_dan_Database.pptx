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3: Data dan Database — Proyek: Database Santri Fiktif
Terdiri dari 3 pertemuan (Pertemuan 7–9 Kelas VIII),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WAJIB memakai DATA FIKTIF (karangan). Jangan memakai nama lengkap, alamat, nomor HP, atau data asli santri. Nama boleh nama panggilan umum, kamar dan kelas boleh dikarang.
- Modul ini menjadi dasar untuk Modul 4 (Dashboard) dan aplikasi seperti WASIAT: santri belajar bahwa aplikasi pesantren menyimpan data dalam tabel yang rapi.
- Pertemuan 9: minta setiap kelompok membagikan file database ke akun guru dengan hak Viewer untuk penilaian.
CATATAN
Terjemahan: Data validation = Validasi data, Dropdown = Menu pilihan, Conditional formatting = Format bersyarat, Freeze = Bekukan, Protect range = Lindungi rentang.
Rumus COUNTIF memakai tanda kutip untuk teks: =COUNTIF(E2:E21,"Pramuka"). Pada pengaturan bahasa Indonesia, pemisahnya titik koma: =COUNTIF(E2:E21;"Pramuka").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ke-7, dengan judul "Data, Informasi &amp; Database". Kita akan memahami cara aplikasi menyimpan dan mengelola data dalam jumlah besar.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menyelesaikan Database Kelas dengan Sort, Filter, dan grafik. Siapa yang ingat, apa bedanya Sort dan Filter?
(Tunggu jawaban: Sort mengurutkan, Filter menyaring.)
Sekarang pertanyaan hari ini. Coba pikirkan sejenak:
"Bagaimana pengurus pondok bisa menemukan data satu santri di antara ratusan santri dalam hitungan detik?"
(Beri waktu 1 menit. Minta 2–3 santri menjawab. Hargai semua jawaban.)
Dengan DATABASE, yaitu kumpulan data yang tersusun rapi sehingga mudah dicari dan diolah. Aplikasi seperti sistem absensi, perpustakaan, atau WASIAT di pesantren kita semuanya menyimpan data di dalam database. Hari ini kita mempelajari dasarnya.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kita bedakan tiga hal: data, informasi, dan keputusan.
DATA adalah fakta mentah, belum diolah. Contoh: Ahmad, kelas 8A, ikut Pramuka, hafalan 3 juz. Data sendirian belum banyak bercerita.
INFORMASI adalah data yang sudah diolah sehingga bermakna. Contoh: dari delapan santri, tiga memilih Pramuka. Atau: rata-rata hafalan kelas 3,3 juz. Inilah yang kita lakukan dengan rumus dan grafik di Modul 2.
KEPUTUSAN diambil berdasarkan informasi. Contoh: karena banyak yang memilih Pramuka, pengurus menyiapkan satu pembina tambahan.
Jadi data yang rapi dan benar sangat penting, karena dari situlah keputusan diambil.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adalah kumpulan data yang tersimpan rapi dalam tabel, sehingga mudah dicari, diurutkan, dan diolah. Perhatikan contoh tabel database santri di layar. Semua datanya adalah data karangan.
Ada tiga istilah penting.
FIELD adalah kolom, yaitu satu jenis data. Contoh: kolom Ekskul yang berwarna biru. Setiap field memiliki nama di baris judul.
RECORD adalah baris, yaitu satu data lengkap milik satu santri. Contoh: baris berwarna kuning milik Fauzan, berisi ID, nama, kelas, kamar, ekskul, dan juz hafalannya.
ID UNIK adalah kode yang tidak pernah sama untuk setiap record, ditulis merah: S001, S002, dan seterusnya. Mengapa perlu? Karena bisa saja ada dua santri bernama Ahmad. Nama bisa sama, tetapi ID tidak pernah sama. Seperti nomor induk santri.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Setiap field memiliki TIPE DATA, yaitu jenis isi yang boleh dimasukkan.
TEKS: berisi huruf dan kata, seperti nama dan nama kamar.
ANGKA: bisa dihitung, seperti juz hafalan atau nilai. Field angka hanya boleh berisi angka, agar bisa dijumlah dan dirata-rata.
TANGGAL: berisi hari, bulan, dan tahun, seperti tanggal masuk pondok.
PILIHAN: hanya boleh diisi dari daftar tertentu, seperti kelas 8A atau 8B, atau daftar ekskul.
Menentukan tipe data sejak awal membuat database tetap rapi. Pekan depan kita belajar memaksakan tipe data dengan fitur validasi.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(Bagi kelas menjadi kelompok 3–4 santri.)
Sebelum membuat database, seorang perancang selalu membuat rancangan di kertas terlebih dahulu. Kita lakukan hal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Diskusikan dalam kelompok: database ini dibuat untuk keperluan apa, dan siapa yang akan memakainya?
Contoh di layar: tujuannya mendata ekskul dan hafalan santri, agar pembina mudah membagi kelompok murajaah. Penggunanya pembina ekskul dan musyrif.
Tulis juga dengan jelas: data yang dipakai adalah data FIKTIF atau karangan, bukan data asli.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kertas, buat tabel rancangan dengan tiga kolom: nama field, tipe data, dan contoh isinya, seperti di layar.
Field pertama selalu ID, dengan tipe teks unik. Lalu tambahkan field lain sesuai tujuan database: nama, kelas, kamar, ekskul, juz hafalan, dan tanggal masuk. Usahakan enam sampai delapan field.
Untuk setiap field, tentukan tipe datanya: teks, angka, tanggal, atau pilihan.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Buat Google Sheets baru dengan nama Database Santri Fiktif, garis bawah, Kel, dan nomor kelompok, tanda a.
Ketik nama-nama field di baris 1 sesuai rancangan, mulai dari sel A1, tanda b. Rapikan seperti di Modul 2: tebal, warna latar, dan warna huruf putih.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Kita isi ID dengan cepat. Ketik S001 di sel A2, dan S002 di sel A3. Pilih kedua sel itu, lalu seret fill handle ke bawah.
Google Sheets mengenali polanya dan melanjutkan: S003, S004, dan seterusnya. Setiap ID otomatis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Isi data untuk delapan santri. Ingat, semuanya data karangan: pakai nama panggilan umum, dan karang kelas, kamar, ekskul, serta jumlah juznya.
Jangan memakai data asli teman. Kita sedang berlatih, dan data asli santri adalah amanah pondok.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Periksa data kalian dengan teliti. Lihat contoh kesalahan di layar pada baris Hasan.
Tanda a: kelas ditulis 8b dengan huruf kecil, padahal yang lain 8B. Komputer menganggapnya berbeda.
Tanda b: pramuka ditulis dengan huruf kecil. Saat dihitung, pramuka dan Pramuka bisa dianggap berbeda.
Tanda c: juz ditulis "satu" dengan huruf, padahal seharusnya angka 1. Tidak bisa dijumlah.
Kesalahan kecil seperti ini sering terjadi. Pekan depan kita belajar mencegahnya dengan validasi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Kumpulkan hasil kelompok: rancangan di kertas, spreadsheet dengan baris judul rapi, minimal delapan record data fiktif dengan ID unik, dan jawaban di buku tentang perbedaan field dan record.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rancangan memiliki 6–8 field?
- ada field ID unik?
- tipe data setiap field ditentukan?
- tabel di Sheets sesuai rancangan?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beda data dan informasi?
Pertanyaan kedua: mengapa setiap record perlu ID unik?
(Minta 2–3 santri menjawab secara bergantian.)
Pesan adab kita hari ini: data santri adalah amanah pondok. Karena itu kita berlatih dengan data karangan. Di masa depan, jika kalian dipercaya mengelola data asli, jagalah kerahasiaannya dan jangan berikan kepada orang yang tidak berhak.
Pekan depan: kita belajar menjaga data tetap valid dan rapi dengan fitur validasi.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ke-8, dengan judul "Data yang Valid &amp; Rapi". Kita akan belajar mencegah kesalahan data sejak awal.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merancang database. Siapa yang ingat, apa itu field dan apa itu record?
(Tunggu jawaban: field = kolom, record = baris.)
Sekarang pertanyaan hari ini. Coba pikirkan sejenak:
"Pekan lalu kita menemukan "8b", "pramuka", dan "satu". Bagaimana mencegah kesalahan seperti itu?"
(Beri waktu 1 menit. Minta 2–3 santri menjawab. Hargai semua jawaban.)
Caranya: jangan biarkan orang mengetik bebas. Buat daftar pilihan dan aturan, sehingga yang bisa dimasukkan hanya data yang benar. Inilah VALIDASI DATA, seperti response validation di Google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tiga alat untuk menjaga data tetap rapi.
Pertama, DATA VALIDATION atau validasi data. Kita membuat dropdown, yaitu daftar pilihan, untuk field seperti Kelas dan Ekskul. Pengisi tinggal memilih, tidak perlu mengetik, sehingga tidak ada lagi 8b atau pramuka huruf kecil. Untuk field angka seperti Juz, kita batasi hanya menerima angka 0 sampai 30.
Kedua, CONDITIONAL FORMATTING atau format bersyarat. Sel diberi warna otomatis sesuai syarat. Misalnya sel juz berwarna hijau jika hafalannya 5 juz atau lebih. Informasi penting langsung terlihat.
Ketiga, FREEZE atau bekukan. Baris judul tetap terlihat di atas walaupun tabel digulir ke bawah. Sangat berguna jika datanya ratusan baris.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Validasi ada di hampir semua aplikasi yang kita pakai.
Pada formulir pendaftaran, kolom tanggal lahir hanya menerima tanggal.
Pada aplikasi absensi santri, status hanya boleh Hadir, Izin, Sakit, atau Alpa. Tidak bisa diisi kata lain.
Pada aplikasi kantin digital, jumlah pembelian tidak boleh minus.
Mengapa ini penting? Tanpa validasi, satu salah ketik bisa membuat laporan, nilai, atau absensi menjadi salah, dan keputusan yang diambil pun bisa keliru.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kembali Database Santri Fiktif kelompok kalian.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Pilih sel di kolom Kelas, dari C2 sampai C30, tanda a. Kita pilih sampai baris 30 agar santri yang ditambahkan nanti juga ikut tervalidasi.
Klik menu Data, lalu Data validation, tanda b. Panel pengaturan akan terbuka di sebelah kanan.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Di panel kanan, klik Add rule.
Pada bagian Criteria, pilih Dropdown, tanda a. Lalu isi pilihan: Option 1 diketik 8A, Option 2 diketik 8B, tanda b. Setiap pilihan bisa diberi warna.
Pada Advanced options, pilih Reject the input, artinya tolak isian di luar daftar. Klik Done, tanda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Sekarang klik salah satu sel di kolom Kelas. Muncul panah kecil, dan jika diklik muncul daftar pilihan 8A dan 8B. Tidak ada lagi salah ketik.
Ulangi langkah satu sampai tiga untuk kolom Ekskul, dengan pilihan Pramuka, Kaligrafi, Futsal, dan Tahsin.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Sekarang kita batasi kolom Juz agar hanya menerima angka.
Pilih F2 sampai F30, klik Data, Data validation, lalu Add rule. Pada Criteria, pilih Is between, lalu isi 0 dan 30. Pada Advanced options, pilih Reject the input. Klik Done.
Uji: coba ketik "satu" atau angka 35 di kolom Juz. Google Sheets akan menolaknya dan menampilkan peringatan.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Kita buat sel hafalan berwarna hijau otomatis jika mencapai 5 juz atau lebih.
Pilih F2 sampai F30. Klik menu Format, lalu Conditional formatting. Di panel kanan, pada Format cells if, pilih Greater than or equal to, artinya lebih besar atau sama dengan. Isi angka 5. Pilih warna hijau, tanda a. Klik Done.
Lihat hasilnya, tanda b: sel Fauzan dan Yusuf yang hafalannya 5 juz ke atas langsung berwarna hijau. Jika angkanya diubah, warnanya ikut menyesuaikan.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Klik menu View, arahkan ke Freeze, tanda a, lalu pilih 1 row, tanda b.
Di bawah baris judul muncul garis abu-abu tebal. Sekarang, jika tabel digulir ke bawah, baris judul tetap terlihat di atas. Sangat membantu saat datanya banyak.
Alhamdulillah, database kalian sekarang rapi dan terlindung dari kesalahan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kelompok harus memiliki empat hal: dropdown untuk Kelas dan Ekskul, validasi angka untuk Juz, format bersyarat, dan baris judul yang dibekukan. Tambahkan juga data fiktif hingga dua belas record.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kelas dan Ekskul memakai dropdown?
- field Juz hanya menerima angka 0–30?
- ada format bersyarat?
- baris judul dibekukan?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data yang valid itu penting?
Pertanyaan kedua: di aplikasi pesantren mana validasi bermanfaat?
(Minta 2–3 santri menjawab secara bergantian.)
Pesan adab kita hari ini: teliti dan cermat adalah bagian dari amanah. Satu kesalahan data, misalnya salah mencatat absensi, bisa merugikan orang lain. Biasakan memeriksa ulang sebelum menyimpan.
Pekan depan: proyek Database Santri Fiktif lengkap dengan ringkasan dan grafik.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ke-9, dengan judul "Database Santri Fiktif". Hari ini kita menyelesaikan proyek Modul 3: database lengkap dengan ringkasan otomatis.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merapikan database. Siapa yang ingat, fitur apa yang membuat daftar pilihan di sel?
(Tunggu jawaban: Data validation, dropdown.)
Sekarang pertanyaan hari ini. Coba pikirkan sejenak:
"Pembina ingin tahu berapa santri di setiap ekskul. Bagaimana menghitungnya otomatis?"
(Beri waktu 1 menit. Minta 2–3 santri menjawab. Hargai semua jawaban.)
Kita bisa memakai fungsi COUNTIF, artinya hitung jika. Fungsi ini menghitung berapa banyak data yang memenuhi syarat tertentu, misalnya berapa santri yang ekskulnya Pramuka. Hari ini kita membuat lembar ringkasan otomatis.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COUNTIF artinya hitung jika. Fungsi ini menghitung banyaknya sel yang memenuhi syarat tertentu. Perhatikan rumus di layar.
Sama dengan COUNTIF, kurung buka. Bagian pertama, berwarna hijau: Data tanda seru E2 titik dua E30. Ini tempat mencari, yaitu kolom Ekskul di lembar bernama Data. Tanda seru artinya mengambil dari lembar lain.
Lalu koma, dan bagian kedua berwarna merah: tanda kutip Pramuka tanda kutip. Ini yang dihitung. Teks harus diberi tanda kutip.
Hasilnya: 3, artinya ada tiga santri yang ekskulnya Pramuka.
Jika data di lembar Data bertambah atau berubah, hasil COUNTIF ikut berubah otomatis.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proyek kalian terdiri dari dua lembar dalam satu file.
Lembar pertama bernama DATA, berisi semua record santri fiktif: ID, nama, kelas, kamar, ekskul, dan juz. Lengkap dengan dropdown, validasi, dan format bersyarat dari pekan lalu.
Lembar kedua bernama RINGKASAN, berisi informasi hasil olahan: jumlah santri per ekskul dengan COUNTIF, rata-rata juz dengan AVERAGE, dan sebuah grafik.
Lembar Ringkasan mengambil data dari lembar Data. Jika data bertambah, ringkasan berubah sendiri. Inilah cara kerja sistem informasi sungguhan, termasuk aplikasi pesantren.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Buka database kelompok kalian. Ikuti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Tambahkan data fiktif hingga minimal lima belas santri. Pakai dropdown untuk kolom Kelas dan Ekskul agar datanya rapi.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Klik kanan tab Sheet1 di bagian bawah, pilih Rename, lalu ketik Data, tanda a.
Klik tombol tambah di pojok kiri bawah untuk membuat lembar baru. Ganti namanya menjadi Ringkasan, tanda b.
Penulisan nama lembar harus persis, karena nama itu dipakai di dalam rumus.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Buka lembar Ringkasan. Di A1 ketik Ekskul, dan di B1 ketik Jumlah Santri. Rapikan baris judulnya.
Di A2 sampai A5, ketik nama-nama ekskul: Pramuka, Kaligrafi, Futsal, dan Tahsin. Tulisannya harus persis sama dengan pilihan di dropdown.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sel B2, lalu ketik: sama dengan COUNTIF, kurung buka, Data tanda seru E2 titik dua E30, koma, A2, kurung tutup. Tekan Enter, tanda a.
Perhatikan: kita menulis A2, bukan "Pramuka". Karena sel A2 berisi tulisan Pramuka, rumus mengambil kata itu dari A2. Keuntungannya, rumus bisa disalin ke bawah.
Seret fill handle dari B2 sampai B5, tanda b. Rumus menyesuaikan menjadi A3, A4, A5. Semua jumlah langsung terhitung!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Di bawah tabel, tambahkan:
A7: Total santri, dan B7: sama dengan SUM, B2 sampai B5.
A8: Rata-rata juz, dan B8: sama dengan AVERAGE, Data tanda seru F2 sampai F30.
Periksa: total santri harus sama dengan jumlah record di lembar Data. Jika berbeda, mungkin ada ekskul yang salah tulis atau belum diisi. Inilah cara mengecek kebenaran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Pilih A1 sampai B5. Klik menu Insert, lalu Chart. Pilih Column chart, dan beri judul: Jumlah Santri per Ekskul, data fiktif.
Sekarang pembina bisa melihat sekilas ekskul mana yang paling diminati.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Klik tombol Share, tanda a. Ketik email guru, lalu pilih hak akses Viewer, tanda b, karena guru hanya perlu melihat untuk menilai. Pastikan General access tetap Restricted, tanda c. Klik Send.
Ingat pelajaran Kelas VII: bagikan data hanya kepada yang berhak, dengan hak akses secukupnya.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dinyatakan selesai jika empat syarat ini terpenuhi.
Satu, lembar Data lengkap dengan minimal lima belas record fiktif, ID unik, dropdown, validasi, dan format bersyarat.
Dua, lembar Ringkasan dengan COUNTIF, total, dan rata-rata yang benar.
Tiga, satu grafik dengan judul yang jelas.
Empat, dibagikan ke guru sebagai Viewer, dan kelompok mempresentasikan satu kesimpulan.
(Minta setiap kelompok mempresentasikan ringkasan dan grafiknya dalam 2 menit.)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minimal 15 record data fiktif?
- ada lembar Ringkasan dengan COUNTIF?
- ada grafik dari ringkasan?
- dibagikan ke guru sebagai Viewer?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informasi apa yang kamu dapat dari ringkasan database?
Pertanyaan kedua: bagaimana database seperti ini dipakai aplikasi pesantren?
(Minta 2–3 santri menjawab secara bergantian.)
Pesan adab kita hari ini: bagikan data hanya kepada yang berhak, dengan hak akses secukupnya. Data adalah amanah, dan menjaganya termasuk akhlak seorang muslim.
Pekan depan: kita masuk Modul 4: Dashboard, menyajikan banyak data dalam satu tampilan. Alhamdulillah, Modul 3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slideLayout" Target="../slideLayouts/slideLayout1.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slideLayout" Target="../slideLayouts/slideLayout1.xml"/><Relationship Id="rId1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slideLayout" Target="../slideLayouts/slideLayout1.xml"/><Relationship Id="rId11"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slideLayout" Target="../slideLayouts/slideLayout1.xml"/><Relationship Id="rId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slideLayout" Target="../slideLayouts/slideLayout1.xml"/><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slideLayout" Target="../slideLayouts/slideLayout1.xml"/><Relationship Id="rId10"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1.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slideLayout" Target="../slideLayouts/slideLayout1.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slideLayout" Target="../slideLayouts/slideLayout1.xml"/><Relationship Id="rId10"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slideLayout" Target="../slideLayouts/slideLayout1.xml"/><Relationship Id="rId9"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slideLayout" Target="../slideLayouts/slideLayout1.xml"/><Relationship Id="rId11"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slideLayout" Target="../slideLayouts/slideLayout1.xml"/><Relationship Id="rId9"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image" Target="../media/image-45-10.png"/><Relationship Id="rId11" Type="http://schemas.openxmlformats.org/officeDocument/2006/relationships/slideLayout" Target="../slideLayouts/slideLayout1.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2 WUSTHA  ·  SEMESTER 1  ·  MODUL 3</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Data dan Database</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Database Santri Fiktif</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memahami data, informasi, dan database; merancang tabel dengan field dan record; menjaga data tetap valid dengan validasi; lalu menyusun database santri fiktif beserta ringkasannya.</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07</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Data, Informasi &amp; Database</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08</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Data yang Valid &amp; Rapi</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09</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Database Santri Fiktif</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Google Sheets, Google Drive, akun Google kelas, kertas untuk rancangan tabel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07</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Data, Informasi &amp; Database</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Field, record, dan rancangan tabel</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3: Data dan Database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pengurus pondok bisa menemukan data satu santri di antara ratusan santri dalam hitungan detik?</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07</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Membedakan data, informasi, dan database</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field, record, dan ID unik</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Merancang struktur tabel database dengan tipe data yang tepat</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Data, Informasi, dan Keputusan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Data</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Fakta mentah: Ahmad, 8A, Pramuka, 3 juz</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Informasi</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Data yang diolah: 3 dari 8 santri memilih Pramuka</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Keputusan</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Pengurus menyiapkan 1 pembina Pramuka tambahan</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Data jumlah juz setiap santri → rata-rata hafalan kelas 3,3 juz → program murajaah tambahan untuk santri di bawah rata-rata.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Database: Field dan Record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685800" cy="384048"/>
          </a:xfrm>
          <a:prstGeom prst="rect">
            <a:avLst/>
          </a:prstGeom>
          <a:solidFill>
            <a:srgbClr val="0F4C3A"/>
          </a:solidFill>
          <a:ln w="9525">
            <a:solidFill>
              <a:srgbClr val="FFFFFF"/>
            </a:solidFill>
            <a:prstDash val="solid"/>
          </a:ln>
        </p:spPr>
      </p:sp>
      <p:sp>
        <p:nvSpPr>
          <p:cNvPr id="10" name="Text 6"/>
          <p:cNvSpPr txBox="1"/>
          <p:nvPr/>
        </p:nvSpPr>
        <p:spPr>
          <a:xfrm>
            <a:off x="457200" y="1234440"/>
            <a:ext cx="6858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p>
        </p:txBody>
      </p:sp>
      <p:sp>
        <p:nvSpPr>
          <p:cNvPr id="11" name="Shape 7"/>
          <p:cNvSpPr/>
          <p:nvPr/>
        </p:nvSpPr>
        <p:spPr>
          <a:xfrm>
            <a:off x="1143000" y="1234440"/>
            <a:ext cx="960120" cy="384048"/>
          </a:xfrm>
          <a:prstGeom prst="rect">
            <a:avLst/>
          </a:prstGeom>
          <a:solidFill>
            <a:srgbClr val="0F4C3A"/>
          </a:solidFill>
          <a:ln w="9525">
            <a:solidFill>
              <a:srgbClr val="FFFFFF"/>
            </a:solidFill>
            <a:prstDash val="solid"/>
          </a:ln>
        </p:spPr>
      </p:sp>
      <p:sp>
        <p:nvSpPr>
          <p:cNvPr id="12" name="Text 8"/>
          <p:cNvSpPr txBox="1"/>
          <p:nvPr/>
        </p:nvSpPr>
        <p:spPr>
          <a:xfrm>
            <a:off x="1143000" y="1234440"/>
            <a:ext cx="9601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Nama</a:t>
            </a:r>
            <a:endParaRPr lang="en-US" sz="1200" dirty="0"/>
          </a:p>
        </p:txBody>
      </p:sp>
      <p:sp>
        <p:nvSpPr>
          <p:cNvPr id="13" name="Shape 9"/>
          <p:cNvSpPr/>
          <p:nvPr/>
        </p:nvSpPr>
        <p:spPr>
          <a:xfrm>
            <a:off x="2103120" y="1234440"/>
            <a:ext cx="594360" cy="384048"/>
          </a:xfrm>
          <a:prstGeom prst="rect">
            <a:avLst/>
          </a:prstGeom>
          <a:solidFill>
            <a:srgbClr val="0F4C3A"/>
          </a:solidFill>
          <a:ln w="9525">
            <a:solidFill>
              <a:srgbClr val="FFFFFF"/>
            </a:solidFill>
            <a:prstDash val="solid"/>
          </a:ln>
        </p:spPr>
      </p:sp>
      <p:sp>
        <p:nvSpPr>
          <p:cNvPr id="14" name="Text 10"/>
          <p:cNvSpPr txBox="1"/>
          <p:nvPr/>
        </p:nvSpPr>
        <p:spPr>
          <a:xfrm>
            <a:off x="2103120" y="1234440"/>
            <a:ext cx="5943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Kelas</a:t>
            </a:r>
            <a:endParaRPr lang="en-US" sz="1200" dirty="0"/>
          </a:p>
        </p:txBody>
      </p:sp>
      <p:sp>
        <p:nvSpPr>
          <p:cNvPr id="15" name="Shape 11"/>
          <p:cNvSpPr/>
          <p:nvPr/>
        </p:nvSpPr>
        <p:spPr>
          <a:xfrm>
            <a:off x="2697480" y="1234440"/>
            <a:ext cx="868680" cy="384048"/>
          </a:xfrm>
          <a:prstGeom prst="rect">
            <a:avLst/>
          </a:prstGeom>
          <a:solidFill>
            <a:srgbClr val="0F4C3A"/>
          </a:solidFill>
          <a:ln w="9525">
            <a:solidFill>
              <a:srgbClr val="FFFFFF"/>
            </a:solidFill>
            <a:prstDash val="solid"/>
          </a:ln>
        </p:spPr>
      </p:sp>
      <p:sp>
        <p:nvSpPr>
          <p:cNvPr id="16" name="Text 12"/>
          <p:cNvSpPr txBox="1"/>
          <p:nvPr/>
        </p:nvSpPr>
        <p:spPr>
          <a:xfrm>
            <a:off x="2697480" y="1234440"/>
            <a:ext cx="86868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Kamar</a:t>
            </a:r>
            <a:endParaRPr lang="en-US" sz="1200" dirty="0"/>
          </a:p>
        </p:txBody>
      </p:sp>
      <p:sp>
        <p:nvSpPr>
          <p:cNvPr id="17" name="Shape 13"/>
          <p:cNvSpPr/>
          <p:nvPr/>
        </p:nvSpPr>
        <p:spPr>
          <a:xfrm>
            <a:off x="3566160" y="1234440"/>
            <a:ext cx="1005840" cy="384048"/>
          </a:xfrm>
          <a:prstGeom prst="rect">
            <a:avLst/>
          </a:prstGeom>
          <a:solidFill>
            <a:srgbClr val="0078D4"/>
          </a:solidFill>
          <a:ln w="9525">
            <a:solidFill>
              <a:srgbClr val="FFFFFF"/>
            </a:solidFill>
            <a:prstDash val="solid"/>
          </a:ln>
        </p:spPr>
      </p:sp>
      <p:sp>
        <p:nvSpPr>
          <p:cNvPr id="18" name="Text 14"/>
          <p:cNvSpPr txBox="1"/>
          <p:nvPr/>
        </p:nvSpPr>
        <p:spPr>
          <a:xfrm>
            <a:off x="3566160" y="1234440"/>
            <a:ext cx="10058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Ekskul</a:t>
            </a:r>
            <a:endParaRPr lang="en-US" sz="1200" dirty="0"/>
          </a:p>
        </p:txBody>
      </p:sp>
      <p:sp>
        <p:nvSpPr>
          <p:cNvPr id="19" name="Shape 15"/>
          <p:cNvSpPr/>
          <p:nvPr/>
        </p:nvSpPr>
        <p:spPr>
          <a:xfrm>
            <a:off x="4572000" y="1234440"/>
            <a:ext cx="502920" cy="384048"/>
          </a:xfrm>
          <a:prstGeom prst="rect">
            <a:avLst/>
          </a:prstGeom>
          <a:solidFill>
            <a:srgbClr val="0F4C3A"/>
          </a:solidFill>
          <a:ln w="9525">
            <a:solidFill>
              <a:srgbClr val="FFFFFF"/>
            </a:solidFill>
            <a:prstDash val="solid"/>
          </a:ln>
        </p:spPr>
      </p:sp>
      <p:sp>
        <p:nvSpPr>
          <p:cNvPr id="20" name="Text 16"/>
          <p:cNvSpPr txBox="1"/>
          <p:nvPr/>
        </p:nvSpPr>
        <p:spPr>
          <a:xfrm>
            <a:off x="4572000" y="1234440"/>
            <a:ext cx="5029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Juz</a:t>
            </a:r>
            <a:endParaRPr lang="en-US" sz="1200" dirty="0"/>
          </a:p>
        </p:txBody>
      </p:sp>
      <p:sp>
        <p:nvSpPr>
          <p:cNvPr id="21" name="Shape 17"/>
          <p:cNvSpPr/>
          <p:nvPr/>
        </p:nvSpPr>
        <p:spPr>
          <a:xfrm>
            <a:off x="457200" y="1618488"/>
            <a:ext cx="685800" cy="384048"/>
          </a:xfrm>
          <a:prstGeom prst="rect">
            <a:avLst/>
          </a:prstGeom>
          <a:solidFill>
            <a:srgbClr val="FFFFFF"/>
          </a:solidFill>
          <a:ln w="9525">
            <a:solidFill>
              <a:srgbClr val="BBBBBB"/>
            </a:solidFill>
            <a:prstDash val="solid"/>
          </a:ln>
        </p:spPr>
      </p:sp>
      <p:sp>
        <p:nvSpPr>
          <p:cNvPr id="22" name="Text 18"/>
          <p:cNvSpPr txBox="1"/>
          <p:nvPr/>
        </p:nvSpPr>
        <p:spPr>
          <a:xfrm>
            <a:off x="457200" y="1618488"/>
            <a:ext cx="685800" cy="384048"/>
          </a:xfrm>
          <a:prstGeom prst="rect">
            <a:avLst/>
          </a:prstGeom>
          <a:noFill/>
          <a:ln/>
        </p:spPr>
        <p:txBody>
          <a:bodyPr wrap="square" lIns="0" tIns="0" rIns="0" bIns="0" rtlCol="0" anchor="ctr"/>
          <a:lstStyle/>
          <a:p>
            <a:pPr algn="ctr" indent="0" marL="0">
              <a:buNone/>
            </a:pPr>
            <a:r>
              <a:rPr lang="en-US" sz="1150" b="1" dirty="0">
                <a:solidFill>
                  <a:srgbClr val="E53935"/>
                </a:solidFill>
                <a:latin typeface="Calibri" pitchFamily="34" charset="0"/>
                <a:ea typeface="Calibri" pitchFamily="34" charset="-122"/>
                <a:cs typeface="Calibri" pitchFamily="34" charset="-120"/>
              </a:rPr>
              <a:t>S001</a:t>
            </a:r>
            <a:endParaRPr lang="en-US" sz="1150" dirty="0"/>
          </a:p>
        </p:txBody>
      </p:sp>
      <p:sp>
        <p:nvSpPr>
          <p:cNvPr id="23" name="Shape 19"/>
          <p:cNvSpPr/>
          <p:nvPr/>
        </p:nvSpPr>
        <p:spPr>
          <a:xfrm>
            <a:off x="1143000" y="1618488"/>
            <a:ext cx="960120" cy="384048"/>
          </a:xfrm>
          <a:prstGeom prst="rect">
            <a:avLst/>
          </a:prstGeom>
          <a:solidFill>
            <a:srgbClr val="FFFFFF"/>
          </a:solidFill>
          <a:ln w="9525">
            <a:solidFill>
              <a:srgbClr val="BBBBBB"/>
            </a:solidFill>
            <a:prstDash val="solid"/>
          </a:ln>
        </p:spPr>
      </p:sp>
      <p:sp>
        <p:nvSpPr>
          <p:cNvPr id="24" name="Text 20"/>
          <p:cNvSpPr txBox="1"/>
          <p:nvPr/>
        </p:nvSpPr>
        <p:spPr>
          <a:xfrm>
            <a:off x="1143000" y="1618488"/>
            <a:ext cx="96012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Ahmad</a:t>
            </a:r>
            <a:endParaRPr lang="en-US" sz="1150" dirty="0"/>
          </a:p>
        </p:txBody>
      </p:sp>
      <p:sp>
        <p:nvSpPr>
          <p:cNvPr id="25" name="Shape 21"/>
          <p:cNvSpPr/>
          <p:nvPr/>
        </p:nvSpPr>
        <p:spPr>
          <a:xfrm>
            <a:off x="2103120" y="1618488"/>
            <a:ext cx="594360" cy="384048"/>
          </a:xfrm>
          <a:prstGeom prst="rect">
            <a:avLst/>
          </a:prstGeom>
          <a:solidFill>
            <a:srgbClr val="FFFFFF"/>
          </a:solidFill>
          <a:ln w="9525">
            <a:solidFill>
              <a:srgbClr val="BBBBBB"/>
            </a:solidFill>
            <a:prstDash val="solid"/>
          </a:ln>
        </p:spPr>
      </p:sp>
      <p:sp>
        <p:nvSpPr>
          <p:cNvPr id="26" name="Text 22"/>
          <p:cNvSpPr txBox="1"/>
          <p:nvPr/>
        </p:nvSpPr>
        <p:spPr>
          <a:xfrm>
            <a:off x="2103120" y="1618488"/>
            <a:ext cx="59436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8A</a:t>
            </a:r>
            <a:endParaRPr lang="en-US" sz="1150" dirty="0"/>
          </a:p>
        </p:txBody>
      </p:sp>
      <p:sp>
        <p:nvSpPr>
          <p:cNvPr id="27" name="Shape 23"/>
          <p:cNvSpPr/>
          <p:nvPr/>
        </p:nvSpPr>
        <p:spPr>
          <a:xfrm>
            <a:off x="2697480" y="1618488"/>
            <a:ext cx="868680" cy="384048"/>
          </a:xfrm>
          <a:prstGeom prst="rect">
            <a:avLst/>
          </a:prstGeom>
          <a:solidFill>
            <a:srgbClr val="FFFFFF"/>
          </a:solidFill>
          <a:ln w="9525">
            <a:solidFill>
              <a:srgbClr val="BBBBBB"/>
            </a:solidFill>
            <a:prstDash val="solid"/>
          </a:ln>
        </p:spPr>
      </p:sp>
      <p:sp>
        <p:nvSpPr>
          <p:cNvPr id="28" name="Text 24"/>
          <p:cNvSpPr txBox="1"/>
          <p:nvPr/>
        </p:nvSpPr>
        <p:spPr>
          <a:xfrm>
            <a:off x="2697480" y="1618488"/>
            <a:ext cx="86868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Umar 1</a:t>
            </a:r>
            <a:endParaRPr lang="en-US" sz="1150" dirty="0"/>
          </a:p>
        </p:txBody>
      </p:sp>
      <p:sp>
        <p:nvSpPr>
          <p:cNvPr id="29" name="Shape 25"/>
          <p:cNvSpPr/>
          <p:nvPr/>
        </p:nvSpPr>
        <p:spPr>
          <a:xfrm>
            <a:off x="3566160" y="1618488"/>
            <a:ext cx="1005840" cy="384048"/>
          </a:xfrm>
          <a:prstGeom prst="rect">
            <a:avLst/>
          </a:prstGeom>
          <a:solidFill>
            <a:srgbClr val="EAF1FE"/>
          </a:solidFill>
          <a:ln w="9525">
            <a:solidFill>
              <a:srgbClr val="BBBBBB"/>
            </a:solidFill>
            <a:prstDash val="solid"/>
          </a:ln>
        </p:spPr>
      </p:sp>
      <p:sp>
        <p:nvSpPr>
          <p:cNvPr id="30" name="Text 26"/>
          <p:cNvSpPr txBox="1"/>
          <p:nvPr/>
        </p:nvSpPr>
        <p:spPr>
          <a:xfrm>
            <a:off x="3566160" y="1618488"/>
            <a:ext cx="100584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Pramuka</a:t>
            </a:r>
            <a:endParaRPr lang="en-US" sz="1150" dirty="0"/>
          </a:p>
        </p:txBody>
      </p:sp>
      <p:sp>
        <p:nvSpPr>
          <p:cNvPr id="31" name="Shape 27"/>
          <p:cNvSpPr/>
          <p:nvPr/>
        </p:nvSpPr>
        <p:spPr>
          <a:xfrm>
            <a:off x="4572000" y="1618488"/>
            <a:ext cx="502920" cy="384048"/>
          </a:xfrm>
          <a:prstGeom prst="rect">
            <a:avLst/>
          </a:prstGeom>
          <a:solidFill>
            <a:srgbClr val="FFFFFF"/>
          </a:solidFill>
          <a:ln w="9525">
            <a:solidFill>
              <a:srgbClr val="BBBBBB"/>
            </a:solidFill>
            <a:prstDash val="solid"/>
          </a:ln>
        </p:spPr>
      </p:sp>
      <p:sp>
        <p:nvSpPr>
          <p:cNvPr id="32" name="Text 28"/>
          <p:cNvSpPr txBox="1"/>
          <p:nvPr/>
        </p:nvSpPr>
        <p:spPr>
          <a:xfrm>
            <a:off x="4572000" y="1618488"/>
            <a:ext cx="50292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3</a:t>
            </a:r>
            <a:endParaRPr lang="en-US" sz="1150" dirty="0"/>
          </a:p>
        </p:txBody>
      </p:sp>
      <p:sp>
        <p:nvSpPr>
          <p:cNvPr id="33" name="Shape 29"/>
          <p:cNvSpPr/>
          <p:nvPr/>
        </p:nvSpPr>
        <p:spPr>
          <a:xfrm>
            <a:off x="457200" y="2002536"/>
            <a:ext cx="685800" cy="384048"/>
          </a:xfrm>
          <a:prstGeom prst="rect">
            <a:avLst/>
          </a:prstGeom>
          <a:solidFill>
            <a:srgbClr val="FFFFFF"/>
          </a:solidFill>
          <a:ln w="9525">
            <a:solidFill>
              <a:srgbClr val="BBBBBB"/>
            </a:solidFill>
            <a:prstDash val="solid"/>
          </a:ln>
        </p:spPr>
      </p:sp>
      <p:sp>
        <p:nvSpPr>
          <p:cNvPr id="34" name="Text 30"/>
          <p:cNvSpPr txBox="1"/>
          <p:nvPr/>
        </p:nvSpPr>
        <p:spPr>
          <a:xfrm>
            <a:off x="457200" y="2002536"/>
            <a:ext cx="685800" cy="384048"/>
          </a:xfrm>
          <a:prstGeom prst="rect">
            <a:avLst/>
          </a:prstGeom>
          <a:noFill/>
          <a:ln/>
        </p:spPr>
        <p:txBody>
          <a:bodyPr wrap="square" lIns="0" tIns="0" rIns="0" bIns="0" rtlCol="0" anchor="ctr"/>
          <a:lstStyle/>
          <a:p>
            <a:pPr algn="ctr" indent="0" marL="0">
              <a:buNone/>
            </a:pPr>
            <a:r>
              <a:rPr lang="en-US" sz="1150" b="1" dirty="0">
                <a:solidFill>
                  <a:srgbClr val="E53935"/>
                </a:solidFill>
                <a:latin typeface="Calibri" pitchFamily="34" charset="0"/>
                <a:ea typeface="Calibri" pitchFamily="34" charset="-122"/>
                <a:cs typeface="Calibri" pitchFamily="34" charset="-120"/>
              </a:rPr>
              <a:t>S002</a:t>
            </a:r>
            <a:endParaRPr lang="en-US" sz="1150" dirty="0"/>
          </a:p>
        </p:txBody>
      </p:sp>
      <p:sp>
        <p:nvSpPr>
          <p:cNvPr id="35" name="Shape 31"/>
          <p:cNvSpPr/>
          <p:nvPr/>
        </p:nvSpPr>
        <p:spPr>
          <a:xfrm>
            <a:off x="1143000" y="2002536"/>
            <a:ext cx="960120" cy="384048"/>
          </a:xfrm>
          <a:prstGeom prst="rect">
            <a:avLst/>
          </a:prstGeom>
          <a:solidFill>
            <a:srgbClr val="FFFFFF"/>
          </a:solidFill>
          <a:ln w="9525">
            <a:solidFill>
              <a:srgbClr val="BBBBBB"/>
            </a:solidFill>
            <a:prstDash val="solid"/>
          </a:ln>
        </p:spPr>
      </p:sp>
      <p:sp>
        <p:nvSpPr>
          <p:cNvPr id="36" name="Text 32"/>
          <p:cNvSpPr txBox="1"/>
          <p:nvPr/>
        </p:nvSpPr>
        <p:spPr>
          <a:xfrm>
            <a:off x="1143000" y="2002536"/>
            <a:ext cx="96012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Bilal</a:t>
            </a:r>
            <a:endParaRPr lang="en-US" sz="1150" dirty="0"/>
          </a:p>
        </p:txBody>
      </p:sp>
      <p:sp>
        <p:nvSpPr>
          <p:cNvPr id="37" name="Shape 33"/>
          <p:cNvSpPr/>
          <p:nvPr/>
        </p:nvSpPr>
        <p:spPr>
          <a:xfrm>
            <a:off x="2103120" y="2002536"/>
            <a:ext cx="594360" cy="384048"/>
          </a:xfrm>
          <a:prstGeom prst="rect">
            <a:avLst/>
          </a:prstGeom>
          <a:solidFill>
            <a:srgbClr val="FFFFFF"/>
          </a:solidFill>
          <a:ln w="9525">
            <a:solidFill>
              <a:srgbClr val="BBBBBB"/>
            </a:solidFill>
            <a:prstDash val="solid"/>
          </a:ln>
        </p:spPr>
      </p:sp>
      <p:sp>
        <p:nvSpPr>
          <p:cNvPr id="38" name="Text 34"/>
          <p:cNvSpPr txBox="1"/>
          <p:nvPr/>
        </p:nvSpPr>
        <p:spPr>
          <a:xfrm>
            <a:off x="2103120" y="2002536"/>
            <a:ext cx="59436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8B</a:t>
            </a:r>
            <a:endParaRPr lang="en-US" sz="1150" dirty="0"/>
          </a:p>
        </p:txBody>
      </p:sp>
      <p:sp>
        <p:nvSpPr>
          <p:cNvPr id="39" name="Shape 35"/>
          <p:cNvSpPr/>
          <p:nvPr/>
        </p:nvSpPr>
        <p:spPr>
          <a:xfrm>
            <a:off x="2697480" y="2002536"/>
            <a:ext cx="868680" cy="384048"/>
          </a:xfrm>
          <a:prstGeom prst="rect">
            <a:avLst/>
          </a:prstGeom>
          <a:solidFill>
            <a:srgbClr val="FFFFFF"/>
          </a:solidFill>
          <a:ln w="9525">
            <a:solidFill>
              <a:srgbClr val="BBBBBB"/>
            </a:solidFill>
            <a:prstDash val="solid"/>
          </a:ln>
        </p:spPr>
      </p:sp>
      <p:sp>
        <p:nvSpPr>
          <p:cNvPr id="40" name="Text 36"/>
          <p:cNvSpPr txBox="1"/>
          <p:nvPr/>
        </p:nvSpPr>
        <p:spPr>
          <a:xfrm>
            <a:off x="2697480" y="2002536"/>
            <a:ext cx="86868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Ali 2</a:t>
            </a:r>
            <a:endParaRPr lang="en-US" sz="1150" dirty="0"/>
          </a:p>
        </p:txBody>
      </p:sp>
      <p:sp>
        <p:nvSpPr>
          <p:cNvPr id="41" name="Shape 37"/>
          <p:cNvSpPr/>
          <p:nvPr/>
        </p:nvSpPr>
        <p:spPr>
          <a:xfrm>
            <a:off x="3566160" y="2002536"/>
            <a:ext cx="1005840" cy="384048"/>
          </a:xfrm>
          <a:prstGeom prst="rect">
            <a:avLst/>
          </a:prstGeom>
          <a:solidFill>
            <a:srgbClr val="EAF1FE"/>
          </a:solidFill>
          <a:ln w="9525">
            <a:solidFill>
              <a:srgbClr val="BBBBBB"/>
            </a:solidFill>
            <a:prstDash val="solid"/>
          </a:ln>
        </p:spPr>
      </p:sp>
      <p:sp>
        <p:nvSpPr>
          <p:cNvPr id="42" name="Text 38"/>
          <p:cNvSpPr txBox="1"/>
          <p:nvPr/>
        </p:nvSpPr>
        <p:spPr>
          <a:xfrm>
            <a:off x="3566160" y="2002536"/>
            <a:ext cx="100584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Kaligrafi</a:t>
            </a:r>
            <a:endParaRPr lang="en-US" sz="1150" dirty="0"/>
          </a:p>
        </p:txBody>
      </p:sp>
      <p:sp>
        <p:nvSpPr>
          <p:cNvPr id="43" name="Shape 39"/>
          <p:cNvSpPr/>
          <p:nvPr/>
        </p:nvSpPr>
        <p:spPr>
          <a:xfrm>
            <a:off x="4572000" y="2002536"/>
            <a:ext cx="502920" cy="384048"/>
          </a:xfrm>
          <a:prstGeom prst="rect">
            <a:avLst/>
          </a:prstGeom>
          <a:solidFill>
            <a:srgbClr val="FFFFFF"/>
          </a:solidFill>
          <a:ln w="9525">
            <a:solidFill>
              <a:srgbClr val="BBBBBB"/>
            </a:solidFill>
            <a:prstDash val="solid"/>
          </a:ln>
        </p:spPr>
      </p:sp>
      <p:sp>
        <p:nvSpPr>
          <p:cNvPr id="44" name="Text 40"/>
          <p:cNvSpPr txBox="1"/>
          <p:nvPr/>
        </p:nvSpPr>
        <p:spPr>
          <a:xfrm>
            <a:off x="4572000" y="2002536"/>
            <a:ext cx="50292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2</a:t>
            </a:r>
            <a:endParaRPr lang="en-US" sz="1150" dirty="0"/>
          </a:p>
        </p:txBody>
      </p:sp>
      <p:sp>
        <p:nvSpPr>
          <p:cNvPr id="45" name="Shape 41"/>
          <p:cNvSpPr/>
          <p:nvPr/>
        </p:nvSpPr>
        <p:spPr>
          <a:xfrm>
            <a:off x="457200" y="2386584"/>
            <a:ext cx="685800" cy="384048"/>
          </a:xfrm>
          <a:prstGeom prst="rect">
            <a:avLst/>
          </a:prstGeom>
          <a:solidFill>
            <a:srgbClr val="FFF59D"/>
          </a:solidFill>
          <a:ln w="9525">
            <a:solidFill>
              <a:srgbClr val="BBBBBB"/>
            </a:solidFill>
            <a:prstDash val="solid"/>
          </a:ln>
        </p:spPr>
      </p:sp>
      <p:sp>
        <p:nvSpPr>
          <p:cNvPr id="46" name="Text 42"/>
          <p:cNvSpPr txBox="1"/>
          <p:nvPr/>
        </p:nvSpPr>
        <p:spPr>
          <a:xfrm>
            <a:off x="457200" y="2386584"/>
            <a:ext cx="685800" cy="384048"/>
          </a:xfrm>
          <a:prstGeom prst="rect">
            <a:avLst/>
          </a:prstGeom>
          <a:noFill/>
          <a:ln/>
        </p:spPr>
        <p:txBody>
          <a:bodyPr wrap="square" lIns="0" tIns="0" rIns="0" bIns="0" rtlCol="0" anchor="ctr"/>
          <a:lstStyle/>
          <a:p>
            <a:pPr algn="ctr" indent="0" marL="0">
              <a:buNone/>
            </a:pPr>
            <a:r>
              <a:rPr lang="en-US" sz="1150" b="1" dirty="0">
                <a:solidFill>
                  <a:srgbClr val="E53935"/>
                </a:solidFill>
                <a:latin typeface="Calibri" pitchFamily="34" charset="0"/>
                <a:ea typeface="Calibri" pitchFamily="34" charset="-122"/>
                <a:cs typeface="Calibri" pitchFamily="34" charset="-120"/>
              </a:rPr>
              <a:t>S003</a:t>
            </a:r>
            <a:endParaRPr lang="en-US" sz="1150" dirty="0"/>
          </a:p>
        </p:txBody>
      </p:sp>
      <p:sp>
        <p:nvSpPr>
          <p:cNvPr id="47" name="Shape 43"/>
          <p:cNvSpPr/>
          <p:nvPr/>
        </p:nvSpPr>
        <p:spPr>
          <a:xfrm>
            <a:off x="1143000" y="2386584"/>
            <a:ext cx="960120" cy="384048"/>
          </a:xfrm>
          <a:prstGeom prst="rect">
            <a:avLst/>
          </a:prstGeom>
          <a:solidFill>
            <a:srgbClr val="FFF59D"/>
          </a:solidFill>
          <a:ln w="9525">
            <a:solidFill>
              <a:srgbClr val="BBBBBB"/>
            </a:solidFill>
            <a:prstDash val="solid"/>
          </a:ln>
        </p:spPr>
      </p:sp>
      <p:sp>
        <p:nvSpPr>
          <p:cNvPr id="48" name="Text 44"/>
          <p:cNvSpPr txBox="1"/>
          <p:nvPr/>
        </p:nvSpPr>
        <p:spPr>
          <a:xfrm>
            <a:off x="1143000" y="2386584"/>
            <a:ext cx="96012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Fauzan</a:t>
            </a:r>
            <a:endParaRPr lang="en-US" sz="1150" dirty="0"/>
          </a:p>
        </p:txBody>
      </p:sp>
      <p:sp>
        <p:nvSpPr>
          <p:cNvPr id="49" name="Shape 45"/>
          <p:cNvSpPr/>
          <p:nvPr/>
        </p:nvSpPr>
        <p:spPr>
          <a:xfrm>
            <a:off x="2103120" y="2386584"/>
            <a:ext cx="594360" cy="384048"/>
          </a:xfrm>
          <a:prstGeom prst="rect">
            <a:avLst/>
          </a:prstGeom>
          <a:solidFill>
            <a:srgbClr val="FFF59D"/>
          </a:solidFill>
          <a:ln w="9525">
            <a:solidFill>
              <a:srgbClr val="BBBBBB"/>
            </a:solidFill>
            <a:prstDash val="solid"/>
          </a:ln>
        </p:spPr>
      </p:sp>
      <p:sp>
        <p:nvSpPr>
          <p:cNvPr id="50" name="Text 46"/>
          <p:cNvSpPr txBox="1"/>
          <p:nvPr/>
        </p:nvSpPr>
        <p:spPr>
          <a:xfrm>
            <a:off x="2103120" y="2386584"/>
            <a:ext cx="59436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8A</a:t>
            </a:r>
            <a:endParaRPr lang="en-US" sz="1150" dirty="0"/>
          </a:p>
        </p:txBody>
      </p:sp>
      <p:sp>
        <p:nvSpPr>
          <p:cNvPr id="51" name="Shape 47"/>
          <p:cNvSpPr/>
          <p:nvPr/>
        </p:nvSpPr>
        <p:spPr>
          <a:xfrm>
            <a:off x="2697480" y="2386584"/>
            <a:ext cx="868680" cy="384048"/>
          </a:xfrm>
          <a:prstGeom prst="rect">
            <a:avLst/>
          </a:prstGeom>
          <a:solidFill>
            <a:srgbClr val="FFF59D"/>
          </a:solidFill>
          <a:ln w="9525">
            <a:solidFill>
              <a:srgbClr val="BBBBBB"/>
            </a:solidFill>
            <a:prstDash val="solid"/>
          </a:ln>
        </p:spPr>
      </p:sp>
      <p:sp>
        <p:nvSpPr>
          <p:cNvPr id="52" name="Text 48"/>
          <p:cNvSpPr txBox="1"/>
          <p:nvPr/>
        </p:nvSpPr>
        <p:spPr>
          <a:xfrm>
            <a:off x="2697480" y="2386584"/>
            <a:ext cx="86868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Umar 1</a:t>
            </a:r>
            <a:endParaRPr lang="en-US" sz="1150" dirty="0"/>
          </a:p>
        </p:txBody>
      </p:sp>
      <p:sp>
        <p:nvSpPr>
          <p:cNvPr id="53" name="Shape 49"/>
          <p:cNvSpPr/>
          <p:nvPr/>
        </p:nvSpPr>
        <p:spPr>
          <a:xfrm>
            <a:off x="3566160" y="2386584"/>
            <a:ext cx="1005840" cy="384048"/>
          </a:xfrm>
          <a:prstGeom prst="rect">
            <a:avLst/>
          </a:prstGeom>
          <a:solidFill>
            <a:srgbClr val="FFF59D"/>
          </a:solidFill>
          <a:ln w="9525">
            <a:solidFill>
              <a:srgbClr val="BBBBBB"/>
            </a:solidFill>
            <a:prstDash val="solid"/>
          </a:ln>
        </p:spPr>
      </p:sp>
      <p:sp>
        <p:nvSpPr>
          <p:cNvPr id="54" name="Text 50"/>
          <p:cNvSpPr txBox="1"/>
          <p:nvPr/>
        </p:nvSpPr>
        <p:spPr>
          <a:xfrm>
            <a:off x="3566160" y="2386584"/>
            <a:ext cx="100584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Futsal</a:t>
            </a:r>
            <a:endParaRPr lang="en-US" sz="1150" dirty="0"/>
          </a:p>
        </p:txBody>
      </p:sp>
      <p:sp>
        <p:nvSpPr>
          <p:cNvPr id="55" name="Shape 51"/>
          <p:cNvSpPr/>
          <p:nvPr/>
        </p:nvSpPr>
        <p:spPr>
          <a:xfrm>
            <a:off x="4572000" y="2386584"/>
            <a:ext cx="502920" cy="384048"/>
          </a:xfrm>
          <a:prstGeom prst="rect">
            <a:avLst/>
          </a:prstGeom>
          <a:solidFill>
            <a:srgbClr val="FFF59D"/>
          </a:solidFill>
          <a:ln w="9525">
            <a:solidFill>
              <a:srgbClr val="BBBBBB"/>
            </a:solidFill>
            <a:prstDash val="solid"/>
          </a:ln>
        </p:spPr>
      </p:sp>
      <p:sp>
        <p:nvSpPr>
          <p:cNvPr id="56" name="Text 52"/>
          <p:cNvSpPr txBox="1"/>
          <p:nvPr/>
        </p:nvSpPr>
        <p:spPr>
          <a:xfrm>
            <a:off x="4572000" y="2386584"/>
            <a:ext cx="50292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5</a:t>
            </a:r>
            <a:endParaRPr lang="en-US" sz="1150" dirty="0"/>
          </a:p>
        </p:txBody>
      </p:sp>
      <p:sp>
        <p:nvSpPr>
          <p:cNvPr id="57" name="Shape 53"/>
          <p:cNvSpPr/>
          <p:nvPr/>
        </p:nvSpPr>
        <p:spPr>
          <a:xfrm>
            <a:off x="457200" y="2770632"/>
            <a:ext cx="685800" cy="384048"/>
          </a:xfrm>
          <a:prstGeom prst="rect">
            <a:avLst/>
          </a:prstGeom>
          <a:solidFill>
            <a:srgbClr val="FFFFFF"/>
          </a:solidFill>
          <a:ln w="9525">
            <a:solidFill>
              <a:srgbClr val="BBBBBB"/>
            </a:solidFill>
            <a:prstDash val="solid"/>
          </a:ln>
        </p:spPr>
      </p:sp>
      <p:sp>
        <p:nvSpPr>
          <p:cNvPr id="58" name="Text 54"/>
          <p:cNvSpPr txBox="1"/>
          <p:nvPr/>
        </p:nvSpPr>
        <p:spPr>
          <a:xfrm>
            <a:off x="457200" y="2770632"/>
            <a:ext cx="685800" cy="384048"/>
          </a:xfrm>
          <a:prstGeom prst="rect">
            <a:avLst/>
          </a:prstGeom>
          <a:noFill/>
          <a:ln/>
        </p:spPr>
        <p:txBody>
          <a:bodyPr wrap="square" lIns="0" tIns="0" rIns="0" bIns="0" rtlCol="0" anchor="ctr"/>
          <a:lstStyle/>
          <a:p>
            <a:pPr algn="ctr" indent="0" marL="0">
              <a:buNone/>
            </a:pPr>
            <a:r>
              <a:rPr lang="en-US" sz="1150" b="1" dirty="0">
                <a:solidFill>
                  <a:srgbClr val="E53935"/>
                </a:solidFill>
                <a:latin typeface="Calibri" pitchFamily="34" charset="0"/>
                <a:ea typeface="Calibri" pitchFamily="34" charset="-122"/>
                <a:cs typeface="Calibri" pitchFamily="34" charset="-120"/>
              </a:rPr>
              <a:t>S004</a:t>
            </a:r>
            <a:endParaRPr lang="en-US" sz="1150" dirty="0"/>
          </a:p>
        </p:txBody>
      </p:sp>
      <p:sp>
        <p:nvSpPr>
          <p:cNvPr id="59" name="Shape 55"/>
          <p:cNvSpPr/>
          <p:nvPr/>
        </p:nvSpPr>
        <p:spPr>
          <a:xfrm>
            <a:off x="1143000" y="2770632"/>
            <a:ext cx="960120" cy="384048"/>
          </a:xfrm>
          <a:prstGeom prst="rect">
            <a:avLst/>
          </a:prstGeom>
          <a:solidFill>
            <a:srgbClr val="FFFFFF"/>
          </a:solidFill>
          <a:ln w="9525">
            <a:solidFill>
              <a:srgbClr val="BBBBBB"/>
            </a:solidFill>
            <a:prstDash val="solid"/>
          </a:ln>
        </p:spPr>
      </p:sp>
      <p:sp>
        <p:nvSpPr>
          <p:cNvPr id="60" name="Text 56"/>
          <p:cNvSpPr txBox="1"/>
          <p:nvPr/>
        </p:nvSpPr>
        <p:spPr>
          <a:xfrm>
            <a:off x="1143000" y="2770632"/>
            <a:ext cx="96012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Hasan</a:t>
            </a:r>
            <a:endParaRPr lang="en-US" sz="1150" dirty="0"/>
          </a:p>
        </p:txBody>
      </p:sp>
      <p:sp>
        <p:nvSpPr>
          <p:cNvPr id="61" name="Shape 57"/>
          <p:cNvSpPr/>
          <p:nvPr/>
        </p:nvSpPr>
        <p:spPr>
          <a:xfrm>
            <a:off x="2103120" y="2770632"/>
            <a:ext cx="594360" cy="384048"/>
          </a:xfrm>
          <a:prstGeom prst="rect">
            <a:avLst/>
          </a:prstGeom>
          <a:solidFill>
            <a:srgbClr val="FFFFFF"/>
          </a:solidFill>
          <a:ln w="9525">
            <a:solidFill>
              <a:srgbClr val="BBBBBB"/>
            </a:solidFill>
            <a:prstDash val="solid"/>
          </a:ln>
        </p:spPr>
      </p:sp>
      <p:sp>
        <p:nvSpPr>
          <p:cNvPr id="62" name="Text 58"/>
          <p:cNvSpPr txBox="1"/>
          <p:nvPr/>
        </p:nvSpPr>
        <p:spPr>
          <a:xfrm>
            <a:off x="2103120" y="2770632"/>
            <a:ext cx="59436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8B</a:t>
            </a:r>
            <a:endParaRPr lang="en-US" sz="1150" dirty="0"/>
          </a:p>
        </p:txBody>
      </p:sp>
      <p:sp>
        <p:nvSpPr>
          <p:cNvPr id="63" name="Shape 59"/>
          <p:cNvSpPr/>
          <p:nvPr/>
        </p:nvSpPr>
        <p:spPr>
          <a:xfrm>
            <a:off x="2697480" y="2770632"/>
            <a:ext cx="868680" cy="384048"/>
          </a:xfrm>
          <a:prstGeom prst="rect">
            <a:avLst/>
          </a:prstGeom>
          <a:solidFill>
            <a:srgbClr val="FFFFFF"/>
          </a:solidFill>
          <a:ln w="9525">
            <a:solidFill>
              <a:srgbClr val="BBBBBB"/>
            </a:solidFill>
            <a:prstDash val="solid"/>
          </a:ln>
        </p:spPr>
      </p:sp>
      <p:sp>
        <p:nvSpPr>
          <p:cNvPr id="64" name="Text 60"/>
          <p:cNvSpPr txBox="1"/>
          <p:nvPr/>
        </p:nvSpPr>
        <p:spPr>
          <a:xfrm>
            <a:off x="2697480" y="2770632"/>
            <a:ext cx="86868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Ali 1</a:t>
            </a:r>
            <a:endParaRPr lang="en-US" sz="1150" dirty="0"/>
          </a:p>
        </p:txBody>
      </p:sp>
      <p:sp>
        <p:nvSpPr>
          <p:cNvPr id="65" name="Shape 61"/>
          <p:cNvSpPr/>
          <p:nvPr/>
        </p:nvSpPr>
        <p:spPr>
          <a:xfrm>
            <a:off x="3566160" y="2770632"/>
            <a:ext cx="1005840" cy="384048"/>
          </a:xfrm>
          <a:prstGeom prst="rect">
            <a:avLst/>
          </a:prstGeom>
          <a:solidFill>
            <a:srgbClr val="EAF1FE"/>
          </a:solidFill>
          <a:ln w="9525">
            <a:solidFill>
              <a:srgbClr val="BBBBBB"/>
            </a:solidFill>
            <a:prstDash val="solid"/>
          </a:ln>
        </p:spPr>
      </p:sp>
      <p:sp>
        <p:nvSpPr>
          <p:cNvPr id="66" name="Text 62"/>
          <p:cNvSpPr txBox="1"/>
          <p:nvPr/>
        </p:nvSpPr>
        <p:spPr>
          <a:xfrm>
            <a:off x="3566160" y="2770632"/>
            <a:ext cx="100584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Pramuka</a:t>
            </a:r>
            <a:endParaRPr lang="en-US" sz="1150" dirty="0"/>
          </a:p>
        </p:txBody>
      </p:sp>
      <p:sp>
        <p:nvSpPr>
          <p:cNvPr id="67" name="Shape 63"/>
          <p:cNvSpPr/>
          <p:nvPr/>
        </p:nvSpPr>
        <p:spPr>
          <a:xfrm>
            <a:off x="4572000" y="2770632"/>
            <a:ext cx="502920" cy="384048"/>
          </a:xfrm>
          <a:prstGeom prst="rect">
            <a:avLst/>
          </a:prstGeom>
          <a:solidFill>
            <a:srgbClr val="FFFFFF"/>
          </a:solidFill>
          <a:ln w="9525">
            <a:solidFill>
              <a:srgbClr val="BBBBBB"/>
            </a:solidFill>
            <a:prstDash val="solid"/>
          </a:ln>
        </p:spPr>
      </p:sp>
      <p:sp>
        <p:nvSpPr>
          <p:cNvPr id="68" name="Text 64"/>
          <p:cNvSpPr txBox="1"/>
          <p:nvPr/>
        </p:nvSpPr>
        <p:spPr>
          <a:xfrm>
            <a:off x="4572000" y="2770632"/>
            <a:ext cx="50292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1</a:t>
            </a:r>
            <a:endParaRPr lang="en-US" sz="1150" dirty="0"/>
          </a:p>
        </p:txBody>
      </p:sp>
      <p:sp>
        <p:nvSpPr>
          <p:cNvPr id="69" name="Shape 65"/>
          <p:cNvSpPr/>
          <p:nvPr/>
        </p:nvSpPr>
        <p:spPr>
          <a:xfrm>
            <a:off x="457200" y="3154680"/>
            <a:ext cx="685800" cy="384048"/>
          </a:xfrm>
          <a:prstGeom prst="rect">
            <a:avLst/>
          </a:prstGeom>
          <a:solidFill>
            <a:srgbClr val="FFFFFF"/>
          </a:solidFill>
          <a:ln w="9525">
            <a:solidFill>
              <a:srgbClr val="BBBBBB"/>
            </a:solidFill>
            <a:prstDash val="solid"/>
          </a:ln>
        </p:spPr>
      </p:sp>
      <p:sp>
        <p:nvSpPr>
          <p:cNvPr id="70" name="Text 66"/>
          <p:cNvSpPr txBox="1"/>
          <p:nvPr/>
        </p:nvSpPr>
        <p:spPr>
          <a:xfrm>
            <a:off x="457200" y="3154680"/>
            <a:ext cx="685800" cy="384048"/>
          </a:xfrm>
          <a:prstGeom prst="rect">
            <a:avLst/>
          </a:prstGeom>
          <a:noFill/>
          <a:ln/>
        </p:spPr>
        <p:txBody>
          <a:bodyPr wrap="square" lIns="0" tIns="0" rIns="0" bIns="0" rtlCol="0" anchor="ctr"/>
          <a:lstStyle/>
          <a:p>
            <a:pPr algn="ctr" indent="0" marL="0">
              <a:buNone/>
            </a:pPr>
            <a:r>
              <a:rPr lang="en-US" sz="1150" b="1" dirty="0">
                <a:solidFill>
                  <a:srgbClr val="E53935"/>
                </a:solidFill>
                <a:latin typeface="Calibri" pitchFamily="34" charset="0"/>
                <a:ea typeface="Calibri" pitchFamily="34" charset="-122"/>
                <a:cs typeface="Calibri" pitchFamily="34" charset="-120"/>
              </a:rPr>
              <a:t>S005</a:t>
            </a:r>
            <a:endParaRPr lang="en-US" sz="1150" dirty="0"/>
          </a:p>
        </p:txBody>
      </p:sp>
      <p:sp>
        <p:nvSpPr>
          <p:cNvPr id="71" name="Shape 67"/>
          <p:cNvSpPr/>
          <p:nvPr/>
        </p:nvSpPr>
        <p:spPr>
          <a:xfrm>
            <a:off x="1143000" y="3154680"/>
            <a:ext cx="960120" cy="384048"/>
          </a:xfrm>
          <a:prstGeom prst="rect">
            <a:avLst/>
          </a:prstGeom>
          <a:solidFill>
            <a:srgbClr val="FFFFFF"/>
          </a:solidFill>
          <a:ln w="9525">
            <a:solidFill>
              <a:srgbClr val="BBBBBB"/>
            </a:solidFill>
            <a:prstDash val="solid"/>
          </a:ln>
        </p:spPr>
      </p:sp>
      <p:sp>
        <p:nvSpPr>
          <p:cNvPr id="72" name="Text 68"/>
          <p:cNvSpPr txBox="1"/>
          <p:nvPr/>
        </p:nvSpPr>
        <p:spPr>
          <a:xfrm>
            <a:off x="1143000" y="3154680"/>
            <a:ext cx="96012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Ilham</a:t>
            </a:r>
            <a:endParaRPr lang="en-US" sz="1150" dirty="0"/>
          </a:p>
        </p:txBody>
      </p:sp>
      <p:sp>
        <p:nvSpPr>
          <p:cNvPr id="73" name="Shape 69"/>
          <p:cNvSpPr/>
          <p:nvPr/>
        </p:nvSpPr>
        <p:spPr>
          <a:xfrm>
            <a:off x="2103120" y="3154680"/>
            <a:ext cx="594360" cy="384048"/>
          </a:xfrm>
          <a:prstGeom prst="rect">
            <a:avLst/>
          </a:prstGeom>
          <a:solidFill>
            <a:srgbClr val="FFFFFF"/>
          </a:solidFill>
          <a:ln w="9525">
            <a:solidFill>
              <a:srgbClr val="BBBBBB"/>
            </a:solidFill>
            <a:prstDash val="solid"/>
          </a:ln>
        </p:spPr>
      </p:sp>
      <p:sp>
        <p:nvSpPr>
          <p:cNvPr id="74" name="Text 70"/>
          <p:cNvSpPr txBox="1"/>
          <p:nvPr/>
        </p:nvSpPr>
        <p:spPr>
          <a:xfrm>
            <a:off x="2103120" y="3154680"/>
            <a:ext cx="59436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8A</a:t>
            </a:r>
            <a:endParaRPr lang="en-US" sz="1150" dirty="0"/>
          </a:p>
        </p:txBody>
      </p:sp>
      <p:sp>
        <p:nvSpPr>
          <p:cNvPr id="75" name="Shape 71"/>
          <p:cNvSpPr/>
          <p:nvPr/>
        </p:nvSpPr>
        <p:spPr>
          <a:xfrm>
            <a:off x="2697480" y="3154680"/>
            <a:ext cx="868680" cy="384048"/>
          </a:xfrm>
          <a:prstGeom prst="rect">
            <a:avLst/>
          </a:prstGeom>
          <a:solidFill>
            <a:srgbClr val="FFFFFF"/>
          </a:solidFill>
          <a:ln w="9525">
            <a:solidFill>
              <a:srgbClr val="BBBBBB"/>
            </a:solidFill>
            <a:prstDash val="solid"/>
          </a:ln>
        </p:spPr>
      </p:sp>
      <p:sp>
        <p:nvSpPr>
          <p:cNvPr id="76" name="Text 72"/>
          <p:cNvSpPr txBox="1"/>
          <p:nvPr/>
        </p:nvSpPr>
        <p:spPr>
          <a:xfrm>
            <a:off x="2697480" y="3154680"/>
            <a:ext cx="86868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Umar 2</a:t>
            </a:r>
            <a:endParaRPr lang="en-US" sz="1150" dirty="0"/>
          </a:p>
        </p:txBody>
      </p:sp>
      <p:sp>
        <p:nvSpPr>
          <p:cNvPr id="77" name="Shape 73"/>
          <p:cNvSpPr/>
          <p:nvPr/>
        </p:nvSpPr>
        <p:spPr>
          <a:xfrm>
            <a:off x="3566160" y="3154680"/>
            <a:ext cx="1005840" cy="384048"/>
          </a:xfrm>
          <a:prstGeom prst="rect">
            <a:avLst/>
          </a:prstGeom>
          <a:solidFill>
            <a:srgbClr val="EAF1FE"/>
          </a:solidFill>
          <a:ln w="9525">
            <a:solidFill>
              <a:srgbClr val="BBBBBB"/>
            </a:solidFill>
            <a:prstDash val="solid"/>
          </a:ln>
        </p:spPr>
      </p:sp>
      <p:sp>
        <p:nvSpPr>
          <p:cNvPr id="78" name="Text 74"/>
          <p:cNvSpPr txBox="1"/>
          <p:nvPr/>
        </p:nvSpPr>
        <p:spPr>
          <a:xfrm>
            <a:off x="3566160" y="3154680"/>
            <a:ext cx="100584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Tahsin</a:t>
            </a:r>
            <a:endParaRPr lang="en-US" sz="1150" dirty="0"/>
          </a:p>
        </p:txBody>
      </p:sp>
      <p:sp>
        <p:nvSpPr>
          <p:cNvPr id="79" name="Shape 75"/>
          <p:cNvSpPr/>
          <p:nvPr/>
        </p:nvSpPr>
        <p:spPr>
          <a:xfrm>
            <a:off x="4572000" y="3154680"/>
            <a:ext cx="502920" cy="384048"/>
          </a:xfrm>
          <a:prstGeom prst="rect">
            <a:avLst/>
          </a:prstGeom>
          <a:solidFill>
            <a:srgbClr val="FFFFFF"/>
          </a:solidFill>
          <a:ln w="9525">
            <a:solidFill>
              <a:srgbClr val="BBBBBB"/>
            </a:solidFill>
            <a:prstDash val="solid"/>
          </a:ln>
        </p:spPr>
      </p:sp>
      <p:sp>
        <p:nvSpPr>
          <p:cNvPr id="80" name="Text 76"/>
          <p:cNvSpPr txBox="1"/>
          <p:nvPr/>
        </p:nvSpPr>
        <p:spPr>
          <a:xfrm>
            <a:off x="4572000" y="3154680"/>
            <a:ext cx="502920" cy="384048"/>
          </a:xfrm>
          <a:prstGeom prst="rect">
            <a:avLst/>
          </a:prstGeom>
          <a:noFill/>
          <a:ln/>
        </p:spPr>
        <p:txBody>
          <a:bodyPr wrap="square" lIns="0" tIns="0" rIns="0" bIns="0" rtlCol="0" anchor="ctr"/>
          <a:lstStyle/>
          <a:p>
            <a:pPr algn="ctr" indent="0" marL="0">
              <a:buNone/>
            </a:pPr>
            <a:r>
              <a:rPr lang="en-US" sz="1150" dirty="0">
                <a:solidFill>
                  <a:srgbClr val="1E2A26"/>
                </a:solidFill>
                <a:latin typeface="Calibri" pitchFamily="34" charset="0"/>
                <a:ea typeface="Calibri" pitchFamily="34" charset="-122"/>
                <a:cs typeface="Calibri" pitchFamily="34" charset="-120"/>
              </a:rPr>
              <a:t>4</a:t>
            </a:r>
            <a:endParaRPr lang="en-US" sz="1150" dirty="0"/>
          </a:p>
        </p:txBody>
      </p:sp>
      <p:sp>
        <p:nvSpPr>
          <p:cNvPr id="81" name="Shape 77"/>
          <p:cNvSpPr/>
          <p:nvPr/>
        </p:nvSpPr>
        <p:spPr>
          <a:xfrm>
            <a:off x="5349240" y="1234440"/>
            <a:ext cx="3337560" cy="987552"/>
          </a:xfrm>
          <a:prstGeom prst="roundRect">
            <a:avLst>
              <a:gd name="adj" fmla="val 7407"/>
            </a:avLst>
          </a:prstGeom>
          <a:solidFill>
            <a:srgbClr val="FFFFFF"/>
          </a:solidFill>
          <a:ln w="19050">
            <a:solidFill>
              <a:srgbClr val="0078D4"/>
            </a:solidFill>
            <a:prstDash val="solid"/>
          </a:ln>
        </p:spPr>
      </p:sp>
      <p:sp>
        <p:nvSpPr>
          <p:cNvPr id="82" name="Text 78"/>
          <p:cNvSpPr txBox="1"/>
          <p:nvPr/>
        </p:nvSpPr>
        <p:spPr>
          <a:xfrm>
            <a:off x="5458968" y="1280160"/>
            <a:ext cx="3154680" cy="320040"/>
          </a:xfrm>
          <a:prstGeom prst="rect">
            <a:avLst/>
          </a:prstGeom>
          <a:noFill/>
          <a:ln/>
        </p:spPr>
        <p:txBody>
          <a:bodyPr wrap="square" lIns="0" tIns="0" rIns="0" bIns="0" rtlCol="0" anchor="t"/>
          <a:lstStyle/>
          <a:p>
            <a:pPr indent="0" marL="0">
              <a:buNone/>
            </a:pPr>
            <a:r>
              <a:rPr lang="en-US" sz="1400" b="1" dirty="0">
                <a:solidFill>
                  <a:srgbClr val="0078D4"/>
                </a:solidFill>
                <a:latin typeface="Cambria" pitchFamily="34" charset="0"/>
                <a:ea typeface="Cambria" pitchFamily="34" charset="-122"/>
                <a:cs typeface="Cambria" pitchFamily="34" charset="-120"/>
              </a:rPr>
              <a:t>Field (kolom)</a:t>
            </a:r>
            <a:endParaRPr lang="en-US" sz="1400" dirty="0"/>
          </a:p>
        </p:txBody>
      </p:sp>
      <p:sp>
        <p:nvSpPr>
          <p:cNvPr id="83" name="Text 79"/>
          <p:cNvSpPr txBox="1"/>
          <p:nvPr/>
        </p:nvSpPr>
        <p:spPr>
          <a:xfrm>
            <a:off x="5458968" y="1618488"/>
            <a:ext cx="3063240" cy="54864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Satu jenis data, contoh: Ekskul</a:t>
            </a:r>
            <a:endParaRPr lang="en-US" sz="1200" dirty="0"/>
          </a:p>
        </p:txBody>
      </p:sp>
      <p:sp>
        <p:nvSpPr>
          <p:cNvPr id="84" name="Shape 80"/>
          <p:cNvSpPr/>
          <p:nvPr/>
        </p:nvSpPr>
        <p:spPr>
          <a:xfrm>
            <a:off x="5349240" y="2331720"/>
            <a:ext cx="3337560" cy="987552"/>
          </a:xfrm>
          <a:prstGeom prst="roundRect">
            <a:avLst>
              <a:gd name="adj" fmla="val 7407"/>
            </a:avLst>
          </a:prstGeom>
          <a:solidFill>
            <a:srgbClr val="FFFFFF"/>
          </a:solidFill>
          <a:ln w="19050">
            <a:solidFill>
              <a:srgbClr val="D4A017"/>
            </a:solidFill>
            <a:prstDash val="solid"/>
          </a:ln>
        </p:spPr>
      </p:sp>
      <p:sp>
        <p:nvSpPr>
          <p:cNvPr id="85" name="Text 81"/>
          <p:cNvSpPr txBox="1"/>
          <p:nvPr/>
        </p:nvSpPr>
        <p:spPr>
          <a:xfrm>
            <a:off x="5458968" y="2377440"/>
            <a:ext cx="3154680" cy="320040"/>
          </a:xfrm>
          <a:prstGeom prst="rect">
            <a:avLst/>
          </a:prstGeom>
          <a:noFill/>
          <a:ln/>
        </p:spPr>
        <p:txBody>
          <a:bodyPr wrap="square" lIns="0" tIns="0" rIns="0" bIns="0" rtlCol="0" anchor="t"/>
          <a:lstStyle/>
          <a:p>
            <a:pPr indent="0" marL="0">
              <a:buNone/>
            </a:pPr>
            <a:r>
              <a:rPr lang="en-US" sz="1400" b="1" dirty="0">
                <a:solidFill>
                  <a:srgbClr val="D4A017"/>
                </a:solidFill>
                <a:latin typeface="Cambria" pitchFamily="34" charset="0"/>
                <a:ea typeface="Cambria" pitchFamily="34" charset="-122"/>
                <a:cs typeface="Cambria" pitchFamily="34" charset="-120"/>
              </a:rPr>
              <a:t>Record (baris)</a:t>
            </a:r>
            <a:endParaRPr lang="en-US" sz="1400" dirty="0"/>
          </a:p>
        </p:txBody>
      </p:sp>
      <p:sp>
        <p:nvSpPr>
          <p:cNvPr id="86" name="Text 82"/>
          <p:cNvSpPr txBox="1"/>
          <p:nvPr/>
        </p:nvSpPr>
        <p:spPr>
          <a:xfrm>
            <a:off x="5458968" y="2715768"/>
            <a:ext cx="3063240" cy="54864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Satu data lengkap milik satu santri, contoh: baris Fauzan</a:t>
            </a:r>
            <a:endParaRPr lang="en-US" sz="1200" dirty="0"/>
          </a:p>
        </p:txBody>
      </p:sp>
      <p:sp>
        <p:nvSpPr>
          <p:cNvPr id="87" name="Shape 83"/>
          <p:cNvSpPr/>
          <p:nvPr/>
        </p:nvSpPr>
        <p:spPr>
          <a:xfrm>
            <a:off x="5349240" y="3429000"/>
            <a:ext cx="3337560" cy="987552"/>
          </a:xfrm>
          <a:prstGeom prst="roundRect">
            <a:avLst>
              <a:gd name="adj" fmla="val 7407"/>
            </a:avLst>
          </a:prstGeom>
          <a:solidFill>
            <a:srgbClr val="FFFFFF"/>
          </a:solidFill>
          <a:ln w="19050">
            <a:solidFill>
              <a:srgbClr val="E53935"/>
            </a:solidFill>
            <a:prstDash val="solid"/>
          </a:ln>
        </p:spPr>
      </p:sp>
      <p:sp>
        <p:nvSpPr>
          <p:cNvPr id="88" name="Text 84"/>
          <p:cNvSpPr txBox="1"/>
          <p:nvPr/>
        </p:nvSpPr>
        <p:spPr>
          <a:xfrm>
            <a:off x="5458968" y="3474720"/>
            <a:ext cx="3154680" cy="320040"/>
          </a:xfrm>
          <a:prstGeom prst="rect">
            <a:avLst/>
          </a:prstGeom>
          <a:noFill/>
          <a:ln/>
        </p:spPr>
        <p:txBody>
          <a:bodyPr wrap="square" lIns="0" tIns="0" rIns="0" bIns="0" rtlCol="0" anchor="t"/>
          <a:lstStyle/>
          <a:p>
            <a:pPr indent="0" marL="0">
              <a:buNone/>
            </a:pPr>
            <a:r>
              <a:rPr lang="en-US" sz="1400" b="1" dirty="0">
                <a:solidFill>
                  <a:srgbClr val="E53935"/>
                </a:solidFill>
                <a:latin typeface="Cambria" pitchFamily="34" charset="0"/>
                <a:ea typeface="Cambria" pitchFamily="34" charset="-122"/>
                <a:cs typeface="Cambria" pitchFamily="34" charset="-120"/>
              </a:rPr>
              <a:t>ID unik</a:t>
            </a:r>
            <a:endParaRPr lang="en-US" sz="1400" dirty="0"/>
          </a:p>
        </p:txBody>
      </p:sp>
      <p:sp>
        <p:nvSpPr>
          <p:cNvPr id="89" name="Text 85"/>
          <p:cNvSpPr txBox="1"/>
          <p:nvPr/>
        </p:nvSpPr>
        <p:spPr>
          <a:xfrm>
            <a:off x="5458968" y="3813048"/>
            <a:ext cx="3063240" cy="54864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Kode yang tidak pernah sama, contoh: S003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Tipe Data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Teks</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Huruf dan kata. Contoh: Nama, Kamar.</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Angka</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Bisa dihitung. Contoh: Juz hafalan, nilai.</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Tanggal</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Hari, bulan, tahun. Contoh: Tanggal masuk pondok.</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Pilihan</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Hanya boleh dari daftar tertentu. Contoh: Kelas 8A/8B, Ekskul.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Merancang Database</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Kerja kelompok · kertas lalu Google Sheets</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Merancang di kertas</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tabel di Sheets</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Memeriksa rancangan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Rancangan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914400" y="1188720"/>
            <a:ext cx="4114800" cy="3657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Rancangan Database Kelompok 1</a:t>
            </a:r>
            <a:endParaRPr lang="en-US" sz="1600" dirty="0"/>
          </a:p>
        </p:txBody>
      </p:sp>
      <p:sp>
        <p:nvSpPr>
          <p:cNvPr id="11" name="Text 7"/>
          <p:cNvSpPr txBox="1"/>
          <p:nvPr/>
        </p:nvSpPr>
        <p:spPr>
          <a:xfrm>
            <a:off x="914400" y="1691640"/>
            <a:ext cx="4389120" cy="822960"/>
          </a:xfrm>
          <a:prstGeom prst="rect">
            <a:avLst/>
          </a:prstGeom>
          <a:noFill/>
          <a:ln/>
        </p:spPr>
        <p:txBody>
          <a:bodyPr wrap="square" lIns="0" tIns="0" rIns="0" bIns="0" rtlCol="0" anchor="t"/>
          <a:lstStyle/>
          <a:p>
            <a:pPr indent="0" marL="0">
              <a:buNone/>
            </a:pPr>
            <a:r>
              <a:rPr lang="en-US" sz="1350" b="1" dirty="0">
                <a:solidFill>
                  <a:srgbClr val="1E2A26"/>
                </a:solidFill>
                <a:latin typeface="Arial" pitchFamily="34" charset="0"/>
                <a:ea typeface="Arial" pitchFamily="34" charset="-122"/>
                <a:cs typeface="Arial" pitchFamily="34" charset="-120"/>
              </a:rPr>
              <a:t>Tujuan: </a:t>
            </a:r>
            <a:pPr indent="0" marL="0">
              <a:buNone/>
            </a:pPr>
            <a:r>
              <a:rPr lang="en-US" sz="1350" i="1" dirty="0">
                <a:solidFill>
                  <a:srgbClr val="1155CC"/>
                </a:solidFill>
                <a:latin typeface="Arial" pitchFamily="34" charset="0"/>
                <a:ea typeface="Arial" pitchFamily="34" charset="-122"/>
                <a:cs typeface="Arial" pitchFamily="34" charset="-120"/>
              </a:rPr>
              <a:t>mendata ekskul dan hafalan santri agar pembina mudah membagi kelompok murajaah.</a:t>
            </a:r>
            <a:endParaRPr lang="en-US" sz="1350" dirty="0"/>
          </a:p>
        </p:txBody>
      </p:sp>
      <p:sp>
        <p:nvSpPr>
          <p:cNvPr id="12" name="Text 8"/>
          <p:cNvSpPr txBox="1"/>
          <p:nvPr/>
        </p:nvSpPr>
        <p:spPr>
          <a:xfrm>
            <a:off x="914400" y="2560320"/>
            <a:ext cx="4389120" cy="411480"/>
          </a:xfrm>
          <a:prstGeom prst="rect">
            <a:avLst/>
          </a:prstGeom>
          <a:noFill/>
          <a:ln/>
        </p:spPr>
        <p:txBody>
          <a:bodyPr wrap="square" lIns="0" tIns="0" rIns="0" bIns="0" rtlCol="0" anchor="t"/>
          <a:lstStyle/>
          <a:p>
            <a:pPr indent="0" marL="0">
              <a:buNone/>
            </a:pPr>
            <a:r>
              <a:rPr lang="en-US" sz="1350" b="1" dirty="0">
                <a:solidFill>
                  <a:srgbClr val="1E2A26"/>
                </a:solidFill>
                <a:latin typeface="Arial" pitchFamily="34" charset="0"/>
                <a:ea typeface="Arial" pitchFamily="34" charset="-122"/>
                <a:cs typeface="Arial" pitchFamily="34" charset="-120"/>
              </a:rPr>
              <a:t>Pengguna: </a:t>
            </a:r>
            <a:pPr indent="0" marL="0">
              <a:buNone/>
            </a:pPr>
            <a:r>
              <a:rPr lang="en-US" sz="1350" i="1" dirty="0">
                <a:solidFill>
                  <a:srgbClr val="1155CC"/>
                </a:solidFill>
                <a:latin typeface="Arial" pitchFamily="34" charset="0"/>
                <a:ea typeface="Arial" pitchFamily="34" charset="-122"/>
                <a:cs typeface="Arial" pitchFamily="34" charset="-120"/>
              </a:rPr>
              <a:t>pembina ekskul dan musyrif</a:t>
            </a:r>
            <a:endParaRPr lang="en-US" sz="1350" dirty="0"/>
          </a:p>
        </p:txBody>
      </p:sp>
      <p:sp>
        <p:nvSpPr>
          <p:cNvPr id="13" name="Text 9"/>
          <p:cNvSpPr txBox="1"/>
          <p:nvPr/>
        </p:nvSpPr>
        <p:spPr>
          <a:xfrm>
            <a:off x="914400" y="3063240"/>
            <a:ext cx="4389120" cy="411480"/>
          </a:xfrm>
          <a:prstGeom prst="rect">
            <a:avLst/>
          </a:prstGeom>
          <a:noFill/>
          <a:ln/>
        </p:spPr>
        <p:txBody>
          <a:bodyPr wrap="square" lIns="0" tIns="0" rIns="0" bIns="0" rtlCol="0" anchor="t"/>
          <a:lstStyle/>
          <a:p>
            <a:pPr indent="0" marL="0">
              <a:buNone/>
            </a:pPr>
            <a:r>
              <a:rPr lang="en-US" sz="1350" b="1" dirty="0">
                <a:solidFill>
                  <a:srgbClr val="1E2A26"/>
                </a:solidFill>
                <a:latin typeface="Arial" pitchFamily="34" charset="0"/>
                <a:ea typeface="Arial" pitchFamily="34" charset="-122"/>
                <a:cs typeface="Arial" pitchFamily="34" charset="-120"/>
              </a:rPr>
              <a:t>Data: </a:t>
            </a:r>
            <a:pPr indent="0" marL="0">
              <a:buNone/>
            </a:pPr>
            <a:r>
              <a:rPr lang="en-US" sz="1350" b="1" dirty="0">
                <a:solidFill>
                  <a:srgbClr val="E53935"/>
                </a:solidFill>
                <a:latin typeface="Arial" pitchFamily="34" charset="0"/>
                <a:ea typeface="Arial" pitchFamily="34" charset="-122"/>
                <a:cs typeface="Arial" pitchFamily="34" charset="-120"/>
              </a:rPr>
              <a:t>FIKTIF (karangan), bukan data asli</a:t>
            </a:r>
            <a:endParaRPr lang="en-US" sz="1350" dirty="0"/>
          </a:p>
        </p:txBody>
      </p:sp>
      <p:sp>
        <p:nvSpPr>
          <p:cNvPr id="14" name="Shape 10"/>
          <p:cNvSpPr/>
          <p:nvPr/>
        </p:nvSpPr>
        <p:spPr>
          <a:xfrm>
            <a:off x="850392" y="1627632"/>
            <a:ext cx="4517136" cy="1911096"/>
          </a:xfrm>
          <a:prstGeom prst="roundRect">
            <a:avLst>
              <a:gd name="adj" fmla="val 2392"/>
            </a:avLst>
          </a:prstGeom>
          <a:solidFill>
            <a:srgbClr val="FFFFFF">
              <a:alpha val="0"/>
            </a:srgbClr>
          </a:solidFill>
          <a:ln w="31750">
            <a:solidFill>
              <a:srgbClr val="E53935"/>
            </a:solidFill>
            <a:prstDash val="solid"/>
          </a:ln>
        </p:spPr>
      </p:sp>
      <p:sp>
        <p:nvSpPr>
          <p:cNvPr id="15" name="Shape 11"/>
          <p:cNvSpPr/>
          <p:nvPr/>
        </p:nvSpPr>
        <p:spPr>
          <a:xfrm>
            <a:off x="5230368" y="1490472"/>
            <a:ext cx="274320" cy="274320"/>
          </a:xfrm>
          <a:prstGeom prst="ellipse">
            <a:avLst/>
          </a:prstGeom>
          <a:solidFill>
            <a:srgbClr val="E53935"/>
          </a:solidFill>
          <a:ln w="12700">
            <a:solidFill>
              <a:srgbClr val="FFFFFF"/>
            </a:solidFill>
            <a:prstDash val="solid"/>
          </a:ln>
        </p:spPr>
      </p:sp>
      <p:sp>
        <p:nvSpPr>
          <p:cNvPr id="16" name="Text 12"/>
          <p:cNvSpPr txBox="1"/>
          <p:nvPr/>
        </p:nvSpPr>
        <p:spPr>
          <a:xfrm>
            <a:off x="5230368" y="14904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7" name="Text 1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8" name="Text 1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Tentukan tujuan database</a:t>
            </a:r>
            <a:endParaRPr lang="en-US" sz="1800" dirty="0"/>
          </a:p>
        </p:txBody>
      </p:sp>
      <p:sp>
        <p:nvSpPr>
          <p:cNvPr id="19" name="Text 1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Database Santri Fiktif kelompok untuk keperluan apa? Contoh: pendataan ekskul dan hafalan. Tulis tujuannya di kertas.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Rancangan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Shape 6"/>
          <p:cNvSpPr/>
          <p:nvPr/>
        </p:nvSpPr>
        <p:spPr>
          <a:xfrm>
            <a:off x="1051560" y="1234440"/>
            <a:ext cx="1188720" cy="384048"/>
          </a:xfrm>
          <a:prstGeom prst="rect">
            <a:avLst/>
          </a:prstGeom>
          <a:solidFill>
            <a:srgbClr val="0F4C3A"/>
          </a:solidFill>
          <a:ln w="9525">
            <a:solidFill>
              <a:srgbClr val="999999"/>
            </a:solidFill>
            <a:prstDash val="solid"/>
          </a:ln>
        </p:spPr>
      </p:sp>
      <p:sp>
        <p:nvSpPr>
          <p:cNvPr id="11" name="Text 7"/>
          <p:cNvSpPr txBox="1"/>
          <p:nvPr/>
        </p:nvSpPr>
        <p:spPr>
          <a:xfrm>
            <a:off x="1106424" y="1234440"/>
            <a:ext cx="109728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Field</a:t>
            </a:r>
            <a:endParaRPr lang="en-US" sz="1200" dirty="0"/>
          </a:p>
        </p:txBody>
      </p:sp>
      <p:sp>
        <p:nvSpPr>
          <p:cNvPr id="12" name="Shape 8"/>
          <p:cNvSpPr/>
          <p:nvPr/>
        </p:nvSpPr>
        <p:spPr>
          <a:xfrm>
            <a:off x="2240280" y="1234440"/>
            <a:ext cx="1463040" cy="384048"/>
          </a:xfrm>
          <a:prstGeom prst="rect">
            <a:avLst/>
          </a:prstGeom>
          <a:solidFill>
            <a:srgbClr val="0F4C3A"/>
          </a:solidFill>
          <a:ln w="9525">
            <a:solidFill>
              <a:srgbClr val="999999"/>
            </a:solidFill>
            <a:prstDash val="solid"/>
          </a:ln>
        </p:spPr>
      </p:sp>
      <p:sp>
        <p:nvSpPr>
          <p:cNvPr id="13" name="Text 9"/>
          <p:cNvSpPr txBox="1"/>
          <p:nvPr/>
        </p:nvSpPr>
        <p:spPr>
          <a:xfrm>
            <a:off x="2295144" y="1234440"/>
            <a:ext cx="13716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Tipe</a:t>
            </a:r>
            <a:endParaRPr lang="en-US" sz="1200" dirty="0"/>
          </a:p>
        </p:txBody>
      </p:sp>
      <p:sp>
        <p:nvSpPr>
          <p:cNvPr id="14" name="Shape 10"/>
          <p:cNvSpPr/>
          <p:nvPr/>
        </p:nvSpPr>
        <p:spPr>
          <a:xfrm>
            <a:off x="3703320" y="1234440"/>
            <a:ext cx="1463040" cy="384048"/>
          </a:xfrm>
          <a:prstGeom prst="rect">
            <a:avLst/>
          </a:prstGeom>
          <a:solidFill>
            <a:srgbClr val="0F4C3A"/>
          </a:solidFill>
          <a:ln w="9525">
            <a:solidFill>
              <a:srgbClr val="999999"/>
            </a:solidFill>
            <a:prstDash val="solid"/>
          </a:ln>
        </p:spPr>
      </p:sp>
      <p:sp>
        <p:nvSpPr>
          <p:cNvPr id="15" name="Text 11"/>
          <p:cNvSpPr txBox="1"/>
          <p:nvPr/>
        </p:nvSpPr>
        <p:spPr>
          <a:xfrm>
            <a:off x="3758184" y="1234440"/>
            <a:ext cx="1371600" cy="38404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Contoh</a:t>
            </a:r>
            <a:endParaRPr lang="en-US" sz="1200" dirty="0"/>
          </a:p>
        </p:txBody>
      </p:sp>
      <p:sp>
        <p:nvSpPr>
          <p:cNvPr id="16" name="Shape 12"/>
          <p:cNvSpPr/>
          <p:nvPr/>
        </p:nvSpPr>
        <p:spPr>
          <a:xfrm>
            <a:off x="1051560" y="1618488"/>
            <a:ext cx="1188720" cy="384048"/>
          </a:xfrm>
          <a:prstGeom prst="rect">
            <a:avLst/>
          </a:prstGeom>
          <a:solidFill>
            <a:srgbClr val="FFFFFF"/>
          </a:solidFill>
          <a:ln w="9525">
            <a:solidFill>
              <a:srgbClr val="999999"/>
            </a:solidFill>
            <a:prstDash val="solid"/>
          </a:ln>
        </p:spPr>
      </p:sp>
      <p:sp>
        <p:nvSpPr>
          <p:cNvPr id="17" name="Text 13"/>
          <p:cNvSpPr txBox="1"/>
          <p:nvPr/>
        </p:nvSpPr>
        <p:spPr>
          <a:xfrm>
            <a:off x="1106424" y="1618488"/>
            <a:ext cx="1097280" cy="384048"/>
          </a:xfrm>
          <a:prstGeom prst="rect">
            <a:avLst/>
          </a:prstGeom>
          <a:noFill/>
          <a:ln/>
        </p:spPr>
        <p:txBody>
          <a:bodyPr wrap="square" lIns="0" tIns="0" rIns="0" bIns="0" rtlCol="0" anchor="ctr"/>
          <a:lstStyle/>
          <a:p>
            <a:pPr indent="0" marL="0">
              <a:buNone/>
            </a:pPr>
            <a:r>
              <a:rPr lang="en-US" sz="1200" b="1" dirty="0">
                <a:solidFill>
                  <a:srgbClr val="1E2A26"/>
                </a:solidFill>
                <a:latin typeface="Arial" pitchFamily="34" charset="0"/>
                <a:ea typeface="Arial" pitchFamily="34" charset="-122"/>
                <a:cs typeface="Arial" pitchFamily="34" charset="-120"/>
              </a:rPr>
              <a:t>ID</a:t>
            </a:r>
            <a:endParaRPr lang="en-US" sz="1200" dirty="0"/>
          </a:p>
        </p:txBody>
      </p:sp>
      <p:sp>
        <p:nvSpPr>
          <p:cNvPr id="18" name="Shape 14"/>
          <p:cNvSpPr/>
          <p:nvPr/>
        </p:nvSpPr>
        <p:spPr>
          <a:xfrm>
            <a:off x="2240280" y="1618488"/>
            <a:ext cx="1463040" cy="384048"/>
          </a:xfrm>
          <a:prstGeom prst="rect">
            <a:avLst/>
          </a:prstGeom>
          <a:solidFill>
            <a:srgbClr val="FFFFFF"/>
          </a:solidFill>
          <a:ln w="9525">
            <a:solidFill>
              <a:srgbClr val="999999"/>
            </a:solidFill>
            <a:prstDash val="solid"/>
          </a:ln>
        </p:spPr>
      </p:sp>
      <p:sp>
        <p:nvSpPr>
          <p:cNvPr id="19" name="Text 15"/>
          <p:cNvSpPr txBox="1"/>
          <p:nvPr/>
        </p:nvSpPr>
        <p:spPr>
          <a:xfrm>
            <a:off x="2295144" y="1618488"/>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Teks unik</a:t>
            </a:r>
            <a:endParaRPr lang="en-US" sz="1200" dirty="0"/>
          </a:p>
        </p:txBody>
      </p:sp>
      <p:sp>
        <p:nvSpPr>
          <p:cNvPr id="20" name="Shape 16"/>
          <p:cNvSpPr/>
          <p:nvPr/>
        </p:nvSpPr>
        <p:spPr>
          <a:xfrm>
            <a:off x="3703320" y="1618488"/>
            <a:ext cx="1463040" cy="384048"/>
          </a:xfrm>
          <a:prstGeom prst="rect">
            <a:avLst/>
          </a:prstGeom>
          <a:solidFill>
            <a:srgbClr val="FFFFFF"/>
          </a:solidFill>
          <a:ln w="9525">
            <a:solidFill>
              <a:srgbClr val="999999"/>
            </a:solidFill>
            <a:prstDash val="solid"/>
          </a:ln>
        </p:spPr>
      </p:sp>
      <p:sp>
        <p:nvSpPr>
          <p:cNvPr id="21" name="Text 17"/>
          <p:cNvSpPr txBox="1"/>
          <p:nvPr/>
        </p:nvSpPr>
        <p:spPr>
          <a:xfrm>
            <a:off x="3758184" y="1618488"/>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S001</a:t>
            </a:r>
            <a:endParaRPr lang="en-US" sz="1200" dirty="0"/>
          </a:p>
        </p:txBody>
      </p:sp>
      <p:sp>
        <p:nvSpPr>
          <p:cNvPr id="22" name="Shape 18"/>
          <p:cNvSpPr/>
          <p:nvPr/>
        </p:nvSpPr>
        <p:spPr>
          <a:xfrm>
            <a:off x="1051560" y="2002536"/>
            <a:ext cx="1188720" cy="384048"/>
          </a:xfrm>
          <a:prstGeom prst="rect">
            <a:avLst/>
          </a:prstGeom>
          <a:solidFill>
            <a:srgbClr val="FFFFFF"/>
          </a:solidFill>
          <a:ln w="9525">
            <a:solidFill>
              <a:srgbClr val="999999"/>
            </a:solidFill>
            <a:prstDash val="solid"/>
          </a:ln>
        </p:spPr>
      </p:sp>
      <p:sp>
        <p:nvSpPr>
          <p:cNvPr id="23" name="Text 19"/>
          <p:cNvSpPr txBox="1"/>
          <p:nvPr/>
        </p:nvSpPr>
        <p:spPr>
          <a:xfrm>
            <a:off x="1106424" y="2002536"/>
            <a:ext cx="1097280" cy="384048"/>
          </a:xfrm>
          <a:prstGeom prst="rect">
            <a:avLst/>
          </a:prstGeom>
          <a:noFill/>
          <a:ln/>
        </p:spPr>
        <p:txBody>
          <a:bodyPr wrap="square" lIns="0" tIns="0" rIns="0" bIns="0" rtlCol="0" anchor="ctr"/>
          <a:lstStyle/>
          <a:p>
            <a:pPr indent="0" marL="0">
              <a:buNone/>
            </a:pPr>
            <a:r>
              <a:rPr lang="en-US" sz="1200" b="1" dirty="0">
                <a:solidFill>
                  <a:srgbClr val="1E2A26"/>
                </a:solidFill>
                <a:latin typeface="Arial" pitchFamily="34" charset="0"/>
                <a:ea typeface="Arial" pitchFamily="34" charset="-122"/>
                <a:cs typeface="Arial" pitchFamily="34" charset="-120"/>
              </a:rPr>
              <a:t>Nama</a:t>
            </a:r>
            <a:endParaRPr lang="en-US" sz="1200" dirty="0"/>
          </a:p>
        </p:txBody>
      </p:sp>
      <p:sp>
        <p:nvSpPr>
          <p:cNvPr id="24" name="Shape 20"/>
          <p:cNvSpPr/>
          <p:nvPr/>
        </p:nvSpPr>
        <p:spPr>
          <a:xfrm>
            <a:off x="2240280" y="2002536"/>
            <a:ext cx="1463040" cy="384048"/>
          </a:xfrm>
          <a:prstGeom prst="rect">
            <a:avLst/>
          </a:prstGeom>
          <a:solidFill>
            <a:srgbClr val="FFFFFF"/>
          </a:solidFill>
          <a:ln w="9525">
            <a:solidFill>
              <a:srgbClr val="999999"/>
            </a:solidFill>
            <a:prstDash val="solid"/>
          </a:ln>
        </p:spPr>
      </p:sp>
      <p:sp>
        <p:nvSpPr>
          <p:cNvPr id="25" name="Text 21"/>
          <p:cNvSpPr txBox="1"/>
          <p:nvPr/>
        </p:nvSpPr>
        <p:spPr>
          <a:xfrm>
            <a:off x="2295144" y="2002536"/>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Teks</a:t>
            </a:r>
            <a:endParaRPr lang="en-US" sz="1200" dirty="0"/>
          </a:p>
        </p:txBody>
      </p:sp>
      <p:sp>
        <p:nvSpPr>
          <p:cNvPr id="26" name="Shape 22"/>
          <p:cNvSpPr/>
          <p:nvPr/>
        </p:nvSpPr>
        <p:spPr>
          <a:xfrm>
            <a:off x="3703320" y="2002536"/>
            <a:ext cx="1463040" cy="384048"/>
          </a:xfrm>
          <a:prstGeom prst="rect">
            <a:avLst/>
          </a:prstGeom>
          <a:solidFill>
            <a:srgbClr val="FFFFFF"/>
          </a:solidFill>
          <a:ln w="9525">
            <a:solidFill>
              <a:srgbClr val="999999"/>
            </a:solidFill>
            <a:prstDash val="solid"/>
          </a:ln>
        </p:spPr>
      </p:sp>
      <p:sp>
        <p:nvSpPr>
          <p:cNvPr id="27" name="Text 23"/>
          <p:cNvSpPr txBox="1"/>
          <p:nvPr/>
        </p:nvSpPr>
        <p:spPr>
          <a:xfrm>
            <a:off x="3758184" y="2002536"/>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Ahmad</a:t>
            </a:r>
            <a:endParaRPr lang="en-US" sz="1200" dirty="0"/>
          </a:p>
        </p:txBody>
      </p:sp>
      <p:sp>
        <p:nvSpPr>
          <p:cNvPr id="28" name="Shape 24"/>
          <p:cNvSpPr/>
          <p:nvPr/>
        </p:nvSpPr>
        <p:spPr>
          <a:xfrm>
            <a:off x="1051560" y="2386584"/>
            <a:ext cx="1188720" cy="384048"/>
          </a:xfrm>
          <a:prstGeom prst="rect">
            <a:avLst/>
          </a:prstGeom>
          <a:solidFill>
            <a:srgbClr val="FFFFFF"/>
          </a:solidFill>
          <a:ln w="9525">
            <a:solidFill>
              <a:srgbClr val="999999"/>
            </a:solidFill>
            <a:prstDash val="solid"/>
          </a:ln>
        </p:spPr>
      </p:sp>
      <p:sp>
        <p:nvSpPr>
          <p:cNvPr id="29" name="Text 25"/>
          <p:cNvSpPr txBox="1"/>
          <p:nvPr/>
        </p:nvSpPr>
        <p:spPr>
          <a:xfrm>
            <a:off x="1106424" y="2386584"/>
            <a:ext cx="1097280" cy="384048"/>
          </a:xfrm>
          <a:prstGeom prst="rect">
            <a:avLst/>
          </a:prstGeom>
          <a:noFill/>
          <a:ln/>
        </p:spPr>
        <p:txBody>
          <a:bodyPr wrap="square" lIns="0" tIns="0" rIns="0" bIns="0" rtlCol="0" anchor="ctr"/>
          <a:lstStyle/>
          <a:p>
            <a:pPr indent="0" marL="0">
              <a:buNone/>
            </a:pPr>
            <a:r>
              <a:rPr lang="en-US" sz="1200" b="1" dirty="0">
                <a:solidFill>
                  <a:srgbClr val="1E2A26"/>
                </a:solidFill>
                <a:latin typeface="Arial" pitchFamily="34" charset="0"/>
                <a:ea typeface="Arial" pitchFamily="34" charset="-122"/>
                <a:cs typeface="Arial" pitchFamily="34" charset="-120"/>
              </a:rPr>
              <a:t>Kelas</a:t>
            </a:r>
            <a:endParaRPr lang="en-US" sz="1200" dirty="0"/>
          </a:p>
        </p:txBody>
      </p:sp>
      <p:sp>
        <p:nvSpPr>
          <p:cNvPr id="30" name="Shape 26"/>
          <p:cNvSpPr/>
          <p:nvPr/>
        </p:nvSpPr>
        <p:spPr>
          <a:xfrm>
            <a:off x="2240280" y="2386584"/>
            <a:ext cx="1463040" cy="384048"/>
          </a:xfrm>
          <a:prstGeom prst="rect">
            <a:avLst/>
          </a:prstGeom>
          <a:solidFill>
            <a:srgbClr val="FFFFFF"/>
          </a:solidFill>
          <a:ln w="9525">
            <a:solidFill>
              <a:srgbClr val="999999"/>
            </a:solidFill>
            <a:prstDash val="solid"/>
          </a:ln>
        </p:spPr>
      </p:sp>
      <p:sp>
        <p:nvSpPr>
          <p:cNvPr id="31" name="Text 27"/>
          <p:cNvSpPr txBox="1"/>
          <p:nvPr/>
        </p:nvSpPr>
        <p:spPr>
          <a:xfrm>
            <a:off x="2295144" y="2386584"/>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Pilihan</a:t>
            </a:r>
            <a:endParaRPr lang="en-US" sz="1200" dirty="0"/>
          </a:p>
        </p:txBody>
      </p:sp>
      <p:sp>
        <p:nvSpPr>
          <p:cNvPr id="32" name="Shape 28"/>
          <p:cNvSpPr/>
          <p:nvPr/>
        </p:nvSpPr>
        <p:spPr>
          <a:xfrm>
            <a:off x="3703320" y="2386584"/>
            <a:ext cx="1463040" cy="384048"/>
          </a:xfrm>
          <a:prstGeom prst="rect">
            <a:avLst/>
          </a:prstGeom>
          <a:solidFill>
            <a:srgbClr val="FFFFFF"/>
          </a:solidFill>
          <a:ln w="9525">
            <a:solidFill>
              <a:srgbClr val="999999"/>
            </a:solidFill>
            <a:prstDash val="solid"/>
          </a:ln>
        </p:spPr>
      </p:sp>
      <p:sp>
        <p:nvSpPr>
          <p:cNvPr id="33" name="Text 29"/>
          <p:cNvSpPr txBox="1"/>
          <p:nvPr/>
        </p:nvSpPr>
        <p:spPr>
          <a:xfrm>
            <a:off x="3758184" y="2386584"/>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8A / 8B</a:t>
            </a:r>
            <a:endParaRPr lang="en-US" sz="1200" dirty="0"/>
          </a:p>
        </p:txBody>
      </p:sp>
      <p:sp>
        <p:nvSpPr>
          <p:cNvPr id="34" name="Shape 30"/>
          <p:cNvSpPr/>
          <p:nvPr/>
        </p:nvSpPr>
        <p:spPr>
          <a:xfrm>
            <a:off x="1051560" y="2770632"/>
            <a:ext cx="1188720" cy="384048"/>
          </a:xfrm>
          <a:prstGeom prst="rect">
            <a:avLst/>
          </a:prstGeom>
          <a:solidFill>
            <a:srgbClr val="FFFFFF"/>
          </a:solidFill>
          <a:ln w="9525">
            <a:solidFill>
              <a:srgbClr val="999999"/>
            </a:solidFill>
            <a:prstDash val="solid"/>
          </a:ln>
        </p:spPr>
      </p:sp>
      <p:sp>
        <p:nvSpPr>
          <p:cNvPr id="35" name="Text 31"/>
          <p:cNvSpPr txBox="1"/>
          <p:nvPr/>
        </p:nvSpPr>
        <p:spPr>
          <a:xfrm>
            <a:off x="1106424" y="2770632"/>
            <a:ext cx="1097280" cy="384048"/>
          </a:xfrm>
          <a:prstGeom prst="rect">
            <a:avLst/>
          </a:prstGeom>
          <a:noFill/>
          <a:ln/>
        </p:spPr>
        <p:txBody>
          <a:bodyPr wrap="square" lIns="0" tIns="0" rIns="0" bIns="0" rtlCol="0" anchor="ctr"/>
          <a:lstStyle/>
          <a:p>
            <a:pPr indent="0" marL="0">
              <a:buNone/>
            </a:pPr>
            <a:r>
              <a:rPr lang="en-US" sz="1200" b="1" dirty="0">
                <a:solidFill>
                  <a:srgbClr val="1E2A26"/>
                </a:solidFill>
                <a:latin typeface="Arial" pitchFamily="34" charset="0"/>
                <a:ea typeface="Arial" pitchFamily="34" charset="-122"/>
                <a:cs typeface="Arial" pitchFamily="34" charset="-120"/>
              </a:rPr>
              <a:t>Kamar</a:t>
            </a:r>
            <a:endParaRPr lang="en-US" sz="1200" dirty="0"/>
          </a:p>
        </p:txBody>
      </p:sp>
      <p:sp>
        <p:nvSpPr>
          <p:cNvPr id="36" name="Shape 32"/>
          <p:cNvSpPr/>
          <p:nvPr/>
        </p:nvSpPr>
        <p:spPr>
          <a:xfrm>
            <a:off x="2240280" y="2770632"/>
            <a:ext cx="1463040" cy="384048"/>
          </a:xfrm>
          <a:prstGeom prst="rect">
            <a:avLst/>
          </a:prstGeom>
          <a:solidFill>
            <a:srgbClr val="FFFFFF"/>
          </a:solidFill>
          <a:ln w="9525">
            <a:solidFill>
              <a:srgbClr val="999999"/>
            </a:solidFill>
            <a:prstDash val="solid"/>
          </a:ln>
        </p:spPr>
      </p:sp>
      <p:sp>
        <p:nvSpPr>
          <p:cNvPr id="37" name="Text 33"/>
          <p:cNvSpPr txBox="1"/>
          <p:nvPr/>
        </p:nvSpPr>
        <p:spPr>
          <a:xfrm>
            <a:off x="2295144" y="2770632"/>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Teks</a:t>
            </a:r>
            <a:endParaRPr lang="en-US" sz="1200" dirty="0"/>
          </a:p>
        </p:txBody>
      </p:sp>
      <p:sp>
        <p:nvSpPr>
          <p:cNvPr id="38" name="Shape 34"/>
          <p:cNvSpPr/>
          <p:nvPr/>
        </p:nvSpPr>
        <p:spPr>
          <a:xfrm>
            <a:off x="3703320" y="2770632"/>
            <a:ext cx="1463040" cy="384048"/>
          </a:xfrm>
          <a:prstGeom prst="rect">
            <a:avLst/>
          </a:prstGeom>
          <a:solidFill>
            <a:srgbClr val="FFFFFF"/>
          </a:solidFill>
          <a:ln w="9525">
            <a:solidFill>
              <a:srgbClr val="999999"/>
            </a:solidFill>
            <a:prstDash val="solid"/>
          </a:ln>
        </p:spPr>
      </p:sp>
      <p:sp>
        <p:nvSpPr>
          <p:cNvPr id="39" name="Text 35"/>
          <p:cNvSpPr txBox="1"/>
          <p:nvPr/>
        </p:nvSpPr>
        <p:spPr>
          <a:xfrm>
            <a:off x="3758184" y="2770632"/>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Umar 1</a:t>
            </a:r>
            <a:endParaRPr lang="en-US" sz="1200" dirty="0"/>
          </a:p>
        </p:txBody>
      </p:sp>
      <p:sp>
        <p:nvSpPr>
          <p:cNvPr id="40" name="Shape 36"/>
          <p:cNvSpPr/>
          <p:nvPr/>
        </p:nvSpPr>
        <p:spPr>
          <a:xfrm>
            <a:off x="1051560" y="3154680"/>
            <a:ext cx="1188720" cy="384048"/>
          </a:xfrm>
          <a:prstGeom prst="rect">
            <a:avLst/>
          </a:prstGeom>
          <a:solidFill>
            <a:srgbClr val="FFFFFF"/>
          </a:solidFill>
          <a:ln w="9525">
            <a:solidFill>
              <a:srgbClr val="999999"/>
            </a:solidFill>
            <a:prstDash val="solid"/>
          </a:ln>
        </p:spPr>
      </p:sp>
      <p:sp>
        <p:nvSpPr>
          <p:cNvPr id="41" name="Text 37"/>
          <p:cNvSpPr txBox="1"/>
          <p:nvPr/>
        </p:nvSpPr>
        <p:spPr>
          <a:xfrm>
            <a:off x="1106424" y="3154680"/>
            <a:ext cx="1097280" cy="384048"/>
          </a:xfrm>
          <a:prstGeom prst="rect">
            <a:avLst/>
          </a:prstGeom>
          <a:noFill/>
          <a:ln/>
        </p:spPr>
        <p:txBody>
          <a:bodyPr wrap="square" lIns="0" tIns="0" rIns="0" bIns="0" rtlCol="0" anchor="ctr"/>
          <a:lstStyle/>
          <a:p>
            <a:pPr indent="0" marL="0">
              <a:buNone/>
            </a:pPr>
            <a:r>
              <a:rPr lang="en-US" sz="1200" b="1" dirty="0">
                <a:solidFill>
                  <a:srgbClr val="1E2A26"/>
                </a:solidFill>
                <a:latin typeface="Arial" pitchFamily="34" charset="0"/>
                <a:ea typeface="Arial" pitchFamily="34" charset="-122"/>
                <a:cs typeface="Arial" pitchFamily="34" charset="-120"/>
              </a:rPr>
              <a:t>Ekskul</a:t>
            </a:r>
            <a:endParaRPr lang="en-US" sz="1200" dirty="0"/>
          </a:p>
        </p:txBody>
      </p:sp>
      <p:sp>
        <p:nvSpPr>
          <p:cNvPr id="42" name="Shape 38"/>
          <p:cNvSpPr/>
          <p:nvPr/>
        </p:nvSpPr>
        <p:spPr>
          <a:xfrm>
            <a:off x="2240280" y="3154680"/>
            <a:ext cx="1463040" cy="384048"/>
          </a:xfrm>
          <a:prstGeom prst="rect">
            <a:avLst/>
          </a:prstGeom>
          <a:solidFill>
            <a:srgbClr val="FFFFFF"/>
          </a:solidFill>
          <a:ln w="9525">
            <a:solidFill>
              <a:srgbClr val="999999"/>
            </a:solidFill>
            <a:prstDash val="solid"/>
          </a:ln>
        </p:spPr>
      </p:sp>
      <p:sp>
        <p:nvSpPr>
          <p:cNvPr id="43" name="Text 39"/>
          <p:cNvSpPr txBox="1"/>
          <p:nvPr/>
        </p:nvSpPr>
        <p:spPr>
          <a:xfrm>
            <a:off x="2295144" y="3154680"/>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Pilihan</a:t>
            </a:r>
            <a:endParaRPr lang="en-US" sz="1200" dirty="0"/>
          </a:p>
        </p:txBody>
      </p:sp>
      <p:sp>
        <p:nvSpPr>
          <p:cNvPr id="44" name="Shape 40"/>
          <p:cNvSpPr/>
          <p:nvPr/>
        </p:nvSpPr>
        <p:spPr>
          <a:xfrm>
            <a:off x="3703320" y="3154680"/>
            <a:ext cx="1463040" cy="384048"/>
          </a:xfrm>
          <a:prstGeom prst="rect">
            <a:avLst/>
          </a:prstGeom>
          <a:solidFill>
            <a:srgbClr val="FFFFFF"/>
          </a:solidFill>
          <a:ln w="9525">
            <a:solidFill>
              <a:srgbClr val="999999"/>
            </a:solidFill>
            <a:prstDash val="solid"/>
          </a:ln>
        </p:spPr>
      </p:sp>
      <p:sp>
        <p:nvSpPr>
          <p:cNvPr id="45" name="Text 41"/>
          <p:cNvSpPr txBox="1"/>
          <p:nvPr/>
        </p:nvSpPr>
        <p:spPr>
          <a:xfrm>
            <a:off x="3758184" y="3154680"/>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Pramuka</a:t>
            </a:r>
            <a:endParaRPr lang="en-US" sz="1200" dirty="0"/>
          </a:p>
        </p:txBody>
      </p:sp>
      <p:sp>
        <p:nvSpPr>
          <p:cNvPr id="46" name="Shape 42"/>
          <p:cNvSpPr/>
          <p:nvPr/>
        </p:nvSpPr>
        <p:spPr>
          <a:xfrm>
            <a:off x="1051560" y="3538728"/>
            <a:ext cx="1188720" cy="384048"/>
          </a:xfrm>
          <a:prstGeom prst="rect">
            <a:avLst/>
          </a:prstGeom>
          <a:solidFill>
            <a:srgbClr val="FFFFFF"/>
          </a:solidFill>
          <a:ln w="9525">
            <a:solidFill>
              <a:srgbClr val="999999"/>
            </a:solidFill>
            <a:prstDash val="solid"/>
          </a:ln>
        </p:spPr>
      </p:sp>
      <p:sp>
        <p:nvSpPr>
          <p:cNvPr id="47" name="Text 43"/>
          <p:cNvSpPr txBox="1"/>
          <p:nvPr/>
        </p:nvSpPr>
        <p:spPr>
          <a:xfrm>
            <a:off x="1106424" y="3538728"/>
            <a:ext cx="1097280" cy="384048"/>
          </a:xfrm>
          <a:prstGeom prst="rect">
            <a:avLst/>
          </a:prstGeom>
          <a:noFill/>
          <a:ln/>
        </p:spPr>
        <p:txBody>
          <a:bodyPr wrap="square" lIns="0" tIns="0" rIns="0" bIns="0" rtlCol="0" anchor="ctr"/>
          <a:lstStyle/>
          <a:p>
            <a:pPr indent="0" marL="0">
              <a:buNone/>
            </a:pPr>
            <a:r>
              <a:rPr lang="en-US" sz="1200" b="1" dirty="0">
                <a:solidFill>
                  <a:srgbClr val="1E2A26"/>
                </a:solidFill>
                <a:latin typeface="Arial" pitchFamily="34" charset="0"/>
                <a:ea typeface="Arial" pitchFamily="34" charset="-122"/>
                <a:cs typeface="Arial" pitchFamily="34" charset="-120"/>
              </a:rPr>
              <a:t>Juz</a:t>
            </a:r>
            <a:endParaRPr lang="en-US" sz="1200" dirty="0"/>
          </a:p>
        </p:txBody>
      </p:sp>
      <p:sp>
        <p:nvSpPr>
          <p:cNvPr id="48" name="Shape 44"/>
          <p:cNvSpPr/>
          <p:nvPr/>
        </p:nvSpPr>
        <p:spPr>
          <a:xfrm>
            <a:off x="2240280" y="3538728"/>
            <a:ext cx="1463040" cy="384048"/>
          </a:xfrm>
          <a:prstGeom prst="rect">
            <a:avLst/>
          </a:prstGeom>
          <a:solidFill>
            <a:srgbClr val="FFFFFF"/>
          </a:solidFill>
          <a:ln w="9525">
            <a:solidFill>
              <a:srgbClr val="999999"/>
            </a:solidFill>
            <a:prstDash val="solid"/>
          </a:ln>
        </p:spPr>
      </p:sp>
      <p:sp>
        <p:nvSpPr>
          <p:cNvPr id="49" name="Text 45"/>
          <p:cNvSpPr txBox="1"/>
          <p:nvPr/>
        </p:nvSpPr>
        <p:spPr>
          <a:xfrm>
            <a:off x="2295144" y="3538728"/>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Angka 0–30</a:t>
            </a:r>
            <a:endParaRPr lang="en-US" sz="1200" dirty="0"/>
          </a:p>
        </p:txBody>
      </p:sp>
      <p:sp>
        <p:nvSpPr>
          <p:cNvPr id="50" name="Shape 46"/>
          <p:cNvSpPr/>
          <p:nvPr/>
        </p:nvSpPr>
        <p:spPr>
          <a:xfrm>
            <a:off x="3703320" y="3538728"/>
            <a:ext cx="1463040" cy="384048"/>
          </a:xfrm>
          <a:prstGeom prst="rect">
            <a:avLst/>
          </a:prstGeom>
          <a:solidFill>
            <a:srgbClr val="FFFFFF"/>
          </a:solidFill>
          <a:ln w="9525">
            <a:solidFill>
              <a:srgbClr val="999999"/>
            </a:solidFill>
            <a:prstDash val="solid"/>
          </a:ln>
        </p:spPr>
      </p:sp>
      <p:sp>
        <p:nvSpPr>
          <p:cNvPr id="51" name="Text 47"/>
          <p:cNvSpPr txBox="1"/>
          <p:nvPr/>
        </p:nvSpPr>
        <p:spPr>
          <a:xfrm>
            <a:off x="3758184" y="3538728"/>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3</a:t>
            </a:r>
            <a:endParaRPr lang="en-US" sz="1200" dirty="0"/>
          </a:p>
        </p:txBody>
      </p:sp>
      <p:sp>
        <p:nvSpPr>
          <p:cNvPr id="52" name="Shape 48"/>
          <p:cNvSpPr/>
          <p:nvPr/>
        </p:nvSpPr>
        <p:spPr>
          <a:xfrm>
            <a:off x="1051560" y="3922776"/>
            <a:ext cx="1188720" cy="384048"/>
          </a:xfrm>
          <a:prstGeom prst="rect">
            <a:avLst/>
          </a:prstGeom>
          <a:solidFill>
            <a:srgbClr val="FFFFFF"/>
          </a:solidFill>
          <a:ln w="9525">
            <a:solidFill>
              <a:srgbClr val="999999"/>
            </a:solidFill>
            <a:prstDash val="solid"/>
          </a:ln>
        </p:spPr>
      </p:sp>
      <p:sp>
        <p:nvSpPr>
          <p:cNvPr id="53" name="Text 49"/>
          <p:cNvSpPr txBox="1"/>
          <p:nvPr/>
        </p:nvSpPr>
        <p:spPr>
          <a:xfrm>
            <a:off x="1106424" y="3922776"/>
            <a:ext cx="1097280" cy="384048"/>
          </a:xfrm>
          <a:prstGeom prst="rect">
            <a:avLst/>
          </a:prstGeom>
          <a:noFill/>
          <a:ln/>
        </p:spPr>
        <p:txBody>
          <a:bodyPr wrap="square" lIns="0" tIns="0" rIns="0" bIns="0" rtlCol="0" anchor="ctr"/>
          <a:lstStyle/>
          <a:p>
            <a:pPr indent="0" marL="0">
              <a:buNone/>
            </a:pPr>
            <a:r>
              <a:rPr lang="en-US" sz="1200" b="1" dirty="0">
                <a:solidFill>
                  <a:srgbClr val="1E2A26"/>
                </a:solidFill>
                <a:latin typeface="Arial" pitchFamily="34" charset="0"/>
                <a:ea typeface="Arial" pitchFamily="34" charset="-122"/>
                <a:cs typeface="Arial" pitchFamily="34" charset="-120"/>
              </a:rPr>
              <a:t>Tgl masuk</a:t>
            </a:r>
            <a:endParaRPr lang="en-US" sz="1200" dirty="0"/>
          </a:p>
        </p:txBody>
      </p:sp>
      <p:sp>
        <p:nvSpPr>
          <p:cNvPr id="54" name="Shape 50"/>
          <p:cNvSpPr/>
          <p:nvPr/>
        </p:nvSpPr>
        <p:spPr>
          <a:xfrm>
            <a:off x="2240280" y="3922776"/>
            <a:ext cx="1463040" cy="384048"/>
          </a:xfrm>
          <a:prstGeom prst="rect">
            <a:avLst/>
          </a:prstGeom>
          <a:solidFill>
            <a:srgbClr val="FFFFFF"/>
          </a:solidFill>
          <a:ln w="9525">
            <a:solidFill>
              <a:srgbClr val="999999"/>
            </a:solidFill>
            <a:prstDash val="solid"/>
          </a:ln>
        </p:spPr>
      </p:sp>
      <p:sp>
        <p:nvSpPr>
          <p:cNvPr id="55" name="Text 51"/>
          <p:cNvSpPr txBox="1"/>
          <p:nvPr/>
        </p:nvSpPr>
        <p:spPr>
          <a:xfrm>
            <a:off x="2295144" y="3922776"/>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Tanggal</a:t>
            </a:r>
            <a:endParaRPr lang="en-US" sz="1200" dirty="0"/>
          </a:p>
        </p:txBody>
      </p:sp>
      <p:sp>
        <p:nvSpPr>
          <p:cNvPr id="56" name="Shape 52"/>
          <p:cNvSpPr/>
          <p:nvPr/>
        </p:nvSpPr>
        <p:spPr>
          <a:xfrm>
            <a:off x="3703320" y="3922776"/>
            <a:ext cx="1463040" cy="384048"/>
          </a:xfrm>
          <a:prstGeom prst="rect">
            <a:avLst/>
          </a:prstGeom>
          <a:solidFill>
            <a:srgbClr val="FFFFFF"/>
          </a:solidFill>
          <a:ln w="9525">
            <a:solidFill>
              <a:srgbClr val="999999"/>
            </a:solidFill>
            <a:prstDash val="solid"/>
          </a:ln>
        </p:spPr>
      </p:sp>
      <p:sp>
        <p:nvSpPr>
          <p:cNvPr id="57" name="Text 53"/>
          <p:cNvSpPr txBox="1"/>
          <p:nvPr/>
        </p:nvSpPr>
        <p:spPr>
          <a:xfrm>
            <a:off x="3758184" y="3922776"/>
            <a:ext cx="1371600" cy="384048"/>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15/07/2025</a:t>
            </a:r>
            <a:endParaRPr lang="en-US" sz="1200" dirty="0"/>
          </a:p>
        </p:txBody>
      </p:sp>
      <p:sp>
        <p:nvSpPr>
          <p:cNvPr id="58" name="Shape 54"/>
          <p:cNvSpPr/>
          <p:nvPr/>
        </p:nvSpPr>
        <p:spPr>
          <a:xfrm>
            <a:off x="1014984" y="1581912"/>
            <a:ext cx="4151376" cy="438912"/>
          </a:xfrm>
          <a:prstGeom prst="roundRect">
            <a:avLst>
              <a:gd name="adj" fmla="val 10417"/>
            </a:avLst>
          </a:prstGeom>
          <a:solidFill>
            <a:srgbClr val="FFFFFF">
              <a:alpha val="0"/>
            </a:srgbClr>
          </a:solidFill>
          <a:ln w="31750">
            <a:solidFill>
              <a:srgbClr val="E53935"/>
            </a:solidFill>
            <a:prstDash val="solid"/>
          </a:ln>
        </p:spPr>
      </p:sp>
      <p:sp>
        <p:nvSpPr>
          <p:cNvPr id="59" name="Shape 55"/>
          <p:cNvSpPr/>
          <p:nvPr/>
        </p:nvSpPr>
        <p:spPr>
          <a:xfrm>
            <a:off x="5029200" y="1444752"/>
            <a:ext cx="274320" cy="274320"/>
          </a:xfrm>
          <a:prstGeom prst="ellipse">
            <a:avLst/>
          </a:prstGeom>
          <a:solidFill>
            <a:srgbClr val="E53935"/>
          </a:solidFill>
          <a:ln w="12700">
            <a:solidFill>
              <a:srgbClr val="FFFFFF"/>
            </a:solidFill>
            <a:prstDash val="solid"/>
          </a:ln>
        </p:spPr>
      </p:sp>
      <p:sp>
        <p:nvSpPr>
          <p:cNvPr id="60" name="Text 56"/>
          <p:cNvSpPr txBox="1"/>
          <p:nvPr/>
        </p:nvSpPr>
        <p:spPr>
          <a:xfrm>
            <a:off x="5029200" y="14447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61" name="Text 5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62" name="Text 5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daftar field dan tipe datanya</a:t>
            </a:r>
            <a:endParaRPr lang="en-US" sz="1800" dirty="0"/>
          </a:p>
        </p:txBody>
      </p:sp>
      <p:sp>
        <p:nvSpPr>
          <p:cNvPr id="63" name="Text 5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tabel di kertas: nama field, tipe data, contoh isi. Mulai dengan ID. Usahakan 6–8 field.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Di Google Sheets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ID</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73152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8680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86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98288" y="2573789"/>
            <a:ext cx="594360" cy="119299"/>
          </a:xfrm>
          <a:prstGeom prst="rect">
            <a:avLst/>
          </a:prstGeom>
          <a:solidFill>
            <a:srgbClr val="F8F9FA"/>
          </a:solidFill>
          <a:ln w="6350">
            <a:solidFill>
              <a:srgbClr val="DDDDDD"/>
            </a:solidFill>
            <a:prstDash val="solid"/>
          </a:ln>
        </p:spPr>
      </p:sp>
      <p:sp>
        <p:nvSpPr>
          <p:cNvPr id="68" name="Text 60"/>
          <p:cNvSpPr txBox="1"/>
          <p:nvPr/>
        </p:nvSpPr>
        <p:spPr>
          <a:xfrm>
            <a:off x="2398288" y="2573789"/>
            <a:ext cx="5943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9264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678448" y="2573789"/>
            <a:ext cx="365760" cy="119299"/>
          </a:xfrm>
          <a:prstGeom prst="rect">
            <a:avLst/>
          </a:prstGeom>
          <a:solidFill>
            <a:srgbClr val="F8F9FA"/>
          </a:solidFill>
          <a:ln w="6350">
            <a:solidFill>
              <a:srgbClr val="DDDDDD"/>
            </a:solidFill>
            <a:prstDash val="solid"/>
          </a:ln>
        </p:spPr>
      </p:sp>
      <p:sp>
        <p:nvSpPr>
          <p:cNvPr id="72" name="Text 64"/>
          <p:cNvSpPr txBox="1"/>
          <p:nvPr/>
        </p:nvSpPr>
        <p:spPr>
          <a:xfrm>
            <a:off x="367844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73152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8680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2014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98288" y="2693089"/>
            <a:ext cx="594360" cy="119299"/>
          </a:xfrm>
          <a:prstGeom prst="rect">
            <a:avLst/>
          </a:prstGeom>
          <a:solidFill>
            <a:srgbClr val="0F4C3A"/>
          </a:solidFill>
          <a:ln w="6350">
            <a:solidFill>
              <a:srgbClr val="E2E2E2"/>
            </a:solidFill>
            <a:prstDash val="solid"/>
          </a:ln>
        </p:spPr>
      </p:sp>
      <p:sp>
        <p:nvSpPr>
          <p:cNvPr id="82" name="Text 74"/>
          <p:cNvSpPr txBox="1"/>
          <p:nvPr/>
        </p:nvSpPr>
        <p:spPr>
          <a:xfrm>
            <a:off x="2425720" y="2693089"/>
            <a:ext cx="5394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83" name="Shape 75"/>
          <p:cNvSpPr/>
          <p:nvPr/>
        </p:nvSpPr>
        <p:spPr>
          <a:xfrm>
            <a:off x="299264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302008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5" name="Shape 77"/>
          <p:cNvSpPr/>
          <p:nvPr/>
        </p:nvSpPr>
        <p:spPr>
          <a:xfrm>
            <a:off x="3678448" y="2693089"/>
            <a:ext cx="365760" cy="119299"/>
          </a:xfrm>
          <a:prstGeom prst="rect">
            <a:avLst/>
          </a:prstGeom>
          <a:solidFill>
            <a:srgbClr val="0F4C3A"/>
          </a:solidFill>
          <a:ln w="6350">
            <a:solidFill>
              <a:srgbClr val="E2E2E2"/>
            </a:solidFill>
            <a:prstDash val="solid"/>
          </a:ln>
        </p:spPr>
      </p:sp>
      <p:sp>
        <p:nvSpPr>
          <p:cNvPr id="86" name="Text 78"/>
          <p:cNvSpPr txBox="1"/>
          <p:nvPr/>
        </p:nvSpPr>
        <p:spPr>
          <a:xfrm>
            <a:off x="370588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Shape 82"/>
          <p:cNvSpPr/>
          <p:nvPr/>
        </p:nvSpPr>
        <p:spPr>
          <a:xfrm>
            <a:off x="1255288" y="2812388"/>
            <a:ext cx="731520" cy="119299"/>
          </a:xfrm>
          <a:prstGeom prst="rect">
            <a:avLst/>
          </a:prstGeom>
          <a:solidFill>
            <a:srgbClr val="FFFFFF"/>
          </a:solidFill>
          <a:ln w="6350">
            <a:solidFill>
              <a:srgbClr val="E2E2E2"/>
            </a:solidFill>
            <a:prstDash val="solid"/>
          </a:ln>
        </p:spPr>
      </p:sp>
      <p:sp>
        <p:nvSpPr>
          <p:cNvPr id="91" name="Shape 83"/>
          <p:cNvSpPr/>
          <p:nvPr/>
        </p:nvSpPr>
        <p:spPr>
          <a:xfrm>
            <a:off x="1986808" y="2812388"/>
            <a:ext cx="411480" cy="119299"/>
          </a:xfrm>
          <a:prstGeom prst="rect">
            <a:avLst/>
          </a:prstGeom>
          <a:solidFill>
            <a:srgbClr val="FFFFFF"/>
          </a:solidFill>
          <a:ln w="6350">
            <a:solidFill>
              <a:srgbClr val="E2E2E2"/>
            </a:solidFill>
            <a:prstDash val="solid"/>
          </a:ln>
        </p:spPr>
      </p:sp>
      <p:sp>
        <p:nvSpPr>
          <p:cNvPr id="92" name="Shape 84"/>
          <p:cNvSpPr/>
          <p:nvPr/>
        </p:nvSpPr>
        <p:spPr>
          <a:xfrm>
            <a:off x="2398288" y="2812388"/>
            <a:ext cx="594360" cy="119299"/>
          </a:xfrm>
          <a:prstGeom prst="rect">
            <a:avLst/>
          </a:prstGeom>
          <a:solidFill>
            <a:srgbClr val="FFFFFF"/>
          </a:solidFill>
          <a:ln w="6350">
            <a:solidFill>
              <a:srgbClr val="E2E2E2"/>
            </a:solidFill>
            <a:prstDash val="solid"/>
          </a:ln>
        </p:spPr>
      </p:sp>
      <p:sp>
        <p:nvSpPr>
          <p:cNvPr id="93" name="Shape 85"/>
          <p:cNvSpPr/>
          <p:nvPr/>
        </p:nvSpPr>
        <p:spPr>
          <a:xfrm>
            <a:off x="2992648" y="2812388"/>
            <a:ext cx="685800" cy="119299"/>
          </a:xfrm>
          <a:prstGeom prst="rect">
            <a:avLst/>
          </a:prstGeom>
          <a:solidFill>
            <a:srgbClr val="FFFFFF"/>
          </a:solidFill>
          <a:ln w="6350">
            <a:solidFill>
              <a:srgbClr val="E2E2E2"/>
            </a:solidFill>
            <a:prstDash val="solid"/>
          </a:ln>
        </p:spPr>
      </p:sp>
      <p:sp>
        <p:nvSpPr>
          <p:cNvPr id="94" name="Shape 86"/>
          <p:cNvSpPr/>
          <p:nvPr/>
        </p:nvSpPr>
        <p:spPr>
          <a:xfrm>
            <a:off x="3678448" y="2812388"/>
            <a:ext cx="365760" cy="119299"/>
          </a:xfrm>
          <a:prstGeom prst="rect">
            <a:avLst/>
          </a:prstGeom>
          <a:solidFill>
            <a:srgbClr val="FFFFFF"/>
          </a:solidFill>
          <a:ln w="6350">
            <a:solidFill>
              <a:srgbClr val="E2E2E2"/>
            </a:solidFill>
            <a:prstDash val="solid"/>
          </a:ln>
        </p:spPr>
      </p:sp>
      <p:sp>
        <p:nvSpPr>
          <p:cNvPr id="95" name="Shape 87"/>
          <p:cNvSpPr/>
          <p:nvPr/>
        </p:nvSpPr>
        <p:spPr>
          <a:xfrm>
            <a:off x="587776" y="2931688"/>
            <a:ext cx="256032" cy="119299"/>
          </a:xfrm>
          <a:prstGeom prst="rect">
            <a:avLst/>
          </a:prstGeom>
          <a:solidFill>
            <a:srgbClr val="F8F9FA"/>
          </a:solidFill>
          <a:ln w="6350">
            <a:solidFill>
              <a:srgbClr val="DDDDDD"/>
            </a:solidFill>
            <a:prstDash val="solid"/>
          </a:ln>
        </p:spPr>
      </p:sp>
      <p:sp>
        <p:nvSpPr>
          <p:cNvPr id="96" name="Text 8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7" name="Shape 89"/>
          <p:cNvSpPr/>
          <p:nvPr/>
        </p:nvSpPr>
        <p:spPr>
          <a:xfrm>
            <a:off x="843808" y="2931688"/>
            <a:ext cx="411480" cy="119299"/>
          </a:xfrm>
          <a:prstGeom prst="rect">
            <a:avLst/>
          </a:prstGeom>
          <a:solidFill>
            <a:srgbClr val="FFFFFF"/>
          </a:solidFill>
          <a:ln w="6350">
            <a:solidFill>
              <a:srgbClr val="E2E2E2"/>
            </a:solidFill>
            <a:prstDash val="solid"/>
          </a:ln>
        </p:spPr>
      </p:sp>
      <p:sp>
        <p:nvSpPr>
          <p:cNvPr id="98" name="Shape 90"/>
          <p:cNvSpPr/>
          <p:nvPr/>
        </p:nvSpPr>
        <p:spPr>
          <a:xfrm>
            <a:off x="1255288" y="2931688"/>
            <a:ext cx="731520" cy="119299"/>
          </a:xfrm>
          <a:prstGeom prst="rect">
            <a:avLst/>
          </a:prstGeom>
          <a:solidFill>
            <a:srgbClr val="FFFFFF"/>
          </a:solidFill>
          <a:ln w="6350">
            <a:solidFill>
              <a:srgbClr val="E2E2E2"/>
            </a:solidFill>
            <a:prstDash val="solid"/>
          </a:ln>
        </p:spPr>
      </p:sp>
      <p:sp>
        <p:nvSpPr>
          <p:cNvPr id="99" name="Shape 91"/>
          <p:cNvSpPr/>
          <p:nvPr/>
        </p:nvSpPr>
        <p:spPr>
          <a:xfrm>
            <a:off x="1986808" y="2931688"/>
            <a:ext cx="411480" cy="119299"/>
          </a:xfrm>
          <a:prstGeom prst="rect">
            <a:avLst/>
          </a:prstGeom>
          <a:solidFill>
            <a:srgbClr val="FFFFFF"/>
          </a:solidFill>
          <a:ln w="6350">
            <a:solidFill>
              <a:srgbClr val="E2E2E2"/>
            </a:solidFill>
            <a:prstDash val="solid"/>
          </a:ln>
        </p:spPr>
      </p:sp>
      <p:sp>
        <p:nvSpPr>
          <p:cNvPr id="100" name="Shape 92"/>
          <p:cNvSpPr/>
          <p:nvPr/>
        </p:nvSpPr>
        <p:spPr>
          <a:xfrm>
            <a:off x="2398288" y="2931688"/>
            <a:ext cx="594360" cy="119299"/>
          </a:xfrm>
          <a:prstGeom prst="rect">
            <a:avLst/>
          </a:prstGeom>
          <a:solidFill>
            <a:srgbClr val="FFFFFF"/>
          </a:solidFill>
          <a:ln w="6350">
            <a:solidFill>
              <a:srgbClr val="E2E2E2"/>
            </a:solidFill>
            <a:prstDash val="solid"/>
          </a:ln>
        </p:spPr>
      </p:sp>
      <p:sp>
        <p:nvSpPr>
          <p:cNvPr id="101" name="Shape 93"/>
          <p:cNvSpPr/>
          <p:nvPr/>
        </p:nvSpPr>
        <p:spPr>
          <a:xfrm>
            <a:off x="2992648" y="2931688"/>
            <a:ext cx="685800" cy="119299"/>
          </a:xfrm>
          <a:prstGeom prst="rect">
            <a:avLst/>
          </a:prstGeom>
          <a:solidFill>
            <a:srgbClr val="FFFFFF"/>
          </a:solidFill>
          <a:ln w="6350">
            <a:solidFill>
              <a:srgbClr val="E2E2E2"/>
            </a:solidFill>
            <a:prstDash val="solid"/>
          </a:ln>
        </p:spPr>
      </p:sp>
      <p:sp>
        <p:nvSpPr>
          <p:cNvPr id="102" name="Shape 94"/>
          <p:cNvSpPr/>
          <p:nvPr/>
        </p:nvSpPr>
        <p:spPr>
          <a:xfrm>
            <a:off x="3678448" y="2931688"/>
            <a:ext cx="365760" cy="119299"/>
          </a:xfrm>
          <a:prstGeom prst="rect">
            <a:avLst/>
          </a:prstGeom>
          <a:solidFill>
            <a:srgbClr val="FFFFFF"/>
          </a:solidFill>
          <a:ln w="6350">
            <a:solidFill>
              <a:srgbClr val="E2E2E2"/>
            </a:solidFill>
            <a:prstDash val="solid"/>
          </a:ln>
        </p:spPr>
      </p:sp>
      <p:sp>
        <p:nvSpPr>
          <p:cNvPr id="103" name="Shape 95"/>
          <p:cNvSpPr/>
          <p:nvPr/>
        </p:nvSpPr>
        <p:spPr>
          <a:xfrm>
            <a:off x="587776" y="3050987"/>
            <a:ext cx="256032" cy="119299"/>
          </a:xfrm>
          <a:prstGeom prst="rect">
            <a:avLst/>
          </a:prstGeom>
          <a:solidFill>
            <a:srgbClr val="F8F9FA"/>
          </a:solidFill>
          <a:ln w="6350">
            <a:solidFill>
              <a:srgbClr val="DDDDDD"/>
            </a:solidFill>
            <a:prstDash val="solid"/>
          </a:ln>
        </p:spPr>
      </p:sp>
      <p:sp>
        <p:nvSpPr>
          <p:cNvPr id="104" name="Text 96"/>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5" name="Shape 97"/>
          <p:cNvSpPr/>
          <p:nvPr/>
        </p:nvSpPr>
        <p:spPr>
          <a:xfrm>
            <a:off x="843808" y="3050987"/>
            <a:ext cx="411480" cy="119299"/>
          </a:xfrm>
          <a:prstGeom prst="rect">
            <a:avLst/>
          </a:prstGeom>
          <a:solidFill>
            <a:srgbClr val="FFFFFF"/>
          </a:solidFill>
          <a:ln w="6350">
            <a:solidFill>
              <a:srgbClr val="E2E2E2"/>
            </a:solidFill>
            <a:prstDash val="solid"/>
          </a:ln>
        </p:spPr>
      </p:sp>
      <p:sp>
        <p:nvSpPr>
          <p:cNvPr id="106" name="Shape 98"/>
          <p:cNvSpPr/>
          <p:nvPr/>
        </p:nvSpPr>
        <p:spPr>
          <a:xfrm>
            <a:off x="1255288" y="3050987"/>
            <a:ext cx="731520" cy="119299"/>
          </a:xfrm>
          <a:prstGeom prst="rect">
            <a:avLst/>
          </a:prstGeom>
          <a:solidFill>
            <a:srgbClr val="FFFFFF"/>
          </a:solidFill>
          <a:ln w="6350">
            <a:solidFill>
              <a:srgbClr val="E2E2E2"/>
            </a:solidFill>
            <a:prstDash val="solid"/>
          </a:ln>
        </p:spPr>
      </p:sp>
      <p:sp>
        <p:nvSpPr>
          <p:cNvPr id="107" name="Shape 99"/>
          <p:cNvSpPr/>
          <p:nvPr/>
        </p:nvSpPr>
        <p:spPr>
          <a:xfrm>
            <a:off x="1986808" y="3050987"/>
            <a:ext cx="411480" cy="119299"/>
          </a:xfrm>
          <a:prstGeom prst="rect">
            <a:avLst/>
          </a:prstGeom>
          <a:solidFill>
            <a:srgbClr val="FFFFFF"/>
          </a:solidFill>
          <a:ln w="6350">
            <a:solidFill>
              <a:srgbClr val="E2E2E2"/>
            </a:solidFill>
            <a:prstDash val="solid"/>
          </a:ln>
        </p:spPr>
      </p:sp>
      <p:sp>
        <p:nvSpPr>
          <p:cNvPr id="108" name="Shape 100"/>
          <p:cNvSpPr/>
          <p:nvPr/>
        </p:nvSpPr>
        <p:spPr>
          <a:xfrm>
            <a:off x="2398288" y="3050987"/>
            <a:ext cx="594360" cy="119299"/>
          </a:xfrm>
          <a:prstGeom prst="rect">
            <a:avLst/>
          </a:prstGeom>
          <a:solidFill>
            <a:srgbClr val="FFFFFF"/>
          </a:solidFill>
          <a:ln w="6350">
            <a:solidFill>
              <a:srgbClr val="E2E2E2"/>
            </a:solidFill>
            <a:prstDash val="solid"/>
          </a:ln>
        </p:spPr>
      </p:sp>
      <p:sp>
        <p:nvSpPr>
          <p:cNvPr id="109" name="Shape 101"/>
          <p:cNvSpPr/>
          <p:nvPr/>
        </p:nvSpPr>
        <p:spPr>
          <a:xfrm>
            <a:off x="2992648" y="3050987"/>
            <a:ext cx="685800" cy="119299"/>
          </a:xfrm>
          <a:prstGeom prst="rect">
            <a:avLst/>
          </a:prstGeom>
          <a:solidFill>
            <a:srgbClr val="FFFFFF"/>
          </a:solidFill>
          <a:ln w="6350">
            <a:solidFill>
              <a:srgbClr val="E2E2E2"/>
            </a:solidFill>
            <a:prstDash val="solid"/>
          </a:ln>
        </p:spPr>
      </p:sp>
      <p:sp>
        <p:nvSpPr>
          <p:cNvPr id="110" name="Shape 102"/>
          <p:cNvSpPr/>
          <p:nvPr/>
        </p:nvSpPr>
        <p:spPr>
          <a:xfrm>
            <a:off x="3678448" y="3050987"/>
            <a:ext cx="365760" cy="119299"/>
          </a:xfrm>
          <a:prstGeom prst="rect">
            <a:avLst/>
          </a:prstGeom>
          <a:solidFill>
            <a:srgbClr val="FFFFFF"/>
          </a:solidFill>
          <a:ln w="6350">
            <a:solidFill>
              <a:srgbClr val="E2E2E2"/>
            </a:solidFill>
            <a:prstDash val="solid"/>
          </a:ln>
        </p:spPr>
      </p:sp>
      <p:sp>
        <p:nvSpPr>
          <p:cNvPr id="111" name="Shape 103"/>
          <p:cNvSpPr/>
          <p:nvPr/>
        </p:nvSpPr>
        <p:spPr>
          <a:xfrm>
            <a:off x="587776" y="3170287"/>
            <a:ext cx="256032" cy="119299"/>
          </a:xfrm>
          <a:prstGeom prst="rect">
            <a:avLst/>
          </a:prstGeom>
          <a:solidFill>
            <a:srgbClr val="F8F9FA"/>
          </a:solidFill>
          <a:ln w="6350">
            <a:solidFill>
              <a:srgbClr val="DDDDDD"/>
            </a:solidFill>
            <a:prstDash val="solid"/>
          </a:ln>
        </p:spPr>
      </p:sp>
      <p:sp>
        <p:nvSpPr>
          <p:cNvPr id="112" name="Text 104"/>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3" name="Shape 105"/>
          <p:cNvSpPr/>
          <p:nvPr/>
        </p:nvSpPr>
        <p:spPr>
          <a:xfrm>
            <a:off x="843808" y="3170287"/>
            <a:ext cx="411480" cy="119299"/>
          </a:xfrm>
          <a:prstGeom prst="rect">
            <a:avLst/>
          </a:prstGeom>
          <a:solidFill>
            <a:srgbClr val="FFFFFF"/>
          </a:solidFill>
          <a:ln w="6350">
            <a:solidFill>
              <a:srgbClr val="E2E2E2"/>
            </a:solidFill>
            <a:prstDash val="solid"/>
          </a:ln>
        </p:spPr>
      </p:sp>
      <p:sp>
        <p:nvSpPr>
          <p:cNvPr id="114" name="Shape 106"/>
          <p:cNvSpPr/>
          <p:nvPr/>
        </p:nvSpPr>
        <p:spPr>
          <a:xfrm>
            <a:off x="1255288" y="3170287"/>
            <a:ext cx="731520" cy="119299"/>
          </a:xfrm>
          <a:prstGeom prst="rect">
            <a:avLst/>
          </a:prstGeom>
          <a:solidFill>
            <a:srgbClr val="FFFFFF"/>
          </a:solidFill>
          <a:ln w="6350">
            <a:solidFill>
              <a:srgbClr val="E2E2E2"/>
            </a:solidFill>
            <a:prstDash val="solid"/>
          </a:ln>
        </p:spPr>
      </p:sp>
      <p:sp>
        <p:nvSpPr>
          <p:cNvPr id="115" name="Shape 107"/>
          <p:cNvSpPr/>
          <p:nvPr/>
        </p:nvSpPr>
        <p:spPr>
          <a:xfrm>
            <a:off x="1986808" y="3170287"/>
            <a:ext cx="411480" cy="119299"/>
          </a:xfrm>
          <a:prstGeom prst="rect">
            <a:avLst/>
          </a:prstGeom>
          <a:solidFill>
            <a:srgbClr val="FFFFFF"/>
          </a:solidFill>
          <a:ln w="6350">
            <a:solidFill>
              <a:srgbClr val="E2E2E2"/>
            </a:solidFill>
            <a:prstDash val="solid"/>
          </a:ln>
        </p:spPr>
      </p:sp>
      <p:sp>
        <p:nvSpPr>
          <p:cNvPr id="116" name="Shape 108"/>
          <p:cNvSpPr/>
          <p:nvPr/>
        </p:nvSpPr>
        <p:spPr>
          <a:xfrm>
            <a:off x="2398288" y="3170287"/>
            <a:ext cx="594360" cy="119299"/>
          </a:xfrm>
          <a:prstGeom prst="rect">
            <a:avLst/>
          </a:prstGeom>
          <a:solidFill>
            <a:srgbClr val="FFFFFF"/>
          </a:solidFill>
          <a:ln w="6350">
            <a:solidFill>
              <a:srgbClr val="E2E2E2"/>
            </a:solidFill>
            <a:prstDash val="solid"/>
          </a:ln>
        </p:spPr>
      </p:sp>
      <p:sp>
        <p:nvSpPr>
          <p:cNvPr id="117" name="Shape 109"/>
          <p:cNvSpPr/>
          <p:nvPr/>
        </p:nvSpPr>
        <p:spPr>
          <a:xfrm>
            <a:off x="2992648" y="3170287"/>
            <a:ext cx="685800" cy="119299"/>
          </a:xfrm>
          <a:prstGeom prst="rect">
            <a:avLst/>
          </a:prstGeom>
          <a:solidFill>
            <a:srgbClr val="FFFFFF"/>
          </a:solidFill>
          <a:ln w="6350">
            <a:solidFill>
              <a:srgbClr val="E2E2E2"/>
            </a:solidFill>
            <a:prstDash val="solid"/>
          </a:ln>
        </p:spPr>
      </p:sp>
      <p:sp>
        <p:nvSpPr>
          <p:cNvPr id="118" name="Shape 110"/>
          <p:cNvSpPr/>
          <p:nvPr/>
        </p:nvSpPr>
        <p:spPr>
          <a:xfrm>
            <a:off x="3678448" y="3170287"/>
            <a:ext cx="365760" cy="119299"/>
          </a:xfrm>
          <a:prstGeom prst="rect">
            <a:avLst/>
          </a:prstGeom>
          <a:solidFill>
            <a:srgbClr val="FFFFFF"/>
          </a:solidFill>
          <a:ln w="6350">
            <a:solidFill>
              <a:srgbClr val="E2E2E2"/>
            </a:solidFill>
            <a:prstDash val="solid"/>
          </a:ln>
        </p:spPr>
      </p:sp>
      <p:sp>
        <p:nvSpPr>
          <p:cNvPr id="119" name="Shape 111"/>
          <p:cNvSpPr/>
          <p:nvPr/>
        </p:nvSpPr>
        <p:spPr>
          <a:xfrm>
            <a:off x="587776" y="3289586"/>
            <a:ext cx="256032" cy="119299"/>
          </a:xfrm>
          <a:prstGeom prst="rect">
            <a:avLst/>
          </a:prstGeom>
          <a:solidFill>
            <a:srgbClr val="F8F9FA"/>
          </a:solidFill>
          <a:ln w="6350">
            <a:solidFill>
              <a:srgbClr val="DDDDDD"/>
            </a:solidFill>
            <a:prstDash val="solid"/>
          </a:ln>
        </p:spPr>
      </p:sp>
      <p:sp>
        <p:nvSpPr>
          <p:cNvPr id="120" name="Text 11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21" name="Shape 113"/>
          <p:cNvSpPr/>
          <p:nvPr/>
        </p:nvSpPr>
        <p:spPr>
          <a:xfrm>
            <a:off x="843808" y="3289586"/>
            <a:ext cx="411480" cy="119299"/>
          </a:xfrm>
          <a:prstGeom prst="rect">
            <a:avLst/>
          </a:prstGeom>
          <a:solidFill>
            <a:srgbClr val="FFFFFF"/>
          </a:solidFill>
          <a:ln w="6350">
            <a:solidFill>
              <a:srgbClr val="E2E2E2"/>
            </a:solidFill>
            <a:prstDash val="solid"/>
          </a:ln>
        </p:spPr>
      </p:sp>
      <p:sp>
        <p:nvSpPr>
          <p:cNvPr id="122" name="Shape 114"/>
          <p:cNvSpPr/>
          <p:nvPr/>
        </p:nvSpPr>
        <p:spPr>
          <a:xfrm>
            <a:off x="1255288" y="3289586"/>
            <a:ext cx="731520" cy="119299"/>
          </a:xfrm>
          <a:prstGeom prst="rect">
            <a:avLst/>
          </a:prstGeom>
          <a:solidFill>
            <a:srgbClr val="FFFFFF"/>
          </a:solidFill>
          <a:ln w="6350">
            <a:solidFill>
              <a:srgbClr val="E2E2E2"/>
            </a:solidFill>
            <a:prstDash val="solid"/>
          </a:ln>
        </p:spPr>
      </p:sp>
      <p:sp>
        <p:nvSpPr>
          <p:cNvPr id="123" name="Shape 115"/>
          <p:cNvSpPr/>
          <p:nvPr/>
        </p:nvSpPr>
        <p:spPr>
          <a:xfrm>
            <a:off x="1986808" y="3289586"/>
            <a:ext cx="411480" cy="119299"/>
          </a:xfrm>
          <a:prstGeom prst="rect">
            <a:avLst/>
          </a:prstGeom>
          <a:solidFill>
            <a:srgbClr val="FFFFFF"/>
          </a:solidFill>
          <a:ln w="6350">
            <a:solidFill>
              <a:srgbClr val="E2E2E2"/>
            </a:solidFill>
            <a:prstDash val="solid"/>
          </a:ln>
        </p:spPr>
      </p:sp>
      <p:sp>
        <p:nvSpPr>
          <p:cNvPr id="124" name="Shape 116"/>
          <p:cNvSpPr/>
          <p:nvPr/>
        </p:nvSpPr>
        <p:spPr>
          <a:xfrm>
            <a:off x="2398288" y="3289586"/>
            <a:ext cx="594360" cy="119299"/>
          </a:xfrm>
          <a:prstGeom prst="rect">
            <a:avLst/>
          </a:prstGeom>
          <a:solidFill>
            <a:srgbClr val="FFFFFF"/>
          </a:solidFill>
          <a:ln w="6350">
            <a:solidFill>
              <a:srgbClr val="E2E2E2"/>
            </a:solidFill>
            <a:prstDash val="solid"/>
          </a:ln>
        </p:spPr>
      </p:sp>
      <p:sp>
        <p:nvSpPr>
          <p:cNvPr id="125" name="Shape 117"/>
          <p:cNvSpPr/>
          <p:nvPr/>
        </p:nvSpPr>
        <p:spPr>
          <a:xfrm>
            <a:off x="2992648" y="3289586"/>
            <a:ext cx="685800" cy="119299"/>
          </a:xfrm>
          <a:prstGeom prst="rect">
            <a:avLst/>
          </a:prstGeom>
          <a:solidFill>
            <a:srgbClr val="FFFFFF"/>
          </a:solidFill>
          <a:ln w="6350">
            <a:solidFill>
              <a:srgbClr val="E2E2E2"/>
            </a:solidFill>
            <a:prstDash val="solid"/>
          </a:ln>
        </p:spPr>
      </p:sp>
      <p:sp>
        <p:nvSpPr>
          <p:cNvPr id="126" name="Shape 118"/>
          <p:cNvSpPr/>
          <p:nvPr/>
        </p:nvSpPr>
        <p:spPr>
          <a:xfrm>
            <a:off x="3678448" y="3289586"/>
            <a:ext cx="365760" cy="119299"/>
          </a:xfrm>
          <a:prstGeom prst="rect">
            <a:avLst/>
          </a:prstGeom>
          <a:solidFill>
            <a:srgbClr val="FFFFFF"/>
          </a:solidFill>
          <a:ln w="6350">
            <a:solidFill>
              <a:srgbClr val="E2E2E2"/>
            </a:solidFill>
            <a:prstDash val="solid"/>
          </a:ln>
        </p:spPr>
      </p:sp>
      <p:sp>
        <p:nvSpPr>
          <p:cNvPr id="127" name="Shape 119"/>
          <p:cNvSpPr/>
          <p:nvPr/>
        </p:nvSpPr>
        <p:spPr>
          <a:xfrm>
            <a:off x="587776" y="3408885"/>
            <a:ext cx="256032" cy="119299"/>
          </a:xfrm>
          <a:prstGeom prst="rect">
            <a:avLst/>
          </a:prstGeom>
          <a:solidFill>
            <a:srgbClr val="F8F9FA"/>
          </a:solidFill>
          <a:ln w="6350">
            <a:solidFill>
              <a:srgbClr val="DDDDDD"/>
            </a:solidFill>
            <a:prstDash val="solid"/>
          </a:ln>
        </p:spPr>
      </p:sp>
      <p:sp>
        <p:nvSpPr>
          <p:cNvPr id="128" name="Text 12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29" name="Shape 121"/>
          <p:cNvSpPr/>
          <p:nvPr/>
        </p:nvSpPr>
        <p:spPr>
          <a:xfrm>
            <a:off x="843808" y="3408885"/>
            <a:ext cx="411480" cy="119299"/>
          </a:xfrm>
          <a:prstGeom prst="rect">
            <a:avLst/>
          </a:prstGeom>
          <a:solidFill>
            <a:srgbClr val="FFFFFF"/>
          </a:solidFill>
          <a:ln w="6350">
            <a:solidFill>
              <a:srgbClr val="E2E2E2"/>
            </a:solidFill>
            <a:prstDash val="solid"/>
          </a:ln>
        </p:spPr>
      </p:sp>
      <p:sp>
        <p:nvSpPr>
          <p:cNvPr id="130" name="Shape 122"/>
          <p:cNvSpPr/>
          <p:nvPr/>
        </p:nvSpPr>
        <p:spPr>
          <a:xfrm>
            <a:off x="1255288" y="3408885"/>
            <a:ext cx="731520" cy="119299"/>
          </a:xfrm>
          <a:prstGeom prst="rect">
            <a:avLst/>
          </a:prstGeom>
          <a:solidFill>
            <a:srgbClr val="FFFFFF"/>
          </a:solidFill>
          <a:ln w="6350">
            <a:solidFill>
              <a:srgbClr val="E2E2E2"/>
            </a:solidFill>
            <a:prstDash val="solid"/>
          </a:ln>
        </p:spPr>
      </p:sp>
      <p:sp>
        <p:nvSpPr>
          <p:cNvPr id="131" name="Shape 123"/>
          <p:cNvSpPr/>
          <p:nvPr/>
        </p:nvSpPr>
        <p:spPr>
          <a:xfrm>
            <a:off x="1986808" y="3408885"/>
            <a:ext cx="411480" cy="119299"/>
          </a:xfrm>
          <a:prstGeom prst="rect">
            <a:avLst/>
          </a:prstGeom>
          <a:solidFill>
            <a:srgbClr val="FFFFFF"/>
          </a:solidFill>
          <a:ln w="6350">
            <a:solidFill>
              <a:srgbClr val="E2E2E2"/>
            </a:solidFill>
            <a:prstDash val="solid"/>
          </a:ln>
        </p:spPr>
      </p:sp>
      <p:sp>
        <p:nvSpPr>
          <p:cNvPr id="132" name="Shape 124"/>
          <p:cNvSpPr/>
          <p:nvPr/>
        </p:nvSpPr>
        <p:spPr>
          <a:xfrm>
            <a:off x="2398288" y="3408885"/>
            <a:ext cx="594360" cy="119299"/>
          </a:xfrm>
          <a:prstGeom prst="rect">
            <a:avLst/>
          </a:prstGeom>
          <a:solidFill>
            <a:srgbClr val="FFFFFF"/>
          </a:solidFill>
          <a:ln w="6350">
            <a:solidFill>
              <a:srgbClr val="E2E2E2"/>
            </a:solidFill>
            <a:prstDash val="solid"/>
          </a:ln>
        </p:spPr>
      </p:sp>
      <p:sp>
        <p:nvSpPr>
          <p:cNvPr id="133" name="Shape 125"/>
          <p:cNvSpPr/>
          <p:nvPr/>
        </p:nvSpPr>
        <p:spPr>
          <a:xfrm>
            <a:off x="2992648" y="3408885"/>
            <a:ext cx="685800" cy="119299"/>
          </a:xfrm>
          <a:prstGeom prst="rect">
            <a:avLst/>
          </a:prstGeom>
          <a:solidFill>
            <a:srgbClr val="FFFFFF"/>
          </a:solidFill>
          <a:ln w="6350">
            <a:solidFill>
              <a:srgbClr val="E2E2E2"/>
            </a:solidFill>
            <a:prstDash val="solid"/>
          </a:ln>
        </p:spPr>
      </p:sp>
      <p:sp>
        <p:nvSpPr>
          <p:cNvPr id="134" name="Shape 126"/>
          <p:cNvSpPr/>
          <p:nvPr/>
        </p:nvSpPr>
        <p:spPr>
          <a:xfrm>
            <a:off x="3678448" y="3408885"/>
            <a:ext cx="365760" cy="119299"/>
          </a:xfrm>
          <a:prstGeom prst="rect">
            <a:avLst/>
          </a:prstGeom>
          <a:solidFill>
            <a:srgbClr val="FFFFFF"/>
          </a:solidFill>
          <a:ln w="6350">
            <a:solidFill>
              <a:srgbClr val="E2E2E2"/>
            </a:solidFill>
            <a:prstDash val="solid"/>
          </a:ln>
        </p:spPr>
      </p:sp>
      <p:sp>
        <p:nvSpPr>
          <p:cNvPr id="135" name="Shape 127"/>
          <p:cNvSpPr/>
          <p:nvPr/>
        </p:nvSpPr>
        <p:spPr>
          <a:xfrm>
            <a:off x="587776" y="3528185"/>
            <a:ext cx="256032" cy="119299"/>
          </a:xfrm>
          <a:prstGeom prst="rect">
            <a:avLst/>
          </a:prstGeom>
          <a:solidFill>
            <a:srgbClr val="F8F9FA"/>
          </a:solidFill>
          <a:ln w="6350">
            <a:solidFill>
              <a:srgbClr val="DDDDDD"/>
            </a:solidFill>
            <a:prstDash val="solid"/>
          </a:ln>
        </p:spPr>
      </p:sp>
      <p:sp>
        <p:nvSpPr>
          <p:cNvPr id="136" name="Text 12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37" name="Shape 129"/>
          <p:cNvSpPr/>
          <p:nvPr/>
        </p:nvSpPr>
        <p:spPr>
          <a:xfrm>
            <a:off x="843808" y="3528185"/>
            <a:ext cx="411480" cy="119299"/>
          </a:xfrm>
          <a:prstGeom prst="rect">
            <a:avLst/>
          </a:prstGeom>
          <a:solidFill>
            <a:srgbClr val="FFFFFF"/>
          </a:solidFill>
          <a:ln w="6350">
            <a:solidFill>
              <a:srgbClr val="E2E2E2"/>
            </a:solidFill>
            <a:prstDash val="solid"/>
          </a:ln>
        </p:spPr>
      </p:sp>
      <p:sp>
        <p:nvSpPr>
          <p:cNvPr id="138" name="Shape 130"/>
          <p:cNvSpPr/>
          <p:nvPr/>
        </p:nvSpPr>
        <p:spPr>
          <a:xfrm>
            <a:off x="1255288" y="3528185"/>
            <a:ext cx="731520" cy="119299"/>
          </a:xfrm>
          <a:prstGeom prst="rect">
            <a:avLst/>
          </a:prstGeom>
          <a:solidFill>
            <a:srgbClr val="FFFFFF"/>
          </a:solidFill>
          <a:ln w="6350">
            <a:solidFill>
              <a:srgbClr val="E2E2E2"/>
            </a:solidFill>
            <a:prstDash val="solid"/>
          </a:ln>
        </p:spPr>
      </p:sp>
      <p:sp>
        <p:nvSpPr>
          <p:cNvPr id="139" name="Shape 131"/>
          <p:cNvSpPr/>
          <p:nvPr/>
        </p:nvSpPr>
        <p:spPr>
          <a:xfrm>
            <a:off x="1986808" y="3528185"/>
            <a:ext cx="411480" cy="119299"/>
          </a:xfrm>
          <a:prstGeom prst="rect">
            <a:avLst/>
          </a:prstGeom>
          <a:solidFill>
            <a:srgbClr val="FFFFFF"/>
          </a:solidFill>
          <a:ln w="6350">
            <a:solidFill>
              <a:srgbClr val="E2E2E2"/>
            </a:solidFill>
            <a:prstDash val="solid"/>
          </a:ln>
        </p:spPr>
      </p:sp>
      <p:sp>
        <p:nvSpPr>
          <p:cNvPr id="140" name="Shape 132"/>
          <p:cNvSpPr/>
          <p:nvPr/>
        </p:nvSpPr>
        <p:spPr>
          <a:xfrm>
            <a:off x="2398288" y="3528185"/>
            <a:ext cx="594360" cy="119299"/>
          </a:xfrm>
          <a:prstGeom prst="rect">
            <a:avLst/>
          </a:prstGeom>
          <a:solidFill>
            <a:srgbClr val="FFFFFF"/>
          </a:solidFill>
          <a:ln w="6350">
            <a:solidFill>
              <a:srgbClr val="E2E2E2"/>
            </a:solidFill>
            <a:prstDash val="solid"/>
          </a:ln>
        </p:spPr>
      </p:sp>
      <p:sp>
        <p:nvSpPr>
          <p:cNvPr id="141" name="Shape 133"/>
          <p:cNvSpPr/>
          <p:nvPr/>
        </p:nvSpPr>
        <p:spPr>
          <a:xfrm>
            <a:off x="2992648" y="3528185"/>
            <a:ext cx="685800" cy="119299"/>
          </a:xfrm>
          <a:prstGeom prst="rect">
            <a:avLst/>
          </a:prstGeom>
          <a:solidFill>
            <a:srgbClr val="FFFFFF"/>
          </a:solidFill>
          <a:ln w="6350">
            <a:solidFill>
              <a:srgbClr val="E2E2E2"/>
            </a:solidFill>
            <a:prstDash val="solid"/>
          </a:ln>
        </p:spPr>
      </p:sp>
      <p:sp>
        <p:nvSpPr>
          <p:cNvPr id="142" name="Shape 134"/>
          <p:cNvSpPr/>
          <p:nvPr/>
        </p:nvSpPr>
        <p:spPr>
          <a:xfrm>
            <a:off x="3678448" y="3528185"/>
            <a:ext cx="365760" cy="119299"/>
          </a:xfrm>
          <a:prstGeom prst="rect">
            <a:avLst/>
          </a:prstGeom>
          <a:solidFill>
            <a:srgbClr val="FFFFFF"/>
          </a:solidFill>
          <a:ln w="6350">
            <a:solidFill>
              <a:srgbClr val="E2E2E2"/>
            </a:solidFill>
            <a:prstDash val="solid"/>
          </a:ln>
        </p:spPr>
      </p:sp>
      <p:sp>
        <p:nvSpPr>
          <p:cNvPr id="143" name="Shape 135"/>
          <p:cNvSpPr/>
          <p:nvPr/>
        </p:nvSpPr>
        <p:spPr>
          <a:xfrm>
            <a:off x="587776" y="3647484"/>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45" name="Shape 137"/>
          <p:cNvSpPr/>
          <p:nvPr/>
        </p:nvSpPr>
        <p:spPr>
          <a:xfrm>
            <a:off x="843808" y="3647484"/>
            <a:ext cx="411480" cy="119299"/>
          </a:xfrm>
          <a:prstGeom prst="rect">
            <a:avLst/>
          </a:prstGeom>
          <a:solidFill>
            <a:srgbClr val="FFFFFF"/>
          </a:solidFill>
          <a:ln w="6350">
            <a:solidFill>
              <a:srgbClr val="E2E2E2"/>
            </a:solidFill>
            <a:prstDash val="solid"/>
          </a:ln>
        </p:spPr>
      </p:sp>
      <p:sp>
        <p:nvSpPr>
          <p:cNvPr id="146" name="Shape 138"/>
          <p:cNvSpPr/>
          <p:nvPr/>
        </p:nvSpPr>
        <p:spPr>
          <a:xfrm>
            <a:off x="1255288" y="3647484"/>
            <a:ext cx="731520" cy="119299"/>
          </a:xfrm>
          <a:prstGeom prst="rect">
            <a:avLst/>
          </a:prstGeom>
          <a:solidFill>
            <a:srgbClr val="FFFFFF"/>
          </a:solidFill>
          <a:ln w="6350">
            <a:solidFill>
              <a:srgbClr val="E2E2E2"/>
            </a:solidFill>
            <a:prstDash val="solid"/>
          </a:ln>
        </p:spPr>
      </p:sp>
      <p:sp>
        <p:nvSpPr>
          <p:cNvPr id="147" name="Shape 139"/>
          <p:cNvSpPr/>
          <p:nvPr/>
        </p:nvSpPr>
        <p:spPr>
          <a:xfrm>
            <a:off x="1986808" y="3647484"/>
            <a:ext cx="411480" cy="119299"/>
          </a:xfrm>
          <a:prstGeom prst="rect">
            <a:avLst/>
          </a:prstGeom>
          <a:solidFill>
            <a:srgbClr val="FFFFFF"/>
          </a:solidFill>
          <a:ln w="6350">
            <a:solidFill>
              <a:srgbClr val="E2E2E2"/>
            </a:solidFill>
            <a:prstDash val="solid"/>
          </a:ln>
        </p:spPr>
      </p:sp>
      <p:sp>
        <p:nvSpPr>
          <p:cNvPr id="148" name="Shape 140"/>
          <p:cNvSpPr/>
          <p:nvPr/>
        </p:nvSpPr>
        <p:spPr>
          <a:xfrm>
            <a:off x="2398288" y="3647484"/>
            <a:ext cx="594360" cy="119299"/>
          </a:xfrm>
          <a:prstGeom prst="rect">
            <a:avLst/>
          </a:prstGeom>
          <a:solidFill>
            <a:srgbClr val="FFFFFF"/>
          </a:solidFill>
          <a:ln w="6350">
            <a:solidFill>
              <a:srgbClr val="E2E2E2"/>
            </a:solidFill>
            <a:prstDash val="solid"/>
          </a:ln>
        </p:spPr>
      </p:sp>
      <p:sp>
        <p:nvSpPr>
          <p:cNvPr id="149" name="Shape 141"/>
          <p:cNvSpPr/>
          <p:nvPr/>
        </p:nvSpPr>
        <p:spPr>
          <a:xfrm>
            <a:off x="2992648" y="3647484"/>
            <a:ext cx="685800" cy="119299"/>
          </a:xfrm>
          <a:prstGeom prst="rect">
            <a:avLst/>
          </a:prstGeom>
          <a:solidFill>
            <a:srgbClr val="FFFFFF"/>
          </a:solidFill>
          <a:ln w="6350">
            <a:solidFill>
              <a:srgbClr val="E2E2E2"/>
            </a:solidFill>
            <a:prstDash val="solid"/>
          </a:ln>
        </p:spPr>
      </p:sp>
      <p:sp>
        <p:nvSpPr>
          <p:cNvPr id="150" name="Shape 142"/>
          <p:cNvSpPr/>
          <p:nvPr/>
        </p:nvSpPr>
        <p:spPr>
          <a:xfrm>
            <a:off x="3678448" y="3647484"/>
            <a:ext cx="365760" cy="119299"/>
          </a:xfrm>
          <a:prstGeom prst="rect">
            <a:avLst/>
          </a:prstGeom>
          <a:solidFill>
            <a:srgbClr val="FFFFFF"/>
          </a:solidFill>
          <a:ln w="6350">
            <a:solidFill>
              <a:srgbClr val="E2E2E2"/>
            </a:solidFill>
            <a:prstDash val="solid"/>
          </a:ln>
        </p:spPr>
      </p:sp>
      <p:sp>
        <p:nvSpPr>
          <p:cNvPr id="151" name="Shape 143"/>
          <p:cNvSpPr/>
          <p:nvPr/>
        </p:nvSpPr>
        <p:spPr>
          <a:xfrm>
            <a:off x="843808" y="2693089"/>
            <a:ext cx="3200400" cy="119299"/>
          </a:xfrm>
          <a:prstGeom prst="rect">
            <a:avLst/>
          </a:prstGeom>
          <a:solidFill>
            <a:srgbClr val="1A73E8">
              <a:alpha val="12000"/>
            </a:srgbClr>
          </a:solidFill>
          <a:ln w="19050">
            <a:solidFill>
              <a:srgbClr val="1A73E8"/>
            </a:solidFill>
            <a:prstDash val="solid"/>
          </a:ln>
        </p:spPr>
      </p:sp>
      <p:sp>
        <p:nvSpPr>
          <p:cNvPr id="152" name="Shape 144"/>
          <p:cNvSpPr/>
          <p:nvPr/>
        </p:nvSpPr>
        <p:spPr>
          <a:xfrm>
            <a:off x="587776" y="3794216"/>
            <a:ext cx="4950927" cy="201168"/>
          </a:xfrm>
          <a:prstGeom prst="rect">
            <a:avLst/>
          </a:prstGeom>
          <a:solidFill>
            <a:srgbClr val="F8F9FA"/>
          </a:solidFill>
          <a:ln w="12700">
            <a:solidFill>
              <a:srgbClr val="F8F9FA"/>
            </a:solidFill>
            <a:prstDash val="solid"/>
          </a:ln>
        </p:spPr>
      </p:sp>
      <p:sp>
        <p:nvSpPr>
          <p:cNvPr id="153" name="Text 145"/>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54" name="Shape 146"/>
          <p:cNvSpPr/>
          <p:nvPr/>
        </p:nvSpPr>
        <p:spPr>
          <a:xfrm>
            <a:off x="1136416" y="3794216"/>
            <a:ext cx="731520" cy="201168"/>
          </a:xfrm>
          <a:prstGeom prst="rect">
            <a:avLst/>
          </a:prstGeom>
          <a:solidFill>
            <a:srgbClr val="E1EFFE"/>
          </a:solidFill>
          <a:ln w="12700">
            <a:solidFill>
              <a:srgbClr val="E1EFFE"/>
            </a:solidFill>
            <a:prstDash val="solid"/>
          </a:ln>
        </p:spPr>
      </p:sp>
      <p:sp>
        <p:nvSpPr>
          <p:cNvPr id="155" name="Text 147"/>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56" name="Shape 148"/>
          <p:cNvSpPr/>
          <p:nvPr/>
        </p:nvSpPr>
        <p:spPr>
          <a:xfrm>
            <a:off x="953536" y="1677677"/>
            <a:ext cx="2048256" cy="219456"/>
          </a:xfrm>
          <a:prstGeom prst="roundRect">
            <a:avLst>
              <a:gd name="adj" fmla="val 20833"/>
            </a:avLst>
          </a:prstGeom>
          <a:solidFill>
            <a:srgbClr val="FFFFFF">
              <a:alpha val="0"/>
            </a:srgbClr>
          </a:solidFill>
          <a:ln w="31750">
            <a:solidFill>
              <a:srgbClr val="E53935"/>
            </a:solidFill>
            <a:prstDash val="solid"/>
          </a:ln>
        </p:spPr>
      </p:sp>
      <p:sp>
        <p:nvSpPr>
          <p:cNvPr id="157" name="Shape 149"/>
          <p:cNvSpPr/>
          <p:nvPr/>
        </p:nvSpPr>
        <p:spPr>
          <a:xfrm>
            <a:off x="2864632" y="1540517"/>
            <a:ext cx="274320" cy="274320"/>
          </a:xfrm>
          <a:prstGeom prst="ellipse">
            <a:avLst/>
          </a:prstGeom>
          <a:solidFill>
            <a:srgbClr val="E53935"/>
          </a:solidFill>
          <a:ln w="12700">
            <a:solidFill>
              <a:srgbClr val="FFFFFF"/>
            </a:solidFill>
            <a:prstDash val="solid"/>
          </a:ln>
        </p:spPr>
      </p:sp>
      <p:sp>
        <p:nvSpPr>
          <p:cNvPr id="158" name="Text 150"/>
          <p:cNvSpPr txBox="1"/>
          <p:nvPr/>
        </p:nvSpPr>
        <p:spPr>
          <a:xfrm>
            <a:off x="2864632" y="1540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59" name="Image 6" descr="preencoded.png">    </p:cNvPr>
          <p:cNvPicPr>
            <a:picLocks noChangeAspect="1"/>
          </p:cNvPicPr>
          <p:nvPr/>
        </p:nvPicPr>
        <p:blipFill>
          <a:blip r:embed="rId7"/>
          <a:stretch>
            <a:fillRect/>
          </a:stretch>
        </p:blipFill>
        <p:spPr>
          <a:xfrm>
            <a:off x="2078248" y="1796549"/>
            <a:ext cx="237744" cy="237744"/>
          </a:xfrm>
          <a:prstGeom prst="rect">
            <a:avLst/>
          </a:prstGeom>
        </p:spPr>
      </p:pic>
      <p:sp>
        <p:nvSpPr>
          <p:cNvPr id="160" name="Shape 151"/>
          <p:cNvSpPr/>
          <p:nvPr/>
        </p:nvSpPr>
        <p:spPr>
          <a:xfrm>
            <a:off x="825520" y="2674801"/>
            <a:ext cx="3236976" cy="155875"/>
          </a:xfrm>
          <a:prstGeom prst="roundRect">
            <a:avLst>
              <a:gd name="adj" fmla="val 29331"/>
            </a:avLst>
          </a:prstGeom>
          <a:solidFill>
            <a:srgbClr val="FFFFFF">
              <a:alpha val="0"/>
            </a:srgbClr>
          </a:solidFill>
          <a:ln w="31750">
            <a:solidFill>
              <a:srgbClr val="E53935"/>
            </a:solidFill>
            <a:prstDash val="solid"/>
          </a:ln>
        </p:spPr>
      </p:sp>
      <p:sp>
        <p:nvSpPr>
          <p:cNvPr id="161" name="Shape 152"/>
          <p:cNvSpPr/>
          <p:nvPr/>
        </p:nvSpPr>
        <p:spPr>
          <a:xfrm>
            <a:off x="3925336" y="2537641"/>
            <a:ext cx="274320" cy="274320"/>
          </a:xfrm>
          <a:prstGeom prst="ellipse">
            <a:avLst/>
          </a:prstGeom>
          <a:solidFill>
            <a:srgbClr val="E53935"/>
          </a:solidFill>
          <a:ln w="12700">
            <a:solidFill>
              <a:srgbClr val="FFFFFF"/>
            </a:solidFill>
            <a:prstDash val="solid"/>
          </a:ln>
        </p:spPr>
      </p:sp>
      <p:sp>
        <p:nvSpPr>
          <p:cNvPr id="162" name="Text 153"/>
          <p:cNvSpPr txBox="1"/>
          <p:nvPr/>
        </p:nvSpPr>
        <p:spPr>
          <a:xfrm>
            <a:off x="3925336" y="25376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63" name="Image 7" descr="preencoded.png">    </p:cNvPr>
          <p:cNvPicPr>
            <a:picLocks noChangeAspect="1"/>
          </p:cNvPicPr>
          <p:nvPr/>
        </p:nvPicPr>
        <p:blipFill>
          <a:blip r:embed="rId8"/>
          <a:stretch>
            <a:fillRect/>
          </a:stretch>
        </p:blipFill>
        <p:spPr>
          <a:xfrm>
            <a:off x="2604028" y="2758703"/>
            <a:ext cx="237744" cy="237744"/>
          </a:xfrm>
          <a:prstGeom prst="rect">
            <a:avLst/>
          </a:prstGeom>
        </p:spPr>
      </p:pic>
      <p:sp>
        <p:nvSpPr>
          <p:cNvPr id="164" name="Text 15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165" name="Text 15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spreadsheet dan baris judul</a:t>
            </a:r>
            <a:endParaRPr lang="en-US" sz="1800" dirty="0"/>
          </a:p>
        </p:txBody>
      </p:sp>
      <p:sp>
        <p:nvSpPr>
          <p:cNvPr id="166" name="Text 15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Buat Google Sheets baru: Database_Santri_Fiktif_KelN. Ketik nama field di baris 1, mulai dari A1.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Di Google Sheets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A9</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S008</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73152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8680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86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98288" y="2573789"/>
            <a:ext cx="594360" cy="119299"/>
          </a:xfrm>
          <a:prstGeom prst="rect">
            <a:avLst/>
          </a:prstGeom>
          <a:solidFill>
            <a:srgbClr val="F8F9FA"/>
          </a:solidFill>
          <a:ln w="6350">
            <a:solidFill>
              <a:srgbClr val="DDDDDD"/>
            </a:solidFill>
            <a:prstDash val="solid"/>
          </a:ln>
        </p:spPr>
      </p:sp>
      <p:sp>
        <p:nvSpPr>
          <p:cNvPr id="68" name="Text 60"/>
          <p:cNvSpPr txBox="1"/>
          <p:nvPr/>
        </p:nvSpPr>
        <p:spPr>
          <a:xfrm>
            <a:off x="2398288" y="2573789"/>
            <a:ext cx="5943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9264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678448" y="2573789"/>
            <a:ext cx="365760" cy="119299"/>
          </a:xfrm>
          <a:prstGeom prst="rect">
            <a:avLst/>
          </a:prstGeom>
          <a:solidFill>
            <a:srgbClr val="F8F9FA"/>
          </a:solidFill>
          <a:ln w="6350">
            <a:solidFill>
              <a:srgbClr val="DDDDDD"/>
            </a:solidFill>
            <a:prstDash val="solid"/>
          </a:ln>
        </p:spPr>
      </p:sp>
      <p:sp>
        <p:nvSpPr>
          <p:cNvPr id="72" name="Text 64"/>
          <p:cNvSpPr txBox="1"/>
          <p:nvPr/>
        </p:nvSpPr>
        <p:spPr>
          <a:xfrm>
            <a:off x="367844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73152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8680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2014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98288" y="2693089"/>
            <a:ext cx="594360" cy="119299"/>
          </a:xfrm>
          <a:prstGeom prst="rect">
            <a:avLst/>
          </a:prstGeom>
          <a:solidFill>
            <a:srgbClr val="0F4C3A"/>
          </a:solidFill>
          <a:ln w="6350">
            <a:solidFill>
              <a:srgbClr val="E2E2E2"/>
            </a:solidFill>
            <a:prstDash val="solid"/>
          </a:ln>
        </p:spPr>
      </p:sp>
      <p:sp>
        <p:nvSpPr>
          <p:cNvPr id="82" name="Text 74"/>
          <p:cNvSpPr txBox="1"/>
          <p:nvPr/>
        </p:nvSpPr>
        <p:spPr>
          <a:xfrm>
            <a:off x="2425720" y="2693089"/>
            <a:ext cx="5394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83" name="Shape 75"/>
          <p:cNvSpPr/>
          <p:nvPr/>
        </p:nvSpPr>
        <p:spPr>
          <a:xfrm>
            <a:off x="299264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302008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5" name="Shape 77"/>
          <p:cNvSpPr/>
          <p:nvPr/>
        </p:nvSpPr>
        <p:spPr>
          <a:xfrm>
            <a:off x="3678448" y="2693089"/>
            <a:ext cx="365760" cy="119299"/>
          </a:xfrm>
          <a:prstGeom prst="rect">
            <a:avLst/>
          </a:prstGeom>
          <a:solidFill>
            <a:srgbClr val="0F4C3A"/>
          </a:solidFill>
          <a:ln w="6350">
            <a:solidFill>
              <a:srgbClr val="E2E2E2"/>
            </a:solidFill>
            <a:prstDash val="solid"/>
          </a:ln>
        </p:spPr>
      </p:sp>
      <p:sp>
        <p:nvSpPr>
          <p:cNvPr id="86" name="Text 78"/>
          <p:cNvSpPr txBox="1"/>
          <p:nvPr/>
        </p:nvSpPr>
        <p:spPr>
          <a:xfrm>
            <a:off x="370588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731520" cy="119299"/>
          </a:xfrm>
          <a:prstGeom prst="rect">
            <a:avLst/>
          </a:prstGeom>
          <a:solidFill>
            <a:srgbClr val="FFFFFF"/>
          </a:solidFill>
          <a:ln w="6350">
            <a:solidFill>
              <a:srgbClr val="E2E2E2"/>
            </a:solidFill>
            <a:prstDash val="solid"/>
          </a:ln>
        </p:spPr>
      </p:sp>
      <p:sp>
        <p:nvSpPr>
          <p:cNvPr id="92" name="Shape 84"/>
          <p:cNvSpPr/>
          <p:nvPr/>
        </p:nvSpPr>
        <p:spPr>
          <a:xfrm>
            <a:off x="1986808" y="2812388"/>
            <a:ext cx="411480" cy="119299"/>
          </a:xfrm>
          <a:prstGeom prst="rect">
            <a:avLst/>
          </a:prstGeom>
          <a:solidFill>
            <a:srgbClr val="FFFFFF"/>
          </a:solidFill>
          <a:ln w="6350">
            <a:solidFill>
              <a:srgbClr val="E2E2E2"/>
            </a:solidFill>
            <a:prstDash val="solid"/>
          </a:ln>
        </p:spPr>
      </p:sp>
      <p:sp>
        <p:nvSpPr>
          <p:cNvPr id="93" name="Shape 85"/>
          <p:cNvSpPr/>
          <p:nvPr/>
        </p:nvSpPr>
        <p:spPr>
          <a:xfrm>
            <a:off x="2398288" y="2812388"/>
            <a:ext cx="594360" cy="119299"/>
          </a:xfrm>
          <a:prstGeom prst="rect">
            <a:avLst/>
          </a:prstGeom>
          <a:solidFill>
            <a:srgbClr val="FFFFFF"/>
          </a:solidFill>
          <a:ln w="6350">
            <a:solidFill>
              <a:srgbClr val="E2E2E2"/>
            </a:solidFill>
            <a:prstDash val="solid"/>
          </a:ln>
        </p:spPr>
      </p:sp>
      <p:sp>
        <p:nvSpPr>
          <p:cNvPr id="94" name="Shape 86"/>
          <p:cNvSpPr/>
          <p:nvPr/>
        </p:nvSpPr>
        <p:spPr>
          <a:xfrm>
            <a:off x="2992648" y="2812388"/>
            <a:ext cx="685800" cy="119299"/>
          </a:xfrm>
          <a:prstGeom prst="rect">
            <a:avLst/>
          </a:prstGeom>
          <a:solidFill>
            <a:srgbClr val="FFFFFF"/>
          </a:solidFill>
          <a:ln w="6350">
            <a:solidFill>
              <a:srgbClr val="E2E2E2"/>
            </a:solidFill>
            <a:prstDash val="solid"/>
          </a:ln>
        </p:spPr>
      </p:sp>
      <p:sp>
        <p:nvSpPr>
          <p:cNvPr id="95" name="Shape 87"/>
          <p:cNvSpPr/>
          <p:nvPr/>
        </p:nvSpPr>
        <p:spPr>
          <a:xfrm>
            <a:off x="3678448" y="2812388"/>
            <a:ext cx="365760" cy="119299"/>
          </a:xfrm>
          <a:prstGeom prst="rect">
            <a:avLst/>
          </a:prstGeom>
          <a:solidFill>
            <a:srgbClr val="FFFFFF"/>
          </a:solidFill>
          <a:ln w="6350">
            <a:solidFill>
              <a:srgbClr val="E2E2E2"/>
            </a:solidFill>
            <a:prstDash val="solid"/>
          </a:ln>
        </p:spPr>
      </p:sp>
      <p:sp>
        <p:nvSpPr>
          <p:cNvPr id="96" name="Shape 88"/>
          <p:cNvSpPr/>
          <p:nvPr/>
        </p:nvSpPr>
        <p:spPr>
          <a:xfrm>
            <a:off x="587776" y="2931688"/>
            <a:ext cx="256032" cy="119299"/>
          </a:xfrm>
          <a:prstGeom prst="rect">
            <a:avLst/>
          </a:prstGeom>
          <a:solidFill>
            <a:srgbClr val="F8F9FA"/>
          </a:solidFill>
          <a:ln w="6350">
            <a:solidFill>
              <a:srgbClr val="DDDDDD"/>
            </a:solidFill>
            <a:prstDash val="solid"/>
          </a:ln>
        </p:spPr>
      </p:sp>
      <p:sp>
        <p:nvSpPr>
          <p:cNvPr id="97" name="Text 89"/>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8" name="Shape 90"/>
          <p:cNvSpPr/>
          <p:nvPr/>
        </p:nvSpPr>
        <p:spPr>
          <a:xfrm>
            <a:off x="843808" y="2931688"/>
            <a:ext cx="411480" cy="119299"/>
          </a:xfrm>
          <a:prstGeom prst="rect">
            <a:avLst/>
          </a:prstGeom>
          <a:solidFill>
            <a:srgbClr val="FFFFFF"/>
          </a:solidFill>
          <a:ln w="6350">
            <a:solidFill>
              <a:srgbClr val="E2E2E2"/>
            </a:solidFill>
            <a:prstDash val="solid"/>
          </a:ln>
        </p:spPr>
      </p:sp>
      <p:sp>
        <p:nvSpPr>
          <p:cNvPr id="99" name="Text 91"/>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0" name="Shape 92"/>
          <p:cNvSpPr/>
          <p:nvPr/>
        </p:nvSpPr>
        <p:spPr>
          <a:xfrm>
            <a:off x="1255288" y="2931688"/>
            <a:ext cx="731520" cy="119299"/>
          </a:xfrm>
          <a:prstGeom prst="rect">
            <a:avLst/>
          </a:prstGeom>
          <a:solidFill>
            <a:srgbClr val="FFFFFF"/>
          </a:solidFill>
          <a:ln w="6350">
            <a:solidFill>
              <a:srgbClr val="E2E2E2"/>
            </a:solidFill>
            <a:prstDash val="solid"/>
          </a:ln>
        </p:spPr>
      </p:sp>
      <p:sp>
        <p:nvSpPr>
          <p:cNvPr id="101" name="Shape 93"/>
          <p:cNvSpPr/>
          <p:nvPr/>
        </p:nvSpPr>
        <p:spPr>
          <a:xfrm>
            <a:off x="1986808" y="2931688"/>
            <a:ext cx="411480" cy="119299"/>
          </a:xfrm>
          <a:prstGeom prst="rect">
            <a:avLst/>
          </a:prstGeom>
          <a:solidFill>
            <a:srgbClr val="FFFFFF"/>
          </a:solidFill>
          <a:ln w="6350">
            <a:solidFill>
              <a:srgbClr val="E2E2E2"/>
            </a:solidFill>
            <a:prstDash val="solid"/>
          </a:ln>
        </p:spPr>
      </p:sp>
      <p:sp>
        <p:nvSpPr>
          <p:cNvPr id="102" name="Shape 94"/>
          <p:cNvSpPr/>
          <p:nvPr/>
        </p:nvSpPr>
        <p:spPr>
          <a:xfrm>
            <a:off x="2398288" y="2931688"/>
            <a:ext cx="594360" cy="119299"/>
          </a:xfrm>
          <a:prstGeom prst="rect">
            <a:avLst/>
          </a:prstGeom>
          <a:solidFill>
            <a:srgbClr val="FFFFFF"/>
          </a:solidFill>
          <a:ln w="6350">
            <a:solidFill>
              <a:srgbClr val="E2E2E2"/>
            </a:solidFill>
            <a:prstDash val="solid"/>
          </a:ln>
        </p:spPr>
      </p:sp>
      <p:sp>
        <p:nvSpPr>
          <p:cNvPr id="103" name="Shape 95"/>
          <p:cNvSpPr/>
          <p:nvPr/>
        </p:nvSpPr>
        <p:spPr>
          <a:xfrm>
            <a:off x="2992648" y="2931688"/>
            <a:ext cx="685800" cy="119299"/>
          </a:xfrm>
          <a:prstGeom prst="rect">
            <a:avLst/>
          </a:prstGeom>
          <a:solidFill>
            <a:srgbClr val="FFFFFF"/>
          </a:solidFill>
          <a:ln w="6350">
            <a:solidFill>
              <a:srgbClr val="E2E2E2"/>
            </a:solidFill>
            <a:prstDash val="solid"/>
          </a:ln>
        </p:spPr>
      </p:sp>
      <p:sp>
        <p:nvSpPr>
          <p:cNvPr id="104" name="Shape 96"/>
          <p:cNvSpPr/>
          <p:nvPr/>
        </p:nvSpPr>
        <p:spPr>
          <a:xfrm>
            <a:off x="3678448" y="2931688"/>
            <a:ext cx="365760" cy="119299"/>
          </a:xfrm>
          <a:prstGeom prst="rect">
            <a:avLst/>
          </a:prstGeom>
          <a:solidFill>
            <a:srgbClr val="FFFFFF"/>
          </a:solidFill>
          <a:ln w="6350">
            <a:solidFill>
              <a:srgbClr val="E2E2E2"/>
            </a:solidFill>
            <a:prstDash val="solid"/>
          </a:ln>
        </p:spPr>
      </p:sp>
      <p:sp>
        <p:nvSpPr>
          <p:cNvPr id="105" name="Shape 97"/>
          <p:cNvSpPr/>
          <p:nvPr/>
        </p:nvSpPr>
        <p:spPr>
          <a:xfrm>
            <a:off x="587776" y="3050987"/>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7" name="Shape 99"/>
          <p:cNvSpPr/>
          <p:nvPr/>
        </p:nvSpPr>
        <p:spPr>
          <a:xfrm>
            <a:off x="843808" y="3050987"/>
            <a:ext cx="411480" cy="119299"/>
          </a:xfrm>
          <a:prstGeom prst="rect">
            <a:avLst/>
          </a:prstGeom>
          <a:solidFill>
            <a:srgbClr val="FFFFFF"/>
          </a:solidFill>
          <a:ln w="6350">
            <a:solidFill>
              <a:srgbClr val="E2E2E2"/>
            </a:solidFill>
            <a:prstDash val="solid"/>
          </a:ln>
        </p:spPr>
      </p:sp>
      <p:sp>
        <p:nvSpPr>
          <p:cNvPr id="108" name="Text 10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09" name="Shape 101"/>
          <p:cNvSpPr/>
          <p:nvPr/>
        </p:nvSpPr>
        <p:spPr>
          <a:xfrm>
            <a:off x="1255288" y="3050987"/>
            <a:ext cx="731520" cy="119299"/>
          </a:xfrm>
          <a:prstGeom prst="rect">
            <a:avLst/>
          </a:prstGeom>
          <a:solidFill>
            <a:srgbClr val="FFFFFF"/>
          </a:solidFill>
          <a:ln w="6350">
            <a:solidFill>
              <a:srgbClr val="E2E2E2"/>
            </a:solidFill>
            <a:prstDash val="solid"/>
          </a:ln>
        </p:spPr>
      </p:sp>
      <p:sp>
        <p:nvSpPr>
          <p:cNvPr id="110" name="Shape 102"/>
          <p:cNvSpPr/>
          <p:nvPr/>
        </p:nvSpPr>
        <p:spPr>
          <a:xfrm>
            <a:off x="1986808" y="3050987"/>
            <a:ext cx="411480" cy="119299"/>
          </a:xfrm>
          <a:prstGeom prst="rect">
            <a:avLst/>
          </a:prstGeom>
          <a:solidFill>
            <a:srgbClr val="FFFFFF"/>
          </a:solidFill>
          <a:ln w="6350">
            <a:solidFill>
              <a:srgbClr val="E2E2E2"/>
            </a:solidFill>
            <a:prstDash val="solid"/>
          </a:ln>
        </p:spPr>
      </p:sp>
      <p:sp>
        <p:nvSpPr>
          <p:cNvPr id="111" name="Shape 103"/>
          <p:cNvSpPr/>
          <p:nvPr/>
        </p:nvSpPr>
        <p:spPr>
          <a:xfrm>
            <a:off x="2398288" y="3050987"/>
            <a:ext cx="594360" cy="119299"/>
          </a:xfrm>
          <a:prstGeom prst="rect">
            <a:avLst/>
          </a:prstGeom>
          <a:solidFill>
            <a:srgbClr val="FFFFFF"/>
          </a:solidFill>
          <a:ln w="6350">
            <a:solidFill>
              <a:srgbClr val="E2E2E2"/>
            </a:solidFill>
            <a:prstDash val="solid"/>
          </a:ln>
        </p:spPr>
      </p:sp>
      <p:sp>
        <p:nvSpPr>
          <p:cNvPr id="112" name="Shape 104"/>
          <p:cNvSpPr/>
          <p:nvPr/>
        </p:nvSpPr>
        <p:spPr>
          <a:xfrm>
            <a:off x="2992648" y="3050987"/>
            <a:ext cx="685800" cy="119299"/>
          </a:xfrm>
          <a:prstGeom prst="rect">
            <a:avLst/>
          </a:prstGeom>
          <a:solidFill>
            <a:srgbClr val="FFFFFF"/>
          </a:solidFill>
          <a:ln w="6350">
            <a:solidFill>
              <a:srgbClr val="E2E2E2"/>
            </a:solidFill>
            <a:prstDash val="solid"/>
          </a:ln>
        </p:spPr>
      </p:sp>
      <p:sp>
        <p:nvSpPr>
          <p:cNvPr id="113" name="Shape 105"/>
          <p:cNvSpPr/>
          <p:nvPr/>
        </p:nvSpPr>
        <p:spPr>
          <a:xfrm>
            <a:off x="3678448" y="3050987"/>
            <a:ext cx="365760" cy="119299"/>
          </a:xfrm>
          <a:prstGeom prst="rect">
            <a:avLst/>
          </a:prstGeom>
          <a:solidFill>
            <a:srgbClr val="FFFFFF"/>
          </a:solidFill>
          <a:ln w="6350">
            <a:solidFill>
              <a:srgbClr val="E2E2E2"/>
            </a:solidFill>
            <a:prstDash val="solid"/>
          </a:ln>
        </p:spPr>
      </p:sp>
      <p:sp>
        <p:nvSpPr>
          <p:cNvPr id="114" name="Shape 106"/>
          <p:cNvSpPr/>
          <p:nvPr/>
        </p:nvSpPr>
        <p:spPr>
          <a:xfrm>
            <a:off x="587776" y="3170287"/>
            <a:ext cx="256032" cy="119299"/>
          </a:xfrm>
          <a:prstGeom prst="rect">
            <a:avLst/>
          </a:prstGeom>
          <a:solidFill>
            <a:srgbClr val="F8F9FA"/>
          </a:solidFill>
          <a:ln w="6350">
            <a:solidFill>
              <a:srgbClr val="DDDDDD"/>
            </a:solidFill>
            <a:prstDash val="solid"/>
          </a:ln>
        </p:spPr>
      </p:sp>
      <p:sp>
        <p:nvSpPr>
          <p:cNvPr id="115" name="Text 107"/>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16" name="Shape 108"/>
          <p:cNvSpPr/>
          <p:nvPr/>
        </p:nvSpPr>
        <p:spPr>
          <a:xfrm>
            <a:off x="843808" y="3170287"/>
            <a:ext cx="411480" cy="119299"/>
          </a:xfrm>
          <a:prstGeom prst="rect">
            <a:avLst/>
          </a:prstGeom>
          <a:solidFill>
            <a:srgbClr val="FFFFFF"/>
          </a:solidFill>
          <a:ln w="6350">
            <a:solidFill>
              <a:srgbClr val="E2E2E2"/>
            </a:solidFill>
            <a:prstDash val="solid"/>
          </a:ln>
        </p:spPr>
      </p:sp>
      <p:sp>
        <p:nvSpPr>
          <p:cNvPr id="117" name="Text 109"/>
          <p:cNvSpPr txBox="1"/>
          <p:nvPr/>
        </p:nvSpPr>
        <p:spPr>
          <a:xfrm>
            <a:off x="871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18" name="Shape 110"/>
          <p:cNvSpPr/>
          <p:nvPr/>
        </p:nvSpPr>
        <p:spPr>
          <a:xfrm>
            <a:off x="1255288" y="3170287"/>
            <a:ext cx="731520" cy="119299"/>
          </a:xfrm>
          <a:prstGeom prst="rect">
            <a:avLst/>
          </a:prstGeom>
          <a:solidFill>
            <a:srgbClr val="FFFFFF"/>
          </a:solidFill>
          <a:ln w="6350">
            <a:solidFill>
              <a:srgbClr val="E2E2E2"/>
            </a:solidFill>
            <a:prstDash val="solid"/>
          </a:ln>
        </p:spPr>
      </p:sp>
      <p:sp>
        <p:nvSpPr>
          <p:cNvPr id="119" name="Shape 111"/>
          <p:cNvSpPr/>
          <p:nvPr/>
        </p:nvSpPr>
        <p:spPr>
          <a:xfrm>
            <a:off x="1986808" y="3170287"/>
            <a:ext cx="411480" cy="119299"/>
          </a:xfrm>
          <a:prstGeom prst="rect">
            <a:avLst/>
          </a:prstGeom>
          <a:solidFill>
            <a:srgbClr val="FFFFFF"/>
          </a:solidFill>
          <a:ln w="6350">
            <a:solidFill>
              <a:srgbClr val="E2E2E2"/>
            </a:solidFill>
            <a:prstDash val="solid"/>
          </a:ln>
        </p:spPr>
      </p:sp>
      <p:sp>
        <p:nvSpPr>
          <p:cNvPr id="120" name="Shape 112"/>
          <p:cNvSpPr/>
          <p:nvPr/>
        </p:nvSpPr>
        <p:spPr>
          <a:xfrm>
            <a:off x="2398288" y="3170287"/>
            <a:ext cx="594360" cy="119299"/>
          </a:xfrm>
          <a:prstGeom prst="rect">
            <a:avLst/>
          </a:prstGeom>
          <a:solidFill>
            <a:srgbClr val="FFFFFF"/>
          </a:solidFill>
          <a:ln w="6350">
            <a:solidFill>
              <a:srgbClr val="E2E2E2"/>
            </a:solidFill>
            <a:prstDash val="solid"/>
          </a:ln>
        </p:spPr>
      </p:sp>
      <p:sp>
        <p:nvSpPr>
          <p:cNvPr id="121" name="Shape 113"/>
          <p:cNvSpPr/>
          <p:nvPr/>
        </p:nvSpPr>
        <p:spPr>
          <a:xfrm>
            <a:off x="2992648" y="3170287"/>
            <a:ext cx="685800" cy="119299"/>
          </a:xfrm>
          <a:prstGeom prst="rect">
            <a:avLst/>
          </a:prstGeom>
          <a:solidFill>
            <a:srgbClr val="FFFFFF"/>
          </a:solidFill>
          <a:ln w="6350">
            <a:solidFill>
              <a:srgbClr val="E2E2E2"/>
            </a:solidFill>
            <a:prstDash val="solid"/>
          </a:ln>
        </p:spPr>
      </p:sp>
      <p:sp>
        <p:nvSpPr>
          <p:cNvPr id="122" name="Shape 114"/>
          <p:cNvSpPr/>
          <p:nvPr/>
        </p:nvSpPr>
        <p:spPr>
          <a:xfrm>
            <a:off x="3678448" y="3170287"/>
            <a:ext cx="365760" cy="119299"/>
          </a:xfrm>
          <a:prstGeom prst="rect">
            <a:avLst/>
          </a:prstGeom>
          <a:solidFill>
            <a:srgbClr val="FFFFFF"/>
          </a:solidFill>
          <a:ln w="6350">
            <a:solidFill>
              <a:srgbClr val="E2E2E2"/>
            </a:solidFill>
            <a:prstDash val="solid"/>
          </a:ln>
        </p:spPr>
      </p:sp>
      <p:sp>
        <p:nvSpPr>
          <p:cNvPr id="123" name="Shape 115"/>
          <p:cNvSpPr/>
          <p:nvPr/>
        </p:nvSpPr>
        <p:spPr>
          <a:xfrm>
            <a:off x="587776" y="3289586"/>
            <a:ext cx="256032" cy="119299"/>
          </a:xfrm>
          <a:prstGeom prst="rect">
            <a:avLst/>
          </a:prstGeom>
          <a:solidFill>
            <a:srgbClr val="F8F9FA"/>
          </a:solidFill>
          <a:ln w="6350">
            <a:solidFill>
              <a:srgbClr val="DDDDDD"/>
            </a:solidFill>
            <a:prstDash val="solid"/>
          </a:ln>
        </p:spPr>
      </p:sp>
      <p:sp>
        <p:nvSpPr>
          <p:cNvPr id="124" name="Text 11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25" name="Shape 117"/>
          <p:cNvSpPr/>
          <p:nvPr/>
        </p:nvSpPr>
        <p:spPr>
          <a:xfrm>
            <a:off x="843808" y="3289586"/>
            <a:ext cx="411480" cy="119299"/>
          </a:xfrm>
          <a:prstGeom prst="rect">
            <a:avLst/>
          </a:prstGeom>
          <a:solidFill>
            <a:srgbClr val="FFFFFF"/>
          </a:solidFill>
          <a:ln w="6350">
            <a:solidFill>
              <a:srgbClr val="E2E2E2"/>
            </a:solidFill>
            <a:prstDash val="solid"/>
          </a:ln>
        </p:spPr>
      </p:sp>
      <p:sp>
        <p:nvSpPr>
          <p:cNvPr id="126" name="Text 118"/>
          <p:cNvSpPr txBox="1"/>
          <p:nvPr/>
        </p:nvSpPr>
        <p:spPr>
          <a:xfrm>
            <a:off x="871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27" name="Shape 119"/>
          <p:cNvSpPr/>
          <p:nvPr/>
        </p:nvSpPr>
        <p:spPr>
          <a:xfrm>
            <a:off x="1255288" y="3289586"/>
            <a:ext cx="731520" cy="119299"/>
          </a:xfrm>
          <a:prstGeom prst="rect">
            <a:avLst/>
          </a:prstGeom>
          <a:solidFill>
            <a:srgbClr val="FFFFFF"/>
          </a:solidFill>
          <a:ln w="6350">
            <a:solidFill>
              <a:srgbClr val="E2E2E2"/>
            </a:solidFill>
            <a:prstDash val="solid"/>
          </a:ln>
        </p:spPr>
      </p:sp>
      <p:sp>
        <p:nvSpPr>
          <p:cNvPr id="128" name="Shape 120"/>
          <p:cNvSpPr/>
          <p:nvPr/>
        </p:nvSpPr>
        <p:spPr>
          <a:xfrm>
            <a:off x="1986808" y="3289586"/>
            <a:ext cx="411480" cy="119299"/>
          </a:xfrm>
          <a:prstGeom prst="rect">
            <a:avLst/>
          </a:prstGeom>
          <a:solidFill>
            <a:srgbClr val="FFFFFF"/>
          </a:solidFill>
          <a:ln w="6350">
            <a:solidFill>
              <a:srgbClr val="E2E2E2"/>
            </a:solidFill>
            <a:prstDash val="solid"/>
          </a:ln>
        </p:spPr>
      </p:sp>
      <p:sp>
        <p:nvSpPr>
          <p:cNvPr id="129" name="Shape 121"/>
          <p:cNvSpPr/>
          <p:nvPr/>
        </p:nvSpPr>
        <p:spPr>
          <a:xfrm>
            <a:off x="2398288" y="3289586"/>
            <a:ext cx="594360" cy="119299"/>
          </a:xfrm>
          <a:prstGeom prst="rect">
            <a:avLst/>
          </a:prstGeom>
          <a:solidFill>
            <a:srgbClr val="FFFFFF"/>
          </a:solidFill>
          <a:ln w="6350">
            <a:solidFill>
              <a:srgbClr val="E2E2E2"/>
            </a:solidFill>
            <a:prstDash val="solid"/>
          </a:ln>
        </p:spPr>
      </p:sp>
      <p:sp>
        <p:nvSpPr>
          <p:cNvPr id="130" name="Shape 122"/>
          <p:cNvSpPr/>
          <p:nvPr/>
        </p:nvSpPr>
        <p:spPr>
          <a:xfrm>
            <a:off x="2992648" y="3289586"/>
            <a:ext cx="685800" cy="119299"/>
          </a:xfrm>
          <a:prstGeom prst="rect">
            <a:avLst/>
          </a:prstGeom>
          <a:solidFill>
            <a:srgbClr val="FFFFFF"/>
          </a:solidFill>
          <a:ln w="6350">
            <a:solidFill>
              <a:srgbClr val="E2E2E2"/>
            </a:solidFill>
            <a:prstDash val="solid"/>
          </a:ln>
        </p:spPr>
      </p:sp>
      <p:sp>
        <p:nvSpPr>
          <p:cNvPr id="131" name="Shape 123"/>
          <p:cNvSpPr/>
          <p:nvPr/>
        </p:nvSpPr>
        <p:spPr>
          <a:xfrm>
            <a:off x="3678448" y="3289586"/>
            <a:ext cx="365760" cy="119299"/>
          </a:xfrm>
          <a:prstGeom prst="rect">
            <a:avLst/>
          </a:prstGeom>
          <a:solidFill>
            <a:srgbClr val="FFFFFF"/>
          </a:solidFill>
          <a:ln w="6350">
            <a:solidFill>
              <a:srgbClr val="E2E2E2"/>
            </a:solidFill>
            <a:prstDash val="solid"/>
          </a:ln>
        </p:spPr>
      </p:sp>
      <p:sp>
        <p:nvSpPr>
          <p:cNvPr id="132" name="Shape 124"/>
          <p:cNvSpPr/>
          <p:nvPr/>
        </p:nvSpPr>
        <p:spPr>
          <a:xfrm>
            <a:off x="587776" y="3408885"/>
            <a:ext cx="256032" cy="119299"/>
          </a:xfrm>
          <a:prstGeom prst="rect">
            <a:avLst/>
          </a:prstGeom>
          <a:solidFill>
            <a:srgbClr val="F8F9FA"/>
          </a:solidFill>
          <a:ln w="6350">
            <a:solidFill>
              <a:srgbClr val="DDDDDD"/>
            </a:solidFill>
            <a:prstDash val="solid"/>
          </a:ln>
        </p:spPr>
      </p:sp>
      <p:sp>
        <p:nvSpPr>
          <p:cNvPr id="133" name="Text 125"/>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34" name="Shape 126"/>
          <p:cNvSpPr/>
          <p:nvPr/>
        </p:nvSpPr>
        <p:spPr>
          <a:xfrm>
            <a:off x="843808" y="3408885"/>
            <a:ext cx="411480" cy="119299"/>
          </a:xfrm>
          <a:prstGeom prst="rect">
            <a:avLst/>
          </a:prstGeom>
          <a:solidFill>
            <a:srgbClr val="FFFFFF"/>
          </a:solidFill>
          <a:ln w="6350">
            <a:solidFill>
              <a:srgbClr val="E2E2E2"/>
            </a:solidFill>
            <a:prstDash val="solid"/>
          </a:ln>
        </p:spPr>
      </p:sp>
      <p:sp>
        <p:nvSpPr>
          <p:cNvPr id="135" name="Text 127"/>
          <p:cNvSpPr txBox="1"/>
          <p:nvPr/>
        </p:nvSpPr>
        <p:spPr>
          <a:xfrm>
            <a:off x="871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36" name="Shape 128"/>
          <p:cNvSpPr/>
          <p:nvPr/>
        </p:nvSpPr>
        <p:spPr>
          <a:xfrm>
            <a:off x="1255288" y="3408885"/>
            <a:ext cx="731520" cy="119299"/>
          </a:xfrm>
          <a:prstGeom prst="rect">
            <a:avLst/>
          </a:prstGeom>
          <a:solidFill>
            <a:srgbClr val="FFFFFF"/>
          </a:solidFill>
          <a:ln w="6350">
            <a:solidFill>
              <a:srgbClr val="E2E2E2"/>
            </a:solidFill>
            <a:prstDash val="solid"/>
          </a:ln>
        </p:spPr>
      </p:sp>
      <p:sp>
        <p:nvSpPr>
          <p:cNvPr id="137" name="Shape 129"/>
          <p:cNvSpPr/>
          <p:nvPr/>
        </p:nvSpPr>
        <p:spPr>
          <a:xfrm>
            <a:off x="1986808" y="3408885"/>
            <a:ext cx="411480" cy="119299"/>
          </a:xfrm>
          <a:prstGeom prst="rect">
            <a:avLst/>
          </a:prstGeom>
          <a:solidFill>
            <a:srgbClr val="FFFFFF"/>
          </a:solidFill>
          <a:ln w="6350">
            <a:solidFill>
              <a:srgbClr val="E2E2E2"/>
            </a:solidFill>
            <a:prstDash val="solid"/>
          </a:ln>
        </p:spPr>
      </p:sp>
      <p:sp>
        <p:nvSpPr>
          <p:cNvPr id="138" name="Shape 130"/>
          <p:cNvSpPr/>
          <p:nvPr/>
        </p:nvSpPr>
        <p:spPr>
          <a:xfrm>
            <a:off x="2398288" y="3408885"/>
            <a:ext cx="594360" cy="119299"/>
          </a:xfrm>
          <a:prstGeom prst="rect">
            <a:avLst/>
          </a:prstGeom>
          <a:solidFill>
            <a:srgbClr val="FFFFFF"/>
          </a:solidFill>
          <a:ln w="6350">
            <a:solidFill>
              <a:srgbClr val="E2E2E2"/>
            </a:solidFill>
            <a:prstDash val="solid"/>
          </a:ln>
        </p:spPr>
      </p:sp>
      <p:sp>
        <p:nvSpPr>
          <p:cNvPr id="139" name="Shape 131"/>
          <p:cNvSpPr/>
          <p:nvPr/>
        </p:nvSpPr>
        <p:spPr>
          <a:xfrm>
            <a:off x="2992648" y="3408885"/>
            <a:ext cx="685800" cy="119299"/>
          </a:xfrm>
          <a:prstGeom prst="rect">
            <a:avLst/>
          </a:prstGeom>
          <a:solidFill>
            <a:srgbClr val="FFFFFF"/>
          </a:solidFill>
          <a:ln w="6350">
            <a:solidFill>
              <a:srgbClr val="E2E2E2"/>
            </a:solidFill>
            <a:prstDash val="solid"/>
          </a:ln>
        </p:spPr>
      </p:sp>
      <p:sp>
        <p:nvSpPr>
          <p:cNvPr id="140" name="Shape 132"/>
          <p:cNvSpPr/>
          <p:nvPr/>
        </p:nvSpPr>
        <p:spPr>
          <a:xfrm>
            <a:off x="3678448" y="3408885"/>
            <a:ext cx="365760" cy="119299"/>
          </a:xfrm>
          <a:prstGeom prst="rect">
            <a:avLst/>
          </a:prstGeom>
          <a:solidFill>
            <a:srgbClr val="FFFFFF"/>
          </a:solidFill>
          <a:ln w="6350">
            <a:solidFill>
              <a:srgbClr val="E2E2E2"/>
            </a:solidFill>
            <a:prstDash val="solid"/>
          </a:ln>
        </p:spPr>
      </p:sp>
      <p:sp>
        <p:nvSpPr>
          <p:cNvPr id="141" name="Shape 133"/>
          <p:cNvSpPr/>
          <p:nvPr/>
        </p:nvSpPr>
        <p:spPr>
          <a:xfrm>
            <a:off x="587776" y="3528185"/>
            <a:ext cx="256032" cy="119299"/>
          </a:xfrm>
          <a:prstGeom prst="rect">
            <a:avLst/>
          </a:prstGeom>
          <a:solidFill>
            <a:srgbClr val="F8F9FA"/>
          </a:solidFill>
          <a:ln w="6350">
            <a:solidFill>
              <a:srgbClr val="DDDDDD"/>
            </a:solidFill>
            <a:prstDash val="solid"/>
          </a:ln>
        </p:spPr>
      </p:sp>
      <p:sp>
        <p:nvSpPr>
          <p:cNvPr id="142" name="Text 13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43" name="Shape 135"/>
          <p:cNvSpPr/>
          <p:nvPr/>
        </p:nvSpPr>
        <p:spPr>
          <a:xfrm>
            <a:off x="843808" y="3528185"/>
            <a:ext cx="411480" cy="119299"/>
          </a:xfrm>
          <a:prstGeom prst="rect">
            <a:avLst/>
          </a:prstGeom>
          <a:solidFill>
            <a:srgbClr val="FFFFFF"/>
          </a:solidFill>
          <a:ln w="6350">
            <a:solidFill>
              <a:srgbClr val="E2E2E2"/>
            </a:solidFill>
            <a:prstDash val="solid"/>
          </a:ln>
        </p:spPr>
      </p:sp>
      <p:sp>
        <p:nvSpPr>
          <p:cNvPr id="144" name="Text 136"/>
          <p:cNvSpPr txBox="1"/>
          <p:nvPr/>
        </p:nvSpPr>
        <p:spPr>
          <a:xfrm>
            <a:off x="871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45" name="Shape 137"/>
          <p:cNvSpPr/>
          <p:nvPr/>
        </p:nvSpPr>
        <p:spPr>
          <a:xfrm>
            <a:off x="1255288" y="3528185"/>
            <a:ext cx="731520" cy="119299"/>
          </a:xfrm>
          <a:prstGeom prst="rect">
            <a:avLst/>
          </a:prstGeom>
          <a:solidFill>
            <a:srgbClr val="FFFFFF"/>
          </a:solidFill>
          <a:ln w="6350">
            <a:solidFill>
              <a:srgbClr val="E2E2E2"/>
            </a:solidFill>
            <a:prstDash val="solid"/>
          </a:ln>
        </p:spPr>
      </p:sp>
      <p:sp>
        <p:nvSpPr>
          <p:cNvPr id="146" name="Shape 138"/>
          <p:cNvSpPr/>
          <p:nvPr/>
        </p:nvSpPr>
        <p:spPr>
          <a:xfrm>
            <a:off x="1986808" y="3528185"/>
            <a:ext cx="411480" cy="119299"/>
          </a:xfrm>
          <a:prstGeom prst="rect">
            <a:avLst/>
          </a:prstGeom>
          <a:solidFill>
            <a:srgbClr val="FFFFFF"/>
          </a:solidFill>
          <a:ln w="6350">
            <a:solidFill>
              <a:srgbClr val="E2E2E2"/>
            </a:solidFill>
            <a:prstDash val="solid"/>
          </a:ln>
        </p:spPr>
      </p:sp>
      <p:sp>
        <p:nvSpPr>
          <p:cNvPr id="147" name="Shape 139"/>
          <p:cNvSpPr/>
          <p:nvPr/>
        </p:nvSpPr>
        <p:spPr>
          <a:xfrm>
            <a:off x="2398288" y="3528185"/>
            <a:ext cx="594360" cy="119299"/>
          </a:xfrm>
          <a:prstGeom prst="rect">
            <a:avLst/>
          </a:prstGeom>
          <a:solidFill>
            <a:srgbClr val="FFFFFF"/>
          </a:solidFill>
          <a:ln w="6350">
            <a:solidFill>
              <a:srgbClr val="E2E2E2"/>
            </a:solidFill>
            <a:prstDash val="solid"/>
          </a:ln>
        </p:spPr>
      </p:sp>
      <p:sp>
        <p:nvSpPr>
          <p:cNvPr id="148" name="Shape 140"/>
          <p:cNvSpPr/>
          <p:nvPr/>
        </p:nvSpPr>
        <p:spPr>
          <a:xfrm>
            <a:off x="2992648" y="3528185"/>
            <a:ext cx="685800" cy="119299"/>
          </a:xfrm>
          <a:prstGeom prst="rect">
            <a:avLst/>
          </a:prstGeom>
          <a:solidFill>
            <a:srgbClr val="FFFFFF"/>
          </a:solidFill>
          <a:ln w="6350">
            <a:solidFill>
              <a:srgbClr val="E2E2E2"/>
            </a:solidFill>
            <a:prstDash val="solid"/>
          </a:ln>
        </p:spPr>
      </p:sp>
      <p:sp>
        <p:nvSpPr>
          <p:cNvPr id="149" name="Shape 141"/>
          <p:cNvSpPr/>
          <p:nvPr/>
        </p:nvSpPr>
        <p:spPr>
          <a:xfrm>
            <a:off x="3678448" y="3528185"/>
            <a:ext cx="365760" cy="119299"/>
          </a:xfrm>
          <a:prstGeom prst="rect">
            <a:avLst/>
          </a:prstGeom>
          <a:solidFill>
            <a:srgbClr val="FFFFFF"/>
          </a:solidFill>
          <a:ln w="6350">
            <a:solidFill>
              <a:srgbClr val="E2E2E2"/>
            </a:solidFill>
            <a:prstDash val="solid"/>
          </a:ln>
        </p:spPr>
      </p:sp>
      <p:sp>
        <p:nvSpPr>
          <p:cNvPr id="150" name="Shape 142"/>
          <p:cNvSpPr/>
          <p:nvPr/>
        </p:nvSpPr>
        <p:spPr>
          <a:xfrm>
            <a:off x="587776" y="3647484"/>
            <a:ext cx="256032" cy="119299"/>
          </a:xfrm>
          <a:prstGeom prst="rect">
            <a:avLst/>
          </a:prstGeom>
          <a:solidFill>
            <a:srgbClr val="F8F9FA"/>
          </a:solidFill>
          <a:ln w="6350">
            <a:solidFill>
              <a:srgbClr val="DDDDDD"/>
            </a:solidFill>
            <a:prstDash val="solid"/>
          </a:ln>
        </p:spPr>
      </p:sp>
      <p:sp>
        <p:nvSpPr>
          <p:cNvPr id="151" name="Text 143"/>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52" name="Shape 144"/>
          <p:cNvSpPr/>
          <p:nvPr/>
        </p:nvSpPr>
        <p:spPr>
          <a:xfrm>
            <a:off x="843808" y="3647484"/>
            <a:ext cx="411480" cy="119299"/>
          </a:xfrm>
          <a:prstGeom prst="rect">
            <a:avLst/>
          </a:prstGeom>
          <a:solidFill>
            <a:srgbClr val="FFFFFF"/>
          </a:solidFill>
          <a:ln w="6350">
            <a:solidFill>
              <a:srgbClr val="E2E2E2"/>
            </a:solidFill>
            <a:prstDash val="solid"/>
          </a:ln>
        </p:spPr>
      </p:sp>
      <p:sp>
        <p:nvSpPr>
          <p:cNvPr id="153" name="Text 145"/>
          <p:cNvSpPr txBox="1"/>
          <p:nvPr/>
        </p:nvSpPr>
        <p:spPr>
          <a:xfrm>
            <a:off x="871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54" name="Shape 146"/>
          <p:cNvSpPr/>
          <p:nvPr/>
        </p:nvSpPr>
        <p:spPr>
          <a:xfrm>
            <a:off x="1255288" y="3647484"/>
            <a:ext cx="731520" cy="119299"/>
          </a:xfrm>
          <a:prstGeom prst="rect">
            <a:avLst/>
          </a:prstGeom>
          <a:solidFill>
            <a:srgbClr val="FFFFFF"/>
          </a:solidFill>
          <a:ln w="6350">
            <a:solidFill>
              <a:srgbClr val="E2E2E2"/>
            </a:solidFill>
            <a:prstDash val="solid"/>
          </a:ln>
        </p:spPr>
      </p:sp>
      <p:sp>
        <p:nvSpPr>
          <p:cNvPr id="155" name="Shape 147"/>
          <p:cNvSpPr/>
          <p:nvPr/>
        </p:nvSpPr>
        <p:spPr>
          <a:xfrm>
            <a:off x="1986808" y="3647484"/>
            <a:ext cx="411480" cy="119299"/>
          </a:xfrm>
          <a:prstGeom prst="rect">
            <a:avLst/>
          </a:prstGeom>
          <a:solidFill>
            <a:srgbClr val="FFFFFF"/>
          </a:solidFill>
          <a:ln w="6350">
            <a:solidFill>
              <a:srgbClr val="E2E2E2"/>
            </a:solidFill>
            <a:prstDash val="solid"/>
          </a:ln>
        </p:spPr>
      </p:sp>
      <p:sp>
        <p:nvSpPr>
          <p:cNvPr id="156" name="Shape 148"/>
          <p:cNvSpPr/>
          <p:nvPr/>
        </p:nvSpPr>
        <p:spPr>
          <a:xfrm>
            <a:off x="2398288" y="3647484"/>
            <a:ext cx="594360" cy="119299"/>
          </a:xfrm>
          <a:prstGeom prst="rect">
            <a:avLst/>
          </a:prstGeom>
          <a:solidFill>
            <a:srgbClr val="FFFFFF"/>
          </a:solidFill>
          <a:ln w="6350">
            <a:solidFill>
              <a:srgbClr val="E2E2E2"/>
            </a:solidFill>
            <a:prstDash val="solid"/>
          </a:ln>
        </p:spPr>
      </p:sp>
      <p:sp>
        <p:nvSpPr>
          <p:cNvPr id="157" name="Shape 149"/>
          <p:cNvSpPr/>
          <p:nvPr/>
        </p:nvSpPr>
        <p:spPr>
          <a:xfrm>
            <a:off x="2992648" y="3647484"/>
            <a:ext cx="685800" cy="119299"/>
          </a:xfrm>
          <a:prstGeom prst="rect">
            <a:avLst/>
          </a:prstGeom>
          <a:solidFill>
            <a:srgbClr val="FFFFFF"/>
          </a:solidFill>
          <a:ln w="6350">
            <a:solidFill>
              <a:srgbClr val="E2E2E2"/>
            </a:solidFill>
            <a:prstDash val="solid"/>
          </a:ln>
        </p:spPr>
      </p:sp>
      <p:sp>
        <p:nvSpPr>
          <p:cNvPr id="158" name="Shape 150"/>
          <p:cNvSpPr/>
          <p:nvPr/>
        </p:nvSpPr>
        <p:spPr>
          <a:xfrm>
            <a:off x="3678448" y="3647484"/>
            <a:ext cx="365760" cy="119299"/>
          </a:xfrm>
          <a:prstGeom prst="rect">
            <a:avLst/>
          </a:prstGeom>
          <a:solidFill>
            <a:srgbClr val="FFFFFF"/>
          </a:solidFill>
          <a:ln w="6350">
            <a:solidFill>
              <a:srgbClr val="E2E2E2"/>
            </a:solidFill>
            <a:prstDash val="solid"/>
          </a:ln>
        </p:spPr>
      </p:sp>
      <p:sp>
        <p:nvSpPr>
          <p:cNvPr id="159" name="Shape 151"/>
          <p:cNvSpPr/>
          <p:nvPr/>
        </p:nvSpPr>
        <p:spPr>
          <a:xfrm>
            <a:off x="843808" y="2812388"/>
            <a:ext cx="411480" cy="954396"/>
          </a:xfrm>
          <a:prstGeom prst="rect">
            <a:avLst/>
          </a:prstGeom>
          <a:solidFill>
            <a:srgbClr val="1A73E8">
              <a:alpha val="12000"/>
            </a:srgbClr>
          </a:solidFill>
          <a:ln w="19050">
            <a:solidFill>
              <a:srgbClr val="1A73E8"/>
            </a:solidFill>
            <a:prstDash val="solid"/>
          </a:ln>
        </p:spPr>
      </p:sp>
      <p:sp>
        <p:nvSpPr>
          <p:cNvPr id="160" name="Shape 152"/>
          <p:cNvSpPr/>
          <p:nvPr/>
        </p:nvSpPr>
        <p:spPr>
          <a:xfrm>
            <a:off x="587776" y="3794216"/>
            <a:ext cx="4950927" cy="201168"/>
          </a:xfrm>
          <a:prstGeom prst="rect">
            <a:avLst/>
          </a:prstGeom>
          <a:solidFill>
            <a:srgbClr val="F8F9FA"/>
          </a:solidFill>
          <a:ln w="12700">
            <a:solidFill>
              <a:srgbClr val="F8F9FA"/>
            </a:solidFill>
            <a:prstDash val="solid"/>
          </a:ln>
        </p:spPr>
      </p:sp>
      <p:sp>
        <p:nvSpPr>
          <p:cNvPr id="161" name="Text 15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62" name="Shape 154"/>
          <p:cNvSpPr/>
          <p:nvPr/>
        </p:nvSpPr>
        <p:spPr>
          <a:xfrm>
            <a:off x="1136416" y="3794216"/>
            <a:ext cx="731520" cy="201168"/>
          </a:xfrm>
          <a:prstGeom prst="rect">
            <a:avLst/>
          </a:prstGeom>
          <a:solidFill>
            <a:srgbClr val="E1EFFE"/>
          </a:solidFill>
          <a:ln w="12700">
            <a:solidFill>
              <a:srgbClr val="E1EFFE"/>
            </a:solidFill>
            <a:prstDash val="solid"/>
          </a:ln>
        </p:spPr>
      </p:sp>
      <p:sp>
        <p:nvSpPr>
          <p:cNvPr id="163" name="Text 15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64" name="Shape 156"/>
          <p:cNvSpPr/>
          <p:nvPr/>
        </p:nvSpPr>
        <p:spPr>
          <a:xfrm>
            <a:off x="825520" y="2794100"/>
            <a:ext cx="448056" cy="990972"/>
          </a:xfrm>
          <a:prstGeom prst="roundRect">
            <a:avLst>
              <a:gd name="adj" fmla="val 10204"/>
            </a:avLst>
          </a:prstGeom>
          <a:solidFill>
            <a:srgbClr val="FFFFFF">
              <a:alpha val="0"/>
            </a:srgbClr>
          </a:solidFill>
          <a:ln w="31750">
            <a:solidFill>
              <a:srgbClr val="E53935"/>
            </a:solidFill>
            <a:prstDash val="solid"/>
          </a:ln>
        </p:spPr>
      </p:sp>
      <p:sp>
        <p:nvSpPr>
          <p:cNvPr id="165" name="Shape 157"/>
          <p:cNvSpPr/>
          <p:nvPr/>
        </p:nvSpPr>
        <p:spPr>
          <a:xfrm>
            <a:off x="1136416" y="2656940"/>
            <a:ext cx="274320" cy="274320"/>
          </a:xfrm>
          <a:prstGeom prst="ellipse">
            <a:avLst/>
          </a:prstGeom>
          <a:solidFill>
            <a:srgbClr val="E53935"/>
          </a:solidFill>
          <a:ln w="12700">
            <a:solidFill>
              <a:srgbClr val="FFFFFF"/>
            </a:solidFill>
            <a:prstDash val="solid"/>
          </a:ln>
        </p:spPr>
      </p:sp>
      <p:sp>
        <p:nvSpPr>
          <p:cNvPr id="166" name="Text 158"/>
          <p:cNvSpPr txBox="1"/>
          <p:nvPr/>
        </p:nvSpPr>
        <p:spPr>
          <a:xfrm>
            <a:off x="113641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167" name="Image 6" descr="preencoded.png">    </p:cNvPr>
          <p:cNvPicPr>
            <a:picLocks noChangeAspect="1"/>
          </p:cNvPicPr>
          <p:nvPr/>
        </p:nvPicPr>
        <p:blipFill>
          <a:blip r:embed="rId7"/>
          <a:stretch>
            <a:fillRect/>
          </a:stretch>
        </p:blipFill>
        <p:spPr>
          <a:xfrm>
            <a:off x="1070122" y="3337306"/>
            <a:ext cx="237744" cy="237744"/>
          </a:xfrm>
          <a:prstGeom prst="rect">
            <a:avLst/>
          </a:prstGeom>
        </p:spPr>
      </p:pic>
      <p:sp>
        <p:nvSpPr>
          <p:cNvPr id="168" name="Text 15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69" name="Text 16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ID dengan pola S001, S002, ...</a:t>
            </a:r>
            <a:endParaRPr lang="en-US" sz="1800" dirty="0"/>
          </a:p>
        </p:txBody>
      </p:sp>
      <p:sp>
        <p:nvSpPr>
          <p:cNvPr id="170" name="Text 16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S001 di A2 dan S002 di A3. Pilih keduanya, lalu seret fill handle ke bawah. Sheets melanjutkan polanya.</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Di Google Sheets</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F9</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3</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73152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8680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86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98288" y="2573789"/>
            <a:ext cx="594360" cy="119299"/>
          </a:xfrm>
          <a:prstGeom prst="rect">
            <a:avLst/>
          </a:prstGeom>
          <a:solidFill>
            <a:srgbClr val="F8F9FA"/>
          </a:solidFill>
          <a:ln w="6350">
            <a:solidFill>
              <a:srgbClr val="DDDDDD"/>
            </a:solidFill>
            <a:prstDash val="solid"/>
          </a:ln>
        </p:spPr>
      </p:sp>
      <p:sp>
        <p:nvSpPr>
          <p:cNvPr id="68" name="Text 60"/>
          <p:cNvSpPr txBox="1"/>
          <p:nvPr/>
        </p:nvSpPr>
        <p:spPr>
          <a:xfrm>
            <a:off x="2398288" y="2573789"/>
            <a:ext cx="5943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9264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678448" y="2573789"/>
            <a:ext cx="365760" cy="119299"/>
          </a:xfrm>
          <a:prstGeom prst="rect">
            <a:avLst/>
          </a:prstGeom>
          <a:solidFill>
            <a:srgbClr val="F8F9FA"/>
          </a:solidFill>
          <a:ln w="6350">
            <a:solidFill>
              <a:srgbClr val="DDDDDD"/>
            </a:solidFill>
            <a:prstDash val="solid"/>
          </a:ln>
        </p:spPr>
      </p:sp>
      <p:sp>
        <p:nvSpPr>
          <p:cNvPr id="72" name="Text 64"/>
          <p:cNvSpPr txBox="1"/>
          <p:nvPr/>
        </p:nvSpPr>
        <p:spPr>
          <a:xfrm>
            <a:off x="367844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73152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8680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2014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98288" y="2693089"/>
            <a:ext cx="594360" cy="119299"/>
          </a:xfrm>
          <a:prstGeom prst="rect">
            <a:avLst/>
          </a:prstGeom>
          <a:solidFill>
            <a:srgbClr val="0F4C3A"/>
          </a:solidFill>
          <a:ln w="6350">
            <a:solidFill>
              <a:srgbClr val="E2E2E2"/>
            </a:solidFill>
            <a:prstDash val="solid"/>
          </a:ln>
        </p:spPr>
      </p:sp>
      <p:sp>
        <p:nvSpPr>
          <p:cNvPr id="82" name="Text 74"/>
          <p:cNvSpPr txBox="1"/>
          <p:nvPr/>
        </p:nvSpPr>
        <p:spPr>
          <a:xfrm>
            <a:off x="2425720" y="2693089"/>
            <a:ext cx="5394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83" name="Shape 75"/>
          <p:cNvSpPr/>
          <p:nvPr/>
        </p:nvSpPr>
        <p:spPr>
          <a:xfrm>
            <a:off x="299264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302008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5" name="Shape 77"/>
          <p:cNvSpPr/>
          <p:nvPr/>
        </p:nvSpPr>
        <p:spPr>
          <a:xfrm>
            <a:off x="3678448" y="2693089"/>
            <a:ext cx="365760" cy="119299"/>
          </a:xfrm>
          <a:prstGeom prst="rect">
            <a:avLst/>
          </a:prstGeom>
          <a:solidFill>
            <a:srgbClr val="0F4C3A"/>
          </a:solidFill>
          <a:ln w="6350">
            <a:solidFill>
              <a:srgbClr val="E2E2E2"/>
            </a:solidFill>
            <a:prstDash val="solid"/>
          </a:ln>
        </p:spPr>
      </p:sp>
      <p:sp>
        <p:nvSpPr>
          <p:cNvPr id="86" name="Text 78"/>
          <p:cNvSpPr txBox="1"/>
          <p:nvPr/>
        </p:nvSpPr>
        <p:spPr>
          <a:xfrm>
            <a:off x="370588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731520" cy="119299"/>
          </a:xfrm>
          <a:prstGeom prst="rect">
            <a:avLst/>
          </a:prstGeom>
          <a:solidFill>
            <a:srgbClr val="FFFFFF"/>
          </a:solidFill>
          <a:ln w="6350">
            <a:solidFill>
              <a:srgbClr val="E2E2E2"/>
            </a:solidFill>
            <a:prstDash val="solid"/>
          </a:ln>
        </p:spPr>
      </p:sp>
      <p:sp>
        <p:nvSpPr>
          <p:cNvPr id="92" name="Text 84"/>
          <p:cNvSpPr txBox="1"/>
          <p:nvPr/>
        </p:nvSpPr>
        <p:spPr>
          <a:xfrm>
            <a:off x="1282720" y="28123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86808" y="2812388"/>
            <a:ext cx="411480" cy="119299"/>
          </a:xfrm>
          <a:prstGeom prst="rect">
            <a:avLst/>
          </a:prstGeom>
          <a:solidFill>
            <a:srgbClr val="FFFFFF"/>
          </a:solidFill>
          <a:ln w="6350">
            <a:solidFill>
              <a:srgbClr val="E2E2E2"/>
            </a:solidFill>
            <a:prstDash val="solid"/>
          </a:ln>
        </p:spPr>
      </p:sp>
      <p:sp>
        <p:nvSpPr>
          <p:cNvPr id="94" name="Text 86"/>
          <p:cNvSpPr txBox="1"/>
          <p:nvPr/>
        </p:nvSpPr>
        <p:spPr>
          <a:xfrm>
            <a:off x="2014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98288" y="2812388"/>
            <a:ext cx="594360" cy="119299"/>
          </a:xfrm>
          <a:prstGeom prst="rect">
            <a:avLst/>
          </a:prstGeom>
          <a:solidFill>
            <a:srgbClr val="FFFFFF"/>
          </a:solidFill>
          <a:ln w="6350">
            <a:solidFill>
              <a:srgbClr val="E2E2E2"/>
            </a:solidFill>
            <a:prstDash val="solid"/>
          </a:ln>
        </p:spPr>
      </p:sp>
      <p:sp>
        <p:nvSpPr>
          <p:cNvPr id="96" name="Text 88"/>
          <p:cNvSpPr txBox="1"/>
          <p:nvPr/>
        </p:nvSpPr>
        <p:spPr>
          <a:xfrm>
            <a:off x="2425720" y="28123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97" name="Shape 89"/>
          <p:cNvSpPr/>
          <p:nvPr/>
        </p:nvSpPr>
        <p:spPr>
          <a:xfrm>
            <a:off x="299264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302008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9" name="Shape 91"/>
          <p:cNvSpPr/>
          <p:nvPr/>
        </p:nvSpPr>
        <p:spPr>
          <a:xfrm>
            <a:off x="3678448" y="2812388"/>
            <a:ext cx="365760" cy="119299"/>
          </a:xfrm>
          <a:prstGeom prst="rect">
            <a:avLst/>
          </a:prstGeom>
          <a:solidFill>
            <a:srgbClr val="FFFFFF"/>
          </a:solidFill>
          <a:ln w="6350">
            <a:solidFill>
              <a:srgbClr val="E2E2E2"/>
            </a:solidFill>
            <a:prstDash val="solid"/>
          </a:ln>
        </p:spPr>
      </p:sp>
      <p:sp>
        <p:nvSpPr>
          <p:cNvPr id="100" name="Text 92"/>
          <p:cNvSpPr txBox="1"/>
          <p:nvPr/>
        </p:nvSpPr>
        <p:spPr>
          <a:xfrm>
            <a:off x="370588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41148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931688"/>
            <a:ext cx="731520" cy="119299"/>
          </a:xfrm>
          <a:prstGeom prst="rect">
            <a:avLst/>
          </a:prstGeom>
          <a:solidFill>
            <a:srgbClr val="FFFFFF"/>
          </a:solidFill>
          <a:ln w="6350">
            <a:solidFill>
              <a:srgbClr val="E2E2E2"/>
            </a:solidFill>
            <a:prstDash val="solid"/>
          </a:ln>
        </p:spPr>
      </p:sp>
      <p:sp>
        <p:nvSpPr>
          <p:cNvPr id="106" name="Text 98"/>
          <p:cNvSpPr txBox="1"/>
          <p:nvPr/>
        </p:nvSpPr>
        <p:spPr>
          <a:xfrm>
            <a:off x="1282720" y="29316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86808" y="2931688"/>
            <a:ext cx="411480" cy="119299"/>
          </a:xfrm>
          <a:prstGeom prst="rect">
            <a:avLst/>
          </a:prstGeom>
          <a:solidFill>
            <a:srgbClr val="FFFFFF"/>
          </a:solidFill>
          <a:ln w="6350">
            <a:solidFill>
              <a:srgbClr val="E2E2E2"/>
            </a:solidFill>
            <a:prstDash val="solid"/>
          </a:ln>
        </p:spPr>
      </p:sp>
      <p:sp>
        <p:nvSpPr>
          <p:cNvPr id="108" name="Text 100"/>
          <p:cNvSpPr txBox="1"/>
          <p:nvPr/>
        </p:nvSpPr>
        <p:spPr>
          <a:xfrm>
            <a:off x="2014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98288" y="2931688"/>
            <a:ext cx="594360" cy="119299"/>
          </a:xfrm>
          <a:prstGeom prst="rect">
            <a:avLst/>
          </a:prstGeom>
          <a:solidFill>
            <a:srgbClr val="FFFFFF"/>
          </a:solidFill>
          <a:ln w="6350">
            <a:solidFill>
              <a:srgbClr val="E2E2E2"/>
            </a:solidFill>
            <a:prstDash val="solid"/>
          </a:ln>
        </p:spPr>
      </p:sp>
      <p:sp>
        <p:nvSpPr>
          <p:cNvPr id="110" name="Text 102"/>
          <p:cNvSpPr txBox="1"/>
          <p:nvPr/>
        </p:nvSpPr>
        <p:spPr>
          <a:xfrm>
            <a:off x="2425720" y="29316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11" name="Shape 103"/>
          <p:cNvSpPr/>
          <p:nvPr/>
        </p:nvSpPr>
        <p:spPr>
          <a:xfrm>
            <a:off x="299264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302008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3" name="Shape 105"/>
          <p:cNvSpPr/>
          <p:nvPr/>
        </p:nvSpPr>
        <p:spPr>
          <a:xfrm>
            <a:off x="3678448" y="2931688"/>
            <a:ext cx="365760" cy="119299"/>
          </a:xfrm>
          <a:prstGeom prst="rect">
            <a:avLst/>
          </a:prstGeom>
          <a:solidFill>
            <a:srgbClr val="FFFFFF"/>
          </a:solidFill>
          <a:ln w="6350">
            <a:solidFill>
              <a:srgbClr val="E2E2E2"/>
            </a:solidFill>
            <a:prstDash val="solid"/>
          </a:ln>
        </p:spPr>
      </p:sp>
      <p:sp>
        <p:nvSpPr>
          <p:cNvPr id="114" name="Text 106"/>
          <p:cNvSpPr txBox="1"/>
          <p:nvPr/>
        </p:nvSpPr>
        <p:spPr>
          <a:xfrm>
            <a:off x="370588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41148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3050987"/>
            <a:ext cx="731520" cy="119299"/>
          </a:xfrm>
          <a:prstGeom prst="rect">
            <a:avLst/>
          </a:prstGeom>
          <a:solidFill>
            <a:srgbClr val="FFFFFF"/>
          </a:solidFill>
          <a:ln w="6350">
            <a:solidFill>
              <a:srgbClr val="E2E2E2"/>
            </a:solidFill>
            <a:prstDash val="solid"/>
          </a:ln>
        </p:spPr>
      </p:sp>
      <p:sp>
        <p:nvSpPr>
          <p:cNvPr id="120" name="Text 112"/>
          <p:cNvSpPr txBox="1"/>
          <p:nvPr/>
        </p:nvSpPr>
        <p:spPr>
          <a:xfrm>
            <a:off x="1282720" y="30509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8680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2014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98288" y="3050987"/>
            <a:ext cx="594360" cy="119299"/>
          </a:xfrm>
          <a:prstGeom prst="rect">
            <a:avLst/>
          </a:prstGeom>
          <a:solidFill>
            <a:srgbClr val="FFFFFF"/>
          </a:solidFill>
          <a:ln w="6350">
            <a:solidFill>
              <a:srgbClr val="E2E2E2"/>
            </a:solidFill>
            <a:prstDash val="solid"/>
          </a:ln>
        </p:spPr>
      </p:sp>
      <p:sp>
        <p:nvSpPr>
          <p:cNvPr id="124" name="Text 116"/>
          <p:cNvSpPr txBox="1"/>
          <p:nvPr/>
        </p:nvSpPr>
        <p:spPr>
          <a:xfrm>
            <a:off x="2425720" y="30509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125" name="Shape 117"/>
          <p:cNvSpPr/>
          <p:nvPr/>
        </p:nvSpPr>
        <p:spPr>
          <a:xfrm>
            <a:off x="2992648" y="3050987"/>
            <a:ext cx="685800" cy="119299"/>
          </a:xfrm>
          <a:prstGeom prst="rect">
            <a:avLst/>
          </a:prstGeom>
          <a:solidFill>
            <a:srgbClr val="FFFFFF"/>
          </a:solidFill>
          <a:ln w="6350">
            <a:solidFill>
              <a:srgbClr val="E2E2E2"/>
            </a:solidFill>
            <a:prstDash val="solid"/>
          </a:ln>
        </p:spPr>
      </p:sp>
      <p:sp>
        <p:nvSpPr>
          <p:cNvPr id="126" name="Text 118"/>
          <p:cNvSpPr txBox="1"/>
          <p:nvPr/>
        </p:nvSpPr>
        <p:spPr>
          <a:xfrm>
            <a:off x="302008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7" name="Shape 119"/>
          <p:cNvSpPr/>
          <p:nvPr/>
        </p:nvSpPr>
        <p:spPr>
          <a:xfrm>
            <a:off x="3678448" y="3050987"/>
            <a:ext cx="365760" cy="119299"/>
          </a:xfrm>
          <a:prstGeom prst="rect">
            <a:avLst/>
          </a:prstGeom>
          <a:solidFill>
            <a:srgbClr val="FFFFFF"/>
          </a:solidFill>
          <a:ln w="6350">
            <a:solidFill>
              <a:srgbClr val="E2E2E2"/>
            </a:solidFill>
            <a:prstDash val="solid"/>
          </a:ln>
        </p:spPr>
      </p:sp>
      <p:sp>
        <p:nvSpPr>
          <p:cNvPr id="128" name="Text 120"/>
          <p:cNvSpPr txBox="1"/>
          <p:nvPr/>
        </p:nvSpPr>
        <p:spPr>
          <a:xfrm>
            <a:off x="370588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41148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33" name="Shape 125"/>
          <p:cNvSpPr/>
          <p:nvPr/>
        </p:nvSpPr>
        <p:spPr>
          <a:xfrm>
            <a:off x="1255288" y="3170287"/>
            <a:ext cx="731520" cy="119299"/>
          </a:xfrm>
          <a:prstGeom prst="rect">
            <a:avLst/>
          </a:prstGeom>
          <a:solidFill>
            <a:srgbClr val="FFFFFF"/>
          </a:solidFill>
          <a:ln w="6350">
            <a:solidFill>
              <a:srgbClr val="E2E2E2"/>
            </a:solidFill>
            <a:prstDash val="solid"/>
          </a:ln>
        </p:spPr>
      </p:sp>
      <p:sp>
        <p:nvSpPr>
          <p:cNvPr id="134" name="Text 126"/>
          <p:cNvSpPr txBox="1"/>
          <p:nvPr/>
        </p:nvSpPr>
        <p:spPr>
          <a:xfrm>
            <a:off x="1282720" y="31702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1986808" y="3170287"/>
            <a:ext cx="411480" cy="119299"/>
          </a:xfrm>
          <a:prstGeom prst="rect">
            <a:avLst/>
          </a:prstGeom>
          <a:solidFill>
            <a:srgbClr val="FFFFFF"/>
          </a:solidFill>
          <a:ln w="6350">
            <a:solidFill>
              <a:srgbClr val="E2E2E2"/>
            </a:solidFill>
            <a:prstDash val="solid"/>
          </a:ln>
        </p:spPr>
      </p:sp>
      <p:sp>
        <p:nvSpPr>
          <p:cNvPr id="136" name="Text 128"/>
          <p:cNvSpPr txBox="1"/>
          <p:nvPr/>
        </p:nvSpPr>
        <p:spPr>
          <a:xfrm>
            <a:off x="2014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7" name="Shape 129"/>
          <p:cNvSpPr/>
          <p:nvPr/>
        </p:nvSpPr>
        <p:spPr>
          <a:xfrm>
            <a:off x="2398288" y="3170287"/>
            <a:ext cx="594360" cy="119299"/>
          </a:xfrm>
          <a:prstGeom prst="rect">
            <a:avLst/>
          </a:prstGeom>
          <a:solidFill>
            <a:srgbClr val="FFFFFF"/>
          </a:solidFill>
          <a:ln w="6350">
            <a:solidFill>
              <a:srgbClr val="E2E2E2"/>
            </a:solidFill>
            <a:prstDash val="solid"/>
          </a:ln>
        </p:spPr>
      </p:sp>
      <p:sp>
        <p:nvSpPr>
          <p:cNvPr id="138" name="Text 130"/>
          <p:cNvSpPr txBox="1"/>
          <p:nvPr/>
        </p:nvSpPr>
        <p:spPr>
          <a:xfrm>
            <a:off x="2425720" y="31702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39" name="Shape 131"/>
          <p:cNvSpPr/>
          <p:nvPr/>
        </p:nvSpPr>
        <p:spPr>
          <a:xfrm>
            <a:off x="2992648" y="3170287"/>
            <a:ext cx="685800" cy="119299"/>
          </a:xfrm>
          <a:prstGeom prst="rect">
            <a:avLst/>
          </a:prstGeom>
          <a:solidFill>
            <a:srgbClr val="FFFFFF"/>
          </a:solidFill>
          <a:ln w="6350">
            <a:solidFill>
              <a:srgbClr val="E2E2E2"/>
            </a:solidFill>
            <a:prstDash val="solid"/>
          </a:ln>
        </p:spPr>
      </p:sp>
      <p:sp>
        <p:nvSpPr>
          <p:cNvPr id="140" name="Text 132"/>
          <p:cNvSpPr txBox="1"/>
          <p:nvPr/>
        </p:nvSpPr>
        <p:spPr>
          <a:xfrm>
            <a:off x="302008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41" name="Shape 133"/>
          <p:cNvSpPr/>
          <p:nvPr/>
        </p:nvSpPr>
        <p:spPr>
          <a:xfrm>
            <a:off x="3678448" y="3170287"/>
            <a:ext cx="365760" cy="119299"/>
          </a:xfrm>
          <a:prstGeom prst="rect">
            <a:avLst/>
          </a:prstGeom>
          <a:solidFill>
            <a:srgbClr val="FFFFFF"/>
          </a:solidFill>
          <a:ln w="6350">
            <a:solidFill>
              <a:srgbClr val="E2E2E2"/>
            </a:solidFill>
            <a:prstDash val="solid"/>
          </a:ln>
        </p:spPr>
      </p:sp>
      <p:sp>
        <p:nvSpPr>
          <p:cNvPr id="142" name="Text 134"/>
          <p:cNvSpPr txBox="1"/>
          <p:nvPr/>
        </p:nvSpPr>
        <p:spPr>
          <a:xfrm>
            <a:off x="3705880" y="31702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41148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47" name="Shape 139"/>
          <p:cNvSpPr/>
          <p:nvPr/>
        </p:nvSpPr>
        <p:spPr>
          <a:xfrm>
            <a:off x="1255288" y="3289586"/>
            <a:ext cx="731520" cy="119299"/>
          </a:xfrm>
          <a:prstGeom prst="rect">
            <a:avLst/>
          </a:prstGeom>
          <a:solidFill>
            <a:srgbClr val="FFFFFF"/>
          </a:solidFill>
          <a:ln w="6350">
            <a:solidFill>
              <a:srgbClr val="E2E2E2"/>
            </a:solidFill>
            <a:prstDash val="solid"/>
          </a:ln>
        </p:spPr>
      </p:sp>
      <p:sp>
        <p:nvSpPr>
          <p:cNvPr id="148" name="Text 140"/>
          <p:cNvSpPr txBox="1"/>
          <p:nvPr/>
        </p:nvSpPr>
        <p:spPr>
          <a:xfrm>
            <a:off x="1282720" y="3289586"/>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1986808" y="3289586"/>
            <a:ext cx="411480" cy="119299"/>
          </a:xfrm>
          <a:prstGeom prst="rect">
            <a:avLst/>
          </a:prstGeom>
          <a:solidFill>
            <a:srgbClr val="FFFFFF"/>
          </a:solidFill>
          <a:ln w="6350">
            <a:solidFill>
              <a:srgbClr val="E2E2E2"/>
            </a:solidFill>
            <a:prstDash val="solid"/>
          </a:ln>
        </p:spPr>
      </p:sp>
      <p:sp>
        <p:nvSpPr>
          <p:cNvPr id="150" name="Text 142"/>
          <p:cNvSpPr txBox="1"/>
          <p:nvPr/>
        </p:nvSpPr>
        <p:spPr>
          <a:xfrm>
            <a:off x="2014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1" name="Shape 143"/>
          <p:cNvSpPr/>
          <p:nvPr/>
        </p:nvSpPr>
        <p:spPr>
          <a:xfrm>
            <a:off x="2398288" y="3289586"/>
            <a:ext cx="594360" cy="119299"/>
          </a:xfrm>
          <a:prstGeom prst="rect">
            <a:avLst/>
          </a:prstGeom>
          <a:solidFill>
            <a:srgbClr val="FFFFFF"/>
          </a:solidFill>
          <a:ln w="6350">
            <a:solidFill>
              <a:srgbClr val="E2E2E2"/>
            </a:solidFill>
            <a:prstDash val="solid"/>
          </a:ln>
        </p:spPr>
      </p:sp>
      <p:sp>
        <p:nvSpPr>
          <p:cNvPr id="152" name="Text 144"/>
          <p:cNvSpPr txBox="1"/>
          <p:nvPr/>
        </p:nvSpPr>
        <p:spPr>
          <a:xfrm>
            <a:off x="2425720" y="3289586"/>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53" name="Shape 145"/>
          <p:cNvSpPr/>
          <p:nvPr/>
        </p:nvSpPr>
        <p:spPr>
          <a:xfrm>
            <a:off x="2992648" y="3289586"/>
            <a:ext cx="685800" cy="119299"/>
          </a:xfrm>
          <a:prstGeom prst="rect">
            <a:avLst/>
          </a:prstGeom>
          <a:solidFill>
            <a:srgbClr val="FFFFFF"/>
          </a:solidFill>
          <a:ln w="6350">
            <a:solidFill>
              <a:srgbClr val="E2E2E2"/>
            </a:solidFill>
            <a:prstDash val="solid"/>
          </a:ln>
        </p:spPr>
      </p:sp>
      <p:sp>
        <p:nvSpPr>
          <p:cNvPr id="154" name="Text 146"/>
          <p:cNvSpPr txBox="1"/>
          <p:nvPr/>
        </p:nvSpPr>
        <p:spPr>
          <a:xfrm>
            <a:off x="302008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55" name="Shape 147"/>
          <p:cNvSpPr/>
          <p:nvPr/>
        </p:nvSpPr>
        <p:spPr>
          <a:xfrm>
            <a:off x="3678448" y="3289586"/>
            <a:ext cx="365760" cy="119299"/>
          </a:xfrm>
          <a:prstGeom prst="rect">
            <a:avLst/>
          </a:prstGeom>
          <a:solidFill>
            <a:srgbClr val="FFFFFF"/>
          </a:solidFill>
          <a:ln w="6350">
            <a:solidFill>
              <a:srgbClr val="E2E2E2"/>
            </a:solidFill>
            <a:prstDash val="solid"/>
          </a:ln>
        </p:spPr>
      </p:sp>
      <p:sp>
        <p:nvSpPr>
          <p:cNvPr id="156" name="Text 148"/>
          <p:cNvSpPr txBox="1"/>
          <p:nvPr/>
        </p:nvSpPr>
        <p:spPr>
          <a:xfrm>
            <a:off x="3705880" y="3289586"/>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41148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61" name="Shape 153"/>
          <p:cNvSpPr/>
          <p:nvPr/>
        </p:nvSpPr>
        <p:spPr>
          <a:xfrm>
            <a:off x="1255288" y="3408885"/>
            <a:ext cx="731520" cy="119299"/>
          </a:xfrm>
          <a:prstGeom prst="rect">
            <a:avLst/>
          </a:prstGeom>
          <a:solidFill>
            <a:srgbClr val="FFFFFF"/>
          </a:solidFill>
          <a:ln w="6350">
            <a:solidFill>
              <a:srgbClr val="E2E2E2"/>
            </a:solidFill>
            <a:prstDash val="solid"/>
          </a:ln>
        </p:spPr>
      </p:sp>
      <p:sp>
        <p:nvSpPr>
          <p:cNvPr id="162" name="Text 154"/>
          <p:cNvSpPr txBox="1"/>
          <p:nvPr/>
        </p:nvSpPr>
        <p:spPr>
          <a:xfrm>
            <a:off x="1282720" y="34088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1986808" y="3408885"/>
            <a:ext cx="411480" cy="119299"/>
          </a:xfrm>
          <a:prstGeom prst="rect">
            <a:avLst/>
          </a:prstGeom>
          <a:solidFill>
            <a:srgbClr val="FFFFFF"/>
          </a:solidFill>
          <a:ln w="6350">
            <a:solidFill>
              <a:srgbClr val="E2E2E2"/>
            </a:solidFill>
            <a:prstDash val="solid"/>
          </a:ln>
        </p:spPr>
      </p:sp>
      <p:sp>
        <p:nvSpPr>
          <p:cNvPr id="164" name="Text 156"/>
          <p:cNvSpPr txBox="1"/>
          <p:nvPr/>
        </p:nvSpPr>
        <p:spPr>
          <a:xfrm>
            <a:off x="2014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65" name="Shape 157"/>
          <p:cNvSpPr/>
          <p:nvPr/>
        </p:nvSpPr>
        <p:spPr>
          <a:xfrm>
            <a:off x="2398288" y="3408885"/>
            <a:ext cx="594360" cy="119299"/>
          </a:xfrm>
          <a:prstGeom prst="rect">
            <a:avLst/>
          </a:prstGeom>
          <a:solidFill>
            <a:srgbClr val="FFFFFF"/>
          </a:solidFill>
          <a:ln w="6350">
            <a:solidFill>
              <a:srgbClr val="E2E2E2"/>
            </a:solidFill>
            <a:prstDash val="solid"/>
          </a:ln>
        </p:spPr>
      </p:sp>
      <p:sp>
        <p:nvSpPr>
          <p:cNvPr id="166" name="Text 158"/>
          <p:cNvSpPr txBox="1"/>
          <p:nvPr/>
        </p:nvSpPr>
        <p:spPr>
          <a:xfrm>
            <a:off x="2425720" y="34088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67" name="Shape 159"/>
          <p:cNvSpPr/>
          <p:nvPr/>
        </p:nvSpPr>
        <p:spPr>
          <a:xfrm>
            <a:off x="2992648" y="3408885"/>
            <a:ext cx="685800" cy="119299"/>
          </a:xfrm>
          <a:prstGeom prst="rect">
            <a:avLst/>
          </a:prstGeom>
          <a:solidFill>
            <a:srgbClr val="FFFFFF"/>
          </a:solidFill>
          <a:ln w="6350">
            <a:solidFill>
              <a:srgbClr val="E2E2E2"/>
            </a:solidFill>
            <a:prstDash val="solid"/>
          </a:ln>
        </p:spPr>
      </p:sp>
      <p:sp>
        <p:nvSpPr>
          <p:cNvPr id="168" name="Text 160"/>
          <p:cNvSpPr txBox="1"/>
          <p:nvPr/>
        </p:nvSpPr>
        <p:spPr>
          <a:xfrm>
            <a:off x="302008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69" name="Shape 161"/>
          <p:cNvSpPr/>
          <p:nvPr/>
        </p:nvSpPr>
        <p:spPr>
          <a:xfrm>
            <a:off x="3678448" y="3408885"/>
            <a:ext cx="365760" cy="119299"/>
          </a:xfrm>
          <a:prstGeom prst="rect">
            <a:avLst/>
          </a:prstGeom>
          <a:solidFill>
            <a:srgbClr val="FFFFFF"/>
          </a:solidFill>
          <a:ln w="6350">
            <a:solidFill>
              <a:srgbClr val="E2E2E2"/>
            </a:solidFill>
            <a:prstDash val="solid"/>
          </a:ln>
        </p:spPr>
      </p:sp>
      <p:sp>
        <p:nvSpPr>
          <p:cNvPr id="170" name="Text 162"/>
          <p:cNvSpPr txBox="1"/>
          <p:nvPr/>
        </p:nvSpPr>
        <p:spPr>
          <a:xfrm>
            <a:off x="3705880" y="34088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41148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75" name="Shape 167"/>
          <p:cNvSpPr/>
          <p:nvPr/>
        </p:nvSpPr>
        <p:spPr>
          <a:xfrm>
            <a:off x="1255288" y="3528185"/>
            <a:ext cx="731520" cy="119299"/>
          </a:xfrm>
          <a:prstGeom prst="rect">
            <a:avLst/>
          </a:prstGeom>
          <a:solidFill>
            <a:srgbClr val="FFFFFF"/>
          </a:solidFill>
          <a:ln w="6350">
            <a:solidFill>
              <a:srgbClr val="E2E2E2"/>
            </a:solidFill>
            <a:prstDash val="solid"/>
          </a:ln>
        </p:spPr>
      </p:sp>
      <p:sp>
        <p:nvSpPr>
          <p:cNvPr id="176" name="Text 168"/>
          <p:cNvSpPr txBox="1"/>
          <p:nvPr/>
        </p:nvSpPr>
        <p:spPr>
          <a:xfrm>
            <a:off x="1282720" y="35281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1986808" y="3528185"/>
            <a:ext cx="411480" cy="119299"/>
          </a:xfrm>
          <a:prstGeom prst="rect">
            <a:avLst/>
          </a:prstGeom>
          <a:solidFill>
            <a:srgbClr val="FFFFFF"/>
          </a:solidFill>
          <a:ln w="6350">
            <a:solidFill>
              <a:srgbClr val="E2E2E2"/>
            </a:solidFill>
            <a:prstDash val="solid"/>
          </a:ln>
        </p:spPr>
      </p:sp>
      <p:sp>
        <p:nvSpPr>
          <p:cNvPr id="178" name="Text 170"/>
          <p:cNvSpPr txBox="1"/>
          <p:nvPr/>
        </p:nvSpPr>
        <p:spPr>
          <a:xfrm>
            <a:off x="2014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79" name="Shape 171"/>
          <p:cNvSpPr/>
          <p:nvPr/>
        </p:nvSpPr>
        <p:spPr>
          <a:xfrm>
            <a:off x="2398288" y="3528185"/>
            <a:ext cx="594360" cy="119299"/>
          </a:xfrm>
          <a:prstGeom prst="rect">
            <a:avLst/>
          </a:prstGeom>
          <a:solidFill>
            <a:srgbClr val="FFFFFF"/>
          </a:solidFill>
          <a:ln w="6350">
            <a:solidFill>
              <a:srgbClr val="E2E2E2"/>
            </a:solidFill>
            <a:prstDash val="solid"/>
          </a:ln>
        </p:spPr>
      </p:sp>
      <p:sp>
        <p:nvSpPr>
          <p:cNvPr id="180" name="Text 172"/>
          <p:cNvSpPr txBox="1"/>
          <p:nvPr/>
        </p:nvSpPr>
        <p:spPr>
          <a:xfrm>
            <a:off x="2425720" y="35281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81" name="Shape 173"/>
          <p:cNvSpPr/>
          <p:nvPr/>
        </p:nvSpPr>
        <p:spPr>
          <a:xfrm>
            <a:off x="2992648" y="3528185"/>
            <a:ext cx="685800" cy="119299"/>
          </a:xfrm>
          <a:prstGeom prst="rect">
            <a:avLst/>
          </a:prstGeom>
          <a:solidFill>
            <a:srgbClr val="FFFFFF"/>
          </a:solidFill>
          <a:ln w="6350">
            <a:solidFill>
              <a:srgbClr val="E2E2E2"/>
            </a:solidFill>
            <a:prstDash val="solid"/>
          </a:ln>
        </p:spPr>
      </p:sp>
      <p:sp>
        <p:nvSpPr>
          <p:cNvPr id="182" name="Text 174"/>
          <p:cNvSpPr txBox="1"/>
          <p:nvPr/>
        </p:nvSpPr>
        <p:spPr>
          <a:xfrm>
            <a:off x="302008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83" name="Shape 175"/>
          <p:cNvSpPr/>
          <p:nvPr/>
        </p:nvSpPr>
        <p:spPr>
          <a:xfrm>
            <a:off x="3678448" y="3528185"/>
            <a:ext cx="365760" cy="119299"/>
          </a:xfrm>
          <a:prstGeom prst="rect">
            <a:avLst/>
          </a:prstGeom>
          <a:solidFill>
            <a:srgbClr val="FFFFFF"/>
          </a:solidFill>
          <a:ln w="6350">
            <a:solidFill>
              <a:srgbClr val="E2E2E2"/>
            </a:solidFill>
            <a:prstDash val="solid"/>
          </a:ln>
        </p:spPr>
      </p:sp>
      <p:sp>
        <p:nvSpPr>
          <p:cNvPr id="184" name="Text 176"/>
          <p:cNvSpPr txBox="1"/>
          <p:nvPr/>
        </p:nvSpPr>
        <p:spPr>
          <a:xfrm>
            <a:off x="3705880" y="35281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41148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89" name="Shape 181"/>
          <p:cNvSpPr/>
          <p:nvPr/>
        </p:nvSpPr>
        <p:spPr>
          <a:xfrm>
            <a:off x="1255288" y="3647484"/>
            <a:ext cx="731520" cy="119299"/>
          </a:xfrm>
          <a:prstGeom prst="rect">
            <a:avLst/>
          </a:prstGeom>
          <a:solidFill>
            <a:srgbClr val="FFFFFF"/>
          </a:solidFill>
          <a:ln w="6350">
            <a:solidFill>
              <a:srgbClr val="E2E2E2"/>
            </a:solidFill>
            <a:prstDash val="solid"/>
          </a:ln>
        </p:spPr>
      </p:sp>
      <p:sp>
        <p:nvSpPr>
          <p:cNvPr id="190" name="Text 182"/>
          <p:cNvSpPr txBox="1"/>
          <p:nvPr/>
        </p:nvSpPr>
        <p:spPr>
          <a:xfrm>
            <a:off x="1282720" y="3647484"/>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1986808" y="3647484"/>
            <a:ext cx="411480" cy="119299"/>
          </a:xfrm>
          <a:prstGeom prst="rect">
            <a:avLst/>
          </a:prstGeom>
          <a:solidFill>
            <a:srgbClr val="FFFFFF"/>
          </a:solidFill>
          <a:ln w="6350">
            <a:solidFill>
              <a:srgbClr val="E2E2E2"/>
            </a:solidFill>
            <a:prstDash val="solid"/>
          </a:ln>
        </p:spPr>
      </p:sp>
      <p:sp>
        <p:nvSpPr>
          <p:cNvPr id="192" name="Text 184"/>
          <p:cNvSpPr txBox="1"/>
          <p:nvPr/>
        </p:nvSpPr>
        <p:spPr>
          <a:xfrm>
            <a:off x="2014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93" name="Shape 185"/>
          <p:cNvSpPr/>
          <p:nvPr/>
        </p:nvSpPr>
        <p:spPr>
          <a:xfrm>
            <a:off x="2398288" y="3647484"/>
            <a:ext cx="594360" cy="119299"/>
          </a:xfrm>
          <a:prstGeom prst="rect">
            <a:avLst/>
          </a:prstGeom>
          <a:solidFill>
            <a:srgbClr val="FFFFFF"/>
          </a:solidFill>
          <a:ln w="6350">
            <a:solidFill>
              <a:srgbClr val="E2E2E2"/>
            </a:solidFill>
            <a:prstDash val="solid"/>
          </a:ln>
        </p:spPr>
      </p:sp>
      <p:sp>
        <p:nvSpPr>
          <p:cNvPr id="194" name="Text 186"/>
          <p:cNvSpPr txBox="1"/>
          <p:nvPr/>
        </p:nvSpPr>
        <p:spPr>
          <a:xfrm>
            <a:off x="2425720" y="3647484"/>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95" name="Shape 187"/>
          <p:cNvSpPr/>
          <p:nvPr/>
        </p:nvSpPr>
        <p:spPr>
          <a:xfrm>
            <a:off x="2992648" y="3647484"/>
            <a:ext cx="685800" cy="119299"/>
          </a:xfrm>
          <a:prstGeom prst="rect">
            <a:avLst/>
          </a:prstGeom>
          <a:solidFill>
            <a:srgbClr val="FFFFFF"/>
          </a:solidFill>
          <a:ln w="6350">
            <a:solidFill>
              <a:srgbClr val="E2E2E2"/>
            </a:solidFill>
            <a:prstDash val="solid"/>
          </a:ln>
        </p:spPr>
      </p:sp>
      <p:sp>
        <p:nvSpPr>
          <p:cNvPr id="196" name="Text 188"/>
          <p:cNvSpPr txBox="1"/>
          <p:nvPr/>
        </p:nvSpPr>
        <p:spPr>
          <a:xfrm>
            <a:off x="302008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97" name="Shape 189"/>
          <p:cNvSpPr/>
          <p:nvPr/>
        </p:nvSpPr>
        <p:spPr>
          <a:xfrm>
            <a:off x="3678448" y="3647484"/>
            <a:ext cx="365760" cy="119299"/>
          </a:xfrm>
          <a:prstGeom prst="rect">
            <a:avLst/>
          </a:prstGeom>
          <a:solidFill>
            <a:srgbClr val="FFFFFF"/>
          </a:solidFill>
          <a:ln w="6350">
            <a:solidFill>
              <a:srgbClr val="E2E2E2"/>
            </a:solidFill>
            <a:prstDash val="solid"/>
          </a:ln>
        </p:spPr>
      </p:sp>
      <p:sp>
        <p:nvSpPr>
          <p:cNvPr id="198" name="Text 190"/>
          <p:cNvSpPr txBox="1"/>
          <p:nvPr/>
        </p:nvSpPr>
        <p:spPr>
          <a:xfrm>
            <a:off x="3705880" y="3647484"/>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99" name="Shape 191"/>
          <p:cNvSpPr/>
          <p:nvPr/>
        </p:nvSpPr>
        <p:spPr>
          <a:xfrm>
            <a:off x="1255288" y="2812388"/>
            <a:ext cx="2788920" cy="954396"/>
          </a:xfrm>
          <a:prstGeom prst="rect">
            <a:avLst/>
          </a:prstGeom>
          <a:solidFill>
            <a:srgbClr val="1A73E8">
              <a:alpha val="12000"/>
            </a:srgbClr>
          </a:solidFill>
          <a:ln w="19050">
            <a:solidFill>
              <a:srgbClr val="1A73E8"/>
            </a:solidFill>
            <a:prstDash val="solid"/>
          </a:ln>
        </p:spPr>
      </p:sp>
      <p:sp>
        <p:nvSpPr>
          <p:cNvPr id="200" name="Shape 192"/>
          <p:cNvSpPr/>
          <p:nvPr/>
        </p:nvSpPr>
        <p:spPr>
          <a:xfrm>
            <a:off x="587776" y="3794216"/>
            <a:ext cx="4950927" cy="201168"/>
          </a:xfrm>
          <a:prstGeom prst="rect">
            <a:avLst/>
          </a:prstGeom>
          <a:solidFill>
            <a:srgbClr val="F8F9FA"/>
          </a:solidFill>
          <a:ln w="12700">
            <a:solidFill>
              <a:srgbClr val="F8F9FA"/>
            </a:solidFill>
            <a:prstDash val="solid"/>
          </a:ln>
        </p:spPr>
      </p:sp>
      <p:sp>
        <p:nvSpPr>
          <p:cNvPr id="201" name="Text 19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2" name="Shape 194"/>
          <p:cNvSpPr/>
          <p:nvPr/>
        </p:nvSpPr>
        <p:spPr>
          <a:xfrm>
            <a:off x="1136416" y="3794216"/>
            <a:ext cx="731520" cy="201168"/>
          </a:xfrm>
          <a:prstGeom prst="rect">
            <a:avLst/>
          </a:prstGeom>
          <a:solidFill>
            <a:srgbClr val="E1EFFE"/>
          </a:solidFill>
          <a:ln w="12700">
            <a:solidFill>
              <a:srgbClr val="E1EFFE"/>
            </a:solidFill>
            <a:prstDash val="solid"/>
          </a:ln>
        </p:spPr>
      </p:sp>
      <p:sp>
        <p:nvSpPr>
          <p:cNvPr id="203" name="Text 19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4" name="Shape 196"/>
          <p:cNvSpPr/>
          <p:nvPr/>
        </p:nvSpPr>
        <p:spPr>
          <a:xfrm>
            <a:off x="1237000" y="2794100"/>
            <a:ext cx="2825496" cy="990972"/>
          </a:xfrm>
          <a:prstGeom prst="roundRect">
            <a:avLst>
              <a:gd name="adj" fmla="val 4614"/>
            </a:avLst>
          </a:prstGeom>
          <a:solidFill>
            <a:srgbClr val="FFFFFF">
              <a:alpha val="0"/>
            </a:srgbClr>
          </a:solidFill>
          <a:ln w="31750">
            <a:solidFill>
              <a:srgbClr val="E53935"/>
            </a:solidFill>
            <a:prstDash val="solid"/>
          </a:ln>
        </p:spPr>
      </p:sp>
      <p:sp>
        <p:nvSpPr>
          <p:cNvPr id="205" name="Shape 197"/>
          <p:cNvSpPr/>
          <p:nvPr/>
        </p:nvSpPr>
        <p:spPr>
          <a:xfrm>
            <a:off x="3925336" y="2656940"/>
            <a:ext cx="274320" cy="274320"/>
          </a:xfrm>
          <a:prstGeom prst="ellipse">
            <a:avLst/>
          </a:prstGeom>
          <a:solidFill>
            <a:srgbClr val="E53935"/>
          </a:solidFill>
          <a:ln w="12700">
            <a:solidFill>
              <a:srgbClr val="FFFFFF"/>
            </a:solidFill>
            <a:prstDash val="solid"/>
          </a:ln>
        </p:spPr>
      </p:sp>
      <p:sp>
        <p:nvSpPr>
          <p:cNvPr id="206" name="Text 198"/>
          <p:cNvSpPr txBox="1"/>
          <p:nvPr/>
        </p:nvSpPr>
        <p:spPr>
          <a:xfrm>
            <a:off x="392533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207" name="Image 6" descr="preencoded.png">    </p:cNvPr>
          <p:cNvPicPr>
            <a:picLocks noChangeAspect="1"/>
          </p:cNvPicPr>
          <p:nvPr/>
        </p:nvPicPr>
        <p:blipFill>
          <a:blip r:embed="rId7"/>
          <a:stretch>
            <a:fillRect/>
          </a:stretch>
        </p:blipFill>
        <p:spPr>
          <a:xfrm>
            <a:off x="2789194" y="3337306"/>
            <a:ext cx="237744" cy="237744"/>
          </a:xfrm>
          <a:prstGeom prst="rect">
            <a:avLst/>
          </a:prstGeom>
        </p:spPr>
      </p:pic>
      <p:sp>
        <p:nvSpPr>
          <p:cNvPr id="208" name="Text 19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09" name="Text 20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Isi 8 record data fiktif</a:t>
            </a:r>
            <a:endParaRPr lang="en-US" sz="1800" dirty="0"/>
          </a:p>
        </p:txBody>
      </p:sp>
      <p:sp>
        <p:nvSpPr>
          <p:cNvPr id="210" name="Text 20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Isi data karangan untuk 8 santri. Gunakan nama panggilan umum dan data yang dikarang.</a:t>
            </a:r>
            <a:endParaRPr lang="en-US" sz="1300" dirty="0"/>
          </a:p>
        </p:txBody>
      </p:sp>
      <p:sp>
        <p:nvSpPr>
          <p:cNvPr id="211" name="Shape 202"/>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12"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213" name="Text 203"/>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Jangan memakai data asli teman.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Memeriksa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73152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8680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86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98288" y="2573789"/>
            <a:ext cx="594360" cy="119299"/>
          </a:xfrm>
          <a:prstGeom prst="rect">
            <a:avLst/>
          </a:prstGeom>
          <a:solidFill>
            <a:srgbClr val="F8F9FA"/>
          </a:solidFill>
          <a:ln w="6350">
            <a:solidFill>
              <a:srgbClr val="DDDDDD"/>
            </a:solidFill>
            <a:prstDash val="solid"/>
          </a:ln>
        </p:spPr>
      </p:sp>
      <p:sp>
        <p:nvSpPr>
          <p:cNvPr id="68" name="Text 60"/>
          <p:cNvSpPr txBox="1"/>
          <p:nvPr/>
        </p:nvSpPr>
        <p:spPr>
          <a:xfrm>
            <a:off x="2398288" y="2573789"/>
            <a:ext cx="5943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9264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678448" y="2573789"/>
            <a:ext cx="365760" cy="119299"/>
          </a:xfrm>
          <a:prstGeom prst="rect">
            <a:avLst/>
          </a:prstGeom>
          <a:solidFill>
            <a:srgbClr val="F8F9FA"/>
          </a:solidFill>
          <a:ln w="6350">
            <a:solidFill>
              <a:srgbClr val="DDDDDD"/>
            </a:solidFill>
            <a:prstDash val="solid"/>
          </a:ln>
        </p:spPr>
      </p:sp>
      <p:sp>
        <p:nvSpPr>
          <p:cNvPr id="72" name="Text 64"/>
          <p:cNvSpPr txBox="1"/>
          <p:nvPr/>
        </p:nvSpPr>
        <p:spPr>
          <a:xfrm>
            <a:off x="367844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73152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8680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2014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98288" y="2693089"/>
            <a:ext cx="594360" cy="119299"/>
          </a:xfrm>
          <a:prstGeom prst="rect">
            <a:avLst/>
          </a:prstGeom>
          <a:solidFill>
            <a:srgbClr val="0F4C3A"/>
          </a:solidFill>
          <a:ln w="6350">
            <a:solidFill>
              <a:srgbClr val="E2E2E2"/>
            </a:solidFill>
            <a:prstDash val="solid"/>
          </a:ln>
        </p:spPr>
      </p:sp>
      <p:sp>
        <p:nvSpPr>
          <p:cNvPr id="82" name="Text 74"/>
          <p:cNvSpPr txBox="1"/>
          <p:nvPr/>
        </p:nvSpPr>
        <p:spPr>
          <a:xfrm>
            <a:off x="2425720" y="2693089"/>
            <a:ext cx="5394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83" name="Shape 75"/>
          <p:cNvSpPr/>
          <p:nvPr/>
        </p:nvSpPr>
        <p:spPr>
          <a:xfrm>
            <a:off x="299264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302008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5" name="Shape 77"/>
          <p:cNvSpPr/>
          <p:nvPr/>
        </p:nvSpPr>
        <p:spPr>
          <a:xfrm>
            <a:off x="3678448" y="2693089"/>
            <a:ext cx="365760" cy="119299"/>
          </a:xfrm>
          <a:prstGeom prst="rect">
            <a:avLst/>
          </a:prstGeom>
          <a:solidFill>
            <a:srgbClr val="0F4C3A"/>
          </a:solidFill>
          <a:ln w="6350">
            <a:solidFill>
              <a:srgbClr val="E2E2E2"/>
            </a:solidFill>
            <a:prstDash val="solid"/>
          </a:ln>
        </p:spPr>
      </p:sp>
      <p:sp>
        <p:nvSpPr>
          <p:cNvPr id="86" name="Text 78"/>
          <p:cNvSpPr txBox="1"/>
          <p:nvPr/>
        </p:nvSpPr>
        <p:spPr>
          <a:xfrm>
            <a:off x="370588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731520" cy="119299"/>
          </a:xfrm>
          <a:prstGeom prst="rect">
            <a:avLst/>
          </a:prstGeom>
          <a:solidFill>
            <a:srgbClr val="FFFFFF"/>
          </a:solidFill>
          <a:ln w="6350">
            <a:solidFill>
              <a:srgbClr val="E2E2E2"/>
            </a:solidFill>
            <a:prstDash val="solid"/>
          </a:ln>
        </p:spPr>
      </p:sp>
      <p:sp>
        <p:nvSpPr>
          <p:cNvPr id="92" name="Text 84"/>
          <p:cNvSpPr txBox="1"/>
          <p:nvPr/>
        </p:nvSpPr>
        <p:spPr>
          <a:xfrm>
            <a:off x="1282720" y="28123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86808" y="2812388"/>
            <a:ext cx="411480" cy="119299"/>
          </a:xfrm>
          <a:prstGeom prst="rect">
            <a:avLst/>
          </a:prstGeom>
          <a:solidFill>
            <a:srgbClr val="FFFFFF"/>
          </a:solidFill>
          <a:ln w="6350">
            <a:solidFill>
              <a:srgbClr val="E2E2E2"/>
            </a:solidFill>
            <a:prstDash val="solid"/>
          </a:ln>
        </p:spPr>
      </p:sp>
      <p:sp>
        <p:nvSpPr>
          <p:cNvPr id="94" name="Text 86"/>
          <p:cNvSpPr txBox="1"/>
          <p:nvPr/>
        </p:nvSpPr>
        <p:spPr>
          <a:xfrm>
            <a:off x="2014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98288" y="2812388"/>
            <a:ext cx="594360" cy="119299"/>
          </a:xfrm>
          <a:prstGeom prst="rect">
            <a:avLst/>
          </a:prstGeom>
          <a:solidFill>
            <a:srgbClr val="FFFFFF"/>
          </a:solidFill>
          <a:ln w="6350">
            <a:solidFill>
              <a:srgbClr val="E2E2E2"/>
            </a:solidFill>
            <a:prstDash val="solid"/>
          </a:ln>
        </p:spPr>
      </p:sp>
      <p:sp>
        <p:nvSpPr>
          <p:cNvPr id="96" name="Text 88"/>
          <p:cNvSpPr txBox="1"/>
          <p:nvPr/>
        </p:nvSpPr>
        <p:spPr>
          <a:xfrm>
            <a:off x="2425720" y="28123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97" name="Shape 89"/>
          <p:cNvSpPr/>
          <p:nvPr/>
        </p:nvSpPr>
        <p:spPr>
          <a:xfrm>
            <a:off x="299264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302008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9" name="Shape 91"/>
          <p:cNvSpPr/>
          <p:nvPr/>
        </p:nvSpPr>
        <p:spPr>
          <a:xfrm>
            <a:off x="3678448" y="2812388"/>
            <a:ext cx="365760" cy="119299"/>
          </a:xfrm>
          <a:prstGeom prst="rect">
            <a:avLst/>
          </a:prstGeom>
          <a:solidFill>
            <a:srgbClr val="FFFFFF"/>
          </a:solidFill>
          <a:ln w="6350">
            <a:solidFill>
              <a:srgbClr val="E2E2E2"/>
            </a:solidFill>
            <a:prstDash val="solid"/>
          </a:ln>
        </p:spPr>
      </p:sp>
      <p:sp>
        <p:nvSpPr>
          <p:cNvPr id="100" name="Text 92"/>
          <p:cNvSpPr txBox="1"/>
          <p:nvPr/>
        </p:nvSpPr>
        <p:spPr>
          <a:xfrm>
            <a:off x="370588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41148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931688"/>
            <a:ext cx="731520" cy="119299"/>
          </a:xfrm>
          <a:prstGeom prst="rect">
            <a:avLst/>
          </a:prstGeom>
          <a:solidFill>
            <a:srgbClr val="FFFFFF"/>
          </a:solidFill>
          <a:ln w="6350">
            <a:solidFill>
              <a:srgbClr val="E2E2E2"/>
            </a:solidFill>
            <a:prstDash val="solid"/>
          </a:ln>
        </p:spPr>
      </p:sp>
      <p:sp>
        <p:nvSpPr>
          <p:cNvPr id="106" name="Text 98"/>
          <p:cNvSpPr txBox="1"/>
          <p:nvPr/>
        </p:nvSpPr>
        <p:spPr>
          <a:xfrm>
            <a:off x="1282720" y="29316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86808" y="2931688"/>
            <a:ext cx="411480" cy="119299"/>
          </a:xfrm>
          <a:prstGeom prst="rect">
            <a:avLst/>
          </a:prstGeom>
          <a:solidFill>
            <a:srgbClr val="FFFFFF"/>
          </a:solidFill>
          <a:ln w="6350">
            <a:solidFill>
              <a:srgbClr val="E2E2E2"/>
            </a:solidFill>
            <a:prstDash val="solid"/>
          </a:ln>
        </p:spPr>
      </p:sp>
      <p:sp>
        <p:nvSpPr>
          <p:cNvPr id="108" name="Text 100"/>
          <p:cNvSpPr txBox="1"/>
          <p:nvPr/>
        </p:nvSpPr>
        <p:spPr>
          <a:xfrm>
            <a:off x="2014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98288" y="2931688"/>
            <a:ext cx="594360" cy="119299"/>
          </a:xfrm>
          <a:prstGeom prst="rect">
            <a:avLst/>
          </a:prstGeom>
          <a:solidFill>
            <a:srgbClr val="FFFFFF"/>
          </a:solidFill>
          <a:ln w="6350">
            <a:solidFill>
              <a:srgbClr val="E2E2E2"/>
            </a:solidFill>
            <a:prstDash val="solid"/>
          </a:ln>
        </p:spPr>
      </p:sp>
      <p:sp>
        <p:nvSpPr>
          <p:cNvPr id="110" name="Text 102"/>
          <p:cNvSpPr txBox="1"/>
          <p:nvPr/>
        </p:nvSpPr>
        <p:spPr>
          <a:xfrm>
            <a:off x="2425720" y="29316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11" name="Shape 103"/>
          <p:cNvSpPr/>
          <p:nvPr/>
        </p:nvSpPr>
        <p:spPr>
          <a:xfrm>
            <a:off x="299264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302008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3" name="Shape 105"/>
          <p:cNvSpPr/>
          <p:nvPr/>
        </p:nvSpPr>
        <p:spPr>
          <a:xfrm>
            <a:off x="3678448" y="2931688"/>
            <a:ext cx="365760" cy="119299"/>
          </a:xfrm>
          <a:prstGeom prst="rect">
            <a:avLst/>
          </a:prstGeom>
          <a:solidFill>
            <a:srgbClr val="FFFFFF"/>
          </a:solidFill>
          <a:ln w="6350">
            <a:solidFill>
              <a:srgbClr val="E2E2E2"/>
            </a:solidFill>
            <a:prstDash val="solid"/>
          </a:ln>
        </p:spPr>
      </p:sp>
      <p:sp>
        <p:nvSpPr>
          <p:cNvPr id="114" name="Text 106"/>
          <p:cNvSpPr txBox="1"/>
          <p:nvPr/>
        </p:nvSpPr>
        <p:spPr>
          <a:xfrm>
            <a:off x="370588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41148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3050987"/>
            <a:ext cx="731520" cy="119299"/>
          </a:xfrm>
          <a:prstGeom prst="rect">
            <a:avLst/>
          </a:prstGeom>
          <a:solidFill>
            <a:srgbClr val="FFFFFF"/>
          </a:solidFill>
          <a:ln w="6350">
            <a:solidFill>
              <a:srgbClr val="E2E2E2"/>
            </a:solidFill>
            <a:prstDash val="solid"/>
          </a:ln>
        </p:spPr>
      </p:sp>
      <p:sp>
        <p:nvSpPr>
          <p:cNvPr id="120" name="Text 112"/>
          <p:cNvSpPr txBox="1"/>
          <p:nvPr/>
        </p:nvSpPr>
        <p:spPr>
          <a:xfrm>
            <a:off x="1282720" y="30509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8680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2014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98288" y="3050987"/>
            <a:ext cx="594360" cy="119299"/>
          </a:xfrm>
          <a:prstGeom prst="rect">
            <a:avLst/>
          </a:prstGeom>
          <a:solidFill>
            <a:srgbClr val="FFFFFF"/>
          </a:solidFill>
          <a:ln w="6350">
            <a:solidFill>
              <a:srgbClr val="E2E2E2"/>
            </a:solidFill>
            <a:prstDash val="solid"/>
          </a:ln>
        </p:spPr>
      </p:sp>
      <p:sp>
        <p:nvSpPr>
          <p:cNvPr id="124" name="Text 116"/>
          <p:cNvSpPr txBox="1"/>
          <p:nvPr/>
        </p:nvSpPr>
        <p:spPr>
          <a:xfrm>
            <a:off x="2425720" y="30509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125" name="Shape 117"/>
          <p:cNvSpPr/>
          <p:nvPr/>
        </p:nvSpPr>
        <p:spPr>
          <a:xfrm>
            <a:off x="2992648" y="3050987"/>
            <a:ext cx="685800" cy="119299"/>
          </a:xfrm>
          <a:prstGeom prst="rect">
            <a:avLst/>
          </a:prstGeom>
          <a:solidFill>
            <a:srgbClr val="FFFFFF"/>
          </a:solidFill>
          <a:ln w="6350">
            <a:solidFill>
              <a:srgbClr val="E2E2E2"/>
            </a:solidFill>
            <a:prstDash val="solid"/>
          </a:ln>
        </p:spPr>
      </p:sp>
      <p:sp>
        <p:nvSpPr>
          <p:cNvPr id="126" name="Text 118"/>
          <p:cNvSpPr txBox="1"/>
          <p:nvPr/>
        </p:nvSpPr>
        <p:spPr>
          <a:xfrm>
            <a:off x="302008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7" name="Shape 119"/>
          <p:cNvSpPr/>
          <p:nvPr/>
        </p:nvSpPr>
        <p:spPr>
          <a:xfrm>
            <a:off x="3678448" y="3050987"/>
            <a:ext cx="365760" cy="119299"/>
          </a:xfrm>
          <a:prstGeom prst="rect">
            <a:avLst/>
          </a:prstGeom>
          <a:solidFill>
            <a:srgbClr val="FFFFFF"/>
          </a:solidFill>
          <a:ln w="6350">
            <a:solidFill>
              <a:srgbClr val="E2E2E2"/>
            </a:solidFill>
            <a:prstDash val="solid"/>
          </a:ln>
        </p:spPr>
      </p:sp>
      <p:sp>
        <p:nvSpPr>
          <p:cNvPr id="128" name="Text 120"/>
          <p:cNvSpPr txBox="1"/>
          <p:nvPr/>
        </p:nvSpPr>
        <p:spPr>
          <a:xfrm>
            <a:off x="370588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41148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33" name="Shape 125"/>
          <p:cNvSpPr/>
          <p:nvPr/>
        </p:nvSpPr>
        <p:spPr>
          <a:xfrm>
            <a:off x="1255288" y="3170287"/>
            <a:ext cx="731520" cy="119299"/>
          </a:xfrm>
          <a:prstGeom prst="rect">
            <a:avLst/>
          </a:prstGeom>
          <a:solidFill>
            <a:srgbClr val="FFFFFF"/>
          </a:solidFill>
          <a:ln w="6350">
            <a:solidFill>
              <a:srgbClr val="E2E2E2"/>
            </a:solidFill>
            <a:prstDash val="solid"/>
          </a:ln>
        </p:spPr>
      </p:sp>
      <p:sp>
        <p:nvSpPr>
          <p:cNvPr id="134" name="Text 126"/>
          <p:cNvSpPr txBox="1"/>
          <p:nvPr/>
        </p:nvSpPr>
        <p:spPr>
          <a:xfrm>
            <a:off x="1282720" y="31702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1986808" y="3170287"/>
            <a:ext cx="411480" cy="119299"/>
          </a:xfrm>
          <a:prstGeom prst="rect">
            <a:avLst/>
          </a:prstGeom>
          <a:solidFill>
            <a:srgbClr val="FFFFFF"/>
          </a:solidFill>
          <a:ln w="6350">
            <a:solidFill>
              <a:srgbClr val="E2E2E2"/>
            </a:solidFill>
            <a:prstDash val="solid"/>
          </a:ln>
        </p:spPr>
      </p:sp>
      <p:sp>
        <p:nvSpPr>
          <p:cNvPr id="136" name="Text 128"/>
          <p:cNvSpPr txBox="1"/>
          <p:nvPr/>
        </p:nvSpPr>
        <p:spPr>
          <a:xfrm>
            <a:off x="2014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7" name="Shape 129"/>
          <p:cNvSpPr/>
          <p:nvPr/>
        </p:nvSpPr>
        <p:spPr>
          <a:xfrm>
            <a:off x="2398288" y="3170287"/>
            <a:ext cx="594360" cy="119299"/>
          </a:xfrm>
          <a:prstGeom prst="rect">
            <a:avLst/>
          </a:prstGeom>
          <a:solidFill>
            <a:srgbClr val="FFFFFF"/>
          </a:solidFill>
          <a:ln w="6350">
            <a:solidFill>
              <a:srgbClr val="E2E2E2"/>
            </a:solidFill>
            <a:prstDash val="solid"/>
          </a:ln>
        </p:spPr>
      </p:sp>
      <p:sp>
        <p:nvSpPr>
          <p:cNvPr id="138" name="Text 130"/>
          <p:cNvSpPr txBox="1"/>
          <p:nvPr/>
        </p:nvSpPr>
        <p:spPr>
          <a:xfrm>
            <a:off x="2425720" y="31702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39" name="Shape 131"/>
          <p:cNvSpPr/>
          <p:nvPr/>
        </p:nvSpPr>
        <p:spPr>
          <a:xfrm>
            <a:off x="2992648" y="3170287"/>
            <a:ext cx="685800" cy="119299"/>
          </a:xfrm>
          <a:prstGeom prst="rect">
            <a:avLst/>
          </a:prstGeom>
          <a:solidFill>
            <a:srgbClr val="FFFFFF"/>
          </a:solidFill>
          <a:ln w="6350">
            <a:solidFill>
              <a:srgbClr val="E2E2E2"/>
            </a:solidFill>
            <a:prstDash val="solid"/>
          </a:ln>
        </p:spPr>
      </p:sp>
      <p:sp>
        <p:nvSpPr>
          <p:cNvPr id="140" name="Text 132"/>
          <p:cNvSpPr txBox="1"/>
          <p:nvPr/>
        </p:nvSpPr>
        <p:spPr>
          <a:xfrm>
            <a:off x="302008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41" name="Shape 133"/>
          <p:cNvSpPr/>
          <p:nvPr/>
        </p:nvSpPr>
        <p:spPr>
          <a:xfrm>
            <a:off x="3678448" y="3170287"/>
            <a:ext cx="365760" cy="119299"/>
          </a:xfrm>
          <a:prstGeom prst="rect">
            <a:avLst/>
          </a:prstGeom>
          <a:solidFill>
            <a:srgbClr val="FFFFFF"/>
          </a:solidFill>
          <a:ln w="6350">
            <a:solidFill>
              <a:srgbClr val="E2E2E2"/>
            </a:solidFill>
            <a:prstDash val="solid"/>
          </a:ln>
        </p:spPr>
      </p:sp>
      <p:sp>
        <p:nvSpPr>
          <p:cNvPr id="142" name="Text 134"/>
          <p:cNvSpPr txBox="1"/>
          <p:nvPr/>
        </p:nvSpPr>
        <p:spPr>
          <a:xfrm>
            <a:off x="3705880" y="3170287"/>
            <a:ext cx="3108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satu</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41148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47" name="Shape 139"/>
          <p:cNvSpPr/>
          <p:nvPr/>
        </p:nvSpPr>
        <p:spPr>
          <a:xfrm>
            <a:off x="1255288" y="3289586"/>
            <a:ext cx="731520" cy="119299"/>
          </a:xfrm>
          <a:prstGeom prst="rect">
            <a:avLst/>
          </a:prstGeom>
          <a:solidFill>
            <a:srgbClr val="FFFFFF"/>
          </a:solidFill>
          <a:ln w="6350">
            <a:solidFill>
              <a:srgbClr val="E2E2E2"/>
            </a:solidFill>
            <a:prstDash val="solid"/>
          </a:ln>
        </p:spPr>
      </p:sp>
      <p:sp>
        <p:nvSpPr>
          <p:cNvPr id="148" name="Text 140"/>
          <p:cNvSpPr txBox="1"/>
          <p:nvPr/>
        </p:nvSpPr>
        <p:spPr>
          <a:xfrm>
            <a:off x="1282720" y="3289586"/>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1986808" y="3289586"/>
            <a:ext cx="411480" cy="119299"/>
          </a:xfrm>
          <a:prstGeom prst="rect">
            <a:avLst/>
          </a:prstGeom>
          <a:solidFill>
            <a:srgbClr val="FFFFFF"/>
          </a:solidFill>
          <a:ln w="6350">
            <a:solidFill>
              <a:srgbClr val="E2E2E2"/>
            </a:solidFill>
            <a:prstDash val="solid"/>
          </a:ln>
        </p:spPr>
      </p:sp>
      <p:sp>
        <p:nvSpPr>
          <p:cNvPr id="150" name="Text 142"/>
          <p:cNvSpPr txBox="1"/>
          <p:nvPr/>
        </p:nvSpPr>
        <p:spPr>
          <a:xfrm>
            <a:off x="2014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1" name="Shape 143"/>
          <p:cNvSpPr/>
          <p:nvPr/>
        </p:nvSpPr>
        <p:spPr>
          <a:xfrm>
            <a:off x="2398288" y="3289586"/>
            <a:ext cx="594360" cy="119299"/>
          </a:xfrm>
          <a:prstGeom prst="rect">
            <a:avLst/>
          </a:prstGeom>
          <a:solidFill>
            <a:srgbClr val="FFFFFF"/>
          </a:solidFill>
          <a:ln w="6350">
            <a:solidFill>
              <a:srgbClr val="E2E2E2"/>
            </a:solidFill>
            <a:prstDash val="solid"/>
          </a:ln>
        </p:spPr>
      </p:sp>
      <p:sp>
        <p:nvSpPr>
          <p:cNvPr id="152" name="Text 144"/>
          <p:cNvSpPr txBox="1"/>
          <p:nvPr/>
        </p:nvSpPr>
        <p:spPr>
          <a:xfrm>
            <a:off x="2425720" y="3289586"/>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53" name="Shape 145"/>
          <p:cNvSpPr/>
          <p:nvPr/>
        </p:nvSpPr>
        <p:spPr>
          <a:xfrm>
            <a:off x="2992648" y="3289586"/>
            <a:ext cx="685800" cy="119299"/>
          </a:xfrm>
          <a:prstGeom prst="rect">
            <a:avLst/>
          </a:prstGeom>
          <a:solidFill>
            <a:srgbClr val="FFFFFF"/>
          </a:solidFill>
          <a:ln w="6350">
            <a:solidFill>
              <a:srgbClr val="E2E2E2"/>
            </a:solidFill>
            <a:prstDash val="solid"/>
          </a:ln>
        </p:spPr>
      </p:sp>
      <p:sp>
        <p:nvSpPr>
          <p:cNvPr id="154" name="Text 146"/>
          <p:cNvSpPr txBox="1"/>
          <p:nvPr/>
        </p:nvSpPr>
        <p:spPr>
          <a:xfrm>
            <a:off x="302008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55" name="Shape 147"/>
          <p:cNvSpPr/>
          <p:nvPr/>
        </p:nvSpPr>
        <p:spPr>
          <a:xfrm>
            <a:off x="3678448" y="3289586"/>
            <a:ext cx="365760" cy="119299"/>
          </a:xfrm>
          <a:prstGeom prst="rect">
            <a:avLst/>
          </a:prstGeom>
          <a:solidFill>
            <a:srgbClr val="FFFFFF"/>
          </a:solidFill>
          <a:ln w="6350">
            <a:solidFill>
              <a:srgbClr val="E2E2E2"/>
            </a:solidFill>
            <a:prstDash val="solid"/>
          </a:ln>
        </p:spPr>
      </p:sp>
      <p:sp>
        <p:nvSpPr>
          <p:cNvPr id="156" name="Text 148"/>
          <p:cNvSpPr txBox="1"/>
          <p:nvPr/>
        </p:nvSpPr>
        <p:spPr>
          <a:xfrm>
            <a:off x="3705880" y="3289586"/>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41148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61" name="Shape 153"/>
          <p:cNvSpPr/>
          <p:nvPr/>
        </p:nvSpPr>
        <p:spPr>
          <a:xfrm>
            <a:off x="1255288" y="3408885"/>
            <a:ext cx="731520" cy="119299"/>
          </a:xfrm>
          <a:prstGeom prst="rect">
            <a:avLst/>
          </a:prstGeom>
          <a:solidFill>
            <a:srgbClr val="FFFFFF"/>
          </a:solidFill>
          <a:ln w="6350">
            <a:solidFill>
              <a:srgbClr val="E2E2E2"/>
            </a:solidFill>
            <a:prstDash val="solid"/>
          </a:ln>
        </p:spPr>
      </p:sp>
      <p:sp>
        <p:nvSpPr>
          <p:cNvPr id="162" name="Text 154"/>
          <p:cNvSpPr txBox="1"/>
          <p:nvPr/>
        </p:nvSpPr>
        <p:spPr>
          <a:xfrm>
            <a:off x="1282720" y="34088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1986808" y="3408885"/>
            <a:ext cx="411480" cy="119299"/>
          </a:xfrm>
          <a:prstGeom prst="rect">
            <a:avLst/>
          </a:prstGeom>
          <a:solidFill>
            <a:srgbClr val="FFFFFF"/>
          </a:solidFill>
          <a:ln w="6350">
            <a:solidFill>
              <a:srgbClr val="E2E2E2"/>
            </a:solidFill>
            <a:prstDash val="solid"/>
          </a:ln>
        </p:spPr>
      </p:sp>
      <p:sp>
        <p:nvSpPr>
          <p:cNvPr id="164" name="Text 156"/>
          <p:cNvSpPr txBox="1"/>
          <p:nvPr/>
        </p:nvSpPr>
        <p:spPr>
          <a:xfrm>
            <a:off x="2014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65" name="Shape 157"/>
          <p:cNvSpPr/>
          <p:nvPr/>
        </p:nvSpPr>
        <p:spPr>
          <a:xfrm>
            <a:off x="2398288" y="3408885"/>
            <a:ext cx="594360" cy="119299"/>
          </a:xfrm>
          <a:prstGeom prst="rect">
            <a:avLst/>
          </a:prstGeom>
          <a:solidFill>
            <a:srgbClr val="FFFFFF"/>
          </a:solidFill>
          <a:ln w="6350">
            <a:solidFill>
              <a:srgbClr val="E2E2E2"/>
            </a:solidFill>
            <a:prstDash val="solid"/>
          </a:ln>
        </p:spPr>
      </p:sp>
      <p:sp>
        <p:nvSpPr>
          <p:cNvPr id="166" name="Text 158"/>
          <p:cNvSpPr txBox="1"/>
          <p:nvPr/>
        </p:nvSpPr>
        <p:spPr>
          <a:xfrm>
            <a:off x="2425720" y="34088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67" name="Shape 159"/>
          <p:cNvSpPr/>
          <p:nvPr/>
        </p:nvSpPr>
        <p:spPr>
          <a:xfrm>
            <a:off x="2992648" y="3408885"/>
            <a:ext cx="685800" cy="119299"/>
          </a:xfrm>
          <a:prstGeom prst="rect">
            <a:avLst/>
          </a:prstGeom>
          <a:solidFill>
            <a:srgbClr val="FFFFFF"/>
          </a:solidFill>
          <a:ln w="6350">
            <a:solidFill>
              <a:srgbClr val="E2E2E2"/>
            </a:solidFill>
            <a:prstDash val="solid"/>
          </a:ln>
        </p:spPr>
      </p:sp>
      <p:sp>
        <p:nvSpPr>
          <p:cNvPr id="168" name="Text 160"/>
          <p:cNvSpPr txBox="1"/>
          <p:nvPr/>
        </p:nvSpPr>
        <p:spPr>
          <a:xfrm>
            <a:off x="302008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69" name="Shape 161"/>
          <p:cNvSpPr/>
          <p:nvPr/>
        </p:nvSpPr>
        <p:spPr>
          <a:xfrm>
            <a:off x="3678448" y="3408885"/>
            <a:ext cx="365760" cy="119299"/>
          </a:xfrm>
          <a:prstGeom prst="rect">
            <a:avLst/>
          </a:prstGeom>
          <a:solidFill>
            <a:srgbClr val="FFFFFF"/>
          </a:solidFill>
          <a:ln w="6350">
            <a:solidFill>
              <a:srgbClr val="E2E2E2"/>
            </a:solidFill>
            <a:prstDash val="solid"/>
          </a:ln>
        </p:spPr>
      </p:sp>
      <p:sp>
        <p:nvSpPr>
          <p:cNvPr id="170" name="Text 162"/>
          <p:cNvSpPr txBox="1"/>
          <p:nvPr/>
        </p:nvSpPr>
        <p:spPr>
          <a:xfrm>
            <a:off x="3705880" y="34088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41148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75" name="Shape 167"/>
          <p:cNvSpPr/>
          <p:nvPr/>
        </p:nvSpPr>
        <p:spPr>
          <a:xfrm>
            <a:off x="1255288" y="3528185"/>
            <a:ext cx="731520" cy="119299"/>
          </a:xfrm>
          <a:prstGeom prst="rect">
            <a:avLst/>
          </a:prstGeom>
          <a:solidFill>
            <a:srgbClr val="FFFFFF"/>
          </a:solidFill>
          <a:ln w="6350">
            <a:solidFill>
              <a:srgbClr val="E2E2E2"/>
            </a:solidFill>
            <a:prstDash val="solid"/>
          </a:ln>
        </p:spPr>
      </p:sp>
      <p:sp>
        <p:nvSpPr>
          <p:cNvPr id="176" name="Text 168"/>
          <p:cNvSpPr txBox="1"/>
          <p:nvPr/>
        </p:nvSpPr>
        <p:spPr>
          <a:xfrm>
            <a:off x="1282720" y="35281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1986808" y="3528185"/>
            <a:ext cx="411480" cy="119299"/>
          </a:xfrm>
          <a:prstGeom prst="rect">
            <a:avLst/>
          </a:prstGeom>
          <a:solidFill>
            <a:srgbClr val="FFFFFF"/>
          </a:solidFill>
          <a:ln w="6350">
            <a:solidFill>
              <a:srgbClr val="E2E2E2"/>
            </a:solidFill>
            <a:prstDash val="solid"/>
          </a:ln>
        </p:spPr>
      </p:sp>
      <p:sp>
        <p:nvSpPr>
          <p:cNvPr id="178" name="Text 170"/>
          <p:cNvSpPr txBox="1"/>
          <p:nvPr/>
        </p:nvSpPr>
        <p:spPr>
          <a:xfrm>
            <a:off x="2014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79" name="Shape 171"/>
          <p:cNvSpPr/>
          <p:nvPr/>
        </p:nvSpPr>
        <p:spPr>
          <a:xfrm>
            <a:off x="2398288" y="3528185"/>
            <a:ext cx="594360" cy="119299"/>
          </a:xfrm>
          <a:prstGeom prst="rect">
            <a:avLst/>
          </a:prstGeom>
          <a:solidFill>
            <a:srgbClr val="FFFFFF"/>
          </a:solidFill>
          <a:ln w="6350">
            <a:solidFill>
              <a:srgbClr val="E2E2E2"/>
            </a:solidFill>
            <a:prstDash val="solid"/>
          </a:ln>
        </p:spPr>
      </p:sp>
      <p:sp>
        <p:nvSpPr>
          <p:cNvPr id="180" name="Text 172"/>
          <p:cNvSpPr txBox="1"/>
          <p:nvPr/>
        </p:nvSpPr>
        <p:spPr>
          <a:xfrm>
            <a:off x="2425720" y="35281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81" name="Shape 173"/>
          <p:cNvSpPr/>
          <p:nvPr/>
        </p:nvSpPr>
        <p:spPr>
          <a:xfrm>
            <a:off x="2992648" y="3528185"/>
            <a:ext cx="685800" cy="119299"/>
          </a:xfrm>
          <a:prstGeom prst="rect">
            <a:avLst/>
          </a:prstGeom>
          <a:solidFill>
            <a:srgbClr val="FFFFFF"/>
          </a:solidFill>
          <a:ln w="6350">
            <a:solidFill>
              <a:srgbClr val="E2E2E2"/>
            </a:solidFill>
            <a:prstDash val="solid"/>
          </a:ln>
        </p:spPr>
      </p:sp>
      <p:sp>
        <p:nvSpPr>
          <p:cNvPr id="182" name="Text 174"/>
          <p:cNvSpPr txBox="1"/>
          <p:nvPr/>
        </p:nvSpPr>
        <p:spPr>
          <a:xfrm>
            <a:off x="302008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83" name="Shape 175"/>
          <p:cNvSpPr/>
          <p:nvPr/>
        </p:nvSpPr>
        <p:spPr>
          <a:xfrm>
            <a:off x="3678448" y="3528185"/>
            <a:ext cx="365760" cy="119299"/>
          </a:xfrm>
          <a:prstGeom prst="rect">
            <a:avLst/>
          </a:prstGeom>
          <a:solidFill>
            <a:srgbClr val="FFFFFF"/>
          </a:solidFill>
          <a:ln w="6350">
            <a:solidFill>
              <a:srgbClr val="E2E2E2"/>
            </a:solidFill>
            <a:prstDash val="solid"/>
          </a:ln>
        </p:spPr>
      </p:sp>
      <p:sp>
        <p:nvSpPr>
          <p:cNvPr id="184" name="Text 176"/>
          <p:cNvSpPr txBox="1"/>
          <p:nvPr/>
        </p:nvSpPr>
        <p:spPr>
          <a:xfrm>
            <a:off x="3705880" y="35281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41148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89" name="Shape 181"/>
          <p:cNvSpPr/>
          <p:nvPr/>
        </p:nvSpPr>
        <p:spPr>
          <a:xfrm>
            <a:off x="1255288" y="3647484"/>
            <a:ext cx="731520" cy="119299"/>
          </a:xfrm>
          <a:prstGeom prst="rect">
            <a:avLst/>
          </a:prstGeom>
          <a:solidFill>
            <a:srgbClr val="FFFFFF"/>
          </a:solidFill>
          <a:ln w="6350">
            <a:solidFill>
              <a:srgbClr val="E2E2E2"/>
            </a:solidFill>
            <a:prstDash val="solid"/>
          </a:ln>
        </p:spPr>
      </p:sp>
      <p:sp>
        <p:nvSpPr>
          <p:cNvPr id="190" name="Text 182"/>
          <p:cNvSpPr txBox="1"/>
          <p:nvPr/>
        </p:nvSpPr>
        <p:spPr>
          <a:xfrm>
            <a:off x="1282720" y="3647484"/>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1986808" y="3647484"/>
            <a:ext cx="411480" cy="119299"/>
          </a:xfrm>
          <a:prstGeom prst="rect">
            <a:avLst/>
          </a:prstGeom>
          <a:solidFill>
            <a:srgbClr val="FFFFFF"/>
          </a:solidFill>
          <a:ln w="6350">
            <a:solidFill>
              <a:srgbClr val="E2E2E2"/>
            </a:solidFill>
            <a:prstDash val="solid"/>
          </a:ln>
        </p:spPr>
      </p:sp>
      <p:sp>
        <p:nvSpPr>
          <p:cNvPr id="192" name="Text 184"/>
          <p:cNvSpPr txBox="1"/>
          <p:nvPr/>
        </p:nvSpPr>
        <p:spPr>
          <a:xfrm>
            <a:off x="2014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93" name="Shape 185"/>
          <p:cNvSpPr/>
          <p:nvPr/>
        </p:nvSpPr>
        <p:spPr>
          <a:xfrm>
            <a:off x="2398288" y="3647484"/>
            <a:ext cx="594360" cy="119299"/>
          </a:xfrm>
          <a:prstGeom prst="rect">
            <a:avLst/>
          </a:prstGeom>
          <a:solidFill>
            <a:srgbClr val="FFFFFF"/>
          </a:solidFill>
          <a:ln w="6350">
            <a:solidFill>
              <a:srgbClr val="E2E2E2"/>
            </a:solidFill>
            <a:prstDash val="solid"/>
          </a:ln>
        </p:spPr>
      </p:sp>
      <p:sp>
        <p:nvSpPr>
          <p:cNvPr id="194" name="Text 186"/>
          <p:cNvSpPr txBox="1"/>
          <p:nvPr/>
        </p:nvSpPr>
        <p:spPr>
          <a:xfrm>
            <a:off x="2425720" y="3647484"/>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95" name="Shape 187"/>
          <p:cNvSpPr/>
          <p:nvPr/>
        </p:nvSpPr>
        <p:spPr>
          <a:xfrm>
            <a:off x="2992648" y="3647484"/>
            <a:ext cx="685800" cy="119299"/>
          </a:xfrm>
          <a:prstGeom prst="rect">
            <a:avLst/>
          </a:prstGeom>
          <a:solidFill>
            <a:srgbClr val="FFFFFF"/>
          </a:solidFill>
          <a:ln w="6350">
            <a:solidFill>
              <a:srgbClr val="E2E2E2"/>
            </a:solidFill>
            <a:prstDash val="solid"/>
          </a:ln>
        </p:spPr>
      </p:sp>
      <p:sp>
        <p:nvSpPr>
          <p:cNvPr id="196" name="Text 188"/>
          <p:cNvSpPr txBox="1"/>
          <p:nvPr/>
        </p:nvSpPr>
        <p:spPr>
          <a:xfrm>
            <a:off x="302008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97" name="Shape 189"/>
          <p:cNvSpPr/>
          <p:nvPr/>
        </p:nvSpPr>
        <p:spPr>
          <a:xfrm>
            <a:off x="3678448" y="3647484"/>
            <a:ext cx="365760" cy="119299"/>
          </a:xfrm>
          <a:prstGeom prst="rect">
            <a:avLst/>
          </a:prstGeom>
          <a:solidFill>
            <a:srgbClr val="FFFFFF"/>
          </a:solidFill>
          <a:ln w="6350">
            <a:solidFill>
              <a:srgbClr val="E2E2E2"/>
            </a:solidFill>
            <a:prstDash val="solid"/>
          </a:ln>
        </p:spPr>
      </p:sp>
      <p:sp>
        <p:nvSpPr>
          <p:cNvPr id="198" name="Text 190"/>
          <p:cNvSpPr txBox="1"/>
          <p:nvPr/>
        </p:nvSpPr>
        <p:spPr>
          <a:xfrm>
            <a:off x="3705880" y="3647484"/>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99" name="Shape 191"/>
          <p:cNvSpPr/>
          <p:nvPr/>
        </p:nvSpPr>
        <p:spPr>
          <a:xfrm>
            <a:off x="587776" y="3794216"/>
            <a:ext cx="4950927" cy="201168"/>
          </a:xfrm>
          <a:prstGeom prst="rect">
            <a:avLst/>
          </a:prstGeom>
          <a:solidFill>
            <a:srgbClr val="F8F9FA"/>
          </a:solidFill>
          <a:ln w="12700">
            <a:solidFill>
              <a:srgbClr val="F8F9FA"/>
            </a:solidFill>
            <a:prstDash val="solid"/>
          </a:ln>
        </p:spPr>
      </p:sp>
      <p:sp>
        <p:nvSpPr>
          <p:cNvPr id="200" name="Text 192"/>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1" name="Shape 193"/>
          <p:cNvSpPr/>
          <p:nvPr/>
        </p:nvSpPr>
        <p:spPr>
          <a:xfrm>
            <a:off x="1136416" y="3794216"/>
            <a:ext cx="731520" cy="201168"/>
          </a:xfrm>
          <a:prstGeom prst="rect">
            <a:avLst/>
          </a:prstGeom>
          <a:solidFill>
            <a:srgbClr val="E1EFFE"/>
          </a:solidFill>
          <a:ln w="12700">
            <a:solidFill>
              <a:srgbClr val="E1EFFE"/>
            </a:solidFill>
            <a:prstDash val="solid"/>
          </a:ln>
        </p:spPr>
      </p:sp>
      <p:sp>
        <p:nvSpPr>
          <p:cNvPr id="202" name="Text 194"/>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3" name="Shape 195"/>
          <p:cNvSpPr/>
          <p:nvPr/>
        </p:nvSpPr>
        <p:spPr>
          <a:xfrm>
            <a:off x="1959376" y="3142855"/>
            <a:ext cx="466344" cy="174163"/>
          </a:xfrm>
          <a:prstGeom prst="roundRect">
            <a:avLst>
              <a:gd name="adj" fmla="val 26251"/>
            </a:avLst>
          </a:prstGeom>
          <a:solidFill>
            <a:srgbClr val="FFFFFF">
              <a:alpha val="0"/>
            </a:srgbClr>
          </a:solidFill>
          <a:ln w="31750">
            <a:solidFill>
              <a:srgbClr val="E53935"/>
            </a:solidFill>
            <a:prstDash val="solid"/>
          </a:ln>
        </p:spPr>
      </p:sp>
      <p:sp>
        <p:nvSpPr>
          <p:cNvPr id="204" name="Shape 196"/>
          <p:cNvSpPr/>
          <p:nvPr/>
        </p:nvSpPr>
        <p:spPr>
          <a:xfrm>
            <a:off x="2288560" y="3005695"/>
            <a:ext cx="274320" cy="274320"/>
          </a:xfrm>
          <a:prstGeom prst="ellipse">
            <a:avLst/>
          </a:prstGeom>
          <a:solidFill>
            <a:srgbClr val="E53935"/>
          </a:solidFill>
          <a:ln w="12700">
            <a:solidFill>
              <a:srgbClr val="FFFFFF"/>
            </a:solidFill>
            <a:prstDash val="solid"/>
          </a:ln>
        </p:spPr>
      </p:sp>
      <p:sp>
        <p:nvSpPr>
          <p:cNvPr id="205" name="Text 197"/>
          <p:cNvSpPr txBox="1"/>
          <p:nvPr/>
        </p:nvSpPr>
        <p:spPr>
          <a:xfrm>
            <a:off x="2288560" y="300569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06" name="Image 6" descr="preencoded.png">    </p:cNvPr>
          <p:cNvPicPr>
            <a:picLocks noChangeAspect="1"/>
          </p:cNvPicPr>
          <p:nvPr/>
        </p:nvPicPr>
        <p:blipFill>
          <a:blip r:embed="rId7"/>
          <a:stretch>
            <a:fillRect/>
          </a:stretch>
        </p:blipFill>
        <p:spPr>
          <a:xfrm>
            <a:off x="2213122" y="3235901"/>
            <a:ext cx="237744" cy="237744"/>
          </a:xfrm>
          <a:prstGeom prst="rect">
            <a:avLst/>
          </a:prstGeom>
        </p:spPr>
      </p:pic>
      <p:sp>
        <p:nvSpPr>
          <p:cNvPr id="207" name="Shape 198"/>
          <p:cNvSpPr/>
          <p:nvPr/>
        </p:nvSpPr>
        <p:spPr>
          <a:xfrm>
            <a:off x="2965216" y="3142855"/>
            <a:ext cx="740664" cy="174163"/>
          </a:xfrm>
          <a:prstGeom prst="roundRect">
            <a:avLst>
              <a:gd name="adj" fmla="val 26251"/>
            </a:avLst>
          </a:prstGeom>
          <a:solidFill>
            <a:srgbClr val="FFFFFF">
              <a:alpha val="0"/>
            </a:srgbClr>
          </a:solidFill>
          <a:ln w="31750">
            <a:solidFill>
              <a:srgbClr val="E53935"/>
            </a:solidFill>
            <a:prstDash val="solid"/>
          </a:ln>
        </p:spPr>
      </p:sp>
      <p:sp>
        <p:nvSpPr>
          <p:cNvPr id="208" name="Shape 199"/>
          <p:cNvSpPr/>
          <p:nvPr/>
        </p:nvSpPr>
        <p:spPr>
          <a:xfrm>
            <a:off x="3568720" y="3005695"/>
            <a:ext cx="274320" cy="274320"/>
          </a:xfrm>
          <a:prstGeom prst="ellipse">
            <a:avLst/>
          </a:prstGeom>
          <a:solidFill>
            <a:srgbClr val="E53935"/>
          </a:solidFill>
          <a:ln w="12700">
            <a:solidFill>
              <a:srgbClr val="FFFFFF"/>
            </a:solidFill>
            <a:prstDash val="solid"/>
          </a:ln>
        </p:spPr>
      </p:sp>
      <p:sp>
        <p:nvSpPr>
          <p:cNvPr id="209" name="Text 200"/>
          <p:cNvSpPr txBox="1"/>
          <p:nvPr/>
        </p:nvSpPr>
        <p:spPr>
          <a:xfrm>
            <a:off x="3568720" y="300569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10" name="Image 7" descr="preencoded.png">    </p:cNvPr>
          <p:cNvPicPr>
            <a:picLocks noChangeAspect="1"/>
          </p:cNvPicPr>
          <p:nvPr/>
        </p:nvPicPr>
        <p:blipFill>
          <a:blip r:embed="rId8"/>
          <a:stretch>
            <a:fillRect/>
          </a:stretch>
        </p:blipFill>
        <p:spPr>
          <a:xfrm>
            <a:off x="3369838" y="3235901"/>
            <a:ext cx="237744" cy="237744"/>
          </a:xfrm>
          <a:prstGeom prst="rect">
            <a:avLst/>
          </a:prstGeom>
        </p:spPr>
      </p:pic>
      <p:sp>
        <p:nvSpPr>
          <p:cNvPr id="211" name="Shape 201"/>
          <p:cNvSpPr/>
          <p:nvPr/>
        </p:nvSpPr>
        <p:spPr>
          <a:xfrm>
            <a:off x="3651016" y="3142855"/>
            <a:ext cx="420624" cy="174163"/>
          </a:xfrm>
          <a:prstGeom prst="roundRect">
            <a:avLst>
              <a:gd name="adj" fmla="val 26251"/>
            </a:avLst>
          </a:prstGeom>
          <a:solidFill>
            <a:srgbClr val="FFFFFF">
              <a:alpha val="0"/>
            </a:srgbClr>
          </a:solidFill>
          <a:ln w="31750">
            <a:solidFill>
              <a:srgbClr val="E53935"/>
            </a:solidFill>
            <a:prstDash val="solid"/>
          </a:ln>
        </p:spPr>
      </p:sp>
      <p:sp>
        <p:nvSpPr>
          <p:cNvPr id="212" name="Shape 202"/>
          <p:cNvSpPr/>
          <p:nvPr/>
        </p:nvSpPr>
        <p:spPr>
          <a:xfrm>
            <a:off x="3934480" y="3005695"/>
            <a:ext cx="274320" cy="274320"/>
          </a:xfrm>
          <a:prstGeom prst="ellipse">
            <a:avLst/>
          </a:prstGeom>
          <a:solidFill>
            <a:srgbClr val="E53935"/>
          </a:solidFill>
          <a:ln w="12700">
            <a:solidFill>
              <a:srgbClr val="FFFFFF"/>
            </a:solidFill>
            <a:prstDash val="solid"/>
          </a:ln>
        </p:spPr>
      </p:sp>
      <p:sp>
        <p:nvSpPr>
          <p:cNvPr id="213" name="Text 203"/>
          <p:cNvSpPr txBox="1"/>
          <p:nvPr/>
        </p:nvSpPr>
        <p:spPr>
          <a:xfrm>
            <a:off x="3934480" y="300569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214" name="Image 8" descr="preencoded.png">    </p:cNvPr>
          <p:cNvPicPr>
            <a:picLocks noChangeAspect="1"/>
          </p:cNvPicPr>
          <p:nvPr/>
        </p:nvPicPr>
        <p:blipFill>
          <a:blip r:embed="rId9"/>
          <a:stretch>
            <a:fillRect/>
          </a:stretch>
        </p:blipFill>
        <p:spPr>
          <a:xfrm>
            <a:off x="3879616" y="3235901"/>
            <a:ext cx="237744" cy="237744"/>
          </a:xfrm>
          <a:prstGeom prst="rect">
            <a:avLst/>
          </a:prstGeom>
        </p:spPr>
      </p:pic>
      <p:sp>
        <p:nvSpPr>
          <p:cNvPr id="215" name="Text 20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216" name="Text 20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Periksa: setiap field satu jenis data</a:t>
            </a:r>
            <a:endParaRPr lang="en-US" sz="1800" dirty="0"/>
          </a:p>
        </p:txBody>
      </p:sp>
      <p:sp>
        <p:nvSpPr>
          <p:cNvPr id="217" name="Text 20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Periksa setiap kolom: kolom Juz hanya angka, kolom Kelas hanya 8A/8B, tidak ada ID yang sama, tidak ada sel kosong.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7</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Kumpulkan hasil kelompok:</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Rancangan di kertas: tujuan, pengguna, field, tipe data, contoh isi.</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Spreadsheet Database_Santri_Fiktif dengan baris judul rapi.</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Minimal 8 record data fiktif dengan ID unik.</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di buku: perbedaan field dan record.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07</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Rancangan memiliki 6–8 field</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field ID unik</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Tipe data setiap field ditentukan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Tabel di Sheets sesuai rancangan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beda data dan informasi?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setiap record perlu ID unik?</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Data santri adalah amanah pondok. Berlatihlah dengan data karangan, dan jaga data asli dari tangan yang tidak berhak.</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Menjaga data tetap valid dan rapi dengan validasi.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08</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Data yang Valid &amp; Rapi</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Validasi, format bersyarat, dan baris beku</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3: Data dan Database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Pekan lalu kita menemukan "8b", "pramuka", dan "satu". Bagaimana mencegah kesalahan seperti itu?</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08</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daftar pilihan (dropdown) dengan Data validation</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Membatasi field angka dengan validasi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Memakai format bersyarat dan membekukan baris judul</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Tiga Alat Kerapian Data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Data validation</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Dropdown pilihan untuk Kelas dan Ekskul; batas angka 0–30 untuk Juz.</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Conditional formatting</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Warna otomatis, misalnya hijau jika hafalan 5 juz ke atas.</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Freeze (Bekukan)</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Baris judul tetap terlihat saat tabel digulir ke bawah.</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Validasi di Aplikasi Sehari-hari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606040" cy="2377440"/>
          </a:xfrm>
          <a:prstGeom prst="roundRect">
            <a:avLst>
              <a:gd name="adj" fmla="val 3846"/>
            </a:avLst>
          </a:prstGeom>
          <a:solidFill>
            <a:srgbClr val="E6F2EC"/>
          </a:solidFill>
          <a:ln w="12700">
            <a:solidFill>
              <a:srgbClr val="E6F2EC"/>
            </a:solidFill>
            <a:prstDash val="solid"/>
          </a:ln>
        </p:spPr>
      </p:sp>
      <p:sp>
        <p:nvSpPr>
          <p:cNvPr id="10" name="Shape 6"/>
          <p:cNvSpPr/>
          <p:nvPr/>
        </p:nvSpPr>
        <p:spPr>
          <a:xfrm>
            <a:off x="1444752" y="1325880"/>
            <a:ext cx="640080" cy="64008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600200" y="1481328"/>
            <a:ext cx="329184" cy="329184"/>
          </a:xfrm>
          <a:prstGeom prst="rect">
            <a:avLst/>
          </a:prstGeom>
        </p:spPr>
      </p:pic>
      <p:sp>
        <p:nvSpPr>
          <p:cNvPr id="12" name="Text 7"/>
          <p:cNvSpPr txBox="1"/>
          <p:nvPr/>
        </p:nvSpPr>
        <p:spPr>
          <a:xfrm>
            <a:off x="594360" y="2103120"/>
            <a:ext cx="2331720" cy="365760"/>
          </a:xfrm>
          <a:prstGeom prst="rect">
            <a:avLst/>
          </a:prstGeom>
          <a:noFill/>
          <a:ln/>
        </p:spPr>
        <p:txBody>
          <a:bodyPr wrap="square" lIns="0" tIns="0" rIns="0" bIns="0" rtlCol="0" anchor="t"/>
          <a:lstStyle/>
          <a:p>
            <a:pPr algn="ctr" indent="0" marL="0">
              <a:buNone/>
            </a:pPr>
            <a:r>
              <a:rPr lang="en-US" sz="1500" b="1" dirty="0">
                <a:solidFill>
                  <a:srgbClr val="0F4C3A"/>
                </a:solidFill>
                <a:latin typeface="Cambria" pitchFamily="34" charset="0"/>
                <a:ea typeface="Cambria" pitchFamily="34" charset="-122"/>
                <a:cs typeface="Cambria" pitchFamily="34" charset="-120"/>
              </a:rPr>
              <a:t>Formulir pendaftaran</a:t>
            </a:r>
            <a:endParaRPr lang="en-US" sz="1500" dirty="0"/>
          </a:p>
        </p:txBody>
      </p:sp>
      <p:sp>
        <p:nvSpPr>
          <p:cNvPr id="13" name="Text 8"/>
          <p:cNvSpPr txBox="1"/>
          <p:nvPr/>
        </p:nvSpPr>
        <p:spPr>
          <a:xfrm>
            <a:off x="640080" y="2514600"/>
            <a:ext cx="2240280" cy="82296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Kolom tanggal lahir hanya menerima tanggal</a:t>
            </a:r>
            <a:endParaRPr lang="en-US" sz="1300" dirty="0"/>
          </a:p>
        </p:txBody>
      </p:sp>
      <p:sp>
        <p:nvSpPr>
          <p:cNvPr id="14" name="Shape 9"/>
          <p:cNvSpPr/>
          <p:nvPr/>
        </p:nvSpPr>
        <p:spPr>
          <a:xfrm>
            <a:off x="3246120" y="1188720"/>
            <a:ext cx="2606040" cy="2377440"/>
          </a:xfrm>
          <a:prstGeom prst="roundRect">
            <a:avLst>
              <a:gd name="adj" fmla="val 3846"/>
            </a:avLst>
          </a:prstGeom>
          <a:solidFill>
            <a:srgbClr val="E6F2EC"/>
          </a:solidFill>
          <a:ln w="12700">
            <a:solidFill>
              <a:srgbClr val="E6F2EC"/>
            </a:solidFill>
            <a:prstDash val="solid"/>
          </a:ln>
        </p:spPr>
      </p:sp>
      <p:sp>
        <p:nvSpPr>
          <p:cNvPr id="15" name="Shape 10"/>
          <p:cNvSpPr/>
          <p:nvPr/>
        </p:nvSpPr>
        <p:spPr>
          <a:xfrm>
            <a:off x="4233672" y="1325880"/>
            <a:ext cx="640080" cy="64008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4389120" y="1481328"/>
            <a:ext cx="329184" cy="329184"/>
          </a:xfrm>
          <a:prstGeom prst="rect">
            <a:avLst/>
          </a:prstGeom>
        </p:spPr>
      </p:pic>
      <p:sp>
        <p:nvSpPr>
          <p:cNvPr id="17" name="Text 11"/>
          <p:cNvSpPr txBox="1"/>
          <p:nvPr/>
        </p:nvSpPr>
        <p:spPr>
          <a:xfrm>
            <a:off x="3383280" y="2103120"/>
            <a:ext cx="2331720" cy="365760"/>
          </a:xfrm>
          <a:prstGeom prst="rect">
            <a:avLst/>
          </a:prstGeom>
          <a:noFill/>
          <a:ln/>
        </p:spPr>
        <p:txBody>
          <a:bodyPr wrap="square" lIns="0" tIns="0" rIns="0" bIns="0" rtlCol="0" anchor="t"/>
          <a:lstStyle/>
          <a:p>
            <a:pPr algn="ctr" indent="0" marL="0">
              <a:buNone/>
            </a:pPr>
            <a:r>
              <a:rPr lang="en-US" sz="1500" b="1" dirty="0">
                <a:solidFill>
                  <a:srgbClr val="0F4C3A"/>
                </a:solidFill>
                <a:latin typeface="Cambria" pitchFamily="34" charset="0"/>
                <a:ea typeface="Cambria" pitchFamily="34" charset="-122"/>
                <a:cs typeface="Cambria" pitchFamily="34" charset="-120"/>
              </a:rPr>
              <a:t>Absensi santri</a:t>
            </a:r>
            <a:endParaRPr lang="en-US" sz="1500" dirty="0"/>
          </a:p>
        </p:txBody>
      </p:sp>
      <p:sp>
        <p:nvSpPr>
          <p:cNvPr id="18" name="Text 12"/>
          <p:cNvSpPr txBox="1"/>
          <p:nvPr/>
        </p:nvSpPr>
        <p:spPr>
          <a:xfrm>
            <a:off x="3429000" y="2514600"/>
            <a:ext cx="2240280" cy="82296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Status hanya: Hadir, Izin, Sakit, Alpa</a:t>
            </a:r>
            <a:endParaRPr lang="en-US" sz="1300" dirty="0"/>
          </a:p>
        </p:txBody>
      </p:sp>
      <p:sp>
        <p:nvSpPr>
          <p:cNvPr id="19" name="Shape 13"/>
          <p:cNvSpPr/>
          <p:nvPr/>
        </p:nvSpPr>
        <p:spPr>
          <a:xfrm>
            <a:off x="6035040" y="1188720"/>
            <a:ext cx="2606040" cy="2377440"/>
          </a:xfrm>
          <a:prstGeom prst="roundRect">
            <a:avLst>
              <a:gd name="adj" fmla="val 3846"/>
            </a:avLst>
          </a:prstGeom>
          <a:solidFill>
            <a:srgbClr val="E6F2EC"/>
          </a:solidFill>
          <a:ln w="12700">
            <a:solidFill>
              <a:srgbClr val="E6F2EC"/>
            </a:solidFill>
            <a:prstDash val="solid"/>
          </a:ln>
        </p:spPr>
      </p:sp>
      <p:sp>
        <p:nvSpPr>
          <p:cNvPr id="20" name="Shape 14"/>
          <p:cNvSpPr/>
          <p:nvPr/>
        </p:nvSpPr>
        <p:spPr>
          <a:xfrm>
            <a:off x="7022592" y="1325880"/>
            <a:ext cx="640080" cy="64008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178040" y="1481328"/>
            <a:ext cx="329184" cy="329184"/>
          </a:xfrm>
          <a:prstGeom prst="rect">
            <a:avLst/>
          </a:prstGeom>
        </p:spPr>
      </p:pic>
      <p:sp>
        <p:nvSpPr>
          <p:cNvPr id="22" name="Text 15"/>
          <p:cNvSpPr txBox="1"/>
          <p:nvPr/>
        </p:nvSpPr>
        <p:spPr>
          <a:xfrm>
            <a:off x="6172200" y="2103120"/>
            <a:ext cx="2331720" cy="365760"/>
          </a:xfrm>
          <a:prstGeom prst="rect">
            <a:avLst/>
          </a:prstGeom>
          <a:noFill/>
          <a:ln/>
        </p:spPr>
        <p:txBody>
          <a:bodyPr wrap="square" lIns="0" tIns="0" rIns="0" bIns="0" rtlCol="0" anchor="t"/>
          <a:lstStyle/>
          <a:p>
            <a:pPr algn="ctr" indent="0" marL="0">
              <a:buNone/>
            </a:pPr>
            <a:r>
              <a:rPr lang="en-US" sz="1500" b="1" dirty="0">
                <a:solidFill>
                  <a:srgbClr val="0F4C3A"/>
                </a:solidFill>
                <a:latin typeface="Cambria" pitchFamily="34" charset="0"/>
                <a:ea typeface="Cambria" pitchFamily="34" charset="-122"/>
                <a:cs typeface="Cambria" pitchFamily="34" charset="-120"/>
              </a:rPr>
              <a:t>Kantin digital</a:t>
            </a:r>
            <a:endParaRPr lang="en-US" sz="1500" dirty="0"/>
          </a:p>
        </p:txBody>
      </p:sp>
      <p:sp>
        <p:nvSpPr>
          <p:cNvPr id="23" name="Text 16"/>
          <p:cNvSpPr txBox="1"/>
          <p:nvPr/>
        </p:nvSpPr>
        <p:spPr>
          <a:xfrm>
            <a:off x="6217920" y="2514600"/>
            <a:ext cx="2240280" cy="82296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Jumlah beli tidak boleh minus</a:t>
            </a:r>
            <a:endParaRPr lang="en-US" sz="1300" dirty="0"/>
          </a:p>
        </p:txBody>
      </p:sp>
      <p:sp>
        <p:nvSpPr>
          <p:cNvPr id="24" name="Shape 17"/>
          <p:cNvSpPr/>
          <p:nvPr/>
        </p:nvSpPr>
        <p:spPr>
          <a:xfrm>
            <a:off x="457200" y="3794760"/>
            <a:ext cx="8229600" cy="777240"/>
          </a:xfrm>
          <a:prstGeom prst="roundRect">
            <a:avLst>
              <a:gd name="adj" fmla="val 11765"/>
            </a:avLst>
          </a:prstGeom>
          <a:solidFill>
            <a:srgbClr val="FBF1D3"/>
          </a:solidFill>
          <a:ln w="12700">
            <a:solidFill>
              <a:srgbClr val="FBF1D3"/>
            </a:solidFill>
            <a:prstDash val="solid"/>
          </a:ln>
        </p:spPr>
      </p:sp>
      <p:sp>
        <p:nvSpPr>
          <p:cNvPr id="25" name="Text 18"/>
          <p:cNvSpPr txBox="1"/>
          <p:nvPr/>
        </p:nvSpPr>
        <p:spPr>
          <a:xfrm>
            <a:off x="640080" y="3794760"/>
            <a:ext cx="7863840" cy="77724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Tanpa validasi, satu salah ketik bisa membuat laporan, nilai, atau absensi menjadi salah.</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Merapikan Database</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Lanjutkan database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Dropdown dengan Data validation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Validasi angka</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5–6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Format bersyarat dan Freeze</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Dropdown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73152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8680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86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98288" y="2573789"/>
            <a:ext cx="594360" cy="119299"/>
          </a:xfrm>
          <a:prstGeom prst="rect">
            <a:avLst/>
          </a:prstGeom>
          <a:solidFill>
            <a:srgbClr val="F8F9FA"/>
          </a:solidFill>
          <a:ln w="6350">
            <a:solidFill>
              <a:srgbClr val="DDDDDD"/>
            </a:solidFill>
            <a:prstDash val="solid"/>
          </a:ln>
        </p:spPr>
      </p:sp>
      <p:sp>
        <p:nvSpPr>
          <p:cNvPr id="68" name="Text 60"/>
          <p:cNvSpPr txBox="1"/>
          <p:nvPr/>
        </p:nvSpPr>
        <p:spPr>
          <a:xfrm>
            <a:off x="2398288" y="2573789"/>
            <a:ext cx="5943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9264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678448" y="2573789"/>
            <a:ext cx="365760" cy="119299"/>
          </a:xfrm>
          <a:prstGeom prst="rect">
            <a:avLst/>
          </a:prstGeom>
          <a:solidFill>
            <a:srgbClr val="F8F9FA"/>
          </a:solidFill>
          <a:ln w="6350">
            <a:solidFill>
              <a:srgbClr val="DDDDDD"/>
            </a:solidFill>
            <a:prstDash val="solid"/>
          </a:ln>
        </p:spPr>
      </p:sp>
      <p:sp>
        <p:nvSpPr>
          <p:cNvPr id="72" name="Text 64"/>
          <p:cNvSpPr txBox="1"/>
          <p:nvPr/>
        </p:nvSpPr>
        <p:spPr>
          <a:xfrm>
            <a:off x="367844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73152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8680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2014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98288" y="2693089"/>
            <a:ext cx="594360" cy="119299"/>
          </a:xfrm>
          <a:prstGeom prst="rect">
            <a:avLst/>
          </a:prstGeom>
          <a:solidFill>
            <a:srgbClr val="0F4C3A"/>
          </a:solidFill>
          <a:ln w="6350">
            <a:solidFill>
              <a:srgbClr val="E2E2E2"/>
            </a:solidFill>
            <a:prstDash val="solid"/>
          </a:ln>
        </p:spPr>
      </p:sp>
      <p:sp>
        <p:nvSpPr>
          <p:cNvPr id="82" name="Text 74"/>
          <p:cNvSpPr txBox="1"/>
          <p:nvPr/>
        </p:nvSpPr>
        <p:spPr>
          <a:xfrm>
            <a:off x="2425720" y="2693089"/>
            <a:ext cx="5394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83" name="Shape 75"/>
          <p:cNvSpPr/>
          <p:nvPr/>
        </p:nvSpPr>
        <p:spPr>
          <a:xfrm>
            <a:off x="299264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302008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5" name="Shape 77"/>
          <p:cNvSpPr/>
          <p:nvPr/>
        </p:nvSpPr>
        <p:spPr>
          <a:xfrm>
            <a:off x="3678448" y="2693089"/>
            <a:ext cx="365760" cy="119299"/>
          </a:xfrm>
          <a:prstGeom prst="rect">
            <a:avLst/>
          </a:prstGeom>
          <a:solidFill>
            <a:srgbClr val="0F4C3A"/>
          </a:solidFill>
          <a:ln w="6350">
            <a:solidFill>
              <a:srgbClr val="E2E2E2"/>
            </a:solidFill>
            <a:prstDash val="solid"/>
          </a:ln>
        </p:spPr>
      </p:sp>
      <p:sp>
        <p:nvSpPr>
          <p:cNvPr id="86" name="Text 78"/>
          <p:cNvSpPr txBox="1"/>
          <p:nvPr/>
        </p:nvSpPr>
        <p:spPr>
          <a:xfrm>
            <a:off x="370588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731520" cy="119299"/>
          </a:xfrm>
          <a:prstGeom prst="rect">
            <a:avLst/>
          </a:prstGeom>
          <a:solidFill>
            <a:srgbClr val="FFFFFF"/>
          </a:solidFill>
          <a:ln w="6350">
            <a:solidFill>
              <a:srgbClr val="E2E2E2"/>
            </a:solidFill>
            <a:prstDash val="solid"/>
          </a:ln>
        </p:spPr>
      </p:sp>
      <p:sp>
        <p:nvSpPr>
          <p:cNvPr id="92" name="Text 84"/>
          <p:cNvSpPr txBox="1"/>
          <p:nvPr/>
        </p:nvSpPr>
        <p:spPr>
          <a:xfrm>
            <a:off x="1282720" y="28123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86808" y="2812388"/>
            <a:ext cx="411480" cy="119299"/>
          </a:xfrm>
          <a:prstGeom prst="rect">
            <a:avLst/>
          </a:prstGeom>
          <a:solidFill>
            <a:srgbClr val="FFFFFF"/>
          </a:solidFill>
          <a:ln w="6350">
            <a:solidFill>
              <a:srgbClr val="E2E2E2"/>
            </a:solidFill>
            <a:prstDash val="solid"/>
          </a:ln>
        </p:spPr>
      </p:sp>
      <p:sp>
        <p:nvSpPr>
          <p:cNvPr id="94" name="Text 86"/>
          <p:cNvSpPr txBox="1"/>
          <p:nvPr/>
        </p:nvSpPr>
        <p:spPr>
          <a:xfrm>
            <a:off x="2014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98288" y="2812388"/>
            <a:ext cx="594360" cy="119299"/>
          </a:xfrm>
          <a:prstGeom prst="rect">
            <a:avLst/>
          </a:prstGeom>
          <a:solidFill>
            <a:srgbClr val="FFFFFF"/>
          </a:solidFill>
          <a:ln w="6350">
            <a:solidFill>
              <a:srgbClr val="E2E2E2"/>
            </a:solidFill>
            <a:prstDash val="solid"/>
          </a:ln>
        </p:spPr>
      </p:sp>
      <p:sp>
        <p:nvSpPr>
          <p:cNvPr id="96" name="Text 88"/>
          <p:cNvSpPr txBox="1"/>
          <p:nvPr/>
        </p:nvSpPr>
        <p:spPr>
          <a:xfrm>
            <a:off x="2425720" y="28123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97" name="Shape 89"/>
          <p:cNvSpPr/>
          <p:nvPr/>
        </p:nvSpPr>
        <p:spPr>
          <a:xfrm>
            <a:off x="299264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302008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9" name="Shape 91"/>
          <p:cNvSpPr/>
          <p:nvPr/>
        </p:nvSpPr>
        <p:spPr>
          <a:xfrm>
            <a:off x="3678448" y="2812388"/>
            <a:ext cx="365760" cy="119299"/>
          </a:xfrm>
          <a:prstGeom prst="rect">
            <a:avLst/>
          </a:prstGeom>
          <a:solidFill>
            <a:srgbClr val="FFFFFF"/>
          </a:solidFill>
          <a:ln w="6350">
            <a:solidFill>
              <a:srgbClr val="E2E2E2"/>
            </a:solidFill>
            <a:prstDash val="solid"/>
          </a:ln>
        </p:spPr>
      </p:sp>
      <p:sp>
        <p:nvSpPr>
          <p:cNvPr id="100" name="Text 92"/>
          <p:cNvSpPr txBox="1"/>
          <p:nvPr/>
        </p:nvSpPr>
        <p:spPr>
          <a:xfrm>
            <a:off x="370588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41148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931688"/>
            <a:ext cx="731520" cy="119299"/>
          </a:xfrm>
          <a:prstGeom prst="rect">
            <a:avLst/>
          </a:prstGeom>
          <a:solidFill>
            <a:srgbClr val="FFFFFF"/>
          </a:solidFill>
          <a:ln w="6350">
            <a:solidFill>
              <a:srgbClr val="E2E2E2"/>
            </a:solidFill>
            <a:prstDash val="solid"/>
          </a:ln>
        </p:spPr>
      </p:sp>
      <p:sp>
        <p:nvSpPr>
          <p:cNvPr id="106" name="Text 98"/>
          <p:cNvSpPr txBox="1"/>
          <p:nvPr/>
        </p:nvSpPr>
        <p:spPr>
          <a:xfrm>
            <a:off x="1282720" y="29316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86808" y="2931688"/>
            <a:ext cx="411480" cy="119299"/>
          </a:xfrm>
          <a:prstGeom prst="rect">
            <a:avLst/>
          </a:prstGeom>
          <a:solidFill>
            <a:srgbClr val="FFFFFF"/>
          </a:solidFill>
          <a:ln w="6350">
            <a:solidFill>
              <a:srgbClr val="E2E2E2"/>
            </a:solidFill>
            <a:prstDash val="solid"/>
          </a:ln>
        </p:spPr>
      </p:sp>
      <p:sp>
        <p:nvSpPr>
          <p:cNvPr id="108" name="Text 100"/>
          <p:cNvSpPr txBox="1"/>
          <p:nvPr/>
        </p:nvSpPr>
        <p:spPr>
          <a:xfrm>
            <a:off x="2014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98288" y="2931688"/>
            <a:ext cx="594360" cy="119299"/>
          </a:xfrm>
          <a:prstGeom prst="rect">
            <a:avLst/>
          </a:prstGeom>
          <a:solidFill>
            <a:srgbClr val="FFFFFF"/>
          </a:solidFill>
          <a:ln w="6350">
            <a:solidFill>
              <a:srgbClr val="E2E2E2"/>
            </a:solidFill>
            <a:prstDash val="solid"/>
          </a:ln>
        </p:spPr>
      </p:sp>
      <p:sp>
        <p:nvSpPr>
          <p:cNvPr id="110" name="Text 102"/>
          <p:cNvSpPr txBox="1"/>
          <p:nvPr/>
        </p:nvSpPr>
        <p:spPr>
          <a:xfrm>
            <a:off x="2425720" y="29316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11" name="Shape 103"/>
          <p:cNvSpPr/>
          <p:nvPr/>
        </p:nvSpPr>
        <p:spPr>
          <a:xfrm>
            <a:off x="299264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302008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3" name="Shape 105"/>
          <p:cNvSpPr/>
          <p:nvPr/>
        </p:nvSpPr>
        <p:spPr>
          <a:xfrm>
            <a:off x="3678448" y="2931688"/>
            <a:ext cx="365760" cy="119299"/>
          </a:xfrm>
          <a:prstGeom prst="rect">
            <a:avLst/>
          </a:prstGeom>
          <a:solidFill>
            <a:srgbClr val="FFFFFF"/>
          </a:solidFill>
          <a:ln w="6350">
            <a:solidFill>
              <a:srgbClr val="E2E2E2"/>
            </a:solidFill>
            <a:prstDash val="solid"/>
          </a:ln>
        </p:spPr>
      </p:sp>
      <p:sp>
        <p:nvSpPr>
          <p:cNvPr id="114" name="Text 106"/>
          <p:cNvSpPr txBox="1"/>
          <p:nvPr/>
        </p:nvSpPr>
        <p:spPr>
          <a:xfrm>
            <a:off x="370588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41148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3050987"/>
            <a:ext cx="731520" cy="119299"/>
          </a:xfrm>
          <a:prstGeom prst="rect">
            <a:avLst/>
          </a:prstGeom>
          <a:solidFill>
            <a:srgbClr val="FFFFFF"/>
          </a:solidFill>
          <a:ln w="6350">
            <a:solidFill>
              <a:srgbClr val="E2E2E2"/>
            </a:solidFill>
            <a:prstDash val="solid"/>
          </a:ln>
        </p:spPr>
      </p:sp>
      <p:sp>
        <p:nvSpPr>
          <p:cNvPr id="120" name="Text 112"/>
          <p:cNvSpPr txBox="1"/>
          <p:nvPr/>
        </p:nvSpPr>
        <p:spPr>
          <a:xfrm>
            <a:off x="1282720" y="30509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8680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2014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98288" y="3050987"/>
            <a:ext cx="594360" cy="119299"/>
          </a:xfrm>
          <a:prstGeom prst="rect">
            <a:avLst/>
          </a:prstGeom>
          <a:solidFill>
            <a:srgbClr val="FFFFFF"/>
          </a:solidFill>
          <a:ln w="6350">
            <a:solidFill>
              <a:srgbClr val="E2E2E2"/>
            </a:solidFill>
            <a:prstDash val="solid"/>
          </a:ln>
        </p:spPr>
      </p:sp>
      <p:sp>
        <p:nvSpPr>
          <p:cNvPr id="124" name="Text 116"/>
          <p:cNvSpPr txBox="1"/>
          <p:nvPr/>
        </p:nvSpPr>
        <p:spPr>
          <a:xfrm>
            <a:off x="2425720" y="30509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125" name="Shape 117"/>
          <p:cNvSpPr/>
          <p:nvPr/>
        </p:nvSpPr>
        <p:spPr>
          <a:xfrm>
            <a:off x="2992648" y="3050987"/>
            <a:ext cx="685800" cy="119299"/>
          </a:xfrm>
          <a:prstGeom prst="rect">
            <a:avLst/>
          </a:prstGeom>
          <a:solidFill>
            <a:srgbClr val="FFFFFF"/>
          </a:solidFill>
          <a:ln w="6350">
            <a:solidFill>
              <a:srgbClr val="E2E2E2"/>
            </a:solidFill>
            <a:prstDash val="solid"/>
          </a:ln>
        </p:spPr>
      </p:sp>
      <p:sp>
        <p:nvSpPr>
          <p:cNvPr id="126" name="Text 118"/>
          <p:cNvSpPr txBox="1"/>
          <p:nvPr/>
        </p:nvSpPr>
        <p:spPr>
          <a:xfrm>
            <a:off x="302008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7" name="Shape 119"/>
          <p:cNvSpPr/>
          <p:nvPr/>
        </p:nvSpPr>
        <p:spPr>
          <a:xfrm>
            <a:off x="3678448" y="3050987"/>
            <a:ext cx="365760" cy="119299"/>
          </a:xfrm>
          <a:prstGeom prst="rect">
            <a:avLst/>
          </a:prstGeom>
          <a:solidFill>
            <a:srgbClr val="FFFFFF"/>
          </a:solidFill>
          <a:ln w="6350">
            <a:solidFill>
              <a:srgbClr val="E2E2E2"/>
            </a:solidFill>
            <a:prstDash val="solid"/>
          </a:ln>
        </p:spPr>
      </p:sp>
      <p:sp>
        <p:nvSpPr>
          <p:cNvPr id="128" name="Text 120"/>
          <p:cNvSpPr txBox="1"/>
          <p:nvPr/>
        </p:nvSpPr>
        <p:spPr>
          <a:xfrm>
            <a:off x="370588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41148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33" name="Shape 125"/>
          <p:cNvSpPr/>
          <p:nvPr/>
        </p:nvSpPr>
        <p:spPr>
          <a:xfrm>
            <a:off x="1255288" y="3170287"/>
            <a:ext cx="731520" cy="119299"/>
          </a:xfrm>
          <a:prstGeom prst="rect">
            <a:avLst/>
          </a:prstGeom>
          <a:solidFill>
            <a:srgbClr val="FFFFFF"/>
          </a:solidFill>
          <a:ln w="6350">
            <a:solidFill>
              <a:srgbClr val="E2E2E2"/>
            </a:solidFill>
            <a:prstDash val="solid"/>
          </a:ln>
        </p:spPr>
      </p:sp>
      <p:sp>
        <p:nvSpPr>
          <p:cNvPr id="134" name="Text 126"/>
          <p:cNvSpPr txBox="1"/>
          <p:nvPr/>
        </p:nvSpPr>
        <p:spPr>
          <a:xfrm>
            <a:off x="1282720" y="31702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1986808" y="3170287"/>
            <a:ext cx="411480" cy="119299"/>
          </a:xfrm>
          <a:prstGeom prst="rect">
            <a:avLst/>
          </a:prstGeom>
          <a:solidFill>
            <a:srgbClr val="FFFFFF"/>
          </a:solidFill>
          <a:ln w="6350">
            <a:solidFill>
              <a:srgbClr val="E2E2E2"/>
            </a:solidFill>
            <a:prstDash val="solid"/>
          </a:ln>
        </p:spPr>
      </p:sp>
      <p:sp>
        <p:nvSpPr>
          <p:cNvPr id="136" name="Text 128"/>
          <p:cNvSpPr txBox="1"/>
          <p:nvPr/>
        </p:nvSpPr>
        <p:spPr>
          <a:xfrm>
            <a:off x="2014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7" name="Shape 129"/>
          <p:cNvSpPr/>
          <p:nvPr/>
        </p:nvSpPr>
        <p:spPr>
          <a:xfrm>
            <a:off x="2398288" y="3170287"/>
            <a:ext cx="594360" cy="119299"/>
          </a:xfrm>
          <a:prstGeom prst="rect">
            <a:avLst/>
          </a:prstGeom>
          <a:solidFill>
            <a:srgbClr val="FFFFFF"/>
          </a:solidFill>
          <a:ln w="6350">
            <a:solidFill>
              <a:srgbClr val="E2E2E2"/>
            </a:solidFill>
            <a:prstDash val="solid"/>
          </a:ln>
        </p:spPr>
      </p:sp>
      <p:sp>
        <p:nvSpPr>
          <p:cNvPr id="138" name="Text 130"/>
          <p:cNvSpPr txBox="1"/>
          <p:nvPr/>
        </p:nvSpPr>
        <p:spPr>
          <a:xfrm>
            <a:off x="2425720" y="31702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39" name="Shape 131"/>
          <p:cNvSpPr/>
          <p:nvPr/>
        </p:nvSpPr>
        <p:spPr>
          <a:xfrm>
            <a:off x="2992648" y="3170287"/>
            <a:ext cx="685800" cy="119299"/>
          </a:xfrm>
          <a:prstGeom prst="rect">
            <a:avLst/>
          </a:prstGeom>
          <a:solidFill>
            <a:srgbClr val="FFFFFF"/>
          </a:solidFill>
          <a:ln w="6350">
            <a:solidFill>
              <a:srgbClr val="E2E2E2"/>
            </a:solidFill>
            <a:prstDash val="solid"/>
          </a:ln>
        </p:spPr>
      </p:sp>
      <p:sp>
        <p:nvSpPr>
          <p:cNvPr id="140" name="Text 132"/>
          <p:cNvSpPr txBox="1"/>
          <p:nvPr/>
        </p:nvSpPr>
        <p:spPr>
          <a:xfrm>
            <a:off x="302008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41" name="Shape 133"/>
          <p:cNvSpPr/>
          <p:nvPr/>
        </p:nvSpPr>
        <p:spPr>
          <a:xfrm>
            <a:off x="3678448" y="3170287"/>
            <a:ext cx="365760" cy="119299"/>
          </a:xfrm>
          <a:prstGeom prst="rect">
            <a:avLst/>
          </a:prstGeom>
          <a:solidFill>
            <a:srgbClr val="FFFFFF"/>
          </a:solidFill>
          <a:ln w="6350">
            <a:solidFill>
              <a:srgbClr val="E2E2E2"/>
            </a:solidFill>
            <a:prstDash val="solid"/>
          </a:ln>
        </p:spPr>
      </p:sp>
      <p:sp>
        <p:nvSpPr>
          <p:cNvPr id="142" name="Text 134"/>
          <p:cNvSpPr txBox="1"/>
          <p:nvPr/>
        </p:nvSpPr>
        <p:spPr>
          <a:xfrm>
            <a:off x="3705880" y="31702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41148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47" name="Shape 139"/>
          <p:cNvSpPr/>
          <p:nvPr/>
        </p:nvSpPr>
        <p:spPr>
          <a:xfrm>
            <a:off x="1255288" y="3289586"/>
            <a:ext cx="731520" cy="119299"/>
          </a:xfrm>
          <a:prstGeom prst="rect">
            <a:avLst/>
          </a:prstGeom>
          <a:solidFill>
            <a:srgbClr val="FFFFFF"/>
          </a:solidFill>
          <a:ln w="6350">
            <a:solidFill>
              <a:srgbClr val="E2E2E2"/>
            </a:solidFill>
            <a:prstDash val="solid"/>
          </a:ln>
        </p:spPr>
      </p:sp>
      <p:sp>
        <p:nvSpPr>
          <p:cNvPr id="148" name="Text 140"/>
          <p:cNvSpPr txBox="1"/>
          <p:nvPr/>
        </p:nvSpPr>
        <p:spPr>
          <a:xfrm>
            <a:off x="1282720" y="3289586"/>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1986808" y="3289586"/>
            <a:ext cx="411480" cy="119299"/>
          </a:xfrm>
          <a:prstGeom prst="rect">
            <a:avLst/>
          </a:prstGeom>
          <a:solidFill>
            <a:srgbClr val="FFFFFF"/>
          </a:solidFill>
          <a:ln w="6350">
            <a:solidFill>
              <a:srgbClr val="E2E2E2"/>
            </a:solidFill>
            <a:prstDash val="solid"/>
          </a:ln>
        </p:spPr>
      </p:sp>
      <p:sp>
        <p:nvSpPr>
          <p:cNvPr id="150" name="Text 142"/>
          <p:cNvSpPr txBox="1"/>
          <p:nvPr/>
        </p:nvSpPr>
        <p:spPr>
          <a:xfrm>
            <a:off x="2014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1" name="Shape 143"/>
          <p:cNvSpPr/>
          <p:nvPr/>
        </p:nvSpPr>
        <p:spPr>
          <a:xfrm>
            <a:off x="2398288" y="3289586"/>
            <a:ext cx="594360" cy="119299"/>
          </a:xfrm>
          <a:prstGeom prst="rect">
            <a:avLst/>
          </a:prstGeom>
          <a:solidFill>
            <a:srgbClr val="FFFFFF"/>
          </a:solidFill>
          <a:ln w="6350">
            <a:solidFill>
              <a:srgbClr val="E2E2E2"/>
            </a:solidFill>
            <a:prstDash val="solid"/>
          </a:ln>
        </p:spPr>
      </p:sp>
      <p:sp>
        <p:nvSpPr>
          <p:cNvPr id="152" name="Text 144"/>
          <p:cNvSpPr txBox="1"/>
          <p:nvPr/>
        </p:nvSpPr>
        <p:spPr>
          <a:xfrm>
            <a:off x="2425720" y="3289586"/>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53" name="Shape 145"/>
          <p:cNvSpPr/>
          <p:nvPr/>
        </p:nvSpPr>
        <p:spPr>
          <a:xfrm>
            <a:off x="2992648" y="3289586"/>
            <a:ext cx="685800" cy="119299"/>
          </a:xfrm>
          <a:prstGeom prst="rect">
            <a:avLst/>
          </a:prstGeom>
          <a:solidFill>
            <a:srgbClr val="FFFFFF"/>
          </a:solidFill>
          <a:ln w="6350">
            <a:solidFill>
              <a:srgbClr val="E2E2E2"/>
            </a:solidFill>
            <a:prstDash val="solid"/>
          </a:ln>
        </p:spPr>
      </p:sp>
      <p:sp>
        <p:nvSpPr>
          <p:cNvPr id="154" name="Text 146"/>
          <p:cNvSpPr txBox="1"/>
          <p:nvPr/>
        </p:nvSpPr>
        <p:spPr>
          <a:xfrm>
            <a:off x="302008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55" name="Shape 147"/>
          <p:cNvSpPr/>
          <p:nvPr/>
        </p:nvSpPr>
        <p:spPr>
          <a:xfrm>
            <a:off x="3678448" y="3289586"/>
            <a:ext cx="365760" cy="119299"/>
          </a:xfrm>
          <a:prstGeom prst="rect">
            <a:avLst/>
          </a:prstGeom>
          <a:solidFill>
            <a:srgbClr val="FFFFFF"/>
          </a:solidFill>
          <a:ln w="6350">
            <a:solidFill>
              <a:srgbClr val="E2E2E2"/>
            </a:solidFill>
            <a:prstDash val="solid"/>
          </a:ln>
        </p:spPr>
      </p:sp>
      <p:sp>
        <p:nvSpPr>
          <p:cNvPr id="156" name="Text 148"/>
          <p:cNvSpPr txBox="1"/>
          <p:nvPr/>
        </p:nvSpPr>
        <p:spPr>
          <a:xfrm>
            <a:off x="3705880" y="3289586"/>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41148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61" name="Shape 153"/>
          <p:cNvSpPr/>
          <p:nvPr/>
        </p:nvSpPr>
        <p:spPr>
          <a:xfrm>
            <a:off x="1255288" y="3408885"/>
            <a:ext cx="731520" cy="119299"/>
          </a:xfrm>
          <a:prstGeom prst="rect">
            <a:avLst/>
          </a:prstGeom>
          <a:solidFill>
            <a:srgbClr val="FFFFFF"/>
          </a:solidFill>
          <a:ln w="6350">
            <a:solidFill>
              <a:srgbClr val="E2E2E2"/>
            </a:solidFill>
            <a:prstDash val="solid"/>
          </a:ln>
        </p:spPr>
      </p:sp>
      <p:sp>
        <p:nvSpPr>
          <p:cNvPr id="162" name="Text 154"/>
          <p:cNvSpPr txBox="1"/>
          <p:nvPr/>
        </p:nvSpPr>
        <p:spPr>
          <a:xfrm>
            <a:off x="1282720" y="34088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1986808" y="3408885"/>
            <a:ext cx="411480" cy="119299"/>
          </a:xfrm>
          <a:prstGeom prst="rect">
            <a:avLst/>
          </a:prstGeom>
          <a:solidFill>
            <a:srgbClr val="FFFFFF"/>
          </a:solidFill>
          <a:ln w="6350">
            <a:solidFill>
              <a:srgbClr val="E2E2E2"/>
            </a:solidFill>
            <a:prstDash val="solid"/>
          </a:ln>
        </p:spPr>
      </p:sp>
      <p:sp>
        <p:nvSpPr>
          <p:cNvPr id="164" name="Text 156"/>
          <p:cNvSpPr txBox="1"/>
          <p:nvPr/>
        </p:nvSpPr>
        <p:spPr>
          <a:xfrm>
            <a:off x="2014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65" name="Shape 157"/>
          <p:cNvSpPr/>
          <p:nvPr/>
        </p:nvSpPr>
        <p:spPr>
          <a:xfrm>
            <a:off x="2398288" y="3408885"/>
            <a:ext cx="594360" cy="119299"/>
          </a:xfrm>
          <a:prstGeom prst="rect">
            <a:avLst/>
          </a:prstGeom>
          <a:solidFill>
            <a:srgbClr val="FFFFFF"/>
          </a:solidFill>
          <a:ln w="6350">
            <a:solidFill>
              <a:srgbClr val="E2E2E2"/>
            </a:solidFill>
            <a:prstDash val="solid"/>
          </a:ln>
        </p:spPr>
      </p:sp>
      <p:sp>
        <p:nvSpPr>
          <p:cNvPr id="166" name="Text 158"/>
          <p:cNvSpPr txBox="1"/>
          <p:nvPr/>
        </p:nvSpPr>
        <p:spPr>
          <a:xfrm>
            <a:off x="2425720" y="34088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67" name="Shape 159"/>
          <p:cNvSpPr/>
          <p:nvPr/>
        </p:nvSpPr>
        <p:spPr>
          <a:xfrm>
            <a:off x="2992648" y="3408885"/>
            <a:ext cx="685800" cy="119299"/>
          </a:xfrm>
          <a:prstGeom prst="rect">
            <a:avLst/>
          </a:prstGeom>
          <a:solidFill>
            <a:srgbClr val="FFFFFF"/>
          </a:solidFill>
          <a:ln w="6350">
            <a:solidFill>
              <a:srgbClr val="E2E2E2"/>
            </a:solidFill>
            <a:prstDash val="solid"/>
          </a:ln>
        </p:spPr>
      </p:sp>
      <p:sp>
        <p:nvSpPr>
          <p:cNvPr id="168" name="Text 160"/>
          <p:cNvSpPr txBox="1"/>
          <p:nvPr/>
        </p:nvSpPr>
        <p:spPr>
          <a:xfrm>
            <a:off x="302008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69" name="Shape 161"/>
          <p:cNvSpPr/>
          <p:nvPr/>
        </p:nvSpPr>
        <p:spPr>
          <a:xfrm>
            <a:off x="3678448" y="3408885"/>
            <a:ext cx="365760" cy="119299"/>
          </a:xfrm>
          <a:prstGeom prst="rect">
            <a:avLst/>
          </a:prstGeom>
          <a:solidFill>
            <a:srgbClr val="FFFFFF"/>
          </a:solidFill>
          <a:ln w="6350">
            <a:solidFill>
              <a:srgbClr val="E2E2E2"/>
            </a:solidFill>
            <a:prstDash val="solid"/>
          </a:ln>
        </p:spPr>
      </p:sp>
      <p:sp>
        <p:nvSpPr>
          <p:cNvPr id="170" name="Text 162"/>
          <p:cNvSpPr txBox="1"/>
          <p:nvPr/>
        </p:nvSpPr>
        <p:spPr>
          <a:xfrm>
            <a:off x="3705880" y="34088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41148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75" name="Shape 167"/>
          <p:cNvSpPr/>
          <p:nvPr/>
        </p:nvSpPr>
        <p:spPr>
          <a:xfrm>
            <a:off x="1255288" y="3528185"/>
            <a:ext cx="731520" cy="119299"/>
          </a:xfrm>
          <a:prstGeom prst="rect">
            <a:avLst/>
          </a:prstGeom>
          <a:solidFill>
            <a:srgbClr val="FFFFFF"/>
          </a:solidFill>
          <a:ln w="6350">
            <a:solidFill>
              <a:srgbClr val="E2E2E2"/>
            </a:solidFill>
            <a:prstDash val="solid"/>
          </a:ln>
        </p:spPr>
      </p:sp>
      <p:sp>
        <p:nvSpPr>
          <p:cNvPr id="176" name="Text 168"/>
          <p:cNvSpPr txBox="1"/>
          <p:nvPr/>
        </p:nvSpPr>
        <p:spPr>
          <a:xfrm>
            <a:off x="1282720" y="35281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1986808" y="3528185"/>
            <a:ext cx="411480" cy="119299"/>
          </a:xfrm>
          <a:prstGeom prst="rect">
            <a:avLst/>
          </a:prstGeom>
          <a:solidFill>
            <a:srgbClr val="FFFFFF"/>
          </a:solidFill>
          <a:ln w="6350">
            <a:solidFill>
              <a:srgbClr val="E2E2E2"/>
            </a:solidFill>
            <a:prstDash val="solid"/>
          </a:ln>
        </p:spPr>
      </p:sp>
      <p:sp>
        <p:nvSpPr>
          <p:cNvPr id="178" name="Text 170"/>
          <p:cNvSpPr txBox="1"/>
          <p:nvPr/>
        </p:nvSpPr>
        <p:spPr>
          <a:xfrm>
            <a:off x="2014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79" name="Shape 171"/>
          <p:cNvSpPr/>
          <p:nvPr/>
        </p:nvSpPr>
        <p:spPr>
          <a:xfrm>
            <a:off x="2398288" y="3528185"/>
            <a:ext cx="594360" cy="119299"/>
          </a:xfrm>
          <a:prstGeom prst="rect">
            <a:avLst/>
          </a:prstGeom>
          <a:solidFill>
            <a:srgbClr val="FFFFFF"/>
          </a:solidFill>
          <a:ln w="6350">
            <a:solidFill>
              <a:srgbClr val="E2E2E2"/>
            </a:solidFill>
            <a:prstDash val="solid"/>
          </a:ln>
        </p:spPr>
      </p:sp>
      <p:sp>
        <p:nvSpPr>
          <p:cNvPr id="180" name="Text 172"/>
          <p:cNvSpPr txBox="1"/>
          <p:nvPr/>
        </p:nvSpPr>
        <p:spPr>
          <a:xfrm>
            <a:off x="2425720" y="35281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81" name="Shape 173"/>
          <p:cNvSpPr/>
          <p:nvPr/>
        </p:nvSpPr>
        <p:spPr>
          <a:xfrm>
            <a:off x="2992648" y="3528185"/>
            <a:ext cx="685800" cy="119299"/>
          </a:xfrm>
          <a:prstGeom prst="rect">
            <a:avLst/>
          </a:prstGeom>
          <a:solidFill>
            <a:srgbClr val="FFFFFF"/>
          </a:solidFill>
          <a:ln w="6350">
            <a:solidFill>
              <a:srgbClr val="E2E2E2"/>
            </a:solidFill>
            <a:prstDash val="solid"/>
          </a:ln>
        </p:spPr>
      </p:sp>
      <p:sp>
        <p:nvSpPr>
          <p:cNvPr id="182" name="Text 174"/>
          <p:cNvSpPr txBox="1"/>
          <p:nvPr/>
        </p:nvSpPr>
        <p:spPr>
          <a:xfrm>
            <a:off x="302008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83" name="Shape 175"/>
          <p:cNvSpPr/>
          <p:nvPr/>
        </p:nvSpPr>
        <p:spPr>
          <a:xfrm>
            <a:off x="3678448" y="3528185"/>
            <a:ext cx="365760" cy="119299"/>
          </a:xfrm>
          <a:prstGeom prst="rect">
            <a:avLst/>
          </a:prstGeom>
          <a:solidFill>
            <a:srgbClr val="FFFFFF"/>
          </a:solidFill>
          <a:ln w="6350">
            <a:solidFill>
              <a:srgbClr val="E2E2E2"/>
            </a:solidFill>
            <a:prstDash val="solid"/>
          </a:ln>
        </p:spPr>
      </p:sp>
      <p:sp>
        <p:nvSpPr>
          <p:cNvPr id="184" name="Text 176"/>
          <p:cNvSpPr txBox="1"/>
          <p:nvPr/>
        </p:nvSpPr>
        <p:spPr>
          <a:xfrm>
            <a:off x="3705880" y="35281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41148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89" name="Shape 181"/>
          <p:cNvSpPr/>
          <p:nvPr/>
        </p:nvSpPr>
        <p:spPr>
          <a:xfrm>
            <a:off x="1255288" y="3647484"/>
            <a:ext cx="731520" cy="119299"/>
          </a:xfrm>
          <a:prstGeom prst="rect">
            <a:avLst/>
          </a:prstGeom>
          <a:solidFill>
            <a:srgbClr val="FFFFFF"/>
          </a:solidFill>
          <a:ln w="6350">
            <a:solidFill>
              <a:srgbClr val="E2E2E2"/>
            </a:solidFill>
            <a:prstDash val="solid"/>
          </a:ln>
        </p:spPr>
      </p:sp>
      <p:sp>
        <p:nvSpPr>
          <p:cNvPr id="190" name="Text 182"/>
          <p:cNvSpPr txBox="1"/>
          <p:nvPr/>
        </p:nvSpPr>
        <p:spPr>
          <a:xfrm>
            <a:off x="1282720" y="3647484"/>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1986808" y="3647484"/>
            <a:ext cx="411480" cy="119299"/>
          </a:xfrm>
          <a:prstGeom prst="rect">
            <a:avLst/>
          </a:prstGeom>
          <a:solidFill>
            <a:srgbClr val="FFFFFF"/>
          </a:solidFill>
          <a:ln w="6350">
            <a:solidFill>
              <a:srgbClr val="E2E2E2"/>
            </a:solidFill>
            <a:prstDash val="solid"/>
          </a:ln>
        </p:spPr>
      </p:sp>
      <p:sp>
        <p:nvSpPr>
          <p:cNvPr id="192" name="Text 184"/>
          <p:cNvSpPr txBox="1"/>
          <p:nvPr/>
        </p:nvSpPr>
        <p:spPr>
          <a:xfrm>
            <a:off x="2014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93" name="Shape 185"/>
          <p:cNvSpPr/>
          <p:nvPr/>
        </p:nvSpPr>
        <p:spPr>
          <a:xfrm>
            <a:off x="2398288" y="3647484"/>
            <a:ext cx="594360" cy="119299"/>
          </a:xfrm>
          <a:prstGeom prst="rect">
            <a:avLst/>
          </a:prstGeom>
          <a:solidFill>
            <a:srgbClr val="FFFFFF"/>
          </a:solidFill>
          <a:ln w="6350">
            <a:solidFill>
              <a:srgbClr val="E2E2E2"/>
            </a:solidFill>
            <a:prstDash val="solid"/>
          </a:ln>
        </p:spPr>
      </p:sp>
      <p:sp>
        <p:nvSpPr>
          <p:cNvPr id="194" name="Text 186"/>
          <p:cNvSpPr txBox="1"/>
          <p:nvPr/>
        </p:nvSpPr>
        <p:spPr>
          <a:xfrm>
            <a:off x="2425720" y="3647484"/>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95" name="Shape 187"/>
          <p:cNvSpPr/>
          <p:nvPr/>
        </p:nvSpPr>
        <p:spPr>
          <a:xfrm>
            <a:off x="2992648" y="3647484"/>
            <a:ext cx="685800" cy="119299"/>
          </a:xfrm>
          <a:prstGeom prst="rect">
            <a:avLst/>
          </a:prstGeom>
          <a:solidFill>
            <a:srgbClr val="FFFFFF"/>
          </a:solidFill>
          <a:ln w="6350">
            <a:solidFill>
              <a:srgbClr val="E2E2E2"/>
            </a:solidFill>
            <a:prstDash val="solid"/>
          </a:ln>
        </p:spPr>
      </p:sp>
      <p:sp>
        <p:nvSpPr>
          <p:cNvPr id="196" name="Text 188"/>
          <p:cNvSpPr txBox="1"/>
          <p:nvPr/>
        </p:nvSpPr>
        <p:spPr>
          <a:xfrm>
            <a:off x="302008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97" name="Shape 189"/>
          <p:cNvSpPr/>
          <p:nvPr/>
        </p:nvSpPr>
        <p:spPr>
          <a:xfrm>
            <a:off x="3678448" y="3647484"/>
            <a:ext cx="365760" cy="119299"/>
          </a:xfrm>
          <a:prstGeom prst="rect">
            <a:avLst/>
          </a:prstGeom>
          <a:solidFill>
            <a:srgbClr val="FFFFFF"/>
          </a:solidFill>
          <a:ln w="6350">
            <a:solidFill>
              <a:srgbClr val="E2E2E2"/>
            </a:solidFill>
            <a:prstDash val="solid"/>
          </a:ln>
        </p:spPr>
      </p:sp>
      <p:sp>
        <p:nvSpPr>
          <p:cNvPr id="198" name="Text 190"/>
          <p:cNvSpPr txBox="1"/>
          <p:nvPr/>
        </p:nvSpPr>
        <p:spPr>
          <a:xfrm>
            <a:off x="3705880" y="3647484"/>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99" name="Shape 191"/>
          <p:cNvSpPr/>
          <p:nvPr/>
        </p:nvSpPr>
        <p:spPr>
          <a:xfrm>
            <a:off x="1986808" y="2812388"/>
            <a:ext cx="411480" cy="954396"/>
          </a:xfrm>
          <a:prstGeom prst="rect">
            <a:avLst/>
          </a:prstGeom>
          <a:solidFill>
            <a:srgbClr val="1A73E8">
              <a:alpha val="12000"/>
            </a:srgbClr>
          </a:solidFill>
          <a:ln w="19050">
            <a:solidFill>
              <a:srgbClr val="1A73E8"/>
            </a:solidFill>
            <a:prstDash val="solid"/>
          </a:ln>
        </p:spPr>
      </p:sp>
      <p:sp>
        <p:nvSpPr>
          <p:cNvPr id="200" name="Shape 192"/>
          <p:cNvSpPr/>
          <p:nvPr/>
        </p:nvSpPr>
        <p:spPr>
          <a:xfrm>
            <a:off x="587776" y="3794216"/>
            <a:ext cx="4950927" cy="201168"/>
          </a:xfrm>
          <a:prstGeom prst="rect">
            <a:avLst/>
          </a:prstGeom>
          <a:solidFill>
            <a:srgbClr val="F8F9FA"/>
          </a:solidFill>
          <a:ln w="12700">
            <a:solidFill>
              <a:srgbClr val="F8F9FA"/>
            </a:solidFill>
            <a:prstDash val="solid"/>
          </a:ln>
        </p:spPr>
      </p:sp>
      <p:sp>
        <p:nvSpPr>
          <p:cNvPr id="201" name="Text 19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2" name="Shape 194"/>
          <p:cNvSpPr/>
          <p:nvPr/>
        </p:nvSpPr>
        <p:spPr>
          <a:xfrm>
            <a:off x="1136416" y="3794216"/>
            <a:ext cx="731520" cy="201168"/>
          </a:xfrm>
          <a:prstGeom prst="rect">
            <a:avLst/>
          </a:prstGeom>
          <a:solidFill>
            <a:srgbClr val="E1EFFE"/>
          </a:solidFill>
          <a:ln w="12700">
            <a:solidFill>
              <a:srgbClr val="E1EFFE"/>
            </a:solidFill>
            <a:prstDash val="solid"/>
          </a:ln>
        </p:spPr>
      </p:sp>
      <p:sp>
        <p:nvSpPr>
          <p:cNvPr id="203" name="Text 19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4" name="Shape 196"/>
          <p:cNvSpPr/>
          <p:nvPr/>
        </p:nvSpPr>
        <p:spPr>
          <a:xfrm>
            <a:off x="2572024" y="2043437"/>
            <a:ext cx="1417320" cy="1463040"/>
          </a:xfrm>
          <a:prstGeom prst="rect">
            <a:avLst/>
          </a:prstGeom>
          <a:solidFill>
            <a:srgbClr val="FFFFFF"/>
          </a:solidFill>
          <a:ln w="9525">
            <a:solidFill>
              <a:srgbClr val="AAAAAA"/>
            </a:solidFill>
            <a:prstDash val="solid"/>
          </a:ln>
        </p:spPr>
      </p:sp>
      <p:sp>
        <p:nvSpPr>
          <p:cNvPr id="205" name="Text 197"/>
          <p:cNvSpPr txBox="1"/>
          <p:nvPr/>
        </p:nvSpPr>
        <p:spPr>
          <a:xfrm>
            <a:off x="2681752" y="207086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Sort sheet           ›</a:t>
            </a:r>
            <a:endParaRPr lang="en-US" sz="800" dirty="0"/>
          </a:p>
        </p:txBody>
      </p:sp>
      <p:sp>
        <p:nvSpPr>
          <p:cNvPr id="206" name="Text 198"/>
          <p:cNvSpPr txBox="1"/>
          <p:nvPr/>
        </p:nvSpPr>
        <p:spPr>
          <a:xfrm>
            <a:off x="2681752" y="227203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Sort range           ›</a:t>
            </a:r>
            <a:endParaRPr lang="en-US" sz="800" dirty="0"/>
          </a:p>
        </p:txBody>
      </p:sp>
      <p:sp>
        <p:nvSpPr>
          <p:cNvPr id="207" name="Shape 199"/>
          <p:cNvSpPr/>
          <p:nvPr/>
        </p:nvSpPr>
        <p:spPr>
          <a:xfrm>
            <a:off x="2608600" y="2564645"/>
            <a:ext cx="1344168" cy="0"/>
          </a:xfrm>
          <a:prstGeom prst="line">
            <a:avLst/>
          </a:prstGeom>
          <a:noFill/>
          <a:ln w="6350">
            <a:solidFill>
              <a:srgbClr val="DDDDDD"/>
            </a:solidFill>
            <a:prstDash val="solid"/>
          </a:ln>
        </p:spPr>
      </p:sp>
      <p:sp>
        <p:nvSpPr>
          <p:cNvPr id="208" name="Text 200"/>
          <p:cNvSpPr txBox="1"/>
          <p:nvPr/>
        </p:nvSpPr>
        <p:spPr>
          <a:xfrm>
            <a:off x="2681752" y="2674373"/>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Create a filter</a:t>
            </a:r>
            <a:endParaRPr lang="en-US" sz="800" dirty="0"/>
          </a:p>
        </p:txBody>
      </p:sp>
      <p:sp>
        <p:nvSpPr>
          <p:cNvPr id="209" name="Shape 201"/>
          <p:cNvSpPr/>
          <p:nvPr/>
        </p:nvSpPr>
        <p:spPr>
          <a:xfrm>
            <a:off x="2608600" y="2966981"/>
            <a:ext cx="1344168" cy="0"/>
          </a:xfrm>
          <a:prstGeom prst="line">
            <a:avLst/>
          </a:prstGeom>
          <a:noFill/>
          <a:ln w="6350">
            <a:solidFill>
              <a:srgbClr val="DDDDDD"/>
            </a:solidFill>
            <a:prstDash val="solid"/>
          </a:ln>
        </p:spPr>
      </p:sp>
      <p:sp>
        <p:nvSpPr>
          <p:cNvPr id="210" name="Text 202"/>
          <p:cNvSpPr txBox="1"/>
          <p:nvPr/>
        </p:nvSpPr>
        <p:spPr>
          <a:xfrm>
            <a:off x="2681752" y="307670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Data validation</a:t>
            </a:r>
            <a:endParaRPr lang="en-US" sz="800" dirty="0"/>
          </a:p>
        </p:txBody>
      </p:sp>
      <p:sp>
        <p:nvSpPr>
          <p:cNvPr id="211" name="Text 203"/>
          <p:cNvSpPr txBox="1"/>
          <p:nvPr/>
        </p:nvSpPr>
        <p:spPr>
          <a:xfrm>
            <a:off x="2681752" y="327787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Data cleanup       ›</a:t>
            </a:r>
            <a:endParaRPr lang="en-US" sz="800" dirty="0"/>
          </a:p>
        </p:txBody>
      </p:sp>
      <p:sp>
        <p:nvSpPr>
          <p:cNvPr id="212" name="Shape 204"/>
          <p:cNvSpPr/>
          <p:nvPr/>
        </p:nvSpPr>
        <p:spPr>
          <a:xfrm>
            <a:off x="1968520" y="2794100"/>
            <a:ext cx="448056" cy="990972"/>
          </a:xfrm>
          <a:prstGeom prst="roundRect">
            <a:avLst>
              <a:gd name="adj" fmla="val 10204"/>
            </a:avLst>
          </a:prstGeom>
          <a:solidFill>
            <a:srgbClr val="FFFFFF">
              <a:alpha val="0"/>
            </a:srgbClr>
          </a:solidFill>
          <a:ln w="31750">
            <a:solidFill>
              <a:srgbClr val="E53935"/>
            </a:solidFill>
            <a:prstDash val="solid"/>
          </a:ln>
        </p:spPr>
      </p:sp>
      <p:sp>
        <p:nvSpPr>
          <p:cNvPr id="213" name="Shape 205"/>
          <p:cNvSpPr/>
          <p:nvPr/>
        </p:nvSpPr>
        <p:spPr>
          <a:xfrm>
            <a:off x="2279416" y="2656940"/>
            <a:ext cx="274320" cy="274320"/>
          </a:xfrm>
          <a:prstGeom prst="ellipse">
            <a:avLst/>
          </a:prstGeom>
          <a:solidFill>
            <a:srgbClr val="E53935"/>
          </a:solidFill>
          <a:ln w="12700">
            <a:solidFill>
              <a:srgbClr val="FFFFFF"/>
            </a:solidFill>
            <a:prstDash val="solid"/>
          </a:ln>
        </p:spPr>
      </p:sp>
      <p:sp>
        <p:nvSpPr>
          <p:cNvPr id="214" name="Text 206"/>
          <p:cNvSpPr txBox="1"/>
          <p:nvPr/>
        </p:nvSpPr>
        <p:spPr>
          <a:xfrm>
            <a:off x="227941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15" name="Image 6" descr="preencoded.png">    </p:cNvPr>
          <p:cNvPicPr>
            <a:picLocks noChangeAspect="1"/>
          </p:cNvPicPr>
          <p:nvPr/>
        </p:nvPicPr>
        <p:blipFill>
          <a:blip r:embed="rId7"/>
          <a:stretch>
            <a:fillRect/>
          </a:stretch>
        </p:blipFill>
        <p:spPr>
          <a:xfrm>
            <a:off x="2213122" y="3337306"/>
            <a:ext cx="237744" cy="237744"/>
          </a:xfrm>
          <a:prstGeom prst="rect">
            <a:avLst/>
          </a:prstGeom>
        </p:spPr>
      </p:pic>
      <p:sp>
        <p:nvSpPr>
          <p:cNvPr id="216" name="Shape 207"/>
          <p:cNvSpPr/>
          <p:nvPr/>
        </p:nvSpPr>
        <p:spPr>
          <a:xfrm>
            <a:off x="2590312" y="3058421"/>
            <a:ext cx="1380744" cy="228600"/>
          </a:xfrm>
          <a:prstGeom prst="roundRect">
            <a:avLst>
              <a:gd name="adj" fmla="val 20000"/>
            </a:avLst>
          </a:prstGeom>
          <a:solidFill>
            <a:srgbClr val="FFFFFF">
              <a:alpha val="0"/>
            </a:srgbClr>
          </a:solidFill>
          <a:ln w="31750">
            <a:solidFill>
              <a:srgbClr val="E53935"/>
            </a:solidFill>
            <a:prstDash val="solid"/>
          </a:ln>
        </p:spPr>
      </p:sp>
      <p:sp>
        <p:nvSpPr>
          <p:cNvPr id="217" name="Shape 208"/>
          <p:cNvSpPr/>
          <p:nvPr/>
        </p:nvSpPr>
        <p:spPr>
          <a:xfrm>
            <a:off x="3833896" y="2921261"/>
            <a:ext cx="274320" cy="274320"/>
          </a:xfrm>
          <a:prstGeom prst="ellipse">
            <a:avLst/>
          </a:prstGeom>
          <a:solidFill>
            <a:srgbClr val="E53935"/>
          </a:solidFill>
          <a:ln w="12700">
            <a:solidFill>
              <a:srgbClr val="FFFFFF"/>
            </a:solidFill>
            <a:prstDash val="solid"/>
          </a:ln>
        </p:spPr>
      </p:sp>
      <p:sp>
        <p:nvSpPr>
          <p:cNvPr id="218" name="Text 209"/>
          <p:cNvSpPr txBox="1"/>
          <p:nvPr/>
        </p:nvSpPr>
        <p:spPr>
          <a:xfrm>
            <a:off x="3833896" y="292126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19" name="Image 7" descr="preencoded.png">    </p:cNvPr>
          <p:cNvPicPr>
            <a:picLocks noChangeAspect="1"/>
          </p:cNvPicPr>
          <p:nvPr/>
        </p:nvPicPr>
        <p:blipFill>
          <a:blip r:embed="rId8"/>
          <a:stretch>
            <a:fillRect/>
          </a:stretch>
        </p:blipFill>
        <p:spPr>
          <a:xfrm>
            <a:off x="3347893" y="3182322"/>
            <a:ext cx="237744" cy="237744"/>
          </a:xfrm>
          <a:prstGeom prst="rect">
            <a:avLst/>
          </a:prstGeom>
        </p:spPr>
      </p:pic>
      <p:sp>
        <p:nvSpPr>
          <p:cNvPr id="220" name="Text 21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21" name="Text 21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kolom Kelas › Data › Data validation</a:t>
            </a:r>
            <a:endParaRPr lang="en-US" sz="1800" dirty="0"/>
          </a:p>
        </p:txBody>
      </p:sp>
      <p:sp>
        <p:nvSpPr>
          <p:cNvPr id="222" name="Text 21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sel C2 sampai C30 (kolom Kelas). Klik menu Data › Data validation.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Dropdown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73152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8680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86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98288" y="2573789"/>
            <a:ext cx="594360" cy="119299"/>
          </a:xfrm>
          <a:prstGeom prst="rect">
            <a:avLst/>
          </a:prstGeom>
          <a:solidFill>
            <a:srgbClr val="F8F9FA"/>
          </a:solidFill>
          <a:ln w="6350">
            <a:solidFill>
              <a:srgbClr val="DDDDDD"/>
            </a:solidFill>
            <a:prstDash val="solid"/>
          </a:ln>
        </p:spPr>
      </p:sp>
      <p:sp>
        <p:nvSpPr>
          <p:cNvPr id="68" name="Text 60"/>
          <p:cNvSpPr txBox="1"/>
          <p:nvPr/>
        </p:nvSpPr>
        <p:spPr>
          <a:xfrm>
            <a:off x="2398288" y="2573789"/>
            <a:ext cx="5943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9264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678448" y="2573789"/>
            <a:ext cx="365760" cy="119299"/>
          </a:xfrm>
          <a:prstGeom prst="rect">
            <a:avLst/>
          </a:prstGeom>
          <a:solidFill>
            <a:srgbClr val="F8F9FA"/>
          </a:solidFill>
          <a:ln w="6350">
            <a:solidFill>
              <a:srgbClr val="DDDDDD"/>
            </a:solidFill>
            <a:prstDash val="solid"/>
          </a:ln>
        </p:spPr>
      </p:sp>
      <p:sp>
        <p:nvSpPr>
          <p:cNvPr id="72" name="Text 64"/>
          <p:cNvSpPr txBox="1"/>
          <p:nvPr/>
        </p:nvSpPr>
        <p:spPr>
          <a:xfrm>
            <a:off x="367844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73152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8680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2014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98288" y="2693089"/>
            <a:ext cx="594360" cy="119299"/>
          </a:xfrm>
          <a:prstGeom prst="rect">
            <a:avLst/>
          </a:prstGeom>
          <a:solidFill>
            <a:srgbClr val="0F4C3A"/>
          </a:solidFill>
          <a:ln w="6350">
            <a:solidFill>
              <a:srgbClr val="E2E2E2"/>
            </a:solidFill>
            <a:prstDash val="solid"/>
          </a:ln>
        </p:spPr>
      </p:sp>
      <p:sp>
        <p:nvSpPr>
          <p:cNvPr id="82" name="Text 74"/>
          <p:cNvSpPr txBox="1"/>
          <p:nvPr/>
        </p:nvSpPr>
        <p:spPr>
          <a:xfrm>
            <a:off x="2425720" y="2693089"/>
            <a:ext cx="5394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83" name="Shape 75"/>
          <p:cNvSpPr/>
          <p:nvPr/>
        </p:nvSpPr>
        <p:spPr>
          <a:xfrm>
            <a:off x="299264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302008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5" name="Shape 77"/>
          <p:cNvSpPr/>
          <p:nvPr/>
        </p:nvSpPr>
        <p:spPr>
          <a:xfrm>
            <a:off x="3678448" y="2693089"/>
            <a:ext cx="365760" cy="119299"/>
          </a:xfrm>
          <a:prstGeom prst="rect">
            <a:avLst/>
          </a:prstGeom>
          <a:solidFill>
            <a:srgbClr val="0F4C3A"/>
          </a:solidFill>
          <a:ln w="6350">
            <a:solidFill>
              <a:srgbClr val="E2E2E2"/>
            </a:solidFill>
            <a:prstDash val="solid"/>
          </a:ln>
        </p:spPr>
      </p:sp>
      <p:sp>
        <p:nvSpPr>
          <p:cNvPr id="86" name="Text 78"/>
          <p:cNvSpPr txBox="1"/>
          <p:nvPr/>
        </p:nvSpPr>
        <p:spPr>
          <a:xfrm>
            <a:off x="370588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731520" cy="119299"/>
          </a:xfrm>
          <a:prstGeom prst="rect">
            <a:avLst/>
          </a:prstGeom>
          <a:solidFill>
            <a:srgbClr val="FFFFFF"/>
          </a:solidFill>
          <a:ln w="6350">
            <a:solidFill>
              <a:srgbClr val="E2E2E2"/>
            </a:solidFill>
            <a:prstDash val="solid"/>
          </a:ln>
        </p:spPr>
      </p:sp>
      <p:sp>
        <p:nvSpPr>
          <p:cNvPr id="92" name="Text 84"/>
          <p:cNvSpPr txBox="1"/>
          <p:nvPr/>
        </p:nvSpPr>
        <p:spPr>
          <a:xfrm>
            <a:off x="1282720" y="28123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86808" y="2812388"/>
            <a:ext cx="411480" cy="119299"/>
          </a:xfrm>
          <a:prstGeom prst="rect">
            <a:avLst/>
          </a:prstGeom>
          <a:solidFill>
            <a:srgbClr val="FFFFFF"/>
          </a:solidFill>
          <a:ln w="6350">
            <a:solidFill>
              <a:srgbClr val="E2E2E2"/>
            </a:solidFill>
            <a:prstDash val="solid"/>
          </a:ln>
        </p:spPr>
      </p:sp>
      <p:sp>
        <p:nvSpPr>
          <p:cNvPr id="94" name="Text 86"/>
          <p:cNvSpPr txBox="1"/>
          <p:nvPr/>
        </p:nvSpPr>
        <p:spPr>
          <a:xfrm>
            <a:off x="2014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98288" y="2812388"/>
            <a:ext cx="594360" cy="119299"/>
          </a:xfrm>
          <a:prstGeom prst="rect">
            <a:avLst/>
          </a:prstGeom>
          <a:solidFill>
            <a:srgbClr val="FFFFFF"/>
          </a:solidFill>
          <a:ln w="6350">
            <a:solidFill>
              <a:srgbClr val="E2E2E2"/>
            </a:solidFill>
            <a:prstDash val="solid"/>
          </a:ln>
        </p:spPr>
      </p:sp>
      <p:sp>
        <p:nvSpPr>
          <p:cNvPr id="96" name="Text 88"/>
          <p:cNvSpPr txBox="1"/>
          <p:nvPr/>
        </p:nvSpPr>
        <p:spPr>
          <a:xfrm>
            <a:off x="2425720" y="28123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97" name="Shape 89"/>
          <p:cNvSpPr/>
          <p:nvPr/>
        </p:nvSpPr>
        <p:spPr>
          <a:xfrm>
            <a:off x="299264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302008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9" name="Shape 91"/>
          <p:cNvSpPr/>
          <p:nvPr/>
        </p:nvSpPr>
        <p:spPr>
          <a:xfrm>
            <a:off x="3678448" y="2812388"/>
            <a:ext cx="365760" cy="119299"/>
          </a:xfrm>
          <a:prstGeom prst="rect">
            <a:avLst/>
          </a:prstGeom>
          <a:solidFill>
            <a:srgbClr val="FFFFFF"/>
          </a:solidFill>
          <a:ln w="6350">
            <a:solidFill>
              <a:srgbClr val="E2E2E2"/>
            </a:solidFill>
            <a:prstDash val="solid"/>
          </a:ln>
        </p:spPr>
      </p:sp>
      <p:sp>
        <p:nvSpPr>
          <p:cNvPr id="100" name="Text 92"/>
          <p:cNvSpPr txBox="1"/>
          <p:nvPr/>
        </p:nvSpPr>
        <p:spPr>
          <a:xfrm>
            <a:off x="370588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41148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931688"/>
            <a:ext cx="731520" cy="119299"/>
          </a:xfrm>
          <a:prstGeom prst="rect">
            <a:avLst/>
          </a:prstGeom>
          <a:solidFill>
            <a:srgbClr val="FFFFFF"/>
          </a:solidFill>
          <a:ln w="6350">
            <a:solidFill>
              <a:srgbClr val="E2E2E2"/>
            </a:solidFill>
            <a:prstDash val="solid"/>
          </a:ln>
        </p:spPr>
      </p:sp>
      <p:sp>
        <p:nvSpPr>
          <p:cNvPr id="106" name="Text 98"/>
          <p:cNvSpPr txBox="1"/>
          <p:nvPr/>
        </p:nvSpPr>
        <p:spPr>
          <a:xfrm>
            <a:off x="1282720" y="29316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86808" y="2931688"/>
            <a:ext cx="411480" cy="119299"/>
          </a:xfrm>
          <a:prstGeom prst="rect">
            <a:avLst/>
          </a:prstGeom>
          <a:solidFill>
            <a:srgbClr val="FFFFFF"/>
          </a:solidFill>
          <a:ln w="6350">
            <a:solidFill>
              <a:srgbClr val="E2E2E2"/>
            </a:solidFill>
            <a:prstDash val="solid"/>
          </a:ln>
        </p:spPr>
      </p:sp>
      <p:sp>
        <p:nvSpPr>
          <p:cNvPr id="108" name="Text 100"/>
          <p:cNvSpPr txBox="1"/>
          <p:nvPr/>
        </p:nvSpPr>
        <p:spPr>
          <a:xfrm>
            <a:off x="2014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98288" y="2931688"/>
            <a:ext cx="594360" cy="119299"/>
          </a:xfrm>
          <a:prstGeom prst="rect">
            <a:avLst/>
          </a:prstGeom>
          <a:solidFill>
            <a:srgbClr val="FFFFFF"/>
          </a:solidFill>
          <a:ln w="6350">
            <a:solidFill>
              <a:srgbClr val="E2E2E2"/>
            </a:solidFill>
            <a:prstDash val="solid"/>
          </a:ln>
        </p:spPr>
      </p:sp>
      <p:sp>
        <p:nvSpPr>
          <p:cNvPr id="110" name="Text 102"/>
          <p:cNvSpPr txBox="1"/>
          <p:nvPr/>
        </p:nvSpPr>
        <p:spPr>
          <a:xfrm>
            <a:off x="2425720" y="29316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11" name="Shape 103"/>
          <p:cNvSpPr/>
          <p:nvPr/>
        </p:nvSpPr>
        <p:spPr>
          <a:xfrm>
            <a:off x="299264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302008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3" name="Shape 105"/>
          <p:cNvSpPr/>
          <p:nvPr/>
        </p:nvSpPr>
        <p:spPr>
          <a:xfrm>
            <a:off x="3678448" y="2931688"/>
            <a:ext cx="365760" cy="119299"/>
          </a:xfrm>
          <a:prstGeom prst="rect">
            <a:avLst/>
          </a:prstGeom>
          <a:solidFill>
            <a:srgbClr val="FFFFFF"/>
          </a:solidFill>
          <a:ln w="6350">
            <a:solidFill>
              <a:srgbClr val="E2E2E2"/>
            </a:solidFill>
            <a:prstDash val="solid"/>
          </a:ln>
        </p:spPr>
      </p:sp>
      <p:sp>
        <p:nvSpPr>
          <p:cNvPr id="114" name="Text 106"/>
          <p:cNvSpPr txBox="1"/>
          <p:nvPr/>
        </p:nvSpPr>
        <p:spPr>
          <a:xfrm>
            <a:off x="370588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41148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3050987"/>
            <a:ext cx="731520" cy="119299"/>
          </a:xfrm>
          <a:prstGeom prst="rect">
            <a:avLst/>
          </a:prstGeom>
          <a:solidFill>
            <a:srgbClr val="FFFFFF"/>
          </a:solidFill>
          <a:ln w="6350">
            <a:solidFill>
              <a:srgbClr val="E2E2E2"/>
            </a:solidFill>
            <a:prstDash val="solid"/>
          </a:ln>
        </p:spPr>
      </p:sp>
      <p:sp>
        <p:nvSpPr>
          <p:cNvPr id="120" name="Text 112"/>
          <p:cNvSpPr txBox="1"/>
          <p:nvPr/>
        </p:nvSpPr>
        <p:spPr>
          <a:xfrm>
            <a:off x="1282720" y="30509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8680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2014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98288" y="3050987"/>
            <a:ext cx="594360" cy="119299"/>
          </a:xfrm>
          <a:prstGeom prst="rect">
            <a:avLst/>
          </a:prstGeom>
          <a:solidFill>
            <a:srgbClr val="FFFFFF"/>
          </a:solidFill>
          <a:ln w="6350">
            <a:solidFill>
              <a:srgbClr val="E2E2E2"/>
            </a:solidFill>
            <a:prstDash val="solid"/>
          </a:ln>
        </p:spPr>
      </p:sp>
      <p:sp>
        <p:nvSpPr>
          <p:cNvPr id="124" name="Text 116"/>
          <p:cNvSpPr txBox="1"/>
          <p:nvPr/>
        </p:nvSpPr>
        <p:spPr>
          <a:xfrm>
            <a:off x="2425720" y="30509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125" name="Shape 117"/>
          <p:cNvSpPr/>
          <p:nvPr/>
        </p:nvSpPr>
        <p:spPr>
          <a:xfrm>
            <a:off x="2992648" y="3050987"/>
            <a:ext cx="685800" cy="119299"/>
          </a:xfrm>
          <a:prstGeom prst="rect">
            <a:avLst/>
          </a:prstGeom>
          <a:solidFill>
            <a:srgbClr val="FFFFFF"/>
          </a:solidFill>
          <a:ln w="6350">
            <a:solidFill>
              <a:srgbClr val="E2E2E2"/>
            </a:solidFill>
            <a:prstDash val="solid"/>
          </a:ln>
        </p:spPr>
      </p:sp>
      <p:sp>
        <p:nvSpPr>
          <p:cNvPr id="126" name="Text 118"/>
          <p:cNvSpPr txBox="1"/>
          <p:nvPr/>
        </p:nvSpPr>
        <p:spPr>
          <a:xfrm>
            <a:off x="302008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7" name="Shape 119"/>
          <p:cNvSpPr/>
          <p:nvPr/>
        </p:nvSpPr>
        <p:spPr>
          <a:xfrm>
            <a:off x="3678448" y="3050987"/>
            <a:ext cx="365760" cy="119299"/>
          </a:xfrm>
          <a:prstGeom prst="rect">
            <a:avLst/>
          </a:prstGeom>
          <a:solidFill>
            <a:srgbClr val="FFFFFF"/>
          </a:solidFill>
          <a:ln w="6350">
            <a:solidFill>
              <a:srgbClr val="E2E2E2"/>
            </a:solidFill>
            <a:prstDash val="solid"/>
          </a:ln>
        </p:spPr>
      </p:sp>
      <p:sp>
        <p:nvSpPr>
          <p:cNvPr id="128" name="Text 120"/>
          <p:cNvSpPr txBox="1"/>
          <p:nvPr/>
        </p:nvSpPr>
        <p:spPr>
          <a:xfrm>
            <a:off x="370588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41148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33" name="Shape 125"/>
          <p:cNvSpPr/>
          <p:nvPr/>
        </p:nvSpPr>
        <p:spPr>
          <a:xfrm>
            <a:off x="1255288" y="3170287"/>
            <a:ext cx="731520" cy="119299"/>
          </a:xfrm>
          <a:prstGeom prst="rect">
            <a:avLst/>
          </a:prstGeom>
          <a:solidFill>
            <a:srgbClr val="FFFFFF"/>
          </a:solidFill>
          <a:ln w="6350">
            <a:solidFill>
              <a:srgbClr val="E2E2E2"/>
            </a:solidFill>
            <a:prstDash val="solid"/>
          </a:ln>
        </p:spPr>
      </p:sp>
      <p:sp>
        <p:nvSpPr>
          <p:cNvPr id="134" name="Text 126"/>
          <p:cNvSpPr txBox="1"/>
          <p:nvPr/>
        </p:nvSpPr>
        <p:spPr>
          <a:xfrm>
            <a:off x="1282720" y="31702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1986808" y="3170287"/>
            <a:ext cx="411480" cy="119299"/>
          </a:xfrm>
          <a:prstGeom prst="rect">
            <a:avLst/>
          </a:prstGeom>
          <a:solidFill>
            <a:srgbClr val="FFFFFF"/>
          </a:solidFill>
          <a:ln w="6350">
            <a:solidFill>
              <a:srgbClr val="E2E2E2"/>
            </a:solidFill>
            <a:prstDash val="solid"/>
          </a:ln>
        </p:spPr>
      </p:sp>
      <p:sp>
        <p:nvSpPr>
          <p:cNvPr id="136" name="Text 128"/>
          <p:cNvSpPr txBox="1"/>
          <p:nvPr/>
        </p:nvSpPr>
        <p:spPr>
          <a:xfrm>
            <a:off x="2014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7" name="Shape 129"/>
          <p:cNvSpPr/>
          <p:nvPr/>
        </p:nvSpPr>
        <p:spPr>
          <a:xfrm>
            <a:off x="2398288" y="3170287"/>
            <a:ext cx="594360" cy="119299"/>
          </a:xfrm>
          <a:prstGeom prst="rect">
            <a:avLst/>
          </a:prstGeom>
          <a:solidFill>
            <a:srgbClr val="FFFFFF"/>
          </a:solidFill>
          <a:ln w="6350">
            <a:solidFill>
              <a:srgbClr val="E2E2E2"/>
            </a:solidFill>
            <a:prstDash val="solid"/>
          </a:ln>
        </p:spPr>
      </p:sp>
      <p:sp>
        <p:nvSpPr>
          <p:cNvPr id="138" name="Text 130"/>
          <p:cNvSpPr txBox="1"/>
          <p:nvPr/>
        </p:nvSpPr>
        <p:spPr>
          <a:xfrm>
            <a:off x="2425720" y="31702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39" name="Shape 131"/>
          <p:cNvSpPr/>
          <p:nvPr/>
        </p:nvSpPr>
        <p:spPr>
          <a:xfrm>
            <a:off x="2992648" y="3170287"/>
            <a:ext cx="685800" cy="119299"/>
          </a:xfrm>
          <a:prstGeom prst="rect">
            <a:avLst/>
          </a:prstGeom>
          <a:solidFill>
            <a:srgbClr val="FFFFFF"/>
          </a:solidFill>
          <a:ln w="6350">
            <a:solidFill>
              <a:srgbClr val="E2E2E2"/>
            </a:solidFill>
            <a:prstDash val="solid"/>
          </a:ln>
        </p:spPr>
      </p:sp>
      <p:sp>
        <p:nvSpPr>
          <p:cNvPr id="140" name="Text 132"/>
          <p:cNvSpPr txBox="1"/>
          <p:nvPr/>
        </p:nvSpPr>
        <p:spPr>
          <a:xfrm>
            <a:off x="302008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41" name="Shape 133"/>
          <p:cNvSpPr/>
          <p:nvPr/>
        </p:nvSpPr>
        <p:spPr>
          <a:xfrm>
            <a:off x="3678448" y="3170287"/>
            <a:ext cx="365760" cy="119299"/>
          </a:xfrm>
          <a:prstGeom prst="rect">
            <a:avLst/>
          </a:prstGeom>
          <a:solidFill>
            <a:srgbClr val="FFFFFF"/>
          </a:solidFill>
          <a:ln w="6350">
            <a:solidFill>
              <a:srgbClr val="E2E2E2"/>
            </a:solidFill>
            <a:prstDash val="solid"/>
          </a:ln>
        </p:spPr>
      </p:sp>
      <p:sp>
        <p:nvSpPr>
          <p:cNvPr id="142" name="Text 134"/>
          <p:cNvSpPr txBox="1"/>
          <p:nvPr/>
        </p:nvSpPr>
        <p:spPr>
          <a:xfrm>
            <a:off x="3705880" y="31702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41148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47" name="Shape 139"/>
          <p:cNvSpPr/>
          <p:nvPr/>
        </p:nvSpPr>
        <p:spPr>
          <a:xfrm>
            <a:off x="1255288" y="3289586"/>
            <a:ext cx="731520" cy="119299"/>
          </a:xfrm>
          <a:prstGeom prst="rect">
            <a:avLst/>
          </a:prstGeom>
          <a:solidFill>
            <a:srgbClr val="FFFFFF"/>
          </a:solidFill>
          <a:ln w="6350">
            <a:solidFill>
              <a:srgbClr val="E2E2E2"/>
            </a:solidFill>
            <a:prstDash val="solid"/>
          </a:ln>
        </p:spPr>
      </p:sp>
      <p:sp>
        <p:nvSpPr>
          <p:cNvPr id="148" name="Text 140"/>
          <p:cNvSpPr txBox="1"/>
          <p:nvPr/>
        </p:nvSpPr>
        <p:spPr>
          <a:xfrm>
            <a:off x="1282720" y="3289586"/>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1986808" y="3289586"/>
            <a:ext cx="411480" cy="119299"/>
          </a:xfrm>
          <a:prstGeom prst="rect">
            <a:avLst/>
          </a:prstGeom>
          <a:solidFill>
            <a:srgbClr val="FFFFFF"/>
          </a:solidFill>
          <a:ln w="6350">
            <a:solidFill>
              <a:srgbClr val="E2E2E2"/>
            </a:solidFill>
            <a:prstDash val="solid"/>
          </a:ln>
        </p:spPr>
      </p:sp>
      <p:sp>
        <p:nvSpPr>
          <p:cNvPr id="150" name="Text 142"/>
          <p:cNvSpPr txBox="1"/>
          <p:nvPr/>
        </p:nvSpPr>
        <p:spPr>
          <a:xfrm>
            <a:off x="2014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1" name="Shape 143"/>
          <p:cNvSpPr/>
          <p:nvPr/>
        </p:nvSpPr>
        <p:spPr>
          <a:xfrm>
            <a:off x="2398288" y="3289586"/>
            <a:ext cx="594360" cy="119299"/>
          </a:xfrm>
          <a:prstGeom prst="rect">
            <a:avLst/>
          </a:prstGeom>
          <a:solidFill>
            <a:srgbClr val="FFFFFF"/>
          </a:solidFill>
          <a:ln w="6350">
            <a:solidFill>
              <a:srgbClr val="E2E2E2"/>
            </a:solidFill>
            <a:prstDash val="solid"/>
          </a:ln>
        </p:spPr>
      </p:sp>
      <p:sp>
        <p:nvSpPr>
          <p:cNvPr id="152" name="Text 144"/>
          <p:cNvSpPr txBox="1"/>
          <p:nvPr/>
        </p:nvSpPr>
        <p:spPr>
          <a:xfrm>
            <a:off x="2425720" y="3289586"/>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53" name="Shape 145"/>
          <p:cNvSpPr/>
          <p:nvPr/>
        </p:nvSpPr>
        <p:spPr>
          <a:xfrm>
            <a:off x="2992648" y="3289586"/>
            <a:ext cx="685800" cy="119299"/>
          </a:xfrm>
          <a:prstGeom prst="rect">
            <a:avLst/>
          </a:prstGeom>
          <a:solidFill>
            <a:srgbClr val="FFFFFF"/>
          </a:solidFill>
          <a:ln w="6350">
            <a:solidFill>
              <a:srgbClr val="E2E2E2"/>
            </a:solidFill>
            <a:prstDash val="solid"/>
          </a:ln>
        </p:spPr>
      </p:sp>
      <p:sp>
        <p:nvSpPr>
          <p:cNvPr id="154" name="Text 146"/>
          <p:cNvSpPr txBox="1"/>
          <p:nvPr/>
        </p:nvSpPr>
        <p:spPr>
          <a:xfrm>
            <a:off x="302008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55" name="Shape 147"/>
          <p:cNvSpPr/>
          <p:nvPr/>
        </p:nvSpPr>
        <p:spPr>
          <a:xfrm>
            <a:off x="3678448" y="3289586"/>
            <a:ext cx="365760" cy="119299"/>
          </a:xfrm>
          <a:prstGeom prst="rect">
            <a:avLst/>
          </a:prstGeom>
          <a:solidFill>
            <a:srgbClr val="FFFFFF"/>
          </a:solidFill>
          <a:ln w="6350">
            <a:solidFill>
              <a:srgbClr val="E2E2E2"/>
            </a:solidFill>
            <a:prstDash val="solid"/>
          </a:ln>
        </p:spPr>
      </p:sp>
      <p:sp>
        <p:nvSpPr>
          <p:cNvPr id="156" name="Text 148"/>
          <p:cNvSpPr txBox="1"/>
          <p:nvPr/>
        </p:nvSpPr>
        <p:spPr>
          <a:xfrm>
            <a:off x="3705880" y="3289586"/>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41148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61" name="Shape 153"/>
          <p:cNvSpPr/>
          <p:nvPr/>
        </p:nvSpPr>
        <p:spPr>
          <a:xfrm>
            <a:off x="1255288" y="3408885"/>
            <a:ext cx="731520" cy="119299"/>
          </a:xfrm>
          <a:prstGeom prst="rect">
            <a:avLst/>
          </a:prstGeom>
          <a:solidFill>
            <a:srgbClr val="FFFFFF"/>
          </a:solidFill>
          <a:ln w="6350">
            <a:solidFill>
              <a:srgbClr val="E2E2E2"/>
            </a:solidFill>
            <a:prstDash val="solid"/>
          </a:ln>
        </p:spPr>
      </p:sp>
      <p:sp>
        <p:nvSpPr>
          <p:cNvPr id="162" name="Text 154"/>
          <p:cNvSpPr txBox="1"/>
          <p:nvPr/>
        </p:nvSpPr>
        <p:spPr>
          <a:xfrm>
            <a:off x="1282720" y="34088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1986808" y="3408885"/>
            <a:ext cx="411480" cy="119299"/>
          </a:xfrm>
          <a:prstGeom prst="rect">
            <a:avLst/>
          </a:prstGeom>
          <a:solidFill>
            <a:srgbClr val="FFFFFF"/>
          </a:solidFill>
          <a:ln w="6350">
            <a:solidFill>
              <a:srgbClr val="E2E2E2"/>
            </a:solidFill>
            <a:prstDash val="solid"/>
          </a:ln>
        </p:spPr>
      </p:sp>
      <p:sp>
        <p:nvSpPr>
          <p:cNvPr id="164" name="Text 156"/>
          <p:cNvSpPr txBox="1"/>
          <p:nvPr/>
        </p:nvSpPr>
        <p:spPr>
          <a:xfrm>
            <a:off x="2014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65" name="Shape 157"/>
          <p:cNvSpPr/>
          <p:nvPr/>
        </p:nvSpPr>
        <p:spPr>
          <a:xfrm>
            <a:off x="2398288" y="3408885"/>
            <a:ext cx="594360" cy="119299"/>
          </a:xfrm>
          <a:prstGeom prst="rect">
            <a:avLst/>
          </a:prstGeom>
          <a:solidFill>
            <a:srgbClr val="FFFFFF"/>
          </a:solidFill>
          <a:ln w="6350">
            <a:solidFill>
              <a:srgbClr val="E2E2E2"/>
            </a:solidFill>
            <a:prstDash val="solid"/>
          </a:ln>
        </p:spPr>
      </p:sp>
      <p:sp>
        <p:nvSpPr>
          <p:cNvPr id="166" name="Text 158"/>
          <p:cNvSpPr txBox="1"/>
          <p:nvPr/>
        </p:nvSpPr>
        <p:spPr>
          <a:xfrm>
            <a:off x="2425720" y="34088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67" name="Shape 159"/>
          <p:cNvSpPr/>
          <p:nvPr/>
        </p:nvSpPr>
        <p:spPr>
          <a:xfrm>
            <a:off x="2992648" y="3408885"/>
            <a:ext cx="685800" cy="119299"/>
          </a:xfrm>
          <a:prstGeom prst="rect">
            <a:avLst/>
          </a:prstGeom>
          <a:solidFill>
            <a:srgbClr val="FFFFFF"/>
          </a:solidFill>
          <a:ln w="6350">
            <a:solidFill>
              <a:srgbClr val="E2E2E2"/>
            </a:solidFill>
            <a:prstDash val="solid"/>
          </a:ln>
        </p:spPr>
      </p:sp>
      <p:sp>
        <p:nvSpPr>
          <p:cNvPr id="168" name="Text 160"/>
          <p:cNvSpPr txBox="1"/>
          <p:nvPr/>
        </p:nvSpPr>
        <p:spPr>
          <a:xfrm>
            <a:off x="302008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69" name="Shape 161"/>
          <p:cNvSpPr/>
          <p:nvPr/>
        </p:nvSpPr>
        <p:spPr>
          <a:xfrm>
            <a:off x="3678448" y="3408885"/>
            <a:ext cx="365760" cy="119299"/>
          </a:xfrm>
          <a:prstGeom prst="rect">
            <a:avLst/>
          </a:prstGeom>
          <a:solidFill>
            <a:srgbClr val="FFFFFF"/>
          </a:solidFill>
          <a:ln w="6350">
            <a:solidFill>
              <a:srgbClr val="E2E2E2"/>
            </a:solidFill>
            <a:prstDash val="solid"/>
          </a:ln>
        </p:spPr>
      </p:sp>
      <p:sp>
        <p:nvSpPr>
          <p:cNvPr id="170" name="Text 162"/>
          <p:cNvSpPr txBox="1"/>
          <p:nvPr/>
        </p:nvSpPr>
        <p:spPr>
          <a:xfrm>
            <a:off x="3705880" y="34088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41148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75" name="Shape 167"/>
          <p:cNvSpPr/>
          <p:nvPr/>
        </p:nvSpPr>
        <p:spPr>
          <a:xfrm>
            <a:off x="1255288" y="3528185"/>
            <a:ext cx="731520" cy="119299"/>
          </a:xfrm>
          <a:prstGeom prst="rect">
            <a:avLst/>
          </a:prstGeom>
          <a:solidFill>
            <a:srgbClr val="FFFFFF"/>
          </a:solidFill>
          <a:ln w="6350">
            <a:solidFill>
              <a:srgbClr val="E2E2E2"/>
            </a:solidFill>
            <a:prstDash val="solid"/>
          </a:ln>
        </p:spPr>
      </p:sp>
      <p:sp>
        <p:nvSpPr>
          <p:cNvPr id="176" name="Text 168"/>
          <p:cNvSpPr txBox="1"/>
          <p:nvPr/>
        </p:nvSpPr>
        <p:spPr>
          <a:xfrm>
            <a:off x="1282720" y="35281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1986808" y="3528185"/>
            <a:ext cx="411480" cy="119299"/>
          </a:xfrm>
          <a:prstGeom prst="rect">
            <a:avLst/>
          </a:prstGeom>
          <a:solidFill>
            <a:srgbClr val="FFFFFF"/>
          </a:solidFill>
          <a:ln w="6350">
            <a:solidFill>
              <a:srgbClr val="E2E2E2"/>
            </a:solidFill>
            <a:prstDash val="solid"/>
          </a:ln>
        </p:spPr>
      </p:sp>
      <p:sp>
        <p:nvSpPr>
          <p:cNvPr id="178" name="Text 170"/>
          <p:cNvSpPr txBox="1"/>
          <p:nvPr/>
        </p:nvSpPr>
        <p:spPr>
          <a:xfrm>
            <a:off x="2014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79" name="Shape 171"/>
          <p:cNvSpPr/>
          <p:nvPr/>
        </p:nvSpPr>
        <p:spPr>
          <a:xfrm>
            <a:off x="2398288" y="3528185"/>
            <a:ext cx="594360" cy="119299"/>
          </a:xfrm>
          <a:prstGeom prst="rect">
            <a:avLst/>
          </a:prstGeom>
          <a:solidFill>
            <a:srgbClr val="FFFFFF"/>
          </a:solidFill>
          <a:ln w="6350">
            <a:solidFill>
              <a:srgbClr val="E2E2E2"/>
            </a:solidFill>
            <a:prstDash val="solid"/>
          </a:ln>
        </p:spPr>
      </p:sp>
      <p:sp>
        <p:nvSpPr>
          <p:cNvPr id="180" name="Text 172"/>
          <p:cNvSpPr txBox="1"/>
          <p:nvPr/>
        </p:nvSpPr>
        <p:spPr>
          <a:xfrm>
            <a:off x="2425720" y="35281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81" name="Shape 173"/>
          <p:cNvSpPr/>
          <p:nvPr/>
        </p:nvSpPr>
        <p:spPr>
          <a:xfrm>
            <a:off x="2992648" y="3528185"/>
            <a:ext cx="685800" cy="119299"/>
          </a:xfrm>
          <a:prstGeom prst="rect">
            <a:avLst/>
          </a:prstGeom>
          <a:solidFill>
            <a:srgbClr val="FFFFFF"/>
          </a:solidFill>
          <a:ln w="6350">
            <a:solidFill>
              <a:srgbClr val="E2E2E2"/>
            </a:solidFill>
            <a:prstDash val="solid"/>
          </a:ln>
        </p:spPr>
      </p:sp>
      <p:sp>
        <p:nvSpPr>
          <p:cNvPr id="182" name="Text 174"/>
          <p:cNvSpPr txBox="1"/>
          <p:nvPr/>
        </p:nvSpPr>
        <p:spPr>
          <a:xfrm>
            <a:off x="302008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83" name="Shape 175"/>
          <p:cNvSpPr/>
          <p:nvPr/>
        </p:nvSpPr>
        <p:spPr>
          <a:xfrm>
            <a:off x="3678448" y="3528185"/>
            <a:ext cx="365760" cy="119299"/>
          </a:xfrm>
          <a:prstGeom prst="rect">
            <a:avLst/>
          </a:prstGeom>
          <a:solidFill>
            <a:srgbClr val="FFFFFF"/>
          </a:solidFill>
          <a:ln w="6350">
            <a:solidFill>
              <a:srgbClr val="E2E2E2"/>
            </a:solidFill>
            <a:prstDash val="solid"/>
          </a:ln>
        </p:spPr>
      </p:sp>
      <p:sp>
        <p:nvSpPr>
          <p:cNvPr id="184" name="Text 176"/>
          <p:cNvSpPr txBox="1"/>
          <p:nvPr/>
        </p:nvSpPr>
        <p:spPr>
          <a:xfrm>
            <a:off x="3705880" y="35281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41148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89" name="Shape 181"/>
          <p:cNvSpPr/>
          <p:nvPr/>
        </p:nvSpPr>
        <p:spPr>
          <a:xfrm>
            <a:off x="1255288" y="3647484"/>
            <a:ext cx="731520" cy="119299"/>
          </a:xfrm>
          <a:prstGeom prst="rect">
            <a:avLst/>
          </a:prstGeom>
          <a:solidFill>
            <a:srgbClr val="FFFFFF"/>
          </a:solidFill>
          <a:ln w="6350">
            <a:solidFill>
              <a:srgbClr val="E2E2E2"/>
            </a:solidFill>
            <a:prstDash val="solid"/>
          </a:ln>
        </p:spPr>
      </p:sp>
      <p:sp>
        <p:nvSpPr>
          <p:cNvPr id="190" name="Text 182"/>
          <p:cNvSpPr txBox="1"/>
          <p:nvPr/>
        </p:nvSpPr>
        <p:spPr>
          <a:xfrm>
            <a:off x="1282720" y="3647484"/>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1986808" y="3647484"/>
            <a:ext cx="411480" cy="119299"/>
          </a:xfrm>
          <a:prstGeom prst="rect">
            <a:avLst/>
          </a:prstGeom>
          <a:solidFill>
            <a:srgbClr val="FFFFFF"/>
          </a:solidFill>
          <a:ln w="6350">
            <a:solidFill>
              <a:srgbClr val="E2E2E2"/>
            </a:solidFill>
            <a:prstDash val="solid"/>
          </a:ln>
        </p:spPr>
      </p:sp>
      <p:sp>
        <p:nvSpPr>
          <p:cNvPr id="192" name="Text 184"/>
          <p:cNvSpPr txBox="1"/>
          <p:nvPr/>
        </p:nvSpPr>
        <p:spPr>
          <a:xfrm>
            <a:off x="2014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93" name="Shape 185"/>
          <p:cNvSpPr/>
          <p:nvPr/>
        </p:nvSpPr>
        <p:spPr>
          <a:xfrm>
            <a:off x="2398288" y="3647484"/>
            <a:ext cx="594360" cy="119299"/>
          </a:xfrm>
          <a:prstGeom prst="rect">
            <a:avLst/>
          </a:prstGeom>
          <a:solidFill>
            <a:srgbClr val="FFFFFF"/>
          </a:solidFill>
          <a:ln w="6350">
            <a:solidFill>
              <a:srgbClr val="E2E2E2"/>
            </a:solidFill>
            <a:prstDash val="solid"/>
          </a:ln>
        </p:spPr>
      </p:sp>
      <p:sp>
        <p:nvSpPr>
          <p:cNvPr id="194" name="Text 186"/>
          <p:cNvSpPr txBox="1"/>
          <p:nvPr/>
        </p:nvSpPr>
        <p:spPr>
          <a:xfrm>
            <a:off x="2425720" y="3647484"/>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95" name="Shape 187"/>
          <p:cNvSpPr/>
          <p:nvPr/>
        </p:nvSpPr>
        <p:spPr>
          <a:xfrm>
            <a:off x="2992648" y="3647484"/>
            <a:ext cx="685800" cy="119299"/>
          </a:xfrm>
          <a:prstGeom prst="rect">
            <a:avLst/>
          </a:prstGeom>
          <a:solidFill>
            <a:srgbClr val="FFFFFF"/>
          </a:solidFill>
          <a:ln w="6350">
            <a:solidFill>
              <a:srgbClr val="E2E2E2"/>
            </a:solidFill>
            <a:prstDash val="solid"/>
          </a:ln>
        </p:spPr>
      </p:sp>
      <p:sp>
        <p:nvSpPr>
          <p:cNvPr id="196" name="Text 188"/>
          <p:cNvSpPr txBox="1"/>
          <p:nvPr/>
        </p:nvSpPr>
        <p:spPr>
          <a:xfrm>
            <a:off x="302008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97" name="Shape 189"/>
          <p:cNvSpPr/>
          <p:nvPr/>
        </p:nvSpPr>
        <p:spPr>
          <a:xfrm>
            <a:off x="3678448" y="3647484"/>
            <a:ext cx="365760" cy="119299"/>
          </a:xfrm>
          <a:prstGeom prst="rect">
            <a:avLst/>
          </a:prstGeom>
          <a:solidFill>
            <a:srgbClr val="FFFFFF"/>
          </a:solidFill>
          <a:ln w="6350">
            <a:solidFill>
              <a:srgbClr val="E2E2E2"/>
            </a:solidFill>
            <a:prstDash val="solid"/>
          </a:ln>
        </p:spPr>
      </p:sp>
      <p:sp>
        <p:nvSpPr>
          <p:cNvPr id="198" name="Text 190"/>
          <p:cNvSpPr txBox="1"/>
          <p:nvPr/>
        </p:nvSpPr>
        <p:spPr>
          <a:xfrm>
            <a:off x="3705880" y="3647484"/>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99" name="Shape 191"/>
          <p:cNvSpPr/>
          <p:nvPr/>
        </p:nvSpPr>
        <p:spPr>
          <a:xfrm>
            <a:off x="1986808" y="2812388"/>
            <a:ext cx="411480" cy="954396"/>
          </a:xfrm>
          <a:prstGeom prst="rect">
            <a:avLst/>
          </a:prstGeom>
          <a:solidFill>
            <a:srgbClr val="1A73E8">
              <a:alpha val="12000"/>
            </a:srgbClr>
          </a:solidFill>
          <a:ln w="19050">
            <a:solidFill>
              <a:srgbClr val="1A73E8"/>
            </a:solidFill>
            <a:prstDash val="solid"/>
          </a:ln>
        </p:spPr>
      </p:sp>
      <p:sp>
        <p:nvSpPr>
          <p:cNvPr id="200" name="Shape 192"/>
          <p:cNvSpPr/>
          <p:nvPr/>
        </p:nvSpPr>
        <p:spPr>
          <a:xfrm>
            <a:off x="587776" y="3794216"/>
            <a:ext cx="4950927" cy="201168"/>
          </a:xfrm>
          <a:prstGeom prst="rect">
            <a:avLst/>
          </a:prstGeom>
          <a:solidFill>
            <a:srgbClr val="F8F9FA"/>
          </a:solidFill>
          <a:ln w="12700">
            <a:solidFill>
              <a:srgbClr val="F8F9FA"/>
            </a:solidFill>
            <a:prstDash val="solid"/>
          </a:ln>
        </p:spPr>
      </p:sp>
      <p:sp>
        <p:nvSpPr>
          <p:cNvPr id="201" name="Text 19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2" name="Shape 194"/>
          <p:cNvSpPr/>
          <p:nvPr/>
        </p:nvSpPr>
        <p:spPr>
          <a:xfrm>
            <a:off x="1136416" y="3794216"/>
            <a:ext cx="731520" cy="201168"/>
          </a:xfrm>
          <a:prstGeom prst="rect">
            <a:avLst/>
          </a:prstGeom>
          <a:solidFill>
            <a:srgbClr val="E1EFFE"/>
          </a:solidFill>
          <a:ln w="12700">
            <a:solidFill>
              <a:srgbClr val="E1EFFE"/>
            </a:solidFill>
            <a:prstDash val="solid"/>
          </a:ln>
        </p:spPr>
      </p:sp>
      <p:sp>
        <p:nvSpPr>
          <p:cNvPr id="203" name="Text 19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4" name="Shape 196"/>
          <p:cNvSpPr/>
          <p:nvPr/>
        </p:nvSpPr>
        <p:spPr>
          <a:xfrm>
            <a:off x="3938504" y="2272037"/>
            <a:ext cx="1508760" cy="1737360"/>
          </a:xfrm>
          <a:prstGeom prst="rect">
            <a:avLst/>
          </a:prstGeom>
          <a:solidFill>
            <a:srgbClr val="FFFFFF"/>
          </a:solidFill>
          <a:ln w="9525">
            <a:solidFill>
              <a:srgbClr val="AAAAAA"/>
            </a:solidFill>
            <a:prstDash val="solid"/>
          </a:ln>
        </p:spPr>
      </p:sp>
      <p:sp>
        <p:nvSpPr>
          <p:cNvPr id="205" name="Text 197"/>
          <p:cNvSpPr txBox="1"/>
          <p:nvPr/>
        </p:nvSpPr>
        <p:spPr>
          <a:xfrm>
            <a:off x="4011656" y="2317757"/>
            <a:ext cx="1371600"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Data validation rules</a:t>
            </a:r>
            <a:endParaRPr lang="en-US" sz="750" dirty="0"/>
          </a:p>
        </p:txBody>
      </p:sp>
      <p:sp>
        <p:nvSpPr>
          <p:cNvPr id="206" name="Text 198"/>
          <p:cNvSpPr txBox="1"/>
          <p:nvPr/>
        </p:nvSpPr>
        <p:spPr>
          <a:xfrm>
            <a:off x="4011656" y="2546357"/>
            <a:ext cx="1371600" cy="164592"/>
          </a:xfrm>
          <a:prstGeom prst="rect">
            <a:avLst/>
          </a:prstGeom>
          <a:noFill/>
          <a:ln/>
        </p:spPr>
        <p:txBody>
          <a:bodyPr wrap="square" lIns="0" tIns="0" rIns="0" bIns="0" rtlCol="0" anchor="t"/>
          <a:lstStyle/>
          <a:p>
            <a:pPr indent="0" marL="0">
              <a:buNone/>
            </a:pPr>
            <a:r>
              <a:rPr lang="en-US" sz="650" dirty="0">
                <a:solidFill>
                  <a:srgbClr val="1E2A26"/>
                </a:solidFill>
                <a:latin typeface="Calibri" pitchFamily="34" charset="0"/>
                <a:ea typeface="Calibri" pitchFamily="34" charset="-122"/>
                <a:cs typeface="Calibri" pitchFamily="34" charset="-120"/>
              </a:rPr>
              <a:t>Apply to range: C2:C30</a:t>
            </a:r>
            <a:endParaRPr lang="en-US" sz="650" dirty="0"/>
          </a:p>
        </p:txBody>
      </p:sp>
      <p:sp>
        <p:nvSpPr>
          <p:cNvPr id="207" name="Text 199"/>
          <p:cNvSpPr txBox="1"/>
          <p:nvPr/>
        </p:nvSpPr>
        <p:spPr>
          <a:xfrm>
            <a:off x="4011656" y="2747525"/>
            <a:ext cx="1371600" cy="146304"/>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Criteria</a:t>
            </a:r>
            <a:endParaRPr lang="en-US" sz="650" dirty="0"/>
          </a:p>
        </p:txBody>
      </p:sp>
      <p:sp>
        <p:nvSpPr>
          <p:cNvPr id="208" name="Shape 200"/>
          <p:cNvSpPr/>
          <p:nvPr/>
        </p:nvSpPr>
        <p:spPr>
          <a:xfrm>
            <a:off x="4011656" y="2912117"/>
            <a:ext cx="1353312" cy="182880"/>
          </a:xfrm>
          <a:prstGeom prst="rect">
            <a:avLst/>
          </a:prstGeom>
          <a:solidFill>
            <a:srgbClr val="FFFFFF"/>
          </a:solidFill>
          <a:ln w="12700">
            <a:solidFill>
              <a:srgbClr val="0B57D0"/>
            </a:solidFill>
            <a:prstDash val="solid"/>
          </a:ln>
        </p:spPr>
      </p:sp>
      <p:sp>
        <p:nvSpPr>
          <p:cNvPr id="209" name="Text 201"/>
          <p:cNvSpPr txBox="1"/>
          <p:nvPr/>
        </p:nvSpPr>
        <p:spPr>
          <a:xfrm>
            <a:off x="4057376" y="2912117"/>
            <a:ext cx="1353312"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Dropdown ▾</a:t>
            </a:r>
            <a:endParaRPr lang="en-US" sz="700" dirty="0"/>
          </a:p>
        </p:txBody>
      </p:sp>
      <p:sp>
        <p:nvSpPr>
          <p:cNvPr id="210" name="Shape 202"/>
          <p:cNvSpPr/>
          <p:nvPr/>
        </p:nvSpPr>
        <p:spPr>
          <a:xfrm>
            <a:off x="4029944" y="3204725"/>
            <a:ext cx="109728" cy="109728"/>
          </a:xfrm>
          <a:prstGeom prst="ellipse">
            <a:avLst/>
          </a:prstGeom>
          <a:solidFill>
            <a:srgbClr val="34A853"/>
          </a:solidFill>
          <a:ln/>
        </p:spPr>
      </p:sp>
      <p:sp>
        <p:nvSpPr>
          <p:cNvPr id="211" name="Shape 203"/>
          <p:cNvSpPr/>
          <p:nvPr/>
        </p:nvSpPr>
        <p:spPr>
          <a:xfrm>
            <a:off x="4194536" y="3168149"/>
            <a:ext cx="1143000" cy="182880"/>
          </a:xfrm>
          <a:prstGeom prst="rect">
            <a:avLst/>
          </a:prstGeom>
          <a:solidFill>
            <a:srgbClr val="F5F5F5"/>
          </a:solidFill>
          <a:ln w="12700">
            <a:solidFill>
              <a:srgbClr val="F5F5F5"/>
            </a:solidFill>
            <a:prstDash val="solid"/>
          </a:ln>
        </p:spPr>
      </p:sp>
      <p:sp>
        <p:nvSpPr>
          <p:cNvPr id="212" name="Text 204"/>
          <p:cNvSpPr txBox="1"/>
          <p:nvPr/>
        </p:nvSpPr>
        <p:spPr>
          <a:xfrm>
            <a:off x="4231112" y="3168149"/>
            <a:ext cx="10972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8A</a:t>
            </a:r>
            <a:endParaRPr lang="en-US" sz="700" dirty="0"/>
          </a:p>
        </p:txBody>
      </p:sp>
      <p:sp>
        <p:nvSpPr>
          <p:cNvPr id="213" name="Shape 205"/>
          <p:cNvSpPr/>
          <p:nvPr/>
        </p:nvSpPr>
        <p:spPr>
          <a:xfrm>
            <a:off x="4029944" y="3433325"/>
            <a:ext cx="109728" cy="109728"/>
          </a:xfrm>
          <a:prstGeom prst="ellipse">
            <a:avLst/>
          </a:prstGeom>
          <a:solidFill>
            <a:srgbClr val="FBBC05"/>
          </a:solidFill>
          <a:ln/>
        </p:spPr>
      </p:sp>
      <p:sp>
        <p:nvSpPr>
          <p:cNvPr id="214" name="Shape 206"/>
          <p:cNvSpPr/>
          <p:nvPr/>
        </p:nvSpPr>
        <p:spPr>
          <a:xfrm>
            <a:off x="4194536" y="3396749"/>
            <a:ext cx="1143000" cy="182880"/>
          </a:xfrm>
          <a:prstGeom prst="rect">
            <a:avLst/>
          </a:prstGeom>
          <a:solidFill>
            <a:srgbClr val="F5F5F5"/>
          </a:solidFill>
          <a:ln w="12700">
            <a:solidFill>
              <a:srgbClr val="F5F5F5"/>
            </a:solidFill>
            <a:prstDash val="solid"/>
          </a:ln>
        </p:spPr>
      </p:sp>
      <p:sp>
        <p:nvSpPr>
          <p:cNvPr id="215" name="Text 207"/>
          <p:cNvSpPr txBox="1"/>
          <p:nvPr/>
        </p:nvSpPr>
        <p:spPr>
          <a:xfrm>
            <a:off x="4231112" y="3396749"/>
            <a:ext cx="1097280"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8B</a:t>
            </a:r>
            <a:endParaRPr lang="en-US" sz="700" dirty="0"/>
          </a:p>
        </p:txBody>
      </p:sp>
      <p:sp>
        <p:nvSpPr>
          <p:cNvPr id="216" name="Shape 208"/>
          <p:cNvSpPr/>
          <p:nvPr/>
        </p:nvSpPr>
        <p:spPr>
          <a:xfrm>
            <a:off x="4898624" y="3753365"/>
            <a:ext cx="457200" cy="182880"/>
          </a:xfrm>
          <a:prstGeom prst="roundRect">
            <a:avLst>
              <a:gd name="adj" fmla="val 50000"/>
            </a:avLst>
          </a:prstGeom>
          <a:solidFill>
            <a:srgbClr val="0B57D0"/>
          </a:solidFill>
          <a:ln w="12700">
            <a:solidFill>
              <a:srgbClr val="0B57D0"/>
            </a:solidFill>
            <a:prstDash val="solid"/>
          </a:ln>
        </p:spPr>
      </p:sp>
      <p:sp>
        <p:nvSpPr>
          <p:cNvPr id="217" name="Text 209"/>
          <p:cNvSpPr txBox="1"/>
          <p:nvPr/>
        </p:nvSpPr>
        <p:spPr>
          <a:xfrm>
            <a:off x="4898624" y="3753365"/>
            <a:ext cx="457200" cy="182880"/>
          </a:xfrm>
          <a:prstGeom prst="rect">
            <a:avLst/>
          </a:prstGeom>
          <a:noFill/>
          <a:ln/>
        </p:spPr>
        <p:txBody>
          <a:bodyPr wrap="square" lIns="0" tIns="0" rIns="0" bIns="0" rtlCol="0" anchor="ctr"/>
          <a:lstStyle/>
          <a:p>
            <a:pPr algn="ctr" indent="0" marL="0">
              <a:buNone/>
            </a:pPr>
            <a:r>
              <a:rPr lang="en-US" sz="700" dirty="0">
                <a:solidFill>
                  <a:srgbClr val="FFFFFF"/>
                </a:solidFill>
                <a:latin typeface="Calibri" pitchFamily="34" charset="0"/>
                <a:ea typeface="Calibri" pitchFamily="34" charset="-122"/>
                <a:cs typeface="Calibri" pitchFamily="34" charset="-120"/>
              </a:rPr>
              <a:t>Done</a:t>
            </a:r>
            <a:endParaRPr lang="en-US" sz="700" dirty="0"/>
          </a:p>
        </p:txBody>
      </p:sp>
      <p:sp>
        <p:nvSpPr>
          <p:cNvPr id="218" name="Shape 210"/>
          <p:cNvSpPr/>
          <p:nvPr/>
        </p:nvSpPr>
        <p:spPr>
          <a:xfrm>
            <a:off x="3993368" y="2893829"/>
            <a:ext cx="1389888" cy="219456"/>
          </a:xfrm>
          <a:prstGeom prst="roundRect">
            <a:avLst>
              <a:gd name="adj" fmla="val 20833"/>
            </a:avLst>
          </a:prstGeom>
          <a:solidFill>
            <a:srgbClr val="FFFFFF">
              <a:alpha val="0"/>
            </a:srgbClr>
          </a:solidFill>
          <a:ln w="31750">
            <a:solidFill>
              <a:srgbClr val="E53935"/>
            </a:solidFill>
            <a:prstDash val="solid"/>
          </a:ln>
        </p:spPr>
      </p:sp>
      <p:sp>
        <p:nvSpPr>
          <p:cNvPr id="219" name="Shape 211"/>
          <p:cNvSpPr/>
          <p:nvPr/>
        </p:nvSpPr>
        <p:spPr>
          <a:xfrm>
            <a:off x="5246096" y="2756669"/>
            <a:ext cx="274320" cy="274320"/>
          </a:xfrm>
          <a:prstGeom prst="ellipse">
            <a:avLst/>
          </a:prstGeom>
          <a:solidFill>
            <a:srgbClr val="E53935"/>
          </a:solidFill>
          <a:ln w="12700">
            <a:solidFill>
              <a:srgbClr val="FFFFFF"/>
            </a:solidFill>
            <a:prstDash val="solid"/>
          </a:ln>
        </p:spPr>
      </p:sp>
      <p:sp>
        <p:nvSpPr>
          <p:cNvPr id="220" name="Text 212"/>
          <p:cNvSpPr txBox="1"/>
          <p:nvPr/>
        </p:nvSpPr>
        <p:spPr>
          <a:xfrm>
            <a:off x="5246096" y="27566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21" name="Image 6" descr="preencoded.png">    </p:cNvPr>
          <p:cNvPicPr>
            <a:picLocks noChangeAspect="1"/>
          </p:cNvPicPr>
          <p:nvPr/>
        </p:nvPicPr>
        <p:blipFill>
          <a:blip r:embed="rId7"/>
          <a:stretch>
            <a:fillRect/>
          </a:stretch>
        </p:blipFill>
        <p:spPr>
          <a:xfrm>
            <a:off x="4755977" y="3012701"/>
            <a:ext cx="237744" cy="237744"/>
          </a:xfrm>
          <a:prstGeom prst="rect">
            <a:avLst/>
          </a:prstGeom>
        </p:spPr>
      </p:pic>
      <p:sp>
        <p:nvSpPr>
          <p:cNvPr id="222" name="Shape 213"/>
          <p:cNvSpPr/>
          <p:nvPr/>
        </p:nvSpPr>
        <p:spPr>
          <a:xfrm>
            <a:off x="3993368" y="3131573"/>
            <a:ext cx="1408176" cy="475488"/>
          </a:xfrm>
          <a:prstGeom prst="roundRect">
            <a:avLst>
              <a:gd name="adj" fmla="val 9615"/>
            </a:avLst>
          </a:prstGeom>
          <a:solidFill>
            <a:srgbClr val="FFFFFF">
              <a:alpha val="0"/>
            </a:srgbClr>
          </a:solidFill>
          <a:ln w="31750">
            <a:solidFill>
              <a:srgbClr val="E53935"/>
            </a:solidFill>
            <a:prstDash val="solid"/>
          </a:ln>
        </p:spPr>
      </p:sp>
      <p:sp>
        <p:nvSpPr>
          <p:cNvPr id="223" name="Shape 214"/>
          <p:cNvSpPr/>
          <p:nvPr/>
        </p:nvSpPr>
        <p:spPr>
          <a:xfrm>
            <a:off x="5264384" y="2994413"/>
            <a:ext cx="274320" cy="274320"/>
          </a:xfrm>
          <a:prstGeom prst="ellipse">
            <a:avLst/>
          </a:prstGeom>
          <a:solidFill>
            <a:srgbClr val="E53935"/>
          </a:solidFill>
          <a:ln w="12700">
            <a:solidFill>
              <a:srgbClr val="FFFFFF"/>
            </a:solidFill>
            <a:prstDash val="solid"/>
          </a:ln>
        </p:spPr>
      </p:sp>
      <p:sp>
        <p:nvSpPr>
          <p:cNvPr id="224" name="Text 215"/>
          <p:cNvSpPr txBox="1"/>
          <p:nvPr/>
        </p:nvSpPr>
        <p:spPr>
          <a:xfrm>
            <a:off x="5264384" y="299441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25" name="Image 7" descr="preencoded.png">    </p:cNvPr>
          <p:cNvPicPr>
            <a:picLocks noChangeAspect="1"/>
          </p:cNvPicPr>
          <p:nvPr/>
        </p:nvPicPr>
        <p:blipFill>
          <a:blip r:embed="rId8"/>
          <a:stretch>
            <a:fillRect/>
          </a:stretch>
        </p:blipFill>
        <p:spPr>
          <a:xfrm>
            <a:off x="4766036" y="3391263"/>
            <a:ext cx="237744" cy="237744"/>
          </a:xfrm>
          <a:prstGeom prst="rect">
            <a:avLst/>
          </a:prstGeom>
        </p:spPr>
      </p:pic>
      <p:sp>
        <p:nvSpPr>
          <p:cNvPr id="226" name="Shape 216"/>
          <p:cNvSpPr/>
          <p:nvPr/>
        </p:nvSpPr>
        <p:spPr>
          <a:xfrm>
            <a:off x="4880336" y="3735077"/>
            <a:ext cx="493776" cy="219456"/>
          </a:xfrm>
          <a:prstGeom prst="roundRect">
            <a:avLst>
              <a:gd name="adj" fmla="val 20833"/>
            </a:avLst>
          </a:prstGeom>
          <a:solidFill>
            <a:srgbClr val="FFFFFF">
              <a:alpha val="0"/>
            </a:srgbClr>
          </a:solidFill>
          <a:ln w="31750">
            <a:solidFill>
              <a:srgbClr val="E53935"/>
            </a:solidFill>
            <a:prstDash val="solid"/>
          </a:ln>
        </p:spPr>
      </p:sp>
      <p:sp>
        <p:nvSpPr>
          <p:cNvPr id="227" name="Shape 217"/>
          <p:cNvSpPr/>
          <p:nvPr/>
        </p:nvSpPr>
        <p:spPr>
          <a:xfrm>
            <a:off x="5236952" y="3597917"/>
            <a:ext cx="274320" cy="274320"/>
          </a:xfrm>
          <a:prstGeom prst="ellipse">
            <a:avLst/>
          </a:prstGeom>
          <a:solidFill>
            <a:srgbClr val="E53935"/>
          </a:solidFill>
          <a:ln w="12700">
            <a:solidFill>
              <a:srgbClr val="FFFFFF"/>
            </a:solidFill>
            <a:prstDash val="solid"/>
          </a:ln>
        </p:spPr>
      </p:sp>
      <p:sp>
        <p:nvSpPr>
          <p:cNvPr id="228" name="Text 218"/>
          <p:cNvSpPr txBox="1"/>
          <p:nvPr/>
        </p:nvSpPr>
        <p:spPr>
          <a:xfrm>
            <a:off x="5236952" y="35979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229" name="Image 8" descr="preencoded.png">    </p:cNvPr>
          <p:cNvPicPr>
            <a:picLocks noChangeAspect="1"/>
          </p:cNvPicPr>
          <p:nvPr/>
        </p:nvPicPr>
        <p:blipFill>
          <a:blip r:embed="rId9"/>
          <a:stretch>
            <a:fillRect/>
          </a:stretch>
        </p:blipFill>
        <p:spPr>
          <a:xfrm>
            <a:off x="5150084" y="3853949"/>
            <a:ext cx="237744" cy="237744"/>
          </a:xfrm>
          <a:prstGeom prst="rect">
            <a:avLst/>
          </a:prstGeom>
        </p:spPr>
      </p:pic>
      <p:sp>
        <p:nvSpPr>
          <p:cNvPr id="230" name="Text 21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231" name="Text 22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Add rule › Dropdown › isi pilihan</a:t>
            </a:r>
            <a:endParaRPr lang="en-US" sz="1800" dirty="0"/>
          </a:p>
        </p:txBody>
      </p:sp>
      <p:sp>
        <p:nvSpPr>
          <p:cNvPr id="232" name="Text 22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Add rule. Pada Criteria pilih Dropdown. Isi Option 1: 8A, Option 2: 8B. Klik Done.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Dropdown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C5</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8B</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73152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8680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86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98288" y="2573789"/>
            <a:ext cx="594360" cy="119299"/>
          </a:xfrm>
          <a:prstGeom prst="rect">
            <a:avLst/>
          </a:prstGeom>
          <a:solidFill>
            <a:srgbClr val="F8F9FA"/>
          </a:solidFill>
          <a:ln w="6350">
            <a:solidFill>
              <a:srgbClr val="DDDDDD"/>
            </a:solidFill>
            <a:prstDash val="solid"/>
          </a:ln>
        </p:spPr>
      </p:sp>
      <p:sp>
        <p:nvSpPr>
          <p:cNvPr id="68" name="Text 60"/>
          <p:cNvSpPr txBox="1"/>
          <p:nvPr/>
        </p:nvSpPr>
        <p:spPr>
          <a:xfrm>
            <a:off x="2398288" y="2573789"/>
            <a:ext cx="5943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9264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678448" y="2573789"/>
            <a:ext cx="365760" cy="119299"/>
          </a:xfrm>
          <a:prstGeom prst="rect">
            <a:avLst/>
          </a:prstGeom>
          <a:solidFill>
            <a:srgbClr val="F8F9FA"/>
          </a:solidFill>
          <a:ln w="6350">
            <a:solidFill>
              <a:srgbClr val="DDDDDD"/>
            </a:solidFill>
            <a:prstDash val="solid"/>
          </a:ln>
        </p:spPr>
      </p:sp>
      <p:sp>
        <p:nvSpPr>
          <p:cNvPr id="72" name="Text 64"/>
          <p:cNvSpPr txBox="1"/>
          <p:nvPr/>
        </p:nvSpPr>
        <p:spPr>
          <a:xfrm>
            <a:off x="367844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73152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8680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2014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98288" y="2693089"/>
            <a:ext cx="594360" cy="119299"/>
          </a:xfrm>
          <a:prstGeom prst="rect">
            <a:avLst/>
          </a:prstGeom>
          <a:solidFill>
            <a:srgbClr val="0F4C3A"/>
          </a:solidFill>
          <a:ln w="6350">
            <a:solidFill>
              <a:srgbClr val="E2E2E2"/>
            </a:solidFill>
            <a:prstDash val="solid"/>
          </a:ln>
        </p:spPr>
      </p:sp>
      <p:sp>
        <p:nvSpPr>
          <p:cNvPr id="82" name="Text 74"/>
          <p:cNvSpPr txBox="1"/>
          <p:nvPr/>
        </p:nvSpPr>
        <p:spPr>
          <a:xfrm>
            <a:off x="2425720" y="2693089"/>
            <a:ext cx="5394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83" name="Shape 75"/>
          <p:cNvSpPr/>
          <p:nvPr/>
        </p:nvSpPr>
        <p:spPr>
          <a:xfrm>
            <a:off x="299264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302008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5" name="Shape 77"/>
          <p:cNvSpPr/>
          <p:nvPr/>
        </p:nvSpPr>
        <p:spPr>
          <a:xfrm>
            <a:off x="3678448" y="2693089"/>
            <a:ext cx="365760" cy="119299"/>
          </a:xfrm>
          <a:prstGeom prst="rect">
            <a:avLst/>
          </a:prstGeom>
          <a:solidFill>
            <a:srgbClr val="0F4C3A"/>
          </a:solidFill>
          <a:ln w="6350">
            <a:solidFill>
              <a:srgbClr val="E2E2E2"/>
            </a:solidFill>
            <a:prstDash val="solid"/>
          </a:ln>
        </p:spPr>
      </p:sp>
      <p:sp>
        <p:nvSpPr>
          <p:cNvPr id="86" name="Text 78"/>
          <p:cNvSpPr txBox="1"/>
          <p:nvPr/>
        </p:nvSpPr>
        <p:spPr>
          <a:xfrm>
            <a:off x="370588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731520" cy="119299"/>
          </a:xfrm>
          <a:prstGeom prst="rect">
            <a:avLst/>
          </a:prstGeom>
          <a:solidFill>
            <a:srgbClr val="FFFFFF"/>
          </a:solidFill>
          <a:ln w="6350">
            <a:solidFill>
              <a:srgbClr val="E2E2E2"/>
            </a:solidFill>
            <a:prstDash val="solid"/>
          </a:ln>
        </p:spPr>
      </p:sp>
      <p:sp>
        <p:nvSpPr>
          <p:cNvPr id="92" name="Text 84"/>
          <p:cNvSpPr txBox="1"/>
          <p:nvPr/>
        </p:nvSpPr>
        <p:spPr>
          <a:xfrm>
            <a:off x="1282720" y="28123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86808" y="2812388"/>
            <a:ext cx="411480" cy="119299"/>
          </a:xfrm>
          <a:prstGeom prst="rect">
            <a:avLst/>
          </a:prstGeom>
          <a:solidFill>
            <a:srgbClr val="FFFFFF"/>
          </a:solidFill>
          <a:ln w="6350">
            <a:solidFill>
              <a:srgbClr val="E2E2E2"/>
            </a:solidFill>
            <a:prstDash val="solid"/>
          </a:ln>
        </p:spPr>
      </p:sp>
      <p:sp>
        <p:nvSpPr>
          <p:cNvPr id="94" name="Text 86"/>
          <p:cNvSpPr txBox="1"/>
          <p:nvPr/>
        </p:nvSpPr>
        <p:spPr>
          <a:xfrm>
            <a:off x="2014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98288" y="2812388"/>
            <a:ext cx="594360" cy="119299"/>
          </a:xfrm>
          <a:prstGeom prst="rect">
            <a:avLst/>
          </a:prstGeom>
          <a:solidFill>
            <a:srgbClr val="FFFFFF"/>
          </a:solidFill>
          <a:ln w="6350">
            <a:solidFill>
              <a:srgbClr val="E2E2E2"/>
            </a:solidFill>
            <a:prstDash val="solid"/>
          </a:ln>
        </p:spPr>
      </p:sp>
      <p:sp>
        <p:nvSpPr>
          <p:cNvPr id="96" name="Text 88"/>
          <p:cNvSpPr txBox="1"/>
          <p:nvPr/>
        </p:nvSpPr>
        <p:spPr>
          <a:xfrm>
            <a:off x="2425720" y="28123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97" name="Shape 89"/>
          <p:cNvSpPr/>
          <p:nvPr/>
        </p:nvSpPr>
        <p:spPr>
          <a:xfrm>
            <a:off x="299264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302008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9" name="Shape 91"/>
          <p:cNvSpPr/>
          <p:nvPr/>
        </p:nvSpPr>
        <p:spPr>
          <a:xfrm>
            <a:off x="3678448" y="2812388"/>
            <a:ext cx="365760" cy="119299"/>
          </a:xfrm>
          <a:prstGeom prst="rect">
            <a:avLst/>
          </a:prstGeom>
          <a:solidFill>
            <a:srgbClr val="FFFFFF"/>
          </a:solidFill>
          <a:ln w="6350">
            <a:solidFill>
              <a:srgbClr val="E2E2E2"/>
            </a:solidFill>
            <a:prstDash val="solid"/>
          </a:ln>
        </p:spPr>
      </p:sp>
      <p:sp>
        <p:nvSpPr>
          <p:cNvPr id="100" name="Text 92"/>
          <p:cNvSpPr txBox="1"/>
          <p:nvPr/>
        </p:nvSpPr>
        <p:spPr>
          <a:xfrm>
            <a:off x="370588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41148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931688"/>
            <a:ext cx="731520" cy="119299"/>
          </a:xfrm>
          <a:prstGeom prst="rect">
            <a:avLst/>
          </a:prstGeom>
          <a:solidFill>
            <a:srgbClr val="FFFFFF"/>
          </a:solidFill>
          <a:ln w="6350">
            <a:solidFill>
              <a:srgbClr val="E2E2E2"/>
            </a:solidFill>
            <a:prstDash val="solid"/>
          </a:ln>
        </p:spPr>
      </p:sp>
      <p:sp>
        <p:nvSpPr>
          <p:cNvPr id="106" name="Text 98"/>
          <p:cNvSpPr txBox="1"/>
          <p:nvPr/>
        </p:nvSpPr>
        <p:spPr>
          <a:xfrm>
            <a:off x="1282720" y="29316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86808" y="2931688"/>
            <a:ext cx="411480" cy="119299"/>
          </a:xfrm>
          <a:prstGeom prst="rect">
            <a:avLst/>
          </a:prstGeom>
          <a:solidFill>
            <a:srgbClr val="FFFFFF"/>
          </a:solidFill>
          <a:ln w="6350">
            <a:solidFill>
              <a:srgbClr val="E2E2E2"/>
            </a:solidFill>
            <a:prstDash val="solid"/>
          </a:ln>
        </p:spPr>
      </p:sp>
      <p:sp>
        <p:nvSpPr>
          <p:cNvPr id="108" name="Text 100"/>
          <p:cNvSpPr txBox="1"/>
          <p:nvPr/>
        </p:nvSpPr>
        <p:spPr>
          <a:xfrm>
            <a:off x="2014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98288" y="2931688"/>
            <a:ext cx="594360" cy="119299"/>
          </a:xfrm>
          <a:prstGeom prst="rect">
            <a:avLst/>
          </a:prstGeom>
          <a:solidFill>
            <a:srgbClr val="FFFFFF"/>
          </a:solidFill>
          <a:ln w="6350">
            <a:solidFill>
              <a:srgbClr val="E2E2E2"/>
            </a:solidFill>
            <a:prstDash val="solid"/>
          </a:ln>
        </p:spPr>
      </p:sp>
      <p:sp>
        <p:nvSpPr>
          <p:cNvPr id="110" name="Text 102"/>
          <p:cNvSpPr txBox="1"/>
          <p:nvPr/>
        </p:nvSpPr>
        <p:spPr>
          <a:xfrm>
            <a:off x="2425720" y="29316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11" name="Shape 103"/>
          <p:cNvSpPr/>
          <p:nvPr/>
        </p:nvSpPr>
        <p:spPr>
          <a:xfrm>
            <a:off x="299264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302008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3" name="Shape 105"/>
          <p:cNvSpPr/>
          <p:nvPr/>
        </p:nvSpPr>
        <p:spPr>
          <a:xfrm>
            <a:off x="3678448" y="2931688"/>
            <a:ext cx="365760" cy="119299"/>
          </a:xfrm>
          <a:prstGeom prst="rect">
            <a:avLst/>
          </a:prstGeom>
          <a:solidFill>
            <a:srgbClr val="FFFFFF"/>
          </a:solidFill>
          <a:ln w="6350">
            <a:solidFill>
              <a:srgbClr val="E2E2E2"/>
            </a:solidFill>
            <a:prstDash val="solid"/>
          </a:ln>
        </p:spPr>
      </p:sp>
      <p:sp>
        <p:nvSpPr>
          <p:cNvPr id="114" name="Text 106"/>
          <p:cNvSpPr txBox="1"/>
          <p:nvPr/>
        </p:nvSpPr>
        <p:spPr>
          <a:xfrm>
            <a:off x="370588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41148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3050987"/>
            <a:ext cx="731520" cy="119299"/>
          </a:xfrm>
          <a:prstGeom prst="rect">
            <a:avLst/>
          </a:prstGeom>
          <a:solidFill>
            <a:srgbClr val="FFFFFF"/>
          </a:solidFill>
          <a:ln w="6350">
            <a:solidFill>
              <a:srgbClr val="E2E2E2"/>
            </a:solidFill>
            <a:prstDash val="solid"/>
          </a:ln>
        </p:spPr>
      </p:sp>
      <p:sp>
        <p:nvSpPr>
          <p:cNvPr id="120" name="Text 112"/>
          <p:cNvSpPr txBox="1"/>
          <p:nvPr/>
        </p:nvSpPr>
        <p:spPr>
          <a:xfrm>
            <a:off x="1282720" y="30509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8680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2014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98288" y="3050987"/>
            <a:ext cx="594360" cy="119299"/>
          </a:xfrm>
          <a:prstGeom prst="rect">
            <a:avLst/>
          </a:prstGeom>
          <a:solidFill>
            <a:srgbClr val="FFFFFF"/>
          </a:solidFill>
          <a:ln w="6350">
            <a:solidFill>
              <a:srgbClr val="E2E2E2"/>
            </a:solidFill>
            <a:prstDash val="solid"/>
          </a:ln>
        </p:spPr>
      </p:sp>
      <p:sp>
        <p:nvSpPr>
          <p:cNvPr id="124" name="Text 116"/>
          <p:cNvSpPr txBox="1"/>
          <p:nvPr/>
        </p:nvSpPr>
        <p:spPr>
          <a:xfrm>
            <a:off x="2425720" y="30509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125" name="Shape 117"/>
          <p:cNvSpPr/>
          <p:nvPr/>
        </p:nvSpPr>
        <p:spPr>
          <a:xfrm>
            <a:off x="2992648" y="3050987"/>
            <a:ext cx="685800" cy="119299"/>
          </a:xfrm>
          <a:prstGeom prst="rect">
            <a:avLst/>
          </a:prstGeom>
          <a:solidFill>
            <a:srgbClr val="FFFFFF"/>
          </a:solidFill>
          <a:ln w="6350">
            <a:solidFill>
              <a:srgbClr val="E2E2E2"/>
            </a:solidFill>
            <a:prstDash val="solid"/>
          </a:ln>
        </p:spPr>
      </p:sp>
      <p:sp>
        <p:nvSpPr>
          <p:cNvPr id="126" name="Text 118"/>
          <p:cNvSpPr txBox="1"/>
          <p:nvPr/>
        </p:nvSpPr>
        <p:spPr>
          <a:xfrm>
            <a:off x="302008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7" name="Shape 119"/>
          <p:cNvSpPr/>
          <p:nvPr/>
        </p:nvSpPr>
        <p:spPr>
          <a:xfrm>
            <a:off x="3678448" y="3050987"/>
            <a:ext cx="365760" cy="119299"/>
          </a:xfrm>
          <a:prstGeom prst="rect">
            <a:avLst/>
          </a:prstGeom>
          <a:solidFill>
            <a:srgbClr val="FFFFFF"/>
          </a:solidFill>
          <a:ln w="6350">
            <a:solidFill>
              <a:srgbClr val="E2E2E2"/>
            </a:solidFill>
            <a:prstDash val="solid"/>
          </a:ln>
        </p:spPr>
      </p:sp>
      <p:sp>
        <p:nvSpPr>
          <p:cNvPr id="128" name="Text 120"/>
          <p:cNvSpPr txBox="1"/>
          <p:nvPr/>
        </p:nvSpPr>
        <p:spPr>
          <a:xfrm>
            <a:off x="370588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41148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33" name="Shape 125"/>
          <p:cNvSpPr/>
          <p:nvPr/>
        </p:nvSpPr>
        <p:spPr>
          <a:xfrm>
            <a:off x="1255288" y="3170287"/>
            <a:ext cx="731520" cy="119299"/>
          </a:xfrm>
          <a:prstGeom prst="rect">
            <a:avLst/>
          </a:prstGeom>
          <a:solidFill>
            <a:srgbClr val="FFFFFF"/>
          </a:solidFill>
          <a:ln w="6350">
            <a:solidFill>
              <a:srgbClr val="E2E2E2"/>
            </a:solidFill>
            <a:prstDash val="solid"/>
          </a:ln>
        </p:spPr>
      </p:sp>
      <p:sp>
        <p:nvSpPr>
          <p:cNvPr id="134" name="Text 126"/>
          <p:cNvSpPr txBox="1"/>
          <p:nvPr/>
        </p:nvSpPr>
        <p:spPr>
          <a:xfrm>
            <a:off x="1282720" y="31702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1986808" y="3170287"/>
            <a:ext cx="411480" cy="119299"/>
          </a:xfrm>
          <a:prstGeom prst="rect">
            <a:avLst/>
          </a:prstGeom>
          <a:solidFill>
            <a:srgbClr val="FFFFFF"/>
          </a:solidFill>
          <a:ln w="6350">
            <a:solidFill>
              <a:srgbClr val="E2E2E2"/>
            </a:solidFill>
            <a:prstDash val="solid"/>
          </a:ln>
        </p:spPr>
      </p:sp>
      <p:sp>
        <p:nvSpPr>
          <p:cNvPr id="136" name="Text 128"/>
          <p:cNvSpPr txBox="1"/>
          <p:nvPr/>
        </p:nvSpPr>
        <p:spPr>
          <a:xfrm>
            <a:off x="2014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7" name="Shape 129"/>
          <p:cNvSpPr/>
          <p:nvPr/>
        </p:nvSpPr>
        <p:spPr>
          <a:xfrm>
            <a:off x="2398288" y="3170287"/>
            <a:ext cx="594360" cy="119299"/>
          </a:xfrm>
          <a:prstGeom prst="rect">
            <a:avLst/>
          </a:prstGeom>
          <a:solidFill>
            <a:srgbClr val="FFFFFF"/>
          </a:solidFill>
          <a:ln w="6350">
            <a:solidFill>
              <a:srgbClr val="E2E2E2"/>
            </a:solidFill>
            <a:prstDash val="solid"/>
          </a:ln>
        </p:spPr>
      </p:sp>
      <p:sp>
        <p:nvSpPr>
          <p:cNvPr id="138" name="Text 130"/>
          <p:cNvSpPr txBox="1"/>
          <p:nvPr/>
        </p:nvSpPr>
        <p:spPr>
          <a:xfrm>
            <a:off x="2425720" y="31702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39" name="Shape 131"/>
          <p:cNvSpPr/>
          <p:nvPr/>
        </p:nvSpPr>
        <p:spPr>
          <a:xfrm>
            <a:off x="2992648" y="3170287"/>
            <a:ext cx="685800" cy="119299"/>
          </a:xfrm>
          <a:prstGeom prst="rect">
            <a:avLst/>
          </a:prstGeom>
          <a:solidFill>
            <a:srgbClr val="FFFFFF"/>
          </a:solidFill>
          <a:ln w="6350">
            <a:solidFill>
              <a:srgbClr val="E2E2E2"/>
            </a:solidFill>
            <a:prstDash val="solid"/>
          </a:ln>
        </p:spPr>
      </p:sp>
      <p:sp>
        <p:nvSpPr>
          <p:cNvPr id="140" name="Text 132"/>
          <p:cNvSpPr txBox="1"/>
          <p:nvPr/>
        </p:nvSpPr>
        <p:spPr>
          <a:xfrm>
            <a:off x="302008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41" name="Shape 133"/>
          <p:cNvSpPr/>
          <p:nvPr/>
        </p:nvSpPr>
        <p:spPr>
          <a:xfrm>
            <a:off x="3678448" y="3170287"/>
            <a:ext cx="365760" cy="119299"/>
          </a:xfrm>
          <a:prstGeom prst="rect">
            <a:avLst/>
          </a:prstGeom>
          <a:solidFill>
            <a:srgbClr val="FFFFFF"/>
          </a:solidFill>
          <a:ln w="6350">
            <a:solidFill>
              <a:srgbClr val="E2E2E2"/>
            </a:solidFill>
            <a:prstDash val="solid"/>
          </a:ln>
        </p:spPr>
      </p:sp>
      <p:sp>
        <p:nvSpPr>
          <p:cNvPr id="142" name="Text 134"/>
          <p:cNvSpPr txBox="1"/>
          <p:nvPr/>
        </p:nvSpPr>
        <p:spPr>
          <a:xfrm>
            <a:off x="3705880" y="31702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41148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47" name="Shape 139"/>
          <p:cNvSpPr/>
          <p:nvPr/>
        </p:nvSpPr>
        <p:spPr>
          <a:xfrm>
            <a:off x="1255288" y="3289586"/>
            <a:ext cx="731520" cy="119299"/>
          </a:xfrm>
          <a:prstGeom prst="rect">
            <a:avLst/>
          </a:prstGeom>
          <a:solidFill>
            <a:srgbClr val="FFFFFF"/>
          </a:solidFill>
          <a:ln w="6350">
            <a:solidFill>
              <a:srgbClr val="E2E2E2"/>
            </a:solidFill>
            <a:prstDash val="solid"/>
          </a:ln>
        </p:spPr>
      </p:sp>
      <p:sp>
        <p:nvSpPr>
          <p:cNvPr id="148" name="Text 140"/>
          <p:cNvSpPr txBox="1"/>
          <p:nvPr/>
        </p:nvSpPr>
        <p:spPr>
          <a:xfrm>
            <a:off x="1282720" y="3289586"/>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1986808" y="3289586"/>
            <a:ext cx="411480" cy="119299"/>
          </a:xfrm>
          <a:prstGeom prst="rect">
            <a:avLst/>
          </a:prstGeom>
          <a:solidFill>
            <a:srgbClr val="FFFFFF"/>
          </a:solidFill>
          <a:ln w="6350">
            <a:solidFill>
              <a:srgbClr val="E2E2E2"/>
            </a:solidFill>
            <a:prstDash val="solid"/>
          </a:ln>
        </p:spPr>
      </p:sp>
      <p:sp>
        <p:nvSpPr>
          <p:cNvPr id="150" name="Text 142"/>
          <p:cNvSpPr txBox="1"/>
          <p:nvPr/>
        </p:nvSpPr>
        <p:spPr>
          <a:xfrm>
            <a:off x="2014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1" name="Shape 143"/>
          <p:cNvSpPr/>
          <p:nvPr/>
        </p:nvSpPr>
        <p:spPr>
          <a:xfrm>
            <a:off x="2398288" y="3289586"/>
            <a:ext cx="594360" cy="119299"/>
          </a:xfrm>
          <a:prstGeom prst="rect">
            <a:avLst/>
          </a:prstGeom>
          <a:solidFill>
            <a:srgbClr val="FFFFFF"/>
          </a:solidFill>
          <a:ln w="6350">
            <a:solidFill>
              <a:srgbClr val="E2E2E2"/>
            </a:solidFill>
            <a:prstDash val="solid"/>
          </a:ln>
        </p:spPr>
      </p:sp>
      <p:sp>
        <p:nvSpPr>
          <p:cNvPr id="152" name="Text 144"/>
          <p:cNvSpPr txBox="1"/>
          <p:nvPr/>
        </p:nvSpPr>
        <p:spPr>
          <a:xfrm>
            <a:off x="2425720" y="3289586"/>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53" name="Shape 145"/>
          <p:cNvSpPr/>
          <p:nvPr/>
        </p:nvSpPr>
        <p:spPr>
          <a:xfrm>
            <a:off x="2992648" y="3289586"/>
            <a:ext cx="685800" cy="119299"/>
          </a:xfrm>
          <a:prstGeom prst="rect">
            <a:avLst/>
          </a:prstGeom>
          <a:solidFill>
            <a:srgbClr val="FFFFFF"/>
          </a:solidFill>
          <a:ln w="6350">
            <a:solidFill>
              <a:srgbClr val="E2E2E2"/>
            </a:solidFill>
            <a:prstDash val="solid"/>
          </a:ln>
        </p:spPr>
      </p:sp>
      <p:sp>
        <p:nvSpPr>
          <p:cNvPr id="154" name="Text 146"/>
          <p:cNvSpPr txBox="1"/>
          <p:nvPr/>
        </p:nvSpPr>
        <p:spPr>
          <a:xfrm>
            <a:off x="302008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55" name="Shape 147"/>
          <p:cNvSpPr/>
          <p:nvPr/>
        </p:nvSpPr>
        <p:spPr>
          <a:xfrm>
            <a:off x="3678448" y="3289586"/>
            <a:ext cx="365760" cy="119299"/>
          </a:xfrm>
          <a:prstGeom prst="rect">
            <a:avLst/>
          </a:prstGeom>
          <a:solidFill>
            <a:srgbClr val="FFFFFF"/>
          </a:solidFill>
          <a:ln w="6350">
            <a:solidFill>
              <a:srgbClr val="E2E2E2"/>
            </a:solidFill>
            <a:prstDash val="solid"/>
          </a:ln>
        </p:spPr>
      </p:sp>
      <p:sp>
        <p:nvSpPr>
          <p:cNvPr id="156" name="Text 148"/>
          <p:cNvSpPr txBox="1"/>
          <p:nvPr/>
        </p:nvSpPr>
        <p:spPr>
          <a:xfrm>
            <a:off x="3705880" y="3289586"/>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41148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61" name="Shape 153"/>
          <p:cNvSpPr/>
          <p:nvPr/>
        </p:nvSpPr>
        <p:spPr>
          <a:xfrm>
            <a:off x="1255288" y="3408885"/>
            <a:ext cx="731520" cy="119299"/>
          </a:xfrm>
          <a:prstGeom prst="rect">
            <a:avLst/>
          </a:prstGeom>
          <a:solidFill>
            <a:srgbClr val="FFFFFF"/>
          </a:solidFill>
          <a:ln w="6350">
            <a:solidFill>
              <a:srgbClr val="E2E2E2"/>
            </a:solidFill>
            <a:prstDash val="solid"/>
          </a:ln>
        </p:spPr>
      </p:sp>
      <p:sp>
        <p:nvSpPr>
          <p:cNvPr id="162" name="Text 154"/>
          <p:cNvSpPr txBox="1"/>
          <p:nvPr/>
        </p:nvSpPr>
        <p:spPr>
          <a:xfrm>
            <a:off x="1282720" y="34088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1986808" y="3408885"/>
            <a:ext cx="411480" cy="119299"/>
          </a:xfrm>
          <a:prstGeom prst="rect">
            <a:avLst/>
          </a:prstGeom>
          <a:solidFill>
            <a:srgbClr val="FFFFFF"/>
          </a:solidFill>
          <a:ln w="6350">
            <a:solidFill>
              <a:srgbClr val="E2E2E2"/>
            </a:solidFill>
            <a:prstDash val="solid"/>
          </a:ln>
        </p:spPr>
      </p:sp>
      <p:sp>
        <p:nvSpPr>
          <p:cNvPr id="164" name="Text 156"/>
          <p:cNvSpPr txBox="1"/>
          <p:nvPr/>
        </p:nvSpPr>
        <p:spPr>
          <a:xfrm>
            <a:off x="2014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65" name="Shape 157"/>
          <p:cNvSpPr/>
          <p:nvPr/>
        </p:nvSpPr>
        <p:spPr>
          <a:xfrm>
            <a:off x="2398288" y="3408885"/>
            <a:ext cx="594360" cy="119299"/>
          </a:xfrm>
          <a:prstGeom prst="rect">
            <a:avLst/>
          </a:prstGeom>
          <a:solidFill>
            <a:srgbClr val="FFFFFF"/>
          </a:solidFill>
          <a:ln w="6350">
            <a:solidFill>
              <a:srgbClr val="E2E2E2"/>
            </a:solidFill>
            <a:prstDash val="solid"/>
          </a:ln>
        </p:spPr>
      </p:sp>
      <p:sp>
        <p:nvSpPr>
          <p:cNvPr id="166" name="Text 158"/>
          <p:cNvSpPr txBox="1"/>
          <p:nvPr/>
        </p:nvSpPr>
        <p:spPr>
          <a:xfrm>
            <a:off x="2425720" y="34088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67" name="Shape 159"/>
          <p:cNvSpPr/>
          <p:nvPr/>
        </p:nvSpPr>
        <p:spPr>
          <a:xfrm>
            <a:off x="2992648" y="3408885"/>
            <a:ext cx="685800" cy="119299"/>
          </a:xfrm>
          <a:prstGeom prst="rect">
            <a:avLst/>
          </a:prstGeom>
          <a:solidFill>
            <a:srgbClr val="FFFFFF"/>
          </a:solidFill>
          <a:ln w="6350">
            <a:solidFill>
              <a:srgbClr val="E2E2E2"/>
            </a:solidFill>
            <a:prstDash val="solid"/>
          </a:ln>
        </p:spPr>
      </p:sp>
      <p:sp>
        <p:nvSpPr>
          <p:cNvPr id="168" name="Text 160"/>
          <p:cNvSpPr txBox="1"/>
          <p:nvPr/>
        </p:nvSpPr>
        <p:spPr>
          <a:xfrm>
            <a:off x="302008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69" name="Shape 161"/>
          <p:cNvSpPr/>
          <p:nvPr/>
        </p:nvSpPr>
        <p:spPr>
          <a:xfrm>
            <a:off x="3678448" y="3408885"/>
            <a:ext cx="365760" cy="119299"/>
          </a:xfrm>
          <a:prstGeom prst="rect">
            <a:avLst/>
          </a:prstGeom>
          <a:solidFill>
            <a:srgbClr val="FFFFFF"/>
          </a:solidFill>
          <a:ln w="6350">
            <a:solidFill>
              <a:srgbClr val="E2E2E2"/>
            </a:solidFill>
            <a:prstDash val="solid"/>
          </a:ln>
        </p:spPr>
      </p:sp>
      <p:sp>
        <p:nvSpPr>
          <p:cNvPr id="170" name="Text 162"/>
          <p:cNvSpPr txBox="1"/>
          <p:nvPr/>
        </p:nvSpPr>
        <p:spPr>
          <a:xfrm>
            <a:off x="3705880" y="34088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41148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75" name="Shape 167"/>
          <p:cNvSpPr/>
          <p:nvPr/>
        </p:nvSpPr>
        <p:spPr>
          <a:xfrm>
            <a:off x="1255288" y="3528185"/>
            <a:ext cx="731520" cy="119299"/>
          </a:xfrm>
          <a:prstGeom prst="rect">
            <a:avLst/>
          </a:prstGeom>
          <a:solidFill>
            <a:srgbClr val="FFFFFF"/>
          </a:solidFill>
          <a:ln w="6350">
            <a:solidFill>
              <a:srgbClr val="E2E2E2"/>
            </a:solidFill>
            <a:prstDash val="solid"/>
          </a:ln>
        </p:spPr>
      </p:sp>
      <p:sp>
        <p:nvSpPr>
          <p:cNvPr id="176" name="Text 168"/>
          <p:cNvSpPr txBox="1"/>
          <p:nvPr/>
        </p:nvSpPr>
        <p:spPr>
          <a:xfrm>
            <a:off x="1282720" y="35281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1986808" y="3528185"/>
            <a:ext cx="411480" cy="119299"/>
          </a:xfrm>
          <a:prstGeom prst="rect">
            <a:avLst/>
          </a:prstGeom>
          <a:solidFill>
            <a:srgbClr val="FFFFFF"/>
          </a:solidFill>
          <a:ln w="6350">
            <a:solidFill>
              <a:srgbClr val="E2E2E2"/>
            </a:solidFill>
            <a:prstDash val="solid"/>
          </a:ln>
        </p:spPr>
      </p:sp>
      <p:sp>
        <p:nvSpPr>
          <p:cNvPr id="178" name="Text 170"/>
          <p:cNvSpPr txBox="1"/>
          <p:nvPr/>
        </p:nvSpPr>
        <p:spPr>
          <a:xfrm>
            <a:off x="2014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79" name="Shape 171"/>
          <p:cNvSpPr/>
          <p:nvPr/>
        </p:nvSpPr>
        <p:spPr>
          <a:xfrm>
            <a:off x="2398288" y="3528185"/>
            <a:ext cx="594360" cy="119299"/>
          </a:xfrm>
          <a:prstGeom prst="rect">
            <a:avLst/>
          </a:prstGeom>
          <a:solidFill>
            <a:srgbClr val="FFFFFF"/>
          </a:solidFill>
          <a:ln w="6350">
            <a:solidFill>
              <a:srgbClr val="E2E2E2"/>
            </a:solidFill>
            <a:prstDash val="solid"/>
          </a:ln>
        </p:spPr>
      </p:sp>
      <p:sp>
        <p:nvSpPr>
          <p:cNvPr id="180" name="Text 172"/>
          <p:cNvSpPr txBox="1"/>
          <p:nvPr/>
        </p:nvSpPr>
        <p:spPr>
          <a:xfrm>
            <a:off x="2425720" y="35281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81" name="Shape 173"/>
          <p:cNvSpPr/>
          <p:nvPr/>
        </p:nvSpPr>
        <p:spPr>
          <a:xfrm>
            <a:off x="2992648" y="3528185"/>
            <a:ext cx="685800" cy="119299"/>
          </a:xfrm>
          <a:prstGeom prst="rect">
            <a:avLst/>
          </a:prstGeom>
          <a:solidFill>
            <a:srgbClr val="FFFFFF"/>
          </a:solidFill>
          <a:ln w="6350">
            <a:solidFill>
              <a:srgbClr val="E2E2E2"/>
            </a:solidFill>
            <a:prstDash val="solid"/>
          </a:ln>
        </p:spPr>
      </p:sp>
      <p:sp>
        <p:nvSpPr>
          <p:cNvPr id="182" name="Text 174"/>
          <p:cNvSpPr txBox="1"/>
          <p:nvPr/>
        </p:nvSpPr>
        <p:spPr>
          <a:xfrm>
            <a:off x="302008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83" name="Shape 175"/>
          <p:cNvSpPr/>
          <p:nvPr/>
        </p:nvSpPr>
        <p:spPr>
          <a:xfrm>
            <a:off x="3678448" y="3528185"/>
            <a:ext cx="365760" cy="119299"/>
          </a:xfrm>
          <a:prstGeom prst="rect">
            <a:avLst/>
          </a:prstGeom>
          <a:solidFill>
            <a:srgbClr val="FFFFFF"/>
          </a:solidFill>
          <a:ln w="6350">
            <a:solidFill>
              <a:srgbClr val="E2E2E2"/>
            </a:solidFill>
            <a:prstDash val="solid"/>
          </a:ln>
        </p:spPr>
      </p:sp>
      <p:sp>
        <p:nvSpPr>
          <p:cNvPr id="184" name="Text 176"/>
          <p:cNvSpPr txBox="1"/>
          <p:nvPr/>
        </p:nvSpPr>
        <p:spPr>
          <a:xfrm>
            <a:off x="3705880" y="35281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41148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89" name="Shape 181"/>
          <p:cNvSpPr/>
          <p:nvPr/>
        </p:nvSpPr>
        <p:spPr>
          <a:xfrm>
            <a:off x="1255288" y="3647484"/>
            <a:ext cx="731520" cy="119299"/>
          </a:xfrm>
          <a:prstGeom prst="rect">
            <a:avLst/>
          </a:prstGeom>
          <a:solidFill>
            <a:srgbClr val="FFFFFF"/>
          </a:solidFill>
          <a:ln w="6350">
            <a:solidFill>
              <a:srgbClr val="E2E2E2"/>
            </a:solidFill>
            <a:prstDash val="solid"/>
          </a:ln>
        </p:spPr>
      </p:sp>
      <p:sp>
        <p:nvSpPr>
          <p:cNvPr id="190" name="Text 182"/>
          <p:cNvSpPr txBox="1"/>
          <p:nvPr/>
        </p:nvSpPr>
        <p:spPr>
          <a:xfrm>
            <a:off x="1282720" y="3647484"/>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1986808" y="3647484"/>
            <a:ext cx="411480" cy="119299"/>
          </a:xfrm>
          <a:prstGeom prst="rect">
            <a:avLst/>
          </a:prstGeom>
          <a:solidFill>
            <a:srgbClr val="FFFFFF"/>
          </a:solidFill>
          <a:ln w="6350">
            <a:solidFill>
              <a:srgbClr val="E2E2E2"/>
            </a:solidFill>
            <a:prstDash val="solid"/>
          </a:ln>
        </p:spPr>
      </p:sp>
      <p:sp>
        <p:nvSpPr>
          <p:cNvPr id="192" name="Text 184"/>
          <p:cNvSpPr txBox="1"/>
          <p:nvPr/>
        </p:nvSpPr>
        <p:spPr>
          <a:xfrm>
            <a:off x="2014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93" name="Shape 185"/>
          <p:cNvSpPr/>
          <p:nvPr/>
        </p:nvSpPr>
        <p:spPr>
          <a:xfrm>
            <a:off x="2398288" y="3647484"/>
            <a:ext cx="594360" cy="119299"/>
          </a:xfrm>
          <a:prstGeom prst="rect">
            <a:avLst/>
          </a:prstGeom>
          <a:solidFill>
            <a:srgbClr val="FFFFFF"/>
          </a:solidFill>
          <a:ln w="6350">
            <a:solidFill>
              <a:srgbClr val="E2E2E2"/>
            </a:solidFill>
            <a:prstDash val="solid"/>
          </a:ln>
        </p:spPr>
      </p:sp>
      <p:sp>
        <p:nvSpPr>
          <p:cNvPr id="194" name="Text 186"/>
          <p:cNvSpPr txBox="1"/>
          <p:nvPr/>
        </p:nvSpPr>
        <p:spPr>
          <a:xfrm>
            <a:off x="2425720" y="3647484"/>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95" name="Shape 187"/>
          <p:cNvSpPr/>
          <p:nvPr/>
        </p:nvSpPr>
        <p:spPr>
          <a:xfrm>
            <a:off x="2992648" y="3647484"/>
            <a:ext cx="685800" cy="119299"/>
          </a:xfrm>
          <a:prstGeom prst="rect">
            <a:avLst/>
          </a:prstGeom>
          <a:solidFill>
            <a:srgbClr val="FFFFFF"/>
          </a:solidFill>
          <a:ln w="6350">
            <a:solidFill>
              <a:srgbClr val="E2E2E2"/>
            </a:solidFill>
            <a:prstDash val="solid"/>
          </a:ln>
        </p:spPr>
      </p:sp>
      <p:sp>
        <p:nvSpPr>
          <p:cNvPr id="196" name="Text 188"/>
          <p:cNvSpPr txBox="1"/>
          <p:nvPr/>
        </p:nvSpPr>
        <p:spPr>
          <a:xfrm>
            <a:off x="302008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97" name="Shape 189"/>
          <p:cNvSpPr/>
          <p:nvPr/>
        </p:nvSpPr>
        <p:spPr>
          <a:xfrm>
            <a:off x="3678448" y="3647484"/>
            <a:ext cx="365760" cy="119299"/>
          </a:xfrm>
          <a:prstGeom prst="rect">
            <a:avLst/>
          </a:prstGeom>
          <a:solidFill>
            <a:srgbClr val="FFFFFF"/>
          </a:solidFill>
          <a:ln w="6350">
            <a:solidFill>
              <a:srgbClr val="E2E2E2"/>
            </a:solidFill>
            <a:prstDash val="solid"/>
          </a:ln>
        </p:spPr>
      </p:sp>
      <p:sp>
        <p:nvSpPr>
          <p:cNvPr id="198" name="Text 190"/>
          <p:cNvSpPr txBox="1"/>
          <p:nvPr/>
        </p:nvSpPr>
        <p:spPr>
          <a:xfrm>
            <a:off x="3705880" y="3647484"/>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99" name="Shape 191"/>
          <p:cNvSpPr/>
          <p:nvPr/>
        </p:nvSpPr>
        <p:spPr>
          <a:xfrm>
            <a:off x="1986808" y="3170287"/>
            <a:ext cx="411480" cy="119299"/>
          </a:xfrm>
          <a:prstGeom prst="rect">
            <a:avLst/>
          </a:prstGeom>
          <a:solidFill>
            <a:srgbClr val="1A73E8">
              <a:alpha val="12000"/>
            </a:srgbClr>
          </a:solidFill>
          <a:ln w="19050">
            <a:solidFill>
              <a:srgbClr val="1A73E8"/>
            </a:solidFill>
            <a:prstDash val="solid"/>
          </a:ln>
        </p:spPr>
      </p:sp>
      <p:sp>
        <p:nvSpPr>
          <p:cNvPr id="200" name="Shape 192"/>
          <p:cNvSpPr/>
          <p:nvPr/>
        </p:nvSpPr>
        <p:spPr>
          <a:xfrm>
            <a:off x="587776" y="3794216"/>
            <a:ext cx="4950927" cy="201168"/>
          </a:xfrm>
          <a:prstGeom prst="rect">
            <a:avLst/>
          </a:prstGeom>
          <a:solidFill>
            <a:srgbClr val="F8F9FA"/>
          </a:solidFill>
          <a:ln w="12700">
            <a:solidFill>
              <a:srgbClr val="F8F9FA"/>
            </a:solidFill>
            <a:prstDash val="solid"/>
          </a:ln>
        </p:spPr>
      </p:sp>
      <p:sp>
        <p:nvSpPr>
          <p:cNvPr id="201" name="Text 19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2" name="Shape 194"/>
          <p:cNvSpPr/>
          <p:nvPr/>
        </p:nvSpPr>
        <p:spPr>
          <a:xfrm>
            <a:off x="1136416" y="3794216"/>
            <a:ext cx="731520" cy="201168"/>
          </a:xfrm>
          <a:prstGeom prst="rect">
            <a:avLst/>
          </a:prstGeom>
          <a:solidFill>
            <a:srgbClr val="E1EFFE"/>
          </a:solidFill>
          <a:ln w="12700">
            <a:solidFill>
              <a:srgbClr val="E1EFFE"/>
            </a:solidFill>
            <a:prstDash val="solid"/>
          </a:ln>
        </p:spPr>
      </p:sp>
      <p:sp>
        <p:nvSpPr>
          <p:cNvPr id="203" name="Text 19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4" name="Shape 196"/>
          <p:cNvSpPr/>
          <p:nvPr/>
        </p:nvSpPr>
        <p:spPr>
          <a:xfrm>
            <a:off x="1986808" y="3289586"/>
            <a:ext cx="548640" cy="457200"/>
          </a:xfrm>
          <a:prstGeom prst="rect">
            <a:avLst/>
          </a:prstGeom>
          <a:solidFill>
            <a:srgbClr val="FFFFFF"/>
          </a:solidFill>
          <a:ln w="9525">
            <a:solidFill>
              <a:srgbClr val="AAAAAA"/>
            </a:solidFill>
            <a:prstDash val="solid"/>
          </a:ln>
        </p:spPr>
      </p:sp>
      <p:sp>
        <p:nvSpPr>
          <p:cNvPr id="205" name="Text 197"/>
          <p:cNvSpPr txBox="1"/>
          <p:nvPr/>
        </p:nvSpPr>
        <p:spPr>
          <a:xfrm>
            <a:off x="2096536" y="3317018"/>
            <a:ext cx="3840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8A</a:t>
            </a:r>
            <a:endParaRPr lang="en-US" sz="800" dirty="0"/>
          </a:p>
        </p:txBody>
      </p:sp>
      <p:sp>
        <p:nvSpPr>
          <p:cNvPr id="206" name="Text 198"/>
          <p:cNvSpPr txBox="1"/>
          <p:nvPr/>
        </p:nvSpPr>
        <p:spPr>
          <a:xfrm>
            <a:off x="2096536" y="3518186"/>
            <a:ext cx="3840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8B</a:t>
            </a:r>
            <a:endParaRPr lang="en-US" sz="800" dirty="0"/>
          </a:p>
        </p:txBody>
      </p:sp>
      <p:sp>
        <p:nvSpPr>
          <p:cNvPr id="207" name="Shape 199"/>
          <p:cNvSpPr/>
          <p:nvPr/>
        </p:nvSpPr>
        <p:spPr>
          <a:xfrm>
            <a:off x="2041672" y="3335306"/>
            <a:ext cx="91440" cy="91440"/>
          </a:xfrm>
          <a:prstGeom prst="rect">
            <a:avLst/>
          </a:prstGeom>
          <a:solidFill>
            <a:srgbClr val="34A853"/>
          </a:solidFill>
          <a:ln w="12700">
            <a:solidFill>
              <a:srgbClr val="34A853"/>
            </a:solidFill>
            <a:prstDash val="solid"/>
          </a:ln>
        </p:spPr>
      </p:sp>
      <p:sp>
        <p:nvSpPr>
          <p:cNvPr id="208" name="Shape 200"/>
          <p:cNvSpPr/>
          <p:nvPr/>
        </p:nvSpPr>
        <p:spPr>
          <a:xfrm>
            <a:off x="1959376" y="3142855"/>
            <a:ext cx="466344" cy="174163"/>
          </a:xfrm>
          <a:prstGeom prst="roundRect">
            <a:avLst>
              <a:gd name="adj" fmla="val 26251"/>
            </a:avLst>
          </a:prstGeom>
          <a:solidFill>
            <a:srgbClr val="FFFFFF">
              <a:alpha val="0"/>
            </a:srgbClr>
          </a:solidFill>
          <a:ln w="31750">
            <a:solidFill>
              <a:srgbClr val="E53935"/>
            </a:solidFill>
            <a:prstDash val="solid"/>
          </a:ln>
        </p:spPr>
      </p:sp>
      <p:sp>
        <p:nvSpPr>
          <p:cNvPr id="209" name="Shape 201"/>
          <p:cNvSpPr/>
          <p:nvPr/>
        </p:nvSpPr>
        <p:spPr>
          <a:xfrm>
            <a:off x="2288560" y="3005695"/>
            <a:ext cx="274320" cy="274320"/>
          </a:xfrm>
          <a:prstGeom prst="ellipse">
            <a:avLst/>
          </a:prstGeom>
          <a:solidFill>
            <a:srgbClr val="E53935"/>
          </a:solidFill>
          <a:ln w="12700">
            <a:solidFill>
              <a:srgbClr val="FFFFFF"/>
            </a:solidFill>
            <a:prstDash val="solid"/>
          </a:ln>
        </p:spPr>
      </p:sp>
      <p:sp>
        <p:nvSpPr>
          <p:cNvPr id="210" name="Text 202"/>
          <p:cNvSpPr txBox="1"/>
          <p:nvPr/>
        </p:nvSpPr>
        <p:spPr>
          <a:xfrm>
            <a:off x="2288560" y="300569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211" name="Image 6" descr="preencoded.png">    </p:cNvPr>
          <p:cNvPicPr>
            <a:picLocks noChangeAspect="1"/>
          </p:cNvPicPr>
          <p:nvPr/>
        </p:nvPicPr>
        <p:blipFill>
          <a:blip r:embed="rId7"/>
          <a:stretch>
            <a:fillRect/>
          </a:stretch>
        </p:blipFill>
        <p:spPr>
          <a:xfrm>
            <a:off x="2213122" y="3235901"/>
            <a:ext cx="237744" cy="237744"/>
          </a:xfrm>
          <a:prstGeom prst="rect">
            <a:avLst/>
          </a:prstGeom>
        </p:spPr>
      </p:pic>
      <p:sp>
        <p:nvSpPr>
          <p:cNvPr id="212" name="Text 20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213" name="Text 20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Sel Kelas kini berisi pilihan</a:t>
            </a:r>
            <a:endParaRPr lang="en-US" sz="1800" dirty="0"/>
          </a:p>
        </p:txBody>
      </p:sp>
      <p:sp>
        <p:nvSpPr>
          <p:cNvPr id="214" name="Text 20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sel di kolom Kelas: muncul panah pilihan. Ulangi untuk kolom Ekskul dengan pilihan Pramuka, Kaligrafi, Futsal, Tahsin.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Validasi Angka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73152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8680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86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98288" y="2573789"/>
            <a:ext cx="594360" cy="119299"/>
          </a:xfrm>
          <a:prstGeom prst="rect">
            <a:avLst/>
          </a:prstGeom>
          <a:solidFill>
            <a:srgbClr val="F8F9FA"/>
          </a:solidFill>
          <a:ln w="6350">
            <a:solidFill>
              <a:srgbClr val="DDDDDD"/>
            </a:solidFill>
            <a:prstDash val="solid"/>
          </a:ln>
        </p:spPr>
      </p:sp>
      <p:sp>
        <p:nvSpPr>
          <p:cNvPr id="68" name="Text 60"/>
          <p:cNvSpPr txBox="1"/>
          <p:nvPr/>
        </p:nvSpPr>
        <p:spPr>
          <a:xfrm>
            <a:off x="2398288" y="2573789"/>
            <a:ext cx="5943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9264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678448" y="2573789"/>
            <a:ext cx="365760" cy="119299"/>
          </a:xfrm>
          <a:prstGeom prst="rect">
            <a:avLst/>
          </a:prstGeom>
          <a:solidFill>
            <a:srgbClr val="F8F9FA"/>
          </a:solidFill>
          <a:ln w="6350">
            <a:solidFill>
              <a:srgbClr val="DDDDDD"/>
            </a:solidFill>
            <a:prstDash val="solid"/>
          </a:ln>
        </p:spPr>
      </p:sp>
      <p:sp>
        <p:nvSpPr>
          <p:cNvPr id="72" name="Text 64"/>
          <p:cNvSpPr txBox="1"/>
          <p:nvPr/>
        </p:nvSpPr>
        <p:spPr>
          <a:xfrm>
            <a:off x="367844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73152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8680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2014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98288" y="2693089"/>
            <a:ext cx="594360" cy="119299"/>
          </a:xfrm>
          <a:prstGeom prst="rect">
            <a:avLst/>
          </a:prstGeom>
          <a:solidFill>
            <a:srgbClr val="0F4C3A"/>
          </a:solidFill>
          <a:ln w="6350">
            <a:solidFill>
              <a:srgbClr val="E2E2E2"/>
            </a:solidFill>
            <a:prstDash val="solid"/>
          </a:ln>
        </p:spPr>
      </p:sp>
      <p:sp>
        <p:nvSpPr>
          <p:cNvPr id="82" name="Text 74"/>
          <p:cNvSpPr txBox="1"/>
          <p:nvPr/>
        </p:nvSpPr>
        <p:spPr>
          <a:xfrm>
            <a:off x="2425720" y="2693089"/>
            <a:ext cx="5394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83" name="Shape 75"/>
          <p:cNvSpPr/>
          <p:nvPr/>
        </p:nvSpPr>
        <p:spPr>
          <a:xfrm>
            <a:off x="299264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302008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5" name="Shape 77"/>
          <p:cNvSpPr/>
          <p:nvPr/>
        </p:nvSpPr>
        <p:spPr>
          <a:xfrm>
            <a:off x="3678448" y="2693089"/>
            <a:ext cx="365760" cy="119299"/>
          </a:xfrm>
          <a:prstGeom prst="rect">
            <a:avLst/>
          </a:prstGeom>
          <a:solidFill>
            <a:srgbClr val="0F4C3A"/>
          </a:solidFill>
          <a:ln w="6350">
            <a:solidFill>
              <a:srgbClr val="E2E2E2"/>
            </a:solidFill>
            <a:prstDash val="solid"/>
          </a:ln>
        </p:spPr>
      </p:sp>
      <p:sp>
        <p:nvSpPr>
          <p:cNvPr id="86" name="Text 78"/>
          <p:cNvSpPr txBox="1"/>
          <p:nvPr/>
        </p:nvSpPr>
        <p:spPr>
          <a:xfrm>
            <a:off x="370588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731520" cy="119299"/>
          </a:xfrm>
          <a:prstGeom prst="rect">
            <a:avLst/>
          </a:prstGeom>
          <a:solidFill>
            <a:srgbClr val="FFFFFF"/>
          </a:solidFill>
          <a:ln w="6350">
            <a:solidFill>
              <a:srgbClr val="E2E2E2"/>
            </a:solidFill>
            <a:prstDash val="solid"/>
          </a:ln>
        </p:spPr>
      </p:sp>
      <p:sp>
        <p:nvSpPr>
          <p:cNvPr id="92" name="Text 84"/>
          <p:cNvSpPr txBox="1"/>
          <p:nvPr/>
        </p:nvSpPr>
        <p:spPr>
          <a:xfrm>
            <a:off x="1282720" y="28123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86808" y="2812388"/>
            <a:ext cx="411480" cy="119299"/>
          </a:xfrm>
          <a:prstGeom prst="rect">
            <a:avLst/>
          </a:prstGeom>
          <a:solidFill>
            <a:srgbClr val="FFFFFF"/>
          </a:solidFill>
          <a:ln w="6350">
            <a:solidFill>
              <a:srgbClr val="E2E2E2"/>
            </a:solidFill>
            <a:prstDash val="solid"/>
          </a:ln>
        </p:spPr>
      </p:sp>
      <p:sp>
        <p:nvSpPr>
          <p:cNvPr id="94" name="Text 86"/>
          <p:cNvSpPr txBox="1"/>
          <p:nvPr/>
        </p:nvSpPr>
        <p:spPr>
          <a:xfrm>
            <a:off x="2014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98288" y="2812388"/>
            <a:ext cx="594360" cy="119299"/>
          </a:xfrm>
          <a:prstGeom prst="rect">
            <a:avLst/>
          </a:prstGeom>
          <a:solidFill>
            <a:srgbClr val="FFFFFF"/>
          </a:solidFill>
          <a:ln w="6350">
            <a:solidFill>
              <a:srgbClr val="E2E2E2"/>
            </a:solidFill>
            <a:prstDash val="solid"/>
          </a:ln>
        </p:spPr>
      </p:sp>
      <p:sp>
        <p:nvSpPr>
          <p:cNvPr id="96" name="Text 88"/>
          <p:cNvSpPr txBox="1"/>
          <p:nvPr/>
        </p:nvSpPr>
        <p:spPr>
          <a:xfrm>
            <a:off x="2425720" y="28123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97" name="Shape 89"/>
          <p:cNvSpPr/>
          <p:nvPr/>
        </p:nvSpPr>
        <p:spPr>
          <a:xfrm>
            <a:off x="299264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302008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9" name="Shape 91"/>
          <p:cNvSpPr/>
          <p:nvPr/>
        </p:nvSpPr>
        <p:spPr>
          <a:xfrm>
            <a:off x="3678448" y="2812388"/>
            <a:ext cx="365760" cy="119299"/>
          </a:xfrm>
          <a:prstGeom prst="rect">
            <a:avLst/>
          </a:prstGeom>
          <a:solidFill>
            <a:srgbClr val="FFFFFF"/>
          </a:solidFill>
          <a:ln w="6350">
            <a:solidFill>
              <a:srgbClr val="E2E2E2"/>
            </a:solidFill>
            <a:prstDash val="solid"/>
          </a:ln>
        </p:spPr>
      </p:sp>
      <p:sp>
        <p:nvSpPr>
          <p:cNvPr id="100" name="Text 92"/>
          <p:cNvSpPr txBox="1"/>
          <p:nvPr/>
        </p:nvSpPr>
        <p:spPr>
          <a:xfrm>
            <a:off x="370588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41148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931688"/>
            <a:ext cx="731520" cy="119299"/>
          </a:xfrm>
          <a:prstGeom prst="rect">
            <a:avLst/>
          </a:prstGeom>
          <a:solidFill>
            <a:srgbClr val="FFFFFF"/>
          </a:solidFill>
          <a:ln w="6350">
            <a:solidFill>
              <a:srgbClr val="E2E2E2"/>
            </a:solidFill>
            <a:prstDash val="solid"/>
          </a:ln>
        </p:spPr>
      </p:sp>
      <p:sp>
        <p:nvSpPr>
          <p:cNvPr id="106" name="Text 98"/>
          <p:cNvSpPr txBox="1"/>
          <p:nvPr/>
        </p:nvSpPr>
        <p:spPr>
          <a:xfrm>
            <a:off x="1282720" y="29316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86808" y="2931688"/>
            <a:ext cx="411480" cy="119299"/>
          </a:xfrm>
          <a:prstGeom prst="rect">
            <a:avLst/>
          </a:prstGeom>
          <a:solidFill>
            <a:srgbClr val="FFFFFF"/>
          </a:solidFill>
          <a:ln w="6350">
            <a:solidFill>
              <a:srgbClr val="E2E2E2"/>
            </a:solidFill>
            <a:prstDash val="solid"/>
          </a:ln>
        </p:spPr>
      </p:sp>
      <p:sp>
        <p:nvSpPr>
          <p:cNvPr id="108" name="Text 100"/>
          <p:cNvSpPr txBox="1"/>
          <p:nvPr/>
        </p:nvSpPr>
        <p:spPr>
          <a:xfrm>
            <a:off x="2014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98288" y="2931688"/>
            <a:ext cx="594360" cy="119299"/>
          </a:xfrm>
          <a:prstGeom prst="rect">
            <a:avLst/>
          </a:prstGeom>
          <a:solidFill>
            <a:srgbClr val="FFFFFF"/>
          </a:solidFill>
          <a:ln w="6350">
            <a:solidFill>
              <a:srgbClr val="E2E2E2"/>
            </a:solidFill>
            <a:prstDash val="solid"/>
          </a:ln>
        </p:spPr>
      </p:sp>
      <p:sp>
        <p:nvSpPr>
          <p:cNvPr id="110" name="Text 102"/>
          <p:cNvSpPr txBox="1"/>
          <p:nvPr/>
        </p:nvSpPr>
        <p:spPr>
          <a:xfrm>
            <a:off x="2425720" y="29316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11" name="Shape 103"/>
          <p:cNvSpPr/>
          <p:nvPr/>
        </p:nvSpPr>
        <p:spPr>
          <a:xfrm>
            <a:off x="299264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302008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3" name="Shape 105"/>
          <p:cNvSpPr/>
          <p:nvPr/>
        </p:nvSpPr>
        <p:spPr>
          <a:xfrm>
            <a:off x="3678448" y="2931688"/>
            <a:ext cx="365760" cy="119299"/>
          </a:xfrm>
          <a:prstGeom prst="rect">
            <a:avLst/>
          </a:prstGeom>
          <a:solidFill>
            <a:srgbClr val="FFFFFF"/>
          </a:solidFill>
          <a:ln w="6350">
            <a:solidFill>
              <a:srgbClr val="E2E2E2"/>
            </a:solidFill>
            <a:prstDash val="solid"/>
          </a:ln>
        </p:spPr>
      </p:sp>
      <p:sp>
        <p:nvSpPr>
          <p:cNvPr id="114" name="Text 106"/>
          <p:cNvSpPr txBox="1"/>
          <p:nvPr/>
        </p:nvSpPr>
        <p:spPr>
          <a:xfrm>
            <a:off x="370588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41148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3050987"/>
            <a:ext cx="731520" cy="119299"/>
          </a:xfrm>
          <a:prstGeom prst="rect">
            <a:avLst/>
          </a:prstGeom>
          <a:solidFill>
            <a:srgbClr val="FFFFFF"/>
          </a:solidFill>
          <a:ln w="6350">
            <a:solidFill>
              <a:srgbClr val="E2E2E2"/>
            </a:solidFill>
            <a:prstDash val="solid"/>
          </a:ln>
        </p:spPr>
      </p:sp>
      <p:sp>
        <p:nvSpPr>
          <p:cNvPr id="120" name="Text 112"/>
          <p:cNvSpPr txBox="1"/>
          <p:nvPr/>
        </p:nvSpPr>
        <p:spPr>
          <a:xfrm>
            <a:off x="1282720" y="30509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8680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2014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98288" y="3050987"/>
            <a:ext cx="594360" cy="119299"/>
          </a:xfrm>
          <a:prstGeom prst="rect">
            <a:avLst/>
          </a:prstGeom>
          <a:solidFill>
            <a:srgbClr val="FFFFFF"/>
          </a:solidFill>
          <a:ln w="6350">
            <a:solidFill>
              <a:srgbClr val="E2E2E2"/>
            </a:solidFill>
            <a:prstDash val="solid"/>
          </a:ln>
        </p:spPr>
      </p:sp>
      <p:sp>
        <p:nvSpPr>
          <p:cNvPr id="124" name="Text 116"/>
          <p:cNvSpPr txBox="1"/>
          <p:nvPr/>
        </p:nvSpPr>
        <p:spPr>
          <a:xfrm>
            <a:off x="2425720" y="30509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125" name="Shape 117"/>
          <p:cNvSpPr/>
          <p:nvPr/>
        </p:nvSpPr>
        <p:spPr>
          <a:xfrm>
            <a:off x="2992648" y="3050987"/>
            <a:ext cx="685800" cy="119299"/>
          </a:xfrm>
          <a:prstGeom prst="rect">
            <a:avLst/>
          </a:prstGeom>
          <a:solidFill>
            <a:srgbClr val="FFFFFF"/>
          </a:solidFill>
          <a:ln w="6350">
            <a:solidFill>
              <a:srgbClr val="E2E2E2"/>
            </a:solidFill>
            <a:prstDash val="solid"/>
          </a:ln>
        </p:spPr>
      </p:sp>
      <p:sp>
        <p:nvSpPr>
          <p:cNvPr id="126" name="Text 118"/>
          <p:cNvSpPr txBox="1"/>
          <p:nvPr/>
        </p:nvSpPr>
        <p:spPr>
          <a:xfrm>
            <a:off x="302008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7" name="Shape 119"/>
          <p:cNvSpPr/>
          <p:nvPr/>
        </p:nvSpPr>
        <p:spPr>
          <a:xfrm>
            <a:off x="3678448" y="3050987"/>
            <a:ext cx="365760" cy="119299"/>
          </a:xfrm>
          <a:prstGeom prst="rect">
            <a:avLst/>
          </a:prstGeom>
          <a:solidFill>
            <a:srgbClr val="FFFFFF"/>
          </a:solidFill>
          <a:ln w="6350">
            <a:solidFill>
              <a:srgbClr val="E2E2E2"/>
            </a:solidFill>
            <a:prstDash val="solid"/>
          </a:ln>
        </p:spPr>
      </p:sp>
      <p:sp>
        <p:nvSpPr>
          <p:cNvPr id="128" name="Text 120"/>
          <p:cNvSpPr txBox="1"/>
          <p:nvPr/>
        </p:nvSpPr>
        <p:spPr>
          <a:xfrm>
            <a:off x="370588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41148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33" name="Shape 125"/>
          <p:cNvSpPr/>
          <p:nvPr/>
        </p:nvSpPr>
        <p:spPr>
          <a:xfrm>
            <a:off x="1255288" y="3170287"/>
            <a:ext cx="731520" cy="119299"/>
          </a:xfrm>
          <a:prstGeom prst="rect">
            <a:avLst/>
          </a:prstGeom>
          <a:solidFill>
            <a:srgbClr val="FFFFFF"/>
          </a:solidFill>
          <a:ln w="6350">
            <a:solidFill>
              <a:srgbClr val="E2E2E2"/>
            </a:solidFill>
            <a:prstDash val="solid"/>
          </a:ln>
        </p:spPr>
      </p:sp>
      <p:sp>
        <p:nvSpPr>
          <p:cNvPr id="134" name="Text 126"/>
          <p:cNvSpPr txBox="1"/>
          <p:nvPr/>
        </p:nvSpPr>
        <p:spPr>
          <a:xfrm>
            <a:off x="1282720" y="31702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1986808" y="3170287"/>
            <a:ext cx="411480" cy="119299"/>
          </a:xfrm>
          <a:prstGeom prst="rect">
            <a:avLst/>
          </a:prstGeom>
          <a:solidFill>
            <a:srgbClr val="FFFFFF"/>
          </a:solidFill>
          <a:ln w="6350">
            <a:solidFill>
              <a:srgbClr val="E2E2E2"/>
            </a:solidFill>
            <a:prstDash val="solid"/>
          </a:ln>
        </p:spPr>
      </p:sp>
      <p:sp>
        <p:nvSpPr>
          <p:cNvPr id="136" name="Text 128"/>
          <p:cNvSpPr txBox="1"/>
          <p:nvPr/>
        </p:nvSpPr>
        <p:spPr>
          <a:xfrm>
            <a:off x="2014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7" name="Shape 129"/>
          <p:cNvSpPr/>
          <p:nvPr/>
        </p:nvSpPr>
        <p:spPr>
          <a:xfrm>
            <a:off x="2398288" y="3170287"/>
            <a:ext cx="594360" cy="119299"/>
          </a:xfrm>
          <a:prstGeom prst="rect">
            <a:avLst/>
          </a:prstGeom>
          <a:solidFill>
            <a:srgbClr val="FFFFFF"/>
          </a:solidFill>
          <a:ln w="6350">
            <a:solidFill>
              <a:srgbClr val="E2E2E2"/>
            </a:solidFill>
            <a:prstDash val="solid"/>
          </a:ln>
        </p:spPr>
      </p:sp>
      <p:sp>
        <p:nvSpPr>
          <p:cNvPr id="138" name="Text 130"/>
          <p:cNvSpPr txBox="1"/>
          <p:nvPr/>
        </p:nvSpPr>
        <p:spPr>
          <a:xfrm>
            <a:off x="2425720" y="31702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39" name="Shape 131"/>
          <p:cNvSpPr/>
          <p:nvPr/>
        </p:nvSpPr>
        <p:spPr>
          <a:xfrm>
            <a:off x="2992648" y="3170287"/>
            <a:ext cx="685800" cy="119299"/>
          </a:xfrm>
          <a:prstGeom prst="rect">
            <a:avLst/>
          </a:prstGeom>
          <a:solidFill>
            <a:srgbClr val="FFFFFF"/>
          </a:solidFill>
          <a:ln w="6350">
            <a:solidFill>
              <a:srgbClr val="E2E2E2"/>
            </a:solidFill>
            <a:prstDash val="solid"/>
          </a:ln>
        </p:spPr>
      </p:sp>
      <p:sp>
        <p:nvSpPr>
          <p:cNvPr id="140" name="Text 132"/>
          <p:cNvSpPr txBox="1"/>
          <p:nvPr/>
        </p:nvSpPr>
        <p:spPr>
          <a:xfrm>
            <a:off x="302008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41" name="Shape 133"/>
          <p:cNvSpPr/>
          <p:nvPr/>
        </p:nvSpPr>
        <p:spPr>
          <a:xfrm>
            <a:off x="3678448" y="3170287"/>
            <a:ext cx="365760" cy="119299"/>
          </a:xfrm>
          <a:prstGeom prst="rect">
            <a:avLst/>
          </a:prstGeom>
          <a:solidFill>
            <a:srgbClr val="FFFFFF"/>
          </a:solidFill>
          <a:ln w="6350">
            <a:solidFill>
              <a:srgbClr val="E2E2E2"/>
            </a:solidFill>
            <a:prstDash val="solid"/>
          </a:ln>
        </p:spPr>
      </p:sp>
      <p:sp>
        <p:nvSpPr>
          <p:cNvPr id="142" name="Text 134"/>
          <p:cNvSpPr txBox="1"/>
          <p:nvPr/>
        </p:nvSpPr>
        <p:spPr>
          <a:xfrm>
            <a:off x="3705880" y="31702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41148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47" name="Shape 139"/>
          <p:cNvSpPr/>
          <p:nvPr/>
        </p:nvSpPr>
        <p:spPr>
          <a:xfrm>
            <a:off x="1255288" y="3289586"/>
            <a:ext cx="731520" cy="119299"/>
          </a:xfrm>
          <a:prstGeom prst="rect">
            <a:avLst/>
          </a:prstGeom>
          <a:solidFill>
            <a:srgbClr val="FFFFFF"/>
          </a:solidFill>
          <a:ln w="6350">
            <a:solidFill>
              <a:srgbClr val="E2E2E2"/>
            </a:solidFill>
            <a:prstDash val="solid"/>
          </a:ln>
        </p:spPr>
      </p:sp>
      <p:sp>
        <p:nvSpPr>
          <p:cNvPr id="148" name="Text 140"/>
          <p:cNvSpPr txBox="1"/>
          <p:nvPr/>
        </p:nvSpPr>
        <p:spPr>
          <a:xfrm>
            <a:off x="1282720" y="3289586"/>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1986808" y="3289586"/>
            <a:ext cx="411480" cy="119299"/>
          </a:xfrm>
          <a:prstGeom prst="rect">
            <a:avLst/>
          </a:prstGeom>
          <a:solidFill>
            <a:srgbClr val="FFFFFF"/>
          </a:solidFill>
          <a:ln w="6350">
            <a:solidFill>
              <a:srgbClr val="E2E2E2"/>
            </a:solidFill>
            <a:prstDash val="solid"/>
          </a:ln>
        </p:spPr>
      </p:sp>
      <p:sp>
        <p:nvSpPr>
          <p:cNvPr id="150" name="Text 142"/>
          <p:cNvSpPr txBox="1"/>
          <p:nvPr/>
        </p:nvSpPr>
        <p:spPr>
          <a:xfrm>
            <a:off x="2014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1" name="Shape 143"/>
          <p:cNvSpPr/>
          <p:nvPr/>
        </p:nvSpPr>
        <p:spPr>
          <a:xfrm>
            <a:off x="2398288" y="3289586"/>
            <a:ext cx="594360" cy="119299"/>
          </a:xfrm>
          <a:prstGeom prst="rect">
            <a:avLst/>
          </a:prstGeom>
          <a:solidFill>
            <a:srgbClr val="FFFFFF"/>
          </a:solidFill>
          <a:ln w="6350">
            <a:solidFill>
              <a:srgbClr val="E2E2E2"/>
            </a:solidFill>
            <a:prstDash val="solid"/>
          </a:ln>
        </p:spPr>
      </p:sp>
      <p:sp>
        <p:nvSpPr>
          <p:cNvPr id="152" name="Text 144"/>
          <p:cNvSpPr txBox="1"/>
          <p:nvPr/>
        </p:nvSpPr>
        <p:spPr>
          <a:xfrm>
            <a:off x="2425720" y="3289586"/>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53" name="Shape 145"/>
          <p:cNvSpPr/>
          <p:nvPr/>
        </p:nvSpPr>
        <p:spPr>
          <a:xfrm>
            <a:off x="2992648" y="3289586"/>
            <a:ext cx="685800" cy="119299"/>
          </a:xfrm>
          <a:prstGeom prst="rect">
            <a:avLst/>
          </a:prstGeom>
          <a:solidFill>
            <a:srgbClr val="FFFFFF"/>
          </a:solidFill>
          <a:ln w="6350">
            <a:solidFill>
              <a:srgbClr val="E2E2E2"/>
            </a:solidFill>
            <a:prstDash val="solid"/>
          </a:ln>
        </p:spPr>
      </p:sp>
      <p:sp>
        <p:nvSpPr>
          <p:cNvPr id="154" name="Text 146"/>
          <p:cNvSpPr txBox="1"/>
          <p:nvPr/>
        </p:nvSpPr>
        <p:spPr>
          <a:xfrm>
            <a:off x="302008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55" name="Shape 147"/>
          <p:cNvSpPr/>
          <p:nvPr/>
        </p:nvSpPr>
        <p:spPr>
          <a:xfrm>
            <a:off x="3678448" y="3289586"/>
            <a:ext cx="365760" cy="119299"/>
          </a:xfrm>
          <a:prstGeom prst="rect">
            <a:avLst/>
          </a:prstGeom>
          <a:solidFill>
            <a:srgbClr val="FFFFFF"/>
          </a:solidFill>
          <a:ln w="6350">
            <a:solidFill>
              <a:srgbClr val="E2E2E2"/>
            </a:solidFill>
            <a:prstDash val="solid"/>
          </a:ln>
        </p:spPr>
      </p:sp>
      <p:sp>
        <p:nvSpPr>
          <p:cNvPr id="156" name="Text 148"/>
          <p:cNvSpPr txBox="1"/>
          <p:nvPr/>
        </p:nvSpPr>
        <p:spPr>
          <a:xfrm>
            <a:off x="3705880" y="3289586"/>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41148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61" name="Shape 153"/>
          <p:cNvSpPr/>
          <p:nvPr/>
        </p:nvSpPr>
        <p:spPr>
          <a:xfrm>
            <a:off x="1255288" y="3408885"/>
            <a:ext cx="731520" cy="119299"/>
          </a:xfrm>
          <a:prstGeom prst="rect">
            <a:avLst/>
          </a:prstGeom>
          <a:solidFill>
            <a:srgbClr val="FFFFFF"/>
          </a:solidFill>
          <a:ln w="6350">
            <a:solidFill>
              <a:srgbClr val="E2E2E2"/>
            </a:solidFill>
            <a:prstDash val="solid"/>
          </a:ln>
        </p:spPr>
      </p:sp>
      <p:sp>
        <p:nvSpPr>
          <p:cNvPr id="162" name="Text 154"/>
          <p:cNvSpPr txBox="1"/>
          <p:nvPr/>
        </p:nvSpPr>
        <p:spPr>
          <a:xfrm>
            <a:off x="1282720" y="34088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1986808" y="3408885"/>
            <a:ext cx="411480" cy="119299"/>
          </a:xfrm>
          <a:prstGeom prst="rect">
            <a:avLst/>
          </a:prstGeom>
          <a:solidFill>
            <a:srgbClr val="FFFFFF"/>
          </a:solidFill>
          <a:ln w="6350">
            <a:solidFill>
              <a:srgbClr val="E2E2E2"/>
            </a:solidFill>
            <a:prstDash val="solid"/>
          </a:ln>
        </p:spPr>
      </p:sp>
      <p:sp>
        <p:nvSpPr>
          <p:cNvPr id="164" name="Text 156"/>
          <p:cNvSpPr txBox="1"/>
          <p:nvPr/>
        </p:nvSpPr>
        <p:spPr>
          <a:xfrm>
            <a:off x="2014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65" name="Shape 157"/>
          <p:cNvSpPr/>
          <p:nvPr/>
        </p:nvSpPr>
        <p:spPr>
          <a:xfrm>
            <a:off x="2398288" y="3408885"/>
            <a:ext cx="594360" cy="119299"/>
          </a:xfrm>
          <a:prstGeom prst="rect">
            <a:avLst/>
          </a:prstGeom>
          <a:solidFill>
            <a:srgbClr val="FFFFFF"/>
          </a:solidFill>
          <a:ln w="6350">
            <a:solidFill>
              <a:srgbClr val="E2E2E2"/>
            </a:solidFill>
            <a:prstDash val="solid"/>
          </a:ln>
        </p:spPr>
      </p:sp>
      <p:sp>
        <p:nvSpPr>
          <p:cNvPr id="166" name="Text 158"/>
          <p:cNvSpPr txBox="1"/>
          <p:nvPr/>
        </p:nvSpPr>
        <p:spPr>
          <a:xfrm>
            <a:off x="2425720" y="34088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67" name="Shape 159"/>
          <p:cNvSpPr/>
          <p:nvPr/>
        </p:nvSpPr>
        <p:spPr>
          <a:xfrm>
            <a:off x="2992648" y="3408885"/>
            <a:ext cx="685800" cy="119299"/>
          </a:xfrm>
          <a:prstGeom prst="rect">
            <a:avLst/>
          </a:prstGeom>
          <a:solidFill>
            <a:srgbClr val="FFFFFF"/>
          </a:solidFill>
          <a:ln w="6350">
            <a:solidFill>
              <a:srgbClr val="E2E2E2"/>
            </a:solidFill>
            <a:prstDash val="solid"/>
          </a:ln>
        </p:spPr>
      </p:sp>
      <p:sp>
        <p:nvSpPr>
          <p:cNvPr id="168" name="Text 160"/>
          <p:cNvSpPr txBox="1"/>
          <p:nvPr/>
        </p:nvSpPr>
        <p:spPr>
          <a:xfrm>
            <a:off x="302008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69" name="Shape 161"/>
          <p:cNvSpPr/>
          <p:nvPr/>
        </p:nvSpPr>
        <p:spPr>
          <a:xfrm>
            <a:off x="3678448" y="3408885"/>
            <a:ext cx="365760" cy="119299"/>
          </a:xfrm>
          <a:prstGeom prst="rect">
            <a:avLst/>
          </a:prstGeom>
          <a:solidFill>
            <a:srgbClr val="FFFFFF"/>
          </a:solidFill>
          <a:ln w="6350">
            <a:solidFill>
              <a:srgbClr val="E2E2E2"/>
            </a:solidFill>
            <a:prstDash val="solid"/>
          </a:ln>
        </p:spPr>
      </p:sp>
      <p:sp>
        <p:nvSpPr>
          <p:cNvPr id="170" name="Text 162"/>
          <p:cNvSpPr txBox="1"/>
          <p:nvPr/>
        </p:nvSpPr>
        <p:spPr>
          <a:xfrm>
            <a:off x="3705880" y="34088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41148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75" name="Shape 167"/>
          <p:cNvSpPr/>
          <p:nvPr/>
        </p:nvSpPr>
        <p:spPr>
          <a:xfrm>
            <a:off x="1255288" y="3528185"/>
            <a:ext cx="731520" cy="119299"/>
          </a:xfrm>
          <a:prstGeom prst="rect">
            <a:avLst/>
          </a:prstGeom>
          <a:solidFill>
            <a:srgbClr val="FFFFFF"/>
          </a:solidFill>
          <a:ln w="6350">
            <a:solidFill>
              <a:srgbClr val="E2E2E2"/>
            </a:solidFill>
            <a:prstDash val="solid"/>
          </a:ln>
        </p:spPr>
      </p:sp>
      <p:sp>
        <p:nvSpPr>
          <p:cNvPr id="176" name="Text 168"/>
          <p:cNvSpPr txBox="1"/>
          <p:nvPr/>
        </p:nvSpPr>
        <p:spPr>
          <a:xfrm>
            <a:off x="1282720" y="35281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1986808" y="3528185"/>
            <a:ext cx="411480" cy="119299"/>
          </a:xfrm>
          <a:prstGeom prst="rect">
            <a:avLst/>
          </a:prstGeom>
          <a:solidFill>
            <a:srgbClr val="FFFFFF"/>
          </a:solidFill>
          <a:ln w="6350">
            <a:solidFill>
              <a:srgbClr val="E2E2E2"/>
            </a:solidFill>
            <a:prstDash val="solid"/>
          </a:ln>
        </p:spPr>
      </p:sp>
      <p:sp>
        <p:nvSpPr>
          <p:cNvPr id="178" name="Text 170"/>
          <p:cNvSpPr txBox="1"/>
          <p:nvPr/>
        </p:nvSpPr>
        <p:spPr>
          <a:xfrm>
            <a:off x="2014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79" name="Shape 171"/>
          <p:cNvSpPr/>
          <p:nvPr/>
        </p:nvSpPr>
        <p:spPr>
          <a:xfrm>
            <a:off x="2398288" y="3528185"/>
            <a:ext cx="594360" cy="119299"/>
          </a:xfrm>
          <a:prstGeom prst="rect">
            <a:avLst/>
          </a:prstGeom>
          <a:solidFill>
            <a:srgbClr val="FFFFFF"/>
          </a:solidFill>
          <a:ln w="6350">
            <a:solidFill>
              <a:srgbClr val="E2E2E2"/>
            </a:solidFill>
            <a:prstDash val="solid"/>
          </a:ln>
        </p:spPr>
      </p:sp>
      <p:sp>
        <p:nvSpPr>
          <p:cNvPr id="180" name="Text 172"/>
          <p:cNvSpPr txBox="1"/>
          <p:nvPr/>
        </p:nvSpPr>
        <p:spPr>
          <a:xfrm>
            <a:off x="2425720" y="35281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81" name="Shape 173"/>
          <p:cNvSpPr/>
          <p:nvPr/>
        </p:nvSpPr>
        <p:spPr>
          <a:xfrm>
            <a:off x="2992648" y="3528185"/>
            <a:ext cx="685800" cy="119299"/>
          </a:xfrm>
          <a:prstGeom prst="rect">
            <a:avLst/>
          </a:prstGeom>
          <a:solidFill>
            <a:srgbClr val="FFFFFF"/>
          </a:solidFill>
          <a:ln w="6350">
            <a:solidFill>
              <a:srgbClr val="E2E2E2"/>
            </a:solidFill>
            <a:prstDash val="solid"/>
          </a:ln>
        </p:spPr>
      </p:sp>
      <p:sp>
        <p:nvSpPr>
          <p:cNvPr id="182" name="Text 174"/>
          <p:cNvSpPr txBox="1"/>
          <p:nvPr/>
        </p:nvSpPr>
        <p:spPr>
          <a:xfrm>
            <a:off x="302008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83" name="Shape 175"/>
          <p:cNvSpPr/>
          <p:nvPr/>
        </p:nvSpPr>
        <p:spPr>
          <a:xfrm>
            <a:off x="3678448" y="3528185"/>
            <a:ext cx="365760" cy="119299"/>
          </a:xfrm>
          <a:prstGeom prst="rect">
            <a:avLst/>
          </a:prstGeom>
          <a:solidFill>
            <a:srgbClr val="FFFFFF"/>
          </a:solidFill>
          <a:ln w="6350">
            <a:solidFill>
              <a:srgbClr val="E2E2E2"/>
            </a:solidFill>
            <a:prstDash val="solid"/>
          </a:ln>
        </p:spPr>
      </p:sp>
      <p:sp>
        <p:nvSpPr>
          <p:cNvPr id="184" name="Text 176"/>
          <p:cNvSpPr txBox="1"/>
          <p:nvPr/>
        </p:nvSpPr>
        <p:spPr>
          <a:xfrm>
            <a:off x="3705880" y="35281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41148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89" name="Shape 181"/>
          <p:cNvSpPr/>
          <p:nvPr/>
        </p:nvSpPr>
        <p:spPr>
          <a:xfrm>
            <a:off x="1255288" y="3647484"/>
            <a:ext cx="731520" cy="119299"/>
          </a:xfrm>
          <a:prstGeom prst="rect">
            <a:avLst/>
          </a:prstGeom>
          <a:solidFill>
            <a:srgbClr val="FFFFFF"/>
          </a:solidFill>
          <a:ln w="6350">
            <a:solidFill>
              <a:srgbClr val="E2E2E2"/>
            </a:solidFill>
            <a:prstDash val="solid"/>
          </a:ln>
        </p:spPr>
      </p:sp>
      <p:sp>
        <p:nvSpPr>
          <p:cNvPr id="190" name="Text 182"/>
          <p:cNvSpPr txBox="1"/>
          <p:nvPr/>
        </p:nvSpPr>
        <p:spPr>
          <a:xfrm>
            <a:off x="1282720" y="3647484"/>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1986808" y="3647484"/>
            <a:ext cx="411480" cy="119299"/>
          </a:xfrm>
          <a:prstGeom prst="rect">
            <a:avLst/>
          </a:prstGeom>
          <a:solidFill>
            <a:srgbClr val="FFFFFF"/>
          </a:solidFill>
          <a:ln w="6350">
            <a:solidFill>
              <a:srgbClr val="E2E2E2"/>
            </a:solidFill>
            <a:prstDash val="solid"/>
          </a:ln>
        </p:spPr>
      </p:sp>
      <p:sp>
        <p:nvSpPr>
          <p:cNvPr id="192" name="Text 184"/>
          <p:cNvSpPr txBox="1"/>
          <p:nvPr/>
        </p:nvSpPr>
        <p:spPr>
          <a:xfrm>
            <a:off x="2014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93" name="Shape 185"/>
          <p:cNvSpPr/>
          <p:nvPr/>
        </p:nvSpPr>
        <p:spPr>
          <a:xfrm>
            <a:off x="2398288" y="3647484"/>
            <a:ext cx="594360" cy="119299"/>
          </a:xfrm>
          <a:prstGeom prst="rect">
            <a:avLst/>
          </a:prstGeom>
          <a:solidFill>
            <a:srgbClr val="FFFFFF"/>
          </a:solidFill>
          <a:ln w="6350">
            <a:solidFill>
              <a:srgbClr val="E2E2E2"/>
            </a:solidFill>
            <a:prstDash val="solid"/>
          </a:ln>
        </p:spPr>
      </p:sp>
      <p:sp>
        <p:nvSpPr>
          <p:cNvPr id="194" name="Text 186"/>
          <p:cNvSpPr txBox="1"/>
          <p:nvPr/>
        </p:nvSpPr>
        <p:spPr>
          <a:xfrm>
            <a:off x="2425720" y="3647484"/>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95" name="Shape 187"/>
          <p:cNvSpPr/>
          <p:nvPr/>
        </p:nvSpPr>
        <p:spPr>
          <a:xfrm>
            <a:off x="2992648" y="3647484"/>
            <a:ext cx="685800" cy="119299"/>
          </a:xfrm>
          <a:prstGeom prst="rect">
            <a:avLst/>
          </a:prstGeom>
          <a:solidFill>
            <a:srgbClr val="FFFFFF"/>
          </a:solidFill>
          <a:ln w="6350">
            <a:solidFill>
              <a:srgbClr val="E2E2E2"/>
            </a:solidFill>
            <a:prstDash val="solid"/>
          </a:ln>
        </p:spPr>
      </p:sp>
      <p:sp>
        <p:nvSpPr>
          <p:cNvPr id="196" name="Text 188"/>
          <p:cNvSpPr txBox="1"/>
          <p:nvPr/>
        </p:nvSpPr>
        <p:spPr>
          <a:xfrm>
            <a:off x="302008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97" name="Shape 189"/>
          <p:cNvSpPr/>
          <p:nvPr/>
        </p:nvSpPr>
        <p:spPr>
          <a:xfrm>
            <a:off x="3678448" y="3647484"/>
            <a:ext cx="365760" cy="119299"/>
          </a:xfrm>
          <a:prstGeom prst="rect">
            <a:avLst/>
          </a:prstGeom>
          <a:solidFill>
            <a:srgbClr val="FFFFFF"/>
          </a:solidFill>
          <a:ln w="6350">
            <a:solidFill>
              <a:srgbClr val="E2E2E2"/>
            </a:solidFill>
            <a:prstDash val="solid"/>
          </a:ln>
        </p:spPr>
      </p:sp>
      <p:sp>
        <p:nvSpPr>
          <p:cNvPr id="198" name="Text 190"/>
          <p:cNvSpPr txBox="1"/>
          <p:nvPr/>
        </p:nvSpPr>
        <p:spPr>
          <a:xfrm>
            <a:off x="3705880" y="3647484"/>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99" name="Shape 191"/>
          <p:cNvSpPr/>
          <p:nvPr/>
        </p:nvSpPr>
        <p:spPr>
          <a:xfrm>
            <a:off x="3678448" y="2812388"/>
            <a:ext cx="365760" cy="954396"/>
          </a:xfrm>
          <a:prstGeom prst="rect">
            <a:avLst/>
          </a:prstGeom>
          <a:solidFill>
            <a:srgbClr val="1A73E8">
              <a:alpha val="12000"/>
            </a:srgbClr>
          </a:solidFill>
          <a:ln w="19050">
            <a:solidFill>
              <a:srgbClr val="1A73E8"/>
            </a:solidFill>
            <a:prstDash val="solid"/>
          </a:ln>
        </p:spPr>
      </p:sp>
      <p:sp>
        <p:nvSpPr>
          <p:cNvPr id="200" name="Shape 192"/>
          <p:cNvSpPr/>
          <p:nvPr/>
        </p:nvSpPr>
        <p:spPr>
          <a:xfrm>
            <a:off x="587776" y="3794216"/>
            <a:ext cx="4950927" cy="201168"/>
          </a:xfrm>
          <a:prstGeom prst="rect">
            <a:avLst/>
          </a:prstGeom>
          <a:solidFill>
            <a:srgbClr val="F8F9FA"/>
          </a:solidFill>
          <a:ln w="12700">
            <a:solidFill>
              <a:srgbClr val="F8F9FA"/>
            </a:solidFill>
            <a:prstDash val="solid"/>
          </a:ln>
        </p:spPr>
      </p:sp>
      <p:sp>
        <p:nvSpPr>
          <p:cNvPr id="201" name="Text 19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2" name="Shape 194"/>
          <p:cNvSpPr/>
          <p:nvPr/>
        </p:nvSpPr>
        <p:spPr>
          <a:xfrm>
            <a:off x="1136416" y="3794216"/>
            <a:ext cx="731520" cy="201168"/>
          </a:xfrm>
          <a:prstGeom prst="rect">
            <a:avLst/>
          </a:prstGeom>
          <a:solidFill>
            <a:srgbClr val="E1EFFE"/>
          </a:solidFill>
          <a:ln w="12700">
            <a:solidFill>
              <a:srgbClr val="E1EFFE"/>
            </a:solidFill>
            <a:prstDash val="solid"/>
          </a:ln>
        </p:spPr>
      </p:sp>
      <p:sp>
        <p:nvSpPr>
          <p:cNvPr id="203" name="Text 19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4" name="Shape 196"/>
          <p:cNvSpPr/>
          <p:nvPr/>
        </p:nvSpPr>
        <p:spPr>
          <a:xfrm>
            <a:off x="3938504" y="2272037"/>
            <a:ext cx="1508760" cy="1280160"/>
          </a:xfrm>
          <a:prstGeom prst="rect">
            <a:avLst/>
          </a:prstGeom>
          <a:solidFill>
            <a:srgbClr val="FFFFFF"/>
          </a:solidFill>
          <a:ln w="9525">
            <a:solidFill>
              <a:srgbClr val="AAAAAA"/>
            </a:solidFill>
            <a:prstDash val="solid"/>
          </a:ln>
        </p:spPr>
      </p:sp>
      <p:sp>
        <p:nvSpPr>
          <p:cNvPr id="205" name="Text 197"/>
          <p:cNvSpPr txBox="1"/>
          <p:nvPr/>
        </p:nvSpPr>
        <p:spPr>
          <a:xfrm>
            <a:off x="4011656" y="2317757"/>
            <a:ext cx="1371600" cy="164592"/>
          </a:xfrm>
          <a:prstGeom prst="rect">
            <a:avLst/>
          </a:prstGeom>
          <a:noFill/>
          <a:ln/>
        </p:spPr>
        <p:txBody>
          <a:bodyPr wrap="square" lIns="0" tIns="0" rIns="0" bIns="0" rtlCol="0" anchor="t"/>
          <a:lstStyle/>
          <a:p>
            <a:pPr indent="0" marL="0">
              <a:buNone/>
            </a:pPr>
            <a:r>
              <a:rPr lang="en-US" sz="650" dirty="0">
                <a:solidFill>
                  <a:srgbClr val="1E2A26"/>
                </a:solidFill>
                <a:latin typeface="Calibri" pitchFamily="34" charset="0"/>
                <a:ea typeface="Calibri" pitchFamily="34" charset="-122"/>
                <a:cs typeface="Calibri" pitchFamily="34" charset="-120"/>
              </a:rPr>
              <a:t>Apply to range: F2:F30</a:t>
            </a:r>
            <a:endParaRPr lang="en-US" sz="650" dirty="0"/>
          </a:p>
        </p:txBody>
      </p:sp>
      <p:sp>
        <p:nvSpPr>
          <p:cNvPr id="206" name="Shape 198"/>
          <p:cNvSpPr/>
          <p:nvPr/>
        </p:nvSpPr>
        <p:spPr>
          <a:xfrm>
            <a:off x="4011656" y="2546357"/>
            <a:ext cx="1353312" cy="182880"/>
          </a:xfrm>
          <a:prstGeom prst="rect">
            <a:avLst/>
          </a:prstGeom>
          <a:solidFill>
            <a:srgbClr val="FFFFFF"/>
          </a:solidFill>
          <a:ln w="12700">
            <a:solidFill>
              <a:srgbClr val="0B57D0"/>
            </a:solidFill>
            <a:prstDash val="solid"/>
          </a:ln>
        </p:spPr>
      </p:sp>
      <p:sp>
        <p:nvSpPr>
          <p:cNvPr id="207" name="Text 199"/>
          <p:cNvSpPr txBox="1"/>
          <p:nvPr/>
        </p:nvSpPr>
        <p:spPr>
          <a:xfrm>
            <a:off x="4057376" y="2546357"/>
            <a:ext cx="1353312" cy="182880"/>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Is between ▾</a:t>
            </a:r>
            <a:endParaRPr lang="en-US" sz="700" dirty="0"/>
          </a:p>
        </p:txBody>
      </p:sp>
      <p:sp>
        <p:nvSpPr>
          <p:cNvPr id="208" name="Text 200"/>
          <p:cNvSpPr txBox="1"/>
          <p:nvPr/>
        </p:nvSpPr>
        <p:spPr>
          <a:xfrm>
            <a:off x="4029944" y="2802389"/>
            <a:ext cx="128016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0          and          30</a:t>
            </a:r>
            <a:endParaRPr lang="en-US" sz="700" dirty="0"/>
          </a:p>
        </p:txBody>
      </p:sp>
      <p:sp>
        <p:nvSpPr>
          <p:cNvPr id="209" name="Text 201"/>
          <p:cNvSpPr txBox="1"/>
          <p:nvPr/>
        </p:nvSpPr>
        <p:spPr>
          <a:xfrm>
            <a:off x="4029944" y="3049277"/>
            <a:ext cx="1280160" cy="164592"/>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 Reject the input</a:t>
            </a:r>
            <a:endParaRPr lang="en-US" sz="700" dirty="0"/>
          </a:p>
        </p:txBody>
      </p:sp>
      <p:sp>
        <p:nvSpPr>
          <p:cNvPr id="210" name="Shape 202"/>
          <p:cNvSpPr/>
          <p:nvPr/>
        </p:nvSpPr>
        <p:spPr>
          <a:xfrm>
            <a:off x="3975080" y="2509781"/>
            <a:ext cx="1426464" cy="749808"/>
          </a:xfrm>
          <a:prstGeom prst="roundRect">
            <a:avLst>
              <a:gd name="adj" fmla="val 6098"/>
            </a:avLst>
          </a:prstGeom>
          <a:solidFill>
            <a:srgbClr val="FFFFFF">
              <a:alpha val="0"/>
            </a:srgbClr>
          </a:solidFill>
          <a:ln w="31750">
            <a:solidFill>
              <a:srgbClr val="E53935"/>
            </a:solidFill>
            <a:prstDash val="solid"/>
          </a:ln>
        </p:spPr>
      </p:sp>
      <p:sp>
        <p:nvSpPr>
          <p:cNvPr id="211" name="Shape 203"/>
          <p:cNvSpPr/>
          <p:nvPr/>
        </p:nvSpPr>
        <p:spPr>
          <a:xfrm>
            <a:off x="5264384" y="2372621"/>
            <a:ext cx="274320" cy="274320"/>
          </a:xfrm>
          <a:prstGeom prst="ellipse">
            <a:avLst/>
          </a:prstGeom>
          <a:solidFill>
            <a:srgbClr val="E53935"/>
          </a:solidFill>
          <a:ln w="12700">
            <a:solidFill>
              <a:srgbClr val="FFFFFF"/>
            </a:solidFill>
            <a:prstDash val="solid"/>
          </a:ln>
        </p:spPr>
      </p:sp>
      <p:sp>
        <p:nvSpPr>
          <p:cNvPr id="212" name="Text 204"/>
          <p:cNvSpPr txBox="1"/>
          <p:nvPr/>
        </p:nvSpPr>
        <p:spPr>
          <a:xfrm>
            <a:off x="5264384" y="23726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213" name="Image 6" descr="preencoded.png">    </p:cNvPr>
          <p:cNvPicPr>
            <a:picLocks noChangeAspect="1"/>
          </p:cNvPicPr>
          <p:nvPr/>
        </p:nvPicPr>
        <p:blipFill>
          <a:blip r:embed="rId7"/>
          <a:stretch>
            <a:fillRect/>
          </a:stretch>
        </p:blipFill>
        <p:spPr>
          <a:xfrm>
            <a:off x="4757806" y="2920347"/>
            <a:ext cx="237744" cy="237744"/>
          </a:xfrm>
          <a:prstGeom prst="rect">
            <a:avLst/>
          </a:prstGeom>
        </p:spPr>
      </p:pic>
      <p:sp>
        <p:nvSpPr>
          <p:cNvPr id="214" name="Text 20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215" name="Text 20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Kolom Juz: Is between 0 dan 30</a:t>
            </a:r>
            <a:endParaRPr lang="en-US" sz="1800" dirty="0"/>
          </a:p>
        </p:txBody>
      </p:sp>
      <p:sp>
        <p:nvSpPr>
          <p:cNvPr id="216" name="Text 20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F2:F30 › Data validation › Add rule. Criteria: Is between, 0 dan 30. Advanced: Reject the input. Done.</a:t>
            </a:r>
            <a:endParaRPr lang="en-US" sz="1300" dirty="0"/>
          </a:p>
        </p:txBody>
      </p:sp>
      <p:sp>
        <p:nvSpPr>
          <p:cNvPr id="217" name="Shape 20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18"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219" name="Text 20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Coba ketik "satu" atau 35: Sheets akan menolaknya.</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Format &amp; Freeze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73152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8680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86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98288" y="2573789"/>
            <a:ext cx="594360" cy="119299"/>
          </a:xfrm>
          <a:prstGeom prst="rect">
            <a:avLst/>
          </a:prstGeom>
          <a:solidFill>
            <a:srgbClr val="F8F9FA"/>
          </a:solidFill>
          <a:ln w="6350">
            <a:solidFill>
              <a:srgbClr val="DDDDDD"/>
            </a:solidFill>
            <a:prstDash val="solid"/>
          </a:ln>
        </p:spPr>
      </p:sp>
      <p:sp>
        <p:nvSpPr>
          <p:cNvPr id="68" name="Text 60"/>
          <p:cNvSpPr txBox="1"/>
          <p:nvPr/>
        </p:nvSpPr>
        <p:spPr>
          <a:xfrm>
            <a:off x="2398288" y="2573789"/>
            <a:ext cx="5943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9264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678448" y="2573789"/>
            <a:ext cx="365760" cy="119299"/>
          </a:xfrm>
          <a:prstGeom prst="rect">
            <a:avLst/>
          </a:prstGeom>
          <a:solidFill>
            <a:srgbClr val="F8F9FA"/>
          </a:solidFill>
          <a:ln w="6350">
            <a:solidFill>
              <a:srgbClr val="DDDDDD"/>
            </a:solidFill>
            <a:prstDash val="solid"/>
          </a:ln>
        </p:spPr>
      </p:sp>
      <p:sp>
        <p:nvSpPr>
          <p:cNvPr id="72" name="Text 64"/>
          <p:cNvSpPr txBox="1"/>
          <p:nvPr/>
        </p:nvSpPr>
        <p:spPr>
          <a:xfrm>
            <a:off x="367844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73152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8680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2014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98288" y="2693089"/>
            <a:ext cx="594360" cy="119299"/>
          </a:xfrm>
          <a:prstGeom prst="rect">
            <a:avLst/>
          </a:prstGeom>
          <a:solidFill>
            <a:srgbClr val="0F4C3A"/>
          </a:solidFill>
          <a:ln w="6350">
            <a:solidFill>
              <a:srgbClr val="E2E2E2"/>
            </a:solidFill>
            <a:prstDash val="solid"/>
          </a:ln>
        </p:spPr>
      </p:sp>
      <p:sp>
        <p:nvSpPr>
          <p:cNvPr id="82" name="Text 74"/>
          <p:cNvSpPr txBox="1"/>
          <p:nvPr/>
        </p:nvSpPr>
        <p:spPr>
          <a:xfrm>
            <a:off x="2425720" y="2693089"/>
            <a:ext cx="5394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83" name="Shape 75"/>
          <p:cNvSpPr/>
          <p:nvPr/>
        </p:nvSpPr>
        <p:spPr>
          <a:xfrm>
            <a:off x="299264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302008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5" name="Shape 77"/>
          <p:cNvSpPr/>
          <p:nvPr/>
        </p:nvSpPr>
        <p:spPr>
          <a:xfrm>
            <a:off x="3678448" y="2693089"/>
            <a:ext cx="365760" cy="119299"/>
          </a:xfrm>
          <a:prstGeom prst="rect">
            <a:avLst/>
          </a:prstGeom>
          <a:solidFill>
            <a:srgbClr val="0F4C3A"/>
          </a:solidFill>
          <a:ln w="6350">
            <a:solidFill>
              <a:srgbClr val="E2E2E2"/>
            </a:solidFill>
            <a:prstDash val="solid"/>
          </a:ln>
        </p:spPr>
      </p:sp>
      <p:sp>
        <p:nvSpPr>
          <p:cNvPr id="86" name="Text 78"/>
          <p:cNvSpPr txBox="1"/>
          <p:nvPr/>
        </p:nvSpPr>
        <p:spPr>
          <a:xfrm>
            <a:off x="370588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731520" cy="119299"/>
          </a:xfrm>
          <a:prstGeom prst="rect">
            <a:avLst/>
          </a:prstGeom>
          <a:solidFill>
            <a:srgbClr val="FFFFFF"/>
          </a:solidFill>
          <a:ln w="6350">
            <a:solidFill>
              <a:srgbClr val="E2E2E2"/>
            </a:solidFill>
            <a:prstDash val="solid"/>
          </a:ln>
        </p:spPr>
      </p:sp>
      <p:sp>
        <p:nvSpPr>
          <p:cNvPr id="92" name="Text 84"/>
          <p:cNvSpPr txBox="1"/>
          <p:nvPr/>
        </p:nvSpPr>
        <p:spPr>
          <a:xfrm>
            <a:off x="1282720" y="28123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86808" y="2812388"/>
            <a:ext cx="411480" cy="119299"/>
          </a:xfrm>
          <a:prstGeom prst="rect">
            <a:avLst/>
          </a:prstGeom>
          <a:solidFill>
            <a:srgbClr val="FFFFFF"/>
          </a:solidFill>
          <a:ln w="6350">
            <a:solidFill>
              <a:srgbClr val="E2E2E2"/>
            </a:solidFill>
            <a:prstDash val="solid"/>
          </a:ln>
        </p:spPr>
      </p:sp>
      <p:sp>
        <p:nvSpPr>
          <p:cNvPr id="94" name="Text 86"/>
          <p:cNvSpPr txBox="1"/>
          <p:nvPr/>
        </p:nvSpPr>
        <p:spPr>
          <a:xfrm>
            <a:off x="2014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98288" y="2812388"/>
            <a:ext cx="594360" cy="119299"/>
          </a:xfrm>
          <a:prstGeom prst="rect">
            <a:avLst/>
          </a:prstGeom>
          <a:solidFill>
            <a:srgbClr val="FFFFFF"/>
          </a:solidFill>
          <a:ln w="6350">
            <a:solidFill>
              <a:srgbClr val="E2E2E2"/>
            </a:solidFill>
            <a:prstDash val="solid"/>
          </a:ln>
        </p:spPr>
      </p:sp>
      <p:sp>
        <p:nvSpPr>
          <p:cNvPr id="96" name="Text 88"/>
          <p:cNvSpPr txBox="1"/>
          <p:nvPr/>
        </p:nvSpPr>
        <p:spPr>
          <a:xfrm>
            <a:off x="2425720" y="28123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97" name="Shape 89"/>
          <p:cNvSpPr/>
          <p:nvPr/>
        </p:nvSpPr>
        <p:spPr>
          <a:xfrm>
            <a:off x="299264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302008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9" name="Shape 91"/>
          <p:cNvSpPr/>
          <p:nvPr/>
        </p:nvSpPr>
        <p:spPr>
          <a:xfrm>
            <a:off x="3678448" y="2812388"/>
            <a:ext cx="365760" cy="119299"/>
          </a:xfrm>
          <a:prstGeom prst="rect">
            <a:avLst/>
          </a:prstGeom>
          <a:solidFill>
            <a:srgbClr val="FFFFFF"/>
          </a:solidFill>
          <a:ln w="6350">
            <a:solidFill>
              <a:srgbClr val="E2E2E2"/>
            </a:solidFill>
            <a:prstDash val="solid"/>
          </a:ln>
        </p:spPr>
      </p:sp>
      <p:sp>
        <p:nvSpPr>
          <p:cNvPr id="100" name="Text 92"/>
          <p:cNvSpPr txBox="1"/>
          <p:nvPr/>
        </p:nvSpPr>
        <p:spPr>
          <a:xfrm>
            <a:off x="370588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41148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931688"/>
            <a:ext cx="731520" cy="119299"/>
          </a:xfrm>
          <a:prstGeom prst="rect">
            <a:avLst/>
          </a:prstGeom>
          <a:solidFill>
            <a:srgbClr val="FFFFFF"/>
          </a:solidFill>
          <a:ln w="6350">
            <a:solidFill>
              <a:srgbClr val="E2E2E2"/>
            </a:solidFill>
            <a:prstDash val="solid"/>
          </a:ln>
        </p:spPr>
      </p:sp>
      <p:sp>
        <p:nvSpPr>
          <p:cNvPr id="106" name="Text 98"/>
          <p:cNvSpPr txBox="1"/>
          <p:nvPr/>
        </p:nvSpPr>
        <p:spPr>
          <a:xfrm>
            <a:off x="1282720" y="29316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86808" y="2931688"/>
            <a:ext cx="411480" cy="119299"/>
          </a:xfrm>
          <a:prstGeom prst="rect">
            <a:avLst/>
          </a:prstGeom>
          <a:solidFill>
            <a:srgbClr val="FFFFFF"/>
          </a:solidFill>
          <a:ln w="6350">
            <a:solidFill>
              <a:srgbClr val="E2E2E2"/>
            </a:solidFill>
            <a:prstDash val="solid"/>
          </a:ln>
        </p:spPr>
      </p:sp>
      <p:sp>
        <p:nvSpPr>
          <p:cNvPr id="108" name="Text 100"/>
          <p:cNvSpPr txBox="1"/>
          <p:nvPr/>
        </p:nvSpPr>
        <p:spPr>
          <a:xfrm>
            <a:off x="2014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98288" y="2931688"/>
            <a:ext cx="594360" cy="119299"/>
          </a:xfrm>
          <a:prstGeom prst="rect">
            <a:avLst/>
          </a:prstGeom>
          <a:solidFill>
            <a:srgbClr val="FFFFFF"/>
          </a:solidFill>
          <a:ln w="6350">
            <a:solidFill>
              <a:srgbClr val="E2E2E2"/>
            </a:solidFill>
            <a:prstDash val="solid"/>
          </a:ln>
        </p:spPr>
      </p:sp>
      <p:sp>
        <p:nvSpPr>
          <p:cNvPr id="110" name="Text 102"/>
          <p:cNvSpPr txBox="1"/>
          <p:nvPr/>
        </p:nvSpPr>
        <p:spPr>
          <a:xfrm>
            <a:off x="2425720" y="29316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11" name="Shape 103"/>
          <p:cNvSpPr/>
          <p:nvPr/>
        </p:nvSpPr>
        <p:spPr>
          <a:xfrm>
            <a:off x="299264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302008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3" name="Shape 105"/>
          <p:cNvSpPr/>
          <p:nvPr/>
        </p:nvSpPr>
        <p:spPr>
          <a:xfrm>
            <a:off x="3678448" y="2931688"/>
            <a:ext cx="365760" cy="119299"/>
          </a:xfrm>
          <a:prstGeom prst="rect">
            <a:avLst/>
          </a:prstGeom>
          <a:solidFill>
            <a:srgbClr val="FFFFFF"/>
          </a:solidFill>
          <a:ln w="6350">
            <a:solidFill>
              <a:srgbClr val="E2E2E2"/>
            </a:solidFill>
            <a:prstDash val="solid"/>
          </a:ln>
        </p:spPr>
      </p:sp>
      <p:sp>
        <p:nvSpPr>
          <p:cNvPr id="114" name="Text 106"/>
          <p:cNvSpPr txBox="1"/>
          <p:nvPr/>
        </p:nvSpPr>
        <p:spPr>
          <a:xfrm>
            <a:off x="370588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41148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3050987"/>
            <a:ext cx="731520" cy="119299"/>
          </a:xfrm>
          <a:prstGeom prst="rect">
            <a:avLst/>
          </a:prstGeom>
          <a:solidFill>
            <a:srgbClr val="FFFFFF"/>
          </a:solidFill>
          <a:ln w="6350">
            <a:solidFill>
              <a:srgbClr val="E2E2E2"/>
            </a:solidFill>
            <a:prstDash val="solid"/>
          </a:ln>
        </p:spPr>
      </p:sp>
      <p:sp>
        <p:nvSpPr>
          <p:cNvPr id="120" name="Text 112"/>
          <p:cNvSpPr txBox="1"/>
          <p:nvPr/>
        </p:nvSpPr>
        <p:spPr>
          <a:xfrm>
            <a:off x="1282720" y="30509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8680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2014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98288" y="3050987"/>
            <a:ext cx="594360" cy="119299"/>
          </a:xfrm>
          <a:prstGeom prst="rect">
            <a:avLst/>
          </a:prstGeom>
          <a:solidFill>
            <a:srgbClr val="FFFFFF"/>
          </a:solidFill>
          <a:ln w="6350">
            <a:solidFill>
              <a:srgbClr val="E2E2E2"/>
            </a:solidFill>
            <a:prstDash val="solid"/>
          </a:ln>
        </p:spPr>
      </p:sp>
      <p:sp>
        <p:nvSpPr>
          <p:cNvPr id="124" name="Text 116"/>
          <p:cNvSpPr txBox="1"/>
          <p:nvPr/>
        </p:nvSpPr>
        <p:spPr>
          <a:xfrm>
            <a:off x="2425720" y="30509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125" name="Shape 117"/>
          <p:cNvSpPr/>
          <p:nvPr/>
        </p:nvSpPr>
        <p:spPr>
          <a:xfrm>
            <a:off x="2992648" y="3050987"/>
            <a:ext cx="685800" cy="119299"/>
          </a:xfrm>
          <a:prstGeom prst="rect">
            <a:avLst/>
          </a:prstGeom>
          <a:solidFill>
            <a:srgbClr val="FFFFFF"/>
          </a:solidFill>
          <a:ln w="6350">
            <a:solidFill>
              <a:srgbClr val="E2E2E2"/>
            </a:solidFill>
            <a:prstDash val="solid"/>
          </a:ln>
        </p:spPr>
      </p:sp>
      <p:sp>
        <p:nvSpPr>
          <p:cNvPr id="126" name="Text 118"/>
          <p:cNvSpPr txBox="1"/>
          <p:nvPr/>
        </p:nvSpPr>
        <p:spPr>
          <a:xfrm>
            <a:off x="302008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7" name="Shape 119"/>
          <p:cNvSpPr/>
          <p:nvPr/>
        </p:nvSpPr>
        <p:spPr>
          <a:xfrm>
            <a:off x="3678448" y="3050987"/>
            <a:ext cx="365760" cy="119299"/>
          </a:xfrm>
          <a:prstGeom prst="rect">
            <a:avLst/>
          </a:prstGeom>
          <a:solidFill>
            <a:srgbClr val="FFFFFF"/>
          </a:solidFill>
          <a:ln w="6350">
            <a:solidFill>
              <a:srgbClr val="E2E2E2"/>
            </a:solidFill>
            <a:prstDash val="solid"/>
          </a:ln>
        </p:spPr>
      </p:sp>
      <p:sp>
        <p:nvSpPr>
          <p:cNvPr id="128" name="Text 120"/>
          <p:cNvSpPr txBox="1"/>
          <p:nvPr/>
        </p:nvSpPr>
        <p:spPr>
          <a:xfrm>
            <a:off x="370588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41148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33" name="Shape 125"/>
          <p:cNvSpPr/>
          <p:nvPr/>
        </p:nvSpPr>
        <p:spPr>
          <a:xfrm>
            <a:off x="1255288" y="3170287"/>
            <a:ext cx="731520" cy="119299"/>
          </a:xfrm>
          <a:prstGeom prst="rect">
            <a:avLst/>
          </a:prstGeom>
          <a:solidFill>
            <a:srgbClr val="FFFFFF"/>
          </a:solidFill>
          <a:ln w="6350">
            <a:solidFill>
              <a:srgbClr val="E2E2E2"/>
            </a:solidFill>
            <a:prstDash val="solid"/>
          </a:ln>
        </p:spPr>
      </p:sp>
      <p:sp>
        <p:nvSpPr>
          <p:cNvPr id="134" name="Text 126"/>
          <p:cNvSpPr txBox="1"/>
          <p:nvPr/>
        </p:nvSpPr>
        <p:spPr>
          <a:xfrm>
            <a:off x="1282720" y="31702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1986808" y="3170287"/>
            <a:ext cx="411480" cy="119299"/>
          </a:xfrm>
          <a:prstGeom prst="rect">
            <a:avLst/>
          </a:prstGeom>
          <a:solidFill>
            <a:srgbClr val="FFFFFF"/>
          </a:solidFill>
          <a:ln w="6350">
            <a:solidFill>
              <a:srgbClr val="E2E2E2"/>
            </a:solidFill>
            <a:prstDash val="solid"/>
          </a:ln>
        </p:spPr>
      </p:sp>
      <p:sp>
        <p:nvSpPr>
          <p:cNvPr id="136" name="Text 128"/>
          <p:cNvSpPr txBox="1"/>
          <p:nvPr/>
        </p:nvSpPr>
        <p:spPr>
          <a:xfrm>
            <a:off x="2014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7" name="Shape 129"/>
          <p:cNvSpPr/>
          <p:nvPr/>
        </p:nvSpPr>
        <p:spPr>
          <a:xfrm>
            <a:off x="2398288" y="3170287"/>
            <a:ext cx="594360" cy="119299"/>
          </a:xfrm>
          <a:prstGeom prst="rect">
            <a:avLst/>
          </a:prstGeom>
          <a:solidFill>
            <a:srgbClr val="FFFFFF"/>
          </a:solidFill>
          <a:ln w="6350">
            <a:solidFill>
              <a:srgbClr val="E2E2E2"/>
            </a:solidFill>
            <a:prstDash val="solid"/>
          </a:ln>
        </p:spPr>
      </p:sp>
      <p:sp>
        <p:nvSpPr>
          <p:cNvPr id="138" name="Text 130"/>
          <p:cNvSpPr txBox="1"/>
          <p:nvPr/>
        </p:nvSpPr>
        <p:spPr>
          <a:xfrm>
            <a:off x="2425720" y="31702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39" name="Shape 131"/>
          <p:cNvSpPr/>
          <p:nvPr/>
        </p:nvSpPr>
        <p:spPr>
          <a:xfrm>
            <a:off x="2992648" y="3170287"/>
            <a:ext cx="685800" cy="119299"/>
          </a:xfrm>
          <a:prstGeom prst="rect">
            <a:avLst/>
          </a:prstGeom>
          <a:solidFill>
            <a:srgbClr val="FFFFFF"/>
          </a:solidFill>
          <a:ln w="6350">
            <a:solidFill>
              <a:srgbClr val="E2E2E2"/>
            </a:solidFill>
            <a:prstDash val="solid"/>
          </a:ln>
        </p:spPr>
      </p:sp>
      <p:sp>
        <p:nvSpPr>
          <p:cNvPr id="140" name="Text 132"/>
          <p:cNvSpPr txBox="1"/>
          <p:nvPr/>
        </p:nvSpPr>
        <p:spPr>
          <a:xfrm>
            <a:off x="302008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41" name="Shape 133"/>
          <p:cNvSpPr/>
          <p:nvPr/>
        </p:nvSpPr>
        <p:spPr>
          <a:xfrm>
            <a:off x="3678448" y="3170287"/>
            <a:ext cx="365760" cy="119299"/>
          </a:xfrm>
          <a:prstGeom prst="rect">
            <a:avLst/>
          </a:prstGeom>
          <a:solidFill>
            <a:srgbClr val="FFFFFF"/>
          </a:solidFill>
          <a:ln w="6350">
            <a:solidFill>
              <a:srgbClr val="E2E2E2"/>
            </a:solidFill>
            <a:prstDash val="solid"/>
          </a:ln>
        </p:spPr>
      </p:sp>
      <p:sp>
        <p:nvSpPr>
          <p:cNvPr id="142" name="Text 134"/>
          <p:cNvSpPr txBox="1"/>
          <p:nvPr/>
        </p:nvSpPr>
        <p:spPr>
          <a:xfrm>
            <a:off x="3705880" y="31702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41148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47" name="Shape 139"/>
          <p:cNvSpPr/>
          <p:nvPr/>
        </p:nvSpPr>
        <p:spPr>
          <a:xfrm>
            <a:off x="1255288" y="3289586"/>
            <a:ext cx="731520" cy="119299"/>
          </a:xfrm>
          <a:prstGeom prst="rect">
            <a:avLst/>
          </a:prstGeom>
          <a:solidFill>
            <a:srgbClr val="FFFFFF"/>
          </a:solidFill>
          <a:ln w="6350">
            <a:solidFill>
              <a:srgbClr val="E2E2E2"/>
            </a:solidFill>
            <a:prstDash val="solid"/>
          </a:ln>
        </p:spPr>
      </p:sp>
      <p:sp>
        <p:nvSpPr>
          <p:cNvPr id="148" name="Text 140"/>
          <p:cNvSpPr txBox="1"/>
          <p:nvPr/>
        </p:nvSpPr>
        <p:spPr>
          <a:xfrm>
            <a:off x="1282720" y="3289586"/>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1986808" y="3289586"/>
            <a:ext cx="411480" cy="119299"/>
          </a:xfrm>
          <a:prstGeom prst="rect">
            <a:avLst/>
          </a:prstGeom>
          <a:solidFill>
            <a:srgbClr val="FFFFFF"/>
          </a:solidFill>
          <a:ln w="6350">
            <a:solidFill>
              <a:srgbClr val="E2E2E2"/>
            </a:solidFill>
            <a:prstDash val="solid"/>
          </a:ln>
        </p:spPr>
      </p:sp>
      <p:sp>
        <p:nvSpPr>
          <p:cNvPr id="150" name="Text 142"/>
          <p:cNvSpPr txBox="1"/>
          <p:nvPr/>
        </p:nvSpPr>
        <p:spPr>
          <a:xfrm>
            <a:off x="2014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1" name="Shape 143"/>
          <p:cNvSpPr/>
          <p:nvPr/>
        </p:nvSpPr>
        <p:spPr>
          <a:xfrm>
            <a:off x="2398288" y="3289586"/>
            <a:ext cx="594360" cy="119299"/>
          </a:xfrm>
          <a:prstGeom prst="rect">
            <a:avLst/>
          </a:prstGeom>
          <a:solidFill>
            <a:srgbClr val="FFFFFF"/>
          </a:solidFill>
          <a:ln w="6350">
            <a:solidFill>
              <a:srgbClr val="E2E2E2"/>
            </a:solidFill>
            <a:prstDash val="solid"/>
          </a:ln>
        </p:spPr>
      </p:sp>
      <p:sp>
        <p:nvSpPr>
          <p:cNvPr id="152" name="Text 144"/>
          <p:cNvSpPr txBox="1"/>
          <p:nvPr/>
        </p:nvSpPr>
        <p:spPr>
          <a:xfrm>
            <a:off x="2425720" y="3289586"/>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53" name="Shape 145"/>
          <p:cNvSpPr/>
          <p:nvPr/>
        </p:nvSpPr>
        <p:spPr>
          <a:xfrm>
            <a:off x="2992648" y="3289586"/>
            <a:ext cx="685800" cy="119299"/>
          </a:xfrm>
          <a:prstGeom prst="rect">
            <a:avLst/>
          </a:prstGeom>
          <a:solidFill>
            <a:srgbClr val="FFFFFF"/>
          </a:solidFill>
          <a:ln w="6350">
            <a:solidFill>
              <a:srgbClr val="E2E2E2"/>
            </a:solidFill>
            <a:prstDash val="solid"/>
          </a:ln>
        </p:spPr>
      </p:sp>
      <p:sp>
        <p:nvSpPr>
          <p:cNvPr id="154" name="Text 146"/>
          <p:cNvSpPr txBox="1"/>
          <p:nvPr/>
        </p:nvSpPr>
        <p:spPr>
          <a:xfrm>
            <a:off x="302008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55" name="Shape 147"/>
          <p:cNvSpPr/>
          <p:nvPr/>
        </p:nvSpPr>
        <p:spPr>
          <a:xfrm>
            <a:off x="3678448" y="3289586"/>
            <a:ext cx="365760" cy="119299"/>
          </a:xfrm>
          <a:prstGeom prst="rect">
            <a:avLst/>
          </a:prstGeom>
          <a:solidFill>
            <a:srgbClr val="FFFFFF"/>
          </a:solidFill>
          <a:ln w="6350">
            <a:solidFill>
              <a:srgbClr val="E2E2E2"/>
            </a:solidFill>
            <a:prstDash val="solid"/>
          </a:ln>
        </p:spPr>
      </p:sp>
      <p:sp>
        <p:nvSpPr>
          <p:cNvPr id="156" name="Text 148"/>
          <p:cNvSpPr txBox="1"/>
          <p:nvPr/>
        </p:nvSpPr>
        <p:spPr>
          <a:xfrm>
            <a:off x="3705880" y="3289586"/>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41148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61" name="Shape 153"/>
          <p:cNvSpPr/>
          <p:nvPr/>
        </p:nvSpPr>
        <p:spPr>
          <a:xfrm>
            <a:off x="1255288" y="3408885"/>
            <a:ext cx="731520" cy="119299"/>
          </a:xfrm>
          <a:prstGeom prst="rect">
            <a:avLst/>
          </a:prstGeom>
          <a:solidFill>
            <a:srgbClr val="FFFFFF"/>
          </a:solidFill>
          <a:ln w="6350">
            <a:solidFill>
              <a:srgbClr val="E2E2E2"/>
            </a:solidFill>
            <a:prstDash val="solid"/>
          </a:ln>
        </p:spPr>
      </p:sp>
      <p:sp>
        <p:nvSpPr>
          <p:cNvPr id="162" name="Text 154"/>
          <p:cNvSpPr txBox="1"/>
          <p:nvPr/>
        </p:nvSpPr>
        <p:spPr>
          <a:xfrm>
            <a:off x="1282720" y="34088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1986808" y="3408885"/>
            <a:ext cx="411480" cy="119299"/>
          </a:xfrm>
          <a:prstGeom prst="rect">
            <a:avLst/>
          </a:prstGeom>
          <a:solidFill>
            <a:srgbClr val="FFFFFF"/>
          </a:solidFill>
          <a:ln w="6350">
            <a:solidFill>
              <a:srgbClr val="E2E2E2"/>
            </a:solidFill>
            <a:prstDash val="solid"/>
          </a:ln>
        </p:spPr>
      </p:sp>
      <p:sp>
        <p:nvSpPr>
          <p:cNvPr id="164" name="Text 156"/>
          <p:cNvSpPr txBox="1"/>
          <p:nvPr/>
        </p:nvSpPr>
        <p:spPr>
          <a:xfrm>
            <a:off x="2014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65" name="Shape 157"/>
          <p:cNvSpPr/>
          <p:nvPr/>
        </p:nvSpPr>
        <p:spPr>
          <a:xfrm>
            <a:off x="2398288" y="3408885"/>
            <a:ext cx="594360" cy="119299"/>
          </a:xfrm>
          <a:prstGeom prst="rect">
            <a:avLst/>
          </a:prstGeom>
          <a:solidFill>
            <a:srgbClr val="FFFFFF"/>
          </a:solidFill>
          <a:ln w="6350">
            <a:solidFill>
              <a:srgbClr val="E2E2E2"/>
            </a:solidFill>
            <a:prstDash val="solid"/>
          </a:ln>
        </p:spPr>
      </p:sp>
      <p:sp>
        <p:nvSpPr>
          <p:cNvPr id="166" name="Text 158"/>
          <p:cNvSpPr txBox="1"/>
          <p:nvPr/>
        </p:nvSpPr>
        <p:spPr>
          <a:xfrm>
            <a:off x="2425720" y="34088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67" name="Shape 159"/>
          <p:cNvSpPr/>
          <p:nvPr/>
        </p:nvSpPr>
        <p:spPr>
          <a:xfrm>
            <a:off x="2992648" y="3408885"/>
            <a:ext cx="685800" cy="119299"/>
          </a:xfrm>
          <a:prstGeom prst="rect">
            <a:avLst/>
          </a:prstGeom>
          <a:solidFill>
            <a:srgbClr val="FFFFFF"/>
          </a:solidFill>
          <a:ln w="6350">
            <a:solidFill>
              <a:srgbClr val="E2E2E2"/>
            </a:solidFill>
            <a:prstDash val="solid"/>
          </a:ln>
        </p:spPr>
      </p:sp>
      <p:sp>
        <p:nvSpPr>
          <p:cNvPr id="168" name="Text 160"/>
          <p:cNvSpPr txBox="1"/>
          <p:nvPr/>
        </p:nvSpPr>
        <p:spPr>
          <a:xfrm>
            <a:off x="302008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69" name="Shape 161"/>
          <p:cNvSpPr/>
          <p:nvPr/>
        </p:nvSpPr>
        <p:spPr>
          <a:xfrm>
            <a:off x="3678448" y="3408885"/>
            <a:ext cx="365760" cy="119299"/>
          </a:xfrm>
          <a:prstGeom prst="rect">
            <a:avLst/>
          </a:prstGeom>
          <a:solidFill>
            <a:srgbClr val="FFFFFF"/>
          </a:solidFill>
          <a:ln w="6350">
            <a:solidFill>
              <a:srgbClr val="E2E2E2"/>
            </a:solidFill>
            <a:prstDash val="solid"/>
          </a:ln>
        </p:spPr>
      </p:sp>
      <p:sp>
        <p:nvSpPr>
          <p:cNvPr id="170" name="Text 162"/>
          <p:cNvSpPr txBox="1"/>
          <p:nvPr/>
        </p:nvSpPr>
        <p:spPr>
          <a:xfrm>
            <a:off x="3705880" y="34088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41148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75" name="Shape 167"/>
          <p:cNvSpPr/>
          <p:nvPr/>
        </p:nvSpPr>
        <p:spPr>
          <a:xfrm>
            <a:off x="1255288" y="3528185"/>
            <a:ext cx="731520" cy="119299"/>
          </a:xfrm>
          <a:prstGeom prst="rect">
            <a:avLst/>
          </a:prstGeom>
          <a:solidFill>
            <a:srgbClr val="FFFFFF"/>
          </a:solidFill>
          <a:ln w="6350">
            <a:solidFill>
              <a:srgbClr val="E2E2E2"/>
            </a:solidFill>
            <a:prstDash val="solid"/>
          </a:ln>
        </p:spPr>
      </p:sp>
      <p:sp>
        <p:nvSpPr>
          <p:cNvPr id="176" name="Text 168"/>
          <p:cNvSpPr txBox="1"/>
          <p:nvPr/>
        </p:nvSpPr>
        <p:spPr>
          <a:xfrm>
            <a:off x="1282720" y="35281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1986808" y="3528185"/>
            <a:ext cx="411480" cy="119299"/>
          </a:xfrm>
          <a:prstGeom prst="rect">
            <a:avLst/>
          </a:prstGeom>
          <a:solidFill>
            <a:srgbClr val="FFFFFF"/>
          </a:solidFill>
          <a:ln w="6350">
            <a:solidFill>
              <a:srgbClr val="E2E2E2"/>
            </a:solidFill>
            <a:prstDash val="solid"/>
          </a:ln>
        </p:spPr>
      </p:sp>
      <p:sp>
        <p:nvSpPr>
          <p:cNvPr id="178" name="Text 170"/>
          <p:cNvSpPr txBox="1"/>
          <p:nvPr/>
        </p:nvSpPr>
        <p:spPr>
          <a:xfrm>
            <a:off x="2014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79" name="Shape 171"/>
          <p:cNvSpPr/>
          <p:nvPr/>
        </p:nvSpPr>
        <p:spPr>
          <a:xfrm>
            <a:off x="2398288" y="3528185"/>
            <a:ext cx="594360" cy="119299"/>
          </a:xfrm>
          <a:prstGeom prst="rect">
            <a:avLst/>
          </a:prstGeom>
          <a:solidFill>
            <a:srgbClr val="FFFFFF"/>
          </a:solidFill>
          <a:ln w="6350">
            <a:solidFill>
              <a:srgbClr val="E2E2E2"/>
            </a:solidFill>
            <a:prstDash val="solid"/>
          </a:ln>
        </p:spPr>
      </p:sp>
      <p:sp>
        <p:nvSpPr>
          <p:cNvPr id="180" name="Text 172"/>
          <p:cNvSpPr txBox="1"/>
          <p:nvPr/>
        </p:nvSpPr>
        <p:spPr>
          <a:xfrm>
            <a:off x="2425720" y="35281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81" name="Shape 173"/>
          <p:cNvSpPr/>
          <p:nvPr/>
        </p:nvSpPr>
        <p:spPr>
          <a:xfrm>
            <a:off x="2992648" y="3528185"/>
            <a:ext cx="685800" cy="119299"/>
          </a:xfrm>
          <a:prstGeom prst="rect">
            <a:avLst/>
          </a:prstGeom>
          <a:solidFill>
            <a:srgbClr val="FFFFFF"/>
          </a:solidFill>
          <a:ln w="6350">
            <a:solidFill>
              <a:srgbClr val="E2E2E2"/>
            </a:solidFill>
            <a:prstDash val="solid"/>
          </a:ln>
        </p:spPr>
      </p:sp>
      <p:sp>
        <p:nvSpPr>
          <p:cNvPr id="182" name="Text 174"/>
          <p:cNvSpPr txBox="1"/>
          <p:nvPr/>
        </p:nvSpPr>
        <p:spPr>
          <a:xfrm>
            <a:off x="302008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83" name="Shape 175"/>
          <p:cNvSpPr/>
          <p:nvPr/>
        </p:nvSpPr>
        <p:spPr>
          <a:xfrm>
            <a:off x="3678448" y="3528185"/>
            <a:ext cx="365760" cy="119299"/>
          </a:xfrm>
          <a:prstGeom prst="rect">
            <a:avLst/>
          </a:prstGeom>
          <a:solidFill>
            <a:srgbClr val="FFFFFF"/>
          </a:solidFill>
          <a:ln w="6350">
            <a:solidFill>
              <a:srgbClr val="E2E2E2"/>
            </a:solidFill>
            <a:prstDash val="solid"/>
          </a:ln>
        </p:spPr>
      </p:sp>
      <p:sp>
        <p:nvSpPr>
          <p:cNvPr id="184" name="Text 176"/>
          <p:cNvSpPr txBox="1"/>
          <p:nvPr/>
        </p:nvSpPr>
        <p:spPr>
          <a:xfrm>
            <a:off x="3705880" y="35281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41148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89" name="Shape 181"/>
          <p:cNvSpPr/>
          <p:nvPr/>
        </p:nvSpPr>
        <p:spPr>
          <a:xfrm>
            <a:off x="1255288" y="3647484"/>
            <a:ext cx="731520" cy="119299"/>
          </a:xfrm>
          <a:prstGeom prst="rect">
            <a:avLst/>
          </a:prstGeom>
          <a:solidFill>
            <a:srgbClr val="FFFFFF"/>
          </a:solidFill>
          <a:ln w="6350">
            <a:solidFill>
              <a:srgbClr val="E2E2E2"/>
            </a:solidFill>
            <a:prstDash val="solid"/>
          </a:ln>
        </p:spPr>
      </p:sp>
      <p:sp>
        <p:nvSpPr>
          <p:cNvPr id="190" name="Text 182"/>
          <p:cNvSpPr txBox="1"/>
          <p:nvPr/>
        </p:nvSpPr>
        <p:spPr>
          <a:xfrm>
            <a:off x="1282720" y="3647484"/>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1986808" y="3647484"/>
            <a:ext cx="411480" cy="119299"/>
          </a:xfrm>
          <a:prstGeom prst="rect">
            <a:avLst/>
          </a:prstGeom>
          <a:solidFill>
            <a:srgbClr val="FFFFFF"/>
          </a:solidFill>
          <a:ln w="6350">
            <a:solidFill>
              <a:srgbClr val="E2E2E2"/>
            </a:solidFill>
            <a:prstDash val="solid"/>
          </a:ln>
        </p:spPr>
      </p:sp>
      <p:sp>
        <p:nvSpPr>
          <p:cNvPr id="192" name="Text 184"/>
          <p:cNvSpPr txBox="1"/>
          <p:nvPr/>
        </p:nvSpPr>
        <p:spPr>
          <a:xfrm>
            <a:off x="2014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93" name="Shape 185"/>
          <p:cNvSpPr/>
          <p:nvPr/>
        </p:nvSpPr>
        <p:spPr>
          <a:xfrm>
            <a:off x="2398288" y="3647484"/>
            <a:ext cx="594360" cy="119299"/>
          </a:xfrm>
          <a:prstGeom prst="rect">
            <a:avLst/>
          </a:prstGeom>
          <a:solidFill>
            <a:srgbClr val="FFFFFF"/>
          </a:solidFill>
          <a:ln w="6350">
            <a:solidFill>
              <a:srgbClr val="E2E2E2"/>
            </a:solidFill>
            <a:prstDash val="solid"/>
          </a:ln>
        </p:spPr>
      </p:sp>
      <p:sp>
        <p:nvSpPr>
          <p:cNvPr id="194" name="Text 186"/>
          <p:cNvSpPr txBox="1"/>
          <p:nvPr/>
        </p:nvSpPr>
        <p:spPr>
          <a:xfrm>
            <a:off x="2425720" y="3647484"/>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95" name="Shape 187"/>
          <p:cNvSpPr/>
          <p:nvPr/>
        </p:nvSpPr>
        <p:spPr>
          <a:xfrm>
            <a:off x="2992648" y="3647484"/>
            <a:ext cx="685800" cy="119299"/>
          </a:xfrm>
          <a:prstGeom prst="rect">
            <a:avLst/>
          </a:prstGeom>
          <a:solidFill>
            <a:srgbClr val="FFFFFF"/>
          </a:solidFill>
          <a:ln w="6350">
            <a:solidFill>
              <a:srgbClr val="E2E2E2"/>
            </a:solidFill>
            <a:prstDash val="solid"/>
          </a:ln>
        </p:spPr>
      </p:sp>
      <p:sp>
        <p:nvSpPr>
          <p:cNvPr id="196" name="Text 188"/>
          <p:cNvSpPr txBox="1"/>
          <p:nvPr/>
        </p:nvSpPr>
        <p:spPr>
          <a:xfrm>
            <a:off x="302008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97" name="Shape 189"/>
          <p:cNvSpPr/>
          <p:nvPr/>
        </p:nvSpPr>
        <p:spPr>
          <a:xfrm>
            <a:off x="3678448" y="3647484"/>
            <a:ext cx="365760" cy="119299"/>
          </a:xfrm>
          <a:prstGeom prst="rect">
            <a:avLst/>
          </a:prstGeom>
          <a:solidFill>
            <a:srgbClr val="FFFFFF"/>
          </a:solidFill>
          <a:ln w="6350">
            <a:solidFill>
              <a:srgbClr val="E2E2E2"/>
            </a:solidFill>
            <a:prstDash val="solid"/>
          </a:ln>
        </p:spPr>
      </p:sp>
      <p:sp>
        <p:nvSpPr>
          <p:cNvPr id="198" name="Text 190"/>
          <p:cNvSpPr txBox="1"/>
          <p:nvPr/>
        </p:nvSpPr>
        <p:spPr>
          <a:xfrm>
            <a:off x="3705880" y="3647484"/>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99" name="Shape 191"/>
          <p:cNvSpPr/>
          <p:nvPr/>
        </p:nvSpPr>
        <p:spPr>
          <a:xfrm>
            <a:off x="3678448" y="2812388"/>
            <a:ext cx="365760" cy="954396"/>
          </a:xfrm>
          <a:prstGeom prst="rect">
            <a:avLst/>
          </a:prstGeom>
          <a:solidFill>
            <a:srgbClr val="1A73E8">
              <a:alpha val="12000"/>
            </a:srgbClr>
          </a:solidFill>
          <a:ln w="19050">
            <a:solidFill>
              <a:srgbClr val="1A73E8"/>
            </a:solidFill>
            <a:prstDash val="solid"/>
          </a:ln>
        </p:spPr>
      </p:sp>
      <p:sp>
        <p:nvSpPr>
          <p:cNvPr id="200" name="Shape 192"/>
          <p:cNvSpPr/>
          <p:nvPr/>
        </p:nvSpPr>
        <p:spPr>
          <a:xfrm>
            <a:off x="587776" y="3794216"/>
            <a:ext cx="4950927" cy="201168"/>
          </a:xfrm>
          <a:prstGeom prst="rect">
            <a:avLst/>
          </a:prstGeom>
          <a:solidFill>
            <a:srgbClr val="F8F9FA"/>
          </a:solidFill>
          <a:ln w="12700">
            <a:solidFill>
              <a:srgbClr val="F8F9FA"/>
            </a:solidFill>
            <a:prstDash val="solid"/>
          </a:ln>
        </p:spPr>
      </p:sp>
      <p:sp>
        <p:nvSpPr>
          <p:cNvPr id="201" name="Text 19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2" name="Shape 194"/>
          <p:cNvSpPr/>
          <p:nvPr/>
        </p:nvSpPr>
        <p:spPr>
          <a:xfrm>
            <a:off x="1136416" y="3794216"/>
            <a:ext cx="731520" cy="201168"/>
          </a:xfrm>
          <a:prstGeom prst="rect">
            <a:avLst/>
          </a:prstGeom>
          <a:solidFill>
            <a:srgbClr val="E1EFFE"/>
          </a:solidFill>
          <a:ln w="12700">
            <a:solidFill>
              <a:srgbClr val="E1EFFE"/>
            </a:solidFill>
            <a:prstDash val="solid"/>
          </a:ln>
        </p:spPr>
      </p:sp>
      <p:sp>
        <p:nvSpPr>
          <p:cNvPr id="203" name="Text 195"/>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4" name="Shape 196"/>
          <p:cNvSpPr/>
          <p:nvPr/>
        </p:nvSpPr>
        <p:spPr>
          <a:xfrm>
            <a:off x="3687592" y="3060131"/>
            <a:ext cx="347472" cy="101011"/>
          </a:xfrm>
          <a:prstGeom prst="rect">
            <a:avLst/>
          </a:prstGeom>
          <a:solidFill>
            <a:srgbClr val="B7E1CD"/>
          </a:solidFill>
          <a:ln w="12700">
            <a:solidFill>
              <a:srgbClr val="B7E1CD"/>
            </a:solidFill>
            <a:prstDash val="solid"/>
          </a:ln>
        </p:spPr>
      </p:sp>
      <p:sp>
        <p:nvSpPr>
          <p:cNvPr id="205" name="Text 197"/>
          <p:cNvSpPr txBox="1"/>
          <p:nvPr/>
        </p:nvSpPr>
        <p:spPr>
          <a:xfrm>
            <a:off x="3678448" y="3050987"/>
            <a:ext cx="329184" cy="119299"/>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5</a:t>
            </a:r>
            <a:endParaRPr lang="en-US" sz="700" dirty="0"/>
          </a:p>
        </p:txBody>
      </p:sp>
      <p:sp>
        <p:nvSpPr>
          <p:cNvPr id="206" name="Shape 198"/>
          <p:cNvSpPr/>
          <p:nvPr/>
        </p:nvSpPr>
        <p:spPr>
          <a:xfrm>
            <a:off x="3687592" y="3537329"/>
            <a:ext cx="347472" cy="101011"/>
          </a:xfrm>
          <a:prstGeom prst="rect">
            <a:avLst/>
          </a:prstGeom>
          <a:solidFill>
            <a:srgbClr val="B7E1CD"/>
          </a:solidFill>
          <a:ln w="12700">
            <a:solidFill>
              <a:srgbClr val="B7E1CD"/>
            </a:solidFill>
            <a:prstDash val="solid"/>
          </a:ln>
        </p:spPr>
      </p:sp>
      <p:sp>
        <p:nvSpPr>
          <p:cNvPr id="207" name="Text 199"/>
          <p:cNvSpPr txBox="1"/>
          <p:nvPr/>
        </p:nvSpPr>
        <p:spPr>
          <a:xfrm>
            <a:off x="3678448" y="3528185"/>
            <a:ext cx="329184" cy="119299"/>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6</a:t>
            </a:r>
            <a:endParaRPr lang="en-US" sz="700" dirty="0"/>
          </a:p>
        </p:txBody>
      </p:sp>
      <p:sp>
        <p:nvSpPr>
          <p:cNvPr id="208" name="Shape 200"/>
          <p:cNvSpPr/>
          <p:nvPr/>
        </p:nvSpPr>
        <p:spPr>
          <a:xfrm>
            <a:off x="3938504" y="2272037"/>
            <a:ext cx="1508760" cy="1097280"/>
          </a:xfrm>
          <a:prstGeom prst="rect">
            <a:avLst/>
          </a:prstGeom>
          <a:solidFill>
            <a:srgbClr val="FFFFFF"/>
          </a:solidFill>
          <a:ln w="9525">
            <a:solidFill>
              <a:srgbClr val="AAAAAA"/>
            </a:solidFill>
            <a:prstDash val="solid"/>
          </a:ln>
        </p:spPr>
      </p:sp>
      <p:sp>
        <p:nvSpPr>
          <p:cNvPr id="209" name="Text 201"/>
          <p:cNvSpPr txBox="1"/>
          <p:nvPr/>
        </p:nvSpPr>
        <p:spPr>
          <a:xfrm>
            <a:off x="4011656" y="2317757"/>
            <a:ext cx="1371600" cy="182880"/>
          </a:xfrm>
          <a:prstGeom prst="rect">
            <a:avLst/>
          </a:prstGeom>
          <a:noFill/>
          <a:ln/>
        </p:spPr>
        <p:txBody>
          <a:bodyPr wrap="square" lIns="0" tIns="0" rIns="0" bIns="0" rtlCol="0" anchor="t"/>
          <a:lstStyle/>
          <a:p>
            <a:pPr indent="0" marL="0">
              <a:buNone/>
            </a:pPr>
            <a:r>
              <a:rPr lang="en-US" sz="750" b="1" dirty="0">
                <a:solidFill>
                  <a:srgbClr val="1E2A26"/>
                </a:solidFill>
                <a:latin typeface="Calibri" pitchFamily="34" charset="0"/>
                <a:ea typeface="Calibri" pitchFamily="34" charset="-122"/>
                <a:cs typeface="Calibri" pitchFamily="34" charset="-120"/>
              </a:rPr>
              <a:t>Conditional format rules</a:t>
            </a:r>
            <a:endParaRPr lang="en-US" sz="750" dirty="0"/>
          </a:p>
        </p:txBody>
      </p:sp>
      <p:sp>
        <p:nvSpPr>
          <p:cNvPr id="210" name="Text 202"/>
          <p:cNvSpPr txBox="1"/>
          <p:nvPr/>
        </p:nvSpPr>
        <p:spPr>
          <a:xfrm>
            <a:off x="4011656" y="2546357"/>
            <a:ext cx="1371600" cy="146304"/>
          </a:xfrm>
          <a:prstGeom prst="rect">
            <a:avLst/>
          </a:prstGeom>
          <a:noFill/>
          <a:ln/>
        </p:spPr>
        <p:txBody>
          <a:bodyPr wrap="square" lIns="0" tIns="0" rIns="0" bIns="0" rtlCol="0" anchor="t"/>
          <a:lstStyle/>
          <a:p>
            <a:pPr indent="0" marL="0">
              <a:buNone/>
            </a:pPr>
            <a:r>
              <a:rPr lang="en-US" sz="650" dirty="0">
                <a:solidFill>
                  <a:srgbClr val="1E2A26"/>
                </a:solidFill>
                <a:latin typeface="Calibri" pitchFamily="34" charset="0"/>
                <a:ea typeface="Calibri" pitchFamily="34" charset="-122"/>
                <a:cs typeface="Calibri" pitchFamily="34" charset="-120"/>
              </a:rPr>
              <a:t>Format cells if…</a:t>
            </a:r>
            <a:endParaRPr lang="en-US" sz="650" dirty="0"/>
          </a:p>
        </p:txBody>
      </p:sp>
      <p:sp>
        <p:nvSpPr>
          <p:cNvPr id="211" name="Shape 203"/>
          <p:cNvSpPr/>
          <p:nvPr/>
        </p:nvSpPr>
        <p:spPr>
          <a:xfrm>
            <a:off x="4011656" y="2710949"/>
            <a:ext cx="1353312" cy="182880"/>
          </a:xfrm>
          <a:prstGeom prst="rect">
            <a:avLst/>
          </a:prstGeom>
          <a:solidFill>
            <a:srgbClr val="FFFFFF"/>
          </a:solidFill>
          <a:ln w="12700">
            <a:solidFill>
              <a:srgbClr val="0B57D0"/>
            </a:solidFill>
            <a:prstDash val="solid"/>
          </a:ln>
        </p:spPr>
      </p:sp>
      <p:sp>
        <p:nvSpPr>
          <p:cNvPr id="212" name="Text 204"/>
          <p:cNvSpPr txBox="1"/>
          <p:nvPr/>
        </p:nvSpPr>
        <p:spPr>
          <a:xfrm>
            <a:off x="4057376" y="2710949"/>
            <a:ext cx="1353312" cy="182880"/>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Greater than or equal to ▾</a:t>
            </a:r>
            <a:endParaRPr lang="en-US" sz="650" dirty="0"/>
          </a:p>
        </p:txBody>
      </p:sp>
      <p:sp>
        <p:nvSpPr>
          <p:cNvPr id="213" name="Text 205"/>
          <p:cNvSpPr txBox="1"/>
          <p:nvPr/>
        </p:nvSpPr>
        <p:spPr>
          <a:xfrm>
            <a:off x="4029944" y="2930405"/>
            <a:ext cx="457200" cy="146304"/>
          </a:xfrm>
          <a:prstGeom prst="rect">
            <a:avLst/>
          </a:prstGeom>
          <a:noFill/>
          <a:ln/>
        </p:spPr>
        <p:txBody>
          <a:bodyPr wrap="square" lIns="0" tIns="0" rIns="0" bIns="0" rtlCol="0" anchor="t"/>
          <a:lstStyle/>
          <a:p>
            <a:pPr indent="0" marL="0">
              <a:buNone/>
            </a:pPr>
            <a:r>
              <a:rPr lang="en-US" sz="700" dirty="0">
                <a:solidFill>
                  <a:srgbClr val="1E2A26"/>
                </a:solidFill>
                <a:latin typeface="Calibri" pitchFamily="34" charset="0"/>
                <a:ea typeface="Calibri" pitchFamily="34" charset="-122"/>
                <a:cs typeface="Calibri" pitchFamily="34" charset="-120"/>
              </a:rPr>
              <a:t>5</a:t>
            </a:r>
            <a:endParaRPr lang="en-US" sz="700" dirty="0"/>
          </a:p>
        </p:txBody>
      </p:sp>
      <p:sp>
        <p:nvSpPr>
          <p:cNvPr id="214" name="Shape 206"/>
          <p:cNvSpPr/>
          <p:nvPr/>
        </p:nvSpPr>
        <p:spPr>
          <a:xfrm>
            <a:off x="4029944" y="3113285"/>
            <a:ext cx="457200" cy="164592"/>
          </a:xfrm>
          <a:prstGeom prst="rect">
            <a:avLst/>
          </a:prstGeom>
          <a:solidFill>
            <a:srgbClr val="B7E1CD"/>
          </a:solidFill>
          <a:ln w="12700">
            <a:solidFill>
              <a:srgbClr val="B7E1CD"/>
            </a:solidFill>
            <a:prstDash val="solid"/>
          </a:ln>
        </p:spPr>
      </p:sp>
      <p:sp>
        <p:nvSpPr>
          <p:cNvPr id="215" name="Text 207"/>
          <p:cNvSpPr txBox="1"/>
          <p:nvPr/>
        </p:nvSpPr>
        <p:spPr>
          <a:xfrm>
            <a:off x="4029944" y="3113285"/>
            <a:ext cx="457200" cy="164592"/>
          </a:xfrm>
          <a:prstGeom prst="rect">
            <a:avLst/>
          </a:prstGeom>
          <a:noFill/>
          <a:ln/>
        </p:spPr>
        <p:txBody>
          <a:bodyPr wrap="square" lIns="0" tIns="0" rIns="0" bIns="0" rtlCol="0" anchor="ctr"/>
          <a:lstStyle/>
          <a:p>
            <a:pPr algn="ctr" indent="0" marL="0">
              <a:buNone/>
            </a:pPr>
            <a:r>
              <a:rPr lang="en-US" sz="650" dirty="0">
                <a:solidFill>
                  <a:srgbClr val="1E2A26"/>
                </a:solidFill>
                <a:latin typeface="Calibri" pitchFamily="34" charset="0"/>
                <a:ea typeface="Calibri" pitchFamily="34" charset="-122"/>
                <a:cs typeface="Calibri" pitchFamily="34" charset="-120"/>
              </a:rPr>
              <a:t>Hijau</a:t>
            </a:r>
            <a:endParaRPr lang="en-US" sz="650" dirty="0"/>
          </a:p>
        </p:txBody>
      </p:sp>
      <p:sp>
        <p:nvSpPr>
          <p:cNvPr id="216" name="Shape 208"/>
          <p:cNvSpPr/>
          <p:nvPr/>
        </p:nvSpPr>
        <p:spPr>
          <a:xfrm>
            <a:off x="3975080" y="2674373"/>
            <a:ext cx="1426464" cy="640080"/>
          </a:xfrm>
          <a:prstGeom prst="roundRect">
            <a:avLst>
              <a:gd name="adj" fmla="val 7143"/>
            </a:avLst>
          </a:prstGeom>
          <a:solidFill>
            <a:srgbClr val="FFFFFF">
              <a:alpha val="0"/>
            </a:srgbClr>
          </a:solidFill>
          <a:ln w="31750">
            <a:solidFill>
              <a:srgbClr val="E53935"/>
            </a:solidFill>
            <a:prstDash val="solid"/>
          </a:ln>
        </p:spPr>
      </p:sp>
      <p:sp>
        <p:nvSpPr>
          <p:cNvPr id="217" name="Shape 209"/>
          <p:cNvSpPr/>
          <p:nvPr/>
        </p:nvSpPr>
        <p:spPr>
          <a:xfrm>
            <a:off x="5264384" y="2537213"/>
            <a:ext cx="274320" cy="274320"/>
          </a:xfrm>
          <a:prstGeom prst="ellipse">
            <a:avLst/>
          </a:prstGeom>
          <a:solidFill>
            <a:srgbClr val="E53935"/>
          </a:solidFill>
          <a:ln w="12700">
            <a:solidFill>
              <a:srgbClr val="FFFFFF"/>
            </a:solidFill>
            <a:prstDash val="solid"/>
          </a:ln>
        </p:spPr>
      </p:sp>
      <p:sp>
        <p:nvSpPr>
          <p:cNvPr id="218" name="Text 210"/>
          <p:cNvSpPr txBox="1"/>
          <p:nvPr/>
        </p:nvSpPr>
        <p:spPr>
          <a:xfrm>
            <a:off x="5264384" y="253721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19" name="Image 6" descr="preencoded.png">    </p:cNvPr>
          <p:cNvPicPr>
            <a:picLocks noChangeAspect="1"/>
          </p:cNvPicPr>
          <p:nvPr/>
        </p:nvPicPr>
        <p:blipFill>
          <a:blip r:embed="rId7"/>
          <a:stretch>
            <a:fillRect/>
          </a:stretch>
        </p:blipFill>
        <p:spPr>
          <a:xfrm>
            <a:off x="4757806" y="3024588"/>
            <a:ext cx="237744" cy="237744"/>
          </a:xfrm>
          <a:prstGeom prst="rect">
            <a:avLst/>
          </a:prstGeom>
        </p:spPr>
      </p:pic>
      <p:sp>
        <p:nvSpPr>
          <p:cNvPr id="220" name="Shape 211"/>
          <p:cNvSpPr/>
          <p:nvPr/>
        </p:nvSpPr>
        <p:spPr>
          <a:xfrm>
            <a:off x="3651016" y="3023555"/>
            <a:ext cx="420624" cy="174163"/>
          </a:xfrm>
          <a:prstGeom prst="roundRect">
            <a:avLst>
              <a:gd name="adj" fmla="val 26251"/>
            </a:avLst>
          </a:prstGeom>
          <a:solidFill>
            <a:srgbClr val="FFFFFF">
              <a:alpha val="0"/>
            </a:srgbClr>
          </a:solidFill>
          <a:ln w="31750">
            <a:solidFill>
              <a:srgbClr val="E53935"/>
            </a:solidFill>
            <a:prstDash val="solid"/>
          </a:ln>
        </p:spPr>
      </p:sp>
      <p:sp>
        <p:nvSpPr>
          <p:cNvPr id="221" name="Shape 212"/>
          <p:cNvSpPr/>
          <p:nvPr/>
        </p:nvSpPr>
        <p:spPr>
          <a:xfrm>
            <a:off x="3934480" y="2886395"/>
            <a:ext cx="274320" cy="274320"/>
          </a:xfrm>
          <a:prstGeom prst="ellipse">
            <a:avLst/>
          </a:prstGeom>
          <a:solidFill>
            <a:srgbClr val="E53935"/>
          </a:solidFill>
          <a:ln w="12700">
            <a:solidFill>
              <a:srgbClr val="FFFFFF"/>
            </a:solidFill>
            <a:prstDash val="solid"/>
          </a:ln>
        </p:spPr>
      </p:sp>
      <p:sp>
        <p:nvSpPr>
          <p:cNvPr id="222" name="Text 213"/>
          <p:cNvSpPr txBox="1"/>
          <p:nvPr/>
        </p:nvSpPr>
        <p:spPr>
          <a:xfrm>
            <a:off x="3934480" y="288639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23" name="Image 7" descr="preencoded.png">    </p:cNvPr>
          <p:cNvPicPr>
            <a:picLocks noChangeAspect="1"/>
          </p:cNvPicPr>
          <p:nvPr/>
        </p:nvPicPr>
        <p:blipFill>
          <a:blip r:embed="rId8"/>
          <a:stretch>
            <a:fillRect/>
          </a:stretch>
        </p:blipFill>
        <p:spPr>
          <a:xfrm>
            <a:off x="3879616" y="3116602"/>
            <a:ext cx="237744" cy="237744"/>
          </a:xfrm>
          <a:prstGeom prst="rect">
            <a:avLst/>
          </a:prstGeom>
        </p:spPr>
      </p:pic>
      <p:sp>
        <p:nvSpPr>
          <p:cNvPr id="224" name="Text 21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25" name="Text 21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Format › Conditional formatting</a:t>
            </a:r>
            <a:endParaRPr lang="en-US" sz="1800" dirty="0"/>
          </a:p>
        </p:txBody>
      </p:sp>
      <p:sp>
        <p:nvSpPr>
          <p:cNvPr id="226" name="Text 21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F2:F30 › Format › Conditional formatting. Format rules: Greater than or equal to 5. Warna hijau. Done.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Format &amp; Freeze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73152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8680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86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98288" y="2573789"/>
            <a:ext cx="594360" cy="119299"/>
          </a:xfrm>
          <a:prstGeom prst="rect">
            <a:avLst/>
          </a:prstGeom>
          <a:solidFill>
            <a:srgbClr val="F8F9FA"/>
          </a:solidFill>
          <a:ln w="6350">
            <a:solidFill>
              <a:srgbClr val="DDDDDD"/>
            </a:solidFill>
            <a:prstDash val="solid"/>
          </a:ln>
        </p:spPr>
      </p:sp>
      <p:sp>
        <p:nvSpPr>
          <p:cNvPr id="68" name="Text 60"/>
          <p:cNvSpPr txBox="1"/>
          <p:nvPr/>
        </p:nvSpPr>
        <p:spPr>
          <a:xfrm>
            <a:off x="2398288" y="2573789"/>
            <a:ext cx="5943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9264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678448" y="2573789"/>
            <a:ext cx="365760" cy="119299"/>
          </a:xfrm>
          <a:prstGeom prst="rect">
            <a:avLst/>
          </a:prstGeom>
          <a:solidFill>
            <a:srgbClr val="F8F9FA"/>
          </a:solidFill>
          <a:ln w="6350">
            <a:solidFill>
              <a:srgbClr val="DDDDDD"/>
            </a:solidFill>
            <a:prstDash val="solid"/>
          </a:ln>
        </p:spPr>
      </p:sp>
      <p:sp>
        <p:nvSpPr>
          <p:cNvPr id="72" name="Text 64"/>
          <p:cNvSpPr txBox="1"/>
          <p:nvPr/>
        </p:nvSpPr>
        <p:spPr>
          <a:xfrm>
            <a:off x="367844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73152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8680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2014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98288" y="2693089"/>
            <a:ext cx="594360" cy="119299"/>
          </a:xfrm>
          <a:prstGeom prst="rect">
            <a:avLst/>
          </a:prstGeom>
          <a:solidFill>
            <a:srgbClr val="0F4C3A"/>
          </a:solidFill>
          <a:ln w="6350">
            <a:solidFill>
              <a:srgbClr val="E2E2E2"/>
            </a:solidFill>
            <a:prstDash val="solid"/>
          </a:ln>
        </p:spPr>
      </p:sp>
      <p:sp>
        <p:nvSpPr>
          <p:cNvPr id="82" name="Text 74"/>
          <p:cNvSpPr txBox="1"/>
          <p:nvPr/>
        </p:nvSpPr>
        <p:spPr>
          <a:xfrm>
            <a:off x="2425720" y="2693089"/>
            <a:ext cx="5394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83" name="Shape 75"/>
          <p:cNvSpPr/>
          <p:nvPr/>
        </p:nvSpPr>
        <p:spPr>
          <a:xfrm>
            <a:off x="299264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302008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5" name="Shape 77"/>
          <p:cNvSpPr/>
          <p:nvPr/>
        </p:nvSpPr>
        <p:spPr>
          <a:xfrm>
            <a:off x="3678448" y="2693089"/>
            <a:ext cx="365760" cy="119299"/>
          </a:xfrm>
          <a:prstGeom prst="rect">
            <a:avLst/>
          </a:prstGeom>
          <a:solidFill>
            <a:srgbClr val="0F4C3A"/>
          </a:solidFill>
          <a:ln w="6350">
            <a:solidFill>
              <a:srgbClr val="E2E2E2"/>
            </a:solidFill>
            <a:prstDash val="solid"/>
          </a:ln>
        </p:spPr>
      </p:sp>
      <p:sp>
        <p:nvSpPr>
          <p:cNvPr id="86" name="Text 78"/>
          <p:cNvSpPr txBox="1"/>
          <p:nvPr/>
        </p:nvSpPr>
        <p:spPr>
          <a:xfrm>
            <a:off x="370588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731520" cy="119299"/>
          </a:xfrm>
          <a:prstGeom prst="rect">
            <a:avLst/>
          </a:prstGeom>
          <a:solidFill>
            <a:srgbClr val="FFFFFF"/>
          </a:solidFill>
          <a:ln w="6350">
            <a:solidFill>
              <a:srgbClr val="E2E2E2"/>
            </a:solidFill>
            <a:prstDash val="solid"/>
          </a:ln>
        </p:spPr>
      </p:sp>
      <p:sp>
        <p:nvSpPr>
          <p:cNvPr id="92" name="Text 84"/>
          <p:cNvSpPr txBox="1"/>
          <p:nvPr/>
        </p:nvSpPr>
        <p:spPr>
          <a:xfrm>
            <a:off x="1282720" y="28123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86808" y="2812388"/>
            <a:ext cx="411480" cy="119299"/>
          </a:xfrm>
          <a:prstGeom prst="rect">
            <a:avLst/>
          </a:prstGeom>
          <a:solidFill>
            <a:srgbClr val="FFFFFF"/>
          </a:solidFill>
          <a:ln w="6350">
            <a:solidFill>
              <a:srgbClr val="E2E2E2"/>
            </a:solidFill>
            <a:prstDash val="solid"/>
          </a:ln>
        </p:spPr>
      </p:sp>
      <p:sp>
        <p:nvSpPr>
          <p:cNvPr id="94" name="Text 86"/>
          <p:cNvSpPr txBox="1"/>
          <p:nvPr/>
        </p:nvSpPr>
        <p:spPr>
          <a:xfrm>
            <a:off x="2014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98288" y="2812388"/>
            <a:ext cx="594360" cy="119299"/>
          </a:xfrm>
          <a:prstGeom prst="rect">
            <a:avLst/>
          </a:prstGeom>
          <a:solidFill>
            <a:srgbClr val="FFFFFF"/>
          </a:solidFill>
          <a:ln w="6350">
            <a:solidFill>
              <a:srgbClr val="E2E2E2"/>
            </a:solidFill>
            <a:prstDash val="solid"/>
          </a:ln>
        </p:spPr>
      </p:sp>
      <p:sp>
        <p:nvSpPr>
          <p:cNvPr id="96" name="Text 88"/>
          <p:cNvSpPr txBox="1"/>
          <p:nvPr/>
        </p:nvSpPr>
        <p:spPr>
          <a:xfrm>
            <a:off x="2425720" y="28123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97" name="Shape 89"/>
          <p:cNvSpPr/>
          <p:nvPr/>
        </p:nvSpPr>
        <p:spPr>
          <a:xfrm>
            <a:off x="299264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302008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9" name="Shape 91"/>
          <p:cNvSpPr/>
          <p:nvPr/>
        </p:nvSpPr>
        <p:spPr>
          <a:xfrm>
            <a:off x="3678448" y="2812388"/>
            <a:ext cx="365760" cy="119299"/>
          </a:xfrm>
          <a:prstGeom prst="rect">
            <a:avLst/>
          </a:prstGeom>
          <a:solidFill>
            <a:srgbClr val="FFFFFF"/>
          </a:solidFill>
          <a:ln w="6350">
            <a:solidFill>
              <a:srgbClr val="E2E2E2"/>
            </a:solidFill>
            <a:prstDash val="solid"/>
          </a:ln>
        </p:spPr>
      </p:sp>
      <p:sp>
        <p:nvSpPr>
          <p:cNvPr id="100" name="Text 92"/>
          <p:cNvSpPr txBox="1"/>
          <p:nvPr/>
        </p:nvSpPr>
        <p:spPr>
          <a:xfrm>
            <a:off x="370588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41148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931688"/>
            <a:ext cx="731520" cy="119299"/>
          </a:xfrm>
          <a:prstGeom prst="rect">
            <a:avLst/>
          </a:prstGeom>
          <a:solidFill>
            <a:srgbClr val="FFFFFF"/>
          </a:solidFill>
          <a:ln w="6350">
            <a:solidFill>
              <a:srgbClr val="E2E2E2"/>
            </a:solidFill>
            <a:prstDash val="solid"/>
          </a:ln>
        </p:spPr>
      </p:sp>
      <p:sp>
        <p:nvSpPr>
          <p:cNvPr id="106" name="Text 98"/>
          <p:cNvSpPr txBox="1"/>
          <p:nvPr/>
        </p:nvSpPr>
        <p:spPr>
          <a:xfrm>
            <a:off x="1282720" y="29316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86808" y="2931688"/>
            <a:ext cx="411480" cy="119299"/>
          </a:xfrm>
          <a:prstGeom prst="rect">
            <a:avLst/>
          </a:prstGeom>
          <a:solidFill>
            <a:srgbClr val="FFFFFF"/>
          </a:solidFill>
          <a:ln w="6350">
            <a:solidFill>
              <a:srgbClr val="E2E2E2"/>
            </a:solidFill>
            <a:prstDash val="solid"/>
          </a:ln>
        </p:spPr>
      </p:sp>
      <p:sp>
        <p:nvSpPr>
          <p:cNvPr id="108" name="Text 100"/>
          <p:cNvSpPr txBox="1"/>
          <p:nvPr/>
        </p:nvSpPr>
        <p:spPr>
          <a:xfrm>
            <a:off x="2014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98288" y="2931688"/>
            <a:ext cx="594360" cy="119299"/>
          </a:xfrm>
          <a:prstGeom prst="rect">
            <a:avLst/>
          </a:prstGeom>
          <a:solidFill>
            <a:srgbClr val="FFFFFF"/>
          </a:solidFill>
          <a:ln w="6350">
            <a:solidFill>
              <a:srgbClr val="E2E2E2"/>
            </a:solidFill>
            <a:prstDash val="solid"/>
          </a:ln>
        </p:spPr>
      </p:sp>
      <p:sp>
        <p:nvSpPr>
          <p:cNvPr id="110" name="Text 102"/>
          <p:cNvSpPr txBox="1"/>
          <p:nvPr/>
        </p:nvSpPr>
        <p:spPr>
          <a:xfrm>
            <a:off x="2425720" y="29316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11" name="Shape 103"/>
          <p:cNvSpPr/>
          <p:nvPr/>
        </p:nvSpPr>
        <p:spPr>
          <a:xfrm>
            <a:off x="299264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302008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3" name="Shape 105"/>
          <p:cNvSpPr/>
          <p:nvPr/>
        </p:nvSpPr>
        <p:spPr>
          <a:xfrm>
            <a:off x="3678448" y="2931688"/>
            <a:ext cx="365760" cy="119299"/>
          </a:xfrm>
          <a:prstGeom prst="rect">
            <a:avLst/>
          </a:prstGeom>
          <a:solidFill>
            <a:srgbClr val="FFFFFF"/>
          </a:solidFill>
          <a:ln w="6350">
            <a:solidFill>
              <a:srgbClr val="E2E2E2"/>
            </a:solidFill>
            <a:prstDash val="solid"/>
          </a:ln>
        </p:spPr>
      </p:sp>
      <p:sp>
        <p:nvSpPr>
          <p:cNvPr id="114" name="Text 106"/>
          <p:cNvSpPr txBox="1"/>
          <p:nvPr/>
        </p:nvSpPr>
        <p:spPr>
          <a:xfrm>
            <a:off x="370588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41148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3050987"/>
            <a:ext cx="731520" cy="119299"/>
          </a:xfrm>
          <a:prstGeom prst="rect">
            <a:avLst/>
          </a:prstGeom>
          <a:solidFill>
            <a:srgbClr val="FFFFFF"/>
          </a:solidFill>
          <a:ln w="6350">
            <a:solidFill>
              <a:srgbClr val="E2E2E2"/>
            </a:solidFill>
            <a:prstDash val="solid"/>
          </a:ln>
        </p:spPr>
      </p:sp>
      <p:sp>
        <p:nvSpPr>
          <p:cNvPr id="120" name="Text 112"/>
          <p:cNvSpPr txBox="1"/>
          <p:nvPr/>
        </p:nvSpPr>
        <p:spPr>
          <a:xfrm>
            <a:off x="1282720" y="30509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8680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2014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98288" y="3050987"/>
            <a:ext cx="594360" cy="119299"/>
          </a:xfrm>
          <a:prstGeom prst="rect">
            <a:avLst/>
          </a:prstGeom>
          <a:solidFill>
            <a:srgbClr val="FFFFFF"/>
          </a:solidFill>
          <a:ln w="6350">
            <a:solidFill>
              <a:srgbClr val="E2E2E2"/>
            </a:solidFill>
            <a:prstDash val="solid"/>
          </a:ln>
        </p:spPr>
      </p:sp>
      <p:sp>
        <p:nvSpPr>
          <p:cNvPr id="124" name="Text 116"/>
          <p:cNvSpPr txBox="1"/>
          <p:nvPr/>
        </p:nvSpPr>
        <p:spPr>
          <a:xfrm>
            <a:off x="2425720" y="30509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125" name="Shape 117"/>
          <p:cNvSpPr/>
          <p:nvPr/>
        </p:nvSpPr>
        <p:spPr>
          <a:xfrm>
            <a:off x="2992648" y="3050987"/>
            <a:ext cx="685800" cy="119299"/>
          </a:xfrm>
          <a:prstGeom prst="rect">
            <a:avLst/>
          </a:prstGeom>
          <a:solidFill>
            <a:srgbClr val="FFFFFF"/>
          </a:solidFill>
          <a:ln w="6350">
            <a:solidFill>
              <a:srgbClr val="E2E2E2"/>
            </a:solidFill>
            <a:prstDash val="solid"/>
          </a:ln>
        </p:spPr>
      </p:sp>
      <p:sp>
        <p:nvSpPr>
          <p:cNvPr id="126" name="Text 118"/>
          <p:cNvSpPr txBox="1"/>
          <p:nvPr/>
        </p:nvSpPr>
        <p:spPr>
          <a:xfrm>
            <a:off x="302008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7" name="Shape 119"/>
          <p:cNvSpPr/>
          <p:nvPr/>
        </p:nvSpPr>
        <p:spPr>
          <a:xfrm>
            <a:off x="3678448" y="3050987"/>
            <a:ext cx="365760" cy="119299"/>
          </a:xfrm>
          <a:prstGeom prst="rect">
            <a:avLst/>
          </a:prstGeom>
          <a:solidFill>
            <a:srgbClr val="FFFFFF"/>
          </a:solidFill>
          <a:ln w="6350">
            <a:solidFill>
              <a:srgbClr val="E2E2E2"/>
            </a:solidFill>
            <a:prstDash val="solid"/>
          </a:ln>
        </p:spPr>
      </p:sp>
      <p:sp>
        <p:nvSpPr>
          <p:cNvPr id="128" name="Text 120"/>
          <p:cNvSpPr txBox="1"/>
          <p:nvPr/>
        </p:nvSpPr>
        <p:spPr>
          <a:xfrm>
            <a:off x="370588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41148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33" name="Shape 125"/>
          <p:cNvSpPr/>
          <p:nvPr/>
        </p:nvSpPr>
        <p:spPr>
          <a:xfrm>
            <a:off x="1255288" y="3170287"/>
            <a:ext cx="731520" cy="119299"/>
          </a:xfrm>
          <a:prstGeom prst="rect">
            <a:avLst/>
          </a:prstGeom>
          <a:solidFill>
            <a:srgbClr val="FFFFFF"/>
          </a:solidFill>
          <a:ln w="6350">
            <a:solidFill>
              <a:srgbClr val="E2E2E2"/>
            </a:solidFill>
            <a:prstDash val="solid"/>
          </a:ln>
        </p:spPr>
      </p:sp>
      <p:sp>
        <p:nvSpPr>
          <p:cNvPr id="134" name="Text 126"/>
          <p:cNvSpPr txBox="1"/>
          <p:nvPr/>
        </p:nvSpPr>
        <p:spPr>
          <a:xfrm>
            <a:off x="1282720" y="31702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1986808" y="3170287"/>
            <a:ext cx="411480" cy="119299"/>
          </a:xfrm>
          <a:prstGeom prst="rect">
            <a:avLst/>
          </a:prstGeom>
          <a:solidFill>
            <a:srgbClr val="FFFFFF"/>
          </a:solidFill>
          <a:ln w="6350">
            <a:solidFill>
              <a:srgbClr val="E2E2E2"/>
            </a:solidFill>
            <a:prstDash val="solid"/>
          </a:ln>
        </p:spPr>
      </p:sp>
      <p:sp>
        <p:nvSpPr>
          <p:cNvPr id="136" name="Text 128"/>
          <p:cNvSpPr txBox="1"/>
          <p:nvPr/>
        </p:nvSpPr>
        <p:spPr>
          <a:xfrm>
            <a:off x="2014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7" name="Shape 129"/>
          <p:cNvSpPr/>
          <p:nvPr/>
        </p:nvSpPr>
        <p:spPr>
          <a:xfrm>
            <a:off x="2398288" y="3170287"/>
            <a:ext cx="594360" cy="119299"/>
          </a:xfrm>
          <a:prstGeom prst="rect">
            <a:avLst/>
          </a:prstGeom>
          <a:solidFill>
            <a:srgbClr val="FFFFFF"/>
          </a:solidFill>
          <a:ln w="6350">
            <a:solidFill>
              <a:srgbClr val="E2E2E2"/>
            </a:solidFill>
            <a:prstDash val="solid"/>
          </a:ln>
        </p:spPr>
      </p:sp>
      <p:sp>
        <p:nvSpPr>
          <p:cNvPr id="138" name="Text 130"/>
          <p:cNvSpPr txBox="1"/>
          <p:nvPr/>
        </p:nvSpPr>
        <p:spPr>
          <a:xfrm>
            <a:off x="2425720" y="31702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39" name="Shape 131"/>
          <p:cNvSpPr/>
          <p:nvPr/>
        </p:nvSpPr>
        <p:spPr>
          <a:xfrm>
            <a:off x="2992648" y="3170287"/>
            <a:ext cx="685800" cy="119299"/>
          </a:xfrm>
          <a:prstGeom prst="rect">
            <a:avLst/>
          </a:prstGeom>
          <a:solidFill>
            <a:srgbClr val="FFFFFF"/>
          </a:solidFill>
          <a:ln w="6350">
            <a:solidFill>
              <a:srgbClr val="E2E2E2"/>
            </a:solidFill>
            <a:prstDash val="solid"/>
          </a:ln>
        </p:spPr>
      </p:sp>
      <p:sp>
        <p:nvSpPr>
          <p:cNvPr id="140" name="Text 132"/>
          <p:cNvSpPr txBox="1"/>
          <p:nvPr/>
        </p:nvSpPr>
        <p:spPr>
          <a:xfrm>
            <a:off x="302008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41" name="Shape 133"/>
          <p:cNvSpPr/>
          <p:nvPr/>
        </p:nvSpPr>
        <p:spPr>
          <a:xfrm>
            <a:off x="3678448" y="3170287"/>
            <a:ext cx="365760" cy="119299"/>
          </a:xfrm>
          <a:prstGeom prst="rect">
            <a:avLst/>
          </a:prstGeom>
          <a:solidFill>
            <a:srgbClr val="FFFFFF"/>
          </a:solidFill>
          <a:ln w="6350">
            <a:solidFill>
              <a:srgbClr val="E2E2E2"/>
            </a:solidFill>
            <a:prstDash val="solid"/>
          </a:ln>
        </p:spPr>
      </p:sp>
      <p:sp>
        <p:nvSpPr>
          <p:cNvPr id="142" name="Text 134"/>
          <p:cNvSpPr txBox="1"/>
          <p:nvPr/>
        </p:nvSpPr>
        <p:spPr>
          <a:xfrm>
            <a:off x="3705880" y="31702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41148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47" name="Shape 139"/>
          <p:cNvSpPr/>
          <p:nvPr/>
        </p:nvSpPr>
        <p:spPr>
          <a:xfrm>
            <a:off x="1255288" y="3289586"/>
            <a:ext cx="731520" cy="119299"/>
          </a:xfrm>
          <a:prstGeom prst="rect">
            <a:avLst/>
          </a:prstGeom>
          <a:solidFill>
            <a:srgbClr val="FFFFFF"/>
          </a:solidFill>
          <a:ln w="6350">
            <a:solidFill>
              <a:srgbClr val="E2E2E2"/>
            </a:solidFill>
            <a:prstDash val="solid"/>
          </a:ln>
        </p:spPr>
      </p:sp>
      <p:sp>
        <p:nvSpPr>
          <p:cNvPr id="148" name="Text 140"/>
          <p:cNvSpPr txBox="1"/>
          <p:nvPr/>
        </p:nvSpPr>
        <p:spPr>
          <a:xfrm>
            <a:off x="1282720" y="3289586"/>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1986808" y="3289586"/>
            <a:ext cx="411480" cy="119299"/>
          </a:xfrm>
          <a:prstGeom prst="rect">
            <a:avLst/>
          </a:prstGeom>
          <a:solidFill>
            <a:srgbClr val="FFFFFF"/>
          </a:solidFill>
          <a:ln w="6350">
            <a:solidFill>
              <a:srgbClr val="E2E2E2"/>
            </a:solidFill>
            <a:prstDash val="solid"/>
          </a:ln>
        </p:spPr>
      </p:sp>
      <p:sp>
        <p:nvSpPr>
          <p:cNvPr id="150" name="Text 142"/>
          <p:cNvSpPr txBox="1"/>
          <p:nvPr/>
        </p:nvSpPr>
        <p:spPr>
          <a:xfrm>
            <a:off x="2014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1" name="Shape 143"/>
          <p:cNvSpPr/>
          <p:nvPr/>
        </p:nvSpPr>
        <p:spPr>
          <a:xfrm>
            <a:off x="2398288" y="3289586"/>
            <a:ext cx="594360" cy="119299"/>
          </a:xfrm>
          <a:prstGeom prst="rect">
            <a:avLst/>
          </a:prstGeom>
          <a:solidFill>
            <a:srgbClr val="FFFFFF"/>
          </a:solidFill>
          <a:ln w="6350">
            <a:solidFill>
              <a:srgbClr val="E2E2E2"/>
            </a:solidFill>
            <a:prstDash val="solid"/>
          </a:ln>
        </p:spPr>
      </p:sp>
      <p:sp>
        <p:nvSpPr>
          <p:cNvPr id="152" name="Text 144"/>
          <p:cNvSpPr txBox="1"/>
          <p:nvPr/>
        </p:nvSpPr>
        <p:spPr>
          <a:xfrm>
            <a:off x="2425720" y="3289586"/>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53" name="Shape 145"/>
          <p:cNvSpPr/>
          <p:nvPr/>
        </p:nvSpPr>
        <p:spPr>
          <a:xfrm>
            <a:off x="2992648" y="3289586"/>
            <a:ext cx="685800" cy="119299"/>
          </a:xfrm>
          <a:prstGeom prst="rect">
            <a:avLst/>
          </a:prstGeom>
          <a:solidFill>
            <a:srgbClr val="FFFFFF"/>
          </a:solidFill>
          <a:ln w="6350">
            <a:solidFill>
              <a:srgbClr val="E2E2E2"/>
            </a:solidFill>
            <a:prstDash val="solid"/>
          </a:ln>
        </p:spPr>
      </p:sp>
      <p:sp>
        <p:nvSpPr>
          <p:cNvPr id="154" name="Text 146"/>
          <p:cNvSpPr txBox="1"/>
          <p:nvPr/>
        </p:nvSpPr>
        <p:spPr>
          <a:xfrm>
            <a:off x="302008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55" name="Shape 147"/>
          <p:cNvSpPr/>
          <p:nvPr/>
        </p:nvSpPr>
        <p:spPr>
          <a:xfrm>
            <a:off x="3678448" y="3289586"/>
            <a:ext cx="365760" cy="119299"/>
          </a:xfrm>
          <a:prstGeom prst="rect">
            <a:avLst/>
          </a:prstGeom>
          <a:solidFill>
            <a:srgbClr val="FFFFFF"/>
          </a:solidFill>
          <a:ln w="6350">
            <a:solidFill>
              <a:srgbClr val="E2E2E2"/>
            </a:solidFill>
            <a:prstDash val="solid"/>
          </a:ln>
        </p:spPr>
      </p:sp>
      <p:sp>
        <p:nvSpPr>
          <p:cNvPr id="156" name="Text 148"/>
          <p:cNvSpPr txBox="1"/>
          <p:nvPr/>
        </p:nvSpPr>
        <p:spPr>
          <a:xfrm>
            <a:off x="3705880" y="3289586"/>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41148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61" name="Shape 153"/>
          <p:cNvSpPr/>
          <p:nvPr/>
        </p:nvSpPr>
        <p:spPr>
          <a:xfrm>
            <a:off x="1255288" y="3408885"/>
            <a:ext cx="731520" cy="119299"/>
          </a:xfrm>
          <a:prstGeom prst="rect">
            <a:avLst/>
          </a:prstGeom>
          <a:solidFill>
            <a:srgbClr val="FFFFFF"/>
          </a:solidFill>
          <a:ln w="6350">
            <a:solidFill>
              <a:srgbClr val="E2E2E2"/>
            </a:solidFill>
            <a:prstDash val="solid"/>
          </a:ln>
        </p:spPr>
      </p:sp>
      <p:sp>
        <p:nvSpPr>
          <p:cNvPr id="162" name="Text 154"/>
          <p:cNvSpPr txBox="1"/>
          <p:nvPr/>
        </p:nvSpPr>
        <p:spPr>
          <a:xfrm>
            <a:off x="1282720" y="34088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1986808" y="3408885"/>
            <a:ext cx="411480" cy="119299"/>
          </a:xfrm>
          <a:prstGeom prst="rect">
            <a:avLst/>
          </a:prstGeom>
          <a:solidFill>
            <a:srgbClr val="FFFFFF"/>
          </a:solidFill>
          <a:ln w="6350">
            <a:solidFill>
              <a:srgbClr val="E2E2E2"/>
            </a:solidFill>
            <a:prstDash val="solid"/>
          </a:ln>
        </p:spPr>
      </p:sp>
      <p:sp>
        <p:nvSpPr>
          <p:cNvPr id="164" name="Text 156"/>
          <p:cNvSpPr txBox="1"/>
          <p:nvPr/>
        </p:nvSpPr>
        <p:spPr>
          <a:xfrm>
            <a:off x="2014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65" name="Shape 157"/>
          <p:cNvSpPr/>
          <p:nvPr/>
        </p:nvSpPr>
        <p:spPr>
          <a:xfrm>
            <a:off x="2398288" y="3408885"/>
            <a:ext cx="594360" cy="119299"/>
          </a:xfrm>
          <a:prstGeom prst="rect">
            <a:avLst/>
          </a:prstGeom>
          <a:solidFill>
            <a:srgbClr val="FFFFFF"/>
          </a:solidFill>
          <a:ln w="6350">
            <a:solidFill>
              <a:srgbClr val="E2E2E2"/>
            </a:solidFill>
            <a:prstDash val="solid"/>
          </a:ln>
        </p:spPr>
      </p:sp>
      <p:sp>
        <p:nvSpPr>
          <p:cNvPr id="166" name="Text 158"/>
          <p:cNvSpPr txBox="1"/>
          <p:nvPr/>
        </p:nvSpPr>
        <p:spPr>
          <a:xfrm>
            <a:off x="2425720" y="34088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67" name="Shape 159"/>
          <p:cNvSpPr/>
          <p:nvPr/>
        </p:nvSpPr>
        <p:spPr>
          <a:xfrm>
            <a:off x="2992648" y="3408885"/>
            <a:ext cx="685800" cy="119299"/>
          </a:xfrm>
          <a:prstGeom prst="rect">
            <a:avLst/>
          </a:prstGeom>
          <a:solidFill>
            <a:srgbClr val="FFFFFF"/>
          </a:solidFill>
          <a:ln w="6350">
            <a:solidFill>
              <a:srgbClr val="E2E2E2"/>
            </a:solidFill>
            <a:prstDash val="solid"/>
          </a:ln>
        </p:spPr>
      </p:sp>
      <p:sp>
        <p:nvSpPr>
          <p:cNvPr id="168" name="Text 160"/>
          <p:cNvSpPr txBox="1"/>
          <p:nvPr/>
        </p:nvSpPr>
        <p:spPr>
          <a:xfrm>
            <a:off x="302008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69" name="Shape 161"/>
          <p:cNvSpPr/>
          <p:nvPr/>
        </p:nvSpPr>
        <p:spPr>
          <a:xfrm>
            <a:off x="3678448" y="3408885"/>
            <a:ext cx="365760" cy="119299"/>
          </a:xfrm>
          <a:prstGeom prst="rect">
            <a:avLst/>
          </a:prstGeom>
          <a:solidFill>
            <a:srgbClr val="FFFFFF"/>
          </a:solidFill>
          <a:ln w="6350">
            <a:solidFill>
              <a:srgbClr val="E2E2E2"/>
            </a:solidFill>
            <a:prstDash val="solid"/>
          </a:ln>
        </p:spPr>
      </p:sp>
      <p:sp>
        <p:nvSpPr>
          <p:cNvPr id="170" name="Text 162"/>
          <p:cNvSpPr txBox="1"/>
          <p:nvPr/>
        </p:nvSpPr>
        <p:spPr>
          <a:xfrm>
            <a:off x="3705880" y="34088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41148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75" name="Shape 167"/>
          <p:cNvSpPr/>
          <p:nvPr/>
        </p:nvSpPr>
        <p:spPr>
          <a:xfrm>
            <a:off x="1255288" y="3528185"/>
            <a:ext cx="731520" cy="119299"/>
          </a:xfrm>
          <a:prstGeom prst="rect">
            <a:avLst/>
          </a:prstGeom>
          <a:solidFill>
            <a:srgbClr val="FFFFFF"/>
          </a:solidFill>
          <a:ln w="6350">
            <a:solidFill>
              <a:srgbClr val="E2E2E2"/>
            </a:solidFill>
            <a:prstDash val="solid"/>
          </a:ln>
        </p:spPr>
      </p:sp>
      <p:sp>
        <p:nvSpPr>
          <p:cNvPr id="176" name="Text 168"/>
          <p:cNvSpPr txBox="1"/>
          <p:nvPr/>
        </p:nvSpPr>
        <p:spPr>
          <a:xfrm>
            <a:off x="1282720" y="35281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1986808" y="3528185"/>
            <a:ext cx="411480" cy="119299"/>
          </a:xfrm>
          <a:prstGeom prst="rect">
            <a:avLst/>
          </a:prstGeom>
          <a:solidFill>
            <a:srgbClr val="FFFFFF"/>
          </a:solidFill>
          <a:ln w="6350">
            <a:solidFill>
              <a:srgbClr val="E2E2E2"/>
            </a:solidFill>
            <a:prstDash val="solid"/>
          </a:ln>
        </p:spPr>
      </p:sp>
      <p:sp>
        <p:nvSpPr>
          <p:cNvPr id="178" name="Text 170"/>
          <p:cNvSpPr txBox="1"/>
          <p:nvPr/>
        </p:nvSpPr>
        <p:spPr>
          <a:xfrm>
            <a:off x="2014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79" name="Shape 171"/>
          <p:cNvSpPr/>
          <p:nvPr/>
        </p:nvSpPr>
        <p:spPr>
          <a:xfrm>
            <a:off x="2398288" y="3528185"/>
            <a:ext cx="594360" cy="119299"/>
          </a:xfrm>
          <a:prstGeom prst="rect">
            <a:avLst/>
          </a:prstGeom>
          <a:solidFill>
            <a:srgbClr val="FFFFFF"/>
          </a:solidFill>
          <a:ln w="6350">
            <a:solidFill>
              <a:srgbClr val="E2E2E2"/>
            </a:solidFill>
            <a:prstDash val="solid"/>
          </a:ln>
        </p:spPr>
      </p:sp>
      <p:sp>
        <p:nvSpPr>
          <p:cNvPr id="180" name="Text 172"/>
          <p:cNvSpPr txBox="1"/>
          <p:nvPr/>
        </p:nvSpPr>
        <p:spPr>
          <a:xfrm>
            <a:off x="2425720" y="35281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81" name="Shape 173"/>
          <p:cNvSpPr/>
          <p:nvPr/>
        </p:nvSpPr>
        <p:spPr>
          <a:xfrm>
            <a:off x="2992648" y="3528185"/>
            <a:ext cx="685800" cy="119299"/>
          </a:xfrm>
          <a:prstGeom prst="rect">
            <a:avLst/>
          </a:prstGeom>
          <a:solidFill>
            <a:srgbClr val="FFFFFF"/>
          </a:solidFill>
          <a:ln w="6350">
            <a:solidFill>
              <a:srgbClr val="E2E2E2"/>
            </a:solidFill>
            <a:prstDash val="solid"/>
          </a:ln>
        </p:spPr>
      </p:sp>
      <p:sp>
        <p:nvSpPr>
          <p:cNvPr id="182" name="Text 174"/>
          <p:cNvSpPr txBox="1"/>
          <p:nvPr/>
        </p:nvSpPr>
        <p:spPr>
          <a:xfrm>
            <a:off x="302008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83" name="Shape 175"/>
          <p:cNvSpPr/>
          <p:nvPr/>
        </p:nvSpPr>
        <p:spPr>
          <a:xfrm>
            <a:off x="3678448" y="3528185"/>
            <a:ext cx="365760" cy="119299"/>
          </a:xfrm>
          <a:prstGeom prst="rect">
            <a:avLst/>
          </a:prstGeom>
          <a:solidFill>
            <a:srgbClr val="FFFFFF"/>
          </a:solidFill>
          <a:ln w="6350">
            <a:solidFill>
              <a:srgbClr val="E2E2E2"/>
            </a:solidFill>
            <a:prstDash val="solid"/>
          </a:ln>
        </p:spPr>
      </p:sp>
      <p:sp>
        <p:nvSpPr>
          <p:cNvPr id="184" name="Text 176"/>
          <p:cNvSpPr txBox="1"/>
          <p:nvPr/>
        </p:nvSpPr>
        <p:spPr>
          <a:xfrm>
            <a:off x="3705880" y="35281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41148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89" name="Shape 181"/>
          <p:cNvSpPr/>
          <p:nvPr/>
        </p:nvSpPr>
        <p:spPr>
          <a:xfrm>
            <a:off x="1255288" y="3647484"/>
            <a:ext cx="731520" cy="119299"/>
          </a:xfrm>
          <a:prstGeom prst="rect">
            <a:avLst/>
          </a:prstGeom>
          <a:solidFill>
            <a:srgbClr val="FFFFFF"/>
          </a:solidFill>
          <a:ln w="6350">
            <a:solidFill>
              <a:srgbClr val="E2E2E2"/>
            </a:solidFill>
            <a:prstDash val="solid"/>
          </a:ln>
        </p:spPr>
      </p:sp>
      <p:sp>
        <p:nvSpPr>
          <p:cNvPr id="190" name="Text 182"/>
          <p:cNvSpPr txBox="1"/>
          <p:nvPr/>
        </p:nvSpPr>
        <p:spPr>
          <a:xfrm>
            <a:off x="1282720" y="3647484"/>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1986808" y="3647484"/>
            <a:ext cx="411480" cy="119299"/>
          </a:xfrm>
          <a:prstGeom prst="rect">
            <a:avLst/>
          </a:prstGeom>
          <a:solidFill>
            <a:srgbClr val="FFFFFF"/>
          </a:solidFill>
          <a:ln w="6350">
            <a:solidFill>
              <a:srgbClr val="E2E2E2"/>
            </a:solidFill>
            <a:prstDash val="solid"/>
          </a:ln>
        </p:spPr>
      </p:sp>
      <p:sp>
        <p:nvSpPr>
          <p:cNvPr id="192" name="Text 184"/>
          <p:cNvSpPr txBox="1"/>
          <p:nvPr/>
        </p:nvSpPr>
        <p:spPr>
          <a:xfrm>
            <a:off x="2014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93" name="Shape 185"/>
          <p:cNvSpPr/>
          <p:nvPr/>
        </p:nvSpPr>
        <p:spPr>
          <a:xfrm>
            <a:off x="2398288" y="3647484"/>
            <a:ext cx="594360" cy="119299"/>
          </a:xfrm>
          <a:prstGeom prst="rect">
            <a:avLst/>
          </a:prstGeom>
          <a:solidFill>
            <a:srgbClr val="FFFFFF"/>
          </a:solidFill>
          <a:ln w="6350">
            <a:solidFill>
              <a:srgbClr val="E2E2E2"/>
            </a:solidFill>
            <a:prstDash val="solid"/>
          </a:ln>
        </p:spPr>
      </p:sp>
      <p:sp>
        <p:nvSpPr>
          <p:cNvPr id="194" name="Text 186"/>
          <p:cNvSpPr txBox="1"/>
          <p:nvPr/>
        </p:nvSpPr>
        <p:spPr>
          <a:xfrm>
            <a:off x="2425720" y="3647484"/>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95" name="Shape 187"/>
          <p:cNvSpPr/>
          <p:nvPr/>
        </p:nvSpPr>
        <p:spPr>
          <a:xfrm>
            <a:off x="2992648" y="3647484"/>
            <a:ext cx="685800" cy="119299"/>
          </a:xfrm>
          <a:prstGeom prst="rect">
            <a:avLst/>
          </a:prstGeom>
          <a:solidFill>
            <a:srgbClr val="FFFFFF"/>
          </a:solidFill>
          <a:ln w="6350">
            <a:solidFill>
              <a:srgbClr val="E2E2E2"/>
            </a:solidFill>
            <a:prstDash val="solid"/>
          </a:ln>
        </p:spPr>
      </p:sp>
      <p:sp>
        <p:nvSpPr>
          <p:cNvPr id="196" name="Text 188"/>
          <p:cNvSpPr txBox="1"/>
          <p:nvPr/>
        </p:nvSpPr>
        <p:spPr>
          <a:xfrm>
            <a:off x="302008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97" name="Shape 189"/>
          <p:cNvSpPr/>
          <p:nvPr/>
        </p:nvSpPr>
        <p:spPr>
          <a:xfrm>
            <a:off x="3678448" y="3647484"/>
            <a:ext cx="365760" cy="119299"/>
          </a:xfrm>
          <a:prstGeom prst="rect">
            <a:avLst/>
          </a:prstGeom>
          <a:solidFill>
            <a:srgbClr val="FFFFFF"/>
          </a:solidFill>
          <a:ln w="6350">
            <a:solidFill>
              <a:srgbClr val="E2E2E2"/>
            </a:solidFill>
            <a:prstDash val="solid"/>
          </a:ln>
        </p:spPr>
      </p:sp>
      <p:sp>
        <p:nvSpPr>
          <p:cNvPr id="198" name="Text 190"/>
          <p:cNvSpPr txBox="1"/>
          <p:nvPr/>
        </p:nvSpPr>
        <p:spPr>
          <a:xfrm>
            <a:off x="3705880" y="3647484"/>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99" name="Shape 191"/>
          <p:cNvSpPr/>
          <p:nvPr/>
        </p:nvSpPr>
        <p:spPr>
          <a:xfrm>
            <a:off x="587776" y="3794216"/>
            <a:ext cx="4950927" cy="201168"/>
          </a:xfrm>
          <a:prstGeom prst="rect">
            <a:avLst/>
          </a:prstGeom>
          <a:solidFill>
            <a:srgbClr val="F8F9FA"/>
          </a:solidFill>
          <a:ln w="12700">
            <a:solidFill>
              <a:srgbClr val="F8F9FA"/>
            </a:solidFill>
            <a:prstDash val="solid"/>
          </a:ln>
        </p:spPr>
      </p:sp>
      <p:sp>
        <p:nvSpPr>
          <p:cNvPr id="200" name="Text 192"/>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1" name="Shape 193"/>
          <p:cNvSpPr/>
          <p:nvPr/>
        </p:nvSpPr>
        <p:spPr>
          <a:xfrm>
            <a:off x="1136416" y="3794216"/>
            <a:ext cx="731520" cy="201168"/>
          </a:xfrm>
          <a:prstGeom prst="rect">
            <a:avLst/>
          </a:prstGeom>
          <a:solidFill>
            <a:srgbClr val="E1EFFE"/>
          </a:solidFill>
          <a:ln w="12700">
            <a:solidFill>
              <a:srgbClr val="E1EFFE"/>
            </a:solidFill>
            <a:prstDash val="solid"/>
          </a:ln>
        </p:spPr>
      </p:sp>
      <p:sp>
        <p:nvSpPr>
          <p:cNvPr id="202" name="Text 194"/>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203" name="Shape 195"/>
          <p:cNvSpPr/>
          <p:nvPr/>
        </p:nvSpPr>
        <p:spPr>
          <a:xfrm>
            <a:off x="1520464" y="2043437"/>
            <a:ext cx="1417320" cy="1261872"/>
          </a:xfrm>
          <a:prstGeom prst="rect">
            <a:avLst/>
          </a:prstGeom>
          <a:solidFill>
            <a:srgbClr val="FFFFFF"/>
          </a:solidFill>
          <a:ln w="9525">
            <a:solidFill>
              <a:srgbClr val="AAAAAA"/>
            </a:solidFill>
            <a:prstDash val="solid"/>
          </a:ln>
        </p:spPr>
      </p:sp>
      <p:sp>
        <p:nvSpPr>
          <p:cNvPr id="204" name="Text 196"/>
          <p:cNvSpPr txBox="1"/>
          <p:nvPr/>
        </p:nvSpPr>
        <p:spPr>
          <a:xfrm>
            <a:off x="1630192" y="207086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Show               ›</a:t>
            </a:r>
            <a:endParaRPr lang="en-US" sz="800" dirty="0"/>
          </a:p>
        </p:txBody>
      </p:sp>
      <p:sp>
        <p:nvSpPr>
          <p:cNvPr id="205" name="Text 197"/>
          <p:cNvSpPr txBox="1"/>
          <p:nvPr/>
        </p:nvSpPr>
        <p:spPr>
          <a:xfrm>
            <a:off x="1630192" y="2272037"/>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Freeze             ›</a:t>
            </a:r>
            <a:endParaRPr lang="en-US" sz="800" dirty="0"/>
          </a:p>
        </p:txBody>
      </p:sp>
      <p:sp>
        <p:nvSpPr>
          <p:cNvPr id="206" name="Text 198"/>
          <p:cNvSpPr txBox="1"/>
          <p:nvPr/>
        </p:nvSpPr>
        <p:spPr>
          <a:xfrm>
            <a:off x="1630192" y="2473205"/>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Group              ›</a:t>
            </a:r>
            <a:endParaRPr lang="en-US" sz="800" dirty="0"/>
          </a:p>
        </p:txBody>
      </p:sp>
      <p:sp>
        <p:nvSpPr>
          <p:cNvPr id="207" name="Shape 199"/>
          <p:cNvSpPr/>
          <p:nvPr/>
        </p:nvSpPr>
        <p:spPr>
          <a:xfrm>
            <a:off x="1557040" y="2765813"/>
            <a:ext cx="1344168" cy="0"/>
          </a:xfrm>
          <a:prstGeom prst="line">
            <a:avLst/>
          </a:prstGeom>
          <a:noFill/>
          <a:ln w="6350">
            <a:solidFill>
              <a:srgbClr val="DDDDDD"/>
            </a:solidFill>
            <a:prstDash val="solid"/>
          </a:ln>
        </p:spPr>
      </p:sp>
      <p:sp>
        <p:nvSpPr>
          <p:cNvPr id="208" name="Text 200"/>
          <p:cNvSpPr txBox="1"/>
          <p:nvPr/>
        </p:nvSpPr>
        <p:spPr>
          <a:xfrm>
            <a:off x="1630192" y="2875541"/>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Zoom               ›</a:t>
            </a:r>
            <a:endParaRPr lang="en-US" sz="800" dirty="0"/>
          </a:p>
        </p:txBody>
      </p:sp>
      <p:sp>
        <p:nvSpPr>
          <p:cNvPr id="209" name="Text 201"/>
          <p:cNvSpPr txBox="1"/>
          <p:nvPr/>
        </p:nvSpPr>
        <p:spPr>
          <a:xfrm>
            <a:off x="1630192" y="3076709"/>
            <a:ext cx="125272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Full screen</a:t>
            </a:r>
            <a:endParaRPr lang="en-US" sz="800" dirty="0"/>
          </a:p>
        </p:txBody>
      </p:sp>
      <p:sp>
        <p:nvSpPr>
          <p:cNvPr id="210" name="Shape 202"/>
          <p:cNvSpPr/>
          <p:nvPr/>
        </p:nvSpPr>
        <p:spPr>
          <a:xfrm>
            <a:off x="2937784" y="2272037"/>
            <a:ext cx="1234440" cy="859536"/>
          </a:xfrm>
          <a:prstGeom prst="rect">
            <a:avLst/>
          </a:prstGeom>
          <a:solidFill>
            <a:srgbClr val="FFFFFF"/>
          </a:solidFill>
          <a:ln w="9525">
            <a:solidFill>
              <a:srgbClr val="AAAAAA"/>
            </a:solidFill>
            <a:prstDash val="solid"/>
          </a:ln>
        </p:spPr>
      </p:sp>
      <p:sp>
        <p:nvSpPr>
          <p:cNvPr id="211" name="Text 203"/>
          <p:cNvSpPr txBox="1"/>
          <p:nvPr/>
        </p:nvSpPr>
        <p:spPr>
          <a:xfrm>
            <a:off x="3047512" y="2299469"/>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No rows</a:t>
            </a:r>
            <a:endParaRPr lang="en-US" sz="800" dirty="0"/>
          </a:p>
        </p:txBody>
      </p:sp>
      <p:sp>
        <p:nvSpPr>
          <p:cNvPr id="212" name="Text 204"/>
          <p:cNvSpPr txBox="1"/>
          <p:nvPr/>
        </p:nvSpPr>
        <p:spPr>
          <a:xfrm>
            <a:off x="3047512" y="2500637"/>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1 row</a:t>
            </a:r>
            <a:endParaRPr lang="en-US" sz="800" dirty="0"/>
          </a:p>
        </p:txBody>
      </p:sp>
      <p:sp>
        <p:nvSpPr>
          <p:cNvPr id="213" name="Text 205"/>
          <p:cNvSpPr txBox="1"/>
          <p:nvPr/>
        </p:nvSpPr>
        <p:spPr>
          <a:xfrm>
            <a:off x="3047512" y="2701805"/>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2 rows</a:t>
            </a:r>
            <a:endParaRPr lang="en-US" sz="800" dirty="0"/>
          </a:p>
        </p:txBody>
      </p:sp>
      <p:sp>
        <p:nvSpPr>
          <p:cNvPr id="214" name="Text 206"/>
          <p:cNvSpPr txBox="1"/>
          <p:nvPr/>
        </p:nvSpPr>
        <p:spPr>
          <a:xfrm>
            <a:off x="3047512" y="2902973"/>
            <a:ext cx="10698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Up to row 1</a:t>
            </a:r>
            <a:endParaRPr lang="en-US" sz="800" dirty="0"/>
          </a:p>
        </p:txBody>
      </p:sp>
      <p:sp>
        <p:nvSpPr>
          <p:cNvPr id="215" name="Shape 207"/>
          <p:cNvSpPr/>
          <p:nvPr/>
        </p:nvSpPr>
        <p:spPr>
          <a:xfrm>
            <a:off x="843808" y="2798672"/>
            <a:ext cx="3200400" cy="27432"/>
          </a:xfrm>
          <a:prstGeom prst="rect">
            <a:avLst/>
          </a:prstGeom>
          <a:solidFill>
            <a:srgbClr val="9AA0A6"/>
          </a:solidFill>
          <a:ln w="12700">
            <a:solidFill>
              <a:srgbClr val="9AA0A6"/>
            </a:solidFill>
            <a:prstDash val="solid"/>
          </a:ln>
        </p:spPr>
      </p:sp>
      <p:sp>
        <p:nvSpPr>
          <p:cNvPr id="216" name="Shape 208"/>
          <p:cNvSpPr/>
          <p:nvPr/>
        </p:nvSpPr>
        <p:spPr>
          <a:xfrm>
            <a:off x="1538752" y="2253749"/>
            <a:ext cx="1380744" cy="228600"/>
          </a:xfrm>
          <a:prstGeom prst="roundRect">
            <a:avLst>
              <a:gd name="adj" fmla="val 20000"/>
            </a:avLst>
          </a:prstGeom>
          <a:solidFill>
            <a:srgbClr val="FFFFFF">
              <a:alpha val="0"/>
            </a:srgbClr>
          </a:solidFill>
          <a:ln w="31750">
            <a:solidFill>
              <a:srgbClr val="E53935"/>
            </a:solidFill>
            <a:prstDash val="solid"/>
          </a:ln>
        </p:spPr>
      </p:sp>
      <p:sp>
        <p:nvSpPr>
          <p:cNvPr id="217" name="Shape 209"/>
          <p:cNvSpPr/>
          <p:nvPr/>
        </p:nvSpPr>
        <p:spPr>
          <a:xfrm>
            <a:off x="2782336" y="2116589"/>
            <a:ext cx="274320" cy="274320"/>
          </a:xfrm>
          <a:prstGeom prst="ellipse">
            <a:avLst/>
          </a:prstGeom>
          <a:solidFill>
            <a:srgbClr val="E53935"/>
          </a:solidFill>
          <a:ln w="12700">
            <a:solidFill>
              <a:srgbClr val="FFFFFF"/>
            </a:solidFill>
            <a:prstDash val="solid"/>
          </a:ln>
        </p:spPr>
      </p:sp>
      <p:sp>
        <p:nvSpPr>
          <p:cNvPr id="218" name="Text 210"/>
          <p:cNvSpPr txBox="1"/>
          <p:nvPr/>
        </p:nvSpPr>
        <p:spPr>
          <a:xfrm>
            <a:off x="2782336" y="21165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19" name="Image 6" descr="preencoded.png">    </p:cNvPr>
          <p:cNvPicPr>
            <a:picLocks noChangeAspect="1"/>
          </p:cNvPicPr>
          <p:nvPr/>
        </p:nvPicPr>
        <p:blipFill>
          <a:blip r:embed="rId7"/>
          <a:stretch>
            <a:fillRect/>
          </a:stretch>
        </p:blipFill>
        <p:spPr>
          <a:xfrm>
            <a:off x="2296333" y="2377650"/>
            <a:ext cx="237744" cy="237744"/>
          </a:xfrm>
          <a:prstGeom prst="rect">
            <a:avLst/>
          </a:prstGeom>
        </p:spPr>
      </p:pic>
      <p:sp>
        <p:nvSpPr>
          <p:cNvPr id="220" name="Shape 211"/>
          <p:cNvSpPr/>
          <p:nvPr/>
        </p:nvSpPr>
        <p:spPr>
          <a:xfrm>
            <a:off x="2956072" y="2482349"/>
            <a:ext cx="1197864" cy="228600"/>
          </a:xfrm>
          <a:prstGeom prst="roundRect">
            <a:avLst>
              <a:gd name="adj" fmla="val 20000"/>
            </a:avLst>
          </a:prstGeom>
          <a:solidFill>
            <a:srgbClr val="FFFFFF">
              <a:alpha val="0"/>
            </a:srgbClr>
          </a:solidFill>
          <a:ln w="31750">
            <a:solidFill>
              <a:srgbClr val="E53935"/>
            </a:solidFill>
            <a:prstDash val="solid"/>
          </a:ln>
        </p:spPr>
      </p:sp>
      <p:sp>
        <p:nvSpPr>
          <p:cNvPr id="221" name="Shape 212"/>
          <p:cNvSpPr/>
          <p:nvPr/>
        </p:nvSpPr>
        <p:spPr>
          <a:xfrm>
            <a:off x="4016776" y="2345189"/>
            <a:ext cx="274320" cy="274320"/>
          </a:xfrm>
          <a:prstGeom prst="ellipse">
            <a:avLst/>
          </a:prstGeom>
          <a:solidFill>
            <a:srgbClr val="E53935"/>
          </a:solidFill>
          <a:ln w="12700">
            <a:solidFill>
              <a:srgbClr val="FFFFFF"/>
            </a:solidFill>
            <a:prstDash val="solid"/>
          </a:ln>
        </p:spPr>
      </p:sp>
      <p:sp>
        <p:nvSpPr>
          <p:cNvPr id="222" name="Text 213"/>
          <p:cNvSpPr txBox="1"/>
          <p:nvPr/>
        </p:nvSpPr>
        <p:spPr>
          <a:xfrm>
            <a:off x="4016776" y="23451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23" name="Image 7" descr="preencoded.png">    </p:cNvPr>
          <p:cNvPicPr>
            <a:picLocks noChangeAspect="1"/>
          </p:cNvPicPr>
          <p:nvPr/>
        </p:nvPicPr>
        <p:blipFill>
          <a:blip r:embed="rId8"/>
          <a:stretch>
            <a:fillRect/>
          </a:stretch>
        </p:blipFill>
        <p:spPr>
          <a:xfrm>
            <a:off x="3613069" y="2606250"/>
            <a:ext cx="237744" cy="237744"/>
          </a:xfrm>
          <a:prstGeom prst="rect">
            <a:avLst/>
          </a:prstGeom>
        </p:spPr>
      </p:pic>
      <p:sp>
        <p:nvSpPr>
          <p:cNvPr id="224" name="Text 21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225" name="Text 21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View › Freeze › 1 row</a:t>
            </a:r>
            <a:endParaRPr lang="en-US" sz="1800" dirty="0"/>
          </a:p>
        </p:txBody>
      </p:sp>
      <p:sp>
        <p:nvSpPr>
          <p:cNvPr id="226" name="Text 21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menu View › Freeze › 1 row. Baris judul tetap terlihat saat tabel digulir.</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8</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Database kelompok harus memiliki: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Dropdown untuk Kelas dan Ekskul (Reject the input).</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Validasi angka 0–30 untuk kolom Juz.</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Format bersyarat: hijau untuk Juz ≥ 5.</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Baris judul dibekukan dan tambah data hingga 12 record.</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08</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Kelas dan Ekskul memakai dropdown</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Field Juz hanya menerima angka 0–30</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format bersyarat</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Baris judul dibekukan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data yang valid itu penting?</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Di aplikasi pesantren mana validasi bermanfaat?</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Teliti dan cermat adalah bagian dari amanah: satu kesalahan data bisa merugikan orang lain.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Proyek Database Santri Fiktif dengan ringkasan dan grafik.</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09</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Database Santri Fiktif</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database dengan ringkasan otomatis</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3: Data dan Database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Pembina ingin tahu berapa santri di setiap ekskul. Bagaimana menghitungnya otomatis?</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09</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Menghitung data per kategori dengan COUNTIF</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lembar Ringkasan yang terhubung ke data</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Menyajikan ringkasan dengan grafik dan membagikan database</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Fungsi COUNTIF: Hitung Jika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8229600" cy="1051560"/>
          </a:xfrm>
          <a:prstGeom prst="roundRect">
            <a:avLst>
              <a:gd name="adj" fmla="val 6957"/>
            </a:avLst>
          </a:prstGeom>
          <a:solidFill>
            <a:srgbClr val="FFFFFF"/>
          </a:solidFill>
          <a:ln w="19050">
            <a:solidFill>
              <a:srgbClr val="1F7A5C"/>
            </a:solidFill>
            <a:prstDash val="solid"/>
          </a:ln>
        </p:spPr>
      </p:sp>
      <p:sp>
        <p:nvSpPr>
          <p:cNvPr id="10" name="Text 6"/>
          <p:cNvSpPr txBox="1"/>
          <p:nvPr/>
        </p:nvSpPr>
        <p:spPr>
          <a:xfrm>
            <a:off x="640080" y="1188720"/>
            <a:ext cx="7863840" cy="960120"/>
          </a:xfrm>
          <a:prstGeom prst="rect">
            <a:avLst/>
          </a:prstGeom>
          <a:noFill/>
          <a:ln/>
        </p:spPr>
        <p:txBody>
          <a:bodyPr wrap="square" lIns="0" tIns="0" rIns="0" bIns="0" rtlCol="0" anchor="ctr"/>
          <a:lstStyle/>
          <a:p>
            <a:pPr algn="ctr" indent="0" marL="0">
              <a:buNone/>
            </a:pPr>
            <a:r>
              <a:rPr lang="en-US" sz="2800" b="1" dirty="0">
                <a:solidFill>
                  <a:srgbClr val="0078D4"/>
                </a:solidFill>
                <a:latin typeface="Courier New" pitchFamily="34" charset="0"/>
                <a:ea typeface="Courier New" pitchFamily="34" charset="-122"/>
                <a:cs typeface="Courier New" pitchFamily="34" charset="-120"/>
              </a:rPr>
              <a:t>=COUNTIF(</a:t>
            </a:r>
            <a:pPr algn="ctr" indent="0" marL="0">
              <a:buNone/>
            </a:pPr>
            <a:r>
              <a:rPr lang="en-US" sz="2800" b="1" dirty="0">
                <a:solidFill>
                  <a:srgbClr val="1F7A5C"/>
                </a:solidFill>
                <a:latin typeface="Courier New" pitchFamily="34" charset="0"/>
                <a:ea typeface="Courier New" pitchFamily="34" charset="-122"/>
                <a:cs typeface="Courier New" pitchFamily="34" charset="-120"/>
              </a:rPr>
              <a:t>Data!E2:E30</a:t>
            </a:r>
            <a:pPr algn="ctr" indent="0" marL="0">
              <a:buNone/>
            </a:pPr>
            <a:r>
              <a:rPr lang="en-US" sz="2800" dirty="0">
                <a:solidFill>
                  <a:srgbClr val="1E2A26"/>
                </a:solidFill>
                <a:latin typeface="Courier New" pitchFamily="34" charset="0"/>
                <a:ea typeface="Courier New" pitchFamily="34" charset="-122"/>
                <a:cs typeface="Courier New" pitchFamily="34" charset="-120"/>
              </a:rPr>
              <a:t>, </a:t>
            </a:r>
            <a:pPr algn="ctr" indent="0" marL="0">
              <a:buNone/>
            </a:pPr>
            <a:r>
              <a:rPr lang="en-US" sz="2800" b="1" dirty="0">
                <a:solidFill>
                  <a:srgbClr val="E53935"/>
                </a:solidFill>
                <a:latin typeface="Courier New" pitchFamily="34" charset="0"/>
                <a:ea typeface="Courier New" pitchFamily="34" charset="-122"/>
                <a:cs typeface="Courier New" pitchFamily="34" charset="-120"/>
              </a:rPr>
              <a:t>"Pramuka"</a:t>
            </a:r>
            <a:pPr algn="ctr" indent="0" marL="0">
              <a:buNone/>
            </a:pPr>
            <a:r>
              <a:rPr lang="en-US" sz="2800" b="1" dirty="0">
                <a:solidFill>
                  <a:srgbClr val="0078D4"/>
                </a:solidFill>
                <a:latin typeface="Courier New" pitchFamily="34" charset="0"/>
                <a:ea typeface="Courier New" pitchFamily="34" charset="-122"/>
                <a:cs typeface="Courier New" pitchFamily="34" charset="-120"/>
              </a:rPr>
              <a:t>)</a:t>
            </a:r>
            <a:endParaRPr lang="en-US" sz="2800" dirty="0"/>
          </a:p>
        </p:txBody>
      </p:sp>
      <p:sp>
        <p:nvSpPr>
          <p:cNvPr id="11" name="Shape 7"/>
          <p:cNvSpPr/>
          <p:nvPr/>
        </p:nvSpPr>
        <p:spPr>
          <a:xfrm>
            <a:off x="457200" y="2423160"/>
            <a:ext cx="2606040" cy="1417320"/>
          </a:xfrm>
          <a:prstGeom prst="roundRect">
            <a:avLst>
              <a:gd name="adj" fmla="val 6452"/>
            </a:avLst>
          </a:prstGeom>
          <a:solidFill>
            <a:srgbClr val="E6F2EC"/>
          </a:solidFill>
          <a:ln w="12700">
            <a:solidFill>
              <a:srgbClr val="E6F2EC"/>
            </a:solidFill>
            <a:prstDash val="solid"/>
          </a:ln>
        </p:spPr>
      </p:sp>
      <p:sp>
        <p:nvSpPr>
          <p:cNvPr id="12" name="Text 8"/>
          <p:cNvSpPr txBox="1"/>
          <p:nvPr/>
        </p:nvSpPr>
        <p:spPr>
          <a:xfrm>
            <a:off x="594360" y="2514600"/>
            <a:ext cx="2377440" cy="365760"/>
          </a:xfrm>
          <a:prstGeom prst="rect">
            <a:avLst/>
          </a:prstGeom>
          <a:noFill/>
          <a:ln/>
        </p:spPr>
        <p:txBody>
          <a:bodyPr wrap="square" lIns="0" tIns="0" rIns="0" bIns="0" rtlCol="0" anchor="t"/>
          <a:lstStyle/>
          <a:p>
            <a:pPr indent="0" marL="0">
              <a:buNone/>
            </a:pPr>
            <a:r>
              <a:rPr lang="en-US" sz="1500" b="1" dirty="0">
                <a:solidFill>
                  <a:srgbClr val="1F7A5C"/>
                </a:solidFill>
                <a:latin typeface="Courier New" pitchFamily="34" charset="0"/>
                <a:ea typeface="Courier New" pitchFamily="34" charset="-122"/>
                <a:cs typeface="Courier New" pitchFamily="34" charset="-120"/>
              </a:rPr>
              <a:t>Data!E2:E30</a:t>
            </a:r>
            <a:endParaRPr lang="en-US" sz="1500" dirty="0"/>
          </a:p>
        </p:txBody>
      </p:sp>
      <p:sp>
        <p:nvSpPr>
          <p:cNvPr id="13" name="Text 9"/>
          <p:cNvSpPr txBox="1"/>
          <p:nvPr/>
        </p:nvSpPr>
        <p:spPr>
          <a:xfrm>
            <a:off x="594360" y="2926080"/>
            <a:ext cx="2377440" cy="8229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Di mana mencari: kolom Ekskul di lembar Data</a:t>
            </a:r>
            <a:endParaRPr lang="en-US" sz="1250" dirty="0"/>
          </a:p>
        </p:txBody>
      </p:sp>
      <p:sp>
        <p:nvSpPr>
          <p:cNvPr id="14" name="Shape 10"/>
          <p:cNvSpPr/>
          <p:nvPr/>
        </p:nvSpPr>
        <p:spPr>
          <a:xfrm>
            <a:off x="3246120" y="2423160"/>
            <a:ext cx="2606040" cy="1417320"/>
          </a:xfrm>
          <a:prstGeom prst="roundRect">
            <a:avLst>
              <a:gd name="adj" fmla="val 6452"/>
            </a:avLst>
          </a:prstGeom>
          <a:solidFill>
            <a:srgbClr val="E6F2EC"/>
          </a:solidFill>
          <a:ln w="12700">
            <a:solidFill>
              <a:srgbClr val="E6F2EC"/>
            </a:solidFill>
            <a:prstDash val="solid"/>
          </a:ln>
        </p:spPr>
      </p:sp>
      <p:sp>
        <p:nvSpPr>
          <p:cNvPr id="15" name="Text 11"/>
          <p:cNvSpPr txBox="1"/>
          <p:nvPr/>
        </p:nvSpPr>
        <p:spPr>
          <a:xfrm>
            <a:off x="3383280" y="2514600"/>
            <a:ext cx="2377440" cy="365760"/>
          </a:xfrm>
          <a:prstGeom prst="rect">
            <a:avLst/>
          </a:prstGeom>
          <a:noFill/>
          <a:ln/>
        </p:spPr>
        <p:txBody>
          <a:bodyPr wrap="square" lIns="0" tIns="0" rIns="0" bIns="0" rtlCol="0" anchor="t"/>
          <a:lstStyle/>
          <a:p>
            <a:pPr indent="0" marL="0">
              <a:buNone/>
            </a:pPr>
            <a:r>
              <a:rPr lang="en-US" sz="1500" b="1" dirty="0">
                <a:solidFill>
                  <a:srgbClr val="E53935"/>
                </a:solidFill>
                <a:latin typeface="Courier New" pitchFamily="34" charset="0"/>
                <a:ea typeface="Courier New" pitchFamily="34" charset="-122"/>
                <a:cs typeface="Courier New" pitchFamily="34" charset="-120"/>
              </a:rPr>
              <a:t>"Pramuka"</a:t>
            </a:r>
            <a:endParaRPr lang="en-US" sz="1500" dirty="0"/>
          </a:p>
        </p:txBody>
      </p:sp>
      <p:sp>
        <p:nvSpPr>
          <p:cNvPr id="16" name="Text 12"/>
          <p:cNvSpPr txBox="1"/>
          <p:nvPr/>
        </p:nvSpPr>
        <p:spPr>
          <a:xfrm>
            <a:off x="3383280" y="2926080"/>
            <a:ext cx="2377440" cy="8229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Apa yang dihitung (teks diberi tanda kutip)</a:t>
            </a:r>
            <a:endParaRPr lang="en-US" sz="1250" dirty="0"/>
          </a:p>
        </p:txBody>
      </p:sp>
      <p:sp>
        <p:nvSpPr>
          <p:cNvPr id="17" name="Shape 13"/>
          <p:cNvSpPr/>
          <p:nvPr/>
        </p:nvSpPr>
        <p:spPr>
          <a:xfrm>
            <a:off x="6035040" y="2423160"/>
            <a:ext cx="2606040" cy="1417320"/>
          </a:xfrm>
          <a:prstGeom prst="roundRect">
            <a:avLst>
              <a:gd name="adj" fmla="val 6452"/>
            </a:avLst>
          </a:prstGeom>
          <a:solidFill>
            <a:srgbClr val="E6F2EC"/>
          </a:solidFill>
          <a:ln w="12700">
            <a:solidFill>
              <a:srgbClr val="E6F2EC"/>
            </a:solidFill>
            <a:prstDash val="solid"/>
          </a:ln>
        </p:spPr>
      </p:sp>
      <p:sp>
        <p:nvSpPr>
          <p:cNvPr id="18" name="Text 14"/>
          <p:cNvSpPr txBox="1"/>
          <p:nvPr/>
        </p:nvSpPr>
        <p:spPr>
          <a:xfrm>
            <a:off x="6172200" y="2514600"/>
            <a:ext cx="2377440" cy="365760"/>
          </a:xfrm>
          <a:prstGeom prst="rect">
            <a:avLst/>
          </a:prstGeom>
          <a:noFill/>
          <a:ln/>
        </p:spPr>
        <p:txBody>
          <a:bodyPr wrap="square" lIns="0" tIns="0" rIns="0" bIns="0" rtlCol="0" anchor="t"/>
          <a:lstStyle/>
          <a:p>
            <a:pPr indent="0" marL="0">
              <a:buNone/>
            </a:pPr>
            <a:r>
              <a:rPr lang="en-US" sz="1500" b="1" dirty="0">
                <a:solidFill>
                  <a:srgbClr val="0078D4"/>
                </a:solidFill>
                <a:latin typeface="Courier New" pitchFamily="34" charset="0"/>
                <a:ea typeface="Courier New" pitchFamily="34" charset="-122"/>
                <a:cs typeface="Courier New" pitchFamily="34" charset="-120"/>
              </a:rPr>
              <a:t>Hasil: 3</a:t>
            </a:r>
            <a:endParaRPr lang="en-US" sz="1500" dirty="0"/>
          </a:p>
        </p:txBody>
      </p:sp>
      <p:sp>
        <p:nvSpPr>
          <p:cNvPr id="19" name="Text 15"/>
          <p:cNvSpPr txBox="1"/>
          <p:nvPr/>
        </p:nvSpPr>
        <p:spPr>
          <a:xfrm>
            <a:off x="6172200" y="2926080"/>
            <a:ext cx="2377440" cy="82296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Ada 3 santri yang ekskulnya Pramuka</a:t>
            </a:r>
            <a:endParaRPr lang="en-US" sz="1250" dirty="0"/>
          </a:p>
        </p:txBody>
      </p:sp>
      <p:sp>
        <p:nvSpPr>
          <p:cNvPr id="20" name="Shape 16"/>
          <p:cNvSpPr/>
          <p:nvPr/>
        </p:nvSpPr>
        <p:spPr>
          <a:xfrm>
            <a:off x="457200" y="4023360"/>
            <a:ext cx="8229600" cy="548640"/>
          </a:xfrm>
          <a:prstGeom prst="roundRect">
            <a:avLst>
              <a:gd name="adj" fmla="val 16667"/>
            </a:avLst>
          </a:prstGeom>
          <a:solidFill>
            <a:srgbClr val="FBF1D3"/>
          </a:solidFill>
          <a:ln w="12700">
            <a:solidFill>
              <a:srgbClr val="FBF1D3"/>
            </a:solidFill>
            <a:prstDash val="solid"/>
          </a:ln>
        </p:spPr>
      </p:sp>
      <p:sp>
        <p:nvSpPr>
          <p:cNvPr id="21" name="Text 17"/>
          <p:cNvSpPr txBox="1"/>
          <p:nvPr/>
        </p:nvSpPr>
        <p:spPr>
          <a:xfrm>
            <a:off x="640080" y="4023360"/>
            <a:ext cx="7863840" cy="5486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Data!  artinya mengambil dari lembar (sheet) bernama Data.</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Struktur Database Proyek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3566160" cy="3291840"/>
          </a:xfrm>
          <a:prstGeom prst="roundRect">
            <a:avLst>
              <a:gd name="adj" fmla="val 1667"/>
            </a:avLst>
          </a:prstGeom>
          <a:solidFill>
            <a:srgbClr val="FFFFFF"/>
          </a:solidFill>
          <a:ln w="25400">
            <a:solidFill>
              <a:srgbClr val="0F4C3A"/>
            </a:solidFill>
            <a:prstDash val="solid"/>
          </a:ln>
        </p:spPr>
      </p:sp>
      <p:sp>
        <p:nvSpPr>
          <p:cNvPr id="10" name="Shape 6"/>
          <p:cNvSpPr/>
          <p:nvPr/>
        </p:nvSpPr>
        <p:spPr>
          <a:xfrm>
            <a:off x="457200" y="1188720"/>
            <a:ext cx="3566160" cy="384048"/>
          </a:xfrm>
          <a:prstGeom prst="roundRect">
            <a:avLst>
              <a:gd name="adj" fmla="val 14286"/>
            </a:avLst>
          </a:prstGeom>
          <a:solidFill>
            <a:srgbClr val="0F4C3A"/>
          </a:solidFill>
          <a:ln w="12700">
            <a:solidFill>
              <a:srgbClr val="0F4C3A"/>
            </a:solidFill>
            <a:prstDash val="solid"/>
          </a:ln>
        </p:spPr>
      </p:sp>
      <p:sp>
        <p:nvSpPr>
          <p:cNvPr id="11" name="Text 7"/>
          <p:cNvSpPr txBox="1"/>
          <p:nvPr/>
        </p:nvSpPr>
        <p:spPr>
          <a:xfrm>
            <a:off x="457200" y="1188720"/>
            <a:ext cx="356616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Lembar: Data</a:t>
            </a:r>
            <a:endParaRPr lang="en-US" sz="1400" dirty="0"/>
          </a:p>
        </p:txBody>
      </p:sp>
      <p:sp>
        <p:nvSpPr>
          <p:cNvPr id="12" name="Text 8"/>
          <p:cNvSpPr txBox="1"/>
          <p:nvPr/>
        </p:nvSpPr>
        <p:spPr>
          <a:xfrm>
            <a:off x="594360" y="1691640"/>
            <a:ext cx="3291840" cy="320040"/>
          </a:xfrm>
          <a:prstGeom prst="rect">
            <a:avLst/>
          </a:prstGeom>
          <a:noFill/>
          <a:ln/>
        </p:spPr>
        <p:txBody>
          <a:bodyPr wrap="square" lIns="0" tIns="0" rIns="0" bIns="0" rtlCol="0" anchor="t"/>
          <a:lstStyle/>
          <a:p>
            <a:pPr indent="0" marL="0">
              <a:buNone/>
            </a:pPr>
            <a:r>
              <a:rPr lang="en-US" sz="1250" dirty="0">
                <a:solidFill>
                  <a:srgbClr val="1E2A26"/>
                </a:solidFill>
                <a:latin typeface="Courier New" pitchFamily="34" charset="0"/>
                <a:ea typeface="Courier New" pitchFamily="34" charset="-122"/>
                <a:cs typeface="Courier New" pitchFamily="34" charset="-120"/>
              </a:rPr>
              <a:t>ID | Nama | Kelas |</a:t>
            </a:r>
            <a:endParaRPr lang="en-US" sz="1250" dirty="0"/>
          </a:p>
        </p:txBody>
      </p:sp>
      <p:sp>
        <p:nvSpPr>
          <p:cNvPr id="13" name="Text 9"/>
          <p:cNvSpPr txBox="1"/>
          <p:nvPr/>
        </p:nvSpPr>
        <p:spPr>
          <a:xfrm>
            <a:off x="594360" y="2039112"/>
            <a:ext cx="3291840" cy="320040"/>
          </a:xfrm>
          <a:prstGeom prst="rect">
            <a:avLst/>
          </a:prstGeom>
          <a:noFill/>
          <a:ln/>
        </p:spPr>
        <p:txBody>
          <a:bodyPr wrap="square" lIns="0" tIns="0" rIns="0" bIns="0" rtlCol="0" anchor="t"/>
          <a:lstStyle/>
          <a:p>
            <a:pPr indent="0" marL="0">
              <a:buNone/>
            </a:pPr>
            <a:r>
              <a:rPr lang="en-US" sz="1250" dirty="0">
                <a:solidFill>
                  <a:srgbClr val="1E2A26"/>
                </a:solidFill>
                <a:latin typeface="Courier New" pitchFamily="34" charset="0"/>
                <a:ea typeface="Courier New" pitchFamily="34" charset="-122"/>
                <a:cs typeface="Courier New" pitchFamily="34" charset="-120"/>
              </a:rPr>
              <a:t>Kamar | Ekskul | Juz</a:t>
            </a:r>
            <a:endParaRPr lang="en-US" sz="1250" dirty="0"/>
          </a:p>
        </p:txBody>
      </p:sp>
      <p:sp>
        <p:nvSpPr>
          <p:cNvPr id="14" name="Text 10"/>
          <p:cNvSpPr txBox="1"/>
          <p:nvPr/>
        </p:nvSpPr>
        <p:spPr>
          <a:xfrm>
            <a:off x="594360" y="2386584"/>
            <a:ext cx="3291840" cy="320040"/>
          </a:xfrm>
          <a:prstGeom prst="rect">
            <a:avLst/>
          </a:prstGeom>
          <a:noFill/>
          <a:ln/>
        </p:spPr>
        <p:txBody>
          <a:bodyPr wrap="square" lIns="0" tIns="0" rIns="0" bIns="0" rtlCol="0" anchor="t"/>
          <a:lstStyle/>
          <a:p>
            <a:pPr indent="0" marL="0">
              <a:buNone/>
            </a:pPr>
            <a:r>
              <a:rPr lang="en-US" sz="1250" dirty="0">
                <a:solidFill>
                  <a:srgbClr val="1E2A26"/>
                </a:solidFill>
                <a:latin typeface="Courier New" pitchFamily="34" charset="0"/>
                <a:ea typeface="Courier New" pitchFamily="34" charset="-122"/>
                <a:cs typeface="Courier New" pitchFamily="34" charset="-120"/>
              </a:rPr>
              <a:t>S001 ... S015+</a:t>
            </a:r>
            <a:endParaRPr lang="en-US" sz="1250" dirty="0"/>
          </a:p>
        </p:txBody>
      </p:sp>
      <p:sp>
        <p:nvSpPr>
          <p:cNvPr id="15" name="Text 11"/>
          <p:cNvSpPr txBox="1"/>
          <p:nvPr/>
        </p:nvSpPr>
        <p:spPr>
          <a:xfrm>
            <a:off x="594360" y="2734056"/>
            <a:ext cx="3291840" cy="320040"/>
          </a:xfrm>
          <a:prstGeom prst="rect">
            <a:avLst/>
          </a:prstGeom>
          <a:noFill/>
          <a:ln/>
        </p:spPr>
        <p:txBody>
          <a:bodyPr wrap="square" lIns="0" tIns="0" rIns="0" bIns="0" rtlCol="0" anchor="t"/>
          <a:lstStyle/>
          <a:p>
            <a:pPr indent="0" marL="0">
              <a:buNone/>
            </a:pPr>
            <a:r>
              <a:rPr lang="en-US" sz="1250" dirty="0">
                <a:solidFill>
                  <a:srgbClr val="1E2A26"/>
                </a:solidFill>
                <a:latin typeface="Courier New" pitchFamily="34" charset="0"/>
                <a:ea typeface="Courier New" pitchFamily="34" charset="-122"/>
                <a:cs typeface="Courier New" pitchFamily="34" charset="-120"/>
              </a:rPr>
              <a:t>(dropdown, validasi,</a:t>
            </a:r>
            <a:endParaRPr lang="en-US" sz="1250" dirty="0"/>
          </a:p>
        </p:txBody>
      </p:sp>
      <p:sp>
        <p:nvSpPr>
          <p:cNvPr id="16" name="Text 12"/>
          <p:cNvSpPr txBox="1"/>
          <p:nvPr/>
        </p:nvSpPr>
        <p:spPr>
          <a:xfrm>
            <a:off x="594360" y="3081528"/>
            <a:ext cx="3291840" cy="320040"/>
          </a:xfrm>
          <a:prstGeom prst="rect">
            <a:avLst/>
          </a:prstGeom>
          <a:noFill/>
          <a:ln/>
        </p:spPr>
        <p:txBody>
          <a:bodyPr wrap="square" lIns="0" tIns="0" rIns="0" bIns="0" rtlCol="0" anchor="t"/>
          <a:lstStyle/>
          <a:p>
            <a:pPr indent="0" marL="0">
              <a:buNone/>
            </a:pPr>
            <a:r>
              <a:rPr lang="en-US" sz="1250" dirty="0">
                <a:solidFill>
                  <a:srgbClr val="1E2A26"/>
                </a:solidFill>
                <a:latin typeface="Courier New" pitchFamily="34" charset="0"/>
                <a:ea typeface="Courier New" pitchFamily="34" charset="-122"/>
                <a:cs typeface="Courier New" pitchFamily="34" charset="-120"/>
              </a:rPr>
              <a:t>format bersyarat)</a:t>
            </a:r>
            <a:endParaRPr lang="en-US" sz="1250" dirty="0"/>
          </a:p>
        </p:txBody>
      </p:sp>
      <p:sp>
        <p:nvSpPr>
          <p:cNvPr id="17" name="Text 13"/>
          <p:cNvSpPr txBox="1"/>
          <p:nvPr/>
        </p:nvSpPr>
        <p:spPr>
          <a:xfrm>
            <a:off x="4114800" y="2468880"/>
            <a:ext cx="731520" cy="548640"/>
          </a:xfrm>
          <a:prstGeom prst="rect">
            <a:avLst/>
          </a:prstGeom>
          <a:noFill/>
          <a:ln/>
        </p:spPr>
        <p:txBody>
          <a:bodyPr wrap="square" lIns="0" tIns="0" rIns="0" bIns="0" rtlCol="0" anchor="t"/>
          <a:lstStyle/>
          <a:p>
            <a:pPr algn="ctr" indent="0" marL="0">
              <a:buNone/>
            </a:pPr>
            <a:r>
              <a:rPr lang="en-US" sz="3000" b="1" dirty="0">
                <a:solidFill>
                  <a:srgbClr val="D4A017"/>
                </a:solidFill>
                <a:latin typeface="Calibri" pitchFamily="34" charset="0"/>
                <a:ea typeface="Calibri" pitchFamily="34" charset="-122"/>
                <a:cs typeface="Calibri" pitchFamily="34" charset="-120"/>
              </a:rPr>
              <a:t>➜</a:t>
            </a:r>
            <a:endParaRPr lang="en-US" sz="3000" dirty="0"/>
          </a:p>
        </p:txBody>
      </p:sp>
      <p:sp>
        <p:nvSpPr>
          <p:cNvPr id="18" name="Shape 14"/>
          <p:cNvSpPr/>
          <p:nvPr/>
        </p:nvSpPr>
        <p:spPr>
          <a:xfrm>
            <a:off x="4937760" y="1188720"/>
            <a:ext cx="3749040" cy="3291840"/>
          </a:xfrm>
          <a:prstGeom prst="roundRect">
            <a:avLst>
              <a:gd name="adj" fmla="val 1667"/>
            </a:avLst>
          </a:prstGeom>
          <a:solidFill>
            <a:srgbClr val="FFFFFF"/>
          </a:solidFill>
          <a:ln w="25400">
            <a:solidFill>
              <a:srgbClr val="1F7A5C"/>
            </a:solidFill>
            <a:prstDash val="solid"/>
          </a:ln>
        </p:spPr>
      </p:sp>
      <p:sp>
        <p:nvSpPr>
          <p:cNvPr id="19" name="Shape 15"/>
          <p:cNvSpPr/>
          <p:nvPr/>
        </p:nvSpPr>
        <p:spPr>
          <a:xfrm>
            <a:off x="4937760" y="1188720"/>
            <a:ext cx="3749040" cy="384048"/>
          </a:xfrm>
          <a:prstGeom prst="roundRect">
            <a:avLst>
              <a:gd name="adj" fmla="val 14286"/>
            </a:avLst>
          </a:prstGeom>
          <a:solidFill>
            <a:srgbClr val="1F7A5C"/>
          </a:solidFill>
          <a:ln w="12700">
            <a:solidFill>
              <a:srgbClr val="1F7A5C"/>
            </a:solidFill>
            <a:prstDash val="solid"/>
          </a:ln>
        </p:spPr>
      </p:sp>
      <p:sp>
        <p:nvSpPr>
          <p:cNvPr id="20" name="Text 16"/>
          <p:cNvSpPr txBox="1"/>
          <p:nvPr/>
        </p:nvSpPr>
        <p:spPr>
          <a:xfrm>
            <a:off x="4937760" y="1188720"/>
            <a:ext cx="374904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Lembar: Ringkasan</a:t>
            </a:r>
            <a:endParaRPr lang="en-US" sz="1400" dirty="0"/>
          </a:p>
        </p:txBody>
      </p:sp>
      <p:sp>
        <p:nvSpPr>
          <p:cNvPr id="21" name="Text 17"/>
          <p:cNvSpPr txBox="1"/>
          <p:nvPr/>
        </p:nvSpPr>
        <p:spPr>
          <a:xfrm>
            <a:off x="5074920" y="1691640"/>
            <a:ext cx="3474720" cy="320040"/>
          </a:xfrm>
          <a:prstGeom prst="rect">
            <a:avLst/>
          </a:prstGeom>
          <a:noFill/>
          <a:ln/>
        </p:spPr>
        <p:txBody>
          <a:bodyPr wrap="square" lIns="0" tIns="0" rIns="0" bIns="0" rtlCol="0" anchor="t"/>
          <a:lstStyle/>
          <a:p>
            <a:pPr indent="0" marL="0">
              <a:buNone/>
            </a:pPr>
            <a:r>
              <a:rPr lang="en-US" sz="1250" dirty="0">
                <a:solidFill>
                  <a:srgbClr val="1E2A26"/>
                </a:solidFill>
                <a:latin typeface="Courier New" pitchFamily="34" charset="0"/>
                <a:ea typeface="Courier New" pitchFamily="34" charset="-122"/>
                <a:cs typeface="Courier New" pitchFamily="34" charset="-120"/>
              </a:rPr>
              <a:t>Pramuka   =COUNTIF(...)</a:t>
            </a:r>
            <a:endParaRPr lang="en-US" sz="1250" dirty="0"/>
          </a:p>
        </p:txBody>
      </p:sp>
      <p:sp>
        <p:nvSpPr>
          <p:cNvPr id="22" name="Text 18"/>
          <p:cNvSpPr txBox="1"/>
          <p:nvPr/>
        </p:nvSpPr>
        <p:spPr>
          <a:xfrm>
            <a:off x="5074920" y="2039112"/>
            <a:ext cx="3474720" cy="320040"/>
          </a:xfrm>
          <a:prstGeom prst="rect">
            <a:avLst/>
          </a:prstGeom>
          <a:noFill/>
          <a:ln/>
        </p:spPr>
        <p:txBody>
          <a:bodyPr wrap="square" lIns="0" tIns="0" rIns="0" bIns="0" rtlCol="0" anchor="t"/>
          <a:lstStyle/>
          <a:p>
            <a:pPr indent="0" marL="0">
              <a:buNone/>
            </a:pPr>
            <a:r>
              <a:rPr lang="en-US" sz="1250" dirty="0">
                <a:solidFill>
                  <a:srgbClr val="1E2A26"/>
                </a:solidFill>
                <a:latin typeface="Courier New" pitchFamily="34" charset="0"/>
                <a:ea typeface="Courier New" pitchFamily="34" charset="-122"/>
                <a:cs typeface="Courier New" pitchFamily="34" charset="-120"/>
              </a:rPr>
              <a:t>Kaligrafi =COUNTIF(...)</a:t>
            </a:r>
            <a:endParaRPr lang="en-US" sz="1250" dirty="0"/>
          </a:p>
        </p:txBody>
      </p:sp>
      <p:sp>
        <p:nvSpPr>
          <p:cNvPr id="23" name="Text 19"/>
          <p:cNvSpPr txBox="1"/>
          <p:nvPr/>
        </p:nvSpPr>
        <p:spPr>
          <a:xfrm>
            <a:off x="5074920" y="2386584"/>
            <a:ext cx="3474720" cy="320040"/>
          </a:xfrm>
          <a:prstGeom prst="rect">
            <a:avLst/>
          </a:prstGeom>
          <a:noFill/>
          <a:ln/>
        </p:spPr>
        <p:txBody>
          <a:bodyPr wrap="square" lIns="0" tIns="0" rIns="0" bIns="0" rtlCol="0" anchor="t"/>
          <a:lstStyle/>
          <a:p>
            <a:pPr indent="0" marL="0">
              <a:buNone/>
            </a:pPr>
            <a:r>
              <a:rPr lang="en-US" sz="1250" dirty="0">
                <a:solidFill>
                  <a:srgbClr val="1E2A26"/>
                </a:solidFill>
                <a:latin typeface="Courier New" pitchFamily="34" charset="0"/>
                <a:ea typeface="Courier New" pitchFamily="34" charset="-122"/>
                <a:cs typeface="Courier New" pitchFamily="34" charset="-120"/>
              </a:rPr>
              <a:t>Futsal    =COUNTIF(...)</a:t>
            </a:r>
            <a:endParaRPr lang="en-US" sz="1250" dirty="0"/>
          </a:p>
        </p:txBody>
      </p:sp>
      <p:sp>
        <p:nvSpPr>
          <p:cNvPr id="24" name="Text 20"/>
          <p:cNvSpPr txBox="1"/>
          <p:nvPr/>
        </p:nvSpPr>
        <p:spPr>
          <a:xfrm>
            <a:off x="5074920" y="2734056"/>
            <a:ext cx="3474720" cy="320040"/>
          </a:xfrm>
          <a:prstGeom prst="rect">
            <a:avLst/>
          </a:prstGeom>
          <a:noFill/>
          <a:ln/>
        </p:spPr>
        <p:txBody>
          <a:bodyPr wrap="square" lIns="0" tIns="0" rIns="0" bIns="0" rtlCol="0" anchor="t"/>
          <a:lstStyle/>
          <a:p>
            <a:pPr indent="0" marL="0">
              <a:buNone/>
            </a:pPr>
            <a:r>
              <a:rPr lang="en-US" sz="1250" dirty="0">
                <a:solidFill>
                  <a:srgbClr val="1E2A26"/>
                </a:solidFill>
                <a:latin typeface="Courier New" pitchFamily="34" charset="0"/>
                <a:ea typeface="Courier New" pitchFamily="34" charset="-122"/>
                <a:cs typeface="Courier New" pitchFamily="34" charset="-120"/>
              </a:rPr>
              <a:t>Rata-rata juz =AVERAGE(...)</a:t>
            </a:r>
            <a:endParaRPr lang="en-US" sz="1250" dirty="0"/>
          </a:p>
        </p:txBody>
      </p:sp>
      <p:sp>
        <p:nvSpPr>
          <p:cNvPr id="25" name="Text 21"/>
          <p:cNvSpPr txBox="1"/>
          <p:nvPr/>
        </p:nvSpPr>
        <p:spPr>
          <a:xfrm>
            <a:off x="5074920" y="3081528"/>
            <a:ext cx="3474720" cy="320040"/>
          </a:xfrm>
          <a:prstGeom prst="rect">
            <a:avLst/>
          </a:prstGeom>
          <a:noFill/>
          <a:ln/>
        </p:spPr>
        <p:txBody>
          <a:bodyPr wrap="square" lIns="0" tIns="0" rIns="0" bIns="0" rtlCol="0" anchor="t"/>
          <a:lstStyle/>
          <a:p>
            <a:pPr indent="0" marL="0">
              <a:buNone/>
            </a:pPr>
            <a:r>
              <a:rPr lang="en-US" sz="1250" dirty="0">
                <a:solidFill>
                  <a:srgbClr val="1E2A26"/>
                </a:solidFill>
                <a:latin typeface="Courier New" pitchFamily="34" charset="0"/>
                <a:ea typeface="Courier New" pitchFamily="34" charset="-122"/>
                <a:cs typeface="Courier New" pitchFamily="34" charset="-120"/>
              </a:rPr>
              <a:t>+ grafik batang</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Menyelesaikan Database Santri Fiktif</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Modul 3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Melengkapi data dan menamai lembar</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Lembar Ringkasan dan COUNTIF</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6–7</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Grafik dan berbagi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85214"/>
          </a:xfrm>
          <a:prstGeom prst="rect">
            <a:avLst/>
          </a:prstGeom>
          <a:solidFill>
            <a:srgbClr val="F8F9FA"/>
          </a:solidFill>
          <a:ln w="12700">
            <a:solidFill>
              <a:srgbClr val="F8F9FA"/>
            </a:solidFill>
            <a:prstDash val="solid"/>
          </a:ln>
        </p:spPr>
      </p:sp>
      <p:sp>
        <p:nvSpPr>
          <p:cNvPr id="61" name="Shape 53"/>
          <p:cNvSpPr/>
          <p:nvPr/>
        </p:nvSpPr>
        <p:spPr>
          <a:xfrm>
            <a:off x="843808" y="2573789"/>
            <a:ext cx="411480" cy="85214"/>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85214"/>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731520" cy="85214"/>
          </a:xfrm>
          <a:prstGeom prst="rect">
            <a:avLst/>
          </a:prstGeom>
          <a:solidFill>
            <a:srgbClr val="F8F9FA"/>
          </a:solidFill>
          <a:ln w="6350">
            <a:solidFill>
              <a:srgbClr val="DDDDDD"/>
            </a:solidFill>
            <a:prstDash val="solid"/>
          </a:ln>
        </p:spPr>
      </p:sp>
      <p:sp>
        <p:nvSpPr>
          <p:cNvPr id="64" name="Text 56"/>
          <p:cNvSpPr txBox="1"/>
          <p:nvPr/>
        </p:nvSpPr>
        <p:spPr>
          <a:xfrm>
            <a:off x="1255288" y="2573789"/>
            <a:ext cx="731520" cy="85214"/>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86808" y="2573789"/>
            <a:ext cx="411480" cy="85214"/>
          </a:xfrm>
          <a:prstGeom prst="rect">
            <a:avLst/>
          </a:prstGeom>
          <a:solidFill>
            <a:srgbClr val="F8F9FA"/>
          </a:solidFill>
          <a:ln w="6350">
            <a:solidFill>
              <a:srgbClr val="DDDDDD"/>
            </a:solidFill>
            <a:prstDash val="solid"/>
          </a:ln>
        </p:spPr>
      </p:sp>
      <p:sp>
        <p:nvSpPr>
          <p:cNvPr id="66" name="Text 58"/>
          <p:cNvSpPr txBox="1"/>
          <p:nvPr/>
        </p:nvSpPr>
        <p:spPr>
          <a:xfrm>
            <a:off x="1986808" y="2573789"/>
            <a:ext cx="411480" cy="85214"/>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98288" y="2573789"/>
            <a:ext cx="594360" cy="85214"/>
          </a:xfrm>
          <a:prstGeom prst="rect">
            <a:avLst/>
          </a:prstGeom>
          <a:solidFill>
            <a:srgbClr val="F8F9FA"/>
          </a:solidFill>
          <a:ln w="6350">
            <a:solidFill>
              <a:srgbClr val="DDDDDD"/>
            </a:solidFill>
            <a:prstDash val="solid"/>
          </a:ln>
        </p:spPr>
      </p:sp>
      <p:sp>
        <p:nvSpPr>
          <p:cNvPr id="68" name="Text 60"/>
          <p:cNvSpPr txBox="1"/>
          <p:nvPr/>
        </p:nvSpPr>
        <p:spPr>
          <a:xfrm>
            <a:off x="2398288" y="2573789"/>
            <a:ext cx="594360" cy="85214"/>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685800" cy="85214"/>
          </a:xfrm>
          <a:prstGeom prst="rect">
            <a:avLst/>
          </a:prstGeom>
          <a:solidFill>
            <a:srgbClr val="F8F9FA"/>
          </a:solidFill>
          <a:ln w="6350">
            <a:solidFill>
              <a:srgbClr val="DDDDDD"/>
            </a:solidFill>
            <a:prstDash val="solid"/>
          </a:ln>
        </p:spPr>
      </p:sp>
      <p:sp>
        <p:nvSpPr>
          <p:cNvPr id="70" name="Text 62"/>
          <p:cNvSpPr txBox="1"/>
          <p:nvPr/>
        </p:nvSpPr>
        <p:spPr>
          <a:xfrm>
            <a:off x="2992648" y="2573789"/>
            <a:ext cx="685800" cy="85214"/>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678448" y="2573789"/>
            <a:ext cx="365760" cy="85214"/>
          </a:xfrm>
          <a:prstGeom prst="rect">
            <a:avLst/>
          </a:prstGeom>
          <a:solidFill>
            <a:srgbClr val="F8F9FA"/>
          </a:solidFill>
          <a:ln w="6350">
            <a:solidFill>
              <a:srgbClr val="DDDDDD"/>
            </a:solidFill>
            <a:prstDash val="solid"/>
          </a:ln>
        </p:spPr>
      </p:sp>
      <p:sp>
        <p:nvSpPr>
          <p:cNvPr id="72" name="Text 64"/>
          <p:cNvSpPr txBox="1"/>
          <p:nvPr/>
        </p:nvSpPr>
        <p:spPr>
          <a:xfrm>
            <a:off x="3678448" y="2573789"/>
            <a:ext cx="365760" cy="85214"/>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59003"/>
            <a:ext cx="256032" cy="85214"/>
          </a:xfrm>
          <a:prstGeom prst="rect">
            <a:avLst/>
          </a:prstGeom>
          <a:solidFill>
            <a:srgbClr val="F8F9FA"/>
          </a:solidFill>
          <a:ln w="6350">
            <a:solidFill>
              <a:srgbClr val="DDDDDD"/>
            </a:solidFill>
            <a:prstDash val="solid"/>
          </a:ln>
        </p:spPr>
      </p:sp>
      <p:sp>
        <p:nvSpPr>
          <p:cNvPr id="74" name="Text 66"/>
          <p:cNvSpPr txBox="1"/>
          <p:nvPr/>
        </p:nvSpPr>
        <p:spPr>
          <a:xfrm>
            <a:off x="587776" y="2659003"/>
            <a:ext cx="256032" cy="85214"/>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59003"/>
            <a:ext cx="411480" cy="85214"/>
          </a:xfrm>
          <a:prstGeom prst="rect">
            <a:avLst/>
          </a:prstGeom>
          <a:solidFill>
            <a:srgbClr val="0F4C3A"/>
          </a:solidFill>
          <a:ln w="6350">
            <a:solidFill>
              <a:srgbClr val="E2E2E2"/>
            </a:solidFill>
            <a:prstDash val="solid"/>
          </a:ln>
        </p:spPr>
      </p:sp>
      <p:sp>
        <p:nvSpPr>
          <p:cNvPr id="76" name="Text 68"/>
          <p:cNvSpPr txBox="1"/>
          <p:nvPr/>
        </p:nvSpPr>
        <p:spPr>
          <a:xfrm>
            <a:off x="871240" y="2659003"/>
            <a:ext cx="356616" cy="85214"/>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59003"/>
            <a:ext cx="731520" cy="85214"/>
          </a:xfrm>
          <a:prstGeom prst="rect">
            <a:avLst/>
          </a:prstGeom>
          <a:solidFill>
            <a:srgbClr val="0F4C3A"/>
          </a:solidFill>
          <a:ln w="6350">
            <a:solidFill>
              <a:srgbClr val="E2E2E2"/>
            </a:solidFill>
            <a:prstDash val="solid"/>
          </a:ln>
        </p:spPr>
      </p:sp>
      <p:sp>
        <p:nvSpPr>
          <p:cNvPr id="78" name="Text 70"/>
          <p:cNvSpPr txBox="1"/>
          <p:nvPr/>
        </p:nvSpPr>
        <p:spPr>
          <a:xfrm>
            <a:off x="1282720" y="2659003"/>
            <a:ext cx="676656" cy="85214"/>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86808" y="2659003"/>
            <a:ext cx="411480" cy="85214"/>
          </a:xfrm>
          <a:prstGeom prst="rect">
            <a:avLst/>
          </a:prstGeom>
          <a:solidFill>
            <a:srgbClr val="0F4C3A"/>
          </a:solidFill>
          <a:ln w="6350">
            <a:solidFill>
              <a:srgbClr val="E2E2E2"/>
            </a:solidFill>
            <a:prstDash val="solid"/>
          </a:ln>
        </p:spPr>
      </p:sp>
      <p:sp>
        <p:nvSpPr>
          <p:cNvPr id="80" name="Text 72"/>
          <p:cNvSpPr txBox="1"/>
          <p:nvPr/>
        </p:nvSpPr>
        <p:spPr>
          <a:xfrm>
            <a:off x="2014240" y="2659003"/>
            <a:ext cx="356616" cy="85214"/>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98288" y="2659003"/>
            <a:ext cx="594360" cy="85214"/>
          </a:xfrm>
          <a:prstGeom prst="rect">
            <a:avLst/>
          </a:prstGeom>
          <a:solidFill>
            <a:srgbClr val="0F4C3A"/>
          </a:solidFill>
          <a:ln w="6350">
            <a:solidFill>
              <a:srgbClr val="E2E2E2"/>
            </a:solidFill>
            <a:prstDash val="solid"/>
          </a:ln>
        </p:spPr>
      </p:sp>
      <p:sp>
        <p:nvSpPr>
          <p:cNvPr id="82" name="Text 74"/>
          <p:cNvSpPr txBox="1"/>
          <p:nvPr/>
        </p:nvSpPr>
        <p:spPr>
          <a:xfrm>
            <a:off x="2425720" y="2659003"/>
            <a:ext cx="539496" cy="85214"/>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83" name="Shape 75"/>
          <p:cNvSpPr/>
          <p:nvPr/>
        </p:nvSpPr>
        <p:spPr>
          <a:xfrm>
            <a:off x="2992648" y="2659003"/>
            <a:ext cx="685800" cy="85214"/>
          </a:xfrm>
          <a:prstGeom prst="rect">
            <a:avLst/>
          </a:prstGeom>
          <a:solidFill>
            <a:srgbClr val="0F4C3A"/>
          </a:solidFill>
          <a:ln w="6350">
            <a:solidFill>
              <a:srgbClr val="E2E2E2"/>
            </a:solidFill>
            <a:prstDash val="solid"/>
          </a:ln>
        </p:spPr>
      </p:sp>
      <p:sp>
        <p:nvSpPr>
          <p:cNvPr id="84" name="Text 76"/>
          <p:cNvSpPr txBox="1"/>
          <p:nvPr/>
        </p:nvSpPr>
        <p:spPr>
          <a:xfrm>
            <a:off x="3020080" y="2659003"/>
            <a:ext cx="630936" cy="85214"/>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5" name="Shape 77"/>
          <p:cNvSpPr/>
          <p:nvPr/>
        </p:nvSpPr>
        <p:spPr>
          <a:xfrm>
            <a:off x="3678448" y="2659003"/>
            <a:ext cx="365760" cy="85214"/>
          </a:xfrm>
          <a:prstGeom prst="rect">
            <a:avLst/>
          </a:prstGeom>
          <a:solidFill>
            <a:srgbClr val="0F4C3A"/>
          </a:solidFill>
          <a:ln w="6350">
            <a:solidFill>
              <a:srgbClr val="E2E2E2"/>
            </a:solidFill>
            <a:prstDash val="solid"/>
          </a:ln>
        </p:spPr>
      </p:sp>
      <p:sp>
        <p:nvSpPr>
          <p:cNvPr id="86" name="Text 78"/>
          <p:cNvSpPr txBox="1"/>
          <p:nvPr/>
        </p:nvSpPr>
        <p:spPr>
          <a:xfrm>
            <a:off x="3705880" y="2659003"/>
            <a:ext cx="310896" cy="85214"/>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7" name="Shape 79"/>
          <p:cNvSpPr/>
          <p:nvPr/>
        </p:nvSpPr>
        <p:spPr>
          <a:xfrm>
            <a:off x="587776" y="2744217"/>
            <a:ext cx="256032" cy="85214"/>
          </a:xfrm>
          <a:prstGeom prst="rect">
            <a:avLst/>
          </a:prstGeom>
          <a:solidFill>
            <a:srgbClr val="F8F9FA"/>
          </a:solidFill>
          <a:ln w="6350">
            <a:solidFill>
              <a:srgbClr val="DDDDDD"/>
            </a:solidFill>
            <a:prstDash val="solid"/>
          </a:ln>
        </p:spPr>
      </p:sp>
      <p:sp>
        <p:nvSpPr>
          <p:cNvPr id="88" name="Text 80"/>
          <p:cNvSpPr txBox="1"/>
          <p:nvPr/>
        </p:nvSpPr>
        <p:spPr>
          <a:xfrm>
            <a:off x="587776" y="2744217"/>
            <a:ext cx="256032" cy="85214"/>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744217"/>
            <a:ext cx="411480" cy="85214"/>
          </a:xfrm>
          <a:prstGeom prst="rect">
            <a:avLst/>
          </a:prstGeom>
          <a:solidFill>
            <a:srgbClr val="FFFFFF"/>
          </a:solidFill>
          <a:ln w="6350">
            <a:solidFill>
              <a:srgbClr val="E2E2E2"/>
            </a:solidFill>
            <a:prstDash val="solid"/>
          </a:ln>
        </p:spPr>
      </p:sp>
      <p:sp>
        <p:nvSpPr>
          <p:cNvPr id="90" name="Text 82"/>
          <p:cNvSpPr txBox="1"/>
          <p:nvPr/>
        </p:nvSpPr>
        <p:spPr>
          <a:xfrm>
            <a:off x="871240" y="2744217"/>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744217"/>
            <a:ext cx="731520" cy="85214"/>
          </a:xfrm>
          <a:prstGeom prst="rect">
            <a:avLst/>
          </a:prstGeom>
          <a:solidFill>
            <a:srgbClr val="FFFFFF"/>
          </a:solidFill>
          <a:ln w="6350">
            <a:solidFill>
              <a:srgbClr val="E2E2E2"/>
            </a:solidFill>
            <a:prstDash val="solid"/>
          </a:ln>
        </p:spPr>
      </p:sp>
      <p:sp>
        <p:nvSpPr>
          <p:cNvPr id="92" name="Text 84"/>
          <p:cNvSpPr txBox="1"/>
          <p:nvPr/>
        </p:nvSpPr>
        <p:spPr>
          <a:xfrm>
            <a:off x="1282720" y="2744217"/>
            <a:ext cx="67665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86808" y="2744217"/>
            <a:ext cx="411480" cy="85214"/>
          </a:xfrm>
          <a:prstGeom prst="rect">
            <a:avLst/>
          </a:prstGeom>
          <a:solidFill>
            <a:srgbClr val="FFFFFF"/>
          </a:solidFill>
          <a:ln w="6350">
            <a:solidFill>
              <a:srgbClr val="E2E2E2"/>
            </a:solidFill>
            <a:prstDash val="solid"/>
          </a:ln>
        </p:spPr>
      </p:sp>
      <p:sp>
        <p:nvSpPr>
          <p:cNvPr id="94" name="Text 86"/>
          <p:cNvSpPr txBox="1"/>
          <p:nvPr/>
        </p:nvSpPr>
        <p:spPr>
          <a:xfrm>
            <a:off x="2014240" y="2744217"/>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98288" y="2744217"/>
            <a:ext cx="594360" cy="85214"/>
          </a:xfrm>
          <a:prstGeom prst="rect">
            <a:avLst/>
          </a:prstGeom>
          <a:solidFill>
            <a:srgbClr val="FFFFFF"/>
          </a:solidFill>
          <a:ln w="6350">
            <a:solidFill>
              <a:srgbClr val="E2E2E2"/>
            </a:solidFill>
            <a:prstDash val="solid"/>
          </a:ln>
        </p:spPr>
      </p:sp>
      <p:sp>
        <p:nvSpPr>
          <p:cNvPr id="96" name="Text 88"/>
          <p:cNvSpPr txBox="1"/>
          <p:nvPr/>
        </p:nvSpPr>
        <p:spPr>
          <a:xfrm>
            <a:off x="2425720" y="2744217"/>
            <a:ext cx="53949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97" name="Shape 89"/>
          <p:cNvSpPr/>
          <p:nvPr/>
        </p:nvSpPr>
        <p:spPr>
          <a:xfrm>
            <a:off x="2992648" y="2744217"/>
            <a:ext cx="685800" cy="85214"/>
          </a:xfrm>
          <a:prstGeom prst="rect">
            <a:avLst/>
          </a:prstGeom>
          <a:solidFill>
            <a:srgbClr val="FFFFFF"/>
          </a:solidFill>
          <a:ln w="6350">
            <a:solidFill>
              <a:srgbClr val="E2E2E2"/>
            </a:solidFill>
            <a:prstDash val="solid"/>
          </a:ln>
        </p:spPr>
      </p:sp>
      <p:sp>
        <p:nvSpPr>
          <p:cNvPr id="98" name="Text 90"/>
          <p:cNvSpPr txBox="1"/>
          <p:nvPr/>
        </p:nvSpPr>
        <p:spPr>
          <a:xfrm>
            <a:off x="3020080" y="2744217"/>
            <a:ext cx="63093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9" name="Shape 91"/>
          <p:cNvSpPr/>
          <p:nvPr/>
        </p:nvSpPr>
        <p:spPr>
          <a:xfrm>
            <a:off x="3678448" y="2744217"/>
            <a:ext cx="365760" cy="85214"/>
          </a:xfrm>
          <a:prstGeom prst="rect">
            <a:avLst/>
          </a:prstGeom>
          <a:solidFill>
            <a:srgbClr val="FFFFFF"/>
          </a:solidFill>
          <a:ln w="6350">
            <a:solidFill>
              <a:srgbClr val="E2E2E2"/>
            </a:solidFill>
            <a:prstDash val="solid"/>
          </a:ln>
        </p:spPr>
      </p:sp>
      <p:sp>
        <p:nvSpPr>
          <p:cNvPr id="100" name="Text 92"/>
          <p:cNvSpPr txBox="1"/>
          <p:nvPr/>
        </p:nvSpPr>
        <p:spPr>
          <a:xfrm>
            <a:off x="3705880" y="2744217"/>
            <a:ext cx="310896" cy="85214"/>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01" name="Shape 93"/>
          <p:cNvSpPr/>
          <p:nvPr/>
        </p:nvSpPr>
        <p:spPr>
          <a:xfrm>
            <a:off x="587776" y="2829431"/>
            <a:ext cx="256032" cy="85214"/>
          </a:xfrm>
          <a:prstGeom prst="rect">
            <a:avLst/>
          </a:prstGeom>
          <a:solidFill>
            <a:srgbClr val="F8F9FA"/>
          </a:solidFill>
          <a:ln w="6350">
            <a:solidFill>
              <a:srgbClr val="DDDDDD"/>
            </a:solidFill>
            <a:prstDash val="solid"/>
          </a:ln>
        </p:spPr>
      </p:sp>
      <p:sp>
        <p:nvSpPr>
          <p:cNvPr id="102" name="Text 94"/>
          <p:cNvSpPr txBox="1"/>
          <p:nvPr/>
        </p:nvSpPr>
        <p:spPr>
          <a:xfrm>
            <a:off x="587776" y="2829431"/>
            <a:ext cx="256032" cy="85214"/>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829431"/>
            <a:ext cx="411480" cy="85214"/>
          </a:xfrm>
          <a:prstGeom prst="rect">
            <a:avLst/>
          </a:prstGeom>
          <a:solidFill>
            <a:srgbClr val="FFFFFF"/>
          </a:solidFill>
          <a:ln w="6350">
            <a:solidFill>
              <a:srgbClr val="E2E2E2"/>
            </a:solidFill>
            <a:prstDash val="solid"/>
          </a:ln>
        </p:spPr>
      </p:sp>
      <p:sp>
        <p:nvSpPr>
          <p:cNvPr id="104" name="Text 96"/>
          <p:cNvSpPr txBox="1"/>
          <p:nvPr/>
        </p:nvSpPr>
        <p:spPr>
          <a:xfrm>
            <a:off x="871240" y="2829431"/>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829431"/>
            <a:ext cx="731520" cy="85214"/>
          </a:xfrm>
          <a:prstGeom prst="rect">
            <a:avLst/>
          </a:prstGeom>
          <a:solidFill>
            <a:srgbClr val="FFFFFF"/>
          </a:solidFill>
          <a:ln w="6350">
            <a:solidFill>
              <a:srgbClr val="E2E2E2"/>
            </a:solidFill>
            <a:prstDash val="solid"/>
          </a:ln>
        </p:spPr>
      </p:sp>
      <p:sp>
        <p:nvSpPr>
          <p:cNvPr id="106" name="Text 98"/>
          <p:cNvSpPr txBox="1"/>
          <p:nvPr/>
        </p:nvSpPr>
        <p:spPr>
          <a:xfrm>
            <a:off x="1282720" y="2829431"/>
            <a:ext cx="67665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86808" y="2829431"/>
            <a:ext cx="411480" cy="85214"/>
          </a:xfrm>
          <a:prstGeom prst="rect">
            <a:avLst/>
          </a:prstGeom>
          <a:solidFill>
            <a:srgbClr val="FFFFFF"/>
          </a:solidFill>
          <a:ln w="6350">
            <a:solidFill>
              <a:srgbClr val="E2E2E2"/>
            </a:solidFill>
            <a:prstDash val="solid"/>
          </a:ln>
        </p:spPr>
      </p:sp>
      <p:sp>
        <p:nvSpPr>
          <p:cNvPr id="108" name="Text 100"/>
          <p:cNvSpPr txBox="1"/>
          <p:nvPr/>
        </p:nvSpPr>
        <p:spPr>
          <a:xfrm>
            <a:off x="2014240" y="2829431"/>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98288" y="2829431"/>
            <a:ext cx="594360" cy="85214"/>
          </a:xfrm>
          <a:prstGeom prst="rect">
            <a:avLst/>
          </a:prstGeom>
          <a:solidFill>
            <a:srgbClr val="FFFFFF"/>
          </a:solidFill>
          <a:ln w="6350">
            <a:solidFill>
              <a:srgbClr val="E2E2E2"/>
            </a:solidFill>
            <a:prstDash val="solid"/>
          </a:ln>
        </p:spPr>
      </p:sp>
      <p:sp>
        <p:nvSpPr>
          <p:cNvPr id="110" name="Text 102"/>
          <p:cNvSpPr txBox="1"/>
          <p:nvPr/>
        </p:nvSpPr>
        <p:spPr>
          <a:xfrm>
            <a:off x="2425720" y="2829431"/>
            <a:ext cx="53949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11" name="Shape 103"/>
          <p:cNvSpPr/>
          <p:nvPr/>
        </p:nvSpPr>
        <p:spPr>
          <a:xfrm>
            <a:off x="2992648" y="2829431"/>
            <a:ext cx="685800" cy="85214"/>
          </a:xfrm>
          <a:prstGeom prst="rect">
            <a:avLst/>
          </a:prstGeom>
          <a:solidFill>
            <a:srgbClr val="FFFFFF"/>
          </a:solidFill>
          <a:ln w="6350">
            <a:solidFill>
              <a:srgbClr val="E2E2E2"/>
            </a:solidFill>
            <a:prstDash val="solid"/>
          </a:ln>
        </p:spPr>
      </p:sp>
      <p:sp>
        <p:nvSpPr>
          <p:cNvPr id="112" name="Text 104"/>
          <p:cNvSpPr txBox="1"/>
          <p:nvPr/>
        </p:nvSpPr>
        <p:spPr>
          <a:xfrm>
            <a:off x="3020080" y="2829431"/>
            <a:ext cx="63093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3" name="Shape 105"/>
          <p:cNvSpPr/>
          <p:nvPr/>
        </p:nvSpPr>
        <p:spPr>
          <a:xfrm>
            <a:off x="3678448" y="2829431"/>
            <a:ext cx="365760" cy="85214"/>
          </a:xfrm>
          <a:prstGeom prst="rect">
            <a:avLst/>
          </a:prstGeom>
          <a:solidFill>
            <a:srgbClr val="FFFFFF"/>
          </a:solidFill>
          <a:ln w="6350">
            <a:solidFill>
              <a:srgbClr val="E2E2E2"/>
            </a:solidFill>
            <a:prstDash val="solid"/>
          </a:ln>
        </p:spPr>
      </p:sp>
      <p:sp>
        <p:nvSpPr>
          <p:cNvPr id="114" name="Text 106"/>
          <p:cNvSpPr txBox="1"/>
          <p:nvPr/>
        </p:nvSpPr>
        <p:spPr>
          <a:xfrm>
            <a:off x="3705880" y="2829431"/>
            <a:ext cx="310896" cy="85214"/>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5" name="Shape 107"/>
          <p:cNvSpPr/>
          <p:nvPr/>
        </p:nvSpPr>
        <p:spPr>
          <a:xfrm>
            <a:off x="587776" y="2914645"/>
            <a:ext cx="256032" cy="85214"/>
          </a:xfrm>
          <a:prstGeom prst="rect">
            <a:avLst/>
          </a:prstGeom>
          <a:solidFill>
            <a:srgbClr val="F8F9FA"/>
          </a:solidFill>
          <a:ln w="6350">
            <a:solidFill>
              <a:srgbClr val="DDDDDD"/>
            </a:solidFill>
            <a:prstDash val="solid"/>
          </a:ln>
        </p:spPr>
      </p:sp>
      <p:sp>
        <p:nvSpPr>
          <p:cNvPr id="116" name="Text 108"/>
          <p:cNvSpPr txBox="1"/>
          <p:nvPr/>
        </p:nvSpPr>
        <p:spPr>
          <a:xfrm>
            <a:off x="587776" y="2914645"/>
            <a:ext cx="256032" cy="85214"/>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2914645"/>
            <a:ext cx="411480" cy="85214"/>
          </a:xfrm>
          <a:prstGeom prst="rect">
            <a:avLst/>
          </a:prstGeom>
          <a:solidFill>
            <a:srgbClr val="FFFFFF"/>
          </a:solidFill>
          <a:ln w="6350">
            <a:solidFill>
              <a:srgbClr val="E2E2E2"/>
            </a:solidFill>
            <a:prstDash val="solid"/>
          </a:ln>
        </p:spPr>
      </p:sp>
      <p:sp>
        <p:nvSpPr>
          <p:cNvPr id="118" name="Text 110"/>
          <p:cNvSpPr txBox="1"/>
          <p:nvPr/>
        </p:nvSpPr>
        <p:spPr>
          <a:xfrm>
            <a:off x="871240" y="2914645"/>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2914645"/>
            <a:ext cx="731520" cy="85214"/>
          </a:xfrm>
          <a:prstGeom prst="rect">
            <a:avLst/>
          </a:prstGeom>
          <a:solidFill>
            <a:srgbClr val="FFFFFF"/>
          </a:solidFill>
          <a:ln w="6350">
            <a:solidFill>
              <a:srgbClr val="E2E2E2"/>
            </a:solidFill>
            <a:prstDash val="solid"/>
          </a:ln>
        </p:spPr>
      </p:sp>
      <p:sp>
        <p:nvSpPr>
          <p:cNvPr id="120" name="Text 112"/>
          <p:cNvSpPr txBox="1"/>
          <p:nvPr/>
        </p:nvSpPr>
        <p:spPr>
          <a:xfrm>
            <a:off x="1282720" y="2914645"/>
            <a:ext cx="67665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86808" y="2914645"/>
            <a:ext cx="411480" cy="85214"/>
          </a:xfrm>
          <a:prstGeom prst="rect">
            <a:avLst/>
          </a:prstGeom>
          <a:solidFill>
            <a:srgbClr val="FFFFFF"/>
          </a:solidFill>
          <a:ln w="6350">
            <a:solidFill>
              <a:srgbClr val="E2E2E2"/>
            </a:solidFill>
            <a:prstDash val="solid"/>
          </a:ln>
        </p:spPr>
      </p:sp>
      <p:sp>
        <p:nvSpPr>
          <p:cNvPr id="122" name="Text 114"/>
          <p:cNvSpPr txBox="1"/>
          <p:nvPr/>
        </p:nvSpPr>
        <p:spPr>
          <a:xfrm>
            <a:off x="2014240" y="2914645"/>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98288" y="2914645"/>
            <a:ext cx="594360" cy="85214"/>
          </a:xfrm>
          <a:prstGeom prst="rect">
            <a:avLst/>
          </a:prstGeom>
          <a:solidFill>
            <a:srgbClr val="FFFFFF"/>
          </a:solidFill>
          <a:ln w="6350">
            <a:solidFill>
              <a:srgbClr val="E2E2E2"/>
            </a:solidFill>
            <a:prstDash val="solid"/>
          </a:ln>
        </p:spPr>
      </p:sp>
      <p:sp>
        <p:nvSpPr>
          <p:cNvPr id="124" name="Text 116"/>
          <p:cNvSpPr txBox="1"/>
          <p:nvPr/>
        </p:nvSpPr>
        <p:spPr>
          <a:xfrm>
            <a:off x="2425720" y="2914645"/>
            <a:ext cx="53949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125" name="Shape 117"/>
          <p:cNvSpPr/>
          <p:nvPr/>
        </p:nvSpPr>
        <p:spPr>
          <a:xfrm>
            <a:off x="2992648" y="2914645"/>
            <a:ext cx="685800" cy="85214"/>
          </a:xfrm>
          <a:prstGeom prst="rect">
            <a:avLst/>
          </a:prstGeom>
          <a:solidFill>
            <a:srgbClr val="FFFFFF"/>
          </a:solidFill>
          <a:ln w="6350">
            <a:solidFill>
              <a:srgbClr val="E2E2E2"/>
            </a:solidFill>
            <a:prstDash val="solid"/>
          </a:ln>
        </p:spPr>
      </p:sp>
      <p:sp>
        <p:nvSpPr>
          <p:cNvPr id="126" name="Text 118"/>
          <p:cNvSpPr txBox="1"/>
          <p:nvPr/>
        </p:nvSpPr>
        <p:spPr>
          <a:xfrm>
            <a:off x="3020080" y="2914645"/>
            <a:ext cx="63093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7" name="Shape 119"/>
          <p:cNvSpPr/>
          <p:nvPr/>
        </p:nvSpPr>
        <p:spPr>
          <a:xfrm>
            <a:off x="3678448" y="2914645"/>
            <a:ext cx="365760" cy="85214"/>
          </a:xfrm>
          <a:prstGeom prst="rect">
            <a:avLst/>
          </a:prstGeom>
          <a:solidFill>
            <a:srgbClr val="FFFFFF"/>
          </a:solidFill>
          <a:ln w="6350">
            <a:solidFill>
              <a:srgbClr val="E2E2E2"/>
            </a:solidFill>
            <a:prstDash val="solid"/>
          </a:ln>
        </p:spPr>
      </p:sp>
      <p:sp>
        <p:nvSpPr>
          <p:cNvPr id="128" name="Text 120"/>
          <p:cNvSpPr txBox="1"/>
          <p:nvPr/>
        </p:nvSpPr>
        <p:spPr>
          <a:xfrm>
            <a:off x="3705880" y="2914645"/>
            <a:ext cx="310896" cy="85214"/>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9" name="Shape 121"/>
          <p:cNvSpPr/>
          <p:nvPr/>
        </p:nvSpPr>
        <p:spPr>
          <a:xfrm>
            <a:off x="587776" y="2999859"/>
            <a:ext cx="256032" cy="85214"/>
          </a:xfrm>
          <a:prstGeom prst="rect">
            <a:avLst/>
          </a:prstGeom>
          <a:solidFill>
            <a:srgbClr val="F8F9FA"/>
          </a:solidFill>
          <a:ln w="6350">
            <a:solidFill>
              <a:srgbClr val="DDDDDD"/>
            </a:solidFill>
            <a:prstDash val="solid"/>
          </a:ln>
        </p:spPr>
      </p:sp>
      <p:sp>
        <p:nvSpPr>
          <p:cNvPr id="130" name="Text 122"/>
          <p:cNvSpPr txBox="1"/>
          <p:nvPr/>
        </p:nvSpPr>
        <p:spPr>
          <a:xfrm>
            <a:off x="587776" y="2999859"/>
            <a:ext cx="256032" cy="85214"/>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2999859"/>
            <a:ext cx="411480" cy="85214"/>
          </a:xfrm>
          <a:prstGeom prst="rect">
            <a:avLst/>
          </a:prstGeom>
          <a:solidFill>
            <a:srgbClr val="FFFFFF"/>
          </a:solidFill>
          <a:ln w="6350">
            <a:solidFill>
              <a:srgbClr val="E2E2E2"/>
            </a:solidFill>
            <a:prstDash val="solid"/>
          </a:ln>
        </p:spPr>
      </p:sp>
      <p:sp>
        <p:nvSpPr>
          <p:cNvPr id="132" name="Text 124"/>
          <p:cNvSpPr txBox="1"/>
          <p:nvPr/>
        </p:nvSpPr>
        <p:spPr>
          <a:xfrm>
            <a:off x="871240" y="2999859"/>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33" name="Shape 125"/>
          <p:cNvSpPr/>
          <p:nvPr/>
        </p:nvSpPr>
        <p:spPr>
          <a:xfrm>
            <a:off x="1255288" y="2999859"/>
            <a:ext cx="731520" cy="85214"/>
          </a:xfrm>
          <a:prstGeom prst="rect">
            <a:avLst/>
          </a:prstGeom>
          <a:solidFill>
            <a:srgbClr val="FFFFFF"/>
          </a:solidFill>
          <a:ln w="6350">
            <a:solidFill>
              <a:srgbClr val="E2E2E2"/>
            </a:solidFill>
            <a:prstDash val="solid"/>
          </a:ln>
        </p:spPr>
      </p:sp>
      <p:sp>
        <p:nvSpPr>
          <p:cNvPr id="134" name="Text 126"/>
          <p:cNvSpPr txBox="1"/>
          <p:nvPr/>
        </p:nvSpPr>
        <p:spPr>
          <a:xfrm>
            <a:off x="1282720" y="2999859"/>
            <a:ext cx="67665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1986808" y="2999859"/>
            <a:ext cx="411480" cy="85214"/>
          </a:xfrm>
          <a:prstGeom prst="rect">
            <a:avLst/>
          </a:prstGeom>
          <a:solidFill>
            <a:srgbClr val="FFFFFF"/>
          </a:solidFill>
          <a:ln w="6350">
            <a:solidFill>
              <a:srgbClr val="E2E2E2"/>
            </a:solidFill>
            <a:prstDash val="solid"/>
          </a:ln>
        </p:spPr>
      </p:sp>
      <p:sp>
        <p:nvSpPr>
          <p:cNvPr id="136" name="Text 128"/>
          <p:cNvSpPr txBox="1"/>
          <p:nvPr/>
        </p:nvSpPr>
        <p:spPr>
          <a:xfrm>
            <a:off x="2014240" y="2999859"/>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7" name="Shape 129"/>
          <p:cNvSpPr/>
          <p:nvPr/>
        </p:nvSpPr>
        <p:spPr>
          <a:xfrm>
            <a:off x="2398288" y="2999859"/>
            <a:ext cx="594360" cy="85214"/>
          </a:xfrm>
          <a:prstGeom prst="rect">
            <a:avLst/>
          </a:prstGeom>
          <a:solidFill>
            <a:srgbClr val="FFFFFF"/>
          </a:solidFill>
          <a:ln w="6350">
            <a:solidFill>
              <a:srgbClr val="E2E2E2"/>
            </a:solidFill>
            <a:prstDash val="solid"/>
          </a:ln>
        </p:spPr>
      </p:sp>
      <p:sp>
        <p:nvSpPr>
          <p:cNvPr id="138" name="Text 130"/>
          <p:cNvSpPr txBox="1"/>
          <p:nvPr/>
        </p:nvSpPr>
        <p:spPr>
          <a:xfrm>
            <a:off x="2425720" y="2999859"/>
            <a:ext cx="53949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39" name="Shape 131"/>
          <p:cNvSpPr/>
          <p:nvPr/>
        </p:nvSpPr>
        <p:spPr>
          <a:xfrm>
            <a:off x="2992648" y="2999859"/>
            <a:ext cx="685800" cy="85214"/>
          </a:xfrm>
          <a:prstGeom prst="rect">
            <a:avLst/>
          </a:prstGeom>
          <a:solidFill>
            <a:srgbClr val="FFFFFF"/>
          </a:solidFill>
          <a:ln w="6350">
            <a:solidFill>
              <a:srgbClr val="E2E2E2"/>
            </a:solidFill>
            <a:prstDash val="solid"/>
          </a:ln>
        </p:spPr>
      </p:sp>
      <p:sp>
        <p:nvSpPr>
          <p:cNvPr id="140" name="Text 132"/>
          <p:cNvSpPr txBox="1"/>
          <p:nvPr/>
        </p:nvSpPr>
        <p:spPr>
          <a:xfrm>
            <a:off x="3020080" y="2999859"/>
            <a:ext cx="63093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41" name="Shape 133"/>
          <p:cNvSpPr/>
          <p:nvPr/>
        </p:nvSpPr>
        <p:spPr>
          <a:xfrm>
            <a:off x="3678448" y="2999859"/>
            <a:ext cx="365760" cy="85214"/>
          </a:xfrm>
          <a:prstGeom prst="rect">
            <a:avLst/>
          </a:prstGeom>
          <a:solidFill>
            <a:srgbClr val="FFFFFF"/>
          </a:solidFill>
          <a:ln w="6350">
            <a:solidFill>
              <a:srgbClr val="E2E2E2"/>
            </a:solidFill>
            <a:prstDash val="solid"/>
          </a:ln>
        </p:spPr>
      </p:sp>
      <p:sp>
        <p:nvSpPr>
          <p:cNvPr id="142" name="Text 134"/>
          <p:cNvSpPr txBox="1"/>
          <p:nvPr/>
        </p:nvSpPr>
        <p:spPr>
          <a:xfrm>
            <a:off x="3705880" y="2999859"/>
            <a:ext cx="310896" cy="85214"/>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43" name="Shape 135"/>
          <p:cNvSpPr/>
          <p:nvPr/>
        </p:nvSpPr>
        <p:spPr>
          <a:xfrm>
            <a:off x="587776" y="3085073"/>
            <a:ext cx="256032" cy="85214"/>
          </a:xfrm>
          <a:prstGeom prst="rect">
            <a:avLst/>
          </a:prstGeom>
          <a:solidFill>
            <a:srgbClr val="F8F9FA"/>
          </a:solidFill>
          <a:ln w="6350">
            <a:solidFill>
              <a:srgbClr val="DDDDDD"/>
            </a:solidFill>
            <a:prstDash val="solid"/>
          </a:ln>
        </p:spPr>
      </p:sp>
      <p:sp>
        <p:nvSpPr>
          <p:cNvPr id="144" name="Text 136"/>
          <p:cNvSpPr txBox="1"/>
          <p:nvPr/>
        </p:nvSpPr>
        <p:spPr>
          <a:xfrm>
            <a:off x="587776" y="3085073"/>
            <a:ext cx="256032" cy="85214"/>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085073"/>
            <a:ext cx="411480" cy="85214"/>
          </a:xfrm>
          <a:prstGeom prst="rect">
            <a:avLst/>
          </a:prstGeom>
          <a:solidFill>
            <a:srgbClr val="FFFFFF"/>
          </a:solidFill>
          <a:ln w="6350">
            <a:solidFill>
              <a:srgbClr val="E2E2E2"/>
            </a:solidFill>
            <a:prstDash val="solid"/>
          </a:ln>
        </p:spPr>
      </p:sp>
      <p:sp>
        <p:nvSpPr>
          <p:cNvPr id="146" name="Text 138"/>
          <p:cNvSpPr txBox="1"/>
          <p:nvPr/>
        </p:nvSpPr>
        <p:spPr>
          <a:xfrm>
            <a:off x="871240" y="3085073"/>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47" name="Shape 139"/>
          <p:cNvSpPr/>
          <p:nvPr/>
        </p:nvSpPr>
        <p:spPr>
          <a:xfrm>
            <a:off x="1255288" y="3085073"/>
            <a:ext cx="731520" cy="85214"/>
          </a:xfrm>
          <a:prstGeom prst="rect">
            <a:avLst/>
          </a:prstGeom>
          <a:solidFill>
            <a:srgbClr val="FFFFFF"/>
          </a:solidFill>
          <a:ln w="6350">
            <a:solidFill>
              <a:srgbClr val="E2E2E2"/>
            </a:solidFill>
            <a:prstDash val="solid"/>
          </a:ln>
        </p:spPr>
      </p:sp>
      <p:sp>
        <p:nvSpPr>
          <p:cNvPr id="148" name="Text 140"/>
          <p:cNvSpPr txBox="1"/>
          <p:nvPr/>
        </p:nvSpPr>
        <p:spPr>
          <a:xfrm>
            <a:off x="1282720" y="3085073"/>
            <a:ext cx="67665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1986808" y="3085073"/>
            <a:ext cx="411480" cy="85214"/>
          </a:xfrm>
          <a:prstGeom prst="rect">
            <a:avLst/>
          </a:prstGeom>
          <a:solidFill>
            <a:srgbClr val="FFFFFF"/>
          </a:solidFill>
          <a:ln w="6350">
            <a:solidFill>
              <a:srgbClr val="E2E2E2"/>
            </a:solidFill>
            <a:prstDash val="solid"/>
          </a:ln>
        </p:spPr>
      </p:sp>
      <p:sp>
        <p:nvSpPr>
          <p:cNvPr id="150" name="Text 142"/>
          <p:cNvSpPr txBox="1"/>
          <p:nvPr/>
        </p:nvSpPr>
        <p:spPr>
          <a:xfrm>
            <a:off x="2014240" y="3085073"/>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1" name="Shape 143"/>
          <p:cNvSpPr/>
          <p:nvPr/>
        </p:nvSpPr>
        <p:spPr>
          <a:xfrm>
            <a:off x="2398288" y="3085073"/>
            <a:ext cx="594360" cy="85214"/>
          </a:xfrm>
          <a:prstGeom prst="rect">
            <a:avLst/>
          </a:prstGeom>
          <a:solidFill>
            <a:srgbClr val="FFFFFF"/>
          </a:solidFill>
          <a:ln w="6350">
            <a:solidFill>
              <a:srgbClr val="E2E2E2"/>
            </a:solidFill>
            <a:prstDash val="solid"/>
          </a:ln>
        </p:spPr>
      </p:sp>
      <p:sp>
        <p:nvSpPr>
          <p:cNvPr id="152" name="Text 144"/>
          <p:cNvSpPr txBox="1"/>
          <p:nvPr/>
        </p:nvSpPr>
        <p:spPr>
          <a:xfrm>
            <a:off x="2425720" y="3085073"/>
            <a:ext cx="53949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53" name="Shape 145"/>
          <p:cNvSpPr/>
          <p:nvPr/>
        </p:nvSpPr>
        <p:spPr>
          <a:xfrm>
            <a:off x="2992648" y="3085073"/>
            <a:ext cx="685800" cy="85214"/>
          </a:xfrm>
          <a:prstGeom prst="rect">
            <a:avLst/>
          </a:prstGeom>
          <a:solidFill>
            <a:srgbClr val="FFFFFF"/>
          </a:solidFill>
          <a:ln w="6350">
            <a:solidFill>
              <a:srgbClr val="E2E2E2"/>
            </a:solidFill>
            <a:prstDash val="solid"/>
          </a:ln>
        </p:spPr>
      </p:sp>
      <p:sp>
        <p:nvSpPr>
          <p:cNvPr id="154" name="Text 146"/>
          <p:cNvSpPr txBox="1"/>
          <p:nvPr/>
        </p:nvSpPr>
        <p:spPr>
          <a:xfrm>
            <a:off x="3020080" y="3085073"/>
            <a:ext cx="63093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55" name="Shape 147"/>
          <p:cNvSpPr/>
          <p:nvPr/>
        </p:nvSpPr>
        <p:spPr>
          <a:xfrm>
            <a:off x="3678448" y="3085073"/>
            <a:ext cx="365760" cy="85214"/>
          </a:xfrm>
          <a:prstGeom prst="rect">
            <a:avLst/>
          </a:prstGeom>
          <a:solidFill>
            <a:srgbClr val="FFFFFF"/>
          </a:solidFill>
          <a:ln w="6350">
            <a:solidFill>
              <a:srgbClr val="E2E2E2"/>
            </a:solidFill>
            <a:prstDash val="solid"/>
          </a:ln>
        </p:spPr>
      </p:sp>
      <p:sp>
        <p:nvSpPr>
          <p:cNvPr id="156" name="Text 148"/>
          <p:cNvSpPr txBox="1"/>
          <p:nvPr/>
        </p:nvSpPr>
        <p:spPr>
          <a:xfrm>
            <a:off x="3705880" y="3085073"/>
            <a:ext cx="310896" cy="85214"/>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57" name="Shape 149"/>
          <p:cNvSpPr/>
          <p:nvPr/>
        </p:nvSpPr>
        <p:spPr>
          <a:xfrm>
            <a:off x="587776" y="3170287"/>
            <a:ext cx="256032" cy="85214"/>
          </a:xfrm>
          <a:prstGeom prst="rect">
            <a:avLst/>
          </a:prstGeom>
          <a:solidFill>
            <a:srgbClr val="F8F9FA"/>
          </a:solidFill>
          <a:ln w="6350">
            <a:solidFill>
              <a:srgbClr val="DDDDDD"/>
            </a:solidFill>
            <a:prstDash val="solid"/>
          </a:ln>
        </p:spPr>
      </p:sp>
      <p:sp>
        <p:nvSpPr>
          <p:cNvPr id="158" name="Text 150"/>
          <p:cNvSpPr txBox="1"/>
          <p:nvPr/>
        </p:nvSpPr>
        <p:spPr>
          <a:xfrm>
            <a:off x="587776" y="3170287"/>
            <a:ext cx="256032" cy="85214"/>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170287"/>
            <a:ext cx="411480" cy="85214"/>
          </a:xfrm>
          <a:prstGeom prst="rect">
            <a:avLst/>
          </a:prstGeom>
          <a:solidFill>
            <a:srgbClr val="FFFFFF"/>
          </a:solidFill>
          <a:ln w="6350">
            <a:solidFill>
              <a:srgbClr val="E2E2E2"/>
            </a:solidFill>
            <a:prstDash val="solid"/>
          </a:ln>
        </p:spPr>
      </p:sp>
      <p:sp>
        <p:nvSpPr>
          <p:cNvPr id="160" name="Text 152"/>
          <p:cNvSpPr txBox="1"/>
          <p:nvPr/>
        </p:nvSpPr>
        <p:spPr>
          <a:xfrm>
            <a:off x="871240" y="3170287"/>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61" name="Shape 153"/>
          <p:cNvSpPr/>
          <p:nvPr/>
        </p:nvSpPr>
        <p:spPr>
          <a:xfrm>
            <a:off x="1255288" y="3170287"/>
            <a:ext cx="731520" cy="85214"/>
          </a:xfrm>
          <a:prstGeom prst="rect">
            <a:avLst/>
          </a:prstGeom>
          <a:solidFill>
            <a:srgbClr val="FFFFFF"/>
          </a:solidFill>
          <a:ln w="6350">
            <a:solidFill>
              <a:srgbClr val="E2E2E2"/>
            </a:solidFill>
            <a:prstDash val="solid"/>
          </a:ln>
        </p:spPr>
      </p:sp>
      <p:sp>
        <p:nvSpPr>
          <p:cNvPr id="162" name="Text 154"/>
          <p:cNvSpPr txBox="1"/>
          <p:nvPr/>
        </p:nvSpPr>
        <p:spPr>
          <a:xfrm>
            <a:off x="1282720" y="3170287"/>
            <a:ext cx="67665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1986808" y="3170287"/>
            <a:ext cx="411480" cy="85214"/>
          </a:xfrm>
          <a:prstGeom prst="rect">
            <a:avLst/>
          </a:prstGeom>
          <a:solidFill>
            <a:srgbClr val="FFFFFF"/>
          </a:solidFill>
          <a:ln w="6350">
            <a:solidFill>
              <a:srgbClr val="E2E2E2"/>
            </a:solidFill>
            <a:prstDash val="solid"/>
          </a:ln>
        </p:spPr>
      </p:sp>
      <p:sp>
        <p:nvSpPr>
          <p:cNvPr id="164" name="Text 156"/>
          <p:cNvSpPr txBox="1"/>
          <p:nvPr/>
        </p:nvSpPr>
        <p:spPr>
          <a:xfrm>
            <a:off x="2014240" y="3170287"/>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65" name="Shape 157"/>
          <p:cNvSpPr/>
          <p:nvPr/>
        </p:nvSpPr>
        <p:spPr>
          <a:xfrm>
            <a:off x="2398288" y="3170287"/>
            <a:ext cx="594360" cy="85214"/>
          </a:xfrm>
          <a:prstGeom prst="rect">
            <a:avLst/>
          </a:prstGeom>
          <a:solidFill>
            <a:srgbClr val="FFFFFF"/>
          </a:solidFill>
          <a:ln w="6350">
            <a:solidFill>
              <a:srgbClr val="E2E2E2"/>
            </a:solidFill>
            <a:prstDash val="solid"/>
          </a:ln>
        </p:spPr>
      </p:sp>
      <p:sp>
        <p:nvSpPr>
          <p:cNvPr id="166" name="Text 158"/>
          <p:cNvSpPr txBox="1"/>
          <p:nvPr/>
        </p:nvSpPr>
        <p:spPr>
          <a:xfrm>
            <a:off x="2425720" y="3170287"/>
            <a:ext cx="53949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67" name="Shape 159"/>
          <p:cNvSpPr/>
          <p:nvPr/>
        </p:nvSpPr>
        <p:spPr>
          <a:xfrm>
            <a:off x="2992648" y="3170287"/>
            <a:ext cx="685800" cy="85214"/>
          </a:xfrm>
          <a:prstGeom prst="rect">
            <a:avLst/>
          </a:prstGeom>
          <a:solidFill>
            <a:srgbClr val="FFFFFF"/>
          </a:solidFill>
          <a:ln w="6350">
            <a:solidFill>
              <a:srgbClr val="E2E2E2"/>
            </a:solidFill>
            <a:prstDash val="solid"/>
          </a:ln>
        </p:spPr>
      </p:sp>
      <p:sp>
        <p:nvSpPr>
          <p:cNvPr id="168" name="Text 160"/>
          <p:cNvSpPr txBox="1"/>
          <p:nvPr/>
        </p:nvSpPr>
        <p:spPr>
          <a:xfrm>
            <a:off x="3020080" y="3170287"/>
            <a:ext cx="63093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69" name="Shape 161"/>
          <p:cNvSpPr/>
          <p:nvPr/>
        </p:nvSpPr>
        <p:spPr>
          <a:xfrm>
            <a:off x="3678448" y="3170287"/>
            <a:ext cx="365760" cy="85214"/>
          </a:xfrm>
          <a:prstGeom prst="rect">
            <a:avLst/>
          </a:prstGeom>
          <a:solidFill>
            <a:srgbClr val="FFFFFF"/>
          </a:solidFill>
          <a:ln w="6350">
            <a:solidFill>
              <a:srgbClr val="E2E2E2"/>
            </a:solidFill>
            <a:prstDash val="solid"/>
          </a:ln>
        </p:spPr>
      </p:sp>
      <p:sp>
        <p:nvSpPr>
          <p:cNvPr id="170" name="Text 162"/>
          <p:cNvSpPr txBox="1"/>
          <p:nvPr/>
        </p:nvSpPr>
        <p:spPr>
          <a:xfrm>
            <a:off x="3705880" y="3170287"/>
            <a:ext cx="310896" cy="85214"/>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71" name="Shape 163"/>
          <p:cNvSpPr/>
          <p:nvPr/>
        </p:nvSpPr>
        <p:spPr>
          <a:xfrm>
            <a:off x="587776" y="3255500"/>
            <a:ext cx="256032" cy="85214"/>
          </a:xfrm>
          <a:prstGeom prst="rect">
            <a:avLst/>
          </a:prstGeom>
          <a:solidFill>
            <a:srgbClr val="F8F9FA"/>
          </a:solidFill>
          <a:ln w="6350">
            <a:solidFill>
              <a:srgbClr val="DDDDDD"/>
            </a:solidFill>
            <a:prstDash val="solid"/>
          </a:ln>
        </p:spPr>
      </p:sp>
      <p:sp>
        <p:nvSpPr>
          <p:cNvPr id="172" name="Text 164"/>
          <p:cNvSpPr txBox="1"/>
          <p:nvPr/>
        </p:nvSpPr>
        <p:spPr>
          <a:xfrm>
            <a:off x="587776" y="3255500"/>
            <a:ext cx="256032" cy="85214"/>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255500"/>
            <a:ext cx="411480" cy="85214"/>
          </a:xfrm>
          <a:prstGeom prst="rect">
            <a:avLst/>
          </a:prstGeom>
          <a:solidFill>
            <a:srgbClr val="FFFFFF"/>
          </a:solidFill>
          <a:ln w="6350">
            <a:solidFill>
              <a:srgbClr val="E2E2E2"/>
            </a:solidFill>
            <a:prstDash val="solid"/>
          </a:ln>
        </p:spPr>
      </p:sp>
      <p:sp>
        <p:nvSpPr>
          <p:cNvPr id="174" name="Text 166"/>
          <p:cNvSpPr txBox="1"/>
          <p:nvPr/>
        </p:nvSpPr>
        <p:spPr>
          <a:xfrm>
            <a:off x="871240" y="3255500"/>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75" name="Shape 167"/>
          <p:cNvSpPr/>
          <p:nvPr/>
        </p:nvSpPr>
        <p:spPr>
          <a:xfrm>
            <a:off x="1255288" y="3255500"/>
            <a:ext cx="731520" cy="85214"/>
          </a:xfrm>
          <a:prstGeom prst="rect">
            <a:avLst/>
          </a:prstGeom>
          <a:solidFill>
            <a:srgbClr val="FFFFFF"/>
          </a:solidFill>
          <a:ln w="6350">
            <a:solidFill>
              <a:srgbClr val="E2E2E2"/>
            </a:solidFill>
            <a:prstDash val="solid"/>
          </a:ln>
        </p:spPr>
      </p:sp>
      <p:sp>
        <p:nvSpPr>
          <p:cNvPr id="176" name="Text 168"/>
          <p:cNvSpPr txBox="1"/>
          <p:nvPr/>
        </p:nvSpPr>
        <p:spPr>
          <a:xfrm>
            <a:off x="1282720" y="3255500"/>
            <a:ext cx="67665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1986808" y="3255500"/>
            <a:ext cx="411480" cy="85214"/>
          </a:xfrm>
          <a:prstGeom prst="rect">
            <a:avLst/>
          </a:prstGeom>
          <a:solidFill>
            <a:srgbClr val="FFFFFF"/>
          </a:solidFill>
          <a:ln w="6350">
            <a:solidFill>
              <a:srgbClr val="E2E2E2"/>
            </a:solidFill>
            <a:prstDash val="solid"/>
          </a:ln>
        </p:spPr>
      </p:sp>
      <p:sp>
        <p:nvSpPr>
          <p:cNvPr id="178" name="Text 170"/>
          <p:cNvSpPr txBox="1"/>
          <p:nvPr/>
        </p:nvSpPr>
        <p:spPr>
          <a:xfrm>
            <a:off x="2014240" y="3255500"/>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79" name="Shape 171"/>
          <p:cNvSpPr/>
          <p:nvPr/>
        </p:nvSpPr>
        <p:spPr>
          <a:xfrm>
            <a:off x="2398288" y="3255500"/>
            <a:ext cx="594360" cy="85214"/>
          </a:xfrm>
          <a:prstGeom prst="rect">
            <a:avLst/>
          </a:prstGeom>
          <a:solidFill>
            <a:srgbClr val="FFFFFF"/>
          </a:solidFill>
          <a:ln w="6350">
            <a:solidFill>
              <a:srgbClr val="E2E2E2"/>
            </a:solidFill>
            <a:prstDash val="solid"/>
          </a:ln>
        </p:spPr>
      </p:sp>
      <p:sp>
        <p:nvSpPr>
          <p:cNvPr id="180" name="Text 172"/>
          <p:cNvSpPr txBox="1"/>
          <p:nvPr/>
        </p:nvSpPr>
        <p:spPr>
          <a:xfrm>
            <a:off x="2425720" y="3255500"/>
            <a:ext cx="53949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81" name="Shape 173"/>
          <p:cNvSpPr/>
          <p:nvPr/>
        </p:nvSpPr>
        <p:spPr>
          <a:xfrm>
            <a:off x="2992648" y="3255500"/>
            <a:ext cx="685800" cy="85214"/>
          </a:xfrm>
          <a:prstGeom prst="rect">
            <a:avLst/>
          </a:prstGeom>
          <a:solidFill>
            <a:srgbClr val="FFFFFF"/>
          </a:solidFill>
          <a:ln w="6350">
            <a:solidFill>
              <a:srgbClr val="E2E2E2"/>
            </a:solidFill>
            <a:prstDash val="solid"/>
          </a:ln>
        </p:spPr>
      </p:sp>
      <p:sp>
        <p:nvSpPr>
          <p:cNvPr id="182" name="Text 174"/>
          <p:cNvSpPr txBox="1"/>
          <p:nvPr/>
        </p:nvSpPr>
        <p:spPr>
          <a:xfrm>
            <a:off x="3020080" y="3255500"/>
            <a:ext cx="63093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83" name="Shape 175"/>
          <p:cNvSpPr/>
          <p:nvPr/>
        </p:nvSpPr>
        <p:spPr>
          <a:xfrm>
            <a:off x="3678448" y="3255500"/>
            <a:ext cx="365760" cy="85214"/>
          </a:xfrm>
          <a:prstGeom prst="rect">
            <a:avLst/>
          </a:prstGeom>
          <a:solidFill>
            <a:srgbClr val="FFFFFF"/>
          </a:solidFill>
          <a:ln w="6350">
            <a:solidFill>
              <a:srgbClr val="E2E2E2"/>
            </a:solidFill>
            <a:prstDash val="solid"/>
          </a:ln>
        </p:spPr>
      </p:sp>
      <p:sp>
        <p:nvSpPr>
          <p:cNvPr id="184" name="Text 176"/>
          <p:cNvSpPr txBox="1"/>
          <p:nvPr/>
        </p:nvSpPr>
        <p:spPr>
          <a:xfrm>
            <a:off x="3705880" y="3255500"/>
            <a:ext cx="310896" cy="85214"/>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5" name="Shape 177"/>
          <p:cNvSpPr/>
          <p:nvPr/>
        </p:nvSpPr>
        <p:spPr>
          <a:xfrm>
            <a:off x="587776" y="3340714"/>
            <a:ext cx="256032" cy="85214"/>
          </a:xfrm>
          <a:prstGeom prst="rect">
            <a:avLst/>
          </a:prstGeom>
          <a:solidFill>
            <a:srgbClr val="F8F9FA"/>
          </a:solidFill>
          <a:ln w="6350">
            <a:solidFill>
              <a:srgbClr val="DDDDDD"/>
            </a:solidFill>
            <a:prstDash val="solid"/>
          </a:ln>
        </p:spPr>
      </p:sp>
      <p:sp>
        <p:nvSpPr>
          <p:cNvPr id="186" name="Text 178"/>
          <p:cNvSpPr txBox="1"/>
          <p:nvPr/>
        </p:nvSpPr>
        <p:spPr>
          <a:xfrm>
            <a:off x="587776" y="3340714"/>
            <a:ext cx="256032" cy="85214"/>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340714"/>
            <a:ext cx="411480" cy="85214"/>
          </a:xfrm>
          <a:prstGeom prst="rect">
            <a:avLst/>
          </a:prstGeom>
          <a:solidFill>
            <a:srgbClr val="FFFFFF"/>
          </a:solidFill>
          <a:ln w="6350">
            <a:solidFill>
              <a:srgbClr val="E2E2E2"/>
            </a:solidFill>
            <a:prstDash val="solid"/>
          </a:ln>
        </p:spPr>
      </p:sp>
      <p:sp>
        <p:nvSpPr>
          <p:cNvPr id="188" name="Text 180"/>
          <p:cNvSpPr txBox="1"/>
          <p:nvPr/>
        </p:nvSpPr>
        <p:spPr>
          <a:xfrm>
            <a:off x="871240" y="3340714"/>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89" name="Shape 181"/>
          <p:cNvSpPr/>
          <p:nvPr/>
        </p:nvSpPr>
        <p:spPr>
          <a:xfrm>
            <a:off x="1255288" y="3340714"/>
            <a:ext cx="731520" cy="85214"/>
          </a:xfrm>
          <a:prstGeom prst="rect">
            <a:avLst/>
          </a:prstGeom>
          <a:solidFill>
            <a:srgbClr val="FFFFFF"/>
          </a:solidFill>
          <a:ln w="6350">
            <a:solidFill>
              <a:srgbClr val="E2E2E2"/>
            </a:solidFill>
            <a:prstDash val="solid"/>
          </a:ln>
        </p:spPr>
      </p:sp>
      <p:sp>
        <p:nvSpPr>
          <p:cNvPr id="190" name="Text 182"/>
          <p:cNvSpPr txBox="1"/>
          <p:nvPr/>
        </p:nvSpPr>
        <p:spPr>
          <a:xfrm>
            <a:off x="1282720" y="3340714"/>
            <a:ext cx="67665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1986808" y="3340714"/>
            <a:ext cx="411480" cy="85214"/>
          </a:xfrm>
          <a:prstGeom prst="rect">
            <a:avLst/>
          </a:prstGeom>
          <a:solidFill>
            <a:srgbClr val="FFFFFF"/>
          </a:solidFill>
          <a:ln w="6350">
            <a:solidFill>
              <a:srgbClr val="E2E2E2"/>
            </a:solidFill>
            <a:prstDash val="solid"/>
          </a:ln>
        </p:spPr>
      </p:sp>
      <p:sp>
        <p:nvSpPr>
          <p:cNvPr id="192" name="Text 184"/>
          <p:cNvSpPr txBox="1"/>
          <p:nvPr/>
        </p:nvSpPr>
        <p:spPr>
          <a:xfrm>
            <a:off x="2014240" y="3340714"/>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93" name="Shape 185"/>
          <p:cNvSpPr/>
          <p:nvPr/>
        </p:nvSpPr>
        <p:spPr>
          <a:xfrm>
            <a:off x="2398288" y="3340714"/>
            <a:ext cx="594360" cy="85214"/>
          </a:xfrm>
          <a:prstGeom prst="rect">
            <a:avLst/>
          </a:prstGeom>
          <a:solidFill>
            <a:srgbClr val="FFFFFF"/>
          </a:solidFill>
          <a:ln w="6350">
            <a:solidFill>
              <a:srgbClr val="E2E2E2"/>
            </a:solidFill>
            <a:prstDash val="solid"/>
          </a:ln>
        </p:spPr>
      </p:sp>
      <p:sp>
        <p:nvSpPr>
          <p:cNvPr id="194" name="Text 186"/>
          <p:cNvSpPr txBox="1"/>
          <p:nvPr/>
        </p:nvSpPr>
        <p:spPr>
          <a:xfrm>
            <a:off x="2425720" y="3340714"/>
            <a:ext cx="53949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95" name="Shape 187"/>
          <p:cNvSpPr/>
          <p:nvPr/>
        </p:nvSpPr>
        <p:spPr>
          <a:xfrm>
            <a:off x="2992648" y="3340714"/>
            <a:ext cx="685800" cy="85214"/>
          </a:xfrm>
          <a:prstGeom prst="rect">
            <a:avLst/>
          </a:prstGeom>
          <a:solidFill>
            <a:srgbClr val="FFFFFF"/>
          </a:solidFill>
          <a:ln w="6350">
            <a:solidFill>
              <a:srgbClr val="E2E2E2"/>
            </a:solidFill>
            <a:prstDash val="solid"/>
          </a:ln>
        </p:spPr>
      </p:sp>
      <p:sp>
        <p:nvSpPr>
          <p:cNvPr id="196" name="Text 188"/>
          <p:cNvSpPr txBox="1"/>
          <p:nvPr/>
        </p:nvSpPr>
        <p:spPr>
          <a:xfrm>
            <a:off x="3020080" y="3340714"/>
            <a:ext cx="63093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97" name="Shape 189"/>
          <p:cNvSpPr/>
          <p:nvPr/>
        </p:nvSpPr>
        <p:spPr>
          <a:xfrm>
            <a:off x="3678448" y="3340714"/>
            <a:ext cx="365760" cy="85214"/>
          </a:xfrm>
          <a:prstGeom prst="rect">
            <a:avLst/>
          </a:prstGeom>
          <a:solidFill>
            <a:srgbClr val="FFFFFF"/>
          </a:solidFill>
          <a:ln w="6350">
            <a:solidFill>
              <a:srgbClr val="E2E2E2"/>
            </a:solidFill>
            <a:prstDash val="solid"/>
          </a:ln>
        </p:spPr>
      </p:sp>
      <p:sp>
        <p:nvSpPr>
          <p:cNvPr id="198" name="Text 190"/>
          <p:cNvSpPr txBox="1"/>
          <p:nvPr/>
        </p:nvSpPr>
        <p:spPr>
          <a:xfrm>
            <a:off x="3705880" y="3340714"/>
            <a:ext cx="310896" cy="85214"/>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99" name="Shape 191"/>
          <p:cNvSpPr/>
          <p:nvPr/>
        </p:nvSpPr>
        <p:spPr>
          <a:xfrm>
            <a:off x="587776" y="3425928"/>
            <a:ext cx="256032" cy="85214"/>
          </a:xfrm>
          <a:prstGeom prst="rect">
            <a:avLst/>
          </a:prstGeom>
          <a:solidFill>
            <a:srgbClr val="F8F9FA"/>
          </a:solidFill>
          <a:ln w="6350">
            <a:solidFill>
              <a:srgbClr val="DDDDDD"/>
            </a:solidFill>
            <a:prstDash val="solid"/>
          </a:ln>
        </p:spPr>
      </p:sp>
      <p:sp>
        <p:nvSpPr>
          <p:cNvPr id="200" name="Text 192"/>
          <p:cNvSpPr txBox="1"/>
          <p:nvPr/>
        </p:nvSpPr>
        <p:spPr>
          <a:xfrm>
            <a:off x="587776" y="3425928"/>
            <a:ext cx="256032" cy="85214"/>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10</a:t>
            </a:r>
            <a:endParaRPr lang="en-US" sz="650" dirty="0"/>
          </a:p>
        </p:txBody>
      </p:sp>
      <p:sp>
        <p:nvSpPr>
          <p:cNvPr id="201" name="Shape 193"/>
          <p:cNvSpPr/>
          <p:nvPr/>
        </p:nvSpPr>
        <p:spPr>
          <a:xfrm>
            <a:off x="843808" y="3425928"/>
            <a:ext cx="411480" cy="85214"/>
          </a:xfrm>
          <a:prstGeom prst="rect">
            <a:avLst/>
          </a:prstGeom>
          <a:solidFill>
            <a:srgbClr val="FFFFFF"/>
          </a:solidFill>
          <a:ln w="6350">
            <a:solidFill>
              <a:srgbClr val="E2E2E2"/>
            </a:solidFill>
            <a:prstDash val="solid"/>
          </a:ln>
        </p:spPr>
      </p:sp>
      <p:sp>
        <p:nvSpPr>
          <p:cNvPr id="202" name="Text 194"/>
          <p:cNvSpPr txBox="1"/>
          <p:nvPr/>
        </p:nvSpPr>
        <p:spPr>
          <a:xfrm>
            <a:off x="871240" y="3425928"/>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S009</a:t>
            </a:r>
            <a:endParaRPr lang="en-US" sz="600" dirty="0"/>
          </a:p>
        </p:txBody>
      </p:sp>
      <p:sp>
        <p:nvSpPr>
          <p:cNvPr id="203" name="Shape 195"/>
          <p:cNvSpPr/>
          <p:nvPr/>
        </p:nvSpPr>
        <p:spPr>
          <a:xfrm>
            <a:off x="1255288" y="3425928"/>
            <a:ext cx="731520" cy="85214"/>
          </a:xfrm>
          <a:prstGeom prst="rect">
            <a:avLst/>
          </a:prstGeom>
          <a:solidFill>
            <a:srgbClr val="FFFFFF"/>
          </a:solidFill>
          <a:ln w="6350">
            <a:solidFill>
              <a:srgbClr val="E2E2E2"/>
            </a:solidFill>
            <a:prstDash val="solid"/>
          </a:ln>
        </p:spPr>
      </p:sp>
      <p:sp>
        <p:nvSpPr>
          <p:cNvPr id="204" name="Text 196"/>
          <p:cNvSpPr txBox="1"/>
          <p:nvPr/>
        </p:nvSpPr>
        <p:spPr>
          <a:xfrm>
            <a:off x="1282720" y="3425928"/>
            <a:ext cx="67665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Abdul</a:t>
            </a:r>
            <a:endParaRPr lang="en-US" sz="600" dirty="0"/>
          </a:p>
        </p:txBody>
      </p:sp>
      <p:sp>
        <p:nvSpPr>
          <p:cNvPr id="205" name="Shape 197"/>
          <p:cNvSpPr/>
          <p:nvPr/>
        </p:nvSpPr>
        <p:spPr>
          <a:xfrm>
            <a:off x="1986808" y="3425928"/>
            <a:ext cx="411480" cy="85214"/>
          </a:xfrm>
          <a:prstGeom prst="rect">
            <a:avLst/>
          </a:prstGeom>
          <a:solidFill>
            <a:srgbClr val="FFFFFF"/>
          </a:solidFill>
          <a:ln w="6350">
            <a:solidFill>
              <a:srgbClr val="E2E2E2"/>
            </a:solidFill>
            <a:prstDash val="solid"/>
          </a:ln>
        </p:spPr>
      </p:sp>
      <p:sp>
        <p:nvSpPr>
          <p:cNvPr id="206" name="Text 198"/>
          <p:cNvSpPr txBox="1"/>
          <p:nvPr/>
        </p:nvSpPr>
        <p:spPr>
          <a:xfrm>
            <a:off x="2014240" y="3425928"/>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207" name="Shape 199"/>
          <p:cNvSpPr/>
          <p:nvPr/>
        </p:nvSpPr>
        <p:spPr>
          <a:xfrm>
            <a:off x="2398288" y="3425928"/>
            <a:ext cx="594360" cy="85214"/>
          </a:xfrm>
          <a:prstGeom prst="rect">
            <a:avLst/>
          </a:prstGeom>
          <a:solidFill>
            <a:srgbClr val="FFFFFF"/>
          </a:solidFill>
          <a:ln w="6350">
            <a:solidFill>
              <a:srgbClr val="E2E2E2"/>
            </a:solidFill>
            <a:prstDash val="solid"/>
          </a:ln>
        </p:spPr>
      </p:sp>
      <p:sp>
        <p:nvSpPr>
          <p:cNvPr id="208" name="Text 200"/>
          <p:cNvSpPr txBox="1"/>
          <p:nvPr/>
        </p:nvSpPr>
        <p:spPr>
          <a:xfrm>
            <a:off x="2425720" y="3425928"/>
            <a:ext cx="53949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209" name="Shape 201"/>
          <p:cNvSpPr/>
          <p:nvPr/>
        </p:nvSpPr>
        <p:spPr>
          <a:xfrm>
            <a:off x="2992648" y="3425928"/>
            <a:ext cx="685800" cy="85214"/>
          </a:xfrm>
          <a:prstGeom prst="rect">
            <a:avLst/>
          </a:prstGeom>
          <a:solidFill>
            <a:srgbClr val="FFFFFF"/>
          </a:solidFill>
          <a:ln w="6350">
            <a:solidFill>
              <a:srgbClr val="E2E2E2"/>
            </a:solidFill>
            <a:prstDash val="solid"/>
          </a:ln>
        </p:spPr>
      </p:sp>
      <p:sp>
        <p:nvSpPr>
          <p:cNvPr id="210" name="Text 202"/>
          <p:cNvSpPr txBox="1"/>
          <p:nvPr/>
        </p:nvSpPr>
        <p:spPr>
          <a:xfrm>
            <a:off x="3020080" y="3425928"/>
            <a:ext cx="63093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211" name="Shape 203"/>
          <p:cNvSpPr/>
          <p:nvPr/>
        </p:nvSpPr>
        <p:spPr>
          <a:xfrm>
            <a:off x="3678448" y="3425928"/>
            <a:ext cx="365760" cy="85214"/>
          </a:xfrm>
          <a:prstGeom prst="rect">
            <a:avLst/>
          </a:prstGeom>
          <a:solidFill>
            <a:srgbClr val="FFFFFF"/>
          </a:solidFill>
          <a:ln w="6350">
            <a:solidFill>
              <a:srgbClr val="E2E2E2"/>
            </a:solidFill>
            <a:prstDash val="solid"/>
          </a:ln>
        </p:spPr>
      </p:sp>
      <p:sp>
        <p:nvSpPr>
          <p:cNvPr id="212" name="Text 204"/>
          <p:cNvSpPr txBox="1"/>
          <p:nvPr/>
        </p:nvSpPr>
        <p:spPr>
          <a:xfrm>
            <a:off x="3705880" y="3425928"/>
            <a:ext cx="310896" cy="85214"/>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213" name="Shape 205"/>
          <p:cNvSpPr/>
          <p:nvPr/>
        </p:nvSpPr>
        <p:spPr>
          <a:xfrm>
            <a:off x="587776" y="3511142"/>
            <a:ext cx="256032" cy="85214"/>
          </a:xfrm>
          <a:prstGeom prst="rect">
            <a:avLst/>
          </a:prstGeom>
          <a:solidFill>
            <a:srgbClr val="F8F9FA"/>
          </a:solidFill>
          <a:ln w="6350">
            <a:solidFill>
              <a:srgbClr val="DDDDDD"/>
            </a:solidFill>
            <a:prstDash val="solid"/>
          </a:ln>
        </p:spPr>
      </p:sp>
      <p:sp>
        <p:nvSpPr>
          <p:cNvPr id="214" name="Text 206"/>
          <p:cNvSpPr txBox="1"/>
          <p:nvPr/>
        </p:nvSpPr>
        <p:spPr>
          <a:xfrm>
            <a:off x="587776" y="3511142"/>
            <a:ext cx="256032" cy="85214"/>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11</a:t>
            </a:r>
            <a:endParaRPr lang="en-US" sz="650" dirty="0"/>
          </a:p>
        </p:txBody>
      </p:sp>
      <p:sp>
        <p:nvSpPr>
          <p:cNvPr id="215" name="Shape 207"/>
          <p:cNvSpPr/>
          <p:nvPr/>
        </p:nvSpPr>
        <p:spPr>
          <a:xfrm>
            <a:off x="843808" y="3511142"/>
            <a:ext cx="411480" cy="85214"/>
          </a:xfrm>
          <a:prstGeom prst="rect">
            <a:avLst/>
          </a:prstGeom>
          <a:solidFill>
            <a:srgbClr val="FFFFFF"/>
          </a:solidFill>
          <a:ln w="6350">
            <a:solidFill>
              <a:srgbClr val="E2E2E2"/>
            </a:solidFill>
            <a:prstDash val="solid"/>
          </a:ln>
        </p:spPr>
      </p:sp>
      <p:sp>
        <p:nvSpPr>
          <p:cNvPr id="216" name="Text 208"/>
          <p:cNvSpPr txBox="1"/>
          <p:nvPr/>
        </p:nvSpPr>
        <p:spPr>
          <a:xfrm>
            <a:off x="871240" y="3511142"/>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S010</a:t>
            </a:r>
            <a:endParaRPr lang="en-US" sz="600" dirty="0"/>
          </a:p>
        </p:txBody>
      </p:sp>
      <p:sp>
        <p:nvSpPr>
          <p:cNvPr id="217" name="Shape 209"/>
          <p:cNvSpPr/>
          <p:nvPr/>
        </p:nvSpPr>
        <p:spPr>
          <a:xfrm>
            <a:off x="1255288" y="3511142"/>
            <a:ext cx="731520" cy="85214"/>
          </a:xfrm>
          <a:prstGeom prst="rect">
            <a:avLst/>
          </a:prstGeom>
          <a:solidFill>
            <a:srgbClr val="FFFFFF"/>
          </a:solidFill>
          <a:ln w="6350">
            <a:solidFill>
              <a:srgbClr val="E2E2E2"/>
            </a:solidFill>
            <a:prstDash val="solid"/>
          </a:ln>
        </p:spPr>
      </p:sp>
      <p:sp>
        <p:nvSpPr>
          <p:cNvPr id="218" name="Text 210"/>
          <p:cNvSpPr txBox="1"/>
          <p:nvPr/>
        </p:nvSpPr>
        <p:spPr>
          <a:xfrm>
            <a:off x="1282720" y="3511142"/>
            <a:ext cx="67665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Hamzah</a:t>
            </a:r>
            <a:endParaRPr lang="en-US" sz="600" dirty="0"/>
          </a:p>
        </p:txBody>
      </p:sp>
      <p:sp>
        <p:nvSpPr>
          <p:cNvPr id="219" name="Shape 211"/>
          <p:cNvSpPr/>
          <p:nvPr/>
        </p:nvSpPr>
        <p:spPr>
          <a:xfrm>
            <a:off x="1986808" y="3511142"/>
            <a:ext cx="411480" cy="85214"/>
          </a:xfrm>
          <a:prstGeom prst="rect">
            <a:avLst/>
          </a:prstGeom>
          <a:solidFill>
            <a:srgbClr val="FFFFFF"/>
          </a:solidFill>
          <a:ln w="6350">
            <a:solidFill>
              <a:srgbClr val="E2E2E2"/>
            </a:solidFill>
            <a:prstDash val="solid"/>
          </a:ln>
        </p:spPr>
      </p:sp>
      <p:sp>
        <p:nvSpPr>
          <p:cNvPr id="220" name="Text 212"/>
          <p:cNvSpPr txBox="1"/>
          <p:nvPr/>
        </p:nvSpPr>
        <p:spPr>
          <a:xfrm>
            <a:off x="2014240" y="3511142"/>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221" name="Shape 213"/>
          <p:cNvSpPr/>
          <p:nvPr/>
        </p:nvSpPr>
        <p:spPr>
          <a:xfrm>
            <a:off x="2398288" y="3511142"/>
            <a:ext cx="594360" cy="85214"/>
          </a:xfrm>
          <a:prstGeom prst="rect">
            <a:avLst/>
          </a:prstGeom>
          <a:solidFill>
            <a:srgbClr val="FFFFFF"/>
          </a:solidFill>
          <a:ln w="6350">
            <a:solidFill>
              <a:srgbClr val="E2E2E2"/>
            </a:solidFill>
            <a:prstDash val="solid"/>
          </a:ln>
        </p:spPr>
      </p:sp>
      <p:sp>
        <p:nvSpPr>
          <p:cNvPr id="222" name="Text 214"/>
          <p:cNvSpPr txBox="1"/>
          <p:nvPr/>
        </p:nvSpPr>
        <p:spPr>
          <a:xfrm>
            <a:off x="2425720" y="3511142"/>
            <a:ext cx="53949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223" name="Shape 215"/>
          <p:cNvSpPr/>
          <p:nvPr/>
        </p:nvSpPr>
        <p:spPr>
          <a:xfrm>
            <a:off x="2992648" y="3511142"/>
            <a:ext cx="685800" cy="85214"/>
          </a:xfrm>
          <a:prstGeom prst="rect">
            <a:avLst/>
          </a:prstGeom>
          <a:solidFill>
            <a:srgbClr val="FFFFFF"/>
          </a:solidFill>
          <a:ln w="6350">
            <a:solidFill>
              <a:srgbClr val="E2E2E2"/>
            </a:solidFill>
            <a:prstDash val="solid"/>
          </a:ln>
        </p:spPr>
      </p:sp>
      <p:sp>
        <p:nvSpPr>
          <p:cNvPr id="224" name="Text 216"/>
          <p:cNvSpPr txBox="1"/>
          <p:nvPr/>
        </p:nvSpPr>
        <p:spPr>
          <a:xfrm>
            <a:off x="3020080" y="3511142"/>
            <a:ext cx="63093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225" name="Shape 217"/>
          <p:cNvSpPr/>
          <p:nvPr/>
        </p:nvSpPr>
        <p:spPr>
          <a:xfrm>
            <a:off x="3678448" y="3511142"/>
            <a:ext cx="365760" cy="85214"/>
          </a:xfrm>
          <a:prstGeom prst="rect">
            <a:avLst/>
          </a:prstGeom>
          <a:solidFill>
            <a:srgbClr val="FFFFFF"/>
          </a:solidFill>
          <a:ln w="6350">
            <a:solidFill>
              <a:srgbClr val="E2E2E2"/>
            </a:solidFill>
            <a:prstDash val="solid"/>
          </a:ln>
        </p:spPr>
      </p:sp>
      <p:sp>
        <p:nvSpPr>
          <p:cNvPr id="226" name="Text 218"/>
          <p:cNvSpPr txBox="1"/>
          <p:nvPr/>
        </p:nvSpPr>
        <p:spPr>
          <a:xfrm>
            <a:off x="3705880" y="3511142"/>
            <a:ext cx="310896" cy="85214"/>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227" name="Shape 219"/>
          <p:cNvSpPr/>
          <p:nvPr/>
        </p:nvSpPr>
        <p:spPr>
          <a:xfrm>
            <a:off x="587776" y="3596356"/>
            <a:ext cx="256032" cy="85214"/>
          </a:xfrm>
          <a:prstGeom prst="rect">
            <a:avLst/>
          </a:prstGeom>
          <a:solidFill>
            <a:srgbClr val="F8F9FA"/>
          </a:solidFill>
          <a:ln w="6350">
            <a:solidFill>
              <a:srgbClr val="DDDDDD"/>
            </a:solidFill>
            <a:prstDash val="solid"/>
          </a:ln>
        </p:spPr>
      </p:sp>
      <p:sp>
        <p:nvSpPr>
          <p:cNvPr id="228" name="Text 220"/>
          <p:cNvSpPr txBox="1"/>
          <p:nvPr/>
        </p:nvSpPr>
        <p:spPr>
          <a:xfrm>
            <a:off x="587776" y="3596356"/>
            <a:ext cx="256032" cy="85214"/>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12</a:t>
            </a:r>
            <a:endParaRPr lang="en-US" sz="650" dirty="0"/>
          </a:p>
        </p:txBody>
      </p:sp>
      <p:sp>
        <p:nvSpPr>
          <p:cNvPr id="229" name="Shape 221"/>
          <p:cNvSpPr/>
          <p:nvPr/>
        </p:nvSpPr>
        <p:spPr>
          <a:xfrm>
            <a:off x="843808" y="3596356"/>
            <a:ext cx="411480" cy="85214"/>
          </a:xfrm>
          <a:prstGeom prst="rect">
            <a:avLst/>
          </a:prstGeom>
          <a:solidFill>
            <a:srgbClr val="FFFFFF"/>
          </a:solidFill>
          <a:ln w="6350">
            <a:solidFill>
              <a:srgbClr val="E2E2E2"/>
            </a:solidFill>
            <a:prstDash val="solid"/>
          </a:ln>
        </p:spPr>
      </p:sp>
      <p:sp>
        <p:nvSpPr>
          <p:cNvPr id="230" name="Text 222"/>
          <p:cNvSpPr txBox="1"/>
          <p:nvPr/>
        </p:nvSpPr>
        <p:spPr>
          <a:xfrm>
            <a:off x="871240" y="3596356"/>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S011</a:t>
            </a:r>
            <a:endParaRPr lang="en-US" sz="600" dirty="0"/>
          </a:p>
        </p:txBody>
      </p:sp>
      <p:sp>
        <p:nvSpPr>
          <p:cNvPr id="231" name="Shape 223"/>
          <p:cNvSpPr/>
          <p:nvPr/>
        </p:nvSpPr>
        <p:spPr>
          <a:xfrm>
            <a:off x="1255288" y="3596356"/>
            <a:ext cx="731520" cy="85214"/>
          </a:xfrm>
          <a:prstGeom prst="rect">
            <a:avLst/>
          </a:prstGeom>
          <a:solidFill>
            <a:srgbClr val="FFFFFF"/>
          </a:solidFill>
          <a:ln w="6350">
            <a:solidFill>
              <a:srgbClr val="E2E2E2"/>
            </a:solidFill>
            <a:prstDash val="solid"/>
          </a:ln>
        </p:spPr>
      </p:sp>
      <p:sp>
        <p:nvSpPr>
          <p:cNvPr id="232" name="Text 224"/>
          <p:cNvSpPr txBox="1"/>
          <p:nvPr/>
        </p:nvSpPr>
        <p:spPr>
          <a:xfrm>
            <a:off x="1282720" y="3596356"/>
            <a:ext cx="67665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Khalid</a:t>
            </a:r>
            <a:endParaRPr lang="en-US" sz="600" dirty="0"/>
          </a:p>
        </p:txBody>
      </p:sp>
      <p:sp>
        <p:nvSpPr>
          <p:cNvPr id="233" name="Shape 225"/>
          <p:cNvSpPr/>
          <p:nvPr/>
        </p:nvSpPr>
        <p:spPr>
          <a:xfrm>
            <a:off x="1986808" y="3596356"/>
            <a:ext cx="411480" cy="85214"/>
          </a:xfrm>
          <a:prstGeom prst="rect">
            <a:avLst/>
          </a:prstGeom>
          <a:solidFill>
            <a:srgbClr val="FFFFFF"/>
          </a:solidFill>
          <a:ln w="6350">
            <a:solidFill>
              <a:srgbClr val="E2E2E2"/>
            </a:solidFill>
            <a:prstDash val="solid"/>
          </a:ln>
        </p:spPr>
      </p:sp>
      <p:sp>
        <p:nvSpPr>
          <p:cNvPr id="234" name="Text 226"/>
          <p:cNvSpPr txBox="1"/>
          <p:nvPr/>
        </p:nvSpPr>
        <p:spPr>
          <a:xfrm>
            <a:off x="2014240" y="3596356"/>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235" name="Shape 227"/>
          <p:cNvSpPr/>
          <p:nvPr/>
        </p:nvSpPr>
        <p:spPr>
          <a:xfrm>
            <a:off x="2398288" y="3596356"/>
            <a:ext cx="594360" cy="85214"/>
          </a:xfrm>
          <a:prstGeom prst="rect">
            <a:avLst/>
          </a:prstGeom>
          <a:solidFill>
            <a:srgbClr val="FFFFFF"/>
          </a:solidFill>
          <a:ln w="6350">
            <a:solidFill>
              <a:srgbClr val="E2E2E2"/>
            </a:solidFill>
            <a:prstDash val="solid"/>
          </a:ln>
        </p:spPr>
      </p:sp>
      <p:sp>
        <p:nvSpPr>
          <p:cNvPr id="236" name="Text 228"/>
          <p:cNvSpPr txBox="1"/>
          <p:nvPr/>
        </p:nvSpPr>
        <p:spPr>
          <a:xfrm>
            <a:off x="2425720" y="3596356"/>
            <a:ext cx="53949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237" name="Shape 229"/>
          <p:cNvSpPr/>
          <p:nvPr/>
        </p:nvSpPr>
        <p:spPr>
          <a:xfrm>
            <a:off x="2992648" y="3596356"/>
            <a:ext cx="685800" cy="85214"/>
          </a:xfrm>
          <a:prstGeom prst="rect">
            <a:avLst/>
          </a:prstGeom>
          <a:solidFill>
            <a:srgbClr val="FFFFFF"/>
          </a:solidFill>
          <a:ln w="6350">
            <a:solidFill>
              <a:srgbClr val="E2E2E2"/>
            </a:solidFill>
            <a:prstDash val="solid"/>
          </a:ln>
        </p:spPr>
      </p:sp>
      <p:sp>
        <p:nvSpPr>
          <p:cNvPr id="238" name="Text 230"/>
          <p:cNvSpPr txBox="1"/>
          <p:nvPr/>
        </p:nvSpPr>
        <p:spPr>
          <a:xfrm>
            <a:off x="3020080" y="3596356"/>
            <a:ext cx="63093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239" name="Shape 231"/>
          <p:cNvSpPr/>
          <p:nvPr/>
        </p:nvSpPr>
        <p:spPr>
          <a:xfrm>
            <a:off x="3678448" y="3596356"/>
            <a:ext cx="365760" cy="85214"/>
          </a:xfrm>
          <a:prstGeom prst="rect">
            <a:avLst/>
          </a:prstGeom>
          <a:solidFill>
            <a:srgbClr val="FFFFFF"/>
          </a:solidFill>
          <a:ln w="6350">
            <a:solidFill>
              <a:srgbClr val="E2E2E2"/>
            </a:solidFill>
            <a:prstDash val="solid"/>
          </a:ln>
        </p:spPr>
      </p:sp>
      <p:sp>
        <p:nvSpPr>
          <p:cNvPr id="240" name="Text 232"/>
          <p:cNvSpPr txBox="1"/>
          <p:nvPr/>
        </p:nvSpPr>
        <p:spPr>
          <a:xfrm>
            <a:off x="3705880" y="3596356"/>
            <a:ext cx="310896" cy="85214"/>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241" name="Shape 233"/>
          <p:cNvSpPr/>
          <p:nvPr/>
        </p:nvSpPr>
        <p:spPr>
          <a:xfrm>
            <a:off x="587776" y="3681570"/>
            <a:ext cx="256032" cy="85214"/>
          </a:xfrm>
          <a:prstGeom prst="rect">
            <a:avLst/>
          </a:prstGeom>
          <a:solidFill>
            <a:srgbClr val="F8F9FA"/>
          </a:solidFill>
          <a:ln w="6350">
            <a:solidFill>
              <a:srgbClr val="DDDDDD"/>
            </a:solidFill>
            <a:prstDash val="solid"/>
          </a:ln>
        </p:spPr>
      </p:sp>
      <p:sp>
        <p:nvSpPr>
          <p:cNvPr id="242" name="Text 234"/>
          <p:cNvSpPr txBox="1"/>
          <p:nvPr/>
        </p:nvSpPr>
        <p:spPr>
          <a:xfrm>
            <a:off x="587776" y="3681570"/>
            <a:ext cx="256032" cy="85214"/>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13</a:t>
            </a:r>
            <a:endParaRPr lang="en-US" sz="650" dirty="0"/>
          </a:p>
        </p:txBody>
      </p:sp>
      <p:sp>
        <p:nvSpPr>
          <p:cNvPr id="243" name="Shape 235"/>
          <p:cNvSpPr/>
          <p:nvPr/>
        </p:nvSpPr>
        <p:spPr>
          <a:xfrm>
            <a:off x="843808" y="3681570"/>
            <a:ext cx="411480" cy="85214"/>
          </a:xfrm>
          <a:prstGeom prst="rect">
            <a:avLst/>
          </a:prstGeom>
          <a:solidFill>
            <a:srgbClr val="FFFFFF"/>
          </a:solidFill>
          <a:ln w="6350">
            <a:solidFill>
              <a:srgbClr val="E2E2E2"/>
            </a:solidFill>
            <a:prstDash val="solid"/>
          </a:ln>
        </p:spPr>
      </p:sp>
      <p:sp>
        <p:nvSpPr>
          <p:cNvPr id="244" name="Text 236"/>
          <p:cNvSpPr txBox="1"/>
          <p:nvPr/>
        </p:nvSpPr>
        <p:spPr>
          <a:xfrm>
            <a:off x="871240" y="3681570"/>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S012</a:t>
            </a:r>
            <a:endParaRPr lang="en-US" sz="600" dirty="0"/>
          </a:p>
        </p:txBody>
      </p:sp>
      <p:sp>
        <p:nvSpPr>
          <p:cNvPr id="245" name="Shape 237"/>
          <p:cNvSpPr/>
          <p:nvPr/>
        </p:nvSpPr>
        <p:spPr>
          <a:xfrm>
            <a:off x="1255288" y="3681570"/>
            <a:ext cx="731520" cy="85214"/>
          </a:xfrm>
          <a:prstGeom prst="rect">
            <a:avLst/>
          </a:prstGeom>
          <a:solidFill>
            <a:srgbClr val="FFFFFF"/>
          </a:solidFill>
          <a:ln w="6350">
            <a:solidFill>
              <a:srgbClr val="E2E2E2"/>
            </a:solidFill>
            <a:prstDash val="solid"/>
          </a:ln>
        </p:spPr>
      </p:sp>
      <p:sp>
        <p:nvSpPr>
          <p:cNvPr id="246" name="Text 238"/>
          <p:cNvSpPr txBox="1"/>
          <p:nvPr/>
        </p:nvSpPr>
        <p:spPr>
          <a:xfrm>
            <a:off x="1282720" y="3681570"/>
            <a:ext cx="67665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Musa</a:t>
            </a:r>
            <a:endParaRPr lang="en-US" sz="600" dirty="0"/>
          </a:p>
        </p:txBody>
      </p:sp>
      <p:sp>
        <p:nvSpPr>
          <p:cNvPr id="247" name="Shape 239"/>
          <p:cNvSpPr/>
          <p:nvPr/>
        </p:nvSpPr>
        <p:spPr>
          <a:xfrm>
            <a:off x="1986808" y="3681570"/>
            <a:ext cx="411480" cy="85214"/>
          </a:xfrm>
          <a:prstGeom prst="rect">
            <a:avLst/>
          </a:prstGeom>
          <a:solidFill>
            <a:srgbClr val="FFFFFF"/>
          </a:solidFill>
          <a:ln w="6350">
            <a:solidFill>
              <a:srgbClr val="E2E2E2"/>
            </a:solidFill>
            <a:prstDash val="solid"/>
          </a:ln>
        </p:spPr>
      </p:sp>
      <p:sp>
        <p:nvSpPr>
          <p:cNvPr id="248" name="Text 240"/>
          <p:cNvSpPr txBox="1"/>
          <p:nvPr/>
        </p:nvSpPr>
        <p:spPr>
          <a:xfrm>
            <a:off x="2014240" y="3681570"/>
            <a:ext cx="35661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249" name="Shape 241"/>
          <p:cNvSpPr/>
          <p:nvPr/>
        </p:nvSpPr>
        <p:spPr>
          <a:xfrm>
            <a:off x="2398288" y="3681570"/>
            <a:ext cx="594360" cy="85214"/>
          </a:xfrm>
          <a:prstGeom prst="rect">
            <a:avLst/>
          </a:prstGeom>
          <a:solidFill>
            <a:srgbClr val="FFFFFF"/>
          </a:solidFill>
          <a:ln w="6350">
            <a:solidFill>
              <a:srgbClr val="E2E2E2"/>
            </a:solidFill>
            <a:prstDash val="solid"/>
          </a:ln>
        </p:spPr>
      </p:sp>
      <p:sp>
        <p:nvSpPr>
          <p:cNvPr id="250" name="Text 242"/>
          <p:cNvSpPr txBox="1"/>
          <p:nvPr/>
        </p:nvSpPr>
        <p:spPr>
          <a:xfrm>
            <a:off x="2425720" y="3681570"/>
            <a:ext cx="53949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251" name="Shape 243"/>
          <p:cNvSpPr/>
          <p:nvPr/>
        </p:nvSpPr>
        <p:spPr>
          <a:xfrm>
            <a:off x="2992648" y="3681570"/>
            <a:ext cx="685800" cy="85214"/>
          </a:xfrm>
          <a:prstGeom prst="rect">
            <a:avLst/>
          </a:prstGeom>
          <a:solidFill>
            <a:srgbClr val="FFFFFF"/>
          </a:solidFill>
          <a:ln w="6350">
            <a:solidFill>
              <a:srgbClr val="E2E2E2"/>
            </a:solidFill>
            <a:prstDash val="solid"/>
          </a:ln>
        </p:spPr>
      </p:sp>
      <p:sp>
        <p:nvSpPr>
          <p:cNvPr id="252" name="Text 244"/>
          <p:cNvSpPr txBox="1"/>
          <p:nvPr/>
        </p:nvSpPr>
        <p:spPr>
          <a:xfrm>
            <a:off x="3020080" y="3681570"/>
            <a:ext cx="630936" cy="85214"/>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253" name="Shape 245"/>
          <p:cNvSpPr/>
          <p:nvPr/>
        </p:nvSpPr>
        <p:spPr>
          <a:xfrm>
            <a:off x="3678448" y="3681570"/>
            <a:ext cx="365760" cy="85214"/>
          </a:xfrm>
          <a:prstGeom prst="rect">
            <a:avLst/>
          </a:prstGeom>
          <a:solidFill>
            <a:srgbClr val="FFFFFF"/>
          </a:solidFill>
          <a:ln w="6350">
            <a:solidFill>
              <a:srgbClr val="E2E2E2"/>
            </a:solidFill>
            <a:prstDash val="solid"/>
          </a:ln>
        </p:spPr>
      </p:sp>
      <p:sp>
        <p:nvSpPr>
          <p:cNvPr id="254" name="Text 246"/>
          <p:cNvSpPr txBox="1"/>
          <p:nvPr/>
        </p:nvSpPr>
        <p:spPr>
          <a:xfrm>
            <a:off x="3705880" y="3681570"/>
            <a:ext cx="310896" cy="85214"/>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255" name="Shape 247"/>
          <p:cNvSpPr/>
          <p:nvPr/>
        </p:nvSpPr>
        <p:spPr>
          <a:xfrm>
            <a:off x="843808" y="3425928"/>
            <a:ext cx="3200400" cy="340856"/>
          </a:xfrm>
          <a:prstGeom prst="rect">
            <a:avLst/>
          </a:prstGeom>
          <a:solidFill>
            <a:srgbClr val="1A73E8">
              <a:alpha val="12000"/>
            </a:srgbClr>
          </a:solidFill>
          <a:ln w="19050">
            <a:solidFill>
              <a:srgbClr val="1A73E8"/>
            </a:solidFill>
            <a:prstDash val="solid"/>
          </a:ln>
        </p:spPr>
      </p:sp>
      <p:sp>
        <p:nvSpPr>
          <p:cNvPr id="256" name="Shape 248"/>
          <p:cNvSpPr/>
          <p:nvPr/>
        </p:nvSpPr>
        <p:spPr>
          <a:xfrm>
            <a:off x="587776" y="3794216"/>
            <a:ext cx="4950927" cy="201168"/>
          </a:xfrm>
          <a:prstGeom prst="rect">
            <a:avLst/>
          </a:prstGeom>
          <a:solidFill>
            <a:srgbClr val="F8F9FA"/>
          </a:solidFill>
          <a:ln w="12700">
            <a:solidFill>
              <a:srgbClr val="F8F9FA"/>
            </a:solidFill>
            <a:prstDash val="solid"/>
          </a:ln>
        </p:spPr>
      </p:sp>
      <p:sp>
        <p:nvSpPr>
          <p:cNvPr id="257" name="Text 249"/>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58" name="Shape 250"/>
          <p:cNvSpPr/>
          <p:nvPr/>
        </p:nvSpPr>
        <p:spPr>
          <a:xfrm>
            <a:off x="1136416" y="3794216"/>
            <a:ext cx="731520" cy="201168"/>
          </a:xfrm>
          <a:prstGeom prst="rect">
            <a:avLst/>
          </a:prstGeom>
          <a:solidFill>
            <a:srgbClr val="E1EFFE"/>
          </a:solidFill>
          <a:ln w="12700">
            <a:solidFill>
              <a:srgbClr val="E1EFFE"/>
            </a:solidFill>
            <a:prstDash val="solid"/>
          </a:ln>
        </p:spPr>
      </p:sp>
      <p:sp>
        <p:nvSpPr>
          <p:cNvPr id="259" name="Text 251"/>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Data</a:t>
            </a:r>
            <a:endParaRPr lang="en-US" sz="700" dirty="0"/>
          </a:p>
        </p:txBody>
      </p:sp>
      <p:sp>
        <p:nvSpPr>
          <p:cNvPr id="260" name="Shape 252"/>
          <p:cNvSpPr/>
          <p:nvPr/>
        </p:nvSpPr>
        <p:spPr>
          <a:xfrm>
            <a:off x="825520" y="3407640"/>
            <a:ext cx="3236976" cy="377432"/>
          </a:xfrm>
          <a:prstGeom prst="roundRect">
            <a:avLst>
              <a:gd name="adj" fmla="val 12113"/>
            </a:avLst>
          </a:prstGeom>
          <a:solidFill>
            <a:srgbClr val="FFFFFF">
              <a:alpha val="0"/>
            </a:srgbClr>
          </a:solidFill>
          <a:ln w="31750">
            <a:solidFill>
              <a:srgbClr val="E53935"/>
            </a:solidFill>
            <a:prstDash val="solid"/>
          </a:ln>
        </p:spPr>
      </p:sp>
      <p:sp>
        <p:nvSpPr>
          <p:cNvPr id="261" name="Shape 253"/>
          <p:cNvSpPr/>
          <p:nvPr/>
        </p:nvSpPr>
        <p:spPr>
          <a:xfrm>
            <a:off x="3925336" y="3270480"/>
            <a:ext cx="274320" cy="274320"/>
          </a:xfrm>
          <a:prstGeom prst="ellipse">
            <a:avLst/>
          </a:prstGeom>
          <a:solidFill>
            <a:srgbClr val="E53935"/>
          </a:solidFill>
          <a:ln w="12700">
            <a:solidFill>
              <a:srgbClr val="FFFFFF"/>
            </a:solidFill>
            <a:prstDash val="solid"/>
          </a:ln>
        </p:spPr>
      </p:sp>
      <p:sp>
        <p:nvSpPr>
          <p:cNvPr id="262" name="Text 254"/>
          <p:cNvSpPr txBox="1"/>
          <p:nvPr/>
        </p:nvSpPr>
        <p:spPr>
          <a:xfrm>
            <a:off x="3925336" y="32704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263" name="Image 6" descr="preencoded.png">    </p:cNvPr>
          <p:cNvPicPr>
            <a:picLocks noChangeAspect="1"/>
          </p:cNvPicPr>
          <p:nvPr/>
        </p:nvPicPr>
        <p:blipFill>
          <a:blip r:embed="rId7"/>
          <a:stretch>
            <a:fillRect/>
          </a:stretch>
        </p:blipFill>
        <p:spPr>
          <a:xfrm>
            <a:off x="2604028" y="3613399"/>
            <a:ext cx="237744" cy="237744"/>
          </a:xfrm>
          <a:prstGeom prst="rect">
            <a:avLst/>
          </a:prstGeom>
        </p:spPr>
      </p:pic>
      <p:sp>
        <p:nvSpPr>
          <p:cNvPr id="264" name="Text 25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65" name="Text 25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Lengkapi data hingga minimal 15 record</a:t>
            </a:r>
            <a:endParaRPr lang="en-US" sz="1800" dirty="0"/>
          </a:p>
        </p:txBody>
      </p:sp>
      <p:sp>
        <p:nvSpPr>
          <p:cNvPr id="266" name="Text 25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data fiktif hingga minimal 15 santri. Gunakan dropdown untuk Kelas dan Ekskul.</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Data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41148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255288" y="2573789"/>
            <a:ext cx="731520" cy="119299"/>
          </a:xfrm>
          <a:prstGeom prst="rect">
            <a:avLst/>
          </a:prstGeom>
          <a:solidFill>
            <a:srgbClr val="F8F9FA"/>
          </a:solidFill>
          <a:ln w="6350">
            <a:solidFill>
              <a:srgbClr val="DDDDDD"/>
            </a:solidFill>
            <a:prstDash val="solid"/>
          </a:ln>
        </p:spPr>
      </p:sp>
      <p:sp>
        <p:nvSpPr>
          <p:cNvPr id="64" name="Text 56"/>
          <p:cNvSpPr txBox="1"/>
          <p:nvPr/>
        </p:nvSpPr>
        <p:spPr>
          <a:xfrm>
            <a:off x="125528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1986808" y="2573789"/>
            <a:ext cx="411480" cy="119299"/>
          </a:xfrm>
          <a:prstGeom prst="rect">
            <a:avLst/>
          </a:prstGeom>
          <a:solidFill>
            <a:srgbClr val="F8F9FA"/>
          </a:solidFill>
          <a:ln w="6350">
            <a:solidFill>
              <a:srgbClr val="DDDDDD"/>
            </a:solidFill>
            <a:prstDash val="solid"/>
          </a:ln>
        </p:spPr>
      </p:sp>
      <p:sp>
        <p:nvSpPr>
          <p:cNvPr id="66" name="Text 58"/>
          <p:cNvSpPr txBox="1"/>
          <p:nvPr/>
        </p:nvSpPr>
        <p:spPr>
          <a:xfrm>
            <a:off x="1986808" y="2573789"/>
            <a:ext cx="4114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398288" y="2573789"/>
            <a:ext cx="594360" cy="119299"/>
          </a:xfrm>
          <a:prstGeom prst="rect">
            <a:avLst/>
          </a:prstGeom>
          <a:solidFill>
            <a:srgbClr val="F8F9FA"/>
          </a:solidFill>
          <a:ln w="6350">
            <a:solidFill>
              <a:srgbClr val="DDDDDD"/>
            </a:solidFill>
            <a:prstDash val="solid"/>
          </a:ln>
        </p:spPr>
      </p:sp>
      <p:sp>
        <p:nvSpPr>
          <p:cNvPr id="68" name="Text 60"/>
          <p:cNvSpPr txBox="1"/>
          <p:nvPr/>
        </p:nvSpPr>
        <p:spPr>
          <a:xfrm>
            <a:off x="2398288" y="2573789"/>
            <a:ext cx="5943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2992648" y="2573789"/>
            <a:ext cx="685800" cy="119299"/>
          </a:xfrm>
          <a:prstGeom prst="rect">
            <a:avLst/>
          </a:prstGeom>
          <a:solidFill>
            <a:srgbClr val="F8F9FA"/>
          </a:solidFill>
          <a:ln w="6350">
            <a:solidFill>
              <a:srgbClr val="DDDDDD"/>
            </a:solidFill>
            <a:prstDash val="solid"/>
          </a:ln>
        </p:spPr>
      </p:sp>
      <p:sp>
        <p:nvSpPr>
          <p:cNvPr id="70" name="Text 62"/>
          <p:cNvSpPr txBox="1"/>
          <p:nvPr/>
        </p:nvSpPr>
        <p:spPr>
          <a:xfrm>
            <a:off x="2992648" y="2573789"/>
            <a:ext cx="6858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3678448" y="2573789"/>
            <a:ext cx="365760" cy="119299"/>
          </a:xfrm>
          <a:prstGeom prst="rect">
            <a:avLst/>
          </a:prstGeom>
          <a:solidFill>
            <a:srgbClr val="F8F9FA"/>
          </a:solidFill>
          <a:ln w="6350">
            <a:solidFill>
              <a:srgbClr val="DDDDDD"/>
            </a:solidFill>
            <a:prstDash val="solid"/>
          </a:ln>
        </p:spPr>
      </p:sp>
      <p:sp>
        <p:nvSpPr>
          <p:cNvPr id="72" name="Text 64"/>
          <p:cNvSpPr txBox="1"/>
          <p:nvPr/>
        </p:nvSpPr>
        <p:spPr>
          <a:xfrm>
            <a:off x="3678448" y="2573789"/>
            <a:ext cx="36576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F</a:t>
            </a:r>
            <a:endParaRPr lang="en-US" sz="700" dirty="0"/>
          </a:p>
        </p:txBody>
      </p:sp>
      <p:sp>
        <p:nvSpPr>
          <p:cNvPr id="73" name="Shape 65"/>
          <p:cNvSpPr/>
          <p:nvPr/>
        </p:nvSpPr>
        <p:spPr>
          <a:xfrm>
            <a:off x="587776" y="2693089"/>
            <a:ext cx="256032" cy="119299"/>
          </a:xfrm>
          <a:prstGeom prst="rect">
            <a:avLst/>
          </a:prstGeom>
          <a:solidFill>
            <a:srgbClr val="F8F9FA"/>
          </a:solidFill>
          <a:ln w="6350">
            <a:solidFill>
              <a:srgbClr val="DDDDDD"/>
            </a:solidFill>
            <a:prstDash val="solid"/>
          </a:ln>
        </p:spPr>
      </p:sp>
      <p:sp>
        <p:nvSpPr>
          <p:cNvPr id="74" name="Text 66"/>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5" name="Shape 67"/>
          <p:cNvSpPr/>
          <p:nvPr/>
        </p:nvSpPr>
        <p:spPr>
          <a:xfrm>
            <a:off x="843808" y="2693089"/>
            <a:ext cx="411480" cy="119299"/>
          </a:xfrm>
          <a:prstGeom prst="rect">
            <a:avLst/>
          </a:prstGeom>
          <a:solidFill>
            <a:srgbClr val="0F4C3A"/>
          </a:solidFill>
          <a:ln w="6350">
            <a:solidFill>
              <a:srgbClr val="E2E2E2"/>
            </a:solidFill>
            <a:prstDash val="solid"/>
          </a:ln>
        </p:spPr>
      </p:sp>
      <p:sp>
        <p:nvSpPr>
          <p:cNvPr id="76" name="Text 68"/>
          <p:cNvSpPr txBox="1"/>
          <p:nvPr/>
        </p:nvSpPr>
        <p:spPr>
          <a:xfrm>
            <a:off x="871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ID</a:t>
            </a:r>
            <a:endParaRPr lang="en-US" sz="600" dirty="0"/>
          </a:p>
        </p:txBody>
      </p:sp>
      <p:sp>
        <p:nvSpPr>
          <p:cNvPr id="77" name="Shape 69"/>
          <p:cNvSpPr/>
          <p:nvPr/>
        </p:nvSpPr>
        <p:spPr>
          <a:xfrm>
            <a:off x="1255288" y="2693089"/>
            <a:ext cx="731520" cy="119299"/>
          </a:xfrm>
          <a:prstGeom prst="rect">
            <a:avLst/>
          </a:prstGeom>
          <a:solidFill>
            <a:srgbClr val="0F4C3A"/>
          </a:solidFill>
          <a:ln w="6350">
            <a:solidFill>
              <a:srgbClr val="E2E2E2"/>
            </a:solidFill>
            <a:prstDash val="solid"/>
          </a:ln>
        </p:spPr>
      </p:sp>
      <p:sp>
        <p:nvSpPr>
          <p:cNvPr id="78" name="Text 70"/>
          <p:cNvSpPr txBox="1"/>
          <p:nvPr/>
        </p:nvSpPr>
        <p:spPr>
          <a:xfrm>
            <a:off x="1282720" y="2693089"/>
            <a:ext cx="67665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Nama</a:t>
            </a:r>
            <a:endParaRPr lang="en-US" sz="600" dirty="0"/>
          </a:p>
        </p:txBody>
      </p:sp>
      <p:sp>
        <p:nvSpPr>
          <p:cNvPr id="79" name="Shape 71"/>
          <p:cNvSpPr/>
          <p:nvPr/>
        </p:nvSpPr>
        <p:spPr>
          <a:xfrm>
            <a:off x="1986808" y="2693089"/>
            <a:ext cx="411480" cy="119299"/>
          </a:xfrm>
          <a:prstGeom prst="rect">
            <a:avLst/>
          </a:prstGeom>
          <a:solidFill>
            <a:srgbClr val="0F4C3A"/>
          </a:solidFill>
          <a:ln w="6350">
            <a:solidFill>
              <a:srgbClr val="E2E2E2"/>
            </a:solidFill>
            <a:prstDash val="solid"/>
          </a:ln>
        </p:spPr>
      </p:sp>
      <p:sp>
        <p:nvSpPr>
          <p:cNvPr id="80" name="Text 72"/>
          <p:cNvSpPr txBox="1"/>
          <p:nvPr/>
        </p:nvSpPr>
        <p:spPr>
          <a:xfrm>
            <a:off x="2014240" y="2693089"/>
            <a:ext cx="3566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Kelas</a:t>
            </a:r>
            <a:endParaRPr lang="en-US" sz="600" dirty="0"/>
          </a:p>
        </p:txBody>
      </p:sp>
      <p:sp>
        <p:nvSpPr>
          <p:cNvPr id="81" name="Shape 73"/>
          <p:cNvSpPr/>
          <p:nvPr/>
        </p:nvSpPr>
        <p:spPr>
          <a:xfrm>
            <a:off x="2398288" y="2693089"/>
            <a:ext cx="594360" cy="119299"/>
          </a:xfrm>
          <a:prstGeom prst="rect">
            <a:avLst/>
          </a:prstGeom>
          <a:solidFill>
            <a:srgbClr val="0F4C3A"/>
          </a:solidFill>
          <a:ln w="6350">
            <a:solidFill>
              <a:srgbClr val="E2E2E2"/>
            </a:solidFill>
            <a:prstDash val="solid"/>
          </a:ln>
        </p:spPr>
      </p:sp>
      <p:sp>
        <p:nvSpPr>
          <p:cNvPr id="82" name="Text 74"/>
          <p:cNvSpPr txBox="1"/>
          <p:nvPr/>
        </p:nvSpPr>
        <p:spPr>
          <a:xfrm>
            <a:off x="2425720" y="2693089"/>
            <a:ext cx="5394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83" name="Shape 75"/>
          <p:cNvSpPr/>
          <p:nvPr/>
        </p:nvSpPr>
        <p:spPr>
          <a:xfrm>
            <a:off x="2992648" y="2693089"/>
            <a:ext cx="685800" cy="119299"/>
          </a:xfrm>
          <a:prstGeom prst="rect">
            <a:avLst/>
          </a:prstGeom>
          <a:solidFill>
            <a:srgbClr val="0F4C3A"/>
          </a:solidFill>
          <a:ln w="6350">
            <a:solidFill>
              <a:srgbClr val="E2E2E2"/>
            </a:solidFill>
            <a:prstDash val="solid"/>
          </a:ln>
        </p:spPr>
      </p:sp>
      <p:sp>
        <p:nvSpPr>
          <p:cNvPr id="84" name="Text 76"/>
          <p:cNvSpPr txBox="1"/>
          <p:nvPr/>
        </p:nvSpPr>
        <p:spPr>
          <a:xfrm>
            <a:off x="3020080" y="2693089"/>
            <a:ext cx="6309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85" name="Shape 77"/>
          <p:cNvSpPr/>
          <p:nvPr/>
        </p:nvSpPr>
        <p:spPr>
          <a:xfrm>
            <a:off x="3678448" y="2693089"/>
            <a:ext cx="365760" cy="119299"/>
          </a:xfrm>
          <a:prstGeom prst="rect">
            <a:avLst/>
          </a:prstGeom>
          <a:solidFill>
            <a:srgbClr val="0F4C3A"/>
          </a:solidFill>
          <a:ln w="6350">
            <a:solidFill>
              <a:srgbClr val="E2E2E2"/>
            </a:solidFill>
            <a:prstDash val="solid"/>
          </a:ln>
        </p:spPr>
      </p:sp>
      <p:sp>
        <p:nvSpPr>
          <p:cNvPr id="86" name="Text 78"/>
          <p:cNvSpPr txBox="1"/>
          <p:nvPr/>
        </p:nvSpPr>
        <p:spPr>
          <a:xfrm>
            <a:off x="3705880" y="2693089"/>
            <a:ext cx="31089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Juz</a:t>
            </a:r>
            <a:endParaRPr lang="en-US" sz="600" dirty="0"/>
          </a:p>
        </p:txBody>
      </p:sp>
      <p:sp>
        <p:nvSpPr>
          <p:cNvPr id="87" name="Shape 79"/>
          <p:cNvSpPr/>
          <p:nvPr/>
        </p:nvSpPr>
        <p:spPr>
          <a:xfrm>
            <a:off x="587776" y="2812388"/>
            <a:ext cx="256032" cy="119299"/>
          </a:xfrm>
          <a:prstGeom prst="rect">
            <a:avLst/>
          </a:prstGeom>
          <a:solidFill>
            <a:srgbClr val="F8F9FA"/>
          </a:solidFill>
          <a:ln w="6350">
            <a:solidFill>
              <a:srgbClr val="DDDDDD"/>
            </a:solidFill>
            <a:prstDash val="solid"/>
          </a:ln>
        </p:spPr>
      </p:sp>
      <p:sp>
        <p:nvSpPr>
          <p:cNvPr id="88" name="Text 8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9" name="Shape 81"/>
          <p:cNvSpPr/>
          <p:nvPr/>
        </p:nvSpPr>
        <p:spPr>
          <a:xfrm>
            <a:off x="843808" y="2812388"/>
            <a:ext cx="411480" cy="119299"/>
          </a:xfrm>
          <a:prstGeom prst="rect">
            <a:avLst/>
          </a:prstGeom>
          <a:solidFill>
            <a:srgbClr val="FFFFFF"/>
          </a:solidFill>
          <a:ln w="6350">
            <a:solidFill>
              <a:srgbClr val="E2E2E2"/>
            </a:solidFill>
            <a:prstDash val="solid"/>
          </a:ln>
        </p:spPr>
      </p:sp>
      <p:sp>
        <p:nvSpPr>
          <p:cNvPr id="90" name="Text 82"/>
          <p:cNvSpPr txBox="1"/>
          <p:nvPr/>
        </p:nvSpPr>
        <p:spPr>
          <a:xfrm>
            <a:off x="871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S001</a:t>
            </a:r>
            <a:endParaRPr lang="en-US" sz="600" dirty="0"/>
          </a:p>
        </p:txBody>
      </p:sp>
      <p:sp>
        <p:nvSpPr>
          <p:cNvPr id="91" name="Shape 83"/>
          <p:cNvSpPr/>
          <p:nvPr/>
        </p:nvSpPr>
        <p:spPr>
          <a:xfrm>
            <a:off x="1255288" y="2812388"/>
            <a:ext cx="731520" cy="119299"/>
          </a:xfrm>
          <a:prstGeom prst="rect">
            <a:avLst/>
          </a:prstGeom>
          <a:solidFill>
            <a:srgbClr val="FFFFFF"/>
          </a:solidFill>
          <a:ln w="6350">
            <a:solidFill>
              <a:srgbClr val="E2E2E2"/>
            </a:solidFill>
            <a:prstDash val="solid"/>
          </a:ln>
        </p:spPr>
      </p:sp>
      <p:sp>
        <p:nvSpPr>
          <p:cNvPr id="92" name="Text 84"/>
          <p:cNvSpPr txBox="1"/>
          <p:nvPr/>
        </p:nvSpPr>
        <p:spPr>
          <a:xfrm>
            <a:off x="1282720" y="28123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Ahmad</a:t>
            </a:r>
            <a:endParaRPr lang="en-US" sz="600" dirty="0"/>
          </a:p>
        </p:txBody>
      </p:sp>
      <p:sp>
        <p:nvSpPr>
          <p:cNvPr id="93" name="Shape 85"/>
          <p:cNvSpPr/>
          <p:nvPr/>
        </p:nvSpPr>
        <p:spPr>
          <a:xfrm>
            <a:off x="1986808" y="2812388"/>
            <a:ext cx="411480" cy="119299"/>
          </a:xfrm>
          <a:prstGeom prst="rect">
            <a:avLst/>
          </a:prstGeom>
          <a:solidFill>
            <a:srgbClr val="FFFFFF"/>
          </a:solidFill>
          <a:ln w="6350">
            <a:solidFill>
              <a:srgbClr val="E2E2E2"/>
            </a:solidFill>
            <a:prstDash val="solid"/>
          </a:ln>
        </p:spPr>
      </p:sp>
      <p:sp>
        <p:nvSpPr>
          <p:cNvPr id="94" name="Text 86"/>
          <p:cNvSpPr txBox="1"/>
          <p:nvPr/>
        </p:nvSpPr>
        <p:spPr>
          <a:xfrm>
            <a:off x="2014240" y="28123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95" name="Shape 87"/>
          <p:cNvSpPr/>
          <p:nvPr/>
        </p:nvSpPr>
        <p:spPr>
          <a:xfrm>
            <a:off x="2398288" y="2812388"/>
            <a:ext cx="594360" cy="119299"/>
          </a:xfrm>
          <a:prstGeom prst="rect">
            <a:avLst/>
          </a:prstGeom>
          <a:solidFill>
            <a:srgbClr val="FFFFFF"/>
          </a:solidFill>
          <a:ln w="6350">
            <a:solidFill>
              <a:srgbClr val="E2E2E2"/>
            </a:solidFill>
            <a:prstDash val="solid"/>
          </a:ln>
        </p:spPr>
      </p:sp>
      <p:sp>
        <p:nvSpPr>
          <p:cNvPr id="96" name="Text 88"/>
          <p:cNvSpPr txBox="1"/>
          <p:nvPr/>
        </p:nvSpPr>
        <p:spPr>
          <a:xfrm>
            <a:off x="2425720" y="28123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97" name="Shape 89"/>
          <p:cNvSpPr/>
          <p:nvPr/>
        </p:nvSpPr>
        <p:spPr>
          <a:xfrm>
            <a:off x="2992648" y="2812388"/>
            <a:ext cx="685800" cy="119299"/>
          </a:xfrm>
          <a:prstGeom prst="rect">
            <a:avLst/>
          </a:prstGeom>
          <a:solidFill>
            <a:srgbClr val="FFFFFF"/>
          </a:solidFill>
          <a:ln w="6350">
            <a:solidFill>
              <a:srgbClr val="E2E2E2"/>
            </a:solidFill>
            <a:prstDash val="solid"/>
          </a:ln>
        </p:spPr>
      </p:sp>
      <p:sp>
        <p:nvSpPr>
          <p:cNvPr id="98" name="Text 90"/>
          <p:cNvSpPr txBox="1"/>
          <p:nvPr/>
        </p:nvSpPr>
        <p:spPr>
          <a:xfrm>
            <a:off x="3020080" y="28123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99" name="Shape 91"/>
          <p:cNvSpPr/>
          <p:nvPr/>
        </p:nvSpPr>
        <p:spPr>
          <a:xfrm>
            <a:off x="3678448" y="2812388"/>
            <a:ext cx="365760" cy="119299"/>
          </a:xfrm>
          <a:prstGeom prst="rect">
            <a:avLst/>
          </a:prstGeom>
          <a:solidFill>
            <a:srgbClr val="FFFFFF"/>
          </a:solidFill>
          <a:ln w="6350">
            <a:solidFill>
              <a:srgbClr val="E2E2E2"/>
            </a:solidFill>
            <a:prstDash val="solid"/>
          </a:ln>
        </p:spPr>
      </p:sp>
      <p:sp>
        <p:nvSpPr>
          <p:cNvPr id="100" name="Text 92"/>
          <p:cNvSpPr txBox="1"/>
          <p:nvPr/>
        </p:nvSpPr>
        <p:spPr>
          <a:xfrm>
            <a:off x="3705880" y="28123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01" name="Shape 93"/>
          <p:cNvSpPr/>
          <p:nvPr/>
        </p:nvSpPr>
        <p:spPr>
          <a:xfrm>
            <a:off x="587776" y="2931688"/>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103" name="Shape 95"/>
          <p:cNvSpPr/>
          <p:nvPr/>
        </p:nvSpPr>
        <p:spPr>
          <a:xfrm>
            <a:off x="843808" y="2931688"/>
            <a:ext cx="411480" cy="119299"/>
          </a:xfrm>
          <a:prstGeom prst="rect">
            <a:avLst/>
          </a:prstGeom>
          <a:solidFill>
            <a:srgbClr val="FFFFFF"/>
          </a:solidFill>
          <a:ln w="6350">
            <a:solidFill>
              <a:srgbClr val="E2E2E2"/>
            </a:solidFill>
            <a:prstDash val="solid"/>
          </a:ln>
        </p:spPr>
      </p:sp>
      <p:sp>
        <p:nvSpPr>
          <p:cNvPr id="104" name="Text 96"/>
          <p:cNvSpPr txBox="1"/>
          <p:nvPr/>
        </p:nvSpPr>
        <p:spPr>
          <a:xfrm>
            <a:off x="871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S002</a:t>
            </a:r>
            <a:endParaRPr lang="en-US" sz="600" dirty="0"/>
          </a:p>
        </p:txBody>
      </p:sp>
      <p:sp>
        <p:nvSpPr>
          <p:cNvPr id="105" name="Shape 97"/>
          <p:cNvSpPr/>
          <p:nvPr/>
        </p:nvSpPr>
        <p:spPr>
          <a:xfrm>
            <a:off x="1255288" y="2931688"/>
            <a:ext cx="731520" cy="119299"/>
          </a:xfrm>
          <a:prstGeom prst="rect">
            <a:avLst/>
          </a:prstGeom>
          <a:solidFill>
            <a:srgbClr val="FFFFFF"/>
          </a:solidFill>
          <a:ln w="6350">
            <a:solidFill>
              <a:srgbClr val="E2E2E2"/>
            </a:solidFill>
            <a:prstDash val="solid"/>
          </a:ln>
        </p:spPr>
      </p:sp>
      <p:sp>
        <p:nvSpPr>
          <p:cNvPr id="106" name="Text 98"/>
          <p:cNvSpPr txBox="1"/>
          <p:nvPr/>
        </p:nvSpPr>
        <p:spPr>
          <a:xfrm>
            <a:off x="1282720" y="2931688"/>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Bilal</a:t>
            </a:r>
            <a:endParaRPr lang="en-US" sz="600" dirty="0"/>
          </a:p>
        </p:txBody>
      </p:sp>
      <p:sp>
        <p:nvSpPr>
          <p:cNvPr id="107" name="Shape 99"/>
          <p:cNvSpPr/>
          <p:nvPr/>
        </p:nvSpPr>
        <p:spPr>
          <a:xfrm>
            <a:off x="1986808" y="2931688"/>
            <a:ext cx="411480" cy="119299"/>
          </a:xfrm>
          <a:prstGeom prst="rect">
            <a:avLst/>
          </a:prstGeom>
          <a:solidFill>
            <a:srgbClr val="FFFFFF"/>
          </a:solidFill>
          <a:ln w="6350">
            <a:solidFill>
              <a:srgbClr val="E2E2E2"/>
            </a:solidFill>
            <a:prstDash val="solid"/>
          </a:ln>
        </p:spPr>
      </p:sp>
      <p:sp>
        <p:nvSpPr>
          <p:cNvPr id="108" name="Text 100"/>
          <p:cNvSpPr txBox="1"/>
          <p:nvPr/>
        </p:nvSpPr>
        <p:spPr>
          <a:xfrm>
            <a:off x="2014240" y="2931688"/>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09" name="Shape 101"/>
          <p:cNvSpPr/>
          <p:nvPr/>
        </p:nvSpPr>
        <p:spPr>
          <a:xfrm>
            <a:off x="2398288" y="2931688"/>
            <a:ext cx="594360" cy="119299"/>
          </a:xfrm>
          <a:prstGeom prst="rect">
            <a:avLst/>
          </a:prstGeom>
          <a:solidFill>
            <a:srgbClr val="FFFFFF"/>
          </a:solidFill>
          <a:ln w="6350">
            <a:solidFill>
              <a:srgbClr val="E2E2E2"/>
            </a:solidFill>
            <a:prstDash val="solid"/>
          </a:ln>
        </p:spPr>
      </p:sp>
      <p:sp>
        <p:nvSpPr>
          <p:cNvPr id="110" name="Text 102"/>
          <p:cNvSpPr txBox="1"/>
          <p:nvPr/>
        </p:nvSpPr>
        <p:spPr>
          <a:xfrm>
            <a:off x="2425720" y="2931688"/>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11" name="Shape 103"/>
          <p:cNvSpPr/>
          <p:nvPr/>
        </p:nvSpPr>
        <p:spPr>
          <a:xfrm>
            <a:off x="2992648" y="2931688"/>
            <a:ext cx="685800" cy="119299"/>
          </a:xfrm>
          <a:prstGeom prst="rect">
            <a:avLst/>
          </a:prstGeom>
          <a:solidFill>
            <a:srgbClr val="FFFFFF"/>
          </a:solidFill>
          <a:ln w="6350">
            <a:solidFill>
              <a:srgbClr val="E2E2E2"/>
            </a:solidFill>
            <a:prstDash val="solid"/>
          </a:ln>
        </p:spPr>
      </p:sp>
      <p:sp>
        <p:nvSpPr>
          <p:cNvPr id="112" name="Text 104"/>
          <p:cNvSpPr txBox="1"/>
          <p:nvPr/>
        </p:nvSpPr>
        <p:spPr>
          <a:xfrm>
            <a:off x="3020080" y="2931688"/>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13" name="Shape 105"/>
          <p:cNvSpPr/>
          <p:nvPr/>
        </p:nvSpPr>
        <p:spPr>
          <a:xfrm>
            <a:off x="3678448" y="2931688"/>
            <a:ext cx="365760" cy="119299"/>
          </a:xfrm>
          <a:prstGeom prst="rect">
            <a:avLst/>
          </a:prstGeom>
          <a:solidFill>
            <a:srgbClr val="FFFFFF"/>
          </a:solidFill>
          <a:ln w="6350">
            <a:solidFill>
              <a:srgbClr val="E2E2E2"/>
            </a:solidFill>
            <a:prstDash val="solid"/>
          </a:ln>
        </p:spPr>
      </p:sp>
      <p:sp>
        <p:nvSpPr>
          <p:cNvPr id="114" name="Text 106"/>
          <p:cNvSpPr txBox="1"/>
          <p:nvPr/>
        </p:nvSpPr>
        <p:spPr>
          <a:xfrm>
            <a:off x="3705880" y="2931688"/>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15" name="Shape 107"/>
          <p:cNvSpPr/>
          <p:nvPr/>
        </p:nvSpPr>
        <p:spPr>
          <a:xfrm>
            <a:off x="587776" y="3050987"/>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17" name="Shape 109"/>
          <p:cNvSpPr/>
          <p:nvPr/>
        </p:nvSpPr>
        <p:spPr>
          <a:xfrm>
            <a:off x="843808" y="3050987"/>
            <a:ext cx="411480" cy="119299"/>
          </a:xfrm>
          <a:prstGeom prst="rect">
            <a:avLst/>
          </a:prstGeom>
          <a:solidFill>
            <a:srgbClr val="FFFFFF"/>
          </a:solidFill>
          <a:ln w="6350">
            <a:solidFill>
              <a:srgbClr val="E2E2E2"/>
            </a:solidFill>
            <a:prstDash val="solid"/>
          </a:ln>
        </p:spPr>
      </p:sp>
      <p:sp>
        <p:nvSpPr>
          <p:cNvPr id="118" name="Text 110"/>
          <p:cNvSpPr txBox="1"/>
          <p:nvPr/>
        </p:nvSpPr>
        <p:spPr>
          <a:xfrm>
            <a:off x="871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S003</a:t>
            </a:r>
            <a:endParaRPr lang="en-US" sz="600" dirty="0"/>
          </a:p>
        </p:txBody>
      </p:sp>
      <p:sp>
        <p:nvSpPr>
          <p:cNvPr id="119" name="Shape 111"/>
          <p:cNvSpPr/>
          <p:nvPr/>
        </p:nvSpPr>
        <p:spPr>
          <a:xfrm>
            <a:off x="1255288" y="3050987"/>
            <a:ext cx="731520" cy="119299"/>
          </a:xfrm>
          <a:prstGeom prst="rect">
            <a:avLst/>
          </a:prstGeom>
          <a:solidFill>
            <a:srgbClr val="FFFFFF"/>
          </a:solidFill>
          <a:ln w="6350">
            <a:solidFill>
              <a:srgbClr val="E2E2E2"/>
            </a:solidFill>
            <a:prstDash val="solid"/>
          </a:ln>
        </p:spPr>
      </p:sp>
      <p:sp>
        <p:nvSpPr>
          <p:cNvPr id="120" name="Text 112"/>
          <p:cNvSpPr txBox="1"/>
          <p:nvPr/>
        </p:nvSpPr>
        <p:spPr>
          <a:xfrm>
            <a:off x="1282720" y="30509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Fauzan</a:t>
            </a:r>
            <a:endParaRPr lang="en-US" sz="600" dirty="0"/>
          </a:p>
        </p:txBody>
      </p:sp>
      <p:sp>
        <p:nvSpPr>
          <p:cNvPr id="121" name="Shape 113"/>
          <p:cNvSpPr/>
          <p:nvPr/>
        </p:nvSpPr>
        <p:spPr>
          <a:xfrm>
            <a:off x="1986808" y="3050987"/>
            <a:ext cx="411480" cy="119299"/>
          </a:xfrm>
          <a:prstGeom prst="rect">
            <a:avLst/>
          </a:prstGeom>
          <a:solidFill>
            <a:srgbClr val="FFFFFF"/>
          </a:solidFill>
          <a:ln w="6350">
            <a:solidFill>
              <a:srgbClr val="E2E2E2"/>
            </a:solidFill>
            <a:prstDash val="solid"/>
          </a:ln>
        </p:spPr>
      </p:sp>
      <p:sp>
        <p:nvSpPr>
          <p:cNvPr id="122" name="Text 114"/>
          <p:cNvSpPr txBox="1"/>
          <p:nvPr/>
        </p:nvSpPr>
        <p:spPr>
          <a:xfrm>
            <a:off x="2014240" y="30509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23" name="Shape 115"/>
          <p:cNvSpPr/>
          <p:nvPr/>
        </p:nvSpPr>
        <p:spPr>
          <a:xfrm>
            <a:off x="2398288" y="3050987"/>
            <a:ext cx="594360" cy="119299"/>
          </a:xfrm>
          <a:prstGeom prst="rect">
            <a:avLst/>
          </a:prstGeom>
          <a:solidFill>
            <a:srgbClr val="FFFFFF"/>
          </a:solidFill>
          <a:ln w="6350">
            <a:solidFill>
              <a:srgbClr val="E2E2E2"/>
            </a:solidFill>
            <a:prstDash val="solid"/>
          </a:ln>
        </p:spPr>
      </p:sp>
      <p:sp>
        <p:nvSpPr>
          <p:cNvPr id="124" name="Text 116"/>
          <p:cNvSpPr txBox="1"/>
          <p:nvPr/>
        </p:nvSpPr>
        <p:spPr>
          <a:xfrm>
            <a:off x="2425720" y="30509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125" name="Shape 117"/>
          <p:cNvSpPr/>
          <p:nvPr/>
        </p:nvSpPr>
        <p:spPr>
          <a:xfrm>
            <a:off x="2992648" y="3050987"/>
            <a:ext cx="685800" cy="119299"/>
          </a:xfrm>
          <a:prstGeom prst="rect">
            <a:avLst/>
          </a:prstGeom>
          <a:solidFill>
            <a:srgbClr val="FFFFFF"/>
          </a:solidFill>
          <a:ln w="6350">
            <a:solidFill>
              <a:srgbClr val="E2E2E2"/>
            </a:solidFill>
            <a:prstDash val="solid"/>
          </a:ln>
        </p:spPr>
      </p:sp>
      <p:sp>
        <p:nvSpPr>
          <p:cNvPr id="126" name="Text 118"/>
          <p:cNvSpPr txBox="1"/>
          <p:nvPr/>
        </p:nvSpPr>
        <p:spPr>
          <a:xfrm>
            <a:off x="3020080" y="30509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27" name="Shape 119"/>
          <p:cNvSpPr/>
          <p:nvPr/>
        </p:nvSpPr>
        <p:spPr>
          <a:xfrm>
            <a:off x="3678448" y="3050987"/>
            <a:ext cx="365760" cy="119299"/>
          </a:xfrm>
          <a:prstGeom prst="rect">
            <a:avLst/>
          </a:prstGeom>
          <a:solidFill>
            <a:srgbClr val="FFFFFF"/>
          </a:solidFill>
          <a:ln w="6350">
            <a:solidFill>
              <a:srgbClr val="E2E2E2"/>
            </a:solidFill>
            <a:prstDash val="solid"/>
          </a:ln>
        </p:spPr>
      </p:sp>
      <p:sp>
        <p:nvSpPr>
          <p:cNvPr id="128" name="Text 120"/>
          <p:cNvSpPr txBox="1"/>
          <p:nvPr/>
        </p:nvSpPr>
        <p:spPr>
          <a:xfrm>
            <a:off x="3705880" y="30509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5</a:t>
            </a:r>
            <a:endParaRPr lang="en-US" sz="600" dirty="0"/>
          </a:p>
        </p:txBody>
      </p:sp>
      <p:sp>
        <p:nvSpPr>
          <p:cNvPr id="129" name="Shape 121"/>
          <p:cNvSpPr/>
          <p:nvPr/>
        </p:nvSpPr>
        <p:spPr>
          <a:xfrm>
            <a:off x="587776" y="3170287"/>
            <a:ext cx="256032" cy="119299"/>
          </a:xfrm>
          <a:prstGeom prst="rect">
            <a:avLst/>
          </a:prstGeom>
          <a:solidFill>
            <a:srgbClr val="F8F9FA"/>
          </a:solidFill>
          <a:ln w="6350">
            <a:solidFill>
              <a:srgbClr val="DDDDDD"/>
            </a:solidFill>
            <a:prstDash val="solid"/>
          </a:ln>
        </p:spPr>
      </p:sp>
      <p:sp>
        <p:nvSpPr>
          <p:cNvPr id="130" name="Text 12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31" name="Shape 123"/>
          <p:cNvSpPr/>
          <p:nvPr/>
        </p:nvSpPr>
        <p:spPr>
          <a:xfrm>
            <a:off x="843808" y="3170287"/>
            <a:ext cx="411480" cy="119299"/>
          </a:xfrm>
          <a:prstGeom prst="rect">
            <a:avLst/>
          </a:prstGeom>
          <a:solidFill>
            <a:srgbClr val="FFFFFF"/>
          </a:solidFill>
          <a:ln w="6350">
            <a:solidFill>
              <a:srgbClr val="E2E2E2"/>
            </a:solidFill>
            <a:prstDash val="solid"/>
          </a:ln>
        </p:spPr>
      </p:sp>
      <p:sp>
        <p:nvSpPr>
          <p:cNvPr id="132" name="Text 124"/>
          <p:cNvSpPr txBox="1"/>
          <p:nvPr/>
        </p:nvSpPr>
        <p:spPr>
          <a:xfrm>
            <a:off x="871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S004</a:t>
            </a:r>
            <a:endParaRPr lang="en-US" sz="600" dirty="0"/>
          </a:p>
        </p:txBody>
      </p:sp>
      <p:sp>
        <p:nvSpPr>
          <p:cNvPr id="133" name="Shape 125"/>
          <p:cNvSpPr/>
          <p:nvPr/>
        </p:nvSpPr>
        <p:spPr>
          <a:xfrm>
            <a:off x="1255288" y="3170287"/>
            <a:ext cx="731520" cy="119299"/>
          </a:xfrm>
          <a:prstGeom prst="rect">
            <a:avLst/>
          </a:prstGeom>
          <a:solidFill>
            <a:srgbClr val="FFFFFF"/>
          </a:solidFill>
          <a:ln w="6350">
            <a:solidFill>
              <a:srgbClr val="E2E2E2"/>
            </a:solidFill>
            <a:prstDash val="solid"/>
          </a:ln>
        </p:spPr>
      </p:sp>
      <p:sp>
        <p:nvSpPr>
          <p:cNvPr id="134" name="Text 126"/>
          <p:cNvSpPr txBox="1"/>
          <p:nvPr/>
        </p:nvSpPr>
        <p:spPr>
          <a:xfrm>
            <a:off x="1282720" y="3170287"/>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Hasan</a:t>
            </a:r>
            <a:endParaRPr lang="en-US" sz="600" dirty="0"/>
          </a:p>
        </p:txBody>
      </p:sp>
      <p:sp>
        <p:nvSpPr>
          <p:cNvPr id="135" name="Shape 127"/>
          <p:cNvSpPr/>
          <p:nvPr/>
        </p:nvSpPr>
        <p:spPr>
          <a:xfrm>
            <a:off x="1986808" y="3170287"/>
            <a:ext cx="411480" cy="119299"/>
          </a:xfrm>
          <a:prstGeom prst="rect">
            <a:avLst/>
          </a:prstGeom>
          <a:solidFill>
            <a:srgbClr val="FFFFFF"/>
          </a:solidFill>
          <a:ln w="6350">
            <a:solidFill>
              <a:srgbClr val="E2E2E2"/>
            </a:solidFill>
            <a:prstDash val="solid"/>
          </a:ln>
        </p:spPr>
      </p:sp>
      <p:sp>
        <p:nvSpPr>
          <p:cNvPr id="136" name="Text 128"/>
          <p:cNvSpPr txBox="1"/>
          <p:nvPr/>
        </p:nvSpPr>
        <p:spPr>
          <a:xfrm>
            <a:off x="2014240" y="3170287"/>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37" name="Shape 129"/>
          <p:cNvSpPr/>
          <p:nvPr/>
        </p:nvSpPr>
        <p:spPr>
          <a:xfrm>
            <a:off x="2398288" y="3170287"/>
            <a:ext cx="594360" cy="119299"/>
          </a:xfrm>
          <a:prstGeom prst="rect">
            <a:avLst/>
          </a:prstGeom>
          <a:solidFill>
            <a:srgbClr val="FFFFFF"/>
          </a:solidFill>
          <a:ln w="6350">
            <a:solidFill>
              <a:srgbClr val="E2E2E2"/>
            </a:solidFill>
            <a:prstDash val="solid"/>
          </a:ln>
        </p:spPr>
      </p:sp>
      <p:sp>
        <p:nvSpPr>
          <p:cNvPr id="138" name="Text 130"/>
          <p:cNvSpPr txBox="1"/>
          <p:nvPr/>
        </p:nvSpPr>
        <p:spPr>
          <a:xfrm>
            <a:off x="2425720" y="3170287"/>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39" name="Shape 131"/>
          <p:cNvSpPr/>
          <p:nvPr/>
        </p:nvSpPr>
        <p:spPr>
          <a:xfrm>
            <a:off x="2992648" y="3170287"/>
            <a:ext cx="685800" cy="119299"/>
          </a:xfrm>
          <a:prstGeom prst="rect">
            <a:avLst/>
          </a:prstGeom>
          <a:solidFill>
            <a:srgbClr val="FFFFFF"/>
          </a:solidFill>
          <a:ln w="6350">
            <a:solidFill>
              <a:srgbClr val="E2E2E2"/>
            </a:solidFill>
            <a:prstDash val="solid"/>
          </a:ln>
        </p:spPr>
      </p:sp>
      <p:sp>
        <p:nvSpPr>
          <p:cNvPr id="140" name="Text 132"/>
          <p:cNvSpPr txBox="1"/>
          <p:nvPr/>
        </p:nvSpPr>
        <p:spPr>
          <a:xfrm>
            <a:off x="3020080" y="3170287"/>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41" name="Shape 133"/>
          <p:cNvSpPr/>
          <p:nvPr/>
        </p:nvSpPr>
        <p:spPr>
          <a:xfrm>
            <a:off x="3678448" y="3170287"/>
            <a:ext cx="365760" cy="119299"/>
          </a:xfrm>
          <a:prstGeom prst="rect">
            <a:avLst/>
          </a:prstGeom>
          <a:solidFill>
            <a:srgbClr val="FFFFFF"/>
          </a:solidFill>
          <a:ln w="6350">
            <a:solidFill>
              <a:srgbClr val="E2E2E2"/>
            </a:solidFill>
            <a:prstDash val="solid"/>
          </a:ln>
        </p:spPr>
      </p:sp>
      <p:sp>
        <p:nvSpPr>
          <p:cNvPr id="142" name="Text 134"/>
          <p:cNvSpPr txBox="1"/>
          <p:nvPr/>
        </p:nvSpPr>
        <p:spPr>
          <a:xfrm>
            <a:off x="3705880" y="3170287"/>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43" name="Shape 135"/>
          <p:cNvSpPr/>
          <p:nvPr/>
        </p:nvSpPr>
        <p:spPr>
          <a:xfrm>
            <a:off x="587776" y="3289586"/>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45" name="Shape 137"/>
          <p:cNvSpPr/>
          <p:nvPr/>
        </p:nvSpPr>
        <p:spPr>
          <a:xfrm>
            <a:off x="843808" y="3289586"/>
            <a:ext cx="411480" cy="119299"/>
          </a:xfrm>
          <a:prstGeom prst="rect">
            <a:avLst/>
          </a:prstGeom>
          <a:solidFill>
            <a:srgbClr val="FFFFFF"/>
          </a:solidFill>
          <a:ln w="6350">
            <a:solidFill>
              <a:srgbClr val="E2E2E2"/>
            </a:solidFill>
            <a:prstDash val="solid"/>
          </a:ln>
        </p:spPr>
      </p:sp>
      <p:sp>
        <p:nvSpPr>
          <p:cNvPr id="146" name="Text 138"/>
          <p:cNvSpPr txBox="1"/>
          <p:nvPr/>
        </p:nvSpPr>
        <p:spPr>
          <a:xfrm>
            <a:off x="871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S005</a:t>
            </a:r>
            <a:endParaRPr lang="en-US" sz="600" dirty="0"/>
          </a:p>
        </p:txBody>
      </p:sp>
      <p:sp>
        <p:nvSpPr>
          <p:cNvPr id="147" name="Shape 139"/>
          <p:cNvSpPr/>
          <p:nvPr/>
        </p:nvSpPr>
        <p:spPr>
          <a:xfrm>
            <a:off x="1255288" y="3289586"/>
            <a:ext cx="731520" cy="119299"/>
          </a:xfrm>
          <a:prstGeom prst="rect">
            <a:avLst/>
          </a:prstGeom>
          <a:solidFill>
            <a:srgbClr val="FFFFFF"/>
          </a:solidFill>
          <a:ln w="6350">
            <a:solidFill>
              <a:srgbClr val="E2E2E2"/>
            </a:solidFill>
            <a:prstDash val="solid"/>
          </a:ln>
        </p:spPr>
      </p:sp>
      <p:sp>
        <p:nvSpPr>
          <p:cNvPr id="148" name="Text 140"/>
          <p:cNvSpPr txBox="1"/>
          <p:nvPr/>
        </p:nvSpPr>
        <p:spPr>
          <a:xfrm>
            <a:off x="1282720" y="3289586"/>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Ilham</a:t>
            </a:r>
            <a:endParaRPr lang="en-US" sz="600" dirty="0"/>
          </a:p>
        </p:txBody>
      </p:sp>
      <p:sp>
        <p:nvSpPr>
          <p:cNvPr id="149" name="Shape 141"/>
          <p:cNvSpPr/>
          <p:nvPr/>
        </p:nvSpPr>
        <p:spPr>
          <a:xfrm>
            <a:off x="1986808" y="3289586"/>
            <a:ext cx="411480" cy="119299"/>
          </a:xfrm>
          <a:prstGeom prst="rect">
            <a:avLst/>
          </a:prstGeom>
          <a:solidFill>
            <a:srgbClr val="FFFFFF"/>
          </a:solidFill>
          <a:ln w="6350">
            <a:solidFill>
              <a:srgbClr val="E2E2E2"/>
            </a:solidFill>
            <a:prstDash val="solid"/>
          </a:ln>
        </p:spPr>
      </p:sp>
      <p:sp>
        <p:nvSpPr>
          <p:cNvPr id="150" name="Text 142"/>
          <p:cNvSpPr txBox="1"/>
          <p:nvPr/>
        </p:nvSpPr>
        <p:spPr>
          <a:xfrm>
            <a:off x="2014240" y="3289586"/>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51" name="Shape 143"/>
          <p:cNvSpPr/>
          <p:nvPr/>
        </p:nvSpPr>
        <p:spPr>
          <a:xfrm>
            <a:off x="2398288" y="3289586"/>
            <a:ext cx="594360" cy="119299"/>
          </a:xfrm>
          <a:prstGeom prst="rect">
            <a:avLst/>
          </a:prstGeom>
          <a:solidFill>
            <a:srgbClr val="FFFFFF"/>
          </a:solidFill>
          <a:ln w="6350">
            <a:solidFill>
              <a:srgbClr val="E2E2E2"/>
            </a:solidFill>
            <a:prstDash val="solid"/>
          </a:ln>
        </p:spPr>
      </p:sp>
      <p:sp>
        <p:nvSpPr>
          <p:cNvPr id="152" name="Text 144"/>
          <p:cNvSpPr txBox="1"/>
          <p:nvPr/>
        </p:nvSpPr>
        <p:spPr>
          <a:xfrm>
            <a:off x="2425720" y="3289586"/>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53" name="Shape 145"/>
          <p:cNvSpPr/>
          <p:nvPr/>
        </p:nvSpPr>
        <p:spPr>
          <a:xfrm>
            <a:off x="2992648" y="3289586"/>
            <a:ext cx="685800" cy="119299"/>
          </a:xfrm>
          <a:prstGeom prst="rect">
            <a:avLst/>
          </a:prstGeom>
          <a:solidFill>
            <a:srgbClr val="FFFFFF"/>
          </a:solidFill>
          <a:ln w="6350">
            <a:solidFill>
              <a:srgbClr val="E2E2E2"/>
            </a:solidFill>
            <a:prstDash val="solid"/>
          </a:ln>
        </p:spPr>
      </p:sp>
      <p:sp>
        <p:nvSpPr>
          <p:cNvPr id="154" name="Text 146"/>
          <p:cNvSpPr txBox="1"/>
          <p:nvPr/>
        </p:nvSpPr>
        <p:spPr>
          <a:xfrm>
            <a:off x="3020080" y="3289586"/>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55" name="Shape 147"/>
          <p:cNvSpPr/>
          <p:nvPr/>
        </p:nvSpPr>
        <p:spPr>
          <a:xfrm>
            <a:off x="3678448" y="3289586"/>
            <a:ext cx="365760" cy="119299"/>
          </a:xfrm>
          <a:prstGeom prst="rect">
            <a:avLst/>
          </a:prstGeom>
          <a:solidFill>
            <a:srgbClr val="FFFFFF"/>
          </a:solidFill>
          <a:ln w="6350">
            <a:solidFill>
              <a:srgbClr val="E2E2E2"/>
            </a:solidFill>
            <a:prstDash val="solid"/>
          </a:ln>
        </p:spPr>
      </p:sp>
      <p:sp>
        <p:nvSpPr>
          <p:cNvPr id="156" name="Text 148"/>
          <p:cNvSpPr txBox="1"/>
          <p:nvPr/>
        </p:nvSpPr>
        <p:spPr>
          <a:xfrm>
            <a:off x="3705880" y="3289586"/>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4</a:t>
            </a:r>
            <a:endParaRPr lang="en-US" sz="600" dirty="0"/>
          </a:p>
        </p:txBody>
      </p:sp>
      <p:sp>
        <p:nvSpPr>
          <p:cNvPr id="157" name="Shape 149"/>
          <p:cNvSpPr/>
          <p:nvPr/>
        </p:nvSpPr>
        <p:spPr>
          <a:xfrm>
            <a:off x="587776" y="3408885"/>
            <a:ext cx="256032" cy="119299"/>
          </a:xfrm>
          <a:prstGeom prst="rect">
            <a:avLst/>
          </a:prstGeom>
          <a:solidFill>
            <a:srgbClr val="F8F9FA"/>
          </a:solidFill>
          <a:ln w="6350">
            <a:solidFill>
              <a:srgbClr val="DDDDDD"/>
            </a:solidFill>
            <a:prstDash val="solid"/>
          </a:ln>
        </p:spPr>
      </p:sp>
      <p:sp>
        <p:nvSpPr>
          <p:cNvPr id="158" name="Text 150"/>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59" name="Shape 151"/>
          <p:cNvSpPr/>
          <p:nvPr/>
        </p:nvSpPr>
        <p:spPr>
          <a:xfrm>
            <a:off x="843808" y="3408885"/>
            <a:ext cx="411480" cy="119299"/>
          </a:xfrm>
          <a:prstGeom prst="rect">
            <a:avLst/>
          </a:prstGeom>
          <a:solidFill>
            <a:srgbClr val="FFFFFF"/>
          </a:solidFill>
          <a:ln w="6350">
            <a:solidFill>
              <a:srgbClr val="E2E2E2"/>
            </a:solidFill>
            <a:prstDash val="solid"/>
          </a:ln>
        </p:spPr>
      </p:sp>
      <p:sp>
        <p:nvSpPr>
          <p:cNvPr id="160" name="Text 152"/>
          <p:cNvSpPr txBox="1"/>
          <p:nvPr/>
        </p:nvSpPr>
        <p:spPr>
          <a:xfrm>
            <a:off x="871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S006</a:t>
            </a:r>
            <a:endParaRPr lang="en-US" sz="600" dirty="0"/>
          </a:p>
        </p:txBody>
      </p:sp>
      <p:sp>
        <p:nvSpPr>
          <p:cNvPr id="161" name="Shape 153"/>
          <p:cNvSpPr/>
          <p:nvPr/>
        </p:nvSpPr>
        <p:spPr>
          <a:xfrm>
            <a:off x="1255288" y="3408885"/>
            <a:ext cx="731520" cy="119299"/>
          </a:xfrm>
          <a:prstGeom prst="rect">
            <a:avLst/>
          </a:prstGeom>
          <a:solidFill>
            <a:srgbClr val="FFFFFF"/>
          </a:solidFill>
          <a:ln w="6350">
            <a:solidFill>
              <a:srgbClr val="E2E2E2"/>
            </a:solidFill>
            <a:prstDash val="solid"/>
          </a:ln>
        </p:spPr>
      </p:sp>
      <p:sp>
        <p:nvSpPr>
          <p:cNvPr id="162" name="Text 154"/>
          <p:cNvSpPr txBox="1"/>
          <p:nvPr/>
        </p:nvSpPr>
        <p:spPr>
          <a:xfrm>
            <a:off x="1282720" y="34088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a:t>
            </a:r>
            <a:endParaRPr lang="en-US" sz="600" dirty="0"/>
          </a:p>
        </p:txBody>
      </p:sp>
      <p:sp>
        <p:nvSpPr>
          <p:cNvPr id="163" name="Shape 155"/>
          <p:cNvSpPr/>
          <p:nvPr/>
        </p:nvSpPr>
        <p:spPr>
          <a:xfrm>
            <a:off x="1986808" y="3408885"/>
            <a:ext cx="411480" cy="119299"/>
          </a:xfrm>
          <a:prstGeom prst="rect">
            <a:avLst/>
          </a:prstGeom>
          <a:solidFill>
            <a:srgbClr val="FFFFFF"/>
          </a:solidFill>
          <a:ln w="6350">
            <a:solidFill>
              <a:srgbClr val="E2E2E2"/>
            </a:solidFill>
            <a:prstDash val="solid"/>
          </a:ln>
        </p:spPr>
      </p:sp>
      <p:sp>
        <p:nvSpPr>
          <p:cNvPr id="164" name="Text 156"/>
          <p:cNvSpPr txBox="1"/>
          <p:nvPr/>
        </p:nvSpPr>
        <p:spPr>
          <a:xfrm>
            <a:off x="2014240" y="34088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65" name="Shape 157"/>
          <p:cNvSpPr/>
          <p:nvPr/>
        </p:nvSpPr>
        <p:spPr>
          <a:xfrm>
            <a:off x="2398288" y="3408885"/>
            <a:ext cx="594360" cy="119299"/>
          </a:xfrm>
          <a:prstGeom prst="rect">
            <a:avLst/>
          </a:prstGeom>
          <a:solidFill>
            <a:srgbClr val="FFFFFF"/>
          </a:solidFill>
          <a:ln w="6350">
            <a:solidFill>
              <a:srgbClr val="E2E2E2"/>
            </a:solidFill>
            <a:prstDash val="solid"/>
          </a:ln>
        </p:spPr>
      </p:sp>
      <p:sp>
        <p:nvSpPr>
          <p:cNvPr id="166" name="Text 158"/>
          <p:cNvSpPr txBox="1"/>
          <p:nvPr/>
        </p:nvSpPr>
        <p:spPr>
          <a:xfrm>
            <a:off x="2425720" y="34088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67" name="Shape 159"/>
          <p:cNvSpPr/>
          <p:nvPr/>
        </p:nvSpPr>
        <p:spPr>
          <a:xfrm>
            <a:off x="2992648" y="3408885"/>
            <a:ext cx="685800" cy="119299"/>
          </a:xfrm>
          <a:prstGeom prst="rect">
            <a:avLst/>
          </a:prstGeom>
          <a:solidFill>
            <a:srgbClr val="FFFFFF"/>
          </a:solidFill>
          <a:ln w="6350">
            <a:solidFill>
              <a:srgbClr val="E2E2E2"/>
            </a:solidFill>
            <a:prstDash val="solid"/>
          </a:ln>
        </p:spPr>
      </p:sp>
      <p:sp>
        <p:nvSpPr>
          <p:cNvPr id="168" name="Text 160"/>
          <p:cNvSpPr txBox="1"/>
          <p:nvPr/>
        </p:nvSpPr>
        <p:spPr>
          <a:xfrm>
            <a:off x="3020080" y="34088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169" name="Shape 161"/>
          <p:cNvSpPr/>
          <p:nvPr/>
        </p:nvSpPr>
        <p:spPr>
          <a:xfrm>
            <a:off x="3678448" y="3408885"/>
            <a:ext cx="365760" cy="119299"/>
          </a:xfrm>
          <a:prstGeom prst="rect">
            <a:avLst/>
          </a:prstGeom>
          <a:solidFill>
            <a:srgbClr val="FFFFFF"/>
          </a:solidFill>
          <a:ln w="6350">
            <a:solidFill>
              <a:srgbClr val="E2E2E2"/>
            </a:solidFill>
            <a:prstDash val="solid"/>
          </a:ln>
        </p:spPr>
      </p:sp>
      <p:sp>
        <p:nvSpPr>
          <p:cNvPr id="170" name="Text 162"/>
          <p:cNvSpPr txBox="1"/>
          <p:nvPr/>
        </p:nvSpPr>
        <p:spPr>
          <a:xfrm>
            <a:off x="3705880" y="34088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171" name="Shape 163"/>
          <p:cNvSpPr/>
          <p:nvPr/>
        </p:nvSpPr>
        <p:spPr>
          <a:xfrm>
            <a:off x="587776" y="3528185"/>
            <a:ext cx="256032" cy="119299"/>
          </a:xfrm>
          <a:prstGeom prst="rect">
            <a:avLst/>
          </a:prstGeom>
          <a:solidFill>
            <a:srgbClr val="F8F9FA"/>
          </a:solidFill>
          <a:ln w="6350">
            <a:solidFill>
              <a:srgbClr val="DDDDDD"/>
            </a:solidFill>
            <a:prstDash val="solid"/>
          </a:ln>
        </p:spPr>
      </p:sp>
      <p:sp>
        <p:nvSpPr>
          <p:cNvPr id="172" name="Text 16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73" name="Shape 165"/>
          <p:cNvSpPr/>
          <p:nvPr/>
        </p:nvSpPr>
        <p:spPr>
          <a:xfrm>
            <a:off x="843808" y="3528185"/>
            <a:ext cx="411480" cy="119299"/>
          </a:xfrm>
          <a:prstGeom prst="rect">
            <a:avLst/>
          </a:prstGeom>
          <a:solidFill>
            <a:srgbClr val="FFFFFF"/>
          </a:solidFill>
          <a:ln w="6350">
            <a:solidFill>
              <a:srgbClr val="E2E2E2"/>
            </a:solidFill>
            <a:prstDash val="solid"/>
          </a:ln>
        </p:spPr>
      </p:sp>
      <p:sp>
        <p:nvSpPr>
          <p:cNvPr id="174" name="Text 166"/>
          <p:cNvSpPr txBox="1"/>
          <p:nvPr/>
        </p:nvSpPr>
        <p:spPr>
          <a:xfrm>
            <a:off x="871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S007</a:t>
            </a:r>
            <a:endParaRPr lang="en-US" sz="600" dirty="0"/>
          </a:p>
        </p:txBody>
      </p:sp>
      <p:sp>
        <p:nvSpPr>
          <p:cNvPr id="175" name="Shape 167"/>
          <p:cNvSpPr/>
          <p:nvPr/>
        </p:nvSpPr>
        <p:spPr>
          <a:xfrm>
            <a:off x="1255288" y="3528185"/>
            <a:ext cx="731520" cy="119299"/>
          </a:xfrm>
          <a:prstGeom prst="rect">
            <a:avLst/>
          </a:prstGeom>
          <a:solidFill>
            <a:srgbClr val="FFFFFF"/>
          </a:solidFill>
          <a:ln w="6350">
            <a:solidFill>
              <a:srgbClr val="E2E2E2"/>
            </a:solidFill>
            <a:prstDash val="solid"/>
          </a:ln>
        </p:spPr>
      </p:sp>
      <p:sp>
        <p:nvSpPr>
          <p:cNvPr id="176" name="Text 168"/>
          <p:cNvSpPr txBox="1"/>
          <p:nvPr/>
        </p:nvSpPr>
        <p:spPr>
          <a:xfrm>
            <a:off x="1282720" y="3528185"/>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Yusuf</a:t>
            </a:r>
            <a:endParaRPr lang="en-US" sz="600" dirty="0"/>
          </a:p>
        </p:txBody>
      </p:sp>
      <p:sp>
        <p:nvSpPr>
          <p:cNvPr id="177" name="Shape 169"/>
          <p:cNvSpPr/>
          <p:nvPr/>
        </p:nvSpPr>
        <p:spPr>
          <a:xfrm>
            <a:off x="1986808" y="3528185"/>
            <a:ext cx="411480" cy="119299"/>
          </a:xfrm>
          <a:prstGeom prst="rect">
            <a:avLst/>
          </a:prstGeom>
          <a:solidFill>
            <a:srgbClr val="FFFFFF"/>
          </a:solidFill>
          <a:ln w="6350">
            <a:solidFill>
              <a:srgbClr val="E2E2E2"/>
            </a:solidFill>
            <a:prstDash val="solid"/>
          </a:ln>
        </p:spPr>
      </p:sp>
      <p:sp>
        <p:nvSpPr>
          <p:cNvPr id="178" name="Text 170"/>
          <p:cNvSpPr txBox="1"/>
          <p:nvPr/>
        </p:nvSpPr>
        <p:spPr>
          <a:xfrm>
            <a:off x="2014240" y="3528185"/>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8A</a:t>
            </a:r>
            <a:endParaRPr lang="en-US" sz="600" dirty="0"/>
          </a:p>
        </p:txBody>
      </p:sp>
      <p:sp>
        <p:nvSpPr>
          <p:cNvPr id="179" name="Shape 171"/>
          <p:cNvSpPr/>
          <p:nvPr/>
        </p:nvSpPr>
        <p:spPr>
          <a:xfrm>
            <a:off x="2398288" y="3528185"/>
            <a:ext cx="594360" cy="119299"/>
          </a:xfrm>
          <a:prstGeom prst="rect">
            <a:avLst/>
          </a:prstGeom>
          <a:solidFill>
            <a:srgbClr val="FFFFFF"/>
          </a:solidFill>
          <a:ln w="6350">
            <a:solidFill>
              <a:srgbClr val="E2E2E2"/>
            </a:solidFill>
            <a:prstDash val="solid"/>
          </a:ln>
        </p:spPr>
      </p:sp>
      <p:sp>
        <p:nvSpPr>
          <p:cNvPr id="180" name="Text 172"/>
          <p:cNvSpPr txBox="1"/>
          <p:nvPr/>
        </p:nvSpPr>
        <p:spPr>
          <a:xfrm>
            <a:off x="2425720" y="3528185"/>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81" name="Shape 173"/>
          <p:cNvSpPr/>
          <p:nvPr/>
        </p:nvSpPr>
        <p:spPr>
          <a:xfrm>
            <a:off x="2992648" y="3528185"/>
            <a:ext cx="685800" cy="119299"/>
          </a:xfrm>
          <a:prstGeom prst="rect">
            <a:avLst/>
          </a:prstGeom>
          <a:solidFill>
            <a:srgbClr val="FFFFFF"/>
          </a:solidFill>
          <a:ln w="6350">
            <a:solidFill>
              <a:srgbClr val="E2E2E2"/>
            </a:solidFill>
            <a:prstDash val="solid"/>
          </a:ln>
        </p:spPr>
      </p:sp>
      <p:sp>
        <p:nvSpPr>
          <p:cNvPr id="182" name="Text 174"/>
          <p:cNvSpPr txBox="1"/>
          <p:nvPr/>
        </p:nvSpPr>
        <p:spPr>
          <a:xfrm>
            <a:off x="3020080" y="3528185"/>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183" name="Shape 175"/>
          <p:cNvSpPr/>
          <p:nvPr/>
        </p:nvSpPr>
        <p:spPr>
          <a:xfrm>
            <a:off x="3678448" y="3528185"/>
            <a:ext cx="365760" cy="119299"/>
          </a:xfrm>
          <a:prstGeom prst="rect">
            <a:avLst/>
          </a:prstGeom>
          <a:solidFill>
            <a:srgbClr val="FFFFFF"/>
          </a:solidFill>
          <a:ln w="6350">
            <a:solidFill>
              <a:srgbClr val="E2E2E2"/>
            </a:solidFill>
            <a:prstDash val="solid"/>
          </a:ln>
        </p:spPr>
      </p:sp>
      <p:sp>
        <p:nvSpPr>
          <p:cNvPr id="184" name="Text 176"/>
          <p:cNvSpPr txBox="1"/>
          <p:nvPr/>
        </p:nvSpPr>
        <p:spPr>
          <a:xfrm>
            <a:off x="3705880" y="3528185"/>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6</a:t>
            </a:r>
            <a:endParaRPr lang="en-US" sz="600" dirty="0"/>
          </a:p>
        </p:txBody>
      </p:sp>
      <p:sp>
        <p:nvSpPr>
          <p:cNvPr id="185" name="Shape 177"/>
          <p:cNvSpPr/>
          <p:nvPr/>
        </p:nvSpPr>
        <p:spPr>
          <a:xfrm>
            <a:off x="587776" y="3647484"/>
            <a:ext cx="256032" cy="119299"/>
          </a:xfrm>
          <a:prstGeom prst="rect">
            <a:avLst/>
          </a:prstGeom>
          <a:solidFill>
            <a:srgbClr val="F8F9FA"/>
          </a:solidFill>
          <a:ln w="6350">
            <a:solidFill>
              <a:srgbClr val="DDDDDD"/>
            </a:solidFill>
            <a:prstDash val="solid"/>
          </a:ln>
        </p:spPr>
      </p:sp>
      <p:sp>
        <p:nvSpPr>
          <p:cNvPr id="186" name="Text 178"/>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87" name="Shape 179"/>
          <p:cNvSpPr/>
          <p:nvPr/>
        </p:nvSpPr>
        <p:spPr>
          <a:xfrm>
            <a:off x="843808" y="3647484"/>
            <a:ext cx="411480" cy="119299"/>
          </a:xfrm>
          <a:prstGeom prst="rect">
            <a:avLst/>
          </a:prstGeom>
          <a:solidFill>
            <a:srgbClr val="FFFFFF"/>
          </a:solidFill>
          <a:ln w="6350">
            <a:solidFill>
              <a:srgbClr val="E2E2E2"/>
            </a:solidFill>
            <a:prstDash val="solid"/>
          </a:ln>
        </p:spPr>
      </p:sp>
      <p:sp>
        <p:nvSpPr>
          <p:cNvPr id="188" name="Text 180"/>
          <p:cNvSpPr txBox="1"/>
          <p:nvPr/>
        </p:nvSpPr>
        <p:spPr>
          <a:xfrm>
            <a:off x="871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S008</a:t>
            </a:r>
            <a:endParaRPr lang="en-US" sz="600" dirty="0"/>
          </a:p>
        </p:txBody>
      </p:sp>
      <p:sp>
        <p:nvSpPr>
          <p:cNvPr id="189" name="Shape 181"/>
          <p:cNvSpPr/>
          <p:nvPr/>
        </p:nvSpPr>
        <p:spPr>
          <a:xfrm>
            <a:off x="1255288" y="3647484"/>
            <a:ext cx="731520" cy="119299"/>
          </a:xfrm>
          <a:prstGeom prst="rect">
            <a:avLst/>
          </a:prstGeom>
          <a:solidFill>
            <a:srgbClr val="FFFFFF"/>
          </a:solidFill>
          <a:ln w="6350">
            <a:solidFill>
              <a:srgbClr val="E2E2E2"/>
            </a:solidFill>
            <a:prstDash val="solid"/>
          </a:ln>
        </p:spPr>
      </p:sp>
      <p:sp>
        <p:nvSpPr>
          <p:cNvPr id="190" name="Text 182"/>
          <p:cNvSpPr txBox="1"/>
          <p:nvPr/>
        </p:nvSpPr>
        <p:spPr>
          <a:xfrm>
            <a:off x="1282720" y="3647484"/>
            <a:ext cx="67665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Zaid</a:t>
            </a:r>
            <a:endParaRPr lang="en-US" sz="600" dirty="0"/>
          </a:p>
        </p:txBody>
      </p:sp>
      <p:sp>
        <p:nvSpPr>
          <p:cNvPr id="191" name="Shape 183"/>
          <p:cNvSpPr/>
          <p:nvPr/>
        </p:nvSpPr>
        <p:spPr>
          <a:xfrm>
            <a:off x="1986808" y="3647484"/>
            <a:ext cx="411480" cy="119299"/>
          </a:xfrm>
          <a:prstGeom prst="rect">
            <a:avLst/>
          </a:prstGeom>
          <a:solidFill>
            <a:srgbClr val="FFFFFF"/>
          </a:solidFill>
          <a:ln w="6350">
            <a:solidFill>
              <a:srgbClr val="E2E2E2"/>
            </a:solidFill>
            <a:prstDash val="solid"/>
          </a:ln>
        </p:spPr>
      </p:sp>
      <p:sp>
        <p:nvSpPr>
          <p:cNvPr id="192" name="Text 184"/>
          <p:cNvSpPr txBox="1"/>
          <p:nvPr/>
        </p:nvSpPr>
        <p:spPr>
          <a:xfrm>
            <a:off x="2014240" y="3647484"/>
            <a:ext cx="3566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8B</a:t>
            </a:r>
            <a:endParaRPr lang="en-US" sz="600" dirty="0"/>
          </a:p>
        </p:txBody>
      </p:sp>
      <p:sp>
        <p:nvSpPr>
          <p:cNvPr id="193" name="Shape 185"/>
          <p:cNvSpPr/>
          <p:nvPr/>
        </p:nvSpPr>
        <p:spPr>
          <a:xfrm>
            <a:off x="2398288" y="3647484"/>
            <a:ext cx="594360" cy="119299"/>
          </a:xfrm>
          <a:prstGeom prst="rect">
            <a:avLst/>
          </a:prstGeom>
          <a:solidFill>
            <a:srgbClr val="FFFFFF"/>
          </a:solidFill>
          <a:ln w="6350">
            <a:solidFill>
              <a:srgbClr val="E2E2E2"/>
            </a:solidFill>
            <a:prstDash val="solid"/>
          </a:ln>
        </p:spPr>
      </p:sp>
      <p:sp>
        <p:nvSpPr>
          <p:cNvPr id="194" name="Text 186"/>
          <p:cNvSpPr txBox="1"/>
          <p:nvPr/>
        </p:nvSpPr>
        <p:spPr>
          <a:xfrm>
            <a:off x="2425720" y="3647484"/>
            <a:ext cx="53949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1</a:t>
            </a:r>
            <a:endParaRPr lang="en-US" sz="600" dirty="0"/>
          </a:p>
        </p:txBody>
      </p:sp>
      <p:sp>
        <p:nvSpPr>
          <p:cNvPr id="195" name="Shape 187"/>
          <p:cNvSpPr/>
          <p:nvPr/>
        </p:nvSpPr>
        <p:spPr>
          <a:xfrm>
            <a:off x="2992648" y="3647484"/>
            <a:ext cx="685800" cy="119299"/>
          </a:xfrm>
          <a:prstGeom prst="rect">
            <a:avLst/>
          </a:prstGeom>
          <a:solidFill>
            <a:srgbClr val="FFFFFF"/>
          </a:solidFill>
          <a:ln w="6350">
            <a:solidFill>
              <a:srgbClr val="E2E2E2"/>
            </a:solidFill>
            <a:prstDash val="solid"/>
          </a:ln>
        </p:spPr>
      </p:sp>
      <p:sp>
        <p:nvSpPr>
          <p:cNvPr id="196" name="Text 188"/>
          <p:cNvSpPr txBox="1"/>
          <p:nvPr/>
        </p:nvSpPr>
        <p:spPr>
          <a:xfrm>
            <a:off x="3020080" y="3647484"/>
            <a:ext cx="6309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197" name="Shape 189"/>
          <p:cNvSpPr/>
          <p:nvPr/>
        </p:nvSpPr>
        <p:spPr>
          <a:xfrm>
            <a:off x="3678448" y="3647484"/>
            <a:ext cx="365760" cy="119299"/>
          </a:xfrm>
          <a:prstGeom prst="rect">
            <a:avLst/>
          </a:prstGeom>
          <a:solidFill>
            <a:srgbClr val="FFFFFF"/>
          </a:solidFill>
          <a:ln w="6350">
            <a:solidFill>
              <a:srgbClr val="E2E2E2"/>
            </a:solidFill>
            <a:prstDash val="solid"/>
          </a:ln>
        </p:spPr>
      </p:sp>
      <p:sp>
        <p:nvSpPr>
          <p:cNvPr id="198" name="Text 190"/>
          <p:cNvSpPr txBox="1"/>
          <p:nvPr/>
        </p:nvSpPr>
        <p:spPr>
          <a:xfrm>
            <a:off x="3705880" y="3647484"/>
            <a:ext cx="31089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199" name="Shape 191"/>
          <p:cNvSpPr/>
          <p:nvPr/>
        </p:nvSpPr>
        <p:spPr>
          <a:xfrm>
            <a:off x="587776" y="3794216"/>
            <a:ext cx="4950927" cy="201168"/>
          </a:xfrm>
          <a:prstGeom prst="rect">
            <a:avLst/>
          </a:prstGeom>
          <a:solidFill>
            <a:srgbClr val="F8F9FA"/>
          </a:solidFill>
          <a:ln w="12700">
            <a:solidFill>
              <a:srgbClr val="F8F9FA"/>
            </a:solidFill>
            <a:prstDash val="solid"/>
          </a:ln>
        </p:spPr>
      </p:sp>
      <p:sp>
        <p:nvSpPr>
          <p:cNvPr id="200" name="Text 192"/>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201" name="Shape 193"/>
          <p:cNvSpPr/>
          <p:nvPr/>
        </p:nvSpPr>
        <p:spPr>
          <a:xfrm>
            <a:off x="1136416" y="3794216"/>
            <a:ext cx="731520" cy="201168"/>
          </a:xfrm>
          <a:prstGeom prst="rect">
            <a:avLst/>
          </a:prstGeom>
          <a:solidFill>
            <a:srgbClr val="E1EFFE"/>
          </a:solidFill>
          <a:ln w="12700">
            <a:solidFill>
              <a:srgbClr val="E1EFFE"/>
            </a:solidFill>
            <a:prstDash val="solid"/>
          </a:ln>
        </p:spPr>
      </p:sp>
      <p:sp>
        <p:nvSpPr>
          <p:cNvPr id="202" name="Text 194"/>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Data</a:t>
            </a:r>
            <a:endParaRPr lang="en-US" sz="700" dirty="0"/>
          </a:p>
        </p:txBody>
      </p:sp>
      <p:sp>
        <p:nvSpPr>
          <p:cNvPr id="203" name="Text 195"/>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Ringkasan</a:t>
            </a:r>
            <a:endParaRPr lang="en-US" sz="700" dirty="0"/>
          </a:p>
        </p:txBody>
      </p:sp>
      <p:sp>
        <p:nvSpPr>
          <p:cNvPr id="204" name="Shape 196"/>
          <p:cNvSpPr/>
          <p:nvPr/>
        </p:nvSpPr>
        <p:spPr>
          <a:xfrm>
            <a:off x="1118128" y="3775928"/>
            <a:ext cx="768096" cy="237744"/>
          </a:xfrm>
          <a:prstGeom prst="roundRect">
            <a:avLst>
              <a:gd name="adj" fmla="val 19231"/>
            </a:avLst>
          </a:prstGeom>
          <a:solidFill>
            <a:srgbClr val="FFFFFF">
              <a:alpha val="0"/>
            </a:srgbClr>
          </a:solidFill>
          <a:ln w="31750">
            <a:solidFill>
              <a:srgbClr val="E53935"/>
            </a:solidFill>
            <a:prstDash val="solid"/>
          </a:ln>
        </p:spPr>
      </p:sp>
      <p:sp>
        <p:nvSpPr>
          <p:cNvPr id="205" name="Shape 197"/>
          <p:cNvSpPr/>
          <p:nvPr/>
        </p:nvSpPr>
        <p:spPr>
          <a:xfrm>
            <a:off x="1749064" y="3638768"/>
            <a:ext cx="274320" cy="274320"/>
          </a:xfrm>
          <a:prstGeom prst="ellipse">
            <a:avLst/>
          </a:prstGeom>
          <a:solidFill>
            <a:srgbClr val="E53935"/>
          </a:solidFill>
          <a:ln w="12700">
            <a:solidFill>
              <a:srgbClr val="FFFFFF"/>
            </a:solidFill>
            <a:prstDash val="solid"/>
          </a:ln>
        </p:spPr>
      </p:sp>
      <p:sp>
        <p:nvSpPr>
          <p:cNvPr id="206" name="Text 198"/>
          <p:cNvSpPr txBox="1"/>
          <p:nvPr/>
        </p:nvSpPr>
        <p:spPr>
          <a:xfrm>
            <a:off x="1749064" y="36387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207" name="Image 6" descr="preencoded.png">    </p:cNvPr>
          <p:cNvPicPr>
            <a:picLocks noChangeAspect="1"/>
          </p:cNvPicPr>
          <p:nvPr/>
        </p:nvPicPr>
        <p:blipFill>
          <a:blip r:embed="rId7"/>
          <a:stretch>
            <a:fillRect/>
          </a:stretch>
        </p:blipFill>
        <p:spPr>
          <a:xfrm>
            <a:off x="1538752" y="3904858"/>
            <a:ext cx="237744" cy="237744"/>
          </a:xfrm>
          <a:prstGeom prst="rect">
            <a:avLst/>
          </a:prstGeom>
        </p:spPr>
      </p:pic>
      <p:sp>
        <p:nvSpPr>
          <p:cNvPr id="208" name="Shape 199"/>
          <p:cNvSpPr/>
          <p:nvPr/>
        </p:nvSpPr>
        <p:spPr>
          <a:xfrm>
            <a:off x="1895368" y="3775928"/>
            <a:ext cx="768096" cy="237744"/>
          </a:xfrm>
          <a:prstGeom prst="roundRect">
            <a:avLst>
              <a:gd name="adj" fmla="val 19231"/>
            </a:avLst>
          </a:prstGeom>
          <a:solidFill>
            <a:srgbClr val="FFFFFF">
              <a:alpha val="0"/>
            </a:srgbClr>
          </a:solidFill>
          <a:ln w="31750">
            <a:solidFill>
              <a:srgbClr val="E53935"/>
            </a:solidFill>
            <a:prstDash val="solid"/>
          </a:ln>
        </p:spPr>
      </p:sp>
      <p:sp>
        <p:nvSpPr>
          <p:cNvPr id="209" name="Shape 200"/>
          <p:cNvSpPr/>
          <p:nvPr/>
        </p:nvSpPr>
        <p:spPr>
          <a:xfrm>
            <a:off x="2526304" y="3638768"/>
            <a:ext cx="274320" cy="274320"/>
          </a:xfrm>
          <a:prstGeom prst="ellipse">
            <a:avLst/>
          </a:prstGeom>
          <a:solidFill>
            <a:srgbClr val="E53935"/>
          </a:solidFill>
          <a:ln w="12700">
            <a:solidFill>
              <a:srgbClr val="FFFFFF"/>
            </a:solidFill>
            <a:prstDash val="solid"/>
          </a:ln>
        </p:spPr>
      </p:sp>
      <p:sp>
        <p:nvSpPr>
          <p:cNvPr id="210" name="Text 201"/>
          <p:cNvSpPr txBox="1"/>
          <p:nvPr/>
        </p:nvSpPr>
        <p:spPr>
          <a:xfrm>
            <a:off x="2526304" y="36387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211" name="Image 7" descr="preencoded.png">    </p:cNvPr>
          <p:cNvPicPr>
            <a:picLocks noChangeAspect="1"/>
          </p:cNvPicPr>
          <p:nvPr/>
        </p:nvPicPr>
        <p:blipFill>
          <a:blip r:embed="rId8"/>
          <a:stretch>
            <a:fillRect/>
          </a:stretch>
        </p:blipFill>
        <p:spPr>
          <a:xfrm>
            <a:off x="2315992" y="3904858"/>
            <a:ext cx="237744" cy="237744"/>
          </a:xfrm>
          <a:prstGeom prst="rect">
            <a:avLst/>
          </a:prstGeom>
        </p:spPr>
      </p:pic>
      <p:sp>
        <p:nvSpPr>
          <p:cNvPr id="212" name="Text 20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213" name="Text 20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Ganti nama lembar menjadi Data, tambah lembar Ringkasan</a:t>
            </a:r>
            <a:endParaRPr lang="en-US" sz="1800" dirty="0"/>
          </a:p>
        </p:txBody>
      </p:sp>
      <p:sp>
        <p:nvSpPr>
          <p:cNvPr id="214" name="Text 20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kanan tab Sheet1 › Rename › Data. Klik tombol + di kiri bawah untuk lembar baru, beri nama Ringkasan.</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Ringkasan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91440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758208" y="2573789"/>
            <a:ext cx="914400" cy="119299"/>
          </a:xfrm>
          <a:prstGeom prst="rect">
            <a:avLst/>
          </a:prstGeom>
          <a:solidFill>
            <a:srgbClr val="F8F9FA"/>
          </a:solidFill>
          <a:ln w="6350">
            <a:solidFill>
              <a:srgbClr val="DDDDDD"/>
            </a:solidFill>
            <a:prstDash val="solid"/>
          </a:ln>
        </p:spPr>
      </p:sp>
      <p:sp>
        <p:nvSpPr>
          <p:cNvPr id="64" name="Text 56"/>
          <p:cNvSpPr txBox="1"/>
          <p:nvPr/>
        </p:nvSpPr>
        <p:spPr>
          <a:xfrm>
            <a:off x="17582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672608" y="2573789"/>
            <a:ext cx="731520" cy="119299"/>
          </a:xfrm>
          <a:prstGeom prst="rect">
            <a:avLst/>
          </a:prstGeom>
          <a:solidFill>
            <a:srgbClr val="F8F9FA"/>
          </a:solidFill>
          <a:ln w="6350">
            <a:solidFill>
              <a:srgbClr val="DDDDDD"/>
            </a:solidFill>
            <a:prstDash val="solid"/>
          </a:ln>
        </p:spPr>
      </p:sp>
      <p:sp>
        <p:nvSpPr>
          <p:cNvPr id="66" name="Text 58"/>
          <p:cNvSpPr txBox="1"/>
          <p:nvPr/>
        </p:nvSpPr>
        <p:spPr>
          <a:xfrm>
            <a:off x="267260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3404128" y="2573789"/>
            <a:ext cx="731520" cy="119299"/>
          </a:xfrm>
          <a:prstGeom prst="rect">
            <a:avLst/>
          </a:prstGeom>
          <a:solidFill>
            <a:srgbClr val="F8F9FA"/>
          </a:solidFill>
          <a:ln w="6350">
            <a:solidFill>
              <a:srgbClr val="DDDDDD"/>
            </a:solidFill>
            <a:prstDash val="solid"/>
          </a:ln>
        </p:spPr>
      </p:sp>
      <p:sp>
        <p:nvSpPr>
          <p:cNvPr id="68" name="Text 60"/>
          <p:cNvSpPr txBox="1"/>
          <p:nvPr/>
        </p:nvSpPr>
        <p:spPr>
          <a:xfrm>
            <a:off x="34041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91440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73" name="Shape 65"/>
          <p:cNvSpPr/>
          <p:nvPr/>
        </p:nvSpPr>
        <p:spPr>
          <a:xfrm>
            <a:off x="1758208" y="2693089"/>
            <a:ext cx="914400" cy="119299"/>
          </a:xfrm>
          <a:prstGeom prst="rect">
            <a:avLst/>
          </a:prstGeom>
          <a:solidFill>
            <a:srgbClr val="0F4C3A"/>
          </a:solidFill>
          <a:ln w="6350">
            <a:solidFill>
              <a:srgbClr val="E2E2E2"/>
            </a:solidFill>
            <a:prstDash val="solid"/>
          </a:ln>
        </p:spPr>
      </p:sp>
      <p:sp>
        <p:nvSpPr>
          <p:cNvPr id="74" name="Text 66"/>
          <p:cNvSpPr txBox="1"/>
          <p:nvPr/>
        </p:nvSpPr>
        <p:spPr>
          <a:xfrm>
            <a:off x="17856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Jumlah Santri</a:t>
            </a:r>
            <a:endParaRPr lang="en-US" sz="600" dirty="0"/>
          </a:p>
        </p:txBody>
      </p:sp>
      <p:sp>
        <p:nvSpPr>
          <p:cNvPr id="75" name="Shape 67"/>
          <p:cNvSpPr/>
          <p:nvPr/>
        </p:nvSpPr>
        <p:spPr>
          <a:xfrm>
            <a:off x="2672608" y="2693089"/>
            <a:ext cx="731520" cy="119299"/>
          </a:xfrm>
          <a:prstGeom prst="rect">
            <a:avLst/>
          </a:prstGeom>
          <a:solidFill>
            <a:srgbClr val="0F4C3A"/>
          </a:solidFill>
          <a:ln w="6350">
            <a:solidFill>
              <a:srgbClr val="E2E2E2"/>
            </a:solidFill>
            <a:prstDash val="solid"/>
          </a:ln>
        </p:spPr>
      </p:sp>
      <p:sp>
        <p:nvSpPr>
          <p:cNvPr id="76" name="Shape 68"/>
          <p:cNvSpPr/>
          <p:nvPr/>
        </p:nvSpPr>
        <p:spPr>
          <a:xfrm>
            <a:off x="3404128" y="2693089"/>
            <a:ext cx="731520" cy="119299"/>
          </a:xfrm>
          <a:prstGeom prst="rect">
            <a:avLst/>
          </a:prstGeom>
          <a:solidFill>
            <a:srgbClr val="0F4C3A"/>
          </a:solidFill>
          <a:ln w="6350">
            <a:solidFill>
              <a:srgbClr val="E2E2E2"/>
            </a:solidFill>
            <a:prstDash val="solid"/>
          </a:ln>
        </p:spPr>
      </p:sp>
      <p:sp>
        <p:nvSpPr>
          <p:cNvPr id="77" name="Shape 69"/>
          <p:cNvSpPr/>
          <p:nvPr/>
        </p:nvSpPr>
        <p:spPr>
          <a:xfrm>
            <a:off x="587776" y="2812388"/>
            <a:ext cx="256032" cy="119299"/>
          </a:xfrm>
          <a:prstGeom prst="rect">
            <a:avLst/>
          </a:prstGeom>
          <a:solidFill>
            <a:srgbClr val="F8F9FA"/>
          </a:solidFill>
          <a:ln w="6350">
            <a:solidFill>
              <a:srgbClr val="DDDDDD"/>
            </a:solidFill>
            <a:prstDash val="solid"/>
          </a:ln>
        </p:spPr>
      </p:sp>
      <p:sp>
        <p:nvSpPr>
          <p:cNvPr id="78" name="Text 7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79" name="Shape 71"/>
          <p:cNvSpPr/>
          <p:nvPr/>
        </p:nvSpPr>
        <p:spPr>
          <a:xfrm>
            <a:off x="843808" y="2812388"/>
            <a:ext cx="914400" cy="119299"/>
          </a:xfrm>
          <a:prstGeom prst="rect">
            <a:avLst/>
          </a:prstGeom>
          <a:solidFill>
            <a:srgbClr val="FFFFFF"/>
          </a:solidFill>
          <a:ln w="6350">
            <a:solidFill>
              <a:srgbClr val="E2E2E2"/>
            </a:solidFill>
            <a:prstDash val="solid"/>
          </a:ln>
        </p:spPr>
      </p:sp>
      <p:sp>
        <p:nvSpPr>
          <p:cNvPr id="80" name="Text 72"/>
          <p:cNvSpPr txBox="1"/>
          <p:nvPr/>
        </p:nvSpPr>
        <p:spPr>
          <a:xfrm>
            <a:off x="871240" y="2812388"/>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81" name="Shape 73"/>
          <p:cNvSpPr/>
          <p:nvPr/>
        </p:nvSpPr>
        <p:spPr>
          <a:xfrm>
            <a:off x="1758208" y="2812388"/>
            <a:ext cx="914400" cy="119299"/>
          </a:xfrm>
          <a:prstGeom prst="rect">
            <a:avLst/>
          </a:prstGeom>
          <a:solidFill>
            <a:srgbClr val="FFFFFF"/>
          </a:solidFill>
          <a:ln w="6350">
            <a:solidFill>
              <a:srgbClr val="E2E2E2"/>
            </a:solidFill>
            <a:prstDash val="solid"/>
          </a:ln>
        </p:spPr>
      </p:sp>
      <p:sp>
        <p:nvSpPr>
          <p:cNvPr id="82" name="Shape 74"/>
          <p:cNvSpPr/>
          <p:nvPr/>
        </p:nvSpPr>
        <p:spPr>
          <a:xfrm>
            <a:off x="2672608" y="2812388"/>
            <a:ext cx="731520" cy="119299"/>
          </a:xfrm>
          <a:prstGeom prst="rect">
            <a:avLst/>
          </a:prstGeom>
          <a:solidFill>
            <a:srgbClr val="FFFFFF"/>
          </a:solidFill>
          <a:ln w="6350">
            <a:solidFill>
              <a:srgbClr val="E2E2E2"/>
            </a:solidFill>
            <a:prstDash val="solid"/>
          </a:ln>
        </p:spPr>
      </p:sp>
      <p:sp>
        <p:nvSpPr>
          <p:cNvPr id="83" name="Shape 75"/>
          <p:cNvSpPr/>
          <p:nvPr/>
        </p:nvSpPr>
        <p:spPr>
          <a:xfrm>
            <a:off x="3404128" y="2812388"/>
            <a:ext cx="731520" cy="119299"/>
          </a:xfrm>
          <a:prstGeom prst="rect">
            <a:avLst/>
          </a:prstGeom>
          <a:solidFill>
            <a:srgbClr val="FFFFFF"/>
          </a:solidFill>
          <a:ln w="6350">
            <a:solidFill>
              <a:srgbClr val="E2E2E2"/>
            </a:solidFill>
            <a:prstDash val="solid"/>
          </a:ln>
        </p:spPr>
      </p:sp>
      <p:sp>
        <p:nvSpPr>
          <p:cNvPr id="84" name="Shape 76"/>
          <p:cNvSpPr/>
          <p:nvPr/>
        </p:nvSpPr>
        <p:spPr>
          <a:xfrm>
            <a:off x="587776" y="2931688"/>
            <a:ext cx="256032" cy="119299"/>
          </a:xfrm>
          <a:prstGeom prst="rect">
            <a:avLst/>
          </a:prstGeom>
          <a:solidFill>
            <a:srgbClr val="F8F9FA"/>
          </a:solidFill>
          <a:ln w="6350">
            <a:solidFill>
              <a:srgbClr val="DDDDDD"/>
            </a:solidFill>
            <a:prstDash val="solid"/>
          </a:ln>
        </p:spPr>
      </p:sp>
      <p:sp>
        <p:nvSpPr>
          <p:cNvPr id="85" name="Text 77"/>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86" name="Shape 78"/>
          <p:cNvSpPr/>
          <p:nvPr/>
        </p:nvSpPr>
        <p:spPr>
          <a:xfrm>
            <a:off x="843808" y="2931688"/>
            <a:ext cx="914400" cy="119299"/>
          </a:xfrm>
          <a:prstGeom prst="rect">
            <a:avLst/>
          </a:prstGeom>
          <a:solidFill>
            <a:srgbClr val="FFFFFF"/>
          </a:solidFill>
          <a:ln w="6350">
            <a:solidFill>
              <a:srgbClr val="E2E2E2"/>
            </a:solidFill>
            <a:prstDash val="solid"/>
          </a:ln>
        </p:spPr>
      </p:sp>
      <p:sp>
        <p:nvSpPr>
          <p:cNvPr id="87" name="Text 79"/>
          <p:cNvSpPr txBox="1"/>
          <p:nvPr/>
        </p:nvSpPr>
        <p:spPr>
          <a:xfrm>
            <a:off x="871240" y="2931688"/>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88" name="Shape 80"/>
          <p:cNvSpPr/>
          <p:nvPr/>
        </p:nvSpPr>
        <p:spPr>
          <a:xfrm>
            <a:off x="1758208" y="2931688"/>
            <a:ext cx="914400" cy="119299"/>
          </a:xfrm>
          <a:prstGeom prst="rect">
            <a:avLst/>
          </a:prstGeom>
          <a:solidFill>
            <a:srgbClr val="FFFFFF"/>
          </a:solidFill>
          <a:ln w="6350">
            <a:solidFill>
              <a:srgbClr val="E2E2E2"/>
            </a:solidFill>
            <a:prstDash val="solid"/>
          </a:ln>
        </p:spPr>
      </p:sp>
      <p:sp>
        <p:nvSpPr>
          <p:cNvPr id="89" name="Shape 81"/>
          <p:cNvSpPr/>
          <p:nvPr/>
        </p:nvSpPr>
        <p:spPr>
          <a:xfrm>
            <a:off x="2672608" y="2931688"/>
            <a:ext cx="731520" cy="119299"/>
          </a:xfrm>
          <a:prstGeom prst="rect">
            <a:avLst/>
          </a:prstGeom>
          <a:solidFill>
            <a:srgbClr val="FFFFFF"/>
          </a:solidFill>
          <a:ln w="6350">
            <a:solidFill>
              <a:srgbClr val="E2E2E2"/>
            </a:solidFill>
            <a:prstDash val="solid"/>
          </a:ln>
        </p:spPr>
      </p:sp>
      <p:sp>
        <p:nvSpPr>
          <p:cNvPr id="90" name="Shape 82"/>
          <p:cNvSpPr/>
          <p:nvPr/>
        </p:nvSpPr>
        <p:spPr>
          <a:xfrm>
            <a:off x="3404128" y="2931688"/>
            <a:ext cx="731520" cy="119299"/>
          </a:xfrm>
          <a:prstGeom prst="rect">
            <a:avLst/>
          </a:prstGeom>
          <a:solidFill>
            <a:srgbClr val="FFFFFF"/>
          </a:solidFill>
          <a:ln w="6350">
            <a:solidFill>
              <a:srgbClr val="E2E2E2"/>
            </a:solidFill>
            <a:prstDash val="solid"/>
          </a:ln>
        </p:spPr>
      </p:sp>
      <p:sp>
        <p:nvSpPr>
          <p:cNvPr id="91" name="Shape 83"/>
          <p:cNvSpPr/>
          <p:nvPr/>
        </p:nvSpPr>
        <p:spPr>
          <a:xfrm>
            <a:off x="587776" y="3050987"/>
            <a:ext cx="256032" cy="119299"/>
          </a:xfrm>
          <a:prstGeom prst="rect">
            <a:avLst/>
          </a:prstGeom>
          <a:solidFill>
            <a:srgbClr val="F8F9FA"/>
          </a:solidFill>
          <a:ln w="6350">
            <a:solidFill>
              <a:srgbClr val="DDDDDD"/>
            </a:solidFill>
            <a:prstDash val="solid"/>
          </a:ln>
        </p:spPr>
      </p:sp>
      <p:sp>
        <p:nvSpPr>
          <p:cNvPr id="92" name="Text 84"/>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3" name="Shape 85"/>
          <p:cNvSpPr/>
          <p:nvPr/>
        </p:nvSpPr>
        <p:spPr>
          <a:xfrm>
            <a:off x="843808" y="3050987"/>
            <a:ext cx="914400" cy="119299"/>
          </a:xfrm>
          <a:prstGeom prst="rect">
            <a:avLst/>
          </a:prstGeom>
          <a:solidFill>
            <a:srgbClr val="FFFFFF"/>
          </a:solidFill>
          <a:ln w="6350">
            <a:solidFill>
              <a:srgbClr val="E2E2E2"/>
            </a:solidFill>
            <a:prstDash val="solid"/>
          </a:ln>
        </p:spPr>
      </p:sp>
      <p:sp>
        <p:nvSpPr>
          <p:cNvPr id="94" name="Text 86"/>
          <p:cNvSpPr txBox="1"/>
          <p:nvPr/>
        </p:nvSpPr>
        <p:spPr>
          <a:xfrm>
            <a:off x="871240" y="3050987"/>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95" name="Shape 87"/>
          <p:cNvSpPr/>
          <p:nvPr/>
        </p:nvSpPr>
        <p:spPr>
          <a:xfrm>
            <a:off x="1758208" y="3050987"/>
            <a:ext cx="914400" cy="119299"/>
          </a:xfrm>
          <a:prstGeom prst="rect">
            <a:avLst/>
          </a:prstGeom>
          <a:solidFill>
            <a:srgbClr val="FFFFFF"/>
          </a:solidFill>
          <a:ln w="6350">
            <a:solidFill>
              <a:srgbClr val="E2E2E2"/>
            </a:solidFill>
            <a:prstDash val="solid"/>
          </a:ln>
        </p:spPr>
      </p:sp>
      <p:sp>
        <p:nvSpPr>
          <p:cNvPr id="96" name="Shape 88"/>
          <p:cNvSpPr/>
          <p:nvPr/>
        </p:nvSpPr>
        <p:spPr>
          <a:xfrm>
            <a:off x="2672608" y="3050987"/>
            <a:ext cx="731520" cy="119299"/>
          </a:xfrm>
          <a:prstGeom prst="rect">
            <a:avLst/>
          </a:prstGeom>
          <a:solidFill>
            <a:srgbClr val="FFFFFF"/>
          </a:solidFill>
          <a:ln w="6350">
            <a:solidFill>
              <a:srgbClr val="E2E2E2"/>
            </a:solidFill>
            <a:prstDash val="solid"/>
          </a:ln>
        </p:spPr>
      </p:sp>
      <p:sp>
        <p:nvSpPr>
          <p:cNvPr id="97" name="Shape 89"/>
          <p:cNvSpPr/>
          <p:nvPr/>
        </p:nvSpPr>
        <p:spPr>
          <a:xfrm>
            <a:off x="3404128" y="3050987"/>
            <a:ext cx="731520" cy="119299"/>
          </a:xfrm>
          <a:prstGeom prst="rect">
            <a:avLst/>
          </a:prstGeom>
          <a:solidFill>
            <a:srgbClr val="FFFFFF"/>
          </a:solidFill>
          <a:ln w="6350">
            <a:solidFill>
              <a:srgbClr val="E2E2E2"/>
            </a:solidFill>
            <a:prstDash val="solid"/>
          </a:ln>
        </p:spPr>
      </p:sp>
      <p:sp>
        <p:nvSpPr>
          <p:cNvPr id="98" name="Shape 90"/>
          <p:cNvSpPr/>
          <p:nvPr/>
        </p:nvSpPr>
        <p:spPr>
          <a:xfrm>
            <a:off x="587776" y="3170287"/>
            <a:ext cx="256032" cy="119299"/>
          </a:xfrm>
          <a:prstGeom prst="rect">
            <a:avLst/>
          </a:prstGeom>
          <a:solidFill>
            <a:srgbClr val="F8F9FA"/>
          </a:solidFill>
          <a:ln w="6350">
            <a:solidFill>
              <a:srgbClr val="DDDDDD"/>
            </a:solidFill>
            <a:prstDash val="solid"/>
          </a:ln>
        </p:spPr>
      </p:sp>
      <p:sp>
        <p:nvSpPr>
          <p:cNvPr id="99" name="Text 91"/>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0" name="Shape 92"/>
          <p:cNvSpPr/>
          <p:nvPr/>
        </p:nvSpPr>
        <p:spPr>
          <a:xfrm>
            <a:off x="843808" y="3170287"/>
            <a:ext cx="914400" cy="119299"/>
          </a:xfrm>
          <a:prstGeom prst="rect">
            <a:avLst/>
          </a:prstGeom>
          <a:solidFill>
            <a:srgbClr val="FFFFFF"/>
          </a:solidFill>
          <a:ln w="6350">
            <a:solidFill>
              <a:srgbClr val="E2E2E2"/>
            </a:solidFill>
            <a:prstDash val="solid"/>
          </a:ln>
        </p:spPr>
      </p:sp>
      <p:sp>
        <p:nvSpPr>
          <p:cNvPr id="101" name="Text 93"/>
          <p:cNvSpPr txBox="1"/>
          <p:nvPr/>
        </p:nvSpPr>
        <p:spPr>
          <a:xfrm>
            <a:off x="871240" y="3170287"/>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02" name="Shape 94"/>
          <p:cNvSpPr/>
          <p:nvPr/>
        </p:nvSpPr>
        <p:spPr>
          <a:xfrm>
            <a:off x="1758208" y="3170287"/>
            <a:ext cx="914400" cy="119299"/>
          </a:xfrm>
          <a:prstGeom prst="rect">
            <a:avLst/>
          </a:prstGeom>
          <a:solidFill>
            <a:srgbClr val="FFFFFF"/>
          </a:solidFill>
          <a:ln w="6350">
            <a:solidFill>
              <a:srgbClr val="E2E2E2"/>
            </a:solidFill>
            <a:prstDash val="solid"/>
          </a:ln>
        </p:spPr>
      </p:sp>
      <p:sp>
        <p:nvSpPr>
          <p:cNvPr id="103" name="Shape 95"/>
          <p:cNvSpPr/>
          <p:nvPr/>
        </p:nvSpPr>
        <p:spPr>
          <a:xfrm>
            <a:off x="2672608" y="3170287"/>
            <a:ext cx="731520" cy="119299"/>
          </a:xfrm>
          <a:prstGeom prst="rect">
            <a:avLst/>
          </a:prstGeom>
          <a:solidFill>
            <a:srgbClr val="FFFFFF"/>
          </a:solidFill>
          <a:ln w="6350">
            <a:solidFill>
              <a:srgbClr val="E2E2E2"/>
            </a:solidFill>
            <a:prstDash val="solid"/>
          </a:ln>
        </p:spPr>
      </p:sp>
      <p:sp>
        <p:nvSpPr>
          <p:cNvPr id="104" name="Shape 96"/>
          <p:cNvSpPr/>
          <p:nvPr/>
        </p:nvSpPr>
        <p:spPr>
          <a:xfrm>
            <a:off x="3404128" y="3170287"/>
            <a:ext cx="731520" cy="119299"/>
          </a:xfrm>
          <a:prstGeom prst="rect">
            <a:avLst/>
          </a:prstGeom>
          <a:solidFill>
            <a:srgbClr val="FFFFFF"/>
          </a:solidFill>
          <a:ln w="6350">
            <a:solidFill>
              <a:srgbClr val="E2E2E2"/>
            </a:solidFill>
            <a:prstDash val="solid"/>
          </a:ln>
        </p:spPr>
      </p:sp>
      <p:sp>
        <p:nvSpPr>
          <p:cNvPr id="105" name="Shape 97"/>
          <p:cNvSpPr/>
          <p:nvPr/>
        </p:nvSpPr>
        <p:spPr>
          <a:xfrm>
            <a:off x="587776" y="3289586"/>
            <a:ext cx="256032" cy="119299"/>
          </a:xfrm>
          <a:prstGeom prst="rect">
            <a:avLst/>
          </a:prstGeom>
          <a:solidFill>
            <a:srgbClr val="F8F9FA"/>
          </a:solidFill>
          <a:ln w="6350">
            <a:solidFill>
              <a:srgbClr val="DDDDDD"/>
            </a:solidFill>
            <a:prstDash val="solid"/>
          </a:ln>
        </p:spPr>
      </p:sp>
      <p:sp>
        <p:nvSpPr>
          <p:cNvPr id="106" name="Text 98"/>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07" name="Shape 99"/>
          <p:cNvSpPr/>
          <p:nvPr/>
        </p:nvSpPr>
        <p:spPr>
          <a:xfrm>
            <a:off x="843808" y="3289586"/>
            <a:ext cx="914400" cy="119299"/>
          </a:xfrm>
          <a:prstGeom prst="rect">
            <a:avLst/>
          </a:prstGeom>
          <a:solidFill>
            <a:srgbClr val="FFFFFF"/>
          </a:solidFill>
          <a:ln w="6350">
            <a:solidFill>
              <a:srgbClr val="E2E2E2"/>
            </a:solidFill>
            <a:prstDash val="solid"/>
          </a:ln>
        </p:spPr>
      </p:sp>
      <p:sp>
        <p:nvSpPr>
          <p:cNvPr id="108" name="Shape 100"/>
          <p:cNvSpPr/>
          <p:nvPr/>
        </p:nvSpPr>
        <p:spPr>
          <a:xfrm>
            <a:off x="1758208" y="3289586"/>
            <a:ext cx="914400" cy="119299"/>
          </a:xfrm>
          <a:prstGeom prst="rect">
            <a:avLst/>
          </a:prstGeom>
          <a:solidFill>
            <a:srgbClr val="FFFFFF"/>
          </a:solidFill>
          <a:ln w="6350">
            <a:solidFill>
              <a:srgbClr val="E2E2E2"/>
            </a:solidFill>
            <a:prstDash val="solid"/>
          </a:ln>
        </p:spPr>
      </p:sp>
      <p:sp>
        <p:nvSpPr>
          <p:cNvPr id="109" name="Shape 101"/>
          <p:cNvSpPr/>
          <p:nvPr/>
        </p:nvSpPr>
        <p:spPr>
          <a:xfrm>
            <a:off x="2672608" y="3289586"/>
            <a:ext cx="731520" cy="119299"/>
          </a:xfrm>
          <a:prstGeom prst="rect">
            <a:avLst/>
          </a:prstGeom>
          <a:solidFill>
            <a:srgbClr val="FFFFFF"/>
          </a:solidFill>
          <a:ln w="6350">
            <a:solidFill>
              <a:srgbClr val="E2E2E2"/>
            </a:solidFill>
            <a:prstDash val="solid"/>
          </a:ln>
        </p:spPr>
      </p:sp>
      <p:sp>
        <p:nvSpPr>
          <p:cNvPr id="110" name="Shape 102"/>
          <p:cNvSpPr/>
          <p:nvPr/>
        </p:nvSpPr>
        <p:spPr>
          <a:xfrm>
            <a:off x="3404128" y="3289586"/>
            <a:ext cx="731520" cy="119299"/>
          </a:xfrm>
          <a:prstGeom prst="rect">
            <a:avLst/>
          </a:prstGeom>
          <a:solidFill>
            <a:srgbClr val="FFFFFF"/>
          </a:solidFill>
          <a:ln w="6350">
            <a:solidFill>
              <a:srgbClr val="E2E2E2"/>
            </a:solidFill>
            <a:prstDash val="solid"/>
          </a:ln>
        </p:spPr>
      </p:sp>
      <p:sp>
        <p:nvSpPr>
          <p:cNvPr id="111" name="Shape 103"/>
          <p:cNvSpPr/>
          <p:nvPr/>
        </p:nvSpPr>
        <p:spPr>
          <a:xfrm>
            <a:off x="587776" y="3408885"/>
            <a:ext cx="256032" cy="119299"/>
          </a:xfrm>
          <a:prstGeom prst="rect">
            <a:avLst/>
          </a:prstGeom>
          <a:solidFill>
            <a:srgbClr val="F8F9FA"/>
          </a:solidFill>
          <a:ln w="6350">
            <a:solidFill>
              <a:srgbClr val="DDDDDD"/>
            </a:solidFill>
            <a:prstDash val="solid"/>
          </a:ln>
        </p:spPr>
      </p:sp>
      <p:sp>
        <p:nvSpPr>
          <p:cNvPr id="112" name="Text 104"/>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13" name="Shape 105"/>
          <p:cNvSpPr/>
          <p:nvPr/>
        </p:nvSpPr>
        <p:spPr>
          <a:xfrm>
            <a:off x="843808" y="3408885"/>
            <a:ext cx="914400" cy="119299"/>
          </a:xfrm>
          <a:prstGeom prst="rect">
            <a:avLst/>
          </a:prstGeom>
          <a:solidFill>
            <a:srgbClr val="FFFFFF"/>
          </a:solidFill>
          <a:ln w="6350">
            <a:solidFill>
              <a:srgbClr val="E2E2E2"/>
            </a:solidFill>
            <a:prstDash val="solid"/>
          </a:ln>
        </p:spPr>
      </p:sp>
      <p:sp>
        <p:nvSpPr>
          <p:cNvPr id="114" name="Shape 106"/>
          <p:cNvSpPr/>
          <p:nvPr/>
        </p:nvSpPr>
        <p:spPr>
          <a:xfrm>
            <a:off x="1758208" y="3408885"/>
            <a:ext cx="914400" cy="119299"/>
          </a:xfrm>
          <a:prstGeom prst="rect">
            <a:avLst/>
          </a:prstGeom>
          <a:solidFill>
            <a:srgbClr val="FFFFFF"/>
          </a:solidFill>
          <a:ln w="6350">
            <a:solidFill>
              <a:srgbClr val="E2E2E2"/>
            </a:solidFill>
            <a:prstDash val="solid"/>
          </a:ln>
        </p:spPr>
      </p:sp>
      <p:sp>
        <p:nvSpPr>
          <p:cNvPr id="115" name="Shape 107"/>
          <p:cNvSpPr/>
          <p:nvPr/>
        </p:nvSpPr>
        <p:spPr>
          <a:xfrm>
            <a:off x="2672608" y="3408885"/>
            <a:ext cx="731520" cy="119299"/>
          </a:xfrm>
          <a:prstGeom prst="rect">
            <a:avLst/>
          </a:prstGeom>
          <a:solidFill>
            <a:srgbClr val="FFFFFF"/>
          </a:solidFill>
          <a:ln w="6350">
            <a:solidFill>
              <a:srgbClr val="E2E2E2"/>
            </a:solidFill>
            <a:prstDash val="solid"/>
          </a:ln>
        </p:spPr>
      </p:sp>
      <p:sp>
        <p:nvSpPr>
          <p:cNvPr id="116" name="Shape 108"/>
          <p:cNvSpPr/>
          <p:nvPr/>
        </p:nvSpPr>
        <p:spPr>
          <a:xfrm>
            <a:off x="3404128" y="3408885"/>
            <a:ext cx="731520" cy="119299"/>
          </a:xfrm>
          <a:prstGeom prst="rect">
            <a:avLst/>
          </a:prstGeom>
          <a:solidFill>
            <a:srgbClr val="FFFFFF"/>
          </a:solidFill>
          <a:ln w="6350">
            <a:solidFill>
              <a:srgbClr val="E2E2E2"/>
            </a:solidFill>
            <a:prstDash val="solid"/>
          </a:ln>
        </p:spPr>
      </p:sp>
      <p:sp>
        <p:nvSpPr>
          <p:cNvPr id="117" name="Shape 109"/>
          <p:cNvSpPr/>
          <p:nvPr/>
        </p:nvSpPr>
        <p:spPr>
          <a:xfrm>
            <a:off x="587776" y="3528185"/>
            <a:ext cx="256032" cy="119299"/>
          </a:xfrm>
          <a:prstGeom prst="rect">
            <a:avLst/>
          </a:prstGeom>
          <a:solidFill>
            <a:srgbClr val="F8F9FA"/>
          </a:solidFill>
          <a:ln w="6350">
            <a:solidFill>
              <a:srgbClr val="DDDDDD"/>
            </a:solidFill>
            <a:prstDash val="solid"/>
          </a:ln>
        </p:spPr>
      </p:sp>
      <p:sp>
        <p:nvSpPr>
          <p:cNvPr id="118" name="Text 110"/>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19" name="Shape 111"/>
          <p:cNvSpPr/>
          <p:nvPr/>
        </p:nvSpPr>
        <p:spPr>
          <a:xfrm>
            <a:off x="843808" y="3528185"/>
            <a:ext cx="914400" cy="119299"/>
          </a:xfrm>
          <a:prstGeom prst="rect">
            <a:avLst/>
          </a:prstGeom>
          <a:solidFill>
            <a:srgbClr val="FFFFFF"/>
          </a:solidFill>
          <a:ln w="6350">
            <a:solidFill>
              <a:srgbClr val="E2E2E2"/>
            </a:solidFill>
            <a:prstDash val="solid"/>
          </a:ln>
        </p:spPr>
      </p:sp>
      <p:sp>
        <p:nvSpPr>
          <p:cNvPr id="120" name="Shape 112"/>
          <p:cNvSpPr/>
          <p:nvPr/>
        </p:nvSpPr>
        <p:spPr>
          <a:xfrm>
            <a:off x="1758208" y="3528185"/>
            <a:ext cx="914400" cy="119299"/>
          </a:xfrm>
          <a:prstGeom prst="rect">
            <a:avLst/>
          </a:prstGeom>
          <a:solidFill>
            <a:srgbClr val="FFFFFF"/>
          </a:solidFill>
          <a:ln w="6350">
            <a:solidFill>
              <a:srgbClr val="E2E2E2"/>
            </a:solidFill>
            <a:prstDash val="solid"/>
          </a:ln>
        </p:spPr>
      </p:sp>
      <p:sp>
        <p:nvSpPr>
          <p:cNvPr id="121" name="Shape 113"/>
          <p:cNvSpPr/>
          <p:nvPr/>
        </p:nvSpPr>
        <p:spPr>
          <a:xfrm>
            <a:off x="2672608" y="3528185"/>
            <a:ext cx="731520" cy="119299"/>
          </a:xfrm>
          <a:prstGeom prst="rect">
            <a:avLst/>
          </a:prstGeom>
          <a:solidFill>
            <a:srgbClr val="FFFFFF"/>
          </a:solidFill>
          <a:ln w="6350">
            <a:solidFill>
              <a:srgbClr val="E2E2E2"/>
            </a:solidFill>
            <a:prstDash val="solid"/>
          </a:ln>
        </p:spPr>
      </p:sp>
      <p:sp>
        <p:nvSpPr>
          <p:cNvPr id="122" name="Shape 114"/>
          <p:cNvSpPr/>
          <p:nvPr/>
        </p:nvSpPr>
        <p:spPr>
          <a:xfrm>
            <a:off x="3404128" y="3528185"/>
            <a:ext cx="731520" cy="119299"/>
          </a:xfrm>
          <a:prstGeom prst="rect">
            <a:avLst/>
          </a:prstGeom>
          <a:solidFill>
            <a:srgbClr val="FFFFFF"/>
          </a:solidFill>
          <a:ln w="6350">
            <a:solidFill>
              <a:srgbClr val="E2E2E2"/>
            </a:solidFill>
            <a:prstDash val="solid"/>
          </a:ln>
        </p:spPr>
      </p:sp>
      <p:sp>
        <p:nvSpPr>
          <p:cNvPr id="123" name="Shape 115"/>
          <p:cNvSpPr/>
          <p:nvPr/>
        </p:nvSpPr>
        <p:spPr>
          <a:xfrm>
            <a:off x="587776" y="3647484"/>
            <a:ext cx="256032" cy="119299"/>
          </a:xfrm>
          <a:prstGeom prst="rect">
            <a:avLst/>
          </a:prstGeom>
          <a:solidFill>
            <a:srgbClr val="F8F9FA"/>
          </a:solidFill>
          <a:ln w="6350">
            <a:solidFill>
              <a:srgbClr val="DDDDDD"/>
            </a:solidFill>
            <a:prstDash val="solid"/>
          </a:ln>
        </p:spPr>
      </p:sp>
      <p:sp>
        <p:nvSpPr>
          <p:cNvPr id="124" name="Text 116"/>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25" name="Shape 117"/>
          <p:cNvSpPr/>
          <p:nvPr/>
        </p:nvSpPr>
        <p:spPr>
          <a:xfrm>
            <a:off x="843808" y="3647484"/>
            <a:ext cx="914400" cy="119299"/>
          </a:xfrm>
          <a:prstGeom prst="rect">
            <a:avLst/>
          </a:prstGeom>
          <a:solidFill>
            <a:srgbClr val="FFFFFF"/>
          </a:solidFill>
          <a:ln w="6350">
            <a:solidFill>
              <a:srgbClr val="E2E2E2"/>
            </a:solidFill>
            <a:prstDash val="solid"/>
          </a:ln>
        </p:spPr>
      </p:sp>
      <p:sp>
        <p:nvSpPr>
          <p:cNvPr id="126" name="Shape 118"/>
          <p:cNvSpPr/>
          <p:nvPr/>
        </p:nvSpPr>
        <p:spPr>
          <a:xfrm>
            <a:off x="1758208" y="3647484"/>
            <a:ext cx="914400" cy="119299"/>
          </a:xfrm>
          <a:prstGeom prst="rect">
            <a:avLst/>
          </a:prstGeom>
          <a:solidFill>
            <a:srgbClr val="FFFFFF"/>
          </a:solidFill>
          <a:ln w="6350">
            <a:solidFill>
              <a:srgbClr val="E2E2E2"/>
            </a:solidFill>
            <a:prstDash val="solid"/>
          </a:ln>
        </p:spPr>
      </p:sp>
      <p:sp>
        <p:nvSpPr>
          <p:cNvPr id="127" name="Shape 119"/>
          <p:cNvSpPr/>
          <p:nvPr/>
        </p:nvSpPr>
        <p:spPr>
          <a:xfrm>
            <a:off x="2672608" y="3647484"/>
            <a:ext cx="731520" cy="119299"/>
          </a:xfrm>
          <a:prstGeom prst="rect">
            <a:avLst/>
          </a:prstGeom>
          <a:solidFill>
            <a:srgbClr val="FFFFFF"/>
          </a:solidFill>
          <a:ln w="6350">
            <a:solidFill>
              <a:srgbClr val="E2E2E2"/>
            </a:solidFill>
            <a:prstDash val="solid"/>
          </a:ln>
        </p:spPr>
      </p:sp>
      <p:sp>
        <p:nvSpPr>
          <p:cNvPr id="128" name="Shape 120"/>
          <p:cNvSpPr/>
          <p:nvPr/>
        </p:nvSpPr>
        <p:spPr>
          <a:xfrm>
            <a:off x="3404128" y="3647484"/>
            <a:ext cx="731520" cy="119299"/>
          </a:xfrm>
          <a:prstGeom prst="rect">
            <a:avLst/>
          </a:prstGeom>
          <a:solidFill>
            <a:srgbClr val="FFFFFF"/>
          </a:solidFill>
          <a:ln w="6350">
            <a:solidFill>
              <a:srgbClr val="E2E2E2"/>
            </a:solidFill>
            <a:prstDash val="solid"/>
          </a:ln>
        </p:spPr>
      </p:sp>
      <p:sp>
        <p:nvSpPr>
          <p:cNvPr id="129" name="Shape 121"/>
          <p:cNvSpPr/>
          <p:nvPr/>
        </p:nvSpPr>
        <p:spPr>
          <a:xfrm>
            <a:off x="843808" y="2693089"/>
            <a:ext cx="1828800" cy="596497"/>
          </a:xfrm>
          <a:prstGeom prst="rect">
            <a:avLst/>
          </a:prstGeom>
          <a:solidFill>
            <a:srgbClr val="1A73E8">
              <a:alpha val="12000"/>
            </a:srgbClr>
          </a:solidFill>
          <a:ln w="19050">
            <a:solidFill>
              <a:srgbClr val="1A73E8"/>
            </a:solidFill>
            <a:prstDash val="solid"/>
          </a:ln>
        </p:spPr>
      </p:sp>
      <p:sp>
        <p:nvSpPr>
          <p:cNvPr id="130" name="Shape 122"/>
          <p:cNvSpPr/>
          <p:nvPr/>
        </p:nvSpPr>
        <p:spPr>
          <a:xfrm>
            <a:off x="587776" y="3794216"/>
            <a:ext cx="4950927" cy="201168"/>
          </a:xfrm>
          <a:prstGeom prst="rect">
            <a:avLst/>
          </a:prstGeom>
          <a:solidFill>
            <a:srgbClr val="F8F9FA"/>
          </a:solidFill>
          <a:ln w="12700">
            <a:solidFill>
              <a:srgbClr val="F8F9FA"/>
            </a:solidFill>
            <a:prstDash val="solid"/>
          </a:ln>
        </p:spPr>
      </p:sp>
      <p:sp>
        <p:nvSpPr>
          <p:cNvPr id="131" name="Text 123"/>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32" name="Text 124"/>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33" name="Shape 125"/>
          <p:cNvSpPr/>
          <p:nvPr/>
        </p:nvSpPr>
        <p:spPr>
          <a:xfrm>
            <a:off x="1913656" y="3794216"/>
            <a:ext cx="731520" cy="201168"/>
          </a:xfrm>
          <a:prstGeom prst="rect">
            <a:avLst/>
          </a:prstGeom>
          <a:solidFill>
            <a:srgbClr val="E1EFFE"/>
          </a:solidFill>
          <a:ln w="12700">
            <a:solidFill>
              <a:srgbClr val="E1EFFE"/>
            </a:solidFill>
            <a:prstDash val="solid"/>
          </a:ln>
        </p:spPr>
      </p:sp>
      <p:sp>
        <p:nvSpPr>
          <p:cNvPr id="134" name="Text 126"/>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35" name="Shape 127"/>
          <p:cNvSpPr/>
          <p:nvPr/>
        </p:nvSpPr>
        <p:spPr>
          <a:xfrm>
            <a:off x="825520" y="2674801"/>
            <a:ext cx="1865376" cy="633073"/>
          </a:xfrm>
          <a:prstGeom prst="roundRect">
            <a:avLst>
              <a:gd name="adj" fmla="val 7222"/>
            </a:avLst>
          </a:prstGeom>
          <a:solidFill>
            <a:srgbClr val="FFFFFF">
              <a:alpha val="0"/>
            </a:srgbClr>
          </a:solidFill>
          <a:ln w="31750">
            <a:solidFill>
              <a:srgbClr val="E53935"/>
            </a:solidFill>
            <a:prstDash val="solid"/>
          </a:ln>
        </p:spPr>
      </p:sp>
      <p:sp>
        <p:nvSpPr>
          <p:cNvPr id="136" name="Shape 128"/>
          <p:cNvSpPr/>
          <p:nvPr/>
        </p:nvSpPr>
        <p:spPr>
          <a:xfrm>
            <a:off x="2553736" y="2537641"/>
            <a:ext cx="274320" cy="274320"/>
          </a:xfrm>
          <a:prstGeom prst="ellipse">
            <a:avLst/>
          </a:prstGeom>
          <a:solidFill>
            <a:srgbClr val="E53935"/>
          </a:solidFill>
          <a:ln w="12700">
            <a:solidFill>
              <a:srgbClr val="FFFFFF"/>
            </a:solidFill>
            <a:prstDash val="solid"/>
          </a:ln>
        </p:spPr>
      </p:sp>
      <p:sp>
        <p:nvSpPr>
          <p:cNvPr id="137" name="Text 129"/>
          <p:cNvSpPr txBox="1"/>
          <p:nvPr/>
        </p:nvSpPr>
        <p:spPr>
          <a:xfrm>
            <a:off x="2553736" y="253764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138" name="Image 6" descr="preencoded.png">    </p:cNvPr>
          <p:cNvPicPr>
            <a:picLocks noChangeAspect="1"/>
          </p:cNvPicPr>
          <p:nvPr/>
        </p:nvPicPr>
        <p:blipFill>
          <a:blip r:embed="rId7"/>
          <a:stretch>
            <a:fillRect/>
          </a:stretch>
        </p:blipFill>
        <p:spPr>
          <a:xfrm>
            <a:off x="1849648" y="3021162"/>
            <a:ext cx="237744" cy="237744"/>
          </a:xfrm>
          <a:prstGeom prst="rect">
            <a:avLst/>
          </a:prstGeom>
        </p:spPr>
      </p:pic>
      <p:sp>
        <p:nvSpPr>
          <p:cNvPr id="139" name="Text 13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140" name="Text 13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Di lembar Ringkasan, buat tabel kategori</a:t>
            </a:r>
            <a:endParaRPr lang="en-US" sz="1800" dirty="0"/>
          </a:p>
        </p:txBody>
      </p:sp>
      <p:sp>
        <p:nvSpPr>
          <p:cNvPr id="141" name="Text 13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A1: Ekskul, B1: Jumlah Santri. A2–A5: Pramuka, Kaligrafi, Futsal, Tahsin.</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Ringkasan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B2</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=COUNTIF(Data!E2:E30,A2)</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91440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758208" y="2573789"/>
            <a:ext cx="914400" cy="119299"/>
          </a:xfrm>
          <a:prstGeom prst="rect">
            <a:avLst/>
          </a:prstGeom>
          <a:solidFill>
            <a:srgbClr val="F8F9FA"/>
          </a:solidFill>
          <a:ln w="6350">
            <a:solidFill>
              <a:srgbClr val="DDDDDD"/>
            </a:solidFill>
            <a:prstDash val="solid"/>
          </a:ln>
        </p:spPr>
      </p:sp>
      <p:sp>
        <p:nvSpPr>
          <p:cNvPr id="64" name="Text 56"/>
          <p:cNvSpPr txBox="1"/>
          <p:nvPr/>
        </p:nvSpPr>
        <p:spPr>
          <a:xfrm>
            <a:off x="17582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672608" y="2573789"/>
            <a:ext cx="731520" cy="119299"/>
          </a:xfrm>
          <a:prstGeom prst="rect">
            <a:avLst/>
          </a:prstGeom>
          <a:solidFill>
            <a:srgbClr val="F8F9FA"/>
          </a:solidFill>
          <a:ln w="6350">
            <a:solidFill>
              <a:srgbClr val="DDDDDD"/>
            </a:solidFill>
            <a:prstDash val="solid"/>
          </a:ln>
        </p:spPr>
      </p:sp>
      <p:sp>
        <p:nvSpPr>
          <p:cNvPr id="66" name="Text 58"/>
          <p:cNvSpPr txBox="1"/>
          <p:nvPr/>
        </p:nvSpPr>
        <p:spPr>
          <a:xfrm>
            <a:off x="267260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3404128" y="2573789"/>
            <a:ext cx="731520" cy="119299"/>
          </a:xfrm>
          <a:prstGeom prst="rect">
            <a:avLst/>
          </a:prstGeom>
          <a:solidFill>
            <a:srgbClr val="F8F9FA"/>
          </a:solidFill>
          <a:ln w="6350">
            <a:solidFill>
              <a:srgbClr val="DDDDDD"/>
            </a:solidFill>
            <a:prstDash val="solid"/>
          </a:ln>
        </p:spPr>
      </p:sp>
      <p:sp>
        <p:nvSpPr>
          <p:cNvPr id="68" name="Text 60"/>
          <p:cNvSpPr txBox="1"/>
          <p:nvPr/>
        </p:nvSpPr>
        <p:spPr>
          <a:xfrm>
            <a:off x="34041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91440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73" name="Shape 65"/>
          <p:cNvSpPr/>
          <p:nvPr/>
        </p:nvSpPr>
        <p:spPr>
          <a:xfrm>
            <a:off x="1758208" y="2693089"/>
            <a:ext cx="914400" cy="119299"/>
          </a:xfrm>
          <a:prstGeom prst="rect">
            <a:avLst/>
          </a:prstGeom>
          <a:solidFill>
            <a:srgbClr val="0F4C3A"/>
          </a:solidFill>
          <a:ln w="6350">
            <a:solidFill>
              <a:srgbClr val="E2E2E2"/>
            </a:solidFill>
            <a:prstDash val="solid"/>
          </a:ln>
        </p:spPr>
      </p:sp>
      <p:sp>
        <p:nvSpPr>
          <p:cNvPr id="74" name="Text 66"/>
          <p:cNvSpPr txBox="1"/>
          <p:nvPr/>
        </p:nvSpPr>
        <p:spPr>
          <a:xfrm>
            <a:off x="17856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Jumlah Santri</a:t>
            </a:r>
            <a:endParaRPr lang="en-US" sz="600" dirty="0"/>
          </a:p>
        </p:txBody>
      </p:sp>
      <p:sp>
        <p:nvSpPr>
          <p:cNvPr id="75" name="Shape 67"/>
          <p:cNvSpPr/>
          <p:nvPr/>
        </p:nvSpPr>
        <p:spPr>
          <a:xfrm>
            <a:off x="2672608" y="2693089"/>
            <a:ext cx="731520" cy="119299"/>
          </a:xfrm>
          <a:prstGeom prst="rect">
            <a:avLst/>
          </a:prstGeom>
          <a:solidFill>
            <a:srgbClr val="0F4C3A"/>
          </a:solidFill>
          <a:ln w="6350">
            <a:solidFill>
              <a:srgbClr val="E2E2E2"/>
            </a:solidFill>
            <a:prstDash val="solid"/>
          </a:ln>
        </p:spPr>
      </p:sp>
      <p:sp>
        <p:nvSpPr>
          <p:cNvPr id="76" name="Shape 68"/>
          <p:cNvSpPr/>
          <p:nvPr/>
        </p:nvSpPr>
        <p:spPr>
          <a:xfrm>
            <a:off x="3404128" y="2693089"/>
            <a:ext cx="731520" cy="119299"/>
          </a:xfrm>
          <a:prstGeom prst="rect">
            <a:avLst/>
          </a:prstGeom>
          <a:solidFill>
            <a:srgbClr val="0F4C3A"/>
          </a:solidFill>
          <a:ln w="6350">
            <a:solidFill>
              <a:srgbClr val="E2E2E2"/>
            </a:solidFill>
            <a:prstDash val="solid"/>
          </a:ln>
        </p:spPr>
      </p:sp>
      <p:sp>
        <p:nvSpPr>
          <p:cNvPr id="77" name="Shape 69"/>
          <p:cNvSpPr/>
          <p:nvPr/>
        </p:nvSpPr>
        <p:spPr>
          <a:xfrm>
            <a:off x="587776" y="2812388"/>
            <a:ext cx="256032" cy="119299"/>
          </a:xfrm>
          <a:prstGeom prst="rect">
            <a:avLst/>
          </a:prstGeom>
          <a:solidFill>
            <a:srgbClr val="F8F9FA"/>
          </a:solidFill>
          <a:ln w="6350">
            <a:solidFill>
              <a:srgbClr val="DDDDDD"/>
            </a:solidFill>
            <a:prstDash val="solid"/>
          </a:ln>
        </p:spPr>
      </p:sp>
      <p:sp>
        <p:nvSpPr>
          <p:cNvPr id="78" name="Text 7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79" name="Shape 71"/>
          <p:cNvSpPr/>
          <p:nvPr/>
        </p:nvSpPr>
        <p:spPr>
          <a:xfrm>
            <a:off x="843808" y="2812388"/>
            <a:ext cx="914400" cy="119299"/>
          </a:xfrm>
          <a:prstGeom prst="rect">
            <a:avLst/>
          </a:prstGeom>
          <a:solidFill>
            <a:srgbClr val="FFFFFF"/>
          </a:solidFill>
          <a:ln w="6350">
            <a:solidFill>
              <a:srgbClr val="E2E2E2"/>
            </a:solidFill>
            <a:prstDash val="solid"/>
          </a:ln>
        </p:spPr>
      </p:sp>
      <p:sp>
        <p:nvSpPr>
          <p:cNvPr id="80" name="Text 72"/>
          <p:cNvSpPr txBox="1"/>
          <p:nvPr/>
        </p:nvSpPr>
        <p:spPr>
          <a:xfrm>
            <a:off x="871240" y="2812388"/>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81" name="Shape 73"/>
          <p:cNvSpPr/>
          <p:nvPr/>
        </p:nvSpPr>
        <p:spPr>
          <a:xfrm>
            <a:off x="1758208" y="2812388"/>
            <a:ext cx="914400" cy="119299"/>
          </a:xfrm>
          <a:prstGeom prst="rect">
            <a:avLst/>
          </a:prstGeom>
          <a:solidFill>
            <a:srgbClr val="FFFFFF"/>
          </a:solidFill>
          <a:ln w="6350">
            <a:solidFill>
              <a:srgbClr val="E2E2E2"/>
            </a:solidFill>
            <a:prstDash val="solid"/>
          </a:ln>
        </p:spPr>
      </p:sp>
      <p:sp>
        <p:nvSpPr>
          <p:cNvPr id="82" name="Text 74"/>
          <p:cNvSpPr txBox="1"/>
          <p:nvPr/>
        </p:nvSpPr>
        <p:spPr>
          <a:xfrm>
            <a:off x="1785640" y="2812388"/>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83" name="Shape 75"/>
          <p:cNvSpPr/>
          <p:nvPr/>
        </p:nvSpPr>
        <p:spPr>
          <a:xfrm>
            <a:off x="2672608" y="2812388"/>
            <a:ext cx="731520" cy="119299"/>
          </a:xfrm>
          <a:prstGeom prst="rect">
            <a:avLst/>
          </a:prstGeom>
          <a:solidFill>
            <a:srgbClr val="FFFFFF"/>
          </a:solidFill>
          <a:ln w="6350">
            <a:solidFill>
              <a:srgbClr val="E2E2E2"/>
            </a:solidFill>
            <a:prstDash val="solid"/>
          </a:ln>
        </p:spPr>
      </p:sp>
      <p:sp>
        <p:nvSpPr>
          <p:cNvPr id="84" name="Shape 76"/>
          <p:cNvSpPr/>
          <p:nvPr/>
        </p:nvSpPr>
        <p:spPr>
          <a:xfrm>
            <a:off x="3404128" y="2812388"/>
            <a:ext cx="731520" cy="119299"/>
          </a:xfrm>
          <a:prstGeom prst="rect">
            <a:avLst/>
          </a:prstGeom>
          <a:solidFill>
            <a:srgbClr val="FFFFFF"/>
          </a:solidFill>
          <a:ln w="6350">
            <a:solidFill>
              <a:srgbClr val="E2E2E2"/>
            </a:solidFill>
            <a:prstDash val="solid"/>
          </a:ln>
        </p:spPr>
      </p:sp>
      <p:sp>
        <p:nvSpPr>
          <p:cNvPr id="85" name="Shape 77"/>
          <p:cNvSpPr/>
          <p:nvPr/>
        </p:nvSpPr>
        <p:spPr>
          <a:xfrm>
            <a:off x="587776" y="2931688"/>
            <a:ext cx="256032" cy="119299"/>
          </a:xfrm>
          <a:prstGeom prst="rect">
            <a:avLst/>
          </a:prstGeom>
          <a:solidFill>
            <a:srgbClr val="F8F9FA"/>
          </a:solidFill>
          <a:ln w="6350">
            <a:solidFill>
              <a:srgbClr val="DDDDDD"/>
            </a:solidFill>
            <a:prstDash val="solid"/>
          </a:ln>
        </p:spPr>
      </p:sp>
      <p:sp>
        <p:nvSpPr>
          <p:cNvPr id="86" name="Text 7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87" name="Shape 79"/>
          <p:cNvSpPr/>
          <p:nvPr/>
        </p:nvSpPr>
        <p:spPr>
          <a:xfrm>
            <a:off x="843808" y="2931688"/>
            <a:ext cx="914400" cy="119299"/>
          </a:xfrm>
          <a:prstGeom prst="rect">
            <a:avLst/>
          </a:prstGeom>
          <a:solidFill>
            <a:srgbClr val="FFFFFF"/>
          </a:solidFill>
          <a:ln w="6350">
            <a:solidFill>
              <a:srgbClr val="E2E2E2"/>
            </a:solidFill>
            <a:prstDash val="solid"/>
          </a:ln>
        </p:spPr>
      </p:sp>
      <p:sp>
        <p:nvSpPr>
          <p:cNvPr id="88" name="Text 80"/>
          <p:cNvSpPr txBox="1"/>
          <p:nvPr/>
        </p:nvSpPr>
        <p:spPr>
          <a:xfrm>
            <a:off x="871240" y="2931688"/>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89" name="Shape 81"/>
          <p:cNvSpPr/>
          <p:nvPr/>
        </p:nvSpPr>
        <p:spPr>
          <a:xfrm>
            <a:off x="1758208" y="2931688"/>
            <a:ext cx="914400" cy="119299"/>
          </a:xfrm>
          <a:prstGeom prst="rect">
            <a:avLst/>
          </a:prstGeom>
          <a:solidFill>
            <a:srgbClr val="FFFFFF"/>
          </a:solidFill>
          <a:ln w="6350">
            <a:solidFill>
              <a:srgbClr val="E2E2E2"/>
            </a:solidFill>
            <a:prstDash val="solid"/>
          </a:ln>
        </p:spPr>
      </p:sp>
      <p:sp>
        <p:nvSpPr>
          <p:cNvPr id="90" name="Text 82"/>
          <p:cNvSpPr txBox="1"/>
          <p:nvPr/>
        </p:nvSpPr>
        <p:spPr>
          <a:xfrm>
            <a:off x="1785640" y="2931688"/>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91" name="Shape 83"/>
          <p:cNvSpPr/>
          <p:nvPr/>
        </p:nvSpPr>
        <p:spPr>
          <a:xfrm>
            <a:off x="2672608" y="2931688"/>
            <a:ext cx="731520" cy="119299"/>
          </a:xfrm>
          <a:prstGeom prst="rect">
            <a:avLst/>
          </a:prstGeom>
          <a:solidFill>
            <a:srgbClr val="FFFFFF"/>
          </a:solidFill>
          <a:ln w="6350">
            <a:solidFill>
              <a:srgbClr val="E2E2E2"/>
            </a:solidFill>
            <a:prstDash val="solid"/>
          </a:ln>
        </p:spPr>
      </p:sp>
      <p:sp>
        <p:nvSpPr>
          <p:cNvPr id="92" name="Shape 84"/>
          <p:cNvSpPr/>
          <p:nvPr/>
        </p:nvSpPr>
        <p:spPr>
          <a:xfrm>
            <a:off x="3404128" y="2931688"/>
            <a:ext cx="731520" cy="119299"/>
          </a:xfrm>
          <a:prstGeom prst="rect">
            <a:avLst/>
          </a:prstGeom>
          <a:solidFill>
            <a:srgbClr val="FFFFFF"/>
          </a:solidFill>
          <a:ln w="6350">
            <a:solidFill>
              <a:srgbClr val="E2E2E2"/>
            </a:solidFill>
            <a:prstDash val="solid"/>
          </a:ln>
        </p:spPr>
      </p:sp>
      <p:sp>
        <p:nvSpPr>
          <p:cNvPr id="93" name="Shape 85"/>
          <p:cNvSpPr/>
          <p:nvPr/>
        </p:nvSpPr>
        <p:spPr>
          <a:xfrm>
            <a:off x="587776" y="3050987"/>
            <a:ext cx="256032" cy="119299"/>
          </a:xfrm>
          <a:prstGeom prst="rect">
            <a:avLst/>
          </a:prstGeom>
          <a:solidFill>
            <a:srgbClr val="F8F9FA"/>
          </a:solidFill>
          <a:ln w="6350">
            <a:solidFill>
              <a:srgbClr val="DDDDDD"/>
            </a:solidFill>
            <a:prstDash val="solid"/>
          </a:ln>
        </p:spPr>
      </p:sp>
      <p:sp>
        <p:nvSpPr>
          <p:cNvPr id="94" name="Text 86"/>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5" name="Shape 87"/>
          <p:cNvSpPr/>
          <p:nvPr/>
        </p:nvSpPr>
        <p:spPr>
          <a:xfrm>
            <a:off x="843808" y="3050987"/>
            <a:ext cx="914400" cy="119299"/>
          </a:xfrm>
          <a:prstGeom prst="rect">
            <a:avLst/>
          </a:prstGeom>
          <a:solidFill>
            <a:srgbClr val="FFFFFF"/>
          </a:solidFill>
          <a:ln w="6350">
            <a:solidFill>
              <a:srgbClr val="E2E2E2"/>
            </a:solidFill>
            <a:prstDash val="solid"/>
          </a:ln>
        </p:spPr>
      </p:sp>
      <p:sp>
        <p:nvSpPr>
          <p:cNvPr id="96" name="Text 88"/>
          <p:cNvSpPr txBox="1"/>
          <p:nvPr/>
        </p:nvSpPr>
        <p:spPr>
          <a:xfrm>
            <a:off x="871240" y="3050987"/>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97" name="Shape 89"/>
          <p:cNvSpPr/>
          <p:nvPr/>
        </p:nvSpPr>
        <p:spPr>
          <a:xfrm>
            <a:off x="1758208" y="3050987"/>
            <a:ext cx="914400" cy="119299"/>
          </a:xfrm>
          <a:prstGeom prst="rect">
            <a:avLst/>
          </a:prstGeom>
          <a:solidFill>
            <a:srgbClr val="FFFFFF"/>
          </a:solidFill>
          <a:ln w="6350">
            <a:solidFill>
              <a:srgbClr val="E2E2E2"/>
            </a:solidFill>
            <a:prstDash val="solid"/>
          </a:ln>
        </p:spPr>
      </p:sp>
      <p:sp>
        <p:nvSpPr>
          <p:cNvPr id="98" name="Text 90"/>
          <p:cNvSpPr txBox="1"/>
          <p:nvPr/>
        </p:nvSpPr>
        <p:spPr>
          <a:xfrm>
            <a:off x="1785640" y="3050987"/>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99" name="Shape 91"/>
          <p:cNvSpPr/>
          <p:nvPr/>
        </p:nvSpPr>
        <p:spPr>
          <a:xfrm>
            <a:off x="2672608" y="3050987"/>
            <a:ext cx="731520" cy="119299"/>
          </a:xfrm>
          <a:prstGeom prst="rect">
            <a:avLst/>
          </a:prstGeom>
          <a:solidFill>
            <a:srgbClr val="FFFFFF"/>
          </a:solidFill>
          <a:ln w="6350">
            <a:solidFill>
              <a:srgbClr val="E2E2E2"/>
            </a:solidFill>
            <a:prstDash val="solid"/>
          </a:ln>
        </p:spPr>
      </p:sp>
      <p:sp>
        <p:nvSpPr>
          <p:cNvPr id="100" name="Shape 92"/>
          <p:cNvSpPr/>
          <p:nvPr/>
        </p:nvSpPr>
        <p:spPr>
          <a:xfrm>
            <a:off x="3404128" y="3050987"/>
            <a:ext cx="731520" cy="119299"/>
          </a:xfrm>
          <a:prstGeom prst="rect">
            <a:avLst/>
          </a:prstGeom>
          <a:solidFill>
            <a:srgbClr val="FFFFFF"/>
          </a:solidFill>
          <a:ln w="6350">
            <a:solidFill>
              <a:srgbClr val="E2E2E2"/>
            </a:solidFill>
            <a:prstDash val="solid"/>
          </a:ln>
        </p:spPr>
      </p:sp>
      <p:sp>
        <p:nvSpPr>
          <p:cNvPr id="101" name="Shape 93"/>
          <p:cNvSpPr/>
          <p:nvPr/>
        </p:nvSpPr>
        <p:spPr>
          <a:xfrm>
            <a:off x="587776" y="3170287"/>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3" name="Shape 95"/>
          <p:cNvSpPr/>
          <p:nvPr/>
        </p:nvSpPr>
        <p:spPr>
          <a:xfrm>
            <a:off x="843808" y="3170287"/>
            <a:ext cx="914400" cy="119299"/>
          </a:xfrm>
          <a:prstGeom prst="rect">
            <a:avLst/>
          </a:prstGeom>
          <a:solidFill>
            <a:srgbClr val="FFFFFF"/>
          </a:solidFill>
          <a:ln w="6350">
            <a:solidFill>
              <a:srgbClr val="E2E2E2"/>
            </a:solidFill>
            <a:prstDash val="solid"/>
          </a:ln>
        </p:spPr>
      </p:sp>
      <p:sp>
        <p:nvSpPr>
          <p:cNvPr id="104" name="Text 96"/>
          <p:cNvSpPr txBox="1"/>
          <p:nvPr/>
        </p:nvSpPr>
        <p:spPr>
          <a:xfrm>
            <a:off x="871240" y="3170287"/>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05" name="Shape 97"/>
          <p:cNvSpPr/>
          <p:nvPr/>
        </p:nvSpPr>
        <p:spPr>
          <a:xfrm>
            <a:off x="1758208" y="3170287"/>
            <a:ext cx="914400" cy="119299"/>
          </a:xfrm>
          <a:prstGeom prst="rect">
            <a:avLst/>
          </a:prstGeom>
          <a:solidFill>
            <a:srgbClr val="FFFFFF"/>
          </a:solidFill>
          <a:ln w="6350">
            <a:solidFill>
              <a:srgbClr val="E2E2E2"/>
            </a:solidFill>
            <a:prstDash val="solid"/>
          </a:ln>
        </p:spPr>
      </p:sp>
      <p:sp>
        <p:nvSpPr>
          <p:cNvPr id="106" name="Text 98"/>
          <p:cNvSpPr txBox="1"/>
          <p:nvPr/>
        </p:nvSpPr>
        <p:spPr>
          <a:xfrm>
            <a:off x="1785640" y="3170287"/>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07" name="Shape 99"/>
          <p:cNvSpPr/>
          <p:nvPr/>
        </p:nvSpPr>
        <p:spPr>
          <a:xfrm>
            <a:off x="2672608" y="3170287"/>
            <a:ext cx="731520" cy="119299"/>
          </a:xfrm>
          <a:prstGeom prst="rect">
            <a:avLst/>
          </a:prstGeom>
          <a:solidFill>
            <a:srgbClr val="FFFFFF"/>
          </a:solidFill>
          <a:ln w="6350">
            <a:solidFill>
              <a:srgbClr val="E2E2E2"/>
            </a:solidFill>
            <a:prstDash val="solid"/>
          </a:ln>
        </p:spPr>
      </p:sp>
      <p:sp>
        <p:nvSpPr>
          <p:cNvPr id="108" name="Shape 100"/>
          <p:cNvSpPr/>
          <p:nvPr/>
        </p:nvSpPr>
        <p:spPr>
          <a:xfrm>
            <a:off x="3404128" y="3170287"/>
            <a:ext cx="731520" cy="119299"/>
          </a:xfrm>
          <a:prstGeom prst="rect">
            <a:avLst/>
          </a:prstGeom>
          <a:solidFill>
            <a:srgbClr val="FFFFFF"/>
          </a:solidFill>
          <a:ln w="6350">
            <a:solidFill>
              <a:srgbClr val="E2E2E2"/>
            </a:solidFill>
            <a:prstDash val="solid"/>
          </a:ln>
        </p:spPr>
      </p:sp>
      <p:sp>
        <p:nvSpPr>
          <p:cNvPr id="109" name="Shape 101"/>
          <p:cNvSpPr/>
          <p:nvPr/>
        </p:nvSpPr>
        <p:spPr>
          <a:xfrm>
            <a:off x="587776" y="3289586"/>
            <a:ext cx="256032" cy="119299"/>
          </a:xfrm>
          <a:prstGeom prst="rect">
            <a:avLst/>
          </a:prstGeom>
          <a:solidFill>
            <a:srgbClr val="F8F9FA"/>
          </a:solidFill>
          <a:ln w="6350">
            <a:solidFill>
              <a:srgbClr val="DDDDDD"/>
            </a:solidFill>
            <a:prstDash val="solid"/>
          </a:ln>
        </p:spPr>
      </p:sp>
      <p:sp>
        <p:nvSpPr>
          <p:cNvPr id="110" name="Text 10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1" name="Shape 103"/>
          <p:cNvSpPr/>
          <p:nvPr/>
        </p:nvSpPr>
        <p:spPr>
          <a:xfrm>
            <a:off x="843808" y="3289586"/>
            <a:ext cx="914400" cy="119299"/>
          </a:xfrm>
          <a:prstGeom prst="rect">
            <a:avLst/>
          </a:prstGeom>
          <a:solidFill>
            <a:srgbClr val="FFFFFF"/>
          </a:solidFill>
          <a:ln w="6350">
            <a:solidFill>
              <a:srgbClr val="E2E2E2"/>
            </a:solidFill>
            <a:prstDash val="solid"/>
          </a:ln>
        </p:spPr>
      </p:sp>
      <p:sp>
        <p:nvSpPr>
          <p:cNvPr id="112" name="Shape 104"/>
          <p:cNvSpPr/>
          <p:nvPr/>
        </p:nvSpPr>
        <p:spPr>
          <a:xfrm>
            <a:off x="1758208" y="3289586"/>
            <a:ext cx="914400" cy="119299"/>
          </a:xfrm>
          <a:prstGeom prst="rect">
            <a:avLst/>
          </a:prstGeom>
          <a:solidFill>
            <a:srgbClr val="FFFFFF"/>
          </a:solidFill>
          <a:ln w="6350">
            <a:solidFill>
              <a:srgbClr val="E2E2E2"/>
            </a:solidFill>
            <a:prstDash val="solid"/>
          </a:ln>
        </p:spPr>
      </p:sp>
      <p:sp>
        <p:nvSpPr>
          <p:cNvPr id="113" name="Shape 105"/>
          <p:cNvSpPr/>
          <p:nvPr/>
        </p:nvSpPr>
        <p:spPr>
          <a:xfrm>
            <a:off x="2672608" y="3289586"/>
            <a:ext cx="731520" cy="119299"/>
          </a:xfrm>
          <a:prstGeom prst="rect">
            <a:avLst/>
          </a:prstGeom>
          <a:solidFill>
            <a:srgbClr val="FFFFFF"/>
          </a:solidFill>
          <a:ln w="6350">
            <a:solidFill>
              <a:srgbClr val="E2E2E2"/>
            </a:solidFill>
            <a:prstDash val="solid"/>
          </a:ln>
        </p:spPr>
      </p:sp>
      <p:sp>
        <p:nvSpPr>
          <p:cNvPr id="114" name="Shape 106"/>
          <p:cNvSpPr/>
          <p:nvPr/>
        </p:nvSpPr>
        <p:spPr>
          <a:xfrm>
            <a:off x="3404128" y="3289586"/>
            <a:ext cx="731520" cy="119299"/>
          </a:xfrm>
          <a:prstGeom prst="rect">
            <a:avLst/>
          </a:prstGeom>
          <a:solidFill>
            <a:srgbClr val="FFFFFF"/>
          </a:solidFill>
          <a:ln w="6350">
            <a:solidFill>
              <a:srgbClr val="E2E2E2"/>
            </a:solidFill>
            <a:prstDash val="solid"/>
          </a:ln>
        </p:spPr>
      </p:sp>
      <p:sp>
        <p:nvSpPr>
          <p:cNvPr id="115" name="Shape 107"/>
          <p:cNvSpPr/>
          <p:nvPr/>
        </p:nvSpPr>
        <p:spPr>
          <a:xfrm>
            <a:off x="587776" y="3408885"/>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17" name="Shape 109"/>
          <p:cNvSpPr/>
          <p:nvPr/>
        </p:nvSpPr>
        <p:spPr>
          <a:xfrm>
            <a:off x="843808" y="3408885"/>
            <a:ext cx="914400" cy="119299"/>
          </a:xfrm>
          <a:prstGeom prst="rect">
            <a:avLst/>
          </a:prstGeom>
          <a:solidFill>
            <a:srgbClr val="FFFFFF"/>
          </a:solidFill>
          <a:ln w="6350">
            <a:solidFill>
              <a:srgbClr val="E2E2E2"/>
            </a:solidFill>
            <a:prstDash val="solid"/>
          </a:ln>
        </p:spPr>
      </p:sp>
      <p:sp>
        <p:nvSpPr>
          <p:cNvPr id="118" name="Shape 110"/>
          <p:cNvSpPr/>
          <p:nvPr/>
        </p:nvSpPr>
        <p:spPr>
          <a:xfrm>
            <a:off x="1758208" y="3408885"/>
            <a:ext cx="914400" cy="119299"/>
          </a:xfrm>
          <a:prstGeom prst="rect">
            <a:avLst/>
          </a:prstGeom>
          <a:solidFill>
            <a:srgbClr val="FFFFFF"/>
          </a:solidFill>
          <a:ln w="6350">
            <a:solidFill>
              <a:srgbClr val="E2E2E2"/>
            </a:solidFill>
            <a:prstDash val="solid"/>
          </a:ln>
        </p:spPr>
      </p:sp>
      <p:sp>
        <p:nvSpPr>
          <p:cNvPr id="119" name="Shape 111"/>
          <p:cNvSpPr/>
          <p:nvPr/>
        </p:nvSpPr>
        <p:spPr>
          <a:xfrm>
            <a:off x="2672608" y="3408885"/>
            <a:ext cx="731520" cy="119299"/>
          </a:xfrm>
          <a:prstGeom prst="rect">
            <a:avLst/>
          </a:prstGeom>
          <a:solidFill>
            <a:srgbClr val="FFFFFF"/>
          </a:solidFill>
          <a:ln w="6350">
            <a:solidFill>
              <a:srgbClr val="E2E2E2"/>
            </a:solidFill>
            <a:prstDash val="solid"/>
          </a:ln>
        </p:spPr>
      </p:sp>
      <p:sp>
        <p:nvSpPr>
          <p:cNvPr id="120" name="Shape 112"/>
          <p:cNvSpPr/>
          <p:nvPr/>
        </p:nvSpPr>
        <p:spPr>
          <a:xfrm>
            <a:off x="3404128" y="3408885"/>
            <a:ext cx="731520" cy="119299"/>
          </a:xfrm>
          <a:prstGeom prst="rect">
            <a:avLst/>
          </a:prstGeom>
          <a:solidFill>
            <a:srgbClr val="FFFFFF"/>
          </a:solidFill>
          <a:ln w="6350">
            <a:solidFill>
              <a:srgbClr val="E2E2E2"/>
            </a:solidFill>
            <a:prstDash val="solid"/>
          </a:ln>
        </p:spPr>
      </p:sp>
      <p:sp>
        <p:nvSpPr>
          <p:cNvPr id="121" name="Shape 113"/>
          <p:cNvSpPr/>
          <p:nvPr/>
        </p:nvSpPr>
        <p:spPr>
          <a:xfrm>
            <a:off x="587776" y="35281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23" name="Shape 115"/>
          <p:cNvSpPr/>
          <p:nvPr/>
        </p:nvSpPr>
        <p:spPr>
          <a:xfrm>
            <a:off x="843808" y="3528185"/>
            <a:ext cx="914400" cy="119299"/>
          </a:xfrm>
          <a:prstGeom prst="rect">
            <a:avLst/>
          </a:prstGeom>
          <a:solidFill>
            <a:srgbClr val="FFFFFF"/>
          </a:solidFill>
          <a:ln w="6350">
            <a:solidFill>
              <a:srgbClr val="E2E2E2"/>
            </a:solidFill>
            <a:prstDash val="solid"/>
          </a:ln>
        </p:spPr>
      </p:sp>
      <p:sp>
        <p:nvSpPr>
          <p:cNvPr id="124" name="Shape 116"/>
          <p:cNvSpPr/>
          <p:nvPr/>
        </p:nvSpPr>
        <p:spPr>
          <a:xfrm>
            <a:off x="1758208" y="3528185"/>
            <a:ext cx="914400" cy="119299"/>
          </a:xfrm>
          <a:prstGeom prst="rect">
            <a:avLst/>
          </a:prstGeom>
          <a:solidFill>
            <a:srgbClr val="FFFFFF"/>
          </a:solidFill>
          <a:ln w="6350">
            <a:solidFill>
              <a:srgbClr val="E2E2E2"/>
            </a:solidFill>
            <a:prstDash val="solid"/>
          </a:ln>
        </p:spPr>
      </p:sp>
      <p:sp>
        <p:nvSpPr>
          <p:cNvPr id="125" name="Shape 117"/>
          <p:cNvSpPr/>
          <p:nvPr/>
        </p:nvSpPr>
        <p:spPr>
          <a:xfrm>
            <a:off x="2672608" y="3528185"/>
            <a:ext cx="731520" cy="119299"/>
          </a:xfrm>
          <a:prstGeom prst="rect">
            <a:avLst/>
          </a:prstGeom>
          <a:solidFill>
            <a:srgbClr val="FFFFFF"/>
          </a:solidFill>
          <a:ln w="6350">
            <a:solidFill>
              <a:srgbClr val="E2E2E2"/>
            </a:solidFill>
            <a:prstDash val="solid"/>
          </a:ln>
        </p:spPr>
      </p:sp>
      <p:sp>
        <p:nvSpPr>
          <p:cNvPr id="126" name="Shape 118"/>
          <p:cNvSpPr/>
          <p:nvPr/>
        </p:nvSpPr>
        <p:spPr>
          <a:xfrm>
            <a:off x="3404128" y="3528185"/>
            <a:ext cx="731520" cy="119299"/>
          </a:xfrm>
          <a:prstGeom prst="rect">
            <a:avLst/>
          </a:prstGeom>
          <a:solidFill>
            <a:srgbClr val="FFFFFF"/>
          </a:solidFill>
          <a:ln w="6350">
            <a:solidFill>
              <a:srgbClr val="E2E2E2"/>
            </a:solidFill>
            <a:prstDash val="solid"/>
          </a:ln>
        </p:spPr>
      </p:sp>
      <p:sp>
        <p:nvSpPr>
          <p:cNvPr id="127" name="Shape 119"/>
          <p:cNvSpPr/>
          <p:nvPr/>
        </p:nvSpPr>
        <p:spPr>
          <a:xfrm>
            <a:off x="587776" y="3647484"/>
            <a:ext cx="256032" cy="119299"/>
          </a:xfrm>
          <a:prstGeom prst="rect">
            <a:avLst/>
          </a:prstGeom>
          <a:solidFill>
            <a:srgbClr val="F8F9FA"/>
          </a:solidFill>
          <a:ln w="6350">
            <a:solidFill>
              <a:srgbClr val="DDDDDD"/>
            </a:solidFill>
            <a:prstDash val="solid"/>
          </a:ln>
        </p:spPr>
      </p:sp>
      <p:sp>
        <p:nvSpPr>
          <p:cNvPr id="128" name="Text 12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29" name="Shape 121"/>
          <p:cNvSpPr/>
          <p:nvPr/>
        </p:nvSpPr>
        <p:spPr>
          <a:xfrm>
            <a:off x="843808" y="3647484"/>
            <a:ext cx="914400" cy="119299"/>
          </a:xfrm>
          <a:prstGeom prst="rect">
            <a:avLst/>
          </a:prstGeom>
          <a:solidFill>
            <a:srgbClr val="FFFFFF"/>
          </a:solidFill>
          <a:ln w="6350">
            <a:solidFill>
              <a:srgbClr val="E2E2E2"/>
            </a:solidFill>
            <a:prstDash val="solid"/>
          </a:ln>
        </p:spPr>
      </p:sp>
      <p:sp>
        <p:nvSpPr>
          <p:cNvPr id="130" name="Shape 122"/>
          <p:cNvSpPr/>
          <p:nvPr/>
        </p:nvSpPr>
        <p:spPr>
          <a:xfrm>
            <a:off x="1758208" y="3647484"/>
            <a:ext cx="914400" cy="119299"/>
          </a:xfrm>
          <a:prstGeom prst="rect">
            <a:avLst/>
          </a:prstGeom>
          <a:solidFill>
            <a:srgbClr val="FFFFFF"/>
          </a:solidFill>
          <a:ln w="6350">
            <a:solidFill>
              <a:srgbClr val="E2E2E2"/>
            </a:solidFill>
            <a:prstDash val="solid"/>
          </a:ln>
        </p:spPr>
      </p:sp>
      <p:sp>
        <p:nvSpPr>
          <p:cNvPr id="131" name="Shape 123"/>
          <p:cNvSpPr/>
          <p:nvPr/>
        </p:nvSpPr>
        <p:spPr>
          <a:xfrm>
            <a:off x="2672608" y="3647484"/>
            <a:ext cx="731520" cy="119299"/>
          </a:xfrm>
          <a:prstGeom prst="rect">
            <a:avLst/>
          </a:prstGeom>
          <a:solidFill>
            <a:srgbClr val="FFFFFF"/>
          </a:solidFill>
          <a:ln w="6350">
            <a:solidFill>
              <a:srgbClr val="E2E2E2"/>
            </a:solidFill>
            <a:prstDash val="solid"/>
          </a:ln>
        </p:spPr>
      </p:sp>
      <p:sp>
        <p:nvSpPr>
          <p:cNvPr id="132" name="Shape 124"/>
          <p:cNvSpPr/>
          <p:nvPr/>
        </p:nvSpPr>
        <p:spPr>
          <a:xfrm>
            <a:off x="3404128" y="3647484"/>
            <a:ext cx="731520" cy="119299"/>
          </a:xfrm>
          <a:prstGeom prst="rect">
            <a:avLst/>
          </a:prstGeom>
          <a:solidFill>
            <a:srgbClr val="FFFFFF"/>
          </a:solidFill>
          <a:ln w="6350">
            <a:solidFill>
              <a:srgbClr val="E2E2E2"/>
            </a:solidFill>
            <a:prstDash val="solid"/>
          </a:ln>
        </p:spPr>
      </p:sp>
      <p:sp>
        <p:nvSpPr>
          <p:cNvPr id="133" name="Shape 125"/>
          <p:cNvSpPr/>
          <p:nvPr/>
        </p:nvSpPr>
        <p:spPr>
          <a:xfrm>
            <a:off x="1758208" y="2812388"/>
            <a:ext cx="914400" cy="477198"/>
          </a:xfrm>
          <a:prstGeom prst="rect">
            <a:avLst/>
          </a:prstGeom>
          <a:solidFill>
            <a:srgbClr val="1A73E8">
              <a:alpha val="12000"/>
            </a:srgbClr>
          </a:solidFill>
          <a:ln w="19050">
            <a:solidFill>
              <a:srgbClr val="1A73E8"/>
            </a:solidFill>
            <a:prstDash val="solid"/>
          </a:ln>
        </p:spPr>
      </p:sp>
      <p:sp>
        <p:nvSpPr>
          <p:cNvPr id="134" name="Shape 126"/>
          <p:cNvSpPr/>
          <p:nvPr/>
        </p:nvSpPr>
        <p:spPr>
          <a:xfrm>
            <a:off x="587776" y="3794216"/>
            <a:ext cx="4950927" cy="201168"/>
          </a:xfrm>
          <a:prstGeom prst="rect">
            <a:avLst/>
          </a:prstGeom>
          <a:solidFill>
            <a:srgbClr val="F8F9FA"/>
          </a:solidFill>
          <a:ln w="12700">
            <a:solidFill>
              <a:srgbClr val="F8F9FA"/>
            </a:solidFill>
            <a:prstDash val="solid"/>
          </a:ln>
        </p:spPr>
      </p:sp>
      <p:sp>
        <p:nvSpPr>
          <p:cNvPr id="135" name="Text 127"/>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36" name="Text 128"/>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37" name="Shape 129"/>
          <p:cNvSpPr/>
          <p:nvPr/>
        </p:nvSpPr>
        <p:spPr>
          <a:xfrm>
            <a:off x="1913656" y="3794216"/>
            <a:ext cx="731520" cy="201168"/>
          </a:xfrm>
          <a:prstGeom prst="rect">
            <a:avLst/>
          </a:prstGeom>
          <a:solidFill>
            <a:srgbClr val="E1EFFE"/>
          </a:solidFill>
          <a:ln w="12700">
            <a:solidFill>
              <a:srgbClr val="E1EFFE"/>
            </a:solidFill>
            <a:prstDash val="solid"/>
          </a:ln>
        </p:spPr>
      </p:sp>
      <p:sp>
        <p:nvSpPr>
          <p:cNvPr id="138" name="Text 130"/>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39" name="Shape 131"/>
          <p:cNvSpPr/>
          <p:nvPr/>
        </p:nvSpPr>
        <p:spPr>
          <a:xfrm>
            <a:off x="1282720" y="2336045"/>
            <a:ext cx="4164543" cy="237744"/>
          </a:xfrm>
          <a:prstGeom prst="roundRect">
            <a:avLst>
              <a:gd name="adj" fmla="val 19231"/>
            </a:avLst>
          </a:prstGeom>
          <a:solidFill>
            <a:srgbClr val="FFFFFF">
              <a:alpha val="0"/>
            </a:srgbClr>
          </a:solidFill>
          <a:ln w="31750">
            <a:solidFill>
              <a:srgbClr val="E53935"/>
            </a:solidFill>
            <a:prstDash val="solid"/>
          </a:ln>
        </p:spPr>
      </p:sp>
      <p:sp>
        <p:nvSpPr>
          <p:cNvPr id="140" name="Shape 132"/>
          <p:cNvSpPr/>
          <p:nvPr/>
        </p:nvSpPr>
        <p:spPr>
          <a:xfrm>
            <a:off x="5310104" y="2198885"/>
            <a:ext cx="274320" cy="274320"/>
          </a:xfrm>
          <a:prstGeom prst="ellipse">
            <a:avLst/>
          </a:prstGeom>
          <a:solidFill>
            <a:srgbClr val="E53935"/>
          </a:solidFill>
          <a:ln w="12700">
            <a:solidFill>
              <a:srgbClr val="FFFFFF"/>
            </a:solidFill>
            <a:prstDash val="solid"/>
          </a:ln>
        </p:spPr>
      </p:sp>
      <p:sp>
        <p:nvSpPr>
          <p:cNvPr id="141" name="Text 133"/>
          <p:cNvSpPr txBox="1"/>
          <p:nvPr/>
        </p:nvSpPr>
        <p:spPr>
          <a:xfrm>
            <a:off x="5310104" y="21988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42" name="Image 6" descr="preencoded.png">    </p:cNvPr>
          <p:cNvPicPr>
            <a:picLocks noChangeAspect="1"/>
          </p:cNvPicPr>
          <p:nvPr/>
        </p:nvPicPr>
        <p:blipFill>
          <a:blip r:embed="rId7"/>
          <a:stretch>
            <a:fillRect/>
          </a:stretch>
        </p:blipFill>
        <p:spPr>
          <a:xfrm>
            <a:off x="3571390" y="2464976"/>
            <a:ext cx="237744" cy="237744"/>
          </a:xfrm>
          <a:prstGeom prst="rect">
            <a:avLst/>
          </a:prstGeom>
        </p:spPr>
      </p:pic>
      <p:sp>
        <p:nvSpPr>
          <p:cNvPr id="143" name="Shape 134"/>
          <p:cNvSpPr/>
          <p:nvPr/>
        </p:nvSpPr>
        <p:spPr>
          <a:xfrm>
            <a:off x="1739920" y="2794100"/>
            <a:ext cx="950976" cy="513774"/>
          </a:xfrm>
          <a:prstGeom prst="roundRect">
            <a:avLst>
              <a:gd name="adj" fmla="val 8899"/>
            </a:avLst>
          </a:prstGeom>
          <a:solidFill>
            <a:srgbClr val="FFFFFF">
              <a:alpha val="0"/>
            </a:srgbClr>
          </a:solidFill>
          <a:ln w="31750">
            <a:solidFill>
              <a:srgbClr val="E53935"/>
            </a:solidFill>
            <a:prstDash val="solid"/>
          </a:ln>
        </p:spPr>
      </p:sp>
      <p:sp>
        <p:nvSpPr>
          <p:cNvPr id="144" name="Shape 135"/>
          <p:cNvSpPr/>
          <p:nvPr/>
        </p:nvSpPr>
        <p:spPr>
          <a:xfrm>
            <a:off x="2553736" y="2656940"/>
            <a:ext cx="274320" cy="274320"/>
          </a:xfrm>
          <a:prstGeom prst="ellipse">
            <a:avLst/>
          </a:prstGeom>
          <a:solidFill>
            <a:srgbClr val="E53935"/>
          </a:solidFill>
          <a:ln w="12700">
            <a:solidFill>
              <a:srgbClr val="FFFFFF"/>
            </a:solidFill>
            <a:prstDash val="solid"/>
          </a:ln>
        </p:spPr>
      </p:sp>
      <p:sp>
        <p:nvSpPr>
          <p:cNvPr id="145" name="Text 136"/>
          <p:cNvSpPr txBox="1"/>
          <p:nvPr/>
        </p:nvSpPr>
        <p:spPr>
          <a:xfrm>
            <a:off x="2553736" y="26569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46" name="Image 7" descr="preencoded.png">    </p:cNvPr>
          <p:cNvPicPr>
            <a:picLocks noChangeAspect="1"/>
          </p:cNvPicPr>
          <p:nvPr/>
        </p:nvPicPr>
        <p:blipFill>
          <a:blip r:embed="rId8"/>
          <a:stretch>
            <a:fillRect/>
          </a:stretch>
        </p:blipFill>
        <p:spPr>
          <a:xfrm>
            <a:off x="2261128" y="3074847"/>
            <a:ext cx="237744" cy="237744"/>
          </a:xfrm>
          <a:prstGeom prst="rect">
            <a:avLst/>
          </a:prstGeom>
        </p:spPr>
      </p:pic>
      <p:sp>
        <p:nvSpPr>
          <p:cNvPr id="147" name="Text 13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48" name="Text 13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B2: =COUNTIF(Data!E2:E30,A2)</a:t>
            </a:r>
            <a:endParaRPr lang="en-US" sz="1800" dirty="0"/>
          </a:p>
        </p:txBody>
      </p:sp>
      <p:sp>
        <p:nvSpPr>
          <p:cNvPr id="149" name="Text 13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B2, ketik =COUNTIF(Data!E2:E30,A2) lalu Enter. Seret fill handle ke B5.</a:t>
            </a:r>
            <a:endParaRPr lang="en-US" sz="1300" dirty="0"/>
          </a:p>
        </p:txBody>
      </p:sp>
      <p:sp>
        <p:nvSpPr>
          <p:cNvPr id="150" name="Shape 14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151" name="Image 8" descr="preencoded.png">    </p:cNvPr>
          <p:cNvPicPr>
            <a:picLocks noChangeAspect="1"/>
          </p:cNvPicPr>
          <p:nvPr/>
        </p:nvPicPr>
        <p:blipFill>
          <a:blip r:embed="rId9"/>
          <a:stretch>
            <a:fillRect/>
          </a:stretch>
        </p:blipFill>
        <p:spPr>
          <a:xfrm>
            <a:off x="6108192" y="3721608"/>
            <a:ext cx="201168" cy="201168"/>
          </a:xfrm>
          <a:prstGeom prst="rect">
            <a:avLst/>
          </a:prstGeom>
        </p:spPr>
      </p:pic>
      <p:sp>
        <p:nvSpPr>
          <p:cNvPr id="152" name="Text 14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A2 berisi "Pramuka". Rumus mengambil teks dari sel A2, jadi bisa disalin ke bawah.</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Ringkasan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B8</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r>
              <a:rPr lang="en-US" sz="800" dirty="0">
                <a:solidFill>
                  <a:srgbClr val="1E2A26"/>
                </a:solidFill>
                <a:latin typeface="Courier New" pitchFamily="34" charset="0"/>
                <a:ea typeface="Courier New" pitchFamily="34" charset="-122"/>
                <a:cs typeface="Courier New" pitchFamily="34" charset="-120"/>
              </a:rPr>
              <a:t>=AVERAGE(Data!F2:F30)</a:t>
            </a: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91440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758208" y="2573789"/>
            <a:ext cx="914400" cy="119299"/>
          </a:xfrm>
          <a:prstGeom prst="rect">
            <a:avLst/>
          </a:prstGeom>
          <a:solidFill>
            <a:srgbClr val="F8F9FA"/>
          </a:solidFill>
          <a:ln w="6350">
            <a:solidFill>
              <a:srgbClr val="DDDDDD"/>
            </a:solidFill>
            <a:prstDash val="solid"/>
          </a:ln>
        </p:spPr>
      </p:sp>
      <p:sp>
        <p:nvSpPr>
          <p:cNvPr id="64" name="Text 56"/>
          <p:cNvSpPr txBox="1"/>
          <p:nvPr/>
        </p:nvSpPr>
        <p:spPr>
          <a:xfrm>
            <a:off x="17582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672608" y="2573789"/>
            <a:ext cx="731520" cy="119299"/>
          </a:xfrm>
          <a:prstGeom prst="rect">
            <a:avLst/>
          </a:prstGeom>
          <a:solidFill>
            <a:srgbClr val="F8F9FA"/>
          </a:solidFill>
          <a:ln w="6350">
            <a:solidFill>
              <a:srgbClr val="DDDDDD"/>
            </a:solidFill>
            <a:prstDash val="solid"/>
          </a:ln>
        </p:spPr>
      </p:sp>
      <p:sp>
        <p:nvSpPr>
          <p:cNvPr id="66" name="Text 58"/>
          <p:cNvSpPr txBox="1"/>
          <p:nvPr/>
        </p:nvSpPr>
        <p:spPr>
          <a:xfrm>
            <a:off x="267260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3404128" y="2573789"/>
            <a:ext cx="731520" cy="119299"/>
          </a:xfrm>
          <a:prstGeom prst="rect">
            <a:avLst/>
          </a:prstGeom>
          <a:solidFill>
            <a:srgbClr val="F8F9FA"/>
          </a:solidFill>
          <a:ln w="6350">
            <a:solidFill>
              <a:srgbClr val="DDDDDD"/>
            </a:solidFill>
            <a:prstDash val="solid"/>
          </a:ln>
        </p:spPr>
      </p:sp>
      <p:sp>
        <p:nvSpPr>
          <p:cNvPr id="68" name="Text 60"/>
          <p:cNvSpPr txBox="1"/>
          <p:nvPr/>
        </p:nvSpPr>
        <p:spPr>
          <a:xfrm>
            <a:off x="34041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91440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73" name="Shape 65"/>
          <p:cNvSpPr/>
          <p:nvPr/>
        </p:nvSpPr>
        <p:spPr>
          <a:xfrm>
            <a:off x="1758208" y="2693089"/>
            <a:ext cx="914400" cy="119299"/>
          </a:xfrm>
          <a:prstGeom prst="rect">
            <a:avLst/>
          </a:prstGeom>
          <a:solidFill>
            <a:srgbClr val="0F4C3A"/>
          </a:solidFill>
          <a:ln w="6350">
            <a:solidFill>
              <a:srgbClr val="E2E2E2"/>
            </a:solidFill>
            <a:prstDash val="solid"/>
          </a:ln>
        </p:spPr>
      </p:sp>
      <p:sp>
        <p:nvSpPr>
          <p:cNvPr id="74" name="Text 66"/>
          <p:cNvSpPr txBox="1"/>
          <p:nvPr/>
        </p:nvSpPr>
        <p:spPr>
          <a:xfrm>
            <a:off x="17856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Jumlah Santri</a:t>
            </a:r>
            <a:endParaRPr lang="en-US" sz="600" dirty="0"/>
          </a:p>
        </p:txBody>
      </p:sp>
      <p:sp>
        <p:nvSpPr>
          <p:cNvPr id="75" name="Shape 67"/>
          <p:cNvSpPr/>
          <p:nvPr/>
        </p:nvSpPr>
        <p:spPr>
          <a:xfrm>
            <a:off x="2672608" y="2693089"/>
            <a:ext cx="731520" cy="119299"/>
          </a:xfrm>
          <a:prstGeom prst="rect">
            <a:avLst/>
          </a:prstGeom>
          <a:solidFill>
            <a:srgbClr val="0F4C3A"/>
          </a:solidFill>
          <a:ln w="6350">
            <a:solidFill>
              <a:srgbClr val="E2E2E2"/>
            </a:solidFill>
            <a:prstDash val="solid"/>
          </a:ln>
        </p:spPr>
      </p:sp>
      <p:sp>
        <p:nvSpPr>
          <p:cNvPr id="76" name="Shape 68"/>
          <p:cNvSpPr/>
          <p:nvPr/>
        </p:nvSpPr>
        <p:spPr>
          <a:xfrm>
            <a:off x="3404128" y="2693089"/>
            <a:ext cx="731520" cy="119299"/>
          </a:xfrm>
          <a:prstGeom prst="rect">
            <a:avLst/>
          </a:prstGeom>
          <a:solidFill>
            <a:srgbClr val="0F4C3A"/>
          </a:solidFill>
          <a:ln w="6350">
            <a:solidFill>
              <a:srgbClr val="E2E2E2"/>
            </a:solidFill>
            <a:prstDash val="solid"/>
          </a:ln>
        </p:spPr>
      </p:sp>
      <p:sp>
        <p:nvSpPr>
          <p:cNvPr id="77" name="Shape 69"/>
          <p:cNvSpPr/>
          <p:nvPr/>
        </p:nvSpPr>
        <p:spPr>
          <a:xfrm>
            <a:off x="587776" y="2812388"/>
            <a:ext cx="256032" cy="119299"/>
          </a:xfrm>
          <a:prstGeom prst="rect">
            <a:avLst/>
          </a:prstGeom>
          <a:solidFill>
            <a:srgbClr val="F8F9FA"/>
          </a:solidFill>
          <a:ln w="6350">
            <a:solidFill>
              <a:srgbClr val="DDDDDD"/>
            </a:solidFill>
            <a:prstDash val="solid"/>
          </a:ln>
        </p:spPr>
      </p:sp>
      <p:sp>
        <p:nvSpPr>
          <p:cNvPr id="78" name="Text 7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79" name="Shape 71"/>
          <p:cNvSpPr/>
          <p:nvPr/>
        </p:nvSpPr>
        <p:spPr>
          <a:xfrm>
            <a:off x="843808" y="2812388"/>
            <a:ext cx="914400" cy="119299"/>
          </a:xfrm>
          <a:prstGeom prst="rect">
            <a:avLst/>
          </a:prstGeom>
          <a:solidFill>
            <a:srgbClr val="FFFFFF"/>
          </a:solidFill>
          <a:ln w="6350">
            <a:solidFill>
              <a:srgbClr val="E2E2E2"/>
            </a:solidFill>
            <a:prstDash val="solid"/>
          </a:ln>
        </p:spPr>
      </p:sp>
      <p:sp>
        <p:nvSpPr>
          <p:cNvPr id="80" name="Text 72"/>
          <p:cNvSpPr txBox="1"/>
          <p:nvPr/>
        </p:nvSpPr>
        <p:spPr>
          <a:xfrm>
            <a:off x="871240" y="2812388"/>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81" name="Shape 73"/>
          <p:cNvSpPr/>
          <p:nvPr/>
        </p:nvSpPr>
        <p:spPr>
          <a:xfrm>
            <a:off x="1758208" y="2812388"/>
            <a:ext cx="914400" cy="119299"/>
          </a:xfrm>
          <a:prstGeom prst="rect">
            <a:avLst/>
          </a:prstGeom>
          <a:solidFill>
            <a:srgbClr val="FFFFFF"/>
          </a:solidFill>
          <a:ln w="6350">
            <a:solidFill>
              <a:srgbClr val="E2E2E2"/>
            </a:solidFill>
            <a:prstDash val="solid"/>
          </a:ln>
        </p:spPr>
      </p:sp>
      <p:sp>
        <p:nvSpPr>
          <p:cNvPr id="82" name="Text 74"/>
          <p:cNvSpPr txBox="1"/>
          <p:nvPr/>
        </p:nvSpPr>
        <p:spPr>
          <a:xfrm>
            <a:off x="1785640" y="2812388"/>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83" name="Shape 75"/>
          <p:cNvSpPr/>
          <p:nvPr/>
        </p:nvSpPr>
        <p:spPr>
          <a:xfrm>
            <a:off x="2672608" y="2812388"/>
            <a:ext cx="731520" cy="119299"/>
          </a:xfrm>
          <a:prstGeom prst="rect">
            <a:avLst/>
          </a:prstGeom>
          <a:solidFill>
            <a:srgbClr val="FFFFFF"/>
          </a:solidFill>
          <a:ln w="6350">
            <a:solidFill>
              <a:srgbClr val="E2E2E2"/>
            </a:solidFill>
            <a:prstDash val="solid"/>
          </a:ln>
        </p:spPr>
      </p:sp>
      <p:sp>
        <p:nvSpPr>
          <p:cNvPr id="84" name="Shape 76"/>
          <p:cNvSpPr/>
          <p:nvPr/>
        </p:nvSpPr>
        <p:spPr>
          <a:xfrm>
            <a:off x="3404128" y="2812388"/>
            <a:ext cx="731520" cy="119299"/>
          </a:xfrm>
          <a:prstGeom prst="rect">
            <a:avLst/>
          </a:prstGeom>
          <a:solidFill>
            <a:srgbClr val="FFFFFF"/>
          </a:solidFill>
          <a:ln w="6350">
            <a:solidFill>
              <a:srgbClr val="E2E2E2"/>
            </a:solidFill>
            <a:prstDash val="solid"/>
          </a:ln>
        </p:spPr>
      </p:sp>
      <p:sp>
        <p:nvSpPr>
          <p:cNvPr id="85" name="Shape 77"/>
          <p:cNvSpPr/>
          <p:nvPr/>
        </p:nvSpPr>
        <p:spPr>
          <a:xfrm>
            <a:off x="587776" y="2931688"/>
            <a:ext cx="256032" cy="119299"/>
          </a:xfrm>
          <a:prstGeom prst="rect">
            <a:avLst/>
          </a:prstGeom>
          <a:solidFill>
            <a:srgbClr val="F8F9FA"/>
          </a:solidFill>
          <a:ln w="6350">
            <a:solidFill>
              <a:srgbClr val="DDDDDD"/>
            </a:solidFill>
            <a:prstDash val="solid"/>
          </a:ln>
        </p:spPr>
      </p:sp>
      <p:sp>
        <p:nvSpPr>
          <p:cNvPr id="86" name="Text 7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87" name="Shape 79"/>
          <p:cNvSpPr/>
          <p:nvPr/>
        </p:nvSpPr>
        <p:spPr>
          <a:xfrm>
            <a:off x="843808" y="2931688"/>
            <a:ext cx="914400" cy="119299"/>
          </a:xfrm>
          <a:prstGeom prst="rect">
            <a:avLst/>
          </a:prstGeom>
          <a:solidFill>
            <a:srgbClr val="FFFFFF"/>
          </a:solidFill>
          <a:ln w="6350">
            <a:solidFill>
              <a:srgbClr val="E2E2E2"/>
            </a:solidFill>
            <a:prstDash val="solid"/>
          </a:ln>
        </p:spPr>
      </p:sp>
      <p:sp>
        <p:nvSpPr>
          <p:cNvPr id="88" name="Text 80"/>
          <p:cNvSpPr txBox="1"/>
          <p:nvPr/>
        </p:nvSpPr>
        <p:spPr>
          <a:xfrm>
            <a:off x="871240" y="2931688"/>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89" name="Shape 81"/>
          <p:cNvSpPr/>
          <p:nvPr/>
        </p:nvSpPr>
        <p:spPr>
          <a:xfrm>
            <a:off x="1758208" y="2931688"/>
            <a:ext cx="914400" cy="119299"/>
          </a:xfrm>
          <a:prstGeom prst="rect">
            <a:avLst/>
          </a:prstGeom>
          <a:solidFill>
            <a:srgbClr val="FFFFFF"/>
          </a:solidFill>
          <a:ln w="6350">
            <a:solidFill>
              <a:srgbClr val="E2E2E2"/>
            </a:solidFill>
            <a:prstDash val="solid"/>
          </a:ln>
        </p:spPr>
      </p:sp>
      <p:sp>
        <p:nvSpPr>
          <p:cNvPr id="90" name="Text 82"/>
          <p:cNvSpPr txBox="1"/>
          <p:nvPr/>
        </p:nvSpPr>
        <p:spPr>
          <a:xfrm>
            <a:off x="1785640" y="2931688"/>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91" name="Shape 83"/>
          <p:cNvSpPr/>
          <p:nvPr/>
        </p:nvSpPr>
        <p:spPr>
          <a:xfrm>
            <a:off x="2672608" y="2931688"/>
            <a:ext cx="731520" cy="119299"/>
          </a:xfrm>
          <a:prstGeom prst="rect">
            <a:avLst/>
          </a:prstGeom>
          <a:solidFill>
            <a:srgbClr val="FFFFFF"/>
          </a:solidFill>
          <a:ln w="6350">
            <a:solidFill>
              <a:srgbClr val="E2E2E2"/>
            </a:solidFill>
            <a:prstDash val="solid"/>
          </a:ln>
        </p:spPr>
      </p:sp>
      <p:sp>
        <p:nvSpPr>
          <p:cNvPr id="92" name="Shape 84"/>
          <p:cNvSpPr/>
          <p:nvPr/>
        </p:nvSpPr>
        <p:spPr>
          <a:xfrm>
            <a:off x="3404128" y="2931688"/>
            <a:ext cx="731520" cy="119299"/>
          </a:xfrm>
          <a:prstGeom prst="rect">
            <a:avLst/>
          </a:prstGeom>
          <a:solidFill>
            <a:srgbClr val="FFFFFF"/>
          </a:solidFill>
          <a:ln w="6350">
            <a:solidFill>
              <a:srgbClr val="E2E2E2"/>
            </a:solidFill>
            <a:prstDash val="solid"/>
          </a:ln>
        </p:spPr>
      </p:sp>
      <p:sp>
        <p:nvSpPr>
          <p:cNvPr id="93" name="Shape 85"/>
          <p:cNvSpPr/>
          <p:nvPr/>
        </p:nvSpPr>
        <p:spPr>
          <a:xfrm>
            <a:off x="587776" y="3050987"/>
            <a:ext cx="256032" cy="119299"/>
          </a:xfrm>
          <a:prstGeom prst="rect">
            <a:avLst/>
          </a:prstGeom>
          <a:solidFill>
            <a:srgbClr val="F8F9FA"/>
          </a:solidFill>
          <a:ln w="6350">
            <a:solidFill>
              <a:srgbClr val="DDDDDD"/>
            </a:solidFill>
            <a:prstDash val="solid"/>
          </a:ln>
        </p:spPr>
      </p:sp>
      <p:sp>
        <p:nvSpPr>
          <p:cNvPr id="94" name="Text 86"/>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5" name="Shape 87"/>
          <p:cNvSpPr/>
          <p:nvPr/>
        </p:nvSpPr>
        <p:spPr>
          <a:xfrm>
            <a:off x="843808" y="3050987"/>
            <a:ext cx="914400" cy="119299"/>
          </a:xfrm>
          <a:prstGeom prst="rect">
            <a:avLst/>
          </a:prstGeom>
          <a:solidFill>
            <a:srgbClr val="FFFFFF"/>
          </a:solidFill>
          <a:ln w="6350">
            <a:solidFill>
              <a:srgbClr val="E2E2E2"/>
            </a:solidFill>
            <a:prstDash val="solid"/>
          </a:ln>
        </p:spPr>
      </p:sp>
      <p:sp>
        <p:nvSpPr>
          <p:cNvPr id="96" name="Text 88"/>
          <p:cNvSpPr txBox="1"/>
          <p:nvPr/>
        </p:nvSpPr>
        <p:spPr>
          <a:xfrm>
            <a:off x="871240" y="3050987"/>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97" name="Shape 89"/>
          <p:cNvSpPr/>
          <p:nvPr/>
        </p:nvSpPr>
        <p:spPr>
          <a:xfrm>
            <a:off x="1758208" y="3050987"/>
            <a:ext cx="914400" cy="119299"/>
          </a:xfrm>
          <a:prstGeom prst="rect">
            <a:avLst/>
          </a:prstGeom>
          <a:solidFill>
            <a:srgbClr val="FFFFFF"/>
          </a:solidFill>
          <a:ln w="6350">
            <a:solidFill>
              <a:srgbClr val="E2E2E2"/>
            </a:solidFill>
            <a:prstDash val="solid"/>
          </a:ln>
        </p:spPr>
      </p:sp>
      <p:sp>
        <p:nvSpPr>
          <p:cNvPr id="98" name="Text 90"/>
          <p:cNvSpPr txBox="1"/>
          <p:nvPr/>
        </p:nvSpPr>
        <p:spPr>
          <a:xfrm>
            <a:off x="1785640" y="3050987"/>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99" name="Shape 91"/>
          <p:cNvSpPr/>
          <p:nvPr/>
        </p:nvSpPr>
        <p:spPr>
          <a:xfrm>
            <a:off x="2672608" y="3050987"/>
            <a:ext cx="731520" cy="119299"/>
          </a:xfrm>
          <a:prstGeom prst="rect">
            <a:avLst/>
          </a:prstGeom>
          <a:solidFill>
            <a:srgbClr val="FFFFFF"/>
          </a:solidFill>
          <a:ln w="6350">
            <a:solidFill>
              <a:srgbClr val="E2E2E2"/>
            </a:solidFill>
            <a:prstDash val="solid"/>
          </a:ln>
        </p:spPr>
      </p:sp>
      <p:sp>
        <p:nvSpPr>
          <p:cNvPr id="100" name="Shape 92"/>
          <p:cNvSpPr/>
          <p:nvPr/>
        </p:nvSpPr>
        <p:spPr>
          <a:xfrm>
            <a:off x="3404128" y="3050987"/>
            <a:ext cx="731520" cy="119299"/>
          </a:xfrm>
          <a:prstGeom prst="rect">
            <a:avLst/>
          </a:prstGeom>
          <a:solidFill>
            <a:srgbClr val="FFFFFF"/>
          </a:solidFill>
          <a:ln w="6350">
            <a:solidFill>
              <a:srgbClr val="E2E2E2"/>
            </a:solidFill>
            <a:prstDash val="solid"/>
          </a:ln>
        </p:spPr>
      </p:sp>
      <p:sp>
        <p:nvSpPr>
          <p:cNvPr id="101" name="Shape 93"/>
          <p:cNvSpPr/>
          <p:nvPr/>
        </p:nvSpPr>
        <p:spPr>
          <a:xfrm>
            <a:off x="587776" y="3170287"/>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3" name="Shape 95"/>
          <p:cNvSpPr/>
          <p:nvPr/>
        </p:nvSpPr>
        <p:spPr>
          <a:xfrm>
            <a:off x="843808" y="3170287"/>
            <a:ext cx="914400" cy="119299"/>
          </a:xfrm>
          <a:prstGeom prst="rect">
            <a:avLst/>
          </a:prstGeom>
          <a:solidFill>
            <a:srgbClr val="FFFFFF"/>
          </a:solidFill>
          <a:ln w="6350">
            <a:solidFill>
              <a:srgbClr val="E2E2E2"/>
            </a:solidFill>
            <a:prstDash val="solid"/>
          </a:ln>
        </p:spPr>
      </p:sp>
      <p:sp>
        <p:nvSpPr>
          <p:cNvPr id="104" name="Text 96"/>
          <p:cNvSpPr txBox="1"/>
          <p:nvPr/>
        </p:nvSpPr>
        <p:spPr>
          <a:xfrm>
            <a:off x="871240" y="3170287"/>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05" name="Shape 97"/>
          <p:cNvSpPr/>
          <p:nvPr/>
        </p:nvSpPr>
        <p:spPr>
          <a:xfrm>
            <a:off x="1758208" y="3170287"/>
            <a:ext cx="914400" cy="119299"/>
          </a:xfrm>
          <a:prstGeom prst="rect">
            <a:avLst/>
          </a:prstGeom>
          <a:solidFill>
            <a:srgbClr val="FFFFFF"/>
          </a:solidFill>
          <a:ln w="6350">
            <a:solidFill>
              <a:srgbClr val="E2E2E2"/>
            </a:solidFill>
            <a:prstDash val="solid"/>
          </a:ln>
        </p:spPr>
      </p:sp>
      <p:sp>
        <p:nvSpPr>
          <p:cNvPr id="106" name="Text 98"/>
          <p:cNvSpPr txBox="1"/>
          <p:nvPr/>
        </p:nvSpPr>
        <p:spPr>
          <a:xfrm>
            <a:off x="1785640" y="3170287"/>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07" name="Shape 99"/>
          <p:cNvSpPr/>
          <p:nvPr/>
        </p:nvSpPr>
        <p:spPr>
          <a:xfrm>
            <a:off x="2672608" y="3170287"/>
            <a:ext cx="731520" cy="119299"/>
          </a:xfrm>
          <a:prstGeom prst="rect">
            <a:avLst/>
          </a:prstGeom>
          <a:solidFill>
            <a:srgbClr val="FFFFFF"/>
          </a:solidFill>
          <a:ln w="6350">
            <a:solidFill>
              <a:srgbClr val="E2E2E2"/>
            </a:solidFill>
            <a:prstDash val="solid"/>
          </a:ln>
        </p:spPr>
      </p:sp>
      <p:sp>
        <p:nvSpPr>
          <p:cNvPr id="108" name="Shape 100"/>
          <p:cNvSpPr/>
          <p:nvPr/>
        </p:nvSpPr>
        <p:spPr>
          <a:xfrm>
            <a:off x="3404128" y="3170287"/>
            <a:ext cx="731520" cy="119299"/>
          </a:xfrm>
          <a:prstGeom prst="rect">
            <a:avLst/>
          </a:prstGeom>
          <a:solidFill>
            <a:srgbClr val="FFFFFF"/>
          </a:solidFill>
          <a:ln w="6350">
            <a:solidFill>
              <a:srgbClr val="E2E2E2"/>
            </a:solidFill>
            <a:prstDash val="solid"/>
          </a:ln>
        </p:spPr>
      </p:sp>
      <p:sp>
        <p:nvSpPr>
          <p:cNvPr id="109" name="Shape 101"/>
          <p:cNvSpPr/>
          <p:nvPr/>
        </p:nvSpPr>
        <p:spPr>
          <a:xfrm>
            <a:off x="587776" y="3289586"/>
            <a:ext cx="256032" cy="119299"/>
          </a:xfrm>
          <a:prstGeom prst="rect">
            <a:avLst/>
          </a:prstGeom>
          <a:solidFill>
            <a:srgbClr val="F8F9FA"/>
          </a:solidFill>
          <a:ln w="6350">
            <a:solidFill>
              <a:srgbClr val="DDDDDD"/>
            </a:solidFill>
            <a:prstDash val="solid"/>
          </a:ln>
        </p:spPr>
      </p:sp>
      <p:sp>
        <p:nvSpPr>
          <p:cNvPr id="110" name="Text 10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1" name="Shape 103"/>
          <p:cNvSpPr/>
          <p:nvPr/>
        </p:nvSpPr>
        <p:spPr>
          <a:xfrm>
            <a:off x="843808" y="3289586"/>
            <a:ext cx="914400" cy="119299"/>
          </a:xfrm>
          <a:prstGeom prst="rect">
            <a:avLst/>
          </a:prstGeom>
          <a:solidFill>
            <a:srgbClr val="FFFFFF"/>
          </a:solidFill>
          <a:ln w="6350">
            <a:solidFill>
              <a:srgbClr val="E2E2E2"/>
            </a:solidFill>
            <a:prstDash val="solid"/>
          </a:ln>
        </p:spPr>
      </p:sp>
      <p:sp>
        <p:nvSpPr>
          <p:cNvPr id="112" name="Shape 104"/>
          <p:cNvSpPr/>
          <p:nvPr/>
        </p:nvSpPr>
        <p:spPr>
          <a:xfrm>
            <a:off x="1758208" y="3289586"/>
            <a:ext cx="914400" cy="119299"/>
          </a:xfrm>
          <a:prstGeom prst="rect">
            <a:avLst/>
          </a:prstGeom>
          <a:solidFill>
            <a:srgbClr val="FFFFFF"/>
          </a:solidFill>
          <a:ln w="6350">
            <a:solidFill>
              <a:srgbClr val="E2E2E2"/>
            </a:solidFill>
            <a:prstDash val="solid"/>
          </a:ln>
        </p:spPr>
      </p:sp>
      <p:sp>
        <p:nvSpPr>
          <p:cNvPr id="113" name="Shape 105"/>
          <p:cNvSpPr/>
          <p:nvPr/>
        </p:nvSpPr>
        <p:spPr>
          <a:xfrm>
            <a:off x="2672608" y="3289586"/>
            <a:ext cx="731520" cy="119299"/>
          </a:xfrm>
          <a:prstGeom prst="rect">
            <a:avLst/>
          </a:prstGeom>
          <a:solidFill>
            <a:srgbClr val="FFFFFF"/>
          </a:solidFill>
          <a:ln w="6350">
            <a:solidFill>
              <a:srgbClr val="E2E2E2"/>
            </a:solidFill>
            <a:prstDash val="solid"/>
          </a:ln>
        </p:spPr>
      </p:sp>
      <p:sp>
        <p:nvSpPr>
          <p:cNvPr id="114" name="Shape 106"/>
          <p:cNvSpPr/>
          <p:nvPr/>
        </p:nvSpPr>
        <p:spPr>
          <a:xfrm>
            <a:off x="3404128" y="3289586"/>
            <a:ext cx="731520" cy="119299"/>
          </a:xfrm>
          <a:prstGeom prst="rect">
            <a:avLst/>
          </a:prstGeom>
          <a:solidFill>
            <a:srgbClr val="FFFFFF"/>
          </a:solidFill>
          <a:ln w="6350">
            <a:solidFill>
              <a:srgbClr val="E2E2E2"/>
            </a:solidFill>
            <a:prstDash val="solid"/>
          </a:ln>
        </p:spPr>
      </p:sp>
      <p:sp>
        <p:nvSpPr>
          <p:cNvPr id="115" name="Shape 107"/>
          <p:cNvSpPr/>
          <p:nvPr/>
        </p:nvSpPr>
        <p:spPr>
          <a:xfrm>
            <a:off x="587776" y="3408885"/>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17" name="Shape 109"/>
          <p:cNvSpPr/>
          <p:nvPr/>
        </p:nvSpPr>
        <p:spPr>
          <a:xfrm>
            <a:off x="843808" y="3408885"/>
            <a:ext cx="914400" cy="119299"/>
          </a:xfrm>
          <a:prstGeom prst="rect">
            <a:avLst/>
          </a:prstGeom>
          <a:solidFill>
            <a:srgbClr val="FFFFFF"/>
          </a:solidFill>
          <a:ln w="6350">
            <a:solidFill>
              <a:srgbClr val="E2E2E2"/>
            </a:solidFill>
            <a:prstDash val="solid"/>
          </a:ln>
        </p:spPr>
      </p:sp>
      <p:sp>
        <p:nvSpPr>
          <p:cNvPr id="118" name="Text 110"/>
          <p:cNvSpPr txBox="1"/>
          <p:nvPr/>
        </p:nvSpPr>
        <p:spPr>
          <a:xfrm>
            <a:off x="871240" y="3408885"/>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Total santri</a:t>
            </a:r>
            <a:endParaRPr lang="en-US" sz="600" dirty="0"/>
          </a:p>
        </p:txBody>
      </p:sp>
      <p:sp>
        <p:nvSpPr>
          <p:cNvPr id="119" name="Shape 111"/>
          <p:cNvSpPr/>
          <p:nvPr/>
        </p:nvSpPr>
        <p:spPr>
          <a:xfrm>
            <a:off x="1758208" y="3408885"/>
            <a:ext cx="914400" cy="119299"/>
          </a:xfrm>
          <a:prstGeom prst="rect">
            <a:avLst/>
          </a:prstGeom>
          <a:solidFill>
            <a:srgbClr val="FFFFFF"/>
          </a:solidFill>
          <a:ln w="6350">
            <a:solidFill>
              <a:srgbClr val="E2E2E2"/>
            </a:solidFill>
            <a:prstDash val="solid"/>
          </a:ln>
        </p:spPr>
      </p:sp>
      <p:sp>
        <p:nvSpPr>
          <p:cNvPr id="120" name="Text 112"/>
          <p:cNvSpPr txBox="1"/>
          <p:nvPr/>
        </p:nvSpPr>
        <p:spPr>
          <a:xfrm>
            <a:off x="1785640" y="3408885"/>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8</a:t>
            </a:r>
            <a:endParaRPr lang="en-US" sz="600" dirty="0"/>
          </a:p>
        </p:txBody>
      </p:sp>
      <p:sp>
        <p:nvSpPr>
          <p:cNvPr id="121" name="Shape 113"/>
          <p:cNvSpPr/>
          <p:nvPr/>
        </p:nvSpPr>
        <p:spPr>
          <a:xfrm>
            <a:off x="2672608" y="3408885"/>
            <a:ext cx="731520" cy="119299"/>
          </a:xfrm>
          <a:prstGeom prst="rect">
            <a:avLst/>
          </a:prstGeom>
          <a:solidFill>
            <a:srgbClr val="FFFFFF"/>
          </a:solidFill>
          <a:ln w="6350">
            <a:solidFill>
              <a:srgbClr val="E2E2E2"/>
            </a:solidFill>
            <a:prstDash val="solid"/>
          </a:ln>
        </p:spPr>
      </p:sp>
      <p:sp>
        <p:nvSpPr>
          <p:cNvPr id="122" name="Shape 114"/>
          <p:cNvSpPr/>
          <p:nvPr/>
        </p:nvSpPr>
        <p:spPr>
          <a:xfrm>
            <a:off x="3404128" y="3408885"/>
            <a:ext cx="731520" cy="119299"/>
          </a:xfrm>
          <a:prstGeom prst="rect">
            <a:avLst/>
          </a:prstGeom>
          <a:solidFill>
            <a:srgbClr val="FFFFFF"/>
          </a:solidFill>
          <a:ln w="6350">
            <a:solidFill>
              <a:srgbClr val="E2E2E2"/>
            </a:solidFill>
            <a:prstDash val="solid"/>
          </a:ln>
        </p:spPr>
      </p:sp>
      <p:sp>
        <p:nvSpPr>
          <p:cNvPr id="123" name="Shape 115"/>
          <p:cNvSpPr/>
          <p:nvPr/>
        </p:nvSpPr>
        <p:spPr>
          <a:xfrm>
            <a:off x="587776" y="3528185"/>
            <a:ext cx="256032" cy="119299"/>
          </a:xfrm>
          <a:prstGeom prst="rect">
            <a:avLst/>
          </a:prstGeom>
          <a:solidFill>
            <a:srgbClr val="F8F9FA"/>
          </a:solidFill>
          <a:ln w="6350">
            <a:solidFill>
              <a:srgbClr val="DDDDDD"/>
            </a:solidFill>
            <a:prstDash val="solid"/>
          </a:ln>
        </p:spPr>
      </p:sp>
      <p:sp>
        <p:nvSpPr>
          <p:cNvPr id="124" name="Text 116"/>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25" name="Shape 117"/>
          <p:cNvSpPr/>
          <p:nvPr/>
        </p:nvSpPr>
        <p:spPr>
          <a:xfrm>
            <a:off x="843808" y="3528185"/>
            <a:ext cx="914400" cy="119299"/>
          </a:xfrm>
          <a:prstGeom prst="rect">
            <a:avLst/>
          </a:prstGeom>
          <a:solidFill>
            <a:srgbClr val="FFFFFF"/>
          </a:solidFill>
          <a:ln w="6350">
            <a:solidFill>
              <a:srgbClr val="E2E2E2"/>
            </a:solidFill>
            <a:prstDash val="solid"/>
          </a:ln>
        </p:spPr>
      </p:sp>
      <p:sp>
        <p:nvSpPr>
          <p:cNvPr id="126" name="Text 118"/>
          <p:cNvSpPr txBox="1"/>
          <p:nvPr/>
        </p:nvSpPr>
        <p:spPr>
          <a:xfrm>
            <a:off x="871240" y="3528185"/>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Rata-rata juz</a:t>
            </a:r>
            <a:endParaRPr lang="en-US" sz="600" dirty="0"/>
          </a:p>
        </p:txBody>
      </p:sp>
      <p:sp>
        <p:nvSpPr>
          <p:cNvPr id="127" name="Shape 119"/>
          <p:cNvSpPr/>
          <p:nvPr/>
        </p:nvSpPr>
        <p:spPr>
          <a:xfrm>
            <a:off x="1758208" y="3528185"/>
            <a:ext cx="914400" cy="119299"/>
          </a:xfrm>
          <a:prstGeom prst="rect">
            <a:avLst/>
          </a:prstGeom>
          <a:solidFill>
            <a:srgbClr val="FFFFFF"/>
          </a:solidFill>
          <a:ln w="6350">
            <a:solidFill>
              <a:srgbClr val="E2E2E2"/>
            </a:solidFill>
            <a:prstDash val="solid"/>
          </a:ln>
        </p:spPr>
      </p:sp>
      <p:sp>
        <p:nvSpPr>
          <p:cNvPr id="128" name="Text 120"/>
          <p:cNvSpPr txBox="1"/>
          <p:nvPr/>
        </p:nvSpPr>
        <p:spPr>
          <a:xfrm>
            <a:off x="1785640" y="3528185"/>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3.3</a:t>
            </a:r>
            <a:endParaRPr lang="en-US" sz="600" dirty="0"/>
          </a:p>
        </p:txBody>
      </p:sp>
      <p:sp>
        <p:nvSpPr>
          <p:cNvPr id="129" name="Shape 121"/>
          <p:cNvSpPr/>
          <p:nvPr/>
        </p:nvSpPr>
        <p:spPr>
          <a:xfrm>
            <a:off x="2672608" y="3528185"/>
            <a:ext cx="731520" cy="119299"/>
          </a:xfrm>
          <a:prstGeom prst="rect">
            <a:avLst/>
          </a:prstGeom>
          <a:solidFill>
            <a:srgbClr val="FFFFFF"/>
          </a:solidFill>
          <a:ln w="6350">
            <a:solidFill>
              <a:srgbClr val="E2E2E2"/>
            </a:solidFill>
            <a:prstDash val="solid"/>
          </a:ln>
        </p:spPr>
      </p:sp>
      <p:sp>
        <p:nvSpPr>
          <p:cNvPr id="130" name="Shape 122"/>
          <p:cNvSpPr/>
          <p:nvPr/>
        </p:nvSpPr>
        <p:spPr>
          <a:xfrm>
            <a:off x="3404128" y="3528185"/>
            <a:ext cx="731520" cy="119299"/>
          </a:xfrm>
          <a:prstGeom prst="rect">
            <a:avLst/>
          </a:prstGeom>
          <a:solidFill>
            <a:srgbClr val="FFFFFF"/>
          </a:solidFill>
          <a:ln w="6350">
            <a:solidFill>
              <a:srgbClr val="E2E2E2"/>
            </a:solidFill>
            <a:prstDash val="solid"/>
          </a:ln>
        </p:spPr>
      </p:sp>
      <p:sp>
        <p:nvSpPr>
          <p:cNvPr id="131" name="Shape 123"/>
          <p:cNvSpPr/>
          <p:nvPr/>
        </p:nvSpPr>
        <p:spPr>
          <a:xfrm>
            <a:off x="587776" y="3647484"/>
            <a:ext cx="256032" cy="119299"/>
          </a:xfrm>
          <a:prstGeom prst="rect">
            <a:avLst/>
          </a:prstGeom>
          <a:solidFill>
            <a:srgbClr val="F8F9FA"/>
          </a:solidFill>
          <a:ln w="6350">
            <a:solidFill>
              <a:srgbClr val="DDDDDD"/>
            </a:solidFill>
            <a:prstDash val="solid"/>
          </a:ln>
        </p:spPr>
      </p:sp>
      <p:sp>
        <p:nvSpPr>
          <p:cNvPr id="132" name="Text 124"/>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33" name="Shape 125"/>
          <p:cNvSpPr/>
          <p:nvPr/>
        </p:nvSpPr>
        <p:spPr>
          <a:xfrm>
            <a:off x="843808" y="3647484"/>
            <a:ext cx="914400" cy="119299"/>
          </a:xfrm>
          <a:prstGeom prst="rect">
            <a:avLst/>
          </a:prstGeom>
          <a:solidFill>
            <a:srgbClr val="FFFFFF"/>
          </a:solidFill>
          <a:ln w="6350">
            <a:solidFill>
              <a:srgbClr val="E2E2E2"/>
            </a:solidFill>
            <a:prstDash val="solid"/>
          </a:ln>
        </p:spPr>
      </p:sp>
      <p:sp>
        <p:nvSpPr>
          <p:cNvPr id="134" name="Shape 126"/>
          <p:cNvSpPr/>
          <p:nvPr/>
        </p:nvSpPr>
        <p:spPr>
          <a:xfrm>
            <a:off x="1758208" y="3647484"/>
            <a:ext cx="914400" cy="119299"/>
          </a:xfrm>
          <a:prstGeom prst="rect">
            <a:avLst/>
          </a:prstGeom>
          <a:solidFill>
            <a:srgbClr val="FFFFFF"/>
          </a:solidFill>
          <a:ln w="6350">
            <a:solidFill>
              <a:srgbClr val="E2E2E2"/>
            </a:solidFill>
            <a:prstDash val="solid"/>
          </a:ln>
        </p:spPr>
      </p:sp>
      <p:sp>
        <p:nvSpPr>
          <p:cNvPr id="135" name="Shape 127"/>
          <p:cNvSpPr/>
          <p:nvPr/>
        </p:nvSpPr>
        <p:spPr>
          <a:xfrm>
            <a:off x="2672608" y="3647484"/>
            <a:ext cx="731520" cy="119299"/>
          </a:xfrm>
          <a:prstGeom prst="rect">
            <a:avLst/>
          </a:prstGeom>
          <a:solidFill>
            <a:srgbClr val="FFFFFF"/>
          </a:solidFill>
          <a:ln w="6350">
            <a:solidFill>
              <a:srgbClr val="E2E2E2"/>
            </a:solidFill>
            <a:prstDash val="solid"/>
          </a:ln>
        </p:spPr>
      </p:sp>
      <p:sp>
        <p:nvSpPr>
          <p:cNvPr id="136" name="Shape 128"/>
          <p:cNvSpPr/>
          <p:nvPr/>
        </p:nvSpPr>
        <p:spPr>
          <a:xfrm>
            <a:off x="3404128" y="3647484"/>
            <a:ext cx="731520" cy="119299"/>
          </a:xfrm>
          <a:prstGeom prst="rect">
            <a:avLst/>
          </a:prstGeom>
          <a:solidFill>
            <a:srgbClr val="FFFFFF"/>
          </a:solidFill>
          <a:ln w="6350">
            <a:solidFill>
              <a:srgbClr val="E2E2E2"/>
            </a:solidFill>
            <a:prstDash val="solid"/>
          </a:ln>
        </p:spPr>
      </p:sp>
      <p:sp>
        <p:nvSpPr>
          <p:cNvPr id="137" name="Shape 129"/>
          <p:cNvSpPr/>
          <p:nvPr/>
        </p:nvSpPr>
        <p:spPr>
          <a:xfrm>
            <a:off x="1758208" y="3528185"/>
            <a:ext cx="914400" cy="119299"/>
          </a:xfrm>
          <a:prstGeom prst="rect">
            <a:avLst/>
          </a:prstGeom>
          <a:solidFill>
            <a:srgbClr val="1A73E8">
              <a:alpha val="12000"/>
            </a:srgbClr>
          </a:solidFill>
          <a:ln w="19050">
            <a:solidFill>
              <a:srgbClr val="1A73E8"/>
            </a:solidFill>
            <a:prstDash val="solid"/>
          </a:ln>
        </p:spPr>
      </p:sp>
      <p:sp>
        <p:nvSpPr>
          <p:cNvPr id="138" name="Shape 130"/>
          <p:cNvSpPr/>
          <p:nvPr/>
        </p:nvSpPr>
        <p:spPr>
          <a:xfrm>
            <a:off x="587776" y="3794216"/>
            <a:ext cx="4950927" cy="201168"/>
          </a:xfrm>
          <a:prstGeom prst="rect">
            <a:avLst/>
          </a:prstGeom>
          <a:solidFill>
            <a:srgbClr val="F8F9FA"/>
          </a:solidFill>
          <a:ln w="12700">
            <a:solidFill>
              <a:srgbClr val="F8F9FA"/>
            </a:solidFill>
            <a:prstDash val="solid"/>
          </a:ln>
        </p:spPr>
      </p:sp>
      <p:sp>
        <p:nvSpPr>
          <p:cNvPr id="139" name="Text 131"/>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40" name="Text 132"/>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41" name="Shape 133"/>
          <p:cNvSpPr/>
          <p:nvPr/>
        </p:nvSpPr>
        <p:spPr>
          <a:xfrm>
            <a:off x="1913656" y="3794216"/>
            <a:ext cx="731520" cy="201168"/>
          </a:xfrm>
          <a:prstGeom prst="rect">
            <a:avLst/>
          </a:prstGeom>
          <a:solidFill>
            <a:srgbClr val="E1EFFE"/>
          </a:solidFill>
          <a:ln w="12700">
            <a:solidFill>
              <a:srgbClr val="E1EFFE"/>
            </a:solidFill>
            <a:prstDash val="solid"/>
          </a:ln>
        </p:spPr>
      </p:sp>
      <p:sp>
        <p:nvSpPr>
          <p:cNvPr id="142" name="Text 134"/>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43" name="Shape 135"/>
          <p:cNvSpPr/>
          <p:nvPr/>
        </p:nvSpPr>
        <p:spPr>
          <a:xfrm>
            <a:off x="825520" y="3390597"/>
            <a:ext cx="1865376" cy="275175"/>
          </a:xfrm>
          <a:prstGeom prst="roundRect">
            <a:avLst>
              <a:gd name="adj" fmla="val 16615"/>
            </a:avLst>
          </a:prstGeom>
          <a:solidFill>
            <a:srgbClr val="FFFFFF">
              <a:alpha val="0"/>
            </a:srgbClr>
          </a:solidFill>
          <a:ln w="31750">
            <a:solidFill>
              <a:srgbClr val="E53935"/>
            </a:solidFill>
            <a:prstDash val="solid"/>
          </a:ln>
        </p:spPr>
      </p:sp>
      <p:sp>
        <p:nvSpPr>
          <p:cNvPr id="144" name="Shape 136"/>
          <p:cNvSpPr/>
          <p:nvPr/>
        </p:nvSpPr>
        <p:spPr>
          <a:xfrm>
            <a:off x="2553736" y="3253437"/>
            <a:ext cx="274320" cy="274320"/>
          </a:xfrm>
          <a:prstGeom prst="ellipse">
            <a:avLst/>
          </a:prstGeom>
          <a:solidFill>
            <a:srgbClr val="E53935"/>
          </a:solidFill>
          <a:ln w="12700">
            <a:solidFill>
              <a:srgbClr val="FFFFFF"/>
            </a:solidFill>
            <a:prstDash val="solid"/>
          </a:ln>
        </p:spPr>
      </p:sp>
      <p:sp>
        <p:nvSpPr>
          <p:cNvPr id="145" name="Text 137"/>
          <p:cNvSpPr txBox="1"/>
          <p:nvPr/>
        </p:nvSpPr>
        <p:spPr>
          <a:xfrm>
            <a:off x="2553736" y="325343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146" name="Image 6" descr="preencoded.png">    </p:cNvPr>
          <p:cNvPicPr>
            <a:picLocks noChangeAspect="1"/>
          </p:cNvPicPr>
          <p:nvPr/>
        </p:nvPicPr>
        <p:blipFill>
          <a:blip r:embed="rId7"/>
          <a:stretch>
            <a:fillRect/>
          </a:stretch>
        </p:blipFill>
        <p:spPr>
          <a:xfrm>
            <a:off x="1849648" y="3540115"/>
            <a:ext cx="237744" cy="237744"/>
          </a:xfrm>
          <a:prstGeom prst="rect">
            <a:avLst/>
          </a:prstGeom>
        </p:spPr>
      </p:pic>
      <p:sp>
        <p:nvSpPr>
          <p:cNvPr id="147" name="Text 13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148" name="Text 13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 total dan rata-rata juz</a:t>
            </a:r>
            <a:endParaRPr lang="en-US" sz="1800" dirty="0"/>
          </a:p>
        </p:txBody>
      </p:sp>
      <p:sp>
        <p:nvSpPr>
          <p:cNvPr id="149" name="Text 14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A7: Total santri, B7: =SUM(B2:B5). A8: Rata-rata juz, B8: =AVERAGE(Data!F2:F30).</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Grafik &amp; Berbagi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91440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758208" y="2573789"/>
            <a:ext cx="914400" cy="119299"/>
          </a:xfrm>
          <a:prstGeom prst="rect">
            <a:avLst/>
          </a:prstGeom>
          <a:solidFill>
            <a:srgbClr val="F8F9FA"/>
          </a:solidFill>
          <a:ln w="6350">
            <a:solidFill>
              <a:srgbClr val="DDDDDD"/>
            </a:solidFill>
            <a:prstDash val="solid"/>
          </a:ln>
        </p:spPr>
      </p:sp>
      <p:sp>
        <p:nvSpPr>
          <p:cNvPr id="64" name="Text 56"/>
          <p:cNvSpPr txBox="1"/>
          <p:nvPr/>
        </p:nvSpPr>
        <p:spPr>
          <a:xfrm>
            <a:off x="17582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672608" y="2573789"/>
            <a:ext cx="731520" cy="119299"/>
          </a:xfrm>
          <a:prstGeom prst="rect">
            <a:avLst/>
          </a:prstGeom>
          <a:solidFill>
            <a:srgbClr val="F8F9FA"/>
          </a:solidFill>
          <a:ln w="6350">
            <a:solidFill>
              <a:srgbClr val="DDDDDD"/>
            </a:solidFill>
            <a:prstDash val="solid"/>
          </a:ln>
        </p:spPr>
      </p:sp>
      <p:sp>
        <p:nvSpPr>
          <p:cNvPr id="66" name="Text 58"/>
          <p:cNvSpPr txBox="1"/>
          <p:nvPr/>
        </p:nvSpPr>
        <p:spPr>
          <a:xfrm>
            <a:off x="267260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3404128" y="2573789"/>
            <a:ext cx="731520" cy="119299"/>
          </a:xfrm>
          <a:prstGeom prst="rect">
            <a:avLst/>
          </a:prstGeom>
          <a:solidFill>
            <a:srgbClr val="F8F9FA"/>
          </a:solidFill>
          <a:ln w="6350">
            <a:solidFill>
              <a:srgbClr val="DDDDDD"/>
            </a:solidFill>
            <a:prstDash val="solid"/>
          </a:ln>
        </p:spPr>
      </p:sp>
      <p:sp>
        <p:nvSpPr>
          <p:cNvPr id="68" name="Text 60"/>
          <p:cNvSpPr txBox="1"/>
          <p:nvPr/>
        </p:nvSpPr>
        <p:spPr>
          <a:xfrm>
            <a:off x="34041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91440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73" name="Shape 65"/>
          <p:cNvSpPr/>
          <p:nvPr/>
        </p:nvSpPr>
        <p:spPr>
          <a:xfrm>
            <a:off x="1758208" y="2693089"/>
            <a:ext cx="914400" cy="119299"/>
          </a:xfrm>
          <a:prstGeom prst="rect">
            <a:avLst/>
          </a:prstGeom>
          <a:solidFill>
            <a:srgbClr val="0F4C3A"/>
          </a:solidFill>
          <a:ln w="6350">
            <a:solidFill>
              <a:srgbClr val="E2E2E2"/>
            </a:solidFill>
            <a:prstDash val="solid"/>
          </a:ln>
        </p:spPr>
      </p:sp>
      <p:sp>
        <p:nvSpPr>
          <p:cNvPr id="74" name="Text 66"/>
          <p:cNvSpPr txBox="1"/>
          <p:nvPr/>
        </p:nvSpPr>
        <p:spPr>
          <a:xfrm>
            <a:off x="17856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Jumlah Santri</a:t>
            </a:r>
            <a:endParaRPr lang="en-US" sz="600" dirty="0"/>
          </a:p>
        </p:txBody>
      </p:sp>
      <p:sp>
        <p:nvSpPr>
          <p:cNvPr id="75" name="Shape 67"/>
          <p:cNvSpPr/>
          <p:nvPr/>
        </p:nvSpPr>
        <p:spPr>
          <a:xfrm>
            <a:off x="2672608" y="2693089"/>
            <a:ext cx="731520" cy="119299"/>
          </a:xfrm>
          <a:prstGeom prst="rect">
            <a:avLst/>
          </a:prstGeom>
          <a:solidFill>
            <a:srgbClr val="0F4C3A"/>
          </a:solidFill>
          <a:ln w="6350">
            <a:solidFill>
              <a:srgbClr val="E2E2E2"/>
            </a:solidFill>
            <a:prstDash val="solid"/>
          </a:ln>
        </p:spPr>
      </p:sp>
      <p:sp>
        <p:nvSpPr>
          <p:cNvPr id="76" name="Shape 68"/>
          <p:cNvSpPr/>
          <p:nvPr/>
        </p:nvSpPr>
        <p:spPr>
          <a:xfrm>
            <a:off x="3404128" y="2693089"/>
            <a:ext cx="731520" cy="119299"/>
          </a:xfrm>
          <a:prstGeom prst="rect">
            <a:avLst/>
          </a:prstGeom>
          <a:solidFill>
            <a:srgbClr val="0F4C3A"/>
          </a:solidFill>
          <a:ln w="6350">
            <a:solidFill>
              <a:srgbClr val="E2E2E2"/>
            </a:solidFill>
            <a:prstDash val="solid"/>
          </a:ln>
        </p:spPr>
      </p:sp>
      <p:sp>
        <p:nvSpPr>
          <p:cNvPr id="77" name="Shape 69"/>
          <p:cNvSpPr/>
          <p:nvPr/>
        </p:nvSpPr>
        <p:spPr>
          <a:xfrm>
            <a:off x="587776" y="2812388"/>
            <a:ext cx="256032" cy="119299"/>
          </a:xfrm>
          <a:prstGeom prst="rect">
            <a:avLst/>
          </a:prstGeom>
          <a:solidFill>
            <a:srgbClr val="F8F9FA"/>
          </a:solidFill>
          <a:ln w="6350">
            <a:solidFill>
              <a:srgbClr val="DDDDDD"/>
            </a:solidFill>
            <a:prstDash val="solid"/>
          </a:ln>
        </p:spPr>
      </p:sp>
      <p:sp>
        <p:nvSpPr>
          <p:cNvPr id="78" name="Text 7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79" name="Shape 71"/>
          <p:cNvSpPr/>
          <p:nvPr/>
        </p:nvSpPr>
        <p:spPr>
          <a:xfrm>
            <a:off x="843808" y="2812388"/>
            <a:ext cx="914400" cy="119299"/>
          </a:xfrm>
          <a:prstGeom prst="rect">
            <a:avLst/>
          </a:prstGeom>
          <a:solidFill>
            <a:srgbClr val="FFFFFF"/>
          </a:solidFill>
          <a:ln w="6350">
            <a:solidFill>
              <a:srgbClr val="E2E2E2"/>
            </a:solidFill>
            <a:prstDash val="solid"/>
          </a:ln>
        </p:spPr>
      </p:sp>
      <p:sp>
        <p:nvSpPr>
          <p:cNvPr id="80" name="Text 72"/>
          <p:cNvSpPr txBox="1"/>
          <p:nvPr/>
        </p:nvSpPr>
        <p:spPr>
          <a:xfrm>
            <a:off x="871240" y="2812388"/>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81" name="Shape 73"/>
          <p:cNvSpPr/>
          <p:nvPr/>
        </p:nvSpPr>
        <p:spPr>
          <a:xfrm>
            <a:off x="1758208" y="2812388"/>
            <a:ext cx="914400" cy="119299"/>
          </a:xfrm>
          <a:prstGeom prst="rect">
            <a:avLst/>
          </a:prstGeom>
          <a:solidFill>
            <a:srgbClr val="FFFFFF"/>
          </a:solidFill>
          <a:ln w="6350">
            <a:solidFill>
              <a:srgbClr val="E2E2E2"/>
            </a:solidFill>
            <a:prstDash val="solid"/>
          </a:ln>
        </p:spPr>
      </p:sp>
      <p:sp>
        <p:nvSpPr>
          <p:cNvPr id="82" name="Text 74"/>
          <p:cNvSpPr txBox="1"/>
          <p:nvPr/>
        </p:nvSpPr>
        <p:spPr>
          <a:xfrm>
            <a:off x="1785640" y="2812388"/>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83" name="Shape 75"/>
          <p:cNvSpPr/>
          <p:nvPr/>
        </p:nvSpPr>
        <p:spPr>
          <a:xfrm>
            <a:off x="2672608" y="2812388"/>
            <a:ext cx="731520" cy="119299"/>
          </a:xfrm>
          <a:prstGeom prst="rect">
            <a:avLst/>
          </a:prstGeom>
          <a:solidFill>
            <a:srgbClr val="FFFFFF"/>
          </a:solidFill>
          <a:ln w="6350">
            <a:solidFill>
              <a:srgbClr val="E2E2E2"/>
            </a:solidFill>
            <a:prstDash val="solid"/>
          </a:ln>
        </p:spPr>
      </p:sp>
      <p:sp>
        <p:nvSpPr>
          <p:cNvPr id="84" name="Shape 76"/>
          <p:cNvSpPr/>
          <p:nvPr/>
        </p:nvSpPr>
        <p:spPr>
          <a:xfrm>
            <a:off x="3404128" y="2812388"/>
            <a:ext cx="731520" cy="119299"/>
          </a:xfrm>
          <a:prstGeom prst="rect">
            <a:avLst/>
          </a:prstGeom>
          <a:solidFill>
            <a:srgbClr val="FFFFFF"/>
          </a:solidFill>
          <a:ln w="6350">
            <a:solidFill>
              <a:srgbClr val="E2E2E2"/>
            </a:solidFill>
            <a:prstDash val="solid"/>
          </a:ln>
        </p:spPr>
      </p:sp>
      <p:sp>
        <p:nvSpPr>
          <p:cNvPr id="85" name="Shape 77"/>
          <p:cNvSpPr/>
          <p:nvPr/>
        </p:nvSpPr>
        <p:spPr>
          <a:xfrm>
            <a:off x="587776" y="2931688"/>
            <a:ext cx="256032" cy="119299"/>
          </a:xfrm>
          <a:prstGeom prst="rect">
            <a:avLst/>
          </a:prstGeom>
          <a:solidFill>
            <a:srgbClr val="F8F9FA"/>
          </a:solidFill>
          <a:ln w="6350">
            <a:solidFill>
              <a:srgbClr val="DDDDDD"/>
            </a:solidFill>
            <a:prstDash val="solid"/>
          </a:ln>
        </p:spPr>
      </p:sp>
      <p:sp>
        <p:nvSpPr>
          <p:cNvPr id="86" name="Text 7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87" name="Shape 79"/>
          <p:cNvSpPr/>
          <p:nvPr/>
        </p:nvSpPr>
        <p:spPr>
          <a:xfrm>
            <a:off x="843808" y="2931688"/>
            <a:ext cx="914400" cy="119299"/>
          </a:xfrm>
          <a:prstGeom prst="rect">
            <a:avLst/>
          </a:prstGeom>
          <a:solidFill>
            <a:srgbClr val="FFFFFF"/>
          </a:solidFill>
          <a:ln w="6350">
            <a:solidFill>
              <a:srgbClr val="E2E2E2"/>
            </a:solidFill>
            <a:prstDash val="solid"/>
          </a:ln>
        </p:spPr>
      </p:sp>
      <p:sp>
        <p:nvSpPr>
          <p:cNvPr id="88" name="Text 80"/>
          <p:cNvSpPr txBox="1"/>
          <p:nvPr/>
        </p:nvSpPr>
        <p:spPr>
          <a:xfrm>
            <a:off x="871240" y="2931688"/>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Kaligrafi</a:t>
            </a:r>
            <a:endParaRPr lang="en-US" sz="600" dirty="0"/>
          </a:p>
        </p:txBody>
      </p:sp>
      <p:sp>
        <p:nvSpPr>
          <p:cNvPr id="89" name="Shape 81"/>
          <p:cNvSpPr/>
          <p:nvPr/>
        </p:nvSpPr>
        <p:spPr>
          <a:xfrm>
            <a:off x="1758208" y="2931688"/>
            <a:ext cx="914400" cy="119299"/>
          </a:xfrm>
          <a:prstGeom prst="rect">
            <a:avLst/>
          </a:prstGeom>
          <a:solidFill>
            <a:srgbClr val="FFFFFF"/>
          </a:solidFill>
          <a:ln w="6350">
            <a:solidFill>
              <a:srgbClr val="E2E2E2"/>
            </a:solidFill>
            <a:prstDash val="solid"/>
          </a:ln>
        </p:spPr>
      </p:sp>
      <p:sp>
        <p:nvSpPr>
          <p:cNvPr id="90" name="Text 82"/>
          <p:cNvSpPr txBox="1"/>
          <p:nvPr/>
        </p:nvSpPr>
        <p:spPr>
          <a:xfrm>
            <a:off x="1785640" y="2931688"/>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91" name="Shape 83"/>
          <p:cNvSpPr/>
          <p:nvPr/>
        </p:nvSpPr>
        <p:spPr>
          <a:xfrm>
            <a:off x="2672608" y="2931688"/>
            <a:ext cx="731520" cy="119299"/>
          </a:xfrm>
          <a:prstGeom prst="rect">
            <a:avLst/>
          </a:prstGeom>
          <a:solidFill>
            <a:srgbClr val="FFFFFF"/>
          </a:solidFill>
          <a:ln w="6350">
            <a:solidFill>
              <a:srgbClr val="E2E2E2"/>
            </a:solidFill>
            <a:prstDash val="solid"/>
          </a:ln>
        </p:spPr>
      </p:sp>
      <p:sp>
        <p:nvSpPr>
          <p:cNvPr id="92" name="Shape 84"/>
          <p:cNvSpPr/>
          <p:nvPr/>
        </p:nvSpPr>
        <p:spPr>
          <a:xfrm>
            <a:off x="3404128" y="2931688"/>
            <a:ext cx="731520" cy="119299"/>
          </a:xfrm>
          <a:prstGeom prst="rect">
            <a:avLst/>
          </a:prstGeom>
          <a:solidFill>
            <a:srgbClr val="FFFFFF"/>
          </a:solidFill>
          <a:ln w="6350">
            <a:solidFill>
              <a:srgbClr val="E2E2E2"/>
            </a:solidFill>
            <a:prstDash val="solid"/>
          </a:ln>
        </p:spPr>
      </p:sp>
      <p:sp>
        <p:nvSpPr>
          <p:cNvPr id="93" name="Shape 85"/>
          <p:cNvSpPr/>
          <p:nvPr/>
        </p:nvSpPr>
        <p:spPr>
          <a:xfrm>
            <a:off x="587776" y="3050987"/>
            <a:ext cx="256032" cy="119299"/>
          </a:xfrm>
          <a:prstGeom prst="rect">
            <a:avLst/>
          </a:prstGeom>
          <a:solidFill>
            <a:srgbClr val="F8F9FA"/>
          </a:solidFill>
          <a:ln w="6350">
            <a:solidFill>
              <a:srgbClr val="DDDDDD"/>
            </a:solidFill>
            <a:prstDash val="solid"/>
          </a:ln>
        </p:spPr>
      </p:sp>
      <p:sp>
        <p:nvSpPr>
          <p:cNvPr id="94" name="Text 86"/>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5" name="Shape 87"/>
          <p:cNvSpPr/>
          <p:nvPr/>
        </p:nvSpPr>
        <p:spPr>
          <a:xfrm>
            <a:off x="843808" y="3050987"/>
            <a:ext cx="914400" cy="119299"/>
          </a:xfrm>
          <a:prstGeom prst="rect">
            <a:avLst/>
          </a:prstGeom>
          <a:solidFill>
            <a:srgbClr val="FFFFFF"/>
          </a:solidFill>
          <a:ln w="6350">
            <a:solidFill>
              <a:srgbClr val="E2E2E2"/>
            </a:solidFill>
            <a:prstDash val="solid"/>
          </a:ln>
        </p:spPr>
      </p:sp>
      <p:sp>
        <p:nvSpPr>
          <p:cNvPr id="96" name="Text 88"/>
          <p:cNvSpPr txBox="1"/>
          <p:nvPr/>
        </p:nvSpPr>
        <p:spPr>
          <a:xfrm>
            <a:off x="871240" y="3050987"/>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Futsal</a:t>
            </a:r>
            <a:endParaRPr lang="en-US" sz="600" dirty="0"/>
          </a:p>
        </p:txBody>
      </p:sp>
      <p:sp>
        <p:nvSpPr>
          <p:cNvPr id="97" name="Shape 89"/>
          <p:cNvSpPr/>
          <p:nvPr/>
        </p:nvSpPr>
        <p:spPr>
          <a:xfrm>
            <a:off x="1758208" y="3050987"/>
            <a:ext cx="914400" cy="119299"/>
          </a:xfrm>
          <a:prstGeom prst="rect">
            <a:avLst/>
          </a:prstGeom>
          <a:solidFill>
            <a:srgbClr val="FFFFFF"/>
          </a:solidFill>
          <a:ln w="6350">
            <a:solidFill>
              <a:srgbClr val="E2E2E2"/>
            </a:solidFill>
            <a:prstDash val="solid"/>
          </a:ln>
        </p:spPr>
      </p:sp>
      <p:sp>
        <p:nvSpPr>
          <p:cNvPr id="98" name="Text 90"/>
          <p:cNvSpPr txBox="1"/>
          <p:nvPr/>
        </p:nvSpPr>
        <p:spPr>
          <a:xfrm>
            <a:off x="1785640" y="3050987"/>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2</a:t>
            </a:r>
            <a:endParaRPr lang="en-US" sz="600" dirty="0"/>
          </a:p>
        </p:txBody>
      </p:sp>
      <p:sp>
        <p:nvSpPr>
          <p:cNvPr id="99" name="Shape 91"/>
          <p:cNvSpPr/>
          <p:nvPr/>
        </p:nvSpPr>
        <p:spPr>
          <a:xfrm>
            <a:off x="2672608" y="3050987"/>
            <a:ext cx="731520" cy="119299"/>
          </a:xfrm>
          <a:prstGeom prst="rect">
            <a:avLst/>
          </a:prstGeom>
          <a:solidFill>
            <a:srgbClr val="FFFFFF"/>
          </a:solidFill>
          <a:ln w="6350">
            <a:solidFill>
              <a:srgbClr val="E2E2E2"/>
            </a:solidFill>
            <a:prstDash val="solid"/>
          </a:ln>
        </p:spPr>
      </p:sp>
      <p:sp>
        <p:nvSpPr>
          <p:cNvPr id="100" name="Shape 92"/>
          <p:cNvSpPr/>
          <p:nvPr/>
        </p:nvSpPr>
        <p:spPr>
          <a:xfrm>
            <a:off x="3404128" y="3050987"/>
            <a:ext cx="731520" cy="119299"/>
          </a:xfrm>
          <a:prstGeom prst="rect">
            <a:avLst/>
          </a:prstGeom>
          <a:solidFill>
            <a:srgbClr val="FFFFFF"/>
          </a:solidFill>
          <a:ln w="6350">
            <a:solidFill>
              <a:srgbClr val="E2E2E2"/>
            </a:solidFill>
            <a:prstDash val="solid"/>
          </a:ln>
        </p:spPr>
      </p:sp>
      <p:sp>
        <p:nvSpPr>
          <p:cNvPr id="101" name="Shape 93"/>
          <p:cNvSpPr/>
          <p:nvPr/>
        </p:nvSpPr>
        <p:spPr>
          <a:xfrm>
            <a:off x="587776" y="3170287"/>
            <a:ext cx="256032" cy="119299"/>
          </a:xfrm>
          <a:prstGeom prst="rect">
            <a:avLst/>
          </a:prstGeom>
          <a:solidFill>
            <a:srgbClr val="F8F9FA"/>
          </a:solidFill>
          <a:ln w="6350">
            <a:solidFill>
              <a:srgbClr val="DDDDDD"/>
            </a:solidFill>
            <a:prstDash val="solid"/>
          </a:ln>
        </p:spPr>
      </p:sp>
      <p:sp>
        <p:nvSpPr>
          <p:cNvPr id="102" name="Text 94"/>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03" name="Shape 95"/>
          <p:cNvSpPr/>
          <p:nvPr/>
        </p:nvSpPr>
        <p:spPr>
          <a:xfrm>
            <a:off x="843808" y="3170287"/>
            <a:ext cx="914400" cy="119299"/>
          </a:xfrm>
          <a:prstGeom prst="rect">
            <a:avLst/>
          </a:prstGeom>
          <a:solidFill>
            <a:srgbClr val="FFFFFF"/>
          </a:solidFill>
          <a:ln w="6350">
            <a:solidFill>
              <a:srgbClr val="E2E2E2"/>
            </a:solidFill>
            <a:prstDash val="solid"/>
          </a:ln>
        </p:spPr>
      </p:sp>
      <p:sp>
        <p:nvSpPr>
          <p:cNvPr id="104" name="Text 96"/>
          <p:cNvSpPr txBox="1"/>
          <p:nvPr/>
        </p:nvSpPr>
        <p:spPr>
          <a:xfrm>
            <a:off x="871240" y="3170287"/>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Tahsin</a:t>
            </a:r>
            <a:endParaRPr lang="en-US" sz="600" dirty="0"/>
          </a:p>
        </p:txBody>
      </p:sp>
      <p:sp>
        <p:nvSpPr>
          <p:cNvPr id="105" name="Shape 97"/>
          <p:cNvSpPr/>
          <p:nvPr/>
        </p:nvSpPr>
        <p:spPr>
          <a:xfrm>
            <a:off x="1758208" y="3170287"/>
            <a:ext cx="914400" cy="119299"/>
          </a:xfrm>
          <a:prstGeom prst="rect">
            <a:avLst/>
          </a:prstGeom>
          <a:solidFill>
            <a:srgbClr val="FFFFFF"/>
          </a:solidFill>
          <a:ln w="6350">
            <a:solidFill>
              <a:srgbClr val="E2E2E2"/>
            </a:solidFill>
            <a:prstDash val="solid"/>
          </a:ln>
        </p:spPr>
      </p:sp>
      <p:sp>
        <p:nvSpPr>
          <p:cNvPr id="106" name="Text 98"/>
          <p:cNvSpPr txBox="1"/>
          <p:nvPr/>
        </p:nvSpPr>
        <p:spPr>
          <a:xfrm>
            <a:off x="1785640" y="3170287"/>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1</a:t>
            </a:r>
            <a:endParaRPr lang="en-US" sz="600" dirty="0"/>
          </a:p>
        </p:txBody>
      </p:sp>
      <p:sp>
        <p:nvSpPr>
          <p:cNvPr id="107" name="Shape 99"/>
          <p:cNvSpPr/>
          <p:nvPr/>
        </p:nvSpPr>
        <p:spPr>
          <a:xfrm>
            <a:off x="2672608" y="3170287"/>
            <a:ext cx="731520" cy="119299"/>
          </a:xfrm>
          <a:prstGeom prst="rect">
            <a:avLst/>
          </a:prstGeom>
          <a:solidFill>
            <a:srgbClr val="FFFFFF"/>
          </a:solidFill>
          <a:ln w="6350">
            <a:solidFill>
              <a:srgbClr val="E2E2E2"/>
            </a:solidFill>
            <a:prstDash val="solid"/>
          </a:ln>
        </p:spPr>
      </p:sp>
      <p:sp>
        <p:nvSpPr>
          <p:cNvPr id="108" name="Shape 100"/>
          <p:cNvSpPr/>
          <p:nvPr/>
        </p:nvSpPr>
        <p:spPr>
          <a:xfrm>
            <a:off x="3404128" y="3170287"/>
            <a:ext cx="731520" cy="119299"/>
          </a:xfrm>
          <a:prstGeom prst="rect">
            <a:avLst/>
          </a:prstGeom>
          <a:solidFill>
            <a:srgbClr val="FFFFFF"/>
          </a:solidFill>
          <a:ln w="6350">
            <a:solidFill>
              <a:srgbClr val="E2E2E2"/>
            </a:solidFill>
            <a:prstDash val="solid"/>
          </a:ln>
        </p:spPr>
      </p:sp>
      <p:sp>
        <p:nvSpPr>
          <p:cNvPr id="109" name="Shape 101"/>
          <p:cNvSpPr/>
          <p:nvPr/>
        </p:nvSpPr>
        <p:spPr>
          <a:xfrm>
            <a:off x="587776" y="3289586"/>
            <a:ext cx="256032" cy="119299"/>
          </a:xfrm>
          <a:prstGeom prst="rect">
            <a:avLst/>
          </a:prstGeom>
          <a:solidFill>
            <a:srgbClr val="F8F9FA"/>
          </a:solidFill>
          <a:ln w="6350">
            <a:solidFill>
              <a:srgbClr val="DDDDDD"/>
            </a:solidFill>
            <a:prstDash val="solid"/>
          </a:ln>
        </p:spPr>
      </p:sp>
      <p:sp>
        <p:nvSpPr>
          <p:cNvPr id="110" name="Text 102"/>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11" name="Shape 103"/>
          <p:cNvSpPr/>
          <p:nvPr/>
        </p:nvSpPr>
        <p:spPr>
          <a:xfrm>
            <a:off x="843808" y="3289586"/>
            <a:ext cx="914400" cy="119299"/>
          </a:xfrm>
          <a:prstGeom prst="rect">
            <a:avLst/>
          </a:prstGeom>
          <a:solidFill>
            <a:srgbClr val="FFFFFF"/>
          </a:solidFill>
          <a:ln w="6350">
            <a:solidFill>
              <a:srgbClr val="E2E2E2"/>
            </a:solidFill>
            <a:prstDash val="solid"/>
          </a:ln>
        </p:spPr>
      </p:sp>
      <p:sp>
        <p:nvSpPr>
          <p:cNvPr id="112" name="Shape 104"/>
          <p:cNvSpPr/>
          <p:nvPr/>
        </p:nvSpPr>
        <p:spPr>
          <a:xfrm>
            <a:off x="1758208" y="3289586"/>
            <a:ext cx="914400" cy="119299"/>
          </a:xfrm>
          <a:prstGeom prst="rect">
            <a:avLst/>
          </a:prstGeom>
          <a:solidFill>
            <a:srgbClr val="FFFFFF"/>
          </a:solidFill>
          <a:ln w="6350">
            <a:solidFill>
              <a:srgbClr val="E2E2E2"/>
            </a:solidFill>
            <a:prstDash val="solid"/>
          </a:ln>
        </p:spPr>
      </p:sp>
      <p:sp>
        <p:nvSpPr>
          <p:cNvPr id="113" name="Shape 105"/>
          <p:cNvSpPr/>
          <p:nvPr/>
        </p:nvSpPr>
        <p:spPr>
          <a:xfrm>
            <a:off x="2672608" y="3289586"/>
            <a:ext cx="731520" cy="119299"/>
          </a:xfrm>
          <a:prstGeom prst="rect">
            <a:avLst/>
          </a:prstGeom>
          <a:solidFill>
            <a:srgbClr val="FFFFFF"/>
          </a:solidFill>
          <a:ln w="6350">
            <a:solidFill>
              <a:srgbClr val="E2E2E2"/>
            </a:solidFill>
            <a:prstDash val="solid"/>
          </a:ln>
        </p:spPr>
      </p:sp>
      <p:sp>
        <p:nvSpPr>
          <p:cNvPr id="114" name="Shape 106"/>
          <p:cNvSpPr/>
          <p:nvPr/>
        </p:nvSpPr>
        <p:spPr>
          <a:xfrm>
            <a:off x="3404128" y="3289586"/>
            <a:ext cx="731520" cy="119299"/>
          </a:xfrm>
          <a:prstGeom prst="rect">
            <a:avLst/>
          </a:prstGeom>
          <a:solidFill>
            <a:srgbClr val="FFFFFF"/>
          </a:solidFill>
          <a:ln w="6350">
            <a:solidFill>
              <a:srgbClr val="E2E2E2"/>
            </a:solidFill>
            <a:prstDash val="solid"/>
          </a:ln>
        </p:spPr>
      </p:sp>
      <p:sp>
        <p:nvSpPr>
          <p:cNvPr id="115" name="Shape 107"/>
          <p:cNvSpPr/>
          <p:nvPr/>
        </p:nvSpPr>
        <p:spPr>
          <a:xfrm>
            <a:off x="587776" y="3408885"/>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17" name="Shape 109"/>
          <p:cNvSpPr/>
          <p:nvPr/>
        </p:nvSpPr>
        <p:spPr>
          <a:xfrm>
            <a:off x="843808" y="3408885"/>
            <a:ext cx="914400" cy="119299"/>
          </a:xfrm>
          <a:prstGeom prst="rect">
            <a:avLst/>
          </a:prstGeom>
          <a:solidFill>
            <a:srgbClr val="FFFFFF"/>
          </a:solidFill>
          <a:ln w="6350">
            <a:solidFill>
              <a:srgbClr val="E2E2E2"/>
            </a:solidFill>
            <a:prstDash val="solid"/>
          </a:ln>
        </p:spPr>
      </p:sp>
      <p:sp>
        <p:nvSpPr>
          <p:cNvPr id="118" name="Shape 110"/>
          <p:cNvSpPr/>
          <p:nvPr/>
        </p:nvSpPr>
        <p:spPr>
          <a:xfrm>
            <a:off x="1758208" y="3408885"/>
            <a:ext cx="914400" cy="119299"/>
          </a:xfrm>
          <a:prstGeom prst="rect">
            <a:avLst/>
          </a:prstGeom>
          <a:solidFill>
            <a:srgbClr val="FFFFFF"/>
          </a:solidFill>
          <a:ln w="6350">
            <a:solidFill>
              <a:srgbClr val="E2E2E2"/>
            </a:solidFill>
            <a:prstDash val="solid"/>
          </a:ln>
        </p:spPr>
      </p:sp>
      <p:sp>
        <p:nvSpPr>
          <p:cNvPr id="119" name="Shape 111"/>
          <p:cNvSpPr/>
          <p:nvPr/>
        </p:nvSpPr>
        <p:spPr>
          <a:xfrm>
            <a:off x="2672608" y="3408885"/>
            <a:ext cx="731520" cy="119299"/>
          </a:xfrm>
          <a:prstGeom prst="rect">
            <a:avLst/>
          </a:prstGeom>
          <a:solidFill>
            <a:srgbClr val="FFFFFF"/>
          </a:solidFill>
          <a:ln w="6350">
            <a:solidFill>
              <a:srgbClr val="E2E2E2"/>
            </a:solidFill>
            <a:prstDash val="solid"/>
          </a:ln>
        </p:spPr>
      </p:sp>
      <p:sp>
        <p:nvSpPr>
          <p:cNvPr id="120" name="Shape 112"/>
          <p:cNvSpPr/>
          <p:nvPr/>
        </p:nvSpPr>
        <p:spPr>
          <a:xfrm>
            <a:off x="3404128" y="3408885"/>
            <a:ext cx="731520" cy="119299"/>
          </a:xfrm>
          <a:prstGeom prst="rect">
            <a:avLst/>
          </a:prstGeom>
          <a:solidFill>
            <a:srgbClr val="FFFFFF"/>
          </a:solidFill>
          <a:ln w="6350">
            <a:solidFill>
              <a:srgbClr val="E2E2E2"/>
            </a:solidFill>
            <a:prstDash val="solid"/>
          </a:ln>
        </p:spPr>
      </p:sp>
      <p:sp>
        <p:nvSpPr>
          <p:cNvPr id="121" name="Shape 113"/>
          <p:cNvSpPr/>
          <p:nvPr/>
        </p:nvSpPr>
        <p:spPr>
          <a:xfrm>
            <a:off x="587776" y="3528185"/>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23" name="Shape 115"/>
          <p:cNvSpPr/>
          <p:nvPr/>
        </p:nvSpPr>
        <p:spPr>
          <a:xfrm>
            <a:off x="843808" y="3528185"/>
            <a:ext cx="914400" cy="119299"/>
          </a:xfrm>
          <a:prstGeom prst="rect">
            <a:avLst/>
          </a:prstGeom>
          <a:solidFill>
            <a:srgbClr val="FFFFFF"/>
          </a:solidFill>
          <a:ln w="6350">
            <a:solidFill>
              <a:srgbClr val="E2E2E2"/>
            </a:solidFill>
            <a:prstDash val="solid"/>
          </a:ln>
        </p:spPr>
      </p:sp>
      <p:sp>
        <p:nvSpPr>
          <p:cNvPr id="124" name="Shape 116"/>
          <p:cNvSpPr/>
          <p:nvPr/>
        </p:nvSpPr>
        <p:spPr>
          <a:xfrm>
            <a:off x="1758208" y="3528185"/>
            <a:ext cx="914400" cy="119299"/>
          </a:xfrm>
          <a:prstGeom prst="rect">
            <a:avLst/>
          </a:prstGeom>
          <a:solidFill>
            <a:srgbClr val="FFFFFF"/>
          </a:solidFill>
          <a:ln w="6350">
            <a:solidFill>
              <a:srgbClr val="E2E2E2"/>
            </a:solidFill>
            <a:prstDash val="solid"/>
          </a:ln>
        </p:spPr>
      </p:sp>
      <p:sp>
        <p:nvSpPr>
          <p:cNvPr id="125" name="Shape 117"/>
          <p:cNvSpPr/>
          <p:nvPr/>
        </p:nvSpPr>
        <p:spPr>
          <a:xfrm>
            <a:off x="2672608" y="3528185"/>
            <a:ext cx="731520" cy="119299"/>
          </a:xfrm>
          <a:prstGeom prst="rect">
            <a:avLst/>
          </a:prstGeom>
          <a:solidFill>
            <a:srgbClr val="FFFFFF"/>
          </a:solidFill>
          <a:ln w="6350">
            <a:solidFill>
              <a:srgbClr val="E2E2E2"/>
            </a:solidFill>
            <a:prstDash val="solid"/>
          </a:ln>
        </p:spPr>
      </p:sp>
      <p:sp>
        <p:nvSpPr>
          <p:cNvPr id="126" name="Shape 118"/>
          <p:cNvSpPr/>
          <p:nvPr/>
        </p:nvSpPr>
        <p:spPr>
          <a:xfrm>
            <a:off x="3404128" y="3528185"/>
            <a:ext cx="731520" cy="119299"/>
          </a:xfrm>
          <a:prstGeom prst="rect">
            <a:avLst/>
          </a:prstGeom>
          <a:solidFill>
            <a:srgbClr val="FFFFFF"/>
          </a:solidFill>
          <a:ln w="6350">
            <a:solidFill>
              <a:srgbClr val="E2E2E2"/>
            </a:solidFill>
            <a:prstDash val="solid"/>
          </a:ln>
        </p:spPr>
      </p:sp>
      <p:sp>
        <p:nvSpPr>
          <p:cNvPr id="127" name="Shape 119"/>
          <p:cNvSpPr/>
          <p:nvPr/>
        </p:nvSpPr>
        <p:spPr>
          <a:xfrm>
            <a:off x="587776" y="3647484"/>
            <a:ext cx="256032" cy="119299"/>
          </a:xfrm>
          <a:prstGeom prst="rect">
            <a:avLst/>
          </a:prstGeom>
          <a:solidFill>
            <a:srgbClr val="F8F9FA"/>
          </a:solidFill>
          <a:ln w="6350">
            <a:solidFill>
              <a:srgbClr val="DDDDDD"/>
            </a:solidFill>
            <a:prstDash val="solid"/>
          </a:ln>
        </p:spPr>
      </p:sp>
      <p:sp>
        <p:nvSpPr>
          <p:cNvPr id="128" name="Text 120"/>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29" name="Shape 121"/>
          <p:cNvSpPr/>
          <p:nvPr/>
        </p:nvSpPr>
        <p:spPr>
          <a:xfrm>
            <a:off x="843808" y="3647484"/>
            <a:ext cx="914400" cy="119299"/>
          </a:xfrm>
          <a:prstGeom prst="rect">
            <a:avLst/>
          </a:prstGeom>
          <a:solidFill>
            <a:srgbClr val="FFFFFF"/>
          </a:solidFill>
          <a:ln w="6350">
            <a:solidFill>
              <a:srgbClr val="E2E2E2"/>
            </a:solidFill>
            <a:prstDash val="solid"/>
          </a:ln>
        </p:spPr>
      </p:sp>
      <p:sp>
        <p:nvSpPr>
          <p:cNvPr id="130" name="Shape 122"/>
          <p:cNvSpPr/>
          <p:nvPr/>
        </p:nvSpPr>
        <p:spPr>
          <a:xfrm>
            <a:off x="1758208" y="3647484"/>
            <a:ext cx="914400" cy="119299"/>
          </a:xfrm>
          <a:prstGeom prst="rect">
            <a:avLst/>
          </a:prstGeom>
          <a:solidFill>
            <a:srgbClr val="FFFFFF"/>
          </a:solidFill>
          <a:ln w="6350">
            <a:solidFill>
              <a:srgbClr val="E2E2E2"/>
            </a:solidFill>
            <a:prstDash val="solid"/>
          </a:ln>
        </p:spPr>
      </p:sp>
      <p:sp>
        <p:nvSpPr>
          <p:cNvPr id="131" name="Shape 123"/>
          <p:cNvSpPr/>
          <p:nvPr/>
        </p:nvSpPr>
        <p:spPr>
          <a:xfrm>
            <a:off x="2672608" y="3647484"/>
            <a:ext cx="731520" cy="119299"/>
          </a:xfrm>
          <a:prstGeom prst="rect">
            <a:avLst/>
          </a:prstGeom>
          <a:solidFill>
            <a:srgbClr val="FFFFFF"/>
          </a:solidFill>
          <a:ln w="6350">
            <a:solidFill>
              <a:srgbClr val="E2E2E2"/>
            </a:solidFill>
            <a:prstDash val="solid"/>
          </a:ln>
        </p:spPr>
      </p:sp>
      <p:sp>
        <p:nvSpPr>
          <p:cNvPr id="132" name="Shape 124"/>
          <p:cNvSpPr/>
          <p:nvPr/>
        </p:nvSpPr>
        <p:spPr>
          <a:xfrm>
            <a:off x="3404128" y="3647484"/>
            <a:ext cx="731520" cy="119299"/>
          </a:xfrm>
          <a:prstGeom prst="rect">
            <a:avLst/>
          </a:prstGeom>
          <a:solidFill>
            <a:srgbClr val="FFFFFF"/>
          </a:solidFill>
          <a:ln w="6350">
            <a:solidFill>
              <a:srgbClr val="E2E2E2"/>
            </a:solidFill>
            <a:prstDash val="solid"/>
          </a:ln>
        </p:spPr>
      </p:sp>
      <p:sp>
        <p:nvSpPr>
          <p:cNvPr id="133" name="Shape 125"/>
          <p:cNvSpPr/>
          <p:nvPr/>
        </p:nvSpPr>
        <p:spPr>
          <a:xfrm>
            <a:off x="587776" y="3794216"/>
            <a:ext cx="4950927" cy="201168"/>
          </a:xfrm>
          <a:prstGeom prst="rect">
            <a:avLst/>
          </a:prstGeom>
          <a:solidFill>
            <a:srgbClr val="F8F9FA"/>
          </a:solidFill>
          <a:ln w="12700">
            <a:solidFill>
              <a:srgbClr val="F8F9FA"/>
            </a:solidFill>
            <a:prstDash val="solid"/>
          </a:ln>
        </p:spPr>
      </p:sp>
      <p:sp>
        <p:nvSpPr>
          <p:cNvPr id="134" name="Text 126"/>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35" name="Text 127"/>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36" name="Shape 128"/>
          <p:cNvSpPr/>
          <p:nvPr/>
        </p:nvSpPr>
        <p:spPr>
          <a:xfrm>
            <a:off x="1913656" y="3794216"/>
            <a:ext cx="731520" cy="201168"/>
          </a:xfrm>
          <a:prstGeom prst="rect">
            <a:avLst/>
          </a:prstGeom>
          <a:solidFill>
            <a:srgbClr val="E1EFFE"/>
          </a:solidFill>
          <a:ln w="12700">
            <a:solidFill>
              <a:srgbClr val="E1EFFE"/>
            </a:solidFill>
            <a:prstDash val="solid"/>
          </a:ln>
        </p:spPr>
      </p:sp>
      <p:sp>
        <p:nvSpPr>
          <p:cNvPr id="137" name="Text 129"/>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38" name="Shape 130"/>
          <p:cNvSpPr/>
          <p:nvPr/>
        </p:nvSpPr>
        <p:spPr>
          <a:xfrm>
            <a:off x="3481304" y="2848109"/>
            <a:ext cx="1920240" cy="1280160"/>
          </a:xfrm>
          <a:prstGeom prst="rect">
            <a:avLst/>
          </a:prstGeom>
          <a:solidFill>
            <a:srgbClr val="FFFFFF"/>
          </a:solidFill>
          <a:ln w="9525">
            <a:solidFill>
              <a:srgbClr val="BBBBBB"/>
            </a:solidFill>
            <a:prstDash val="solid"/>
          </a:ln>
        </p:spPr>
      </p:sp>
      <p:sp>
        <p:nvSpPr>
          <p:cNvPr id="139" name="Text 131"/>
          <p:cNvSpPr txBox="1"/>
          <p:nvPr/>
        </p:nvSpPr>
        <p:spPr>
          <a:xfrm>
            <a:off x="3481304" y="2884685"/>
            <a:ext cx="1920240" cy="164592"/>
          </a:xfrm>
          <a:prstGeom prst="rect">
            <a:avLst/>
          </a:prstGeom>
          <a:noFill/>
          <a:ln/>
        </p:spPr>
        <p:txBody>
          <a:bodyPr wrap="square" lIns="0" tIns="0" rIns="0" bIns="0" rtlCol="0" anchor="t"/>
          <a:lstStyle/>
          <a:p>
            <a:pPr algn="ctr" indent="0" marL="0">
              <a:buNone/>
            </a:pPr>
            <a:r>
              <a:rPr lang="en-US" sz="750" b="1" dirty="0">
                <a:solidFill>
                  <a:srgbClr val="1E2A26"/>
                </a:solidFill>
                <a:latin typeface="Calibri" pitchFamily="34" charset="0"/>
                <a:ea typeface="Calibri" pitchFamily="34" charset="-122"/>
                <a:cs typeface="Calibri" pitchFamily="34" charset="-120"/>
              </a:rPr>
              <a:t>Jumlah Santri per Ekskul (fiktif)</a:t>
            </a:r>
            <a:endParaRPr lang="en-US" sz="750" dirty="0"/>
          </a:p>
        </p:txBody>
      </p:sp>
      <p:sp>
        <p:nvSpPr>
          <p:cNvPr id="140" name="Shape 132"/>
          <p:cNvSpPr/>
          <p:nvPr/>
        </p:nvSpPr>
        <p:spPr>
          <a:xfrm>
            <a:off x="3768197" y="3094997"/>
            <a:ext cx="272034" cy="777240"/>
          </a:xfrm>
          <a:prstGeom prst="rect">
            <a:avLst/>
          </a:prstGeom>
          <a:solidFill>
            <a:srgbClr val="1F7A5C"/>
          </a:solidFill>
          <a:ln w="12700">
            <a:solidFill>
              <a:srgbClr val="1F7A5C"/>
            </a:solidFill>
            <a:prstDash val="solid"/>
          </a:ln>
        </p:spPr>
      </p:sp>
      <p:sp>
        <p:nvSpPr>
          <p:cNvPr id="141" name="Text 133"/>
          <p:cNvSpPr txBox="1"/>
          <p:nvPr/>
        </p:nvSpPr>
        <p:spPr>
          <a:xfrm>
            <a:off x="3709904" y="3881381"/>
            <a:ext cx="38862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Pramuka</a:t>
            </a:r>
            <a:endParaRPr lang="en-US" sz="500" dirty="0"/>
          </a:p>
        </p:txBody>
      </p:sp>
      <p:sp>
        <p:nvSpPr>
          <p:cNvPr id="142" name="Shape 134"/>
          <p:cNvSpPr/>
          <p:nvPr/>
        </p:nvSpPr>
        <p:spPr>
          <a:xfrm>
            <a:off x="4156817" y="3354077"/>
            <a:ext cx="272034" cy="518160"/>
          </a:xfrm>
          <a:prstGeom prst="rect">
            <a:avLst/>
          </a:prstGeom>
          <a:solidFill>
            <a:srgbClr val="1F7A5C"/>
          </a:solidFill>
          <a:ln w="12700">
            <a:solidFill>
              <a:srgbClr val="1F7A5C"/>
            </a:solidFill>
            <a:prstDash val="solid"/>
          </a:ln>
        </p:spPr>
      </p:sp>
      <p:sp>
        <p:nvSpPr>
          <p:cNvPr id="143" name="Text 135"/>
          <p:cNvSpPr txBox="1"/>
          <p:nvPr/>
        </p:nvSpPr>
        <p:spPr>
          <a:xfrm>
            <a:off x="4098524" y="3881381"/>
            <a:ext cx="38862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Kaligrafi</a:t>
            </a:r>
            <a:endParaRPr lang="en-US" sz="500" dirty="0"/>
          </a:p>
        </p:txBody>
      </p:sp>
      <p:sp>
        <p:nvSpPr>
          <p:cNvPr id="144" name="Shape 136"/>
          <p:cNvSpPr/>
          <p:nvPr/>
        </p:nvSpPr>
        <p:spPr>
          <a:xfrm>
            <a:off x="4545437" y="3354077"/>
            <a:ext cx="272034" cy="518160"/>
          </a:xfrm>
          <a:prstGeom prst="rect">
            <a:avLst/>
          </a:prstGeom>
          <a:solidFill>
            <a:srgbClr val="1F7A5C"/>
          </a:solidFill>
          <a:ln w="12700">
            <a:solidFill>
              <a:srgbClr val="1F7A5C"/>
            </a:solidFill>
            <a:prstDash val="solid"/>
          </a:ln>
        </p:spPr>
      </p:sp>
      <p:sp>
        <p:nvSpPr>
          <p:cNvPr id="145" name="Text 137"/>
          <p:cNvSpPr txBox="1"/>
          <p:nvPr/>
        </p:nvSpPr>
        <p:spPr>
          <a:xfrm>
            <a:off x="4487144" y="3881381"/>
            <a:ext cx="38862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Futsal</a:t>
            </a:r>
            <a:endParaRPr lang="en-US" sz="500" dirty="0"/>
          </a:p>
        </p:txBody>
      </p:sp>
      <p:sp>
        <p:nvSpPr>
          <p:cNvPr id="146" name="Shape 138"/>
          <p:cNvSpPr/>
          <p:nvPr/>
        </p:nvSpPr>
        <p:spPr>
          <a:xfrm>
            <a:off x="4934057" y="3613157"/>
            <a:ext cx="272034" cy="259080"/>
          </a:xfrm>
          <a:prstGeom prst="rect">
            <a:avLst/>
          </a:prstGeom>
          <a:solidFill>
            <a:srgbClr val="1F7A5C"/>
          </a:solidFill>
          <a:ln w="12700">
            <a:solidFill>
              <a:srgbClr val="1F7A5C"/>
            </a:solidFill>
            <a:prstDash val="solid"/>
          </a:ln>
        </p:spPr>
      </p:sp>
      <p:sp>
        <p:nvSpPr>
          <p:cNvPr id="147" name="Text 139"/>
          <p:cNvSpPr txBox="1"/>
          <p:nvPr/>
        </p:nvSpPr>
        <p:spPr>
          <a:xfrm>
            <a:off x="4875764" y="3881381"/>
            <a:ext cx="388620" cy="128016"/>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Tahsin</a:t>
            </a:r>
            <a:endParaRPr lang="en-US" sz="500" dirty="0"/>
          </a:p>
        </p:txBody>
      </p:sp>
      <p:sp>
        <p:nvSpPr>
          <p:cNvPr id="148" name="Shape 140"/>
          <p:cNvSpPr/>
          <p:nvPr/>
        </p:nvSpPr>
        <p:spPr>
          <a:xfrm>
            <a:off x="3682472" y="3872237"/>
            <a:ext cx="1600200" cy="0"/>
          </a:xfrm>
          <a:prstGeom prst="line">
            <a:avLst/>
          </a:prstGeom>
          <a:noFill/>
          <a:ln w="6350">
            <a:solidFill>
              <a:srgbClr val="888888"/>
            </a:solidFill>
            <a:prstDash val="solid"/>
          </a:ln>
        </p:spPr>
      </p:sp>
      <p:sp>
        <p:nvSpPr>
          <p:cNvPr id="149" name="Shape 141"/>
          <p:cNvSpPr/>
          <p:nvPr/>
        </p:nvSpPr>
        <p:spPr>
          <a:xfrm>
            <a:off x="3453872" y="2820677"/>
            <a:ext cx="1975104" cy="1335024"/>
          </a:xfrm>
          <a:prstGeom prst="roundRect">
            <a:avLst>
              <a:gd name="adj" fmla="val 3425"/>
            </a:avLst>
          </a:prstGeom>
          <a:solidFill>
            <a:srgbClr val="FFFFFF">
              <a:alpha val="0"/>
            </a:srgbClr>
          </a:solidFill>
          <a:ln w="31750">
            <a:solidFill>
              <a:srgbClr val="E53935"/>
            </a:solidFill>
            <a:prstDash val="solid"/>
          </a:ln>
        </p:spPr>
      </p:sp>
      <p:sp>
        <p:nvSpPr>
          <p:cNvPr id="150" name="Shape 142"/>
          <p:cNvSpPr/>
          <p:nvPr/>
        </p:nvSpPr>
        <p:spPr>
          <a:xfrm>
            <a:off x="5291816" y="2683517"/>
            <a:ext cx="274320" cy="274320"/>
          </a:xfrm>
          <a:prstGeom prst="ellipse">
            <a:avLst/>
          </a:prstGeom>
          <a:solidFill>
            <a:srgbClr val="E53935"/>
          </a:solidFill>
          <a:ln w="12700">
            <a:solidFill>
              <a:srgbClr val="FFFFFF"/>
            </a:solidFill>
            <a:prstDash val="solid"/>
          </a:ln>
        </p:spPr>
      </p:sp>
      <p:sp>
        <p:nvSpPr>
          <p:cNvPr id="151" name="Text 143"/>
          <p:cNvSpPr txBox="1"/>
          <p:nvPr/>
        </p:nvSpPr>
        <p:spPr>
          <a:xfrm>
            <a:off x="5291816" y="26835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152" name="Image 6" descr="preencoded.png">    </p:cNvPr>
          <p:cNvPicPr>
            <a:picLocks noChangeAspect="1"/>
          </p:cNvPicPr>
          <p:nvPr/>
        </p:nvPicPr>
        <p:blipFill>
          <a:blip r:embed="rId7"/>
          <a:stretch>
            <a:fillRect/>
          </a:stretch>
        </p:blipFill>
        <p:spPr>
          <a:xfrm>
            <a:off x="4537436" y="3552197"/>
            <a:ext cx="237744" cy="237744"/>
          </a:xfrm>
          <a:prstGeom prst="rect">
            <a:avLst/>
          </a:prstGeom>
        </p:spPr>
      </p:pic>
      <p:sp>
        <p:nvSpPr>
          <p:cNvPr id="153" name="Text 14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154" name="Text 14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grafik batang dari ringkasan</a:t>
            </a:r>
            <a:endParaRPr lang="en-US" sz="1800" dirty="0"/>
          </a:p>
        </p:txBody>
      </p:sp>
      <p:sp>
        <p:nvSpPr>
          <p:cNvPr id="155" name="Text 14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A1:B5 › Insert › Chart › Column chart. Beri judul: Jumlah Santri per Ekskul (data fiktif).</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Grafik &amp; Berbagi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7/7</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Database_Santri_Fiktif_Kel1 -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Database_Santri_Fiktif_Kel1</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91440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758208" y="2573789"/>
            <a:ext cx="914400" cy="119299"/>
          </a:xfrm>
          <a:prstGeom prst="rect">
            <a:avLst/>
          </a:prstGeom>
          <a:solidFill>
            <a:srgbClr val="F8F9FA"/>
          </a:solidFill>
          <a:ln w="6350">
            <a:solidFill>
              <a:srgbClr val="DDDDDD"/>
            </a:solidFill>
            <a:prstDash val="solid"/>
          </a:ln>
        </p:spPr>
      </p:sp>
      <p:sp>
        <p:nvSpPr>
          <p:cNvPr id="64" name="Text 56"/>
          <p:cNvSpPr txBox="1"/>
          <p:nvPr/>
        </p:nvSpPr>
        <p:spPr>
          <a:xfrm>
            <a:off x="1758208" y="2573789"/>
            <a:ext cx="91440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672608" y="2573789"/>
            <a:ext cx="731520" cy="119299"/>
          </a:xfrm>
          <a:prstGeom prst="rect">
            <a:avLst/>
          </a:prstGeom>
          <a:solidFill>
            <a:srgbClr val="F8F9FA"/>
          </a:solidFill>
          <a:ln w="6350">
            <a:solidFill>
              <a:srgbClr val="DDDDDD"/>
            </a:solidFill>
            <a:prstDash val="solid"/>
          </a:ln>
        </p:spPr>
      </p:sp>
      <p:sp>
        <p:nvSpPr>
          <p:cNvPr id="66" name="Text 58"/>
          <p:cNvSpPr txBox="1"/>
          <p:nvPr/>
        </p:nvSpPr>
        <p:spPr>
          <a:xfrm>
            <a:off x="267260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3404128" y="2573789"/>
            <a:ext cx="731520" cy="119299"/>
          </a:xfrm>
          <a:prstGeom prst="rect">
            <a:avLst/>
          </a:prstGeom>
          <a:solidFill>
            <a:srgbClr val="F8F9FA"/>
          </a:solidFill>
          <a:ln w="6350">
            <a:solidFill>
              <a:srgbClr val="DDDDDD"/>
            </a:solidFill>
            <a:prstDash val="solid"/>
          </a:ln>
        </p:spPr>
      </p:sp>
      <p:sp>
        <p:nvSpPr>
          <p:cNvPr id="68" name="Text 60"/>
          <p:cNvSpPr txBox="1"/>
          <p:nvPr/>
        </p:nvSpPr>
        <p:spPr>
          <a:xfrm>
            <a:off x="3404128" y="2573789"/>
            <a:ext cx="73152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587776" y="2693089"/>
            <a:ext cx="256032" cy="119299"/>
          </a:xfrm>
          <a:prstGeom prst="rect">
            <a:avLst/>
          </a:prstGeom>
          <a:solidFill>
            <a:srgbClr val="F8F9FA"/>
          </a:solidFill>
          <a:ln w="6350">
            <a:solidFill>
              <a:srgbClr val="DDDDDD"/>
            </a:solidFill>
            <a:prstDash val="solid"/>
          </a:ln>
        </p:spPr>
      </p:sp>
      <p:sp>
        <p:nvSpPr>
          <p:cNvPr id="70" name="Text 62"/>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1" name="Shape 63"/>
          <p:cNvSpPr/>
          <p:nvPr/>
        </p:nvSpPr>
        <p:spPr>
          <a:xfrm>
            <a:off x="843808" y="2693089"/>
            <a:ext cx="914400" cy="119299"/>
          </a:xfrm>
          <a:prstGeom prst="rect">
            <a:avLst/>
          </a:prstGeom>
          <a:solidFill>
            <a:srgbClr val="0F4C3A"/>
          </a:solidFill>
          <a:ln w="6350">
            <a:solidFill>
              <a:srgbClr val="E2E2E2"/>
            </a:solidFill>
            <a:prstDash val="solid"/>
          </a:ln>
        </p:spPr>
      </p:sp>
      <p:sp>
        <p:nvSpPr>
          <p:cNvPr id="72" name="Text 64"/>
          <p:cNvSpPr txBox="1"/>
          <p:nvPr/>
        </p:nvSpPr>
        <p:spPr>
          <a:xfrm>
            <a:off x="8712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Ekskul</a:t>
            </a:r>
            <a:endParaRPr lang="en-US" sz="600" dirty="0"/>
          </a:p>
        </p:txBody>
      </p:sp>
      <p:sp>
        <p:nvSpPr>
          <p:cNvPr id="73" name="Shape 65"/>
          <p:cNvSpPr/>
          <p:nvPr/>
        </p:nvSpPr>
        <p:spPr>
          <a:xfrm>
            <a:off x="1758208" y="2693089"/>
            <a:ext cx="914400" cy="119299"/>
          </a:xfrm>
          <a:prstGeom prst="rect">
            <a:avLst/>
          </a:prstGeom>
          <a:solidFill>
            <a:srgbClr val="0F4C3A"/>
          </a:solidFill>
          <a:ln w="6350">
            <a:solidFill>
              <a:srgbClr val="E2E2E2"/>
            </a:solidFill>
            <a:prstDash val="solid"/>
          </a:ln>
        </p:spPr>
      </p:sp>
      <p:sp>
        <p:nvSpPr>
          <p:cNvPr id="74" name="Text 66"/>
          <p:cNvSpPr txBox="1"/>
          <p:nvPr/>
        </p:nvSpPr>
        <p:spPr>
          <a:xfrm>
            <a:off x="1785640" y="2693089"/>
            <a:ext cx="85953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Jumlah Santri</a:t>
            </a:r>
            <a:endParaRPr lang="en-US" sz="600" dirty="0"/>
          </a:p>
        </p:txBody>
      </p:sp>
      <p:sp>
        <p:nvSpPr>
          <p:cNvPr id="75" name="Shape 67"/>
          <p:cNvSpPr/>
          <p:nvPr/>
        </p:nvSpPr>
        <p:spPr>
          <a:xfrm>
            <a:off x="2672608" y="2693089"/>
            <a:ext cx="731520" cy="119299"/>
          </a:xfrm>
          <a:prstGeom prst="rect">
            <a:avLst/>
          </a:prstGeom>
          <a:solidFill>
            <a:srgbClr val="0F4C3A"/>
          </a:solidFill>
          <a:ln w="6350">
            <a:solidFill>
              <a:srgbClr val="E2E2E2"/>
            </a:solidFill>
            <a:prstDash val="solid"/>
          </a:ln>
        </p:spPr>
      </p:sp>
      <p:sp>
        <p:nvSpPr>
          <p:cNvPr id="76" name="Shape 68"/>
          <p:cNvSpPr/>
          <p:nvPr/>
        </p:nvSpPr>
        <p:spPr>
          <a:xfrm>
            <a:off x="3404128" y="2693089"/>
            <a:ext cx="731520" cy="119299"/>
          </a:xfrm>
          <a:prstGeom prst="rect">
            <a:avLst/>
          </a:prstGeom>
          <a:solidFill>
            <a:srgbClr val="0F4C3A"/>
          </a:solidFill>
          <a:ln w="6350">
            <a:solidFill>
              <a:srgbClr val="E2E2E2"/>
            </a:solidFill>
            <a:prstDash val="solid"/>
          </a:ln>
        </p:spPr>
      </p:sp>
      <p:sp>
        <p:nvSpPr>
          <p:cNvPr id="77" name="Shape 69"/>
          <p:cNvSpPr/>
          <p:nvPr/>
        </p:nvSpPr>
        <p:spPr>
          <a:xfrm>
            <a:off x="587776" y="2812388"/>
            <a:ext cx="256032" cy="119299"/>
          </a:xfrm>
          <a:prstGeom prst="rect">
            <a:avLst/>
          </a:prstGeom>
          <a:solidFill>
            <a:srgbClr val="F8F9FA"/>
          </a:solidFill>
          <a:ln w="6350">
            <a:solidFill>
              <a:srgbClr val="DDDDDD"/>
            </a:solidFill>
            <a:prstDash val="solid"/>
          </a:ln>
        </p:spPr>
      </p:sp>
      <p:sp>
        <p:nvSpPr>
          <p:cNvPr id="78" name="Text 70"/>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79" name="Shape 71"/>
          <p:cNvSpPr/>
          <p:nvPr/>
        </p:nvSpPr>
        <p:spPr>
          <a:xfrm>
            <a:off x="843808" y="2812388"/>
            <a:ext cx="914400" cy="119299"/>
          </a:xfrm>
          <a:prstGeom prst="rect">
            <a:avLst/>
          </a:prstGeom>
          <a:solidFill>
            <a:srgbClr val="FFFFFF"/>
          </a:solidFill>
          <a:ln w="6350">
            <a:solidFill>
              <a:srgbClr val="E2E2E2"/>
            </a:solidFill>
            <a:prstDash val="solid"/>
          </a:ln>
        </p:spPr>
      </p:sp>
      <p:sp>
        <p:nvSpPr>
          <p:cNvPr id="80" name="Text 72"/>
          <p:cNvSpPr txBox="1"/>
          <p:nvPr/>
        </p:nvSpPr>
        <p:spPr>
          <a:xfrm>
            <a:off x="871240" y="2812388"/>
            <a:ext cx="85953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Pramuka</a:t>
            </a:r>
            <a:endParaRPr lang="en-US" sz="600" dirty="0"/>
          </a:p>
        </p:txBody>
      </p:sp>
      <p:sp>
        <p:nvSpPr>
          <p:cNvPr id="81" name="Shape 73"/>
          <p:cNvSpPr/>
          <p:nvPr/>
        </p:nvSpPr>
        <p:spPr>
          <a:xfrm>
            <a:off x="1758208" y="2812388"/>
            <a:ext cx="914400" cy="119299"/>
          </a:xfrm>
          <a:prstGeom prst="rect">
            <a:avLst/>
          </a:prstGeom>
          <a:solidFill>
            <a:srgbClr val="FFFFFF"/>
          </a:solidFill>
          <a:ln w="6350">
            <a:solidFill>
              <a:srgbClr val="E2E2E2"/>
            </a:solidFill>
            <a:prstDash val="solid"/>
          </a:ln>
        </p:spPr>
      </p:sp>
      <p:sp>
        <p:nvSpPr>
          <p:cNvPr id="82" name="Text 74"/>
          <p:cNvSpPr txBox="1"/>
          <p:nvPr/>
        </p:nvSpPr>
        <p:spPr>
          <a:xfrm>
            <a:off x="1785640" y="2812388"/>
            <a:ext cx="85953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3</a:t>
            </a:r>
            <a:endParaRPr lang="en-US" sz="600" dirty="0"/>
          </a:p>
        </p:txBody>
      </p:sp>
      <p:sp>
        <p:nvSpPr>
          <p:cNvPr id="83" name="Shape 75"/>
          <p:cNvSpPr/>
          <p:nvPr/>
        </p:nvSpPr>
        <p:spPr>
          <a:xfrm>
            <a:off x="2672608" y="2812388"/>
            <a:ext cx="731520" cy="119299"/>
          </a:xfrm>
          <a:prstGeom prst="rect">
            <a:avLst/>
          </a:prstGeom>
          <a:solidFill>
            <a:srgbClr val="FFFFFF"/>
          </a:solidFill>
          <a:ln w="6350">
            <a:solidFill>
              <a:srgbClr val="E2E2E2"/>
            </a:solidFill>
            <a:prstDash val="solid"/>
          </a:ln>
        </p:spPr>
      </p:sp>
      <p:sp>
        <p:nvSpPr>
          <p:cNvPr id="84" name="Shape 76"/>
          <p:cNvSpPr/>
          <p:nvPr/>
        </p:nvSpPr>
        <p:spPr>
          <a:xfrm>
            <a:off x="3404128" y="2812388"/>
            <a:ext cx="731520" cy="119299"/>
          </a:xfrm>
          <a:prstGeom prst="rect">
            <a:avLst/>
          </a:prstGeom>
          <a:solidFill>
            <a:srgbClr val="FFFFFF"/>
          </a:solidFill>
          <a:ln w="6350">
            <a:solidFill>
              <a:srgbClr val="E2E2E2"/>
            </a:solidFill>
            <a:prstDash val="solid"/>
          </a:ln>
        </p:spPr>
      </p:sp>
      <p:sp>
        <p:nvSpPr>
          <p:cNvPr id="85" name="Shape 77"/>
          <p:cNvSpPr/>
          <p:nvPr/>
        </p:nvSpPr>
        <p:spPr>
          <a:xfrm>
            <a:off x="587776" y="2931688"/>
            <a:ext cx="256032" cy="119299"/>
          </a:xfrm>
          <a:prstGeom prst="rect">
            <a:avLst/>
          </a:prstGeom>
          <a:solidFill>
            <a:srgbClr val="F8F9FA"/>
          </a:solidFill>
          <a:ln w="6350">
            <a:solidFill>
              <a:srgbClr val="DDDDDD"/>
            </a:solidFill>
            <a:prstDash val="solid"/>
          </a:ln>
        </p:spPr>
      </p:sp>
      <p:sp>
        <p:nvSpPr>
          <p:cNvPr id="86" name="Text 7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87" name="Shape 79"/>
          <p:cNvSpPr/>
          <p:nvPr/>
        </p:nvSpPr>
        <p:spPr>
          <a:xfrm>
            <a:off x="843808" y="2931688"/>
            <a:ext cx="914400" cy="119299"/>
          </a:xfrm>
          <a:prstGeom prst="rect">
            <a:avLst/>
          </a:prstGeom>
          <a:solidFill>
            <a:srgbClr val="FFFFFF"/>
          </a:solidFill>
          <a:ln w="6350">
            <a:solidFill>
              <a:srgbClr val="E2E2E2"/>
            </a:solidFill>
            <a:prstDash val="solid"/>
          </a:ln>
        </p:spPr>
      </p:sp>
      <p:sp>
        <p:nvSpPr>
          <p:cNvPr id="88" name="Shape 80"/>
          <p:cNvSpPr/>
          <p:nvPr/>
        </p:nvSpPr>
        <p:spPr>
          <a:xfrm>
            <a:off x="1758208" y="2931688"/>
            <a:ext cx="914400" cy="119299"/>
          </a:xfrm>
          <a:prstGeom prst="rect">
            <a:avLst/>
          </a:prstGeom>
          <a:solidFill>
            <a:srgbClr val="FFFFFF"/>
          </a:solidFill>
          <a:ln w="6350">
            <a:solidFill>
              <a:srgbClr val="E2E2E2"/>
            </a:solidFill>
            <a:prstDash val="solid"/>
          </a:ln>
        </p:spPr>
      </p:sp>
      <p:sp>
        <p:nvSpPr>
          <p:cNvPr id="89" name="Shape 81"/>
          <p:cNvSpPr/>
          <p:nvPr/>
        </p:nvSpPr>
        <p:spPr>
          <a:xfrm>
            <a:off x="2672608" y="2931688"/>
            <a:ext cx="731520" cy="119299"/>
          </a:xfrm>
          <a:prstGeom prst="rect">
            <a:avLst/>
          </a:prstGeom>
          <a:solidFill>
            <a:srgbClr val="FFFFFF"/>
          </a:solidFill>
          <a:ln w="6350">
            <a:solidFill>
              <a:srgbClr val="E2E2E2"/>
            </a:solidFill>
            <a:prstDash val="solid"/>
          </a:ln>
        </p:spPr>
      </p:sp>
      <p:sp>
        <p:nvSpPr>
          <p:cNvPr id="90" name="Shape 82"/>
          <p:cNvSpPr/>
          <p:nvPr/>
        </p:nvSpPr>
        <p:spPr>
          <a:xfrm>
            <a:off x="3404128" y="2931688"/>
            <a:ext cx="731520" cy="119299"/>
          </a:xfrm>
          <a:prstGeom prst="rect">
            <a:avLst/>
          </a:prstGeom>
          <a:solidFill>
            <a:srgbClr val="FFFFFF"/>
          </a:solidFill>
          <a:ln w="6350">
            <a:solidFill>
              <a:srgbClr val="E2E2E2"/>
            </a:solidFill>
            <a:prstDash val="solid"/>
          </a:ln>
        </p:spPr>
      </p:sp>
      <p:sp>
        <p:nvSpPr>
          <p:cNvPr id="91" name="Shape 83"/>
          <p:cNvSpPr/>
          <p:nvPr/>
        </p:nvSpPr>
        <p:spPr>
          <a:xfrm>
            <a:off x="587776" y="3050987"/>
            <a:ext cx="256032" cy="119299"/>
          </a:xfrm>
          <a:prstGeom prst="rect">
            <a:avLst/>
          </a:prstGeom>
          <a:solidFill>
            <a:srgbClr val="F8F9FA"/>
          </a:solidFill>
          <a:ln w="6350">
            <a:solidFill>
              <a:srgbClr val="DDDDDD"/>
            </a:solidFill>
            <a:prstDash val="solid"/>
          </a:ln>
        </p:spPr>
      </p:sp>
      <p:sp>
        <p:nvSpPr>
          <p:cNvPr id="92" name="Text 84"/>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93" name="Shape 85"/>
          <p:cNvSpPr/>
          <p:nvPr/>
        </p:nvSpPr>
        <p:spPr>
          <a:xfrm>
            <a:off x="843808" y="3050987"/>
            <a:ext cx="914400" cy="119299"/>
          </a:xfrm>
          <a:prstGeom prst="rect">
            <a:avLst/>
          </a:prstGeom>
          <a:solidFill>
            <a:srgbClr val="FFFFFF"/>
          </a:solidFill>
          <a:ln w="6350">
            <a:solidFill>
              <a:srgbClr val="E2E2E2"/>
            </a:solidFill>
            <a:prstDash val="solid"/>
          </a:ln>
        </p:spPr>
      </p:sp>
      <p:sp>
        <p:nvSpPr>
          <p:cNvPr id="94" name="Shape 86"/>
          <p:cNvSpPr/>
          <p:nvPr/>
        </p:nvSpPr>
        <p:spPr>
          <a:xfrm>
            <a:off x="1758208" y="3050987"/>
            <a:ext cx="914400" cy="119299"/>
          </a:xfrm>
          <a:prstGeom prst="rect">
            <a:avLst/>
          </a:prstGeom>
          <a:solidFill>
            <a:srgbClr val="FFFFFF"/>
          </a:solidFill>
          <a:ln w="6350">
            <a:solidFill>
              <a:srgbClr val="E2E2E2"/>
            </a:solidFill>
            <a:prstDash val="solid"/>
          </a:ln>
        </p:spPr>
      </p:sp>
      <p:sp>
        <p:nvSpPr>
          <p:cNvPr id="95" name="Shape 87"/>
          <p:cNvSpPr/>
          <p:nvPr/>
        </p:nvSpPr>
        <p:spPr>
          <a:xfrm>
            <a:off x="2672608" y="3050987"/>
            <a:ext cx="731520" cy="119299"/>
          </a:xfrm>
          <a:prstGeom prst="rect">
            <a:avLst/>
          </a:prstGeom>
          <a:solidFill>
            <a:srgbClr val="FFFFFF"/>
          </a:solidFill>
          <a:ln w="6350">
            <a:solidFill>
              <a:srgbClr val="E2E2E2"/>
            </a:solidFill>
            <a:prstDash val="solid"/>
          </a:ln>
        </p:spPr>
      </p:sp>
      <p:sp>
        <p:nvSpPr>
          <p:cNvPr id="96" name="Shape 88"/>
          <p:cNvSpPr/>
          <p:nvPr/>
        </p:nvSpPr>
        <p:spPr>
          <a:xfrm>
            <a:off x="3404128" y="3050987"/>
            <a:ext cx="731520" cy="119299"/>
          </a:xfrm>
          <a:prstGeom prst="rect">
            <a:avLst/>
          </a:prstGeom>
          <a:solidFill>
            <a:srgbClr val="FFFFFF"/>
          </a:solidFill>
          <a:ln w="6350">
            <a:solidFill>
              <a:srgbClr val="E2E2E2"/>
            </a:solidFill>
            <a:prstDash val="solid"/>
          </a:ln>
        </p:spPr>
      </p:sp>
      <p:sp>
        <p:nvSpPr>
          <p:cNvPr id="97" name="Shape 89"/>
          <p:cNvSpPr/>
          <p:nvPr/>
        </p:nvSpPr>
        <p:spPr>
          <a:xfrm>
            <a:off x="587776" y="3170287"/>
            <a:ext cx="256032" cy="119299"/>
          </a:xfrm>
          <a:prstGeom prst="rect">
            <a:avLst/>
          </a:prstGeom>
          <a:solidFill>
            <a:srgbClr val="F8F9FA"/>
          </a:solidFill>
          <a:ln w="6350">
            <a:solidFill>
              <a:srgbClr val="DDDDDD"/>
            </a:solidFill>
            <a:prstDash val="solid"/>
          </a:ln>
        </p:spPr>
      </p:sp>
      <p:sp>
        <p:nvSpPr>
          <p:cNvPr id="98" name="Text 90"/>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99" name="Shape 91"/>
          <p:cNvSpPr/>
          <p:nvPr/>
        </p:nvSpPr>
        <p:spPr>
          <a:xfrm>
            <a:off x="843808" y="3170287"/>
            <a:ext cx="914400" cy="119299"/>
          </a:xfrm>
          <a:prstGeom prst="rect">
            <a:avLst/>
          </a:prstGeom>
          <a:solidFill>
            <a:srgbClr val="FFFFFF"/>
          </a:solidFill>
          <a:ln w="6350">
            <a:solidFill>
              <a:srgbClr val="E2E2E2"/>
            </a:solidFill>
            <a:prstDash val="solid"/>
          </a:ln>
        </p:spPr>
      </p:sp>
      <p:sp>
        <p:nvSpPr>
          <p:cNvPr id="100" name="Shape 92"/>
          <p:cNvSpPr/>
          <p:nvPr/>
        </p:nvSpPr>
        <p:spPr>
          <a:xfrm>
            <a:off x="1758208" y="3170287"/>
            <a:ext cx="914400" cy="119299"/>
          </a:xfrm>
          <a:prstGeom prst="rect">
            <a:avLst/>
          </a:prstGeom>
          <a:solidFill>
            <a:srgbClr val="FFFFFF"/>
          </a:solidFill>
          <a:ln w="6350">
            <a:solidFill>
              <a:srgbClr val="E2E2E2"/>
            </a:solidFill>
            <a:prstDash val="solid"/>
          </a:ln>
        </p:spPr>
      </p:sp>
      <p:sp>
        <p:nvSpPr>
          <p:cNvPr id="101" name="Shape 93"/>
          <p:cNvSpPr/>
          <p:nvPr/>
        </p:nvSpPr>
        <p:spPr>
          <a:xfrm>
            <a:off x="2672608" y="3170287"/>
            <a:ext cx="731520" cy="119299"/>
          </a:xfrm>
          <a:prstGeom prst="rect">
            <a:avLst/>
          </a:prstGeom>
          <a:solidFill>
            <a:srgbClr val="FFFFFF"/>
          </a:solidFill>
          <a:ln w="6350">
            <a:solidFill>
              <a:srgbClr val="E2E2E2"/>
            </a:solidFill>
            <a:prstDash val="solid"/>
          </a:ln>
        </p:spPr>
      </p:sp>
      <p:sp>
        <p:nvSpPr>
          <p:cNvPr id="102" name="Shape 94"/>
          <p:cNvSpPr/>
          <p:nvPr/>
        </p:nvSpPr>
        <p:spPr>
          <a:xfrm>
            <a:off x="3404128" y="3170287"/>
            <a:ext cx="731520" cy="119299"/>
          </a:xfrm>
          <a:prstGeom prst="rect">
            <a:avLst/>
          </a:prstGeom>
          <a:solidFill>
            <a:srgbClr val="FFFFFF"/>
          </a:solidFill>
          <a:ln w="6350">
            <a:solidFill>
              <a:srgbClr val="E2E2E2"/>
            </a:solidFill>
            <a:prstDash val="solid"/>
          </a:ln>
        </p:spPr>
      </p:sp>
      <p:sp>
        <p:nvSpPr>
          <p:cNvPr id="103" name="Shape 95"/>
          <p:cNvSpPr/>
          <p:nvPr/>
        </p:nvSpPr>
        <p:spPr>
          <a:xfrm>
            <a:off x="587776" y="3289586"/>
            <a:ext cx="256032" cy="119299"/>
          </a:xfrm>
          <a:prstGeom prst="rect">
            <a:avLst/>
          </a:prstGeom>
          <a:solidFill>
            <a:srgbClr val="F8F9FA"/>
          </a:solidFill>
          <a:ln w="6350">
            <a:solidFill>
              <a:srgbClr val="DDDDDD"/>
            </a:solidFill>
            <a:prstDash val="solid"/>
          </a:ln>
        </p:spPr>
      </p:sp>
      <p:sp>
        <p:nvSpPr>
          <p:cNvPr id="104" name="Text 96"/>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05" name="Shape 97"/>
          <p:cNvSpPr/>
          <p:nvPr/>
        </p:nvSpPr>
        <p:spPr>
          <a:xfrm>
            <a:off x="843808" y="3289586"/>
            <a:ext cx="914400" cy="119299"/>
          </a:xfrm>
          <a:prstGeom prst="rect">
            <a:avLst/>
          </a:prstGeom>
          <a:solidFill>
            <a:srgbClr val="FFFFFF"/>
          </a:solidFill>
          <a:ln w="6350">
            <a:solidFill>
              <a:srgbClr val="E2E2E2"/>
            </a:solidFill>
            <a:prstDash val="solid"/>
          </a:ln>
        </p:spPr>
      </p:sp>
      <p:sp>
        <p:nvSpPr>
          <p:cNvPr id="106" name="Shape 98"/>
          <p:cNvSpPr/>
          <p:nvPr/>
        </p:nvSpPr>
        <p:spPr>
          <a:xfrm>
            <a:off x="1758208" y="3289586"/>
            <a:ext cx="914400" cy="119299"/>
          </a:xfrm>
          <a:prstGeom prst="rect">
            <a:avLst/>
          </a:prstGeom>
          <a:solidFill>
            <a:srgbClr val="FFFFFF"/>
          </a:solidFill>
          <a:ln w="6350">
            <a:solidFill>
              <a:srgbClr val="E2E2E2"/>
            </a:solidFill>
            <a:prstDash val="solid"/>
          </a:ln>
        </p:spPr>
      </p:sp>
      <p:sp>
        <p:nvSpPr>
          <p:cNvPr id="107" name="Shape 99"/>
          <p:cNvSpPr/>
          <p:nvPr/>
        </p:nvSpPr>
        <p:spPr>
          <a:xfrm>
            <a:off x="2672608" y="3289586"/>
            <a:ext cx="731520" cy="119299"/>
          </a:xfrm>
          <a:prstGeom prst="rect">
            <a:avLst/>
          </a:prstGeom>
          <a:solidFill>
            <a:srgbClr val="FFFFFF"/>
          </a:solidFill>
          <a:ln w="6350">
            <a:solidFill>
              <a:srgbClr val="E2E2E2"/>
            </a:solidFill>
            <a:prstDash val="solid"/>
          </a:ln>
        </p:spPr>
      </p:sp>
      <p:sp>
        <p:nvSpPr>
          <p:cNvPr id="108" name="Shape 100"/>
          <p:cNvSpPr/>
          <p:nvPr/>
        </p:nvSpPr>
        <p:spPr>
          <a:xfrm>
            <a:off x="3404128" y="3289586"/>
            <a:ext cx="731520" cy="119299"/>
          </a:xfrm>
          <a:prstGeom prst="rect">
            <a:avLst/>
          </a:prstGeom>
          <a:solidFill>
            <a:srgbClr val="FFFFFF"/>
          </a:solidFill>
          <a:ln w="6350">
            <a:solidFill>
              <a:srgbClr val="E2E2E2"/>
            </a:solidFill>
            <a:prstDash val="solid"/>
          </a:ln>
        </p:spPr>
      </p:sp>
      <p:sp>
        <p:nvSpPr>
          <p:cNvPr id="109" name="Shape 101"/>
          <p:cNvSpPr/>
          <p:nvPr/>
        </p:nvSpPr>
        <p:spPr>
          <a:xfrm>
            <a:off x="587776" y="3408885"/>
            <a:ext cx="256032" cy="119299"/>
          </a:xfrm>
          <a:prstGeom prst="rect">
            <a:avLst/>
          </a:prstGeom>
          <a:solidFill>
            <a:srgbClr val="F8F9FA"/>
          </a:solidFill>
          <a:ln w="6350">
            <a:solidFill>
              <a:srgbClr val="DDDDDD"/>
            </a:solidFill>
            <a:prstDash val="solid"/>
          </a:ln>
        </p:spPr>
      </p:sp>
      <p:sp>
        <p:nvSpPr>
          <p:cNvPr id="110" name="Text 102"/>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11" name="Shape 103"/>
          <p:cNvSpPr/>
          <p:nvPr/>
        </p:nvSpPr>
        <p:spPr>
          <a:xfrm>
            <a:off x="843808" y="3408885"/>
            <a:ext cx="914400" cy="119299"/>
          </a:xfrm>
          <a:prstGeom prst="rect">
            <a:avLst/>
          </a:prstGeom>
          <a:solidFill>
            <a:srgbClr val="FFFFFF"/>
          </a:solidFill>
          <a:ln w="6350">
            <a:solidFill>
              <a:srgbClr val="E2E2E2"/>
            </a:solidFill>
            <a:prstDash val="solid"/>
          </a:ln>
        </p:spPr>
      </p:sp>
      <p:sp>
        <p:nvSpPr>
          <p:cNvPr id="112" name="Shape 104"/>
          <p:cNvSpPr/>
          <p:nvPr/>
        </p:nvSpPr>
        <p:spPr>
          <a:xfrm>
            <a:off x="1758208" y="3408885"/>
            <a:ext cx="914400" cy="119299"/>
          </a:xfrm>
          <a:prstGeom prst="rect">
            <a:avLst/>
          </a:prstGeom>
          <a:solidFill>
            <a:srgbClr val="FFFFFF"/>
          </a:solidFill>
          <a:ln w="6350">
            <a:solidFill>
              <a:srgbClr val="E2E2E2"/>
            </a:solidFill>
            <a:prstDash val="solid"/>
          </a:ln>
        </p:spPr>
      </p:sp>
      <p:sp>
        <p:nvSpPr>
          <p:cNvPr id="113" name="Shape 105"/>
          <p:cNvSpPr/>
          <p:nvPr/>
        </p:nvSpPr>
        <p:spPr>
          <a:xfrm>
            <a:off x="2672608" y="3408885"/>
            <a:ext cx="731520" cy="119299"/>
          </a:xfrm>
          <a:prstGeom prst="rect">
            <a:avLst/>
          </a:prstGeom>
          <a:solidFill>
            <a:srgbClr val="FFFFFF"/>
          </a:solidFill>
          <a:ln w="6350">
            <a:solidFill>
              <a:srgbClr val="E2E2E2"/>
            </a:solidFill>
            <a:prstDash val="solid"/>
          </a:ln>
        </p:spPr>
      </p:sp>
      <p:sp>
        <p:nvSpPr>
          <p:cNvPr id="114" name="Shape 106"/>
          <p:cNvSpPr/>
          <p:nvPr/>
        </p:nvSpPr>
        <p:spPr>
          <a:xfrm>
            <a:off x="3404128" y="3408885"/>
            <a:ext cx="731520" cy="119299"/>
          </a:xfrm>
          <a:prstGeom prst="rect">
            <a:avLst/>
          </a:prstGeom>
          <a:solidFill>
            <a:srgbClr val="FFFFFF"/>
          </a:solidFill>
          <a:ln w="6350">
            <a:solidFill>
              <a:srgbClr val="E2E2E2"/>
            </a:solidFill>
            <a:prstDash val="solid"/>
          </a:ln>
        </p:spPr>
      </p:sp>
      <p:sp>
        <p:nvSpPr>
          <p:cNvPr id="115" name="Shape 107"/>
          <p:cNvSpPr/>
          <p:nvPr/>
        </p:nvSpPr>
        <p:spPr>
          <a:xfrm>
            <a:off x="587776" y="3528185"/>
            <a:ext cx="256032" cy="119299"/>
          </a:xfrm>
          <a:prstGeom prst="rect">
            <a:avLst/>
          </a:prstGeom>
          <a:solidFill>
            <a:srgbClr val="F8F9FA"/>
          </a:solidFill>
          <a:ln w="6350">
            <a:solidFill>
              <a:srgbClr val="DDDDDD"/>
            </a:solidFill>
            <a:prstDash val="solid"/>
          </a:ln>
        </p:spPr>
      </p:sp>
      <p:sp>
        <p:nvSpPr>
          <p:cNvPr id="116" name="Text 10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17" name="Shape 109"/>
          <p:cNvSpPr/>
          <p:nvPr/>
        </p:nvSpPr>
        <p:spPr>
          <a:xfrm>
            <a:off x="843808" y="3528185"/>
            <a:ext cx="914400" cy="119299"/>
          </a:xfrm>
          <a:prstGeom prst="rect">
            <a:avLst/>
          </a:prstGeom>
          <a:solidFill>
            <a:srgbClr val="FFFFFF"/>
          </a:solidFill>
          <a:ln w="6350">
            <a:solidFill>
              <a:srgbClr val="E2E2E2"/>
            </a:solidFill>
            <a:prstDash val="solid"/>
          </a:ln>
        </p:spPr>
      </p:sp>
      <p:sp>
        <p:nvSpPr>
          <p:cNvPr id="118" name="Shape 110"/>
          <p:cNvSpPr/>
          <p:nvPr/>
        </p:nvSpPr>
        <p:spPr>
          <a:xfrm>
            <a:off x="1758208" y="3528185"/>
            <a:ext cx="914400" cy="119299"/>
          </a:xfrm>
          <a:prstGeom prst="rect">
            <a:avLst/>
          </a:prstGeom>
          <a:solidFill>
            <a:srgbClr val="FFFFFF"/>
          </a:solidFill>
          <a:ln w="6350">
            <a:solidFill>
              <a:srgbClr val="E2E2E2"/>
            </a:solidFill>
            <a:prstDash val="solid"/>
          </a:ln>
        </p:spPr>
      </p:sp>
      <p:sp>
        <p:nvSpPr>
          <p:cNvPr id="119" name="Shape 111"/>
          <p:cNvSpPr/>
          <p:nvPr/>
        </p:nvSpPr>
        <p:spPr>
          <a:xfrm>
            <a:off x="2672608" y="3528185"/>
            <a:ext cx="731520" cy="119299"/>
          </a:xfrm>
          <a:prstGeom prst="rect">
            <a:avLst/>
          </a:prstGeom>
          <a:solidFill>
            <a:srgbClr val="FFFFFF"/>
          </a:solidFill>
          <a:ln w="6350">
            <a:solidFill>
              <a:srgbClr val="E2E2E2"/>
            </a:solidFill>
            <a:prstDash val="solid"/>
          </a:ln>
        </p:spPr>
      </p:sp>
      <p:sp>
        <p:nvSpPr>
          <p:cNvPr id="120" name="Shape 112"/>
          <p:cNvSpPr/>
          <p:nvPr/>
        </p:nvSpPr>
        <p:spPr>
          <a:xfrm>
            <a:off x="3404128" y="3528185"/>
            <a:ext cx="731520" cy="119299"/>
          </a:xfrm>
          <a:prstGeom prst="rect">
            <a:avLst/>
          </a:prstGeom>
          <a:solidFill>
            <a:srgbClr val="FFFFFF"/>
          </a:solidFill>
          <a:ln w="6350">
            <a:solidFill>
              <a:srgbClr val="E2E2E2"/>
            </a:solidFill>
            <a:prstDash val="solid"/>
          </a:ln>
        </p:spPr>
      </p:sp>
      <p:sp>
        <p:nvSpPr>
          <p:cNvPr id="121" name="Shape 113"/>
          <p:cNvSpPr/>
          <p:nvPr/>
        </p:nvSpPr>
        <p:spPr>
          <a:xfrm>
            <a:off x="587776" y="3647484"/>
            <a:ext cx="256032" cy="119299"/>
          </a:xfrm>
          <a:prstGeom prst="rect">
            <a:avLst/>
          </a:prstGeom>
          <a:solidFill>
            <a:srgbClr val="F8F9FA"/>
          </a:solidFill>
          <a:ln w="6350">
            <a:solidFill>
              <a:srgbClr val="DDDDDD"/>
            </a:solidFill>
            <a:prstDash val="solid"/>
          </a:ln>
        </p:spPr>
      </p:sp>
      <p:sp>
        <p:nvSpPr>
          <p:cNvPr id="122" name="Text 114"/>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23" name="Shape 115"/>
          <p:cNvSpPr/>
          <p:nvPr/>
        </p:nvSpPr>
        <p:spPr>
          <a:xfrm>
            <a:off x="843808" y="3647484"/>
            <a:ext cx="914400" cy="119299"/>
          </a:xfrm>
          <a:prstGeom prst="rect">
            <a:avLst/>
          </a:prstGeom>
          <a:solidFill>
            <a:srgbClr val="FFFFFF"/>
          </a:solidFill>
          <a:ln w="6350">
            <a:solidFill>
              <a:srgbClr val="E2E2E2"/>
            </a:solidFill>
            <a:prstDash val="solid"/>
          </a:ln>
        </p:spPr>
      </p:sp>
      <p:sp>
        <p:nvSpPr>
          <p:cNvPr id="124" name="Shape 116"/>
          <p:cNvSpPr/>
          <p:nvPr/>
        </p:nvSpPr>
        <p:spPr>
          <a:xfrm>
            <a:off x="1758208" y="3647484"/>
            <a:ext cx="914400" cy="119299"/>
          </a:xfrm>
          <a:prstGeom prst="rect">
            <a:avLst/>
          </a:prstGeom>
          <a:solidFill>
            <a:srgbClr val="FFFFFF"/>
          </a:solidFill>
          <a:ln w="6350">
            <a:solidFill>
              <a:srgbClr val="E2E2E2"/>
            </a:solidFill>
            <a:prstDash val="solid"/>
          </a:ln>
        </p:spPr>
      </p:sp>
      <p:sp>
        <p:nvSpPr>
          <p:cNvPr id="125" name="Shape 117"/>
          <p:cNvSpPr/>
          <p:nvPr/>
        </p:nvSpPr>
        <p:spPr>
          <a:xfrm>
            <a:off x="2672608" y="3647484"/>
            <a:ext cx="731520" cy="119299"/>
          </a:xfrm>
          <a:prstGeom prst="rect">
            <a:avLst/>
          </a:prstGeom>
          <a:solidFill>
            <a:srgbClr val="FFFFFF"/>
          </a:solidFill>
          <a:ln w="6350">
            <a:solidFill>
              <a:srgbClr val="E2E2E2"/>
            </a:solidFill>
            <a:prstDash val="solid"/>
          </a:ln>
        </p:spPr>
      </p:sp>
      <p:sp>
        <p:nvSpPr>
          <p:cNvPr id="126" name="Shape 118"/>
          <p:cNvSpPr/>
          <p:nvPr/>
        </p:nvSpPr>
        <p:spPr>
          <a:xfrm>
            <a:off x="3404128" y="3647484"/>
            <a:ext cx="731520" cy="119299"/>
          </a:xfrm>
          <a:prstGeom prst="rect">
            <a:avLst/>
          </a:prstGeom>
          <a:solidFill>
            <a:srgbClr val="FFFFFF"/>
          </a:solidFill>
          <a:ln w="6350">
            <a:solidFill>
              <a:srgbClr val="E2E2E2"/>
            </a:solidFill>
            <a:prstDash val="solid"/>
          </a:ln>
        </p:spPr>
      </p:sp>
      <p:sp>
        <p:nvSpPr>
          <p:cNvPr id="127" name="Shape 119"/>
          <p:cNvSpPr/>
          <p:nvPr/>
        </p:nvSpPr>
        <p:spPr>
          <a:xfrm>
            <a:off x="587776" y="3794216"/>
            <a:ext cx="4950927" cy="201168"/>
          </a:xfrm>
          <a:prstGeom prst="rect">
            <a:avLst/>
          </a:prstGeom>
          <a:solidFill>
            <a:srgbClr val="F8F9FA"/>
          </a:solidFill>
          <a:ln w="12700">
            <a:solidFill>
              <a:srgbClr val="F8F9FA"/>
            </a:solidFill>
            <a:prstDash val="solid"/>
          </a:ln>
        </p:spPr>
      </p:sp>
      <p:sp>
        <p:nvSpPr>
          <p:cNvPr id="128" name="Text 120"/>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29" name="Text 121"/>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dirty="0">
                <a:solidFill>
                  <a:srgbClr val="333333"/>
                </a:solidFill>
                <a:latin typeface="Calibri" pitchFamily="34" charset="0"/>
                <a:ea typeface="Calibri" pitchFamily="34" charset="-122"/>
                <a:cs typeface="Calibri" pitchFamily="34" charset="-120"/>
              </a:rPr>
              <a:t>Data</a:t>
            </a:r>
            <a:endParaRPr lang="en-US" sz="700" dirty="0"/>
          </a:p>
        </p:txBody>
      </p:sp>
      <p:sp>
        <p:nvSpPr>
          <p:cNvPr id="130" name="Shape 122"/>
          <p:cNvSpPr/>
          <p:nvPr/>
        </p:nvSpPr>
        <p:spPr>
          <a:xfrm>
            <a:off x="1913656" y="3794216"/>
            <a:ext cx="731520" cy="201168"/>
          </a:xfrm>
          <a:prstGeom prst="rect">
            <a:avLst/>
          </a:prstGeom>
          <a:solidFill>
            <a:srgbClr val="E1EFFE"/>
          </a:solidFill>
          <a:ln w="12700">
            <a:solidFill>
              <a:srgbClr val="E1EFFE"/>
            </a:solidFill>
            <a:prstDash val="solid"/>
          </a:ln>
        </p:spPr>
      </p:sp>
      <p:sp>
        <p:nvSpPr>
          <p:cNvPr id="131" name="Text 123"/>
          <p:cNvSpPr txBox="1"/>
          <p:nvPr/>
        </p:nvSpPr>
        <p:spPr>
          <a:xfrm>
            <a:off x="191365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Ringkasan</a:t>
            </a:r>
            <a:endParaRPr lang="en-US" sz="700" dirty="0"/>
          </a:p>
        </p:txBody>
      </p:sp>
      <p:sp>
        <p:nvSpPr>
          <p:cNvPr id="132" name="Shape 124"/>
          <p:cNvSpPr/>
          <p:nvPr/>
        </p:nvSpPr>
        <p:spPr>
          <a:xfrm>
            <a:off x="1280160" y="1293629"/>
            <a:ext cx="3566160" cy="2514600"/>
          </a:xfrm>
          <a:prstGeom prst="roundRect">
            <a:avLst>
              <a:gd name="adj" fmla="val 2909"/>
            </a:avLst>
          </a:prstGeom>
          <a:solidFill>
            <a:srgbClr val="FFFFFF"/>
          </a:solidFill>
          <a:ln w="9525">
            <a:solidFill>
              <a:srgbClr val="BBBBBB"/>
            </a:solidFill>
            <a:prstDash val="solid"/>
          </a:ln>
        </p:spPr>
      </p:sp>
      <p:sp>
        <p:nvSpPr>
          <p:cNvPr id="133" name="Text 125"/>
          <p:cNvSpPr txBox="1"/>
          <p:nvPr/>
        </p:nvSpPr>
        <p:spPr>
          <a:xfrm>
            <a:off x="1463040" y="1385069"/>
            <a:ext cx="3200400" cy="274320"/>
          </a:xfrm>
          <a:prstGeom prst="rect">
            <a:avLst/>
          </a:prstGeom>
          <a:noFill/>
          <a:ln/>
        </p:spPr>
        <p:txBody>
          <a:bodyPr wrap="square" lIns="0" tIns="0" rIns="0" bIns="0" rtlCol="0" anchor="t"/>
          <a:lstStyle/>
          <a:p>
            <a:pPr indent="0" marL="0">
              <a:buNone/>
            </a:pPr>
            <a:r>
              <a:rPr lang="en-US" sz="1200" dirty="0">
                <a:solidFill>
                  <a:srgbClr val="1E2A26"/>
                </a:solidFill>
                <a:latin typeface="Calibri" pitchFamily="34" charset="0"/>
                <a:ea typeface="Calibri" pitchFamily="34" charset="-122"/>
                <a:cs typeface="Calibri" pitchFamily="34" charset="-120"/>
              </a:rPr>
              <a:t>Share "Database_Santri_Fiktif_Kel1"</a:t>
            </a:r>
            <a:endParaRPr lang="en-US" sz="1200" dirty="0"/>
          </a:p>
        </p:txBody>
      </p:sp>
      <p:sp>
        <p:nvSpPr>
          <p:cNvPr id="134" name="Shape 126"/>
          <p:cNvSpPr/>
          <p:nvPr/>
        </p:nvSpPr>
        <p:spPr>
          <a:xfrm>
            <a:off x="1463040" y="1732541"/>
            <a:ext cx="3200400" cy="274320"/>
          </a:xfrm>
          <a:prstGeom prst="roundRect">
            <a:avLst>
              <a:gd name="adj" fmla="val 13333"/>
            </a:avLst>
          </a:prstGeom>
          <a:solidFill>
            <a:srgbClr val="FFFFFF"/>
          </a:solidFill>
          <a:ln w="12700">
            <a:solidFill>
              <a:srgbClr val="0B57D0"/>
            </a:solidFill>
            <a:prstDash val="solid"/>
          </a:ln>
        </p:spPr>
      </p:sp>
      <p:sp>
        <p:nvSpPr>
          <p:cNvPr id="135" name="Text 127"/>
          <p:cNvSpPr txBox="1"/>
          <p:nvPr/>
        </p:nvSpPr>
        <p:spPr>
          <a:xfrm>
            <a:off x="1554480" y="1732541"/>
            <a:ext cx="3200400" cy="274320"/>
          </a:xfrm>
          <a:prstGeom prst="rect">
            <a:avLst/>
          </a:prstGeom>
          <a:noFill/>
          <a:ln/>
        </p:spPr>
        <p:txBody>
          <a:bodyPr wrap="square" lIns="0" tIns="0" rIns="0" bIns="0" rtlCol="0" anchor="ctr"/>
          <a:lstStyle/>
          <a:p>
            <a:pPr indent="0" marL="0">
              <a:buNone/>
            </a:pPr>
            <a:r>
              <a:rPr lang="en-US" sz="850" dirty="0">
                <a:solidFill>
                  <a:srgbClr val="111111"/>
                </a:solidFill>
                <a:latin typeface="Calibri" pitchFamily="34" charset="0"/>
                <a:ea typeface="Calibri" pitchFamily="34" charset="-122"/>
                <a:cs typeface="Calibri" pitchFamily="34" charset="-120"/>
              </a:rPr>
              <a:t>guru.tik@...</a:t>
            </a:r>
            <a:endParaRPr lang="en-US" sz="850" dirty="0"/>
          </a:p>
        </p:txBody>
      </p:sp>
      <p:sp>
        <p:nvSpPr>
          <p:cNvPr id="136" name="Text 128"/>
          <p:cNvSpPr txBox="1"/>
          <p:nvPr/>
        </p:nvSpPr>
        <p:spPr>
          <a:xfrm>
            <a:off x="1463040" y="2098301"/>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People with access</a:t>
            </a:r>
            <a:endParaRPr lang="en-US" sz="800" dirty="0"/>
          </a:p>
        </p:txBody>
      </p:sp>
      <p:sp>
        <p:nvSpPr>
          <p:cNvPr id="137" name="Shape 129"/>
          <p:cNvSpPr/>
          <p:nvPr/>
        </p:nvSpPr>
        <p:spPr>
          <a:xfrm>
            <a:off x="1463040" y="2326901"/>
            <a:ext cx="201168" cy="201168"/>
          </a:xfrm>
          <a:prstGeom prst="ellipse">
            <a:avLst/>
          </a:prstGeom>
          <a:solidFill>
            <a:srgbClr val="1F7A5C"/>
          </a:solidFill>
          <a:ln/>
        </p:spPr>
      </p:sp>
      <p:sp>
        <p:nvSpPr>
          <p:cNvPr id="138" name="Text 130"/>
          <p:cNvSpPr txBox="1"/>
          <p:nvPr/>
        </p:nvSpPr>
        <p:spPr>
          <a:xfrm>
            <a:off x="1737360" y="2299469"/>
            <a:ext cx="2011680" cy="256032"/>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Akun Kelas (you)</a:t>
            </a:r>
            <a:endParaRPr lang="en-US" sz="800" dirty="0"/>
          </a:p>
        </p:txBody>
      </p:sp>
      <p:sp>
        <p:nvSpPr>
          <p:cNvPr id="139" name="Text 131"/>
          <p:cNvSpPr txBox="1"/>
          <p:nvPr/>
        </p:nvSpPr>
        <p:spPr>
          <a:xfrm>
            <a:off x="3977640" y="2317757"/>
            <a:ext cx="685800" cy="219456"/>
          </a:xfrm>
          <a:prstGeom prst="rect">
            <a:avLst/>
          </a:prstGeom>
          <a:noFill/>
          <a:ln/>
        </p:spPr>
        <p:txBody>
          <a:bodyPr wrap="square" lIns="0" tIns="0" rIns="0" bIns="0" rtlCol="0" anchor="ctr"/>
          <a:lstStyle/>
          <a:p>
            <a:pPr algn="r" indent="0" marL="0">
              <a:buNone/>
            </a:pPr>
            <a:r>
              <a:rPr lang="en-US" sz="800" dirty="0">
                <a:solidFill>
                  <a:srgbClr val="1E2A26"/>
                </a:solidFill>
                <a:latin typeface="Calibri" pitchFamily="34" charset="0"/>
                <a:ea typeface="Calibri" pitchFamily="34" charset="-122"/>
                <a:cs typeface="Calibri" pitchFamily="34" charset="-120"/>
              </a:rPr>
              <a:t>Owner</a:t>
            </a:r>
            <a:endParaRPr lang="en-US" sz="800" dirty="0"/>
          </a:p>
        </p:txBody>
      </p:sp>
      <p:sp>
        <p:nvSpPr>
          <p:cNvPr id="140" name="Shape 132"/>
          <p:cNvSpPr/>
          <p:nvPr/>
        </p:nvSpPr>
        <p:spPr>
          <a:xfrm>
            <a:off x="1463040" y="2601221"/>
            <a:ext cx="201168" cy="201168"/>
          </a:xfrm>
          <a:prstGeom prst="ellipse">
            <a:avLst/>
          </a:prstGeom>
          <a:solidFill>
            <a:srgbClr val="4285F4"/>
          </a:solidFill>
          <a:ln/>
        </p:spPr>
      </p:sp>
      <p:sp>
        <p:nvSpPr>
          <p:cNvPr id="141" name="Text 133"/>
          <p:cNvSpPr txBox="1"/>
          <p:nvPr/>
        </p:nvSpPr>
        <p:spPr>
          <a:xfrm>
            <a:off x="1737360" y="2573789"/>
            <a:ext cx="2011680" cy="256032"/>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guru.tik@...</a:t>
            </a:r>
            <a:endParaRPr lang="en-US" sz="800" dirty="0"/>
          </a:p>
        </p:txBody>
      </p:sp>
      <p:sp>
        <p:nvSpPr>
          <p:cNvPr id="142" name="Text 134"/>
          <p:cNvSpPr txBox="1"/>
          <p:nvPr/>
        </p:nvSpPr>
        <p:spPr>
          <a:xfrm>
            <a:off x="3977640" y="2592077"/>
            <a:ext cx="685800" cy="219456"/>
          </a:xfrm>
          <a:prstGeom prst="rect">
            <a:avLst/>
          </a:prstGeom>
          <a:noFill/>
          <a:ln/>
        </p:spPr>
        <p:txBody>
          <a:bodyPr wrap="square" lIns="0" tIns="0" rIns="0" bIns="0" rtlCol="0" anchor="ctr"/>
          <a:lstStyle/>
          <a:p>
            <a:pPr algn="r" indent="0" marL="0">
              <a:buNone/>
            </a:pPr>
            <a:r>
              <a:rPr lang="en-US" sz="800" dirty="0">
                <a:solidFill>
                  <a:srgbClr val="1E2A26"/>
                </a:solidFill>
                <a:latin typeface="Calibri" pitchFamily="34" charset="0"/>
                <a:ea typeface="Calibri" pitchFamily="34" charset="-122"/>
                <a:cs typeface="Calibri" pitchFamily="34" charset="-120"/>
              </a:rPr>
              <a:t>Viewer  ▾</a:t>
            </a:r>
            <a:endParaRPr lang="en-US" sz="800" dirty="0"/>
          </a:p>
        </p:txBody>
      </p:sp>
      <p:sp>
        <p:nvSpPr>
          <p:cNvPr id="143" name="Text 135"/>
          <p:cNvSpPr txBox="1"/>
          <p:nvPr/>
        </p:nvSpPr>
        <p:spPr>
          <a:xfrm>
            <a:off x="1463040" y="2939549"/>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General access</a:t>
            </a:r>
            <a:endParaRPr lang="en-US" sz="800" dirty="0"/>
          </a:p>
        </p:txBody>
      </p:sp>
      <p:pic>
        <p:nvPicPr>
          <p:cNvPr id="144" name="Image 6" descr="preencoded.png">    </p:cNvPr>
          <p:cNvPicPr>
            <a:picLocks noChangeAspect="1"/>
          </p:cNvPicPr>
          <p:nvPr/>
        </p:nvPicPr>
        <p:blipFill>
          <a:blip r:embed="rId7"/>
          <a:stretch>
            <a:fillRect/>
          </a:stretch>
        </p:blipFill>
        <p:spPr>
          <a:xfrm>
            <a:off x="1481328" y="3186437"/>
            <a:ext cx="137160" cy="137160"/>
          </a:xfrm>
          <a:prstGeom prst="rect">
            <a:avLst/>
          </a:prstGeom>
        </p:spPr>
      </p:pic>
      <p:sp>
        <p:nvSpPr>
          <p:cNvPr id="145" name="Text 136"/>
          <p:cNvSpPr txBox="1"/>
          <p:nvPr/>
        </p:nvSpPr>
        <p:spPr>
          <a:xfrm>
            <a:off x="1691640" y="3140717"/>
            <a:ext cx="1280160" cy="237744"/>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Restricted  ▾</a:t>
            </a:r>
            <a:endParaRPr lang="en-US" sz="850" dirty="0"/>
          </a:p>
        </p:txBody>
      </p:sp>
      <p:sp>
        <p:nvSpPr>
          <p:cNvPr id="146" name="Shape 137"/>
          <p:cNvSpPr/>
          <p:nvPr/>
        </p:nvSpPr>
        <p:spPr>
          <a:xfrm>
            <a:off x="4069080" y="3460757"/>
            <a:ext cx="594360" cy="256032"/>
          </a:xfrm>
          <a:prstGeom prst="roundRect">
            <a:avLst>
              <a:gd name="adj" fmla="val 50000"/>
            </a:avLst>
          </a:prstGeom>
          <a:solidFill>
            <a:srgbClr val="0B57D0"/>
          </a:solidFill>
          <a:ln w="12700">
            <a:solidFill>
              <a:srgbClr val="0B57D0"/>
            </a:solidFill>
            <a:prstDash val="solid"/>
          </a:ln>
        </p:spPr>
      </p:sp>
      <p:sp>
        <p:nvSpPr>
          <p:cNvPr id="147" name="Text 138"/>
          <p:cNvSpPr txBox="1"/>
          <p:nvPr/>
        </p:nvSpPr>
        <p:spPr>
          <a:xfrm>
            <a:off x="4069080" y="3460757"/>
            <a:ext cx="594360" cy="256032"/>
          </a:xfrm>
          <a:prstGeom prst="rect">
            <a:avLst/>
          </a:prstGeom>
          <a:noFill/>
          <a:ln/>
        </p:spPr>
        <p:txBody>
          <a:bodyPr wrap="square" lIns="0" tIns="0" rIns="0" bIns="0"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Done</a:t>
            </a:r>
            <a:endParaRPr lang="en-US" sz="850" dirty="0"/>
          </a:p>
        </p:txBody>
      </p:sp>
      <p:sp>
        <p:nvSpPr>
          <p:cNvPr id="148" name="Shape 139"/>
          <p:cNvSpPr/>
          <p:nvPr/>
        </p:nvSpPr>
        <p:spPr>
          <a:xfrm>
            <a:off x="4862048" y="1695965"/>
            <a:ext cx="585216" cy="274320"/>
          </a:xfrm>
          <a:prstGeom prst="roundRect">
            <a:avLst>
              <a:gd name="adj" fmla="val 16667"/>
            </a:avLst>
          </a:prstGeom>
          <a:solidFill>
            <a:srgbClr val="FFFFFF">
              <a:alpha val="0"/>
            </a:srgbClr>
          </a:solidFill>
          <a:ln w="31750">
            <a:solidFill>
              <a:srgbClr val="E53935"/>
            </a:solidFill>
            <a:prstDash val="solid"/>
          </a:ln>
        </p:spPr>
      </p:sp>
      <p:sp>
        <p:nvSpPr>
          <p:cNvPr id="149" name="Shape 140"/>
          <p:cNvSpPr/>
          <p:nvPr/>
        </p:nvSpPr>
        <p:spPr>
          <a:xfrm>
            <a:off x="5310104" y="1558805"/>
            <a:ext cx="274320" cy="274320"/>
          </a:xfrm>
          <a:prstGeom prst="ellipse">
            <a:avLst/>
          </a:prstGeom>
          <a:solidFill>
            <a:srgbClr val="E53935"/>
          </a:solidFill>
          <a:ln w="12700">
            <a:solidFill>
              <a:srgbClr val="FFFFFF"/>
            </a:solidFill>
            <a:prstDash val="solid"/>
          </a:ln>
        </p:spPr>
      </p:sp>
      <p:sp>
        <p:nvSpPr>
          <p:cNvPr id="150" name="Text 141"/>
          <p:cNvSpPr txBox="1"/>
          <p:nvPr/>
        </p:nvSpPr>
        <p:spPr>
          <a:xfrm>
            <a:off x="5310104" y="155880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51" name="Image 7" descr="preencoded.png">    </p:cNvPr>
          <p:cNvPicPr>
            <a:picLocks noChangeAspect="1"/>
          </p:cNvPicPr>
          <p:nvPr/>
        </p:nvPicPr>
        <p:blipFill>
          <a:blip r:embed="rId8"/>
          <a:stretch>
            <a:fillRect/>
          </a:stretch>
        </p:blipFill>
        <p:spPr>
          <a:xfrm>
            <a:off x="5182088" y="1845012"/>
            <a:ext cx="237744" cy="237744"/>
          </a:xfrm>
          <a:prstGeom prst="rect">
            <a:avLst/>
          </a:prstGeom>
        </p:spPr>
      </p:pic>
      <p:sp>
        <p:nvSpPr>
          <p:cNvPr id="152" name="Shape 142"/>
          <p:cNvSpPr/>
          <p:nvPr/>
        </p:nvSpPr>
        <p:spPr>
          <a:xfrm>
            <a:off x="3959352" y="2573789"/>
            <a:ext cx="722376" cy="256032"/>
          </a:xfrm>
          <a:prstGeom prst="roundRect">
            <a:avLst>
              <a:gd name="adj" fmla="val 17857"/>
            </a:avLst>
          </a:prstGeom>
          <a:solidFill>
            <a:srgbClr val="FFFFFF">
              <a:alpha val="0"/>
            </a:srgbClr>
          </a:solidFill>
          <a:ln w="31750">
            <a:solidFill>
              <a:srgbClr val="E53935"/>
            </a:solidFill>
            <a:prstDash val="solid"/>
          </a:ln>
        </p:spPr>
      </p:sp>
      <p:sp>
        <p:nvSpPr>
          <p:cNvPr id="153" name="Shape 143"/>
          <p:cNvSpPr/>
          <p:nvPr/>
        </p:nvSpPr>
        <p:spPr>
          <a:xfrm>
            <a:off x="4544568" y="2436629"/>
            <a:ext cx="274320" cy="274320"/>
          </a:xfrm>
          <a:prstGeom prst="ellipse">
            <a:avLst/>
          </a:prstGeom>
          <a:solidFill>
            <a:srgbClr val="E53935"/>
          </a:solidFill>
          <a:ln w="12700">
            <a:solidFill>
              <a:srgbClr val="FFFFFF"/>
            </a:solidFill>
            <a:prstDash val="solid"/>
          </a:ln>
        </p:spPr>
      </p:sp>
      <p:sp>
        <p:nvSpPr>
          <p:cNvPr id="154" name="Text 144"/>
          <p:cNvSpPr txBox="1"/>
          <p:nvPr/>
        </p:nvSpPr>
        <p:spPr>
          <a:xfrm>
            <a:off x="4544568" y="243662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55" name="Image 8" descr="preencoded.png">    </p:cNvPr>
          <p:cNvPicPr>
            <a:picLocks noChangeAspect="1"/>
          </p:cNvPicPr>
          <p:nvPr/>
        </p:nvPicPr>
        <p:blipFill>
          <a:blip r:embed="rId9"/>
          <a:stretch>
            <a:fillRect/>
          </a:stretch>
        </p:blipFill>
        <p:spPr>
          <a:xfrm>
            <a:off x="4354830" y="2712778"/>
            <a:ext cx="237744" cy="237744"/>
          </a:xfrm>
          <a:prstGeom prst="rect">
            <a:avLst/>
          </a:prstGeom>
        </p:spPr>
      </p:pic>
      <p:sp>
        <p:nvSpPr>
          <p:cNvPr id="156" name="Shape 145"/>
          <p:cNvSpPr/>
          <p:nvPr/>
        </p:nvSpPr>
        <p:spPr>
          <a:xfrm>
            <a:off x="1444752" y="3122429"/>
            <a:ext cx="1591056" cy="274320"/>
          </a:xfrm>
          <a:prstGeom prst="roundRect">
            <a:avLst>
              <a:gd name="adj" fmla="val 16667"/>
            </a:avLst>
          </a:prstGeom>
          <a:solidFill>
            <a:srgbClr val="FFFFFF">
              <a:alpha val="0"/>
            </a:srgbClr>
          </a:solidFill>
          <a:ln w="31750">
            <a:solidFill>
              <a:srgbClr val="E53935"/>
            </a:solidFill>
            <a:prstDash val="solid"/>
          </a:ln>
        </p:spPr>
      </p:sp>
      <p:sp>
        <p:nvSpPr>
          <p:cNvPr id="157" name="Shape 146"/>
          <p:cNvSpPr/>
          <p:nvPr/>
        </p:nvSpPr>
        <p:spPr>
          <a:xfrm>
            <a:off x="2898648" y="2985269"/>
            <a:ext cx="274320" cy="274320"/>
          </a:xfrm>
          <a:prstGeom prst="ellipse">
            <a:avLst/>
          </a:prstGeom>
          <a:solidFill>
            <a:srgbClr val="E53935"/>
          </a:solidFill>
          <a:ln w="12700">
            <a:solidFill>
              <a:srgbClr val="FFFFFF"/>
            </a:solidFill>
            <a:prstDash val="solid"/>
          </a:ln>
        </p:spPr>
      </p:sp>
      <p:sp>
        <p:nvSpPr>
          <p:cNvPr id="158" name="Text 147"/>
          <p:cNvSpPr txBox="1"/>
          <p:nvPr/>
        </p:nvSpPr>
        <p:spPr>
          <a:xfrm>
            <a:off x="2898648" y="298526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pic>
        <p:nvPicPr>
          <p:cNvPr id="159" name="Image 9" descr="preencoded.png">    </p:cNvPr>
          <p:cNvPicPr>
            <a:picLocks noChangeAspect="1"/>
          </p:cNvPicPr>
          <p:nvPr/>
        </p:nvPicPr>
        <p:blipFill>
          <a:blip r:embed="rId10"/>
          <a:stretch>
            <a:fillRect/>
          </a:stretch>
        </p:blipFill>
        <p:spPr>
          <a:xfrm>
            <a:off x="2318004" y="3271476"/>
            <a:ext cx="237744" cy="237744"/>
          </a:xfrm>
          <a:prstGeom prst="rect">
            <a:avLst/>
          </a:prstGeom>
        </p:spPr>
      </p:pic>
      <p:sp>
        <p:nvSpPr>
          <p:cNvPr id="160" name="Text 14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161" name="Text 14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Bagikan ke guru sebagai Viewer</a:t>
            </a:r>
            <a:endParaRPr lang="en-US" sz="1800" dirty="0"/>
          </a:p>
        </p:txBody>
      </p:sp>
      <p:sp>
        <p:nvSpPr>
          <p:cNvPr id="162" name="Text 15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Share › ketik email guru › pilih Viewer › General access: Restricted › Send.</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Database Santri Fiktif</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kelompok dinyatakan selesai jika:</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Lembar Data: minimal 15 record fiktif, ID unik, dropdown, validasi, format bersyarat.</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Lembar Ringkasan: COUNTIF per kategori, total, dan rata-rata yang benar.</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Satu grafik dengan judul yang jelas dan keterangan data fiktif.</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Dibagikan ke guru sebagai Viewer; kelompok mempresentasikan 1 kesimpulan.</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2 · Modul 3: Data dan Database · Pertemuan 09</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Minimal 15 record data fiktif</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lembar Ringkasan dengan COUNTIF</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grafik dari ringkasan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Dibagikan ke guru sebagai Viewer</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Informasi apa yang kamu dapat dari ringkasan database?</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database seperti ini dipakai aplikasi pesantren?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Bagikan data hanya kepada yang berhak, dengan hak akses secukupnya.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4: Dashboard, menyajikan data dalam satu tampilan.</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2 Modul 3 - Data dan Database</dc:title>
  <dc:subject>PptxGenJS Presentation</dc:subject>
  <dc:creator>PptxGenJS</dc:creator>
  <cp:lastModifiedBy>PptxGenJS</cp:lastModifiedBy>
  <cp:revision>1</cp:revision>
  <dcterms:created xsi:type="dcterms:W3CDTF">2026-10-01T20:10:17Z</dcterms:created>
  <dcterms:modified xsi:type="dcterms:W3CDTF">2026-10-01T20:10:17Z</dcterms:modified>
</cp:coreProperties>
</file>