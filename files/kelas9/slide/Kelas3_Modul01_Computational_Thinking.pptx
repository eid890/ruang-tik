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PETUNJUK UNTUK GURU (tidak perlu dibacakan)
Modul 1: Computational Thinking — Proyek: Flowchart Sistem Pesantren
Terdiri dari 3 pertemuan (Pertemuan 1–3 Kelas IX), masing-masing 2 JP / 100 menit.
CARA MEMAKAI SLIDE INI
1. Seluruh materi sudah tersedia di catatan pembicara (speaker notes) setiap slide. Cukup dibacakan kepada santri.
2. Kalimat di dalam tanda kurung ( ... ) adalah petunjuk tindakan untuk guru, tidak dibacakan.
3. Pada slide "Panduan Praktik Bergambar", kotak MERAH bernomor adalah bagian yang harus diklik santri. Tampilkan slide itu selama santri praktik.
4. Gunakan Presenter View (saat Slide Show, klik kanan → Show Presenter View) agar naskah terlihat oleh guru saja. Naskah juga bisa dicetak: File → Print → "Notes Pages".
PERSIAPAN SEBELUM MENGAJAR
- Pertemuan 1 dan 2 sebagian besar TANPA KOMPUTER (unplugged): diskusi, kartu, kertas, dan permainan. Siapkan kertas, spidol, dan kartu instruksi.
- Pertemuan 3 memakai diagrams.net (app.diagrams.net): gratis, berjalan di browser, tidak perlu akun. File bisa disimpan ke perangkat atau ke Google Drive akun kelas.
- Kelas IX adalah tahap DIGITAL BUILDER: santri mulai berpikir dan membangun solusi. Modul ini menjadi dasar Modul 2 (Problem Solving) dan modul coding berikutnya.
CATATAN
Computational thinking (berpikir komputasional) bukan berarti berpikir seperti komputer, melainkan berpikir runtut agar masalah bisa diselesaikan, oleh manusia maupun komputer.
Simbol flowchart standar: oval (mulai/selesai), persegi panjang (proses), belah ketupat (keputusan), jajar genjang (input/output), panah (alur).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ke-1, dengan judul "Dekomposisi &amp; Pola". Selamat datang di Kelas IX! Tahun ini kalian menjadi Digital Builder, dimulai dengan belajar cara berpikir.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Alhamdulillah, kalian sekarang di Kelas IX, atau Kelas 3 Wustha, tahun terakhir di jenjang Wustha. Di Kelas VII kalian menjadi Digital User, di Kelas VIII menjadi Digital Creator yang membuat website dan sistem informasi. Tahun ini kalian menjadi DIGITAL BUILDER: membangun solusi digital untuk masalah nyata pesantren, dengan bantuan AI.
Dan semua itu dimulai dari cara berpikir.
Sekarang pertanyaan hari ini. Coba pikirkan sejenak:
"Bagaimana cara panitia menyiapkan acara wisuda tahfidz yang begitu besar tanpa kewalahan?"
(Beri waktu 1 menit. Minta 2–3 santri menjawab. Hargai semua jawaban.)
Panitia memecah acara besar itu menjadi bagian-bagian kecil: seksi acara, konsumsi, dekorasi, undangan, dokumentasi. Setiap seksi mengerjakan bagiannya. Cara berpikir seperti ini disebut DEKOMPOSISI, salah satu pilar computational thinking.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Computational thinking, atau berpikir komputasional, adalah cara berpikir yang runtut dan teratur untuk memecahkan masalah, sehingga solusinya bisa dijalankan oleh manusia maupun komputer.
Jangan salah paham: ini bukan berarti berpikir seperti mesin. Ini adalah berpikir jernih dan teratur, seperti seorang ulama yang menyusun kitab bab demi bab, atau pengurus pondok yang menyusun jadwal.
Cara berpikir ini dipakai oleh programmer, dokter, arsitek, bahkan pengurus pondok. Sebelum menulis satu baris kode pun, seorang programmer yang baik terlebih dahulu berpikir dengan cara ini.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Computational thinking memiliki empat pilar.
Pertama, DEKOMPOSISI: memecah masalah besar menjadi bagian-bagian kecil yang lebih mudah diselesaikan.
Kedua, PENGENALAN POLA: menemukan kesamaan atau keteraturan yang berulang, sehingga satu cara bisa dipakai berkali-kali.
Ketiga, ABSTRAKSI: mengambil hal yang penting dan mengabaikan detail yang tidak perlu.
Keempat, ALGORITMA: menyusun langkah-langkah yang jelas dan berurutan untuk menyelesaikan masalah.
Hari ini kita mempelajari dua pilar pertama. Pekan depan dua pilar berikutnya.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contoh dekomposisi di layar. Masalah besar: menyelenggarakan wisuda tahfidz.
Kita pecah menjadi lima bagian: ACARA, berisi susunan acara, MC, dan qari. UNDANGAN, berisi daftar tamu dan surat. KONSUMSI, berisi menu dan jumlah porsi. TEMPAT, berisi panggung, kursi, dan pengeras suara. DOKUMENTASI, berisi foto dan video.
Setiap bagian bisa dipecah lagi menjadi lebih kecil. Misalnya konsumsi dipecah menjadi menentukan menu, anggaran, belanja, memasak, dan membagikan.
Masalah yang tadinya terasa berat, setelah dipecah, menjadi tugas-tugas kecil yang jelas. Inilah dekomposisi.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Pilar kedua: PENGENALAN POLA. Perhatikan data setoran hafalan fiktif selama empat pekan di layar.
Coba amati. Apa yang berulang?
(Tunggu jawaban santri.)
Setiap hari Jumat, jumlah setoran selalu rendah, sedangkan hari lain tinggi. Itulah POLA.
Setelah menemukan pola, kita bisa menduga penyebabnya: hari Jumat banyak kegiatan, seperti kerja bakti, atau hari libur. Dan kita bisa mengambil tindakan: misalnya menjadwalkan murajaah ringan di hari Jumat.
Mengenali pola membuat kita tidak perlu memecahkan masalah yang sama berulang-ulang. Allah menciptakan alam dengan keteraturan, seperti siang dan malam, dan pergantian musim. Mengenali pola adalah bagian dari tafakur.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Tidak memerlukan komputer.)
(Bagi kelas menjadi kelompok 4–5 santri. Bagikan kertas besar dan spidol.)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Diskusikan dalam kelompok, lalu pilih satu masalah besar di pesantren. Contoh di layar: mengadakan lomba antar kamar, membersihkan seluruh asrama dalam satu hari, menyiapkan ujian akhir, mengelola perpustakaan, atau menyambut santri baru.
Usahakan setiap kelompok memilih masalah yang berbeda.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Tulis masalah di tengah kertas besar dan lingkari. Lalu gambar cabang-cabang ke bagian-bagian utamanya, lima sampai tujuh bagian.
Contoh lomba antar kamar: jenis lomba, juri, jadwal, hadiah, peserta, dan tempat. Bentuknya seperti peta pikiran.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Pilih satu cabang, lalu pecah lagi menjadi tiga sampai empat tugas kecil yang cukup dikerjakan satu orang.
Contoh cabang Hadiah: tentukan jumlah pemenang, hitung anggaran, beli hadiah, lalu bungkus dan beri label.
Inilah kekuatan dekomposisi: masalah besar menjadi tugas-tugas kecil yang jelas dan bisa dibagi.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latihan pengenalan pola. Perhatikan data fiktif keterlambatan piket di layar.
Diskusikan dalam kelompok: hari apa yang sering terlambat? Kamar mana? Jam berapa?
(Beri waktu 3 menit.)
Polanya: keterlambatan selalu terjadi hari Senin, di kamar Ali 2, tanda a dan b. Apa kira-kira penyebabnya? Dan apa tindakannya?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Untuk masalah kelompok kalian sendiri, cari dua pola yang mungkin terjadi. Tulis dalam tiga baris: pola, dugaan penyebab, dan tindakan.
Contoh: polanya, lomba selalu molor di sesi siang. Dugaannya, peserta lelah setelah dzuhur dan makan. Tindakannya, lomba berat diletakkan di pagi hari.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Setiap kelompok mempresentasikan peta dekomposisi dan pola yang ditemukan, dua menit.
Kelompok lain boleh menambahkan bagian yang terlewat. Sering kali orang lain melihat bagian yang tidak kita sadari.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di buku: tulis empat pilar dengan kata-kata sendiri, dekomposisi kegiatan bersiap sholat Subuh berjamaah, temukan satu pola dalam kebiasaan harian, dan simpan foto peta dekomposisi kelompok di portofolio.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menyebut 4 pilar CT?
- masalah dipecah minimal 5 bagian?
- menemukan minimal 2 pola?
- hasil diskusi tertulis rapi?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bagian mana dari kegiatan sehari-hari yang bisa dipecah lebih kecil?
Pertanyaan kedua: pola apa yang kamu temukan hari ini?
(Minta 2–3 santri menjawab secara bergantian.)
Pesan adab kita hari ini: Allah menciptakan alam semesta dengan keteraturan: matahari dan bulan beredar menurut perhitungan. Mengenali pola adalah bagian dari tafakur atas ciptaan-Nya, dan membantu kita bekerja lebih baik.
Pekan depan: abstraksi dan algoritma.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ke-2, dengan judul "Abstraksi &amp; Algoritma". Kita mempelajari dua pilar berikutnya: mengambil inti, dan menyusun langkah yang jelas.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belajar dekomposisi dan pola. Siapa yang ingat empat pilar computational thinking?
(Tunggu jawaban: dekomposisi, pengenalan pola, abstraksi, algoritma.)
Sekarang pertanyaan hari ini. Coba pikirkan sejenak:
"Jika kalian harus menjelaskan cara berwudhu kepada robot yang tidak tahu apa-apa, apa yang harus diperhatikan?"
(Beri waktu 1 menit. Minta 2–3 santri menjawab. Hargai semua jawaban.)
Instruksinya harus sangat jelas, berurutan, dan tidak boleh ada yang terlewat. Robot dan komputer hanya melakukan persis apa yang diperintahkan. Daftar langkah yang jelas seperti itu disebut ALGORITMA. Hari ini kita juga belajar ABSTRAKSI.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ABSTRAKSI artinya mengambil hal yang penting dan mengabaikan detail yang tidak diperlukan untuk tujuan tertentu.
Contoh: kita ingin membuat denah asrama untuk santri baru. Apa yang PENTING? Letak kamar, kamar mandi, pintu keluar darurat, nama setiap kamar, dan jalur menuju masjid.
Apa yang DIABAIKAN? Warna cat dinding, jumlah ubin lantai, merek lemari. Semua itu ada, tetapi tidak membantu santri baru menemukan kamarnya.
Peta, denah, dan ikon di HP adalah contoh abstraksi. Saat membuat aplikasi nanti, abstraksi membantu kita menentukan data apa yang perlu disimpan, dan mana yang tidak.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ALGORITMA adalah urutan langkah yang jelas untuk menyelesaikan suatu masalah. Algoritma yang baik memiliki empat ciri.
BERURUTAN: langkah tersusun dari awal sampai akhir, dan urutannya tidak boleh tertukar. Memakai kaus kaki harus sebelum sepatu.
JELAS: setiap langkah hanya punya satu arti. Kata seperti "secukupnya" atau "kira-kira" membingungkan komputer.
ADA AKHIR: algoritma pasti selesai, tidak berputar tanpa henti.
ADA KEPUTUSAN: memuat pilihan jika-maka bila diperlukan. Seperti fungsi IF yang kalian pelajari di Kelas VIII.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Tanpa kita sadari, kita sudah sering menjalankan algoritma. Contohnya wudhu. Perhatikan urutan di layar. Ini adalah ringkasan contoh; untuk tata cara lengkapnya, kita merujuk kepada pelajaran Fiqih dan bimbingan ustadz.
Wudhu memiliki urutan yang jelas, ada awal dan akhir, dan ada aturan seperti mendahulukan yang kanan. Dalam fiqih, urutan ini disebut tertib.
Ibadah kita mengajarkan ketertiban. Sholat pun memiliki urutan: takbiratul ihram, berdiri, ruku, sujud, sampai salam. Para ulama telah menyusun tata cara ibadah dengan sangat rapi, jauh sebelum ada komputer.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Tidak memerlukan komputer.)
Kita akan bermain Robot Santri, untuk merasakan bagaimana komputer menjalankan instruksi.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Saya memilih satu santri menjadi "robot". Aturannya: robot hanya melakukan PERSIS apa yang diucapkan, tidak boleh menebak maksud.
Coba seseorang memberi perintah: ambil buku!
Robot bertanya: buku yang mana? Di mana? Dengan tangan apa? Lalu robot diam saja karena perintahnya tidak jelas.
Inilah yang terjadi pada komputer jika instruksinya tidak jelas.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Setiap kelompok mendapat tugas: buat algoritma agar robot berjalan dari pintu ke papan tulis, lalu menulis angka 9.
Tulis langkah-langkahnya di kertas, sejelas dan selengkap mungkin. Pikirkan: berapa langkah? Tangan mana? Spidol warna apa? Dibuka dulu atau tidak?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Setiap kelompok bergiliran membacakan algoritmanya, dan robot menjalankannya persis seperti yang diucapkan.
Jika robot gagal, misalnya menabrak meja atau menulis dengan spidol tertutup, kelompok harus memperbaiki langkahnya.
Kesalahan dalam algoritma disebut BUG, dan memperbaikinya disebut DEBUGGING. Kalian akan sering mendengar dua kata ini di Kelas 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Sekarang kita menulis algoritma untuk sistem di pesantren: peminjaman buku perpustakaan.
Tulis langkah dari santri datang sampai membawa pulang buku. Gunakan kata JIKA untuk keputusan, seperti contoh di layar: JIKA buku tersedia, catat peminjaman. JIKA TIDAK, tawarkan buku lain.
Bagian JIKA inilah yang nanti di komputer ditulis dengan 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Tukarkan algoritma dengan kelompok lain. Kelompok lain membacanya seperti robot: apakah ada langkah yang hilang? Apakah ada keadaan yang belum dipikirkan?
Contoh pertanyaan bagus: bagaimana jika santri belum terdaftar sebagai anggota? Bagaimana jika santri masih meminjam buku lain yang belum dikembalikan?
Pertanyaan seperti ini membuat algoritma lebih lengkap.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Perbaiki algoritma berdasarkan masukan, misalnya tambahkan: JIKA belum terdaftar, daftarkan dulu. Lalu ketik algoritma final di Google Docs kelompok. Pekan depan algoritma ini kita ubah menjadi flowchart.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Kerjakan di buku: satu contoh abstraksi, algoritma menyiapkan diri sebelum kelas minimal enam langkah dengan satu langkah JIKA, dan pastikan algoritma kelompok tersimpan di Google Docs.
(Periksa dan beri paraf.)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bisa memberi contoh abstraksi?
- algoritma berurutan dan jelas?
- ada langkah keputusan (jika)?
- algoritma diuji teman?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mengapa instruksi untuk komputer harus sangat jelas?
Pertanyaan kedua: ibadah apa yang memiliki urutan seperti algoritma?
(Minta 2–3 santri menjawab secara bergantian.)
Pesan adab kita hari ini: ibadah kita memiliki tertib, yaitu urutan yang diajarkan Rasulullah. Ketertiban adalah bagian dari agama, dan membiasakan diri tertib akan memudahkan kita dalam segala urusan.
Pekan depan: flowchart: menggambar algoritma.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(Tampilkan slide ini saat santri masuk kelas dan duduk dengan tertib.)
Assalamu'alaikum warahmatullahi wabarakatuh.
Alhamdulillah, pekan ini kita kembali bertemu dalam pelajaran Teknologi Informasi. Hari ini kita masuk pertemuan ke-3, dengan judul "Flowchart Sistem Pesantren". Hari ini kita menyelesaikan proyek Modul 1: menggambar algoritma sistem pesantren menjadi flowchart.
Siapkan diri kalian. Insya Allah hari ini kita akan belajar sesuatu yang bermanfaat.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Mari kita buka pelajaran ini dengan membaca basmalah dan doa belajar bersama-sama.
(Pimpin doa, lalu cek kehadiran santri.)
Pekan lalu kita menulis algoritma. Siapa yang ingat, apa itu bug?
(Tunggu jawaban: kesalahan dalam algoritma atau program.)
Sekarang pertanyaan hari ini. Coba pikirkan sejenak:
"Mana yang lebih cepat dipahami: algoritma tertulis 10 baris, atau gambar alurnya?"
(Beri waktu 1 menit. Minta 2–3 santri menjawab. Hargai semua jawaban.)
Biasanya gambar lebih cepat dipahami, terutama jika ada banyak pilihan jika-maka. Gambar alur algoritma disebut FLOWCHART. Para programmer membuat flowchart sebelum menulis kode. Hari ini kita membuatnya.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Flowchart memakai simbol-simbol standar. Kenali lima simbol utama.
OVAL: untuk MULAI dan SELESAI. Setiap flowchart diawali dan diakhiri dengan oval.
PERSEGI PANJANG: untuk PROSES, yaitu satu tindakan, misalnya catat peminjaman.
BELAH KETUPAT: untuk KEPUTUSAN, yaitu pertanyaan yang jawabannya Ya atau Tidak, misalnya buku tersedia? Dari belah ketupat keluar dua panah: Ya dan Tidak.
JAJAR GENJANG: untuk INPUT atau OUTPUT, yaitu data yang masuk atau keluar, misalnya input judul buku.
PANAH: menunjukkan arah alur dari satu langkah ke langkah berikutnya.
Simbol-simbol ini dipakai di seluruh dunia, sehingga flowchart bisa dipahami oleh siapa saja.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Perhatikan bagaimana algoritma di kiri diubah menjadi flowchart di kanan.
Mulai menjadi oval. Input judul buku menjadi jajar genjang. JIKA tersedia menjadi belah ketupat dengan pertanyaan Buku tersedia? Dari belah ketupat ada dua panah: Ya menuju proses Catat peminjaman, dan Tidak menuju proses Tawarkan buku lain. Lalu berakhir di oval Selesai.
Flowchart membuat kita langsung melihat semua kemungkinan jalan. Jika ada jalan yang buntu atau lupa diberi akhir, langsung terlihat.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 menit untuk seluruh praktik.)
Siapkan algoritma kelompok dari pekan lalu. Kita gambar flowchart-nya dengan diagrams.net, aplikasi menggambar diagram yang gratis.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pertama. Buka browser, ketik app.diagrams.net, lalu tekan Enter. Aplikasi ini gratis dan tidak memerlukan akun.
Muncul pertanyaan: simpan diagram di mana? Klik Device untuk menyimpan di komputer, atau Google Drive jika ingin menyimpan di akun kelas.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kedua. Klik Create New Diagram, pilih Blank Diagram, beri nama Flowchart, garis bawah, Pinjam Buku, garis bawah, nomor kelompok, lalu klik Create.
Kenali tampilannya: kanvas putih bergaris di tengah, tanda a, tempat menggambar. Panel simbol di kiri, tanda b, berisi bentuk-bentuk yang bisa diklik.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ketiga. Di panel kiri, klik bentuk oval, tanda a. Bentuk itu muncul di kanvas. Klik dua kali bentuk itu, lalu ketik Mulai, tanda b.
Bentuk bisa digeser dengan menekan dan menyeretnya.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keempat. Klik bentuk jajar genjang di panel kiri. Tulis Input judul buku, lalu letakkan di bawah oval Mulai.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kelima. Kita hubungkan dengan panah. Arahkan kursor ke bentuk Mulai. Muncul panah biru kecil di keempat sisinya. Tekan panah biru di bagian bawah, lalu seret ke bentuk Input judul buku, dan lepaskan.
Panah yang menempel akan ikut bergeser saat bentuk dipindah. Sangat praktis.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keenam. Tambahkan belah ketupat dari panel kiri, tulis Buku tersedia?, tanda a.
Dari belah ketupat buat dua panah: satu ke bawah menuju proses Catat peminjaman, satu ke samping menuju Tawarkan buku lain, tanda b. Klik dua kali setiap panah dan tulis Ya dan Tidak.
Setiap belah ketupat harus memiliki dua jalan keluar.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ketujuh. Tambahkan oval Selesai di bagian bawah, tanda a. Pastikan SEMUA jalan, termasuk jalan Tidak, berakhir di Selesai. Tidak boleh ada jalan buntu.
Rapikan warna: pilih bentuk, lalu ubah warna di panel Style sebelah kanan, tanda b. Gunakan warna yang sama untuk simbol yang sama.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Langkah kedelapan. Klik menu File, arahkan ke Export as, tanda a, lalu pilih PNG, tanda b. Klik Export dan simpan ke folder Portofolio, Proyek, Kelas9.
Simpan juga file aslinya dengan File, Save, agar bisa diedit lagi nanti. File asli diagrams.net berakhiran titik drawio.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Untuk proyek modul ini, setiap kelompok membuat flowchart satu sistem pesantren: peminjaman buku, absensi, setoran hafalan, atau pendaftaran ekskul.
Proyek dinyatakan selesai jika: simbolnya benar, ada mulai, selesai, dan minimal dua keputusan, semua jalan berakhir di selesai, serta tersimpan dan dipresentasikan.
(Minta setiap kelompok menjelaskan flowchart-nya dengan "menjalankan" satu contoh kasus dari Mulai sampai Selesai.)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Waktunya memeriksa hasil kerja. Coba cek bersama-sama, sudahkah kalian:
- simbol dipakai dengan benar?
- ada Mulai dan Selesai?
- ada minimal 1 keputusan Ya/Tidak?
- tersimpan sebagai PNG?
(Minta santri mengangkat tangan untuk setiap poin yang sudah selesai.)
Kalau ada yang belum beres, jangan sedih. Lihat kembali slide langkahnya, tanya teman, lalu tanya guru, kemudian perbaiki dan coba lagi. Kesalahan adalah bagian dari belajar.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 menit.)
Sebelum kita tutup, mari merenung sejenak.
Pertanyaan pertama: apa kelebihan flowchart dibanding algoritma tertulis?
Pertanyaan kedua: sistem pesantren apa lagi yang bisa digambarkan dengan flowchart?
(Minta 2–3 santri menjawab secara bergantian.)
Pesan adab kita hari ini: rencanakan sebelum bertindak. Perencanaan yang baik adalah tanda kesungguhan. Para programmer yang baik menghabiskan banyak waktu merencanakan, sehingga kodenya lebih sedikit kesalahan.
Pekan depan: kita masuk Modul 2: Problem Solving. Alhamdulillah, Modul 1 sudah selesai.
(Pastikan hasil karya santri tersimpan, komputer dimatikan dengan benar, dan ruangan dirapikan.)
Mari kita tutup dengan membaca hamdalah dan doa kafaratul majelis bersama-sama.
Wassalamu'alaikum warahmatullahi wabarakatuh.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slideLayout" Target="../slideLayouts/slideLayout1.xml"/><Relationship Id="rId1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1.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image" Target="../media/image-22-4.png"/><Relationship Id="rId5" Type="http://schemas.openxmlformats.org/officeDocument/2006/relationships/slideLayout" Target="../slideLayouts/slideLayout1.xml"/><Relationship Id="rId6"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image" Target="../media/image-23-6.png"/><Relationship Id="rId7" Type="http://schemas.openxmlformats.org/officeDocument/2006/relationships/slideLayout" Target="../slideLayouts/slideLayout1.xml"/><Relationship Id="rId8"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slideLayout" Target="../slideLayouts/slideLayout1.xm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slideLayout" Target="../slideLayouts/slideLayout1.xml"/><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1.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slideLayout" Target="../slideLayouts/slideLayout1.xml"/><Relationship Id="rId5"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image" Target="../media/image-30-2.png"/><Relationship Id="rId3" Type="http://schemas.openxmlformats.org/officeDocument/2006/relationships/slideLayout" Target="../slideLayouts/slideLayout1.xm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image" Target="../media/image-31-2.png"/><Relationship Id="rId3" Type="http://schemas.openxmlformats.org/officeDocument/2006/relationships/image" Target="../media/image-31-3.png"/><Relationship Id="rId4" Type="http://schemas.openxmlformats.org/officeDocument/2006/relationships/image" Target="../media/image-31-4.png"/><Relationship Id="rId5" Type="http://schemas.openxmlformats.org/officeDocument/2006/relationships/image" Target="../media/image-31-5.png"/><Relationship Id="rId6" Type="http://schemas.openxmlformats.org/officeDocument/2006/relationships/image" Target="../media/image-31-6.png"/><Relationship Id="rId7" Type="http://schemas.openxmlformats.org/officeDocument/2006/relationships/image" Target="../media/image-31-7.png"/><Relationship Id="rId8" Type="http://schemas.openxmlformats.org/officeDocument/2006/relationships/image" Target="../media/image-31-8.png"/><Relationship Id="rId9" Type="http://schemas.openxmlformats.org/officeDocument/2006/relationships/image" Target="../media/image-31-9.png"/><Relationship Id="rId10" Type="http://schemas.openxmlformats.org/officeDocument/2006/relationships/image" Target="../media/image-31-10.png"/><Relationship Id="rId11" Type="http://schemas.openxmlformats.org/officeDocument/2006/relationships/slideLayout" Target="../slideLayouts/slideLayout1.xml"/><Relationship Id="rId1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slideLayout" Target="../slideLayouts/slideLayout1.xm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image" Target="../media/image-33-2.png"/><Relationship Id="rId3" Type="http://schemas.openxmlformats.org/officeDocument/2006/relationships/slideLayout" Target="../slideLayouts/slideLayout1.xml"/><Relationship Id="rId4"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image" Target="../media/image-34-2.png"/><Relationship Id="rId3" Type="http://schemas.openxmlformats.org/officeDocument/2006/relationships/slideLayout" Target="../slideLayouts/slideLayout1.xml"/><Relationship Id="rId4"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image" Target="../media/image-36-2.png"/><Relationship Id="rId3" Type="http://schemas.openxmlformats.org/officeDocument/2006/relationships/slideLayout" Target="../slideLayouts/slideLayout1.xml"/><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slideLayout" Target="../slideLayouts/slideLayout1.xm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1.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1.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image" Target="../media/image-41-2.png"/><Relationship Id="rId3" Type="http://schemas.openxmlformats.org/officeDocument/2006/relationships/image" Target="../media/image-41-3.png"/><Relationship Id="rId4" Type="http://schemas.openxmlformats.org/officeDocument/2006/relationships/image" Target="../media/image-41-4.png"/><Relationship Id="rId5" Type="http://schemas.openxmlformats.org/officeDocument/2006/relationships/image" Target="../media/image-41-5.png"/><Relationship Id="rId6" Type="http://schemas.openxmlformats.org/officeDocument/2006/relationships/image" Target="../media/image-41-6.png"/><Relationship Id="rId7" Type="http://schemas.openxmlformats.org/officeDocument/2006/relationships/slideLayout" Target="../slideLayouts/slideLayout1.xml"/><Relationship Id="rId8"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image" Target="../media/image-42-2.png"/><Relationship Id="rId3" Type="http://schemas.openxmlformats.org/officeDocument/2006/relationships/image" Target="../media/image-42-3.png"/><Relationship Id="rId4" Type="http://schemas.openxmlformats.org/officeDocument/2006/relationships/image" Target="../media/image-42-4.png"/><Relationship Id="rId5" Type="http://schemas.openxmlformats.org/officeDocument/2006/relationships/image" Target="../media/image-42-5.png"/><Relationship Id="rId6" Type="http://schemas.openxmlformats.org/officeDocument/2006/relationships/image" Target="../media/image-42-6.png"/><Relationship Id="rId7" Type="http://schemas.openxmlformats.org/officeDocument/2006/relationships/slideLayout" Target="../slideLayouts/slideLayout1.xml"/><Relationship Id="rId8"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image" Target="../media/image-43-3.png"/><Relationship Id="rId4" Type="http://schemas.openxmlformats.org/officeDocument/2006/relationships/image" Target="../media/image-43-4.png"/><Relationship Id="rId5" Type="http://schemas.openxmlformats.org/officeDocument/2006/relationships/image" Target="../media/image-43-5.png"/><Relationship Id="rId6" Type="http://schemas.openxmlformats.org/officeDocument/2006/relationships/image" Target="../media/image-43-6.png"/><Relationship Id="rId7" Type="http://schemas.openxmlformats.org/officeDocument/2006/relationships/image" Target="../media/image-43-7.png"/><Relationship Id="rId8" Type="http://schemas.openxmlformats.org/officeDocument/2006/relationships/slideLayout" Target="../slideLayouts/slideLayout1.xml"/><Relationship Id="rId9"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image" Target="../media/image-44-3.png"/><Relationship Id="rId4" Type="http://schemas.openxmlformats.org/officeDocument/2006/relationships/image" Target="../media/image-44-4.png"/><Relationship Id="rId5" Type="http://schemas.openxmlformats.org/officeDocument/2006/relationships/image" Target="../media/image-44-5.png"/><Relationship Id="rId6" Type="http://schemas.openxmlformats.org/officeDocument/2006/relationships/image" Target="../media/image-44-6.png"/><Relationship Id="rId7" Type="http://schemas.openxmlformats.org/officeDocument/2006/relationships/slideLayout" Target="../slideLayouts/slideLayout1.xml"/><Relationship Id="rId8"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slideLayout" Target="../slideLayouts/slideLayout1.xml"/><Relationship Id="rId9"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slideLayout" Target="../slideLayouts/slideLayout1.xml"/><Relationship Id="rId9"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slideLayout" Target="../slideLayouts/slideLayout1.xml"/><Relationship Id="rId8"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image" Target="../media/image-48-2.png"/><Relationship Id="rId3" Type="http://schemas.openxmlformats.org/officeDocument/2006/relationships/image" Target="../media/image-48-3.png"/><Relationship Id="rId4" Type="http://schemas.openxmlformats.org/officeDocument/2006/relationships/image" Target="../media/image-48-4.png"/><Relationship Id="rId5" Type="http://schemas.openxmlformats.org/officeDocument/2006/relationships/image" Target="../media/image-48-5.png"/><Relationship Id="rId6" Type="http://schemas.openxmlformats.org/officeDocument/2006/relationships/image" Target="../media/image-48-6.png"/><Relationship Id="rId7" Type="http://schemas.openxmlformats.org/officeDocument/2006/relationships/image" Target="../media/image-48-7.png"/><Relationship Id="rId8" Type="http://schemas.openxmlformats.org/officeDocument/2006/relationships/slideLayout" Target="../slideLayouts/slideLayout1.xml"/><Relationship Id="rId9"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image" Target="../media/image-49-2.png"/><Relationship Id="rId3" Type="http://schemas.openxmlformats.org/officeDocument/2006/relationships/slideLayout" Target="../slideLayouts/slideLayout1.xml"/><Relationship Id="rId4"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image" Target="../media/image-50-2.png"/><Relationship Id="rId3" Type="http://schemas.openxmlformats.org/officeDocument/2006/relationships/slideLayout" Target="../slideLayouts/slideLayout1.xml"/><Relationship Id="rId4"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image" Target="../media/image-51-2.png"/><Relationship Id="rId3" Type="http://schemas.openxmlformats.org/officeDocument/2006/relationships/slideLayout" Target="../slideLayouts/slideLayout1.xml"/><Relationship Id="rId4"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6720840" y="45720"/>
            <a:ext cx="2377440" cy="2377440"/>
          </a:xfrm>
          <a:prstGeom prst="ellipse">
            <a:avLst/>
          </a:prstGeom>
          <a:solidFill>
            <a:srgbClr val="1F7A5C">
              <a:alpha val="70000"/>
            </a:srgbClr>
          </a:solidFill>
          <a:ln/>
        </p:spPr>
      </p:sp>
      <p:pic>
        <p:nvPicPr>
          <p:cNvPr id="3" name="Image 0" descr="/home/claude/logo.png">    </p:cNvPr>
          <p:cNvPicPr>
            <a:picLocks noChangeAspect="1"/>
          </p:cNvPicPr>
          <p:nvPr/>
        </p:nvPicPr>
        <p:blipFill>
          <a:blip r:embed="rId1"/>
          <a:stretch>
            <a:fillRect/>
          </a:stretch>
        </p:blipFill>
        <p:spPr>
          <a:xfrm>
            <a:off x="6949440" y="274320"/>
            <a:ext cx="1920240" cy="1920240"/>
          </a:xfrm>
          <a:prstGeom prst="rect">
            <a:avLst/>
          </a:prstGeom>
        </p:spPr>
      </p:pic>
      <p:sp>
        <p:nvSpPr>
          <p:cNvPr id="4" name="Text 1"/>
          <p:cNvSpPr txBox="1"/>
          <p:nvPr/>
        </p:nvSpPr>
        <p:spPr>
          <a:xfrm>
            <a:off x="548640" y="274320"/>
            <a:ext cx="6400800" cy="274320"/>
          </a:xfrm>
          <a:prstGeom prst="rect">
            <a:avLst/>
          </a:prstGeom>
          <a:noFill/>
          <a:ln/>
        </p:spPr>
        <p:txBody>
          <a:bodyPr wrap="square" lIns="0" tIns="0" rIns="0" bIns="0" rtlCol="0" anchor="t"/>
          <a:lstStyle/>
          <a:p>
            <a:pPr indent="0" marL="0">
              <a:buNone/>
            </a:pPr>
            <a:r>
              <a:rPr lang="en-US" sz="1100" b="1" spc="200" kern="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
        <p:nvSpPr>
          <p:cNvPr id="5" name="Text 2"/>
          <p:cNvSpPr txBox="1"/>
          <p:nvPr/>
        </p:nvSpPr>
        <p:spPr>
          <a:xfrm>
            <a:off x="548640" y="566928"/>
            <a:ext cx="6400800" cy="32004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KELAS 3 WUSTHA  ·  SEMESTER 1  ·  MODUL 1</a:t>
            </a:r>
            <a:endParaRPr lang="en-US" sz="1200" dirty="0"/>
          </a:p>
        </p:txBody>
      </p:sp>
      <p:sp>
        <p:nvSpPr>
          <p:cNvPr id="6" name="Text 3"/>
          <p:cNvSpPr txBox="1"/>
          <p:nvPr/>
        </p:nvSpPr>
        <p:spPr>
          <a:xfrm>
            <a:off x="548640" y="896112"/>
            <a:ext cx="621792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Computational Thinking</a:t>
            </a:r>
            <a:endParaRPr lang="en-US" sz="3800" dirty="0"/>
          </a:p>
        </p:txBody>
      </p:sp>
      <p:sp>
        <p:nvSpPr>
          <p:cNvPr id="7" name="Text 4"/>
          <p:cNvSpPr txBox="1"/>
          <p:nvPr/>
        </p:nvSpPr>
        <p:spPr>
          <a:xfrm>
            <a:off x="548640" y="1737360"/>
            <a:ext cx="6858000" cy="365760"/>
          </a:xfrm>
          <a:prstGeom prst="rect">
            <a:avLst/>
          </a:prstGeom>
          <a:noFill/>
          <a:ln/>
        </p:spPr>
        <p:txBody>
          <a:bodyPr wrap="square" lIns="0" tIns="0" rIns="0" bIns="0" rtlCol="0" anchor="t"/>
          <a:lstStyle/>
          <a:p>
            <a:pPr indent="0" marL="0">
              <a:buNone/>
            </a:pPr>
            <a:r>
              <a:rPr lang="en-US" sz="1600" dirty="0">
                <a:solidFill>
                  <a:srgbClr val="BFE3D3"/>
                </a:solidFill>
                <a:latin typeface="Calibri" pitchFamily="34" charset="0"/>
                <a:ea typeface="Calibri" pitchFamily="34" charset="-122"/>
                <a:cs typeface="Calibri" pitchFamily="34" charset="-120"/>
              </a:rPr>
              <a:t>Proyek Modul:  </a:t>
            </a:r>
            <a:pPr indent="0" marL="0">
              <a:buNone/>
            </a:pPr>
            <a:r>
              <a:rPr lang="en-US" sz="1600" b="1" dirty="0">
                <a:solidFill>
                  <a:srgbClr val="D4A017"/>
                </a:solidFill>
                <a:latin typeface="Calibri" pitchFamily="34" charset="0"/>
                <a:ea typeface="Calibri" pitchFamily="34" charset="-122"/>
                <a:cs typeface="Calibri" pitchFamily="34" charset="-120"/>
              </a:rPr>
              <a:t>Flowchart Sistem Pesantren</a:t>
            </a:r>
            <a:endParaRPr lang="en-US" sz="1600" dirty="0"/>
          </a:p>
        </p:txBody>
      </p:sp>
      <p:sp>
        <p:nvSpPr>
          <p:cNvPr id="8" name="Text 5"/>
          <p:cNvSpPr txBox="1"/>
          <p:nvPr/>
        </p:nvSpPr>
        <p:spPr>
          <a:xfrm>
            <a:off x="548640" y="2148840"/>
            <a:ext cx="6217920" cy="77724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Santri belajar berpikir seperti pemecah masalah: memecah masalah besar, mengenali pola, mengambil inti, dan menyusun algoritma, lalu menggambarkannya dalam flowchart untuk sistem di pesantren.</a:t>
            </a:r>
            <a:endParaRPr lang="en-US" sz="1300" dirty="0"/>
          </a:p>
        </p:txBody>
      </p:sp>
      <p:sp>
        <p:nvSpPr>
          <p:cNvPr id="9" name="Shape 6"/>
          <p:cNvSpPr/>
          <p:nvPr/>
        </p:nvSpPr>
        <p:spPr>
          <a:xfrm>
            <a:off x="548640" y="3017520"/>
            <a:ext cx="2514600" cy="1234440"/>
          </a:xfrm>
          <a:prstGeom prst="roundRect">
            <a:avLst>
              <a:gd name="adj" fmla="val 8889"/>
            </a:avLst>
          </a:prstGeom>
          <a:solidFill>
            <a:srgbClr val="1F7A5C"/>
          </a:solidFill>
          <a:ln w="12700">
            <a:solidFill>
              <a:srgbClr val="1F7A5C"/>
            </a:solidFill>
            <a:prstDash val="solid"/>
          </a:ln>
        </p:spPr>
      </p:sp>
      <p:sp>
        <p:nvSpPr>
          <p:cNvPr id="10" name="Text 7"/>
          <p:cNvSpPr txBox="1"/>
          <p:nvPr/>
        </p:nvSpPr>
        <p:spPr>
          <a:xfrm>
            <a:off x="73152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01</a:t>
            </a:r>
            <a:endParaRPr lang="en-US" sz="1000" dirty="0"/>
          </a:p>
        </p:txBody>
      </p:sp>
      <p:sp>
        <p:nvSpPr>
          <p:cNvPr id="11" name="Text 8"/>
          <p:cNvSpPr txBox="1"/>
          <p:nvPr/>
        </p:nvSpPr>
        <p:spPr>
          <a:xfrm>
            <a:off x="73152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Dekomposisi &amp; Pola</a:t>
            </a:r>
            <a:endParaRPr lang="en-US" sz="1500" dirty="0"/>
          </a:p>
        </p:txBody>
      </p:sp>
      <p:sp>
        <p:nvSpPr>
          <p:cNvPr id="12" name="Shape 9"/>
          <p:cNvSpPr/>
          <p:nvPr/>
        </p:nvSpPr>
        <p:spPr>
          <a:xfrm>
            <a:off x="3246120" y="3017520"/>
            <a:ext cx="2514600" cy="1234440"/>
          </a:xfrm>
          <a:prstGeom prst="roundRect">
            <a:avLst>
              <a:gd name="adj" fmla="val 8889"/>
            </a:avLst>
          </a:prstGeom>
          <a:solidFill>
            <a:srgbClr val="1F7A5C"/>
          </a:solidFill>
          <a:ln w="12700">
            <a:solidFill>
              <a:srgbClr val="1F7A5C"/>
            </a:solidFill>
            <a:prstDash val="solid"/>
          </a:ln>
        </p:spPr>
      </p:sp>
      <p:sp>
        <p:nvSpPr>
          <p:cNvPr id="13" name="Text 10"/>
          <p:cNvSpPr txBox="1"/>
          <p:nvPr/>
        </p:nvSpPr>
        <p:spPr>
          <a:xfrm>
            <a:off x="342900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02</a:t>
            </a:r>
            <a:endParaRPr lang="en-US" sz="1000" dirty="0"/>
          </a:p>
        </p:txBody>
      </p:sp>
      <p:sp>
        <p:nvSpPr>
          <p:cNvPr id="14" name="Text 11"/>
          <p:cNvSpPr txBox="1"/>
          <p:nvPr/>
        </p:nvSpPr>
        <p:spPr>
          <a:xfrm>
            <a:off x="342900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Abstraksi &amp; Algoritma</a:t>
            </a:r>
            <a:endParaRPr lang="en-US" sz="1500" dirty="0"/>
          </a:p>
        </p:txBody>
      </p:sp>
      <p:sp>
        <p:nvSpPr>
          <p:cNvPr id="15" name="Shape 12"/>
          <p:cNvSpPr/>
          <p:nvPr/>
        </p:nvSpPr>
        <p:spPr>
          <a:xfrm>
            <a:off x="5943600" y="3017520"/>
            <a:ext cx="2514600" cy="1234440"/>
          </a:xfrm>
          <a:prstGeom prst="roundRect">
            <a:avLst>
              <a:gd name="adj" fmla="val 8889"/>
            </a:avLst>
          </a:prstGeom>
          <a:solidFill>
            <a:srgbClr val="1F7A5C"/>
          </a:solidFill>
          <a:ln w="12700">
            <a:solidFill>
              <a:srgbClr val="1F7A5C"/>
            </a:solidFill>
            <a:prstDash val="solid"/>
          </a:ln>
        </p:spPr>
      </p:sp>
      <p:sp>
        <p:nvSpPr>
          <p:cNvPr id="16" name="Text 13"/>
          <p:cNvSpPr txBox="1"/>
          <p:nvPr/>
        </p:nvSpPr>
        <p:spPr>
          <a:xfrm>
            <a:off x="6126480" y="3154680"/>
            <a:ext cx="2194560" cy="274320"/>
          </a:xfrm>
          <a:prstGeom prst="rect">
            <a:avLst/>
          </a:prstGeom>
          <a:noFill/>
          <a:ln/>
        </p:spPr>
        <p:txBody>
          <a:bodyPr wrap="square" lIns="0" tIns="0" rIns="0" bIns="0" rtlCol="0" anchor="t"/>
          <a:lstStyle/>
          <a:p>
            <a:pPr indent="0" marL="0">
              <a:buNone/>
            </a:pPr>
            <a:r>
              <a:rPr lang="en-US" sz="1000" b="1" dirty="0">
                <a:solidFill>
                  <a:srgbClr val="D4A017"/>
                </a:solidFill>
                <a:latin typeface="Calibri" pitchFamily="34" charset="0"/>
                <a:ea typeface="Calibri" pitchFamily="34" charset="-122"/>
                <a:cs typeface="Calibri" pitchFamily="34" charset="-120"/>
              </a:rPr>
              <a:t>PERTEMUAN 03</a:t>
            </a:r>
            <a:endParaRPr lang="en-US" sz="1000" dirty="0"/>
          </a:p>
        </p:txBody>
      </p:sp>
      <p:sp>
        <p:nvSpPr>
          <p:cNvPr id="17" name="Text 14"/>
          <p:cNvSpPr txBox="1"/>
          <p:nvPr/>
        </p:nvSpPr>
        <p:spPr>
          <a:xfrm>
            <a:off x="6126480" y="3456432"/>
            <a:ext cx="2194560" cy="68580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Flowchart Sistem Pesantren</a:t>
            </a:r>
            <a:endParaRPr lang="en-US" sz="1500" dirty="0"/>
          </a:p>
        </p:txBody>
      </p:sp>
      <p:sp>
        <p:nvSpPr>
          <p:cNvPr id="18" name="Text 15"/>
          <p:cNvSpPr txBox="1"/>
          <p:nvPr/>
        </p:nvSpPr>
        <p:spPr>
          <a:xfrm>
            <a:off x="548640" y="4434840"/>
            <a:ext cx="8046720" cy="36576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Alat: Kertas, pensil, kartu instruksi, diagrams.net (draw.io, gratis, tanpa akun), Google Drive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01</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Dekomposisi &amp; Pola</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Memecah masalah dan menemukan kesamaan</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 Computational Thinking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Bagaimana cara panitia menyiapkan acara wisuda tahfidz yang begitu besar tanpa kewalahan?</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pengertian computational thinking dan empat pilarnya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Memecah masalah besar menjadi bagian-bagian kecil (dekomposisi)</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Mengenali pola yang berulang dalam masalah dan data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Apa Itu Computational Thinking?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2926080" cy="3520440"/>
          </a:xfrm>
          <a:prstGeom prst="roundRect">
            <a:avLst>
              <a:gd name="adj" fmla="val 4688"/>
            </a:avLst>
          </a:prstGeom>
          <a:solidFill>
            <a:srgbClr val="0F4C3A"/>
          </a:solidFill>
          <a:ln w="12700">
            <a:solidFill>
              <a:srgbClr val="0F4C3A"/>
            </a:solidFill>
            <a:prstDash val="solid"/>
          </a:ln>
        </p:spPr>
      </p:sp>
      <p:pic>
        <p:nvPicPr>
          <p:cNvPr id="10" name="Image 2" descr="preencoded.png">    </p:cNvPr>
          <p:cNvPicPr>
            <a:picLocks noChangeAspect="1"/>
          </p:cNvPicPr>
          <p:nvPr/>
        </p:nvPicPr>
        <p:blipFill>
          <a:blip r:embed="rId3"/>
          <a:stretch>
            <a:fillRect/>
          </a:stretch>
        </p:blipFill>
        <p:spPr>
          <a:xfrm>
            <a:off x="1234440" y="1600200"/>
            <a:ext cx="1371600" cy="1371600"/>
          </a:xfrm>
          <a:prstGeom prst="rect">
            <a:avLst/>
          </a:prstGeom>
        </p:spPr>
      </p:pic>
      <p:sp>
        <p:nvSpPr>
          <p:cNvPr id="11" name="Text 6"/>
          <p:cNvSpPr txBox="1"/>
          <p:nvPr/>
        </p:nvSpPr>
        <p:spPr>
          <a:xfrm>
            <a:off x="640080" y="3200400"/>
            <a:ext cx="2560320" cy="1188720"/>
          </a:xfrm>
          <a:prstGeom prst="rect">
            <a:avLst/>
          </a:prstGeom>
          <a:noFill/>
          <a:ln/>
        </p:spPr>
        <p:txBody>
          <a:bodyPr wrap="square" lIns="0" tIns="0" rIns="0" bIns="0" rtlCol="0" anchor="ctr"/>
          <a:lstStyle/>
          <a:p>
            <a:pPr algn="ctr" indent="0" marL="0">
              <a:buNone/>
            </a:pPr>
            <a:r>
              <a:rPr lang="en-US" sz="1800" b="1" dirty="0">
                <a:solidFill>
                  <a:srgbClr val="D4A017"/>
                </a:solidFill>
                <a:latin typeface="Cambria" pitchFamily="34" charset="0"/>
                <a:ea typeface="Cambria" pitchFamily="34" charset="-122"/>
                <a:cs typeface="Cambria" pitchFamily="34" charset="-120"/>
              </a:rPr>
              <a:t>Berpikir Komputasional</a:t>
            </a:r>
            <a:endParaRPr lang="en-US" sz="1800" dirty="0"/>
          </a:p>
        </p:txBody>
      </p:sp>
      <p:sp>
        <p:nvSpPr>
          <p:cNvPr id="12" name="Text 7"/>
          <p:cNvSpPr txBox="1"/>
          <p:nvPr/>
        </p:nvSpPr>
        <p:spPr>
          <a:xfrm>
            <a:off x="3703320" y="1097280"/>
            <a:ext cx="4983480" cy="1463040"/>
          </a:xfrm>
          <a:prstGeom prst="rect">
            <a:avLst/>
          </a:prstGeom>
          <a:noFill/>
          <a:ln/>
        </p:spPr>
        <p:txBody>
          <a:bodyPr wrap="square" lIns="0" tIns="0" rIns="0" bIns="0" rtlCol="0" anchor="ctr"/>
          <a:lstStyle/>
          <a:p>
            <a:pPr indent="0" marL="0">
              <a:buNone/>
            </a:pPr>
            <a:r>
              <a:rPr lang="en-US" sz="2000" b="1" dirty="0">
                <a:solidFill>
                  <a:srgbClr val="0F4C3A"/>
                </a:solidFill>
                <a:latin typeface="Cambria" pitchFamily="34" charset="0"/>
                <a:ea typeface="Cambria" pitchFamily="34" charset="-122"/>
                <a:cs typeface="Cambria" pitchFamily="34" charset="-120"/>
              </a:rPr>
              <a:t>Computational thinking adalah cara berpikir runtut untuk memecahkan masalah, sehingga solusinya bisa dijalankan oleh manusia atau komputer.</a:t>
            </a:r>
            <a:endParaRPr lang="en-US" sz="2000" dirty="0"/>
          </a:p>
        </p:txBody>
      </p:sp>
      <p:sp>
        <p:nvSpPr>
          <p:cNvPr id="13" name="Shape 8"/>
          <p:cNvSpPr/>
          <p:nvPr/>
        </p:nvSpPr>
        <p:spPr>
          <a:xfrm>
            <a:off x="3703320" y="2807208"/>
            <a:ext cx="164592" cy="164592"/>
          </a:xfrm>
          <a:prstGeom prst="ellipse">
            <a:avLst/>
          </a:prstGeom>
          <a:solidFill>
            <a:srgbClr val="D4A017"/>
          </a:solidFill>
          <a:ln/>
        </p:spPr>
      </p:sp>
      <p:sp>
        <p:nvSpPr>
          <p:cNvPr id="14" name="Text 9"/>
          <p:cNvSpPr txBox="1"/>
          <p:nvPr/>
        </p:nvSpPr>
        <p:spPr>
          <a:xfrm>
            <a:off x="4023360" y="269748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Bukan berpikir seperti komputer, tetapi berpikir jernih dan teratur</a:t>
            </a:r>
            <a:endParaRPr lang="en-US" sz="1450" dirty="0"/>
          </a:p>
        </p:txBody>
      </p:sp>
      <p:sp>
        <p:nvSpPr>
          <p:cNvPr id="15" name="Shape 10"/>
          <p:cNvSpPr/>
          <p:nvPr/>
        </p:nvSpPr>
        <p:spPr>
          <a:xfrm>
            <a:off x="3703320" y="3447288"/>
            <a:ext cx="164592" cy="164592"/>
          </a:xfrm>
          <a:prstGeom prst="ellipse">
            <a:avLst/>
          </a:prstGeom>
          <a:solidFill>
            <a:srgbClr val="D4A017"/>
          </a:solidFill>
          <a:ln/>
        </p:spPr>
      </p:sp>
      <p:sp>
        <p:nvSpPr>
          <p:cNvPr id="16" name="Text 11"/>
          <p:cNvSpPr txBox="1"/>
          <p:nvPr/>
        </p:nvSpPr>
        <p:spPr>
          <a:xfrm>
            <a:off x="4023360" y="333756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Dipakai programmer, dokter, arsitek, dan pengurus pondok</a:t>
            </a:r>
            <a:endParaRPr lang="en-US" sz="1450" dirty="0"/>
          </a:p>
        </p:txBody>
      </p:sp>
      <p:sp>
        <p:nvSpPr>
          <p:cNvPr id="17" name="Shape 12"/>
          <p:cNvSpPr/>
          <p:nvPr/>
        </p:nvSpPr>
        <p:spPr>
          <a:xfrm>
            <a:off x="3703320" y="4087368"/>
            <a:ext cx="164592" cy="164592"/>
          </a:xfrm>
          <a:prstGeom prst="ellipse">
            <a:avLst/>
          </a:prstGeom>
          <a:solidFill>
            <a:srgbClr val="D4A017"/>
          </a:solidFill>
          <a:ln/>
        </p:spPr>
      </p:sp>
      <p:sp>
        <p:nvSpPr>
          <p:cNvPr id="18" name="Text 13"/>
          <p:cNvSpPr txBox="1"/>
          <p:nvPr/>
        </p:nvSpPr>
        <p:spPr>
          <a:xfrm>
            <a:off x="4023360" y="3977640"/>
            <a:ext cx="4663440" cy="566928"/>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Dasar sebelum menulis kode apa pun</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Empat Pilar Computational Thinking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1. Dekomposisi</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Memecah masalah besar menjadi bagian kecil yang mudah diselesaikan.</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2. Pengenalan Pola</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Menemukan kesamaan atau keteraturan yang berulang.</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3. Abstraksi</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Mengambil hal penting dan mengabaikan detail yang tidak perlu.</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4. Algoritma</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Menyusun langkah-langkah yang jelas dan berurutan.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Dekomposisi: Wisuda Tahfidz</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3291840" y="1143000"/>
            <a:ext cx="2560320" cy="594360"/>
          </a:xfrm>
          <a:prstGeom prst="roundRect">
            <a:avLst>
              <a:gd name="adj" fmla="val 15385"/>
            </a:avLst>
          </a:prstGeom>
          <a:solidFill>
            <a:srgbClr val="0F4C3A"/>
          </a:solidFill>
          <a:ln w="12700">
            <a:solidFill>
              <a:srgbClr val="0F4C3A"/>
            </a:solidFill>
            <a:prstDash val="solid"/>
          </a:ln>
        </p:spPr>
      </p:sp>
      <p:sp>
        <p:nvSpPr>
          <p:cNvPr id="10" name="Text 6"/>
          <p:cNvSpPr txBox="1"/>
          <p:nvPr/>
        </p:nvSpPr>
        <p:spPr>
          <a:xfrm>
            <a:off x="3291840" y="1143000"/>
            <a:ext cx="2560320" cy="59436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Wisuda Tahfidz</a:t>
            </a:r>
            <a:endParaRPr lang="en-US" sz="1700" dirty="0"/>
          </a:p>
        </p:txBody>
      </p:sp>
      <p:sp>
        <p:nvSpPr>
          <p:cNvPr id="11" name="Shape 7"/>
          <p:cNvSpPr/>
          <p:nvPr/>
        </p:nvSpPr>
        <p:spPr>
          <a:xfrm flipH="1">
            <a:off x="4572000" y="1737360"/>
            <a:ext cx="-3383280" cy="502920"/>
          </a:xfrm>
          <a:prstGeom prst="line">
            <a:avLst/>
          </a:prstGeom>
          <a:noFill/>
          <a:ln w="19050">
            <a:solidFill>
              <a:srgbClr val="1F7A5C"/>
            </a:solidFill>
            <a:prstDash val="solid"/>
          </a:ln>
        </p:spPr>
      </p:sp>
      <p:sp>
        <p:nvSpPr>
          <p:cNvPr id="12" name="Shape 8"/>
          <p:cNvSpPr/>
          <p:nvPr/>
        </p:nvSpPr>
        <p:spPr>
          <a:xfrm>
            <a:off x="457200" y="2240280"/>
            <a:ext cx="1554480" cy="1234440"/>
          </a:xfrm>
          <a:prstGeom prst="roundRect">
            <a:avLst>
              <a:gd name="adj" fmla="val 5926"/>
            </a:avLst>
          </a:prstGeom>
          <a:solidFill>
            <a:srgbClr val="E6F2EC"/>
          </a:solidFill>
          <a:ln w="12700">
            <a:solidFill>
              <a:srgbClr val="E6F2EC"/>
            </a:solidFill>
            <a:prstDash val="solid"/>
          </a:ln>
        </p:spPr>
      </p:sp>
      <p:sp>
        <p:nvSpPr>
          <p:cNvPr id="13" name="Text 9"/>
          <p:cNvSpPr txBox="1"/>
          <p:nvPr/>
        </p:nvSpPr>
        <p:spPr>
          <a:xfrm>
            <a:off x="548640" y="2304288"/>
            <a:ext cx="1371600" cy="320040"/>
          </a:xfrm>
          <a:prstGeom prst="rect">
            <a:avLst/>
          </a:prstGeom>
          <a:noFill/>
          <a:ln/>
        </p:spPr>
        <p:txBody>
          <a:bodyPr wrap="square" lIns="0" tIns="0" rIns="0" bIns="0" rtlCol="0" anchor="t"/>
          <a:lstStyle/>
          <a:p>
            <a:pPr algn="ctr" indent="0" marL="0">
              <a:buNone/>
            </a:pPr>
            <a:r>
              <a:rPr lang="en-US" sz="1300" b="1" dirty="0">
                <a:solidFill>
                  <a:srgbClr val="0F4C3A"/>
                </a:solidFill>
                <a:latin typeface="Calibri" pitchFamily="34" charset="0"/>
                <a:ea typeface="Calibri" pitchFamily="34" charset="-122"/>
                <a:cs typeface="Calibri" pitchFamily="34" charset="-120"/>
              </a:rPr>
              <a:t>Acara</a:t>
            </a:r>
            <a:endParaRPr lang="en-US" sz="1300" dirty="0"/>
          </a:p>
        </p:txBody>
      </p:sp>
      <p:sp>
        <p:nvSpPr>
          <p:cNvPr id="14" name="Text 10"/>
          <p:cNvSpPr txBox="1"/>
          <p:nvPr/>
        </p:nvSpPr>
        <p:spPr>
          <a:xfrm>
            <a:off x="548640" y="2651760"/>
            <a:ext cx="1371600" cy="731520"/>
          </a:xfrm>
          <a:prstGeom prst="rect">
            <a:avLst/>
          </a:prstGeom>
          <a:noFill/>
          <a:ln/>
        </p:spPr>
        <p:txBody>
          <a:bodyPr wrap="square" lIns="0" tIns="0" rIns="0" bIns="0" rtlCol="0" anchor="t"/>
          <a:lstStyle/>
          <a:p>
            <a:pPr algn="ctr" indent="0" marL="0">
              <a:buNone/>
            </a:pPr>
            <a:r>
              <a:rPr lang="en-US" sz="1100" dirty="0">
                <a:solidFill>
                  <a:srgbClr val="1E2A26"/>
                </a:solidFill>
                <a:latin typeface="Calibri" pitchFamily="34" charset="0"/>
                <a:ea typeface="Calibri" pitchFamily="34" charset="-122"/>
                <a:cs typeface="Calibri" pitchFamily="34" charset="-120"/>
              </a:rPr>
              <a:t>Susunan acara, MC, qari</a:t>
            </a:r>
            <a:endParaRPr lang="en-US" sz="1100" dirty="0"/>
          </a:p>
        </p:txBody>
      </p:sp>
      <p:sp>
        <p:nvSpPr>
          <p:cNvPr id="15" name="Shape 11"/>
          <p:cNvSpPr/>
          <p:nvPr/>
        </p:nvSpPr>
        <p:spPr>
          <a:xfrm flipH="1">
            <a:off x="4572000" y="1737360"/>
            <a:ext cx="-1691640" cy="502920"/>
          </a:xfrm>
          <a:prstGeom prst="line">
            <a:avLst/>
          </a:prstGeom>
          <a:noFill/>
          <a:ln w="19050">
            <a:solidFill>
              <a:srgbClr val="1F7A5C"/>
            </a:solidFill>
            <a:prstDash val="solid"/>
          </a:ln>
        </p:spPr>
      </p:sp>
      <p:sp>
        <p:nvSpPr>
          <p:cNvPr id="16" name="Shape 12"/>
          <p:cNvSpPr/>
          <p:nvPr/>
        </p:nvSpPr>
        <p:spPr>
          <a:xfrm>
            <a:off x="2148840" y="2240280"/>
            <a:ext cx="1554480" cy="1234440"/>
          </a:xfrm>
          <a:prstGeom prst="roundRect">
            <a:avLst>
              <a:gd name="adj" fmla="val 5926"/>
            </a:avLst>
          </a:prstGeom>
          <a:solidFill>
            <a:srgbClr val="E6F2EC"/>
          </a:solidFill>
          <a:ln w="12700">
            <a:solidFill>
              <a:srgbClr val="E6F2EC"/>
            </a:solidFill>
            <a:prstDash val="solid"/>
          </a:ln>
        </p:spPr>
      </p:sp>
      <p:sp>
        <p:nvSpPr>
          <p:cNvPr id="17" name="Text 13"/>
          <p:cNvSpPr txBox="1"/>
          <p:nvPr/>
        </p:nvSpPr>
        <p:spPr>
          <a:xfrm>
            <a:off x="2240280" y="2304288"/>
            <a:ext cx="1371600" cy="320040"/>
          </a:xfrm>
          <a:prstGeom prst="rect">
            <a:avLst/>
          </a:prstGeom>
          <a:noFill/>
          <a:ln/>
        </p:spPr>
        <p:txBody>
          <a:bodyPr wrap="square" lIns="0" tIns="0" rIns="0" bIns="0" rtlCol="0" anchor="t"/>
          <a:lstStyle/>
          <a:p>
            <a:pPr algn="ctr" indent="0" marL="0">
              <a:buNone/>
            </a:pPr>
            <a:r>
              <a:rPr lang="en-US" sz="1300" b="1" dirty="0">
                <a:solidFill>
                  <a:srgbClr val="0F4C3A"/>
                </a:solidFill>
                <a:latin typeface="Calibri" pitchFamily="34" charset="0"/>
                <a:ea typeface="Calibri" pitchFamily="34" charset="-122"/>
                <a:cs typeface="Calibri" pitchFamily="34" charset="-120"/>
              </a:rPr>
              <a:t>Undangan</a:t>
            </a:r>
            <a:endParaRPr lang="en-US" sz="1300" dirty="0"/>
          </a:p>
        </p:txBody>
      </p:sp>
      <p:sp>
        <p:nvSpPr>
          <p:cNvPr id="18" name="Text 14"/>
          <p:cNvSpPr txBox="1"/>
          <p:nvPr/>
        </p:nvSpPr>
        <p:spPr>
          <a:xfrm>
            <a:off x="2240280" y="2651760"/>
            <a:ext cx="1371600" cy="731520"/>
          </a:xfrm>
          <a:prstGeom prst="rect">
            <a:avLst/>
          </a:prstGeom>
          <a:noFill/>
          <a:ln/>
        </p:spPr>
        <p:txBody>
          <a:bodyPr wrap="square" lIns="0" tIns="0" rIns="0" bIns="0" rtlCol="0" anchor="t"/>
          <a:lstStyle/>
          <a:p>
            <a:pPr algn="ctr" indent="0" marL="0">
              <a:buNone/>
            </a:pPr>
            <a:r>
              <a:rPr lang="en-US" sz="1100" dirty="0">
                <a:solidFill>
                  <a:srgbClr val="1E2A26"/>
                </a:solidFill>
                <a:latin typeface="Calibri" pitchFamily="34" charset="0"/>
                <a:ea typeface="Calibri" pitchFamily="34" charset="-122"/>
                <a:cs typeface="Calibri" pitchFamily="34" charset="-120"/>
              </a:rPr>
              <a:t>Daftar tamu, surat</a:t>
            </a:r>
            <a:endParaRPr lang="en-US" sz="1100" dirty="0"/>
          </a:p>
        </p:txBody>
      </p:sp>
      <p:sp>
        <p:nvSpPr>
          <p:cNvPr id="19" name="Shape 15"/>
          <p:cNvSpPr/>
          <p:nvPr/>
        </p:nvSpPr>
        <p:spPr>
          <a:xfrm>
            <a:off x="4572000" y="1737360"/>
            <a:ext cx="0" cy="502920"/>
          </a:xfrm>
          <a:prstGeom prst="line">
            <a:avLst/>
          </a:prstGeom>
          <a:noFill/>
          <a:ln w="19050">
            <a:solidFill>
              <a:srgbClr val="1F7A5C"/>
            </a:solidFill>
            <a:prstDash val="solid"/>
          </a:ln>
        </p:spPr>
      </p:sp>
      <p:sp>
        <p:nvSpPr>
          <p:cNvPr id="20" name="Shape 16"/>
          <p:cNvSpPr/>
          <p:nvPr/>
        </p:nvSpPr>
        <p:spPr>
          <a:xfrm>
            <a:off x="3840480" y="2240280"/>
            <a:ext cx="1554480" cy="1234440"/>
          </a:xfrm>
          <a:prstGeom prst="roundRect">
            <a:avLst>
              <a:gd name="adj" fmla="val 5926"/>
            </a:avLst>
          </a:prstGeom>
          <a:solidFill>
            <a:srgbClr val="E6F2EC"/>
          </a:solidFill>
          <a:ln w="12700">
            <a:solidFill>
              <a:srgbClr val="E6F2EC"/>
            </a:solidFill>
            <a:prstDash val="solid"/>
          </a:ln>
        </p:spPr>
      </p:sp>
      <p:sp>
        <p:nvSpPr>
          <p:cNvPr id="21" name="Text 17"/>
          <p:cNvSpPr txBox="1"/>
          <p:nvPr/>
        </p:nvSpPr>
        <p:spPr>
          <a:xfrm>
            <a:off x="3931920" y="2304288"/>
            <a:ext cx="1371600" cy="320040"/>
          </a:xfrm>
          <a:prstGeom prst="rect">
            <a:avLst/>
          </a:prstGeom>
          <a:noFill/>
          <a:ln/>
        </p:spPr>
        <p:txBody>
          <a:bodyPr wrap="square" lIns="0" tIns="0" rIns="0" bIns="0" rtlCol="0" anchor="t"/>
          <a:lstStyle/>
          <a:p>
            <a:pPr algn="ctr" indent="0" marL="0">
              <a:buNone/>
            </a:pPr>
            <a:r>
              <a:rPr lang="en-US" sz="1300" b="1" dirty="0">
                <a:solidFill>
                  <a:srgbClr val="0F4C3A"/>
                </a:solidFill>
                <a:latin typeface="Calibri" pitchFamily="34" charset="0"/>
                <a:ea typeface="Calibri" pitchFamily="34" charset="-122"/>
                <a:cs typeface="Calibri" pitchFamily="34" charset="-120"/>
              </a:rPr>
              <a:t>Konsumsi</a:t>
            </a:r>
            <a:endParaRPr lang="en-US" sz="1300" dirty="0"/>
          </a:p>
        </p:txBody>
      </p:sp>
      <p:sp>
        <p:nvSpPr>
          <p:cNvPr id="22" name="Text 18"/>
          <p:cNvSpPr txBox="1"/>
          <p:nvPr/>
        </p:nvSpPr>
        <p:spPr>
          <a:xfrm>
            <a:off x="3931920" y="2651760"/>
            <a:ext cx="1371600" cy="731520"/>
          </a:xfrm>
          <a:prstGeom prst="rect">
            <a:avLst/>
          </a:prstGeom>
          <a:noFill/>
          <a:ln/>
        </p:spPr>
        <p:txBody>
          <a:bodyPr wrap="square" lIns="0" tIns="0" rIns="0" bIns="0" rtlCol="0" anchor="t"/>
          <a:lstStyle/>
          <a:p>
            <a:pPr algn="ctr" indent="0" marL="0">
              <a:buNone/>
            </a:pPr>
            <a:r>
              <a:rPr lang="en-US" sz="1100" dirty="0">
                <a:solidFill>
                  <a:srgbClr val="1E2A26"/>
                </a:solidFill>
                <a:latin typeface="Calibri" pitchFamily="34" charset="0"/>
                <a:ea typeface="Calibri" pitchFamily="34" charset="-122"/>
                <a:cs typeface="Calibri" pitchFamily="34" charset="-120"/>
              </a:rPr>
              <a:t>Menu, jumlah porsi</a:t>
            </a:r>
            <a:endParaRPr lang="en-US" sz="1100" dirty="0"/>
          </a:p>
        </p:txBody>
      </p:sp>
      <p:sp>
        <p:nvSpPr>
          <p:cNvPr id="23" name="Shape 19"/>
          <p:cNvSpPr/>
          <p:nvPr/>
        </p:nvSpPr>
        <p:spPr>
          <a:xfrm>
            <a:off x="4572000" y="1737360"/>
            <a:ext cx="1691640" cy="502920"/>
          </a:xfrm>
          <a:prstGeom prst="line">
            <a:avLst/>
          </a:prstGeom>
          <a:noFill/>
          <a:ln w="19050">
            <a:solidFill>
              <a:srgbClr val="1F7A5C"/>
            </a:solidFill>
            <a:prstDash val="solid"/>
          </a:ln>
        </p:spPr>
      </p:sp>
      <p:sp>
        <p:nvSpPr>
          <p:cNvPr id="24" name="Shape 20"/>
          <p:cNvSpPr/>
          <p:nvPr/>
        </p:nvSpPr>
        <p:spPr>
          <a:xfrm>
            <a:off x="5532120" y="2240280"/>
            <a:ext cx="1554480" cy="1234440"/>
          </a:xfrm>
          <a:prstGeom prst="roundRect">
            <a:avLst>
              <a:gd name="adj" fmla="val 5926"/>
            </a:avLst>
          </a:prstGeom>
          <a:solidFill>
            <a:srgbClr val="E6F2EC"/>
          </a:solidFill>
          <a:ln w="12700">
            <a:solidFill>
              <a:srgbClr val="E6F2EC"/>
            </a:solidFill>
            <a:prstDash val="solid"/>
          </a:ln>
        </p:spPr>
      </p:sp>
      <p:sp>
        <p:nvSpPr>
          <p:cNvPr id="25" name="Text 21"/>
          <p:cNvSpPr txBox="1"/>
          <p:nvPr/>
        </p:nvSpPr>
        <p:spPr>
          <a:xfrm>
            <a:off x="5623560" y="2304288"/>
            <a:ext cx="1371600" cy="320040"/>
          </a:xfrm>
          <a:prstGeom prst="rect">
            <a:avLst/>
          </a:prstGeom>
          <a:noFill/>
          <a:ln/>
        </p:spPr>
        <p:txBody>
          <a:bodyPr wrap="square" lIns="0" tIns="0" rIns="0" bIns="0" rtlCol="0" anchor="t"/>
          <a:lstStyle/>
          <a:p>
            <a:pPr algn="ctr" indent="0" marL="0">
              <a:buNone/>
            </a:pPr>
            <a:r>
              <a:rPr lang="en-US" sz="1300" b="1" dirty="0">
                <a:solidFill>
                  <a:srgbClr val="0F4C3A"/>
                </a:solidFill>
                <a:latin typeface="Calibri" pitchFamily="34" charset="0"/>
                <a:ea typeface="Calibri" pitchFamily="34" charset="-122"/>
                <a:cs typeface="Calibri" pitchFamily="34" charset="-120"/>
              </a:rPr>
              <a:t>Tempat</a:t>
            </a:r>
            <a:endParaRPr lang="en-US" sz="1300" dirty="0"/>
          </a:p>
        </p:txBody>
      </p:sp>
      <p:sp>
        <p:nvSpPr>
          <p:cNvPr id="26" name="Text 22"/>
          <p:cNvSpPr txBox="1"/>
          <p:nvPr/>
        </p:nvSpPr>
        <p:spPr>
          <a:xfrm>
            <a:off x="5623560" y="2651760"/>
            <a:ext cx="1371600" cy="731520"/>
          </a:xfrm>
          <a:prstGeom prst="rect">
            <a:avLst/>
          </a:prstGeom>
          <a:noFill/>
          <a:ln/>
        </p:spPr>
        <p:txBody>
          <a:bodyPr wrap="square" lIns="0" tIns="0" rIns="0" bIns="0" rtlCol="0" anchor="t"/>
          <a:lstStyle/>
          <a:p>
            <a:pPr algn="ctr" indent="0" marL="0">
              <a:buNone/>
            </a:pPr>
            <a:r>
              <a:rPr lang="en-US" sz="1100" dirty="0">
                <a:solidFill>
                  <a:srgbClr val="1E2A26"/>
                </a:solidFill>
                <a:latin typeface="Calibri" pitchFamily="34" charset="0"/>
                <a:ea typeface="Calibri" pitchFamily="34" charset="-122"/>
                <a:cs typeface="Calibri" pitchFamily="34" charset="-120"/>
              </a:rPr>
              <a:t>Panggung, kursi, sound</a:t>
            </a:r>
            <a:endParaRPr lang="en-US" sz="1100" dirty="0"/>
          </a:p>
        </p:txBody>
      </p:sp>
      <p:sp>
        <p:nvSpPr>
          <p:cNvPr id="27" name="Shape 23"/>
          <p:cNvSpPr/>
          <p:nvPr/>
        </p:nvSpPr>
        <p:spPr>
          <a:xfrm>
            <a:off x="4572000" y="1737360"/>
            <a:ext cx="3383280" cy="502920"/>
          </a:xfrm>
          <a:prstGeom prst="line">
            <a:avLst/>
          </a:prstGeom>
          <a:noFill/>
          <a:ln w="19050">
            <a:solidFill>
              <a:srgbClr val="1F7A5C"/>
            </a:solidFill>
            <a:prstDash val="solid"/>
          </a:ln>
        </p:spPr>
      </p:sp>
      <p:sp>
        <p:nvSpPr>
          <p:cNvPr id="28" name="Shape 24"/>
          <p:cNvSpPr/>
          <p:nvPr/>
        </p:nvSpPr>
        <p:spPr>
          <a:xfrm>
            <a:off x="7223760" y="2240280"/>
            <a:ext cx="1554480" cy="1234440"/>
          </a:xfrm>
          <a:prstGeom prst="roundRect">
            <a:avLst>
              <a:gd name="adj" fmla="val 5926"/>
            </a:avLst>
          </a:prstGeom>
          <a:solidFill>
            <a:srgbClr val="E6F2EC"/>
          </a:solidFill>
          <a:ln w="12700">
            <a:solidFill>
              <a:srgbClr val="E6F2EC"/>
            </a:solidFill>
            <a:prstDash val="solid"/>
          </a:ln>
        </p:spPr>
      </p:sp>
      <p:sp>
        <p:nvSpPr>
          <p:cNvPr id="29" name="Text 25"/>
          <p:cNvSpPr txBox="1"/>
          <p:nvPr/>
        </p:nvSpPr>
        <p:spPr>
          <a:xfrm>
            <a:off x="7315200" y="2304288"/>
            <a:ext cx="1371600" cy="320040"/>
          </a:xfrm>
          <a:prstGeom prst="rect">
            <a:avLst/>
          </a:prstGeom>
          <a:noFill/>
          <a:ln/>
        </p:spPr>
        <p:txBody>
          <a:bodyPr wrap="square" lIns="0" tIns="0" rIns="0" bIns="0" rtlCol="0" anchor="t"/>
          <a:lstStyle/>
          <a:p>
            <a:pPr algn="ctr" indent="0" marL="0">
              <a:buNone/>
            </a:pPr>
            <a:r>
              <a:rPr lang="en-US" sz="1300" b="1" dirty="0">
                <a:solidFill>
                  <a:srgbClr val="0F4C3A"/>
                </a:solidFill>
                <a:latin typeface="Calibri" pitchFamily="34" charset="0"/>
                <a:ea typeface="Calibri" pitchFamily="34" charset="-122"/>
                <a:cs typeface="Calibri" pitchFamily="34" charset="-120"/>
              </a:rPr>
              <a:t>Dokumentasi</a:t>
            </a:r>
            <a:endParaRPr lang="en-US" sz="1300" dirty="0"/>
          </a:p>
        </p:txBody>
      </p:sp>
      <p:sp>
        <p:nvSpPr>
          <p:cNvPr id="30" name="Text 26"/>
          <p:cNvSpPr txBox="1"/>
          <p:nvPr/>
        </p:nvSpPr>
        <p:spPr>
          <a:xfrm>
            <a:off x="7315200" y="2651760"/>
            <a:ext cx="1371600" cy="731520"/>
          </a:xfrm>
          <a:prstGeom prst="rect">
            <a:avLst/>
          </a:prstGeom>
          <a:noFill/>
          <a:ln/>
        </p:spPr>
        <p:txBody>
          <a:bodyPr wrap="square" lIns="0" tIns="0" rIns="0" bIns="0" rtlCol="0" anchor="t"/>
          <a:lstStyle/>
          <a:p>
            <a:pPr algn="ctr" indent="0" marL="0">
              <a:buNone/>
            </a:pPr>
            <a:r>
              <a:rPr lang="en-US" sz="1100" dirty="0">
                <a:solidFill>
                  <a:srgbClr val="1E2A26"/>
                </a:solidFill>
                <a:latin typeface="Calibri" pitchFamily="34" charset="0"/>
                <a:ea typeface="Calibri" pitchFamily="34" charset="-122"/>
                <a:cs typeface="Calibri" pitchFamily="34" charset="-120"/>
              </a:rPr>
              <a:t>Foto, video, rilis</a:t>
            </a:r>
            <a:endParaRPr lang="en-US" sz="1100" dirty="0"/>
          </a:p>
        </p:txBody>
      </p:sp>
      <p:sp>
        <p:nvSpPr>
          <p:cNvPr id="31" name="Shape 27"/>
          <p:cNvSpPr/>
          <p:nvPr/>
        </p:nvSpPr>
        <p:spPr>
          <a:xfrm>
            <a:off x="457200" y="3749040"/>
            <a:ext cx="8229600" cy="777240"/>
          </a:xfrm>
          <a:prstGeom prst="roundRect">
            <a:avLst>
              <a:gd name="adj" fmla="val 11765"/>
            </a:avLst>
          </a:prstGeom>
          <a:solidFill>
            <a:srgbClr val="FBF1D3"/>
          </a:solidFill>
          <a:ln w="12700">
            <a:solidFill>
              <a:srgbClr val="FBF1D3"/>
            </a:solidFill>
            <a:prstDash val="solid"/>
          </a:ln>
        </p:spPr>
      </p:sp>
      <p:sp>
        <p:nvSpPr>
          <p:cNvPr id="32" name="Text 28"/>
          <p:cNvSpPr txBox="1"/>
          <p:nvPr/>
        </p:nvSpPr>
        <p:spPr>
          <a:xfrm>
            <a:off x="640080" y="3749040"/>
            <a:ext cx="7863840" cy="777240"/>
          </a:xfrm>
          <a:prstGeom prst="rect">
            <a:avLst/>
          </a:prstGeom>
          <a:noFill/>
          <a:ln/>
        </p:spPr>
        <p:txBody>
          <a:bodyPr wrap="square" lIns="0" tIns="0" rIns="0" bIns="0" rtlCol="0" anchor="ctr"/>
          <a:lstStyle/>
          <a:p>
            <a:pPr indent="0" marL="0">
              <a:buNone/>
            </a:pPr>
            <a:r>
              <a:rPr lang="en-US" sz="1350" b="1" dirty="0">
                <a:solidFill>
                  <a:srgbClr val="0F4C3A"/>
                </a:solidFill>
                <a:latin typeface="Calibri" pitchFamily="34" charset="0"/>
                <a:ea typeface="Calibri" pitchFamily="34" charset="-122"/>
                <a:cs typeface="Calibri" pitchFamily="34" charset="-120"/>
              </a:rPr>
              <a:t>Setiap bagian bisa dipecah lagi. Misal Konsumsi → menu, anggaran, belanja, memasak, membagikan.</a:t>
            </a:r>
            <a:endParaRPr lang="en-US" sz="13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Pengenalan Pola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2004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Data setoran hafalan (fiktif), 4 pekan:</a:t>
            </a:r>
            <a:endParaRPr lang="en-US" sz="1300" dirty="0"/>
          </a:p>
        </p:txBody>
      </p:sp>
      <p:sp>
        <p:nvSpPr>
          <p:cNvPr id="10" name="Shape 6"/>
          <p:cNvSpPr/>
          <p:nvPr/>
        </p:nvSpPr>
        <p:spPr>
          <a:xfrm>
            <a:off x="1463040" y="1463040"/>
            <a:ext cx="1005840" cy="347472"/>
          </a:xfrm>
          <a:prstGeom prst="rect">
            <a:avLst/>
          </a:prstGeom>
          <a:solidFill>
            <a:srgbClr val="0F4C3A"/>
          </a:solidFill>
          <a:ln w="12700">
            <a:solidFill>
              <a:srgbClr val="0F4C3A"/>
            </a:solidFill>
            <a:prstDash val="solid"/>
          </a:ln>
        </p:spPr>
      </p:sp>
      <p:sp>
        <p:nvSpPr>
          <p:cNvPr id="11" name="Text 7"/>
          <p:cNvSpPr txBox="1"/>
          <p:nvPr/>
        </p:nvSpPr>
        <p:spPr>
          <a:xfrm>
            <a:off x="1463040" y="1463040"/>
            <a:ext cx="10058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Ahad</a:t>
            </a:r>
            <a:endParaRPr lang="en-US" sz="1100" dirty="0"/>
          </a:p>
        </p:txBody>
      </p:sp>
      <p:sp>
        <p:nvSpPr>
          <p:cNvPr id="12" name="Shape 8"/>
          <p:cNvSpPr/>
          <p:nvPr/>
        </p:nvSpPr>
        <p:spPr>
          <a:xfrm>
            <a:off x="2560320" y="1463040"/>
            <a:ext cx="1005840" cy="347472"/>
          </a:xfrm>
          <a:prstGeom prst="rect">
            <a:avLst/>
          </a:prstGeom>
          <a:solidFill>
            <a:srgbClr val="0F4C3A"/>
          </a:solidFill>
          <a:ln w="12700">
            <a:solidFill>
              <a:srgbClr val="0F4C3A"/>
            </a:solidFill>
            <a:prstDash val="solid"/>
          </a:ln>
        </p:spPr>
      </p:sp>
      <p:sp>
        <p:nvSpPr>
          <p:cNvPr id="13" name="Text 9"/>
          <p:cNvSpPr txBox="1"/>
          <p:nvPr/>
        </p:nvSpPr>
        <p:spPr>
          <a:xfrm>
            <a:off x="2560320" y="1463040"/>
            <a:ext cx="10058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Senin</a:t>
            </a:r>
            <a:endParaRPr lang="en-US" sz="1100" dirty="0"/>
          </a:p>
        </p:txBody>
      </p:sp>
      <p:sp>
        <p:nvSpPr>
          <p:cNvPr id="14" name="Shape 10"/>
          <p:cNvSpPr/>
          <p:nvPr/>
        </p:nvSpPr>
        <p:spPr>
          <a:xfrm>
            <a:off x="3657600" y="1463040"/>
            <a:ext cx="1005840" cy="347472"/>
          </a:xfrm>
          <a:prstGeom prst="rect">
            <a:avLst/>
          </a:prstGeom>
          <a:solidFill>
            <a:srgbClr val="0F4C3A"/>
          </a:solidFill>
          <a:ln w="12700">
            <a:solidFill>
              <a:srgbClr val="0F4C3A"/>
            </a:solidFill>
            <a:prstDash val="solid"/>
          </a:ln>
        </p:spPr>
      </p:sp>
      <p:sp>
        <p:nvSpPr>
          <p:cNvPr id="15" name="Text 11"/>
          <p:cNvSpPr txBox="1"/>
          <p:nvPr/>
        </p:nvSpPr>
        <p:spPr>
          <a:xfrm>
            <a:off x="3657600" y="1463040"/>
            <a:ext cx="10058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Selasa</a:t>
            </a:r>
            <a:endParaRPr lang="en-US" sz="1100" dirty="0"/>
          </a:p>
        </p:txBody>
      </p:sp>
      <p:sp>
        <p:nvSpPr>
          <p:cNvPr id="16" name="Shape 12"/>
          <p:cNvSpPr/>
          <p:nvPr/>
        </p:nvSpPr>
        <p:spPr>
          <a:xfrm>
            <a:off x="4754880" y="1463040"/>
            <a:ext cx="1005840" cy="347472"/>
          </a:xfrm>
          <a:prstGeom prst="rect">
            <a:avLst/>
          </a:prstGeom>
          <a:solidFill>
            <a:srgbClr val="0F4C3A"/>
          </a:solidFill>
          <a:ln w="12700">
            <a:solidFill>
              <a:srgbClr val="0F4C3A"/>
            </a:solidFill>
            <a:prstDash val="solid"/>
          </a:ln>
        </p:spPr>
      </p:sp>
      <p:sp>
        <p:nvSpPr>
          <p:cNvPr id="17" name="Text 13"/>
          <p:cNvSpPr txBox="1"/>
          <p:nvPr/>
        </p:nvSpPr>
        <p:spPr>
          <a:xfrm>
            <a:off x="4754880" y="1463040"/>
            <a:ext cx="10058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Rabu</a:t>
            </a:r>
            <a:endParaRPr lang="en-US" sz="1100" dirty="0"/>
          </a:p>
        </p:txBody>
      </p:sp>
      <p:sp>
        <p:nvSpPr>
          <p:cNvPr id="18" name="Shape 14"/>
          <p:cNvSpPr/>
          <p:nvPr/>
        </p:nvSpPr>
        <p:spPr>
          <a:xfrm>
            <a:off x="5852160" y="1463040"/>
            <a:ext cx="1005840" cy="347472"/>
          </a:xfrm>
          <a:prstGeom prst="rect">
            <a:avLst/>
          </a:prstGeom>
          <a:solidFill>
            <a:srgbClr val="0F4C3A"/>
          </a:solidFill>
          <a:ln w="12700">
            <a:solidFill>
              <a:srgbClr val="0F4C3A"/>
            </a:solidFill>
            <a:prstDash val="solid"/>
          </a:ln>
        </p:spPr>
      </p:sp>
      <p:sp>
        <p:nvSpPr>
          <p:cNvPr id="19" name="Text 15"/>
          <p:cNvSpPr txBox="1"/>
          <p:nvPr/>
        </p:nvSpPr>
        <p:spPr>
          <a:xfrm>
            <a:off x="5852160" y="1463040"/>
            <a:ext cx="10058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Kamis</a:t>
            </a:r>
            <a:endParaRPr lang="en-US" sz="1100" dirty="0"/>
          </a:p>
        </p:txBody>
      </p:sp>
      <p:sp>
        <p:nvSpPr>
          <p:cNvPr id="20" name="Shape 16"/>
          <p:cNvSpPr/>
          <p:nvPr/>
        </p:nvSpPr>
        <p:spPr>
          <a:xfrm>
            <a:off x="6949440" y="1463040"/>
            <a:ext cx="1005840" cy="347472"/>
          </a:xfrm>
          <a:prstGeom prst="rect">
            <a:avLst/>
          </a:prstGeom>
          <a:solidFill>
            <a:srgbClr val="0F4C3A"/>
          </a:solidFill>
          <a:ln w="12700">
            <a:solidFill>
              <a:srgbClr val="0F4C3A"/>
            </a:solidFill>
            <a:prstDash val="solid"/>
          </a:ln>
        </p:spPr>
      </p:sp>
      <p:sp>
        <p:nvSpPr>
          <p:cNvPr id="21" name="Text 17"/>
          <p:cNvSpPr txBox="1"/>
          <p:nvPr/>
        </p:nvSpPr>
        <p:spPr>
          <a:xfrm>
            <a:off x="6949440" y="1463040"/>
            <a:ext cx="1005840" cy="347472"/>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Jumat</a:t>
            </a:r>
            <a:endParaRPr lang="en-US" sz="1100" dirty="0"/>
          </a:p>
        </p:txBody>
      </p:sp>
      <p:sp>
        <p:nvSpPr>
          <p:cNvPr id="22" name="Text 18"/>
          <p:cNvSpPr txBox="1"/>
          <p:nvPr/>
        </p:nvSpPr>
        <p:spPr>
          <a:xfrm>
            <a:off x="457200" y="1828800"/>
            <a:ext cx="960120" cy="347472"/>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Pekan 1</a:t>
            </a:r>
            <a:endParaRPr lang="en-US" sz="1100" dirty="0"/>
          </a:p>
        </p:txBody>
      </p:sp>
      <p:sp>
        <p:nvSpPr>
          <p:cNvPr id="23" name="Shape 19"/>
          <p:cNvSpPr/>
          <p:nvPr/>
        </p:nvSpPr>
        <p:spPr>
          <a:xfrm>
            <a:off x="1463040" y="1828800"/>
            <a:ext cx="1005840" cy="347472"/>
          </a:xfrm>
          <a:prstGeom prst="rect">
            <a:avLst/>
          </a:prstGeom>
          <a:solidFill>
            <a:srgbClr val="FFFFFF"/>
          </a:solidFill>
          <a:ln w="6350">
            <a:solidFill>
              <a:srgbClr val="CCCCCC"/>
            </a:solidFill>
            <a:prstDash val="solid"/>
          </a:ln>
        </p:spPr>
      </p:sp>
      <p:sp>
        <p:nvSpPr>
          <p:cNvPr id="24" name="Text 20"/>
          <p:cNvSpPr txBox="1"/>
          <p:nvPr/>
        </p:nvSpPr>
        <p:spPr>
          <a:xfrm>
            <a:off x="1463040" y="1828800"/>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8</a:t>
            </a:r>
            <a:endParaRPr lang="en-US" sz="1200" dirty="0"/>
          </a:p>
        </p:txBody>
      </p:sp>
      <p:sp>
        <p:nvSpPr>
          <p:cNvPr id="25" name="Shape 21"/>
          <p:cNvSpPr/>
          <p:nvPr/>
        </p:nvSpPr>
        <p:spPr>
          <a:xfrm>
            <a:off x="2560320" y="1828800"/>
            <a:ext cx="1005840" cy="347472"/>
          </a:xfrm>
          <a:prstGeom prst="rect">
            <a:avLst/>
          </a:prstGeom>
          <a:solidFill>
            <a:srgbClr val="FFFFFF"/>
          </a:solidFill>
          <a:ln w="6350">
            <a:solidFill>
              <a:srgbClr val="CCCCCC"/>
            </a:solidFill>
            <a:prstDash val="solid"/>
          </a:ln>
        </p:spPr>
      </p:sp>
      <p:sp>
        <p:nvSpPr>
          <p:cNvPr id="26" name="Text 22"/>
          <p:cNvSpPr txBox="1"/>
          <p:nvPr/>
        </p:nvSpPr>
        <p:spPr>
          <a:xfrm>
            <a:off x="2560320" y="1828800"/>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27" name="Shape 23"/>
          <p:cNvSpPr/>
          <p:nvPr/>
        </p:nvSpPr>
        <p:spPr>
          <a:xfrm>
            <a:off x="3657600" y="1828800"/>
            <a:ext cx="1005840" cy="347472"/>
          </a:xfrm>
          <a:prstGeom prst="rect">
            <a:avLst/>
          </a:prstGeom>
          <a:solidFill>
            <a:srgbClr val="FFFFFF"/>
          </a:solidFill>
          <a:ln w="6350">
            <a:solidFill>
              <a:srgbClr val="CCCCCC"/>
            </a:solidFill>
            <a:prstDash val="solid"/>
          </a:ln>
        </p:spPr>
      </p:sp>
      <p:sp>
        <p:nvSpPr>
          <p:cNvPr id="28" name="Text 24"/>
          <p:cNvSpPr txBox="1"/>
          <p:nvPr/>
        </p:nvSpPr>
        <p:spPr>
          <a:xfrm>
            <a:off x="3657600" y="1828800"/>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29" name="Shape 25"/>
          <p:cNvSpPr/>
          <p:nvPr/>
        </p:nvSpPr>
        <p:spPr>
          <a:xfrm>
            <a:off x="4754880" y="1828800"/>
            <a:ext cx="1005840" cy="347472"/>
          </a:xfrm>
          <a:prstGeom prst="rect">
            <a:avLst/>
          </a:prstGeom>
          <a:solidFill>
            <a:srgbClr val="FFFFFF"/>
          </a:solidFill>
          <a:ln w="6350">
            <a:solidFill>
              <a:srgbClr val="CCCCCC"/>
            </a:solidFill>
            <a:prstDash val="solid"/>
          </a:ln>
        </p:spPr>
      </p:sp>
      <p:sp>
        <p:nvSpPr>
          <p:cNvPr id="30" name="Text 26"/>
          <p:cNvSpPr txBox="1"/>
          <p:nvPr/>
        </p:nvSpPr>
        <p:spPr>
          <a:xfrm>
            <a:off x="4754880" y="1828800"/>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8</a:t>
            </a:r>
            <a:endParaRPr lang="en-US" sz="1200" dirty="0"/>
          </a:p>
        </p:txBody>
      </p:sp>
      <p:sp>
        <p:nvSpPr>
          <p:cNvPr id="31" name="Shape 27"/>
          <p:cNvSpPr/>
          <p:nvPr/>
        </p:nvSpPr>
        <p:spPr>
          <a:xfrm>
            <a:off x="5852160" y="1828800"/>
            <a:ext cx="1005840" cy="347472"/>
          </a:xfrm>
          <a:prstGeom prst="rect">
            <a:avLst/>
          </a:prstGeom>
          <a:solidFill>
            <a:srgbClr val="FFFFFF"/>
          </a:solidFill>
          <a:ln w="6350">
            <a:solidFill>
              <a:srgbClr val="CCCCCC"/>
            </a:solidFill>
            <a:prstDash val="solid"/>
          </a:ln>
        </p:spPr>
      </p:sp>
      <p:sp>
        <p:nvSpPr>
          <p:cNvPr id="32" name="Text 28"/>
          <p:cNvSpPr txBox="1"/>
          <p:nvPr/>
        </p:nvSpPr>
        <p:spPr>
          <a:xfrm>
            <a:off x="5852160" y="1828800"/>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33" name="Shape 29"/>
          <p:cNvSpPr/>
          <p:nvPr/>
        </p:nvSpPr>
        <p:spPr>
          <a:xfrm>
            <a:off x="6949440" y="1828800"/>
            <a:ext cx="1005840" cy="347472"/>
          </a:xfrm>
          <a:prstGeom prst="rect">
            <a:avLst/>
          </a:prstGeom>
          <a:solidFill>
            <a:srgbClr val="FDECEA"/>
          </a:solidFill>
          <a:ln w="6350">
            <a:solidFill>
              <a:srgbClr val="CCCCCC"/>
            </a:solidFill>
            <a:prstDash val="solid"/>
          </a:ln>
        </p:spPr>
      </p:sp>
      <p:sp>
        <p:nvSpPr>
          <p:cNvPr id="34" name="Text 30"/>
          <p:cNvSpPr txBox="1"/>
          <p:nvPr/>
        </p:nvSpPr>
        <p:spPr>
          <a:xfrm>
            <a:off x="6949440" y="1828800"/>
            <a:ext cx="1005840" cy="347472"/>
          </a:xfrm>
          <a:prstGeom prst="rect">
            <a:avLst/>
          </a:prstGeom>
          <a:noFill/>
          <a:ln/>
        </p:spPr>
        <p:txBody>
          <a:bodyPr wrap="square" lIns="0" tIns="0" rIns="0" bIns="0" rtlCol="0" anchor="ctr"/>
          <a:lstStyle/>
          <a:p>
            <a:pPr algn="ctr" indent="0" marL="0">
              <a:buNone/>
            </a:pPr>
            <a:r>
              <a:rPr lang="en-US" sz="1200" b="1" dirty="0">
                <a:solidFill>
                  <a:srgbClr val="E53935"/>
                </a:solidFill>
                <a:latin typeface="Calibri" pitchFamily="34" charset="0"/>
                <a:ea typeface="Calibri" pitchFamily="34" charset="-122"/>
                <a:cs typeface="Calibri" pitchFamily="34" charset="-120"/>
              </a:rPr>
              <a:t>3</a:t>
            </a:r>
            <a:endParaRPr lang="en-US" sz="1200" dirty="0"/>
          </a:p>
        </p:txBody>
      </p:sp>
      <p:sp>
        <p:nvSpPr>
          <p:cNvPr id="35" name="Text 31"/>
          <p:cNvSpPr txBox="1"/>
          <p:nvPr/>
        </p:nvSpPr>
        <p:spPr>
          <a:xfrm>
            <a:off x="457200" y="2212848"/>
            <a:ext cx="960120" cy="347472"/>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Pekan 2</a:t>
            </a:r>
            <a:endParaRPr lang="en-US" sz="1100" dirty="0"/>
          </a:p>
        </p:txBody>
      </p:sp>
      <p:sp>
        <p:nvSpPr>
          <p:cNvPr id="36" name="Shape 32"/>
          <p:cNvSpPr/>
          <p:nvPr/>
        </p:nvSpPr>
        <p:spPr>
          <a:xfrm>
            <a:off x="1463040" y="2212848"/>
            <a:ext cx="1005840" cy="347472"/>
          </a:xfrm>
          <a:prstGeom prst="rect">
            <a:avLst/>
          </a:prstGeom>
          <a:solidFill>
            <a:srgbClr val="FFFFFF"/>
          </a:solidFill>
          <a:ln w="6350">
            <a:solidFill>
              <a:srgbClr val="CCCCCC"/>
            </a:solidFill>
            <a:prstDash val="solid"/>
          </a:ln>
        </p:spPr>
      </p:sp>
      <p:sp>
        <p:nvSpPr>
          <p:cNvPr id="37" name="Text 33"/>
          <p:cNvSpPr txBox="1"/>
          <p:nvPr/>
        </p:nvSpPr>
        <p:spPr>
          <a:xfrm>
            <a:off x="1463040" y="2212848"/>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38" name="Shape 34"/>
          <p:cNvSpPr/>
          <p:nvPr/>
        </p:nvSpPr>
        <p:spPr>
          <a:xfrm>
            <a:off x="2560320" y="2212848"/>
            <a:ext cx="1005840" cy="347472"/>
          </a:xfrm>
          <a:prstGeom prst="rect">
            <a:avLst/>
          </a:prstGeom>
          <a:solidFill>
            <a:srgbClr val="FFFFFF"/>
          </a:solidFill>
          <a:ln w="6350">
            <a:solidFill>
              <a:srgbClr val="CCCCCC"/>
            </a:solidFill>
            <a:prstDash val="solid"/>
          </a:ln>
        </p:spPr>
      </p:sp>
      <p:sp>
        <p:nvSpPr>
          <p:cNvPr id="39" name="Text 35"/>
          <p:cNvSpPr txBox="1"/>
          <p:nvPr/>
        </p:nvSpPr>
        <p:spPr>
          <a:xfrm>
            <a:off x="2560320" y="2212848"/>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8</a:t>
            </a:r>
            <a:endParaRPr lang="en-US" sz="1200" dirty="0"/>
          </a:p>
        </p:txBody>
      </p:sp>
      <p:sp>
        <p:nvSpPr>
          <p:cNvPr id="40" name="Shape 36"/>
          <p:cNvSpPr/>
          <p:nvPr/>
        </p:nvSpPr>
        <p:spPr>
          <a:xfrm>
            <a:off x="3657600" y="2212848"/>
            <a:ext cx="1005840" cy="347472"/>
          </a:xfrm>
          <a:prstGeom prst="rect">
            <a:avLst/>
          </a:prstGeom>
          <a:solidFill>
            <a:srgbClr val="FFFFFF"/>
          </a:solidFill>
          <a:ln w="6350">
            <a:solidFill>
              <a:srgbClr val="CCCCCC"/>
            </a:solidFill>
            <a:prstDash val="solid"/>
          </a:ln>
        </p:spPr>
      </p:sp>
      <p:sp>
        <p:nvSpPr>
          <p:cNvPr id="41" name="Text 37"/>
          <p:cNvSpPr txBox="1"/>
          <p:nvPr/>
        </p:nvSpPr>
        <p:spPr>
          <a:xfrm>
            <a:off x="3657600" y="2212848"/>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42" name="Shape 38"/>
          <p:cNvSpPr/>
          <p:nvPr/>
        </p:nvSpPr>
        <p:spPr>
          <a:xfrm>
            <a:off x="4754880" y="2212848"/>
            <a:ext cx="1005840" cy="347472"/>
          </a:xfrm>
          <a:prstGeom prst="rect">
            <a:avLst/>
          </a:prstGeom>
          <a:solidFill>
            <a:srgbClr val="FFFFFF"/>
          </a:solidFill>
          <a:ln w="6350">
            <a:solidFill>
              <a:srgbClr val="CCCCCC"/>
            </a:solidFill>
            <a:prstDash val="solid"/>
          </a:ln>
        </p:spPr>
      </p:sp>
      <p:sp>
        <p:nvSpPr>
          <p:cNvPr id="43" name="Text 39"/>
          <p:cNvSpPr txBox="1"/>
          <p:nvPr/>
        </p:nvSpPr>
        <p:spPr>
          <a:xfrm>
            <a:off x="4754880" y="2212848"/>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44" name="Shape 40"/>
          <p:cNvSpPr/>
          <p:nvPr/>
        </p:nvSpPr>
        <p:spPr>
          <a:xfrm>
            <a:off x="5852160" y="2212848"/>
            <a:ext cx="1005840" cy="347472"/>
          </a:xfrm>
          <a:prstGeom prst="rect">
            <a:avLst/>
          </a:prstGeom>
          <a:solidFill>
            <a:srgbClr val="FFFFFF"/>
          </a:solidFill>
          <a:ln w="6350">
            <a:solidFill>
              <a:srgbClr val="CCCCCC"/>
            </a:solidFill>
            <a:prstDash val="solid"/>
          </a:ln>
        </p:spPr>
      </p:sp>
      <p:sp>
        <p:nvSpPr>
          <p:cNvPr id="45" name="Text 41"/>
          <p:cNvSpPr txBox="1"/>
          <p:nvPr/>
        </p:nvSpPr>
        <p:spPr>
          <a:xfrm>
            <a:off x="5852160" y="2212848"/>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8</a:t>
            </a:r>
            <a:endParaRPr lang="en-US" sz="1200" dirty="0"/>
          </a:p>
        </p:txBody>
      </p:sp>
      <p:sp>
        <p:nvSpPr>
          <p:cNvPr id="46" name="Shape 42"/>
          <p:cNvSpPr/>
          <p:nvPr/>
        </p:nvSpPr>
        <p:spPr>
          <a:xfrm>
            <a:off x="6949440" y="2212848"/>
            <a:ext cx="1005840" cy="347472"/>
          </a:xfrm>
          <a:prstGeom prst="rect">
            <a:avLst/>
          </a:prstGeom>
          <a:solidFill>
            <a:srgbClr val="FDECEA"/>
          </a:solidFill>
          <a:ln w="6350">
            <a:solidFill>
              <a:srgbClr val="CCCCCC"/>
            </a:solidFill>
            <a:prstDash val="solid"/>
          </a:ln>
        </p:spPr>
      </p:sp>
      <p:sp>
        <p:nvSpPr>
          <p:cNvPr id="47" name="Text 43"/>
          <p:cNvSpPr txBox="1"/>
          <p:nvPr/>
        </p:nvSpPr>
        <p:spPr>
          <a:xfrm>
            <a:off x="6949440" y="2212848"/>
            <a:ext cx="1005840" cy="347472"/>
          </a:xfrm>
          <a:prstGeom prst="rect">
            <a:avLst/>
          </a:prstGeom>
          <a:noFill/>
          <a:ln/>
        </p:spPr>
        <p:txBody>
          <a:bodyPr wrap="square" lIns="0" tIns="0" rIns="0" bIns="0" rtlCol="0" anchor="ctr"/>
          <a:lstStyle/>
          <a:p>
            <a:pPr algn="ctr" indent="0" marL="0">
              <a:buNone/>
            </a:pPr>
            <a:r>
              <a:rPr lang="en-US" sz="1200" b="1" dirty="0">
                <a:solidFill>
                  <a:srgbClr val="E53935"/>
                </a:solidFill>
                <a:latin typeface="Calibri" pitchFamily="34" charset="0"/>
                <a:ea typeface="Calibri" pitchFamily="34" charset="-122"/>
                <a:cs typeface="Calibri" pitchFamily="34" charset="-120"/>
              </a:rPr>
              <a:t>2</a:t>
            </a:r>
            <a:endParaRPr lang="en-US" sz="1200" dirty="0"/>
          </a:p>
        </p:txBody>
      </p:sp>
      <p:sp>
        <p:nvSpPr>
          <p:cNvPr id="48" name="Text 44"/>
          <p:cNvSpPr txBox="1"/>
          <p:nvPr/>
        </p:nvSpPr>
        <p:spPr>
          <a:xfrm>
            <a:off x="457200" y="2596896"/>
            <a:ext cx="960120" cy="347472"/>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Pekan 3</a:t>
            </a:r>
            <a:endParaRPr lang="en-US" sz="1100" dirty="0"/>
          </a:p>
        </p:txBody>
      </p:sp>
      <p:sp>
        <p:nvSpPr>
          <p:cNvPr id="49" name="Shape 45"/>
          <p:cNvSpPr/>
          <p:nvPr/>
        </p:nvSpPr>
        <p:spPr>
          <a:xfrm>
            <a:off x="1463040" y="2596896"/>
            <a:ext cx="1005840" cy="347472"/>
          </a:xfrm>
          <a:prstGeom prst="rect">
            <a:avLst/>
          </a:prstGeom>
          <a:solidFill>
            <a:srgbClr val="FFFFFF"/>
          </a:solidFill>
          <a:ln w="6350">
            <a:solidFill>
              <a:srgbClr val="CCCCCC"/>
            </a:solidFill>
            <a:prstDash val="solid"/>
          </a:ln>
        </p:spPr>
      </p:sp>
      <p:sp>
        <p:nvSpPr>
          <p:cNvPr id="50" name="Text 46"/>
          <p:cNvSpPr txBox="1"/>
          <p:nvPr/>
        </p:nvSpPr>
        <p:spPr>
          <a:xfrm>
            <a:off x="1463040" y="2596896"/>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8</a:t>
            </a:r>
            <a:endParaRPr lang="en-US" sz="1200" dirty="0"/>
          </a:p>
        </p:txBody>
      </p:sp>
      <p:sp>
        <p:nvSpPr>
          <p:cNvPr id="51" name="Shape 47"/>
          <p:cNvSpPr/>
          <p:nvPr/>
        </p:nvSpPr>
        <p:spPr>
          <a:xfrm>
            <a:off x="2560320" y="2596896"/>
            <a:ext cx="1005840" cy="347472"/>
          </a:xfrm>
          <a:prstGeom prst="rect">
            <a:avLst/>
          </a:prstGeom>
          <a:solidFill>
            <a:srgbClr val="FFFFFF"/>
          </a:solidFill>
          <a:ln w="6350">
            <a:solidFill>
              <a:srgbClr val="CCCCCC"/>
            </a:solidFill>
            <a:prstDash val="solid"/>
          </a:ln>
        </p:spPr>
      </p:sp>
      <p:sp>
        <p:nvSpPr>
          <p:cNvPr id="52" name="Text 48"/>
          <p:cNvSpPr txBox="1"/>
          <p:nvPr/>
        </p:nvSpPr>
        <p:spPr>
          <a:xfrm>
            <a:off x="2560320" y="2596896"/>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53" name="Shape 49"/>
          <p:cNvSpPr/>
          <p:nvPr/>
        </p:nvSpPr>
        <p:spPr>
          <a:xfrm>
            <a:off x="3657600" y="2596896"/>
            <a:ext cx="1005840" cy="347472"/>
          </a:xfrm>
          <a:prstGeom prst="rect">
            <a:avLst/>
          </a:prstGeom>
          <a:solidFill>
            <a:srgbClr val="FFFFFF"/>
          </a:solidFill>
          <a:ln w="6350">
            <a:solidFill>
              <a:srgbClr val="CCCCCC"/>
            </a:solidFill>
            <a:prstDash val="solid"/>
          </a:ln>
        </p:spPr>
      </p:sp>
      <p:sp>
        <p:nvSpPr>
          <p:cNvPr id="54" name="Text 50"/>
          <p:cNvSpPr txBox="1"/>
          <p:nvPr/>
        </p:nvSpPr>
        <p:spPr>
          <a:xfrm>
            <a:off x="3657600" y="2596896"/>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8</a:t>
            </a:r>
            <a:endParaRPr lang="en-US" sz="1200" dirty="0"/>
          </a:p>
        </p:txBody>
      </p:sp>
      <p:sp>
        <p:nvSpPr>
          <p:cNvPr id="55" name="Shape 51"/>
          <p:cNvSpPr/>
          <p:nvPr/>
        </p:nvSpPr>
        <p:spPr>
          <a:xfrm>
            <a:off x="4754880" y="2596896"/>
            <a:ext cx="1005840" cy="347472"/>
          </a:xfrm>
          <a:prstGeom prst="rect">
            <a:avLst/>
          </a:prstGeom>
          <a:solidFill>
            <a:srgbClr val="FFFFFF"/>
          </a:solidFill>
          <a:ln w="6350">
            <a:solidFill>
              <a:srgbClr val="CCCCCC"/>
            </a:solidFill>
            <a:prstDash val="solid"/>
          </a:ln>
        </p:spPr>
      </p:sp>
      <p:sp>
        <p:nvSpPr>
          <p:cNvPr id="56" name="Text 52"/>
          <p:cNvSpPr txBox="1"/>
          <p:nvPr/>
        </p:nvSpPr>
        <p:spPr>
          <a:xfrm>
            <a:off x="4754880" y="2596896"/>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57" name="Shape 53"/>
          <p:cNvSpPr/>
          <p:nvPr/>
        </p:nvSpPr>
        <p:spPr>
          <a:xfrm>
            <a:off x="5852160" y="2596896"/>
            <a:ext cx="1005840" cy="347472"/>
          </a:xfrm>
          <a:prstGeom prst="rect">
            <a:avLst/>
          </a:prstGeom>
          <a:solidFill>
            <a:srgbClr val="FFFFFF"/>
          </a:solidFill>
          <a:ln w="6350">
            <a:solidFill>
              <a:srgbClr val="CCCCCC"/>
            </a:solidFill>
            <a:prstDash val="solid"/>
          </a:ln>
        </p:spPr>
      </p:sp>
      <p:sp>
        <p:nvSpPr>
          <p:cNvPr id="58" name="Text 54"/>
          <p:cNvSpPr txBox="1"/>
          <p:nvPr/>
        </p:nvSpPr>
        <p:spPr>
          <a:xfrm>
            <a:off x="5852160" y="2596896"/>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59" name="Shape 55"/>
          <p:cNvSpPr/>
          <p:nvPr/>
        </p:nvSpPr>
        <p:spPr>
          <a:xfrm>
            <a:off x="6949440" y="2596896"/>
            <a:ext cx="1005840" cy="347472"/>
          </a:xfrm>
          <a:prstGeom prst="rect">
            <a:avLst/>
          </a:prstGeom>
          <a:solidFill>
            <a:srgbClr val="FDECEA"/>
          </a:solidFill>
          <a:ln w="6350">
            <a:solidFill>
              <a:srgbClr val="CCCCCC"/>
            </a:solidFill>
            <a:prstDash val="solid"/>
          </a:ln>
        </p:spPr>
      </p:sp>
      <p:sp>
        <p:nvSpPr>
          <p:cNvPr id="60" name="Text 56"/>
          <p:cNvSpPr txBox="1"/>
          <p:nvPr/>
        </p:nvSpPr>
        <p:spPr>
          <a:xfrm>
            <a:off x="6949440" y="2596896"/>
            <a:ext cx="1005840" cy="347472"/>
          </a:xfrm>
          <a:prstGeom prst="rect">
            <a:avLst/>
          </a:prstGeom>
          <a:noFill/>
          <a:ln/>
        </p:spPr>
        <p:txBody>
          <a:bodyPr wrap="square" lIns="0" tIns="0" rIns="0" bIns="0" rtlCol="0" anchor="ctr"/>
          <a:lstStyle/>
          <a:p>
            <a:pPr algn="ctr" indent="0" marL="0">
              <a:buNone/>
            </a:pPr>
            <a:r>
              <a:rPr lang="en-US" sz="1200" b="1" dirty="0">
                <a:solidFill>
                  <a:srgbClr val="E53935"/>
                </a:solidFill>
                <a:latin typeface="Calibri" pitchFamily="34" charset="0"/>
                <a:ea typeface="Calibri" pitchFamily="34" charset="-122"/>
                <a:cs typeface="Calibri" pitchFamily="34" charset="-120"/>
              </a:rPr>
              <a:t>3</a:t>
            </a:r>
            <a:endParaRPr lang="en-US" sz="1200" dirty="0"/>
          </a:p>
        </p:txBody>
      </p:sp>
      <p:sp>
        <p:nvSpPr>
          <p:cNvPr id="61" name="Text 57"/>
          <p:cNvSpPr txBox="1"/>
          <p:nvPr/>
        </p:nvSpPr>
        <p:spPr>
          <a:xfrm>
            <a:off x="457200" y="2980944"/>
            <a:ext cx="960120" cy="347472"/>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Pekan 4</a:t>
            </a:r>
            <a:endParaRPr lang="en-US" sz="1100" dirty="0"/>
          </a:p>
        </p:txBody>
      </p:sp>
      <p:sp>
        <p:nvSpPr>
          <p:cNvPr id="62" name="Shape 58"/>
          <p:cNvSpPr/>
          <p:nvPr/>
        </p:nvSpPr>
        <p:spPr>
          <a:xfrm>
            <a:off x="1463040" y="2980944"/>
            <a:ext cx="1005840" cy="347472"/>
          </a:xfrm>
          <a:prstGeom prst="rect">
            <a:avLst/>
          </a:prstGeom>
          <a:solidFill>
            <a:srgbClr val="FFFFFF"/>
          </a:solidFill>
          <a:ln w="6350">
            <a:solidFill>
              <a:srgbClr val="CCCCCC"/>
            </a:solidFill>
            <a:prstDash val="solid"/>
          </a:ln>
        </p:spPr>
      </p:sp>
      <p:sp>
        <p:nvSpPr>
          <p:cNvPr id="63" name="Text 59"/>
          <p:cNvSpPr txBox="1"/>
          <p:nvPr/>
        </p:nvSpPr>
        <p:spPr>
          <a:xfrm>
            <a:off x="1463040" y="2980944"/>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64" name="Shape 60"/>
          <p:cNvSpPr/>
          <p:nvPr/>
        </p:nvSpPr>
        <p:spPr>
          <a:xfrm>
            <a:off x="2560320" y="2980944"/>
            <a:ext cx="1005840" cy="347472"/>
          </a:xfrm>
          <a:prstGeom prst="rect">
            <a:avLst/>
          </a:prstGeom>
          <a:solidFill>
            <a:srgbClr val="FFFFFF"/>
          </a:solidFill>
          <a:ln w="6350">
            <a:solidFill>
              <a:srgbClr val="CCCCCC"/>
            </a:solidFill>
            <a:prstDash val="solid"/>
          </a:ln>
        </p:spPr>
      </p:sp>
      <p:sp>
        <p:nvSpPr>
          <p:cNvPr id="65" name="Text 61"/>
          <p:cNvSpPr txBox="1"/>
          <p:nvPr/>
        </p:nvSpPr>
        <p:spPr>
          <a:xfrm>
            <a:off x="2560320" y="2980944"/>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66" name="Shape 62"/>
          <p:cNvSpPr/>
          <p:nvPr/>
        </p:nvSpPr>
        <p:spPr>
          <a:xfrm>
            <a:off x="3657600" y="2980944"/>
            <a:ext cx="1005840" cy="347472"/>
          </a:xfrm>
          <a:prstGeom prst="rect">
            <a:avLst/>
          </a:prstGeom>
          <a:solidFill>
            <a:srgbClr val="FFFFFF"/>
          </a:solidFill>
          <a:ln w="6350">
            <a:solidFill>
              <a:srgbClr val="CCCCCC"/>
            </a:solidFill>
            <a:prstDash val="solid"/>
          </a:ln>
        </p:spPr>
      </p:sp>
      <p:sp>
        <p:nvSpPr>
          <p:cNvPr id="67" name="Text 63"/>
          <p:cNvSpPr txBox="1"/>
          <p:nvPr/>
        </p:nvSpPr>
        <p:spPr>
          <a:xfrm>
            <a:off x="3657600" y="2980944"/>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8</a:t>
            </a:r>
            <a:endParaRPr lang="en-US" sz="1200" dirty="0"/>
          </a:p>
        </p:txBody>
      </p:sp>
      <p:sp>
        <p:nvSpPr>
          <p:cNvPr id="68" name="Shape 64"/>
          <p:cNvSpPr/>
          <p:nvPr/>
        </p:nvSpPr>
        <p:spPr>
          <a:xfrm>
            <a:off x="4754880" y="2980944"/>
            <a:ext cx="1005840" cy="347472"/>
          </a:xfrm>
          <a:prstGeom prst="rect">
            <a:avLst/>
          </a:prstGeom>
          <a:solidFill>
            <a:srgbClr val="FFFFFF"/>
          </a:solidFill>
          <a:ln w="6350">
            <a:solidFill>
              <a:srgbClr val="CCCCCC"/>
            </a:solidFill>
            <a:prstDash val="solid"/>
          </a:ln>
        </p:spPr>
      </p:sp>
      <p:sp>
        <p:nvSpPr>
          <p:cNvPr id="69" name="Text 65"/>
          <p:cNvSpPr txBox="1"/>
          <p:nvPr/>
        </p:nvSpPr>
        <p:spPr>
          <a:xfrm>
            <a:off x="4754880" y="2980944"/>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8</a:t>
            </a:r>
            <a:endParaRPr lang="en-US" sz="1200" dirty="0"/>
          </a:p>
        </p:txBody>
      </p:sp>
      <p:sp>
        <p:nvSpPr>
          <p:cNvPr id="70" name="Shape 66"/>
          <p:cNvSpPr/>
          <p:nvPr/>
        </p:nvSpPr>
        <p:spPr>
          <a:xfrm>
            <a:off x="5852160" y="2980944"/>
            <a:ext cx="1005840" cy="347472"/>
          </a:xfrm>
          <a:prstGeom prst="rect">
            <a:avLst/>
          </a:prstGeom>
          <a:solidFill>
            <a:srgbClr val="FFFFFF"/>
          </a:solidFill>
          <a:ln w="6350">
            <a:solidFill>
              <a:srgbClr val="CCCCCC"/>
            </a:solidFill>
            <a:prstDash val="solid"/>
          </a:ln>
        </p:spPr>
      </p:sp>
      <p:sp>
        <p:nvSpPr>
          <p:cNvPr id="71" name="Text 67"/>
          <p:cNvSpPr txBox="1"/>
          <p:nvPr/>
        </p:nvSpPr>
        <p:spPr>
          <a:xfrm>
            <a:off x="5852160" y="2980944"/>
            <a:ext cx="1005840" cy="347472"/>
          </a:xfrm>
          <a:prstGeom prst="rect">
            <a:avLst/>
          </a:prstGeom>
          <a:noFill/>
          <a:ln/>
        </p:spPr>
        <p:txBody>
          <a:bodyPr wrap="square" lIns="0" tIns="0" rIns="0" bIns="0" rtlCol="0" anchor="ctr"/>
          <a:lstStyle/>
          <a:p>
            <a:pPr algn="ctr" indent="0" marL="0">
              <a:buNone/>
            </a:pPr>
            <a:r>
              <a:rPr lang="en-US" sz="1200" dirty="0">
                <a:solidFill>
                  <a:srgbClr val="1E2A26"/>
                </a:solidFill>
                <a:latin typeface="Calibri" pitchFamily="34" charset="0"/>
                <a:ea typeface="Calibri" pitchFamily="34" charset="-122"/>
                <a:cs typeface="Calibri" pitchFamily="34" charset="-120"/>
              </a:rPr>
              <a:t>9</a:t>
            </a:r>
            <a:endParaRPr lang="en-US" sz="1200" dirty="0"/>
          </a:p>
        </p:txBody>
      </p:sp>
      <p:sp>
        <p:nvSpPr>
          <p:cNvPr id="72" name="Shape 68"/>
          <p:cNvSpPr/>
          <p:nvPr/>
        </p:nvSpPr>
        <p:spPr>
          <a:xfrm>
            <a:off x="6949440" y="2980944"/>
            <a:ext cx="1005840" cy="347472"/>
          </a:xfrm>
          <a:prstGeom prst="rect">
            <a:avLst/>
          </a:prstGeom>
          <a:solidFill>
            <a:srgbClr val="FDECEA"/>
          </a:solidFill>
          <a:ln w="6350">
            <a:solidFill>
              <a:srgbClr val="CCCCCC"/>
            </a:solidFill>
            <a:prstDash val="solid"/>
          </a:ln>
        </p:spPr>
      </p:sp>
      <p:sp>
        <p:nvSpPr>
          <p:cNvPr id="73" name="Text 69"/>
          <p:cNvSpPr txBox="1"/>
          <p:nvPr/>
        </p:nvSpPr>
        <p:spPr>
          <a:xfrm>
            <a:off x="6949440" y="2980944"/>
            <a:ext cx="1005840" cy="347472"/>
          </a:xfrm>
          <a:prstGeom prst="rect">
            <a:avLst/>
          </a:prstGeom>
          <a:noFill/>
          <a:ln/>
        </p:spPr>
        <p:txBody>
          <a:bodyPr wrap="square" lIns="0" tIns="0" rIns="0" bIns="0" rtlCol="0" anchor="ctr"/>
          <a:lstStyle/>
          <a:p>
            <a:pPr algn="ctr" indent="0" marL="0">
              <a:buNone/>
            </a:pPr>
            <a:r>
              <a:rPr lang="en-US" sz="1200" b="1" dirty="0">
                <a:solidFill>
                  <a:srgbClr val="E53935"/>
                </a:solidFill>
                <a:latin typeface="Calibri" pitchFamily="34" charset="0"/>
                <a:ea typeface="Calibri" pitchFamily="34" charset="-122"/>
                <a:cs typeface="Calibri" pitchFamily="34" charset="-120"/>
              </a:rPr>
              <a:t>2</a:t>
            </a:r>
            <a:endParaRPr lang="en-US" sz="1200" dirty="0"/>
          </a:p>
        </p:txBody>
      </p:sp>
      <p:sp>
        <p:nvSpPr>
          <p:cNvPr id="74" name="Shape 70"/>
          <p:cNvSpPr/>
          <p:nvPr/>
        </p:nvSpPr>
        <p:spPr>
          <a:xfrm>
            <a:off x="457200" y="3520440"/>
            <a:ext cx="8229600" cy="1005840"/>
          </a:xfrm>
          <a:prstGeom prst="roundRect">
            <a:avLst>
              <a:gd name="adj" fmla="val 9091"/>
            </a:avLst>
          </a:prstGeom>
          <a:solidFill>
            <a:srgbClr val="FBF1D3"/>
          </a:solidFill>
          <a:ln w="12700">
            <a:solidFill>
              <a:srgbClr val="FBF1D3"/>
            </a:solidFill>
            <a:prstDash val="solid"/>
          </a:ln>
        </p:spPr>
      </p:sp>
      <p:sp>
        <p:nvSpPr>
          <p:cNvPr id="75" name="Text 71"/>
          <p:cNvSpPr txBox="1"/>
          <p:nvPr/>
        </p:nvSpPr>
        <p:spPr>
          <a:xfrm>
            <a:off x="640080" y="3520440"/>
            <a:ext cx="7863840" cy="1005840"/>
          </a:xfrm>
          <a:prstGeom prst="rect">
            <a:avLst/>
          </a:prstGeom>
          <a:noFill/>
          <a:ln/>
        </p:spPr>
        <p:txBody>
          <a:bodyPr wrap="square" lIns="0" tIns="0" rIns="0" bIns="0" rtlCol="0" anchor="ctr"/>
          <a:lstStyle/>
          <a:p>
            <a:pPr indent="0" marL="0">
              <a:buNone/>
            </a:pPr>
            <a:r>
              <a:rPr lang="en-US" sz="1300" b="1" dirty="0">
                <a:solidFill>
                  <a:srgbClr val="E53935"/>
                </a:solidFill>
                <a:latin typeface="Calibri" pitchFamily="34" charset="0"/>
                <a:ea typeface="Calibri" pitchFamily="34" charset="-122"/>
                <a:cs typeface="Calibri" pitchFamily="34" charset="-120"/>
              </a:rPr>
              <a:t>Pola: </a:t>
            </a:r>
            <a:pPr indent="0" marL="0">
              <a:buNone/>
            </a:pPr>
            <a:r>
              <a:rPr lang="en-US" sz="1300" dirty="0">
                <a:solidFill>
                  <a:srgbClr val="1E2A26"/>
                </a:solidFill>
                <a:latin typeface="Calibri" pitchFamily="34" charset="0"/>
                <a:ea typeface="Calibri" pitchFamily="34" charset="-122"/>
                <a:cs typeface="Calibri" pitchFamily="34" charset="-120"/>
              </a:rPr>
              <a:t>setiap Jumat setoran selalu rendah. </a:t>
            </a:r>
            <a:pPr indent="0" marL="0">
              <a:buNone/>
            </a:pPr>
            <a:r>
              <a:rPr lang="en-US" sz="1300" b="1" dirty="0">
                <a:solidFill>
                  <a:srgbClr val="1E2A26"/>
                </a:solidFill>
                <a:latin typeface="Calibri" pitchFamily="34" charset="0"/>
                <a:ea typeface="Calibri" pitchFamily="34" charset="-122"/>
                <a:cs typeface="Calibri" pitchFamily="34" charset="-120"/>
              </a:rPr>
              <a:t>Dugaan: </a:t>
            </a:r>
            <a:pPr indent="0" marL="0">
              <a:buNone/>
            </a:pPr>
            <a:r>
              <a:rPr lang="en-US" sz="1300" dirty="0">
                <a:solidFill>
                  <a:srgbClr val="1E2A26"/>
                </a:solidFill>
                <a:latin typeface="Calibri" pitchFamily="34" charset="0"/>
                <a:ea typeface="Calibri" pitchFamily="34" charset="-122"/>
                <a:cs typeface="Calibri" pitchFamily="34" charset="-120"/>
              </a:rPr>
              <a:t>Jumat banyak kegiatan (kerja bakti, libur). </a:t>
            </a:r>
            <a:pPr indent="0" marL="0">
              <a:buNone/>
            </a:pPr>
            <a:r>
              <a:rPr lang="en-US" sz="1300" b="1" dirty="0">
                <a:solidFill>
                  <a:srgbClr val="1E2A26"/>
                </a:solidFill>
                <a:latin typeface="Calibri" pitchFamily="34" charset="0"/>
                <a:ea typeface="Calibri" pitchFamily="34" charset="-122"/>
                <a:cs typeface="Calibri" pitchFamily="34" charset="-120"/>
              </a:rPr>
              <a:t>Tindakan: </a:t>
            </a:r>
            <a:pPr indent="0" marL="0">
              <a:buNone/>
            </a:pPr>
            <a:r>
              <a:rPr lang="en-US" sz="1300" dirty="0">
                <a:solidFill>
                  <a:srgbClr val="1E2A26"/>
                </a:solidFill>
                <a:latin typeface="Calibri" pitchFamily="34" charset="0"/>
                <a:ea typeface="Calibri" pitchFamily="34" charset="-122"/>
                <a:cs typeface="Calibri" pitchFamily="34" charset="-120"/>
              </a:rPr>
              <a:t>jadwalkan murajaah ringan di hari Jumat.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Latihan Dekomposisi dan Pola</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Tanpa komputer · kerja kelompok</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Memecah masalah pesantren</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4–5</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Menemukan pola</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6</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Presentasi</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Dekomposisi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88720"/>
            <a:ext cx="4114800" cy="365760"/>
          </a:xfrm>
          <a:prstGeom prst="rect">
            <a:avLst/>
          </a:prstGeom>
          <a:noFill/>
          <a:ln/>
        </p:spPr>
        <p:txBody>
          <a:bodyPr wrap="square" lIns="0" tIns="0" rIns="0" bIns="0" rtlCol="0" anchor="t"/>
          <a:lstStyle/>
          <a:p>
            <a:pPr indent="0" marL="0">
              <a:buNone/>
            </a:pPr>
            <a:r>
              <a:rPr lang="en-US" sz="1600" b="1" dirty="0">
                <a:solidFill>
                  <a:srgbClr val="0F4C3A"/>
                </a:solidFill>
                <a:latin typeface="Cambria" pitchFamily="34" charset="0"/>
                <a:ea typeface="Cambria" pitchFamily="34" charset="-122"/>
                <a:cs typeface="Cambria" pitchFamily="34" charset="-120"/>
              </a:rPr>
              <a:t>Pilihan Masalah Besar</a:t>
            </a:r>
            <a:endParaRPr lang="en-US" sz="1600" dirty="0"/>
          </a:p>
        </p:txBody>
      </p:sp>
      <p:sp>
        <p:nvSpPr>
          <p:cNvPr id="11" name="Shape 7"/>
          <p:cNvSpPr/>
          <p:nvPr/>
        </p:nvSpPr>
        <p:spPr>
          <a:xfrm>
            <a:off x="960120" y="1792224"/>
            <a:ext cx="274320" cy="274320"/>
          </a:xfrm>
          <a:prstGeom prst="roundRect">
            <a:avLst>
              <a:gd name="adj" fmla="val 16667"/>
            </a:avLst>
          </a:prstGeom>
          <a:solidFill>
            <a:srgbClr val="1F7A5C"/>
          </a:solidFill>
          <a:ln w="19050">
            <a:solidFill>
              <a:srgbClr val="1F7A5C"/>
            </a:solidFill>
            <a:prstDash val="solid"/>
          </a:ln>
        </p:spPr>
      </p:sp>
      <p:sp>
        <p:nvSpPr>
          <p:cNvPr id="12" name="Text 8"/>
          <p:cNvSpPr txBox="1"/>
          <p:nvPr/>
        </p:nvSpPr>
        <p:spPr>
          <a:xfrm>
            <a:off x="960120" y="1792224"/>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3" name="Text 9"/>
          <p:cNvSpPr txBox="1"/>
          <p:nvPr/>
        </p:nvSpPr>
        <p:spPr>
          <a:xfrm>
            <a:off x="1417320" y="173736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Mengadakan lomba antar kamar</a:t>
            </a:r>
            <a:endParaRPr lang="en-US" sz="1350" dirty="0"/>
          </a:p>
        </p:txBody>
      </p:sp>
      <p:sp>
        <p:nvSpPr>
          <p:cNvPr id="14" name="Shape 10"/>
          <p:cNvSpPr/>
          <p:nvPr/>
        </p:nvSpPr>
        <p:spPr>
          <a:xfrm>
            <a:off x="960120" y="2295144"/>
            <a:ext cx="274320" cy="274320"/>
          </a:xfrm>
          <a:prstGeom prst="roundRect">
            <a:avLst>
              <a:gd name="adj" fmla="val 16667"/>
            </a:avLst>
          </a:prstGeom>
          <a:solidFill>
            <a:srgbClr val="FFFFFF"/>
          </a:solidFill>
          <a:ln w="19050">
            <a:solidFill>
              <a:srgbClr val="1F7A5C"/>
            </a:solidFill>
            <a:prstDash val="solid"/>
          </a:ln>
        </p:spPr>
      </p:sp>
      <p:sp>
        <p:nvSpPr>
          <p:cNvPr id="15" name="Text 11"/>
          <p:cNvSpPr txBox="1"/>
          <p:nvPr/>
        </p:nvSpPr>
        <p:spPr>
          <a:xfrm>
            <a:off x="1417320" y="224028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Membersihkan seluruh asrama dalam 1 hari</a:t>
            </a:r>
            <a:endParaRPr lang="en-US" sz="1350" dirty="0"/>
          </a:p>
        </p:txBody>
      </p:sp>
      <p:sp>
        <p:nvSpPr>
          <p:cNvPr id="16" name="Shape 12"/>
          <p:cNvSpPr/>
          <p:nvPr/>
        </p:nvSpPr>
        <p:spPr>
          <a:xfrm>
            <a:off x="960120" y="2798064"/>
            <a:ext cx="274320" cy="274320"/>
          </a:xfrm>
          <a:prstGeom prst="roundRect">
            <a:avLst>
              <a:gd name="adj" fmla="val 16667"/>
            </a:avLst>
          </a:prstGeom>
          <a:solidFill>
            <a:srgbClr val="FFFFFF"/>
          </a:solidFill>
          <a:ln w="19050">
            <a:solidFill>
              <a:srgbClr val="1F7A5C"/>
            </a:solidFill>
            <a:prstDash val="solid"/>
          </a:ln>
        </p:spPr>
      </p:sp>
      <p:sp>
        <p:nvSpPr>
          <p:cNvPr id="17" name="Text 13"/>
          <p:cNvSpPr txBox="1"/>
          <p:nvPr/>
        </p:nvSpPr>
        <p:spPr>
          <a:xfrm>
            <a:off x="1417320" y="274320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Menyiapkan santri menghadapi ujian akhir</a:t>
            </a:r>
            <a:endParaRPr lang="en-US" sz="1350" dirty="0"/>
          </a:p>
        </p:txBody>
      </p:sp>
      <p:sp>
        <p:nvSpPr>
          <p:cNvPr id="18" name="Shape 14"/>
          <p:cNvSpPr/>
          <p:nvPr/>
        </p:nvSpPr>
        <p:spPr>
          <a:xfrm>
            <a:off x="960120" y="3300984"/>
            <a:ext cx="274320" cy="274320"/>
          </a:xfrm>
          <a:prstGeom prst="roundRect">
            <a:avLst>
              <a:gd name="adj" fmla="val 16667"/>
            </a:avLst>
          </a:prstGeom>
          <a:solidFill>
            <a:srgbClr val="FFFFFF"/>
          </a:solidFill>
          <a:ln w="19050">
            <a:solidFill>
              <a:srgbClr val="1F7A5C"/>
            </a:solidFill>
            <a:prstDash val="solid"/>
          </a:ln>
        </p:spPr>
      </p:sp>
      <p:sp>
        <p:nvSpPr>
          <p:cNvPr id="19" name="Text 15"/>
          <p:cNvSpPr txBox="1"/>
          <p:nvPr/>
        </p:nvSpPr>
        <p:spPr>
          <a:xfrm>
            <a:off x="1417320" y="324612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Mengelola perpustakaan agar ramai pengunjung</a:t>
            </a:r>
            <a:endParaRPr lang="en-US" sz="1350" dirty="0"/>
          </a:p>
        </p:txBody>
      </p:sp>
      <p:sp>
        <p:nvSpPr>
          <p:cNvPr id="20" name="Shape 16"/>
          <p:cNvSpPr/>
          <p:nvPr/>
        </p:nvSpPr>
        <p:spPr>
          <a:xfrm>
            <a:off x="960120" y="3803904"/>
            <a:ext cx="274320" cy="274320"/>
          </a:xfrm>
          <a:prstGeom prst="roundRect">
            <a:avLst>
              <a:gd name="adj" fmla="val 16667"/>
            </a:avLst>
          </a:prstGeom>
          <a:solidFill>
            <a:srgbClr val="FFFFFF"/>
          </a:solidFill>
          <a:ln w="19050">
            <a:solidFill>
              <a:srgbClr val="1F7A5C"/>
            </a:solidFill>
            <a:prstDash val="solid"/>
          </a:ln>
        </p:spPr>
      </p:sp>
      <p:sp>
        <p:nvSpPr>
          <p:cNvPr id="21" name="Text 17"/>
          <p:cNvSpPr txBox="1"/>
          <p:nvPr/>
        </p:nvSpPr>
        <p:spPr>
          <a:xfrm>
            <a:off x="1417320" y="3749040"/>
            <a:ext cx="3931920" cy="384048"/>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Menyambut santri baru</a:t>
            </a:r>
            <a:endParaRPr lang="en-US" sz="1350" dirty="0"/>
          </a:p>
        </p:txBody>
      </p:sp>
      <p:sp>
        <p:nvSpPr>
          <p:cNvPr id="22" name="Shape 18"/>
          <p:cNvSpPr/>
          <p:nvPr/>
        </p:nvSpPr>
        <p:spPr>
          <a:xfrm>
            <a:off x="896112" y="1719072"/>
            <a:ext cx="4517136" cy="448056"/>
          </a:xfrm>
          <a:prstGeom prst="roundRect">
            <a:avLst>
              <a:gd name="adj" fmla="val 10204"/>
            </a:avLst>
          </a:prstGeom>
          <a:solidFill>
            <a:srgbClr val="FFFFFF">
              <a:alpha val="0"/>
            </a:srgbClr>
          </a:solidFill>
          <a:ln w="31750">
            <a:solidFill>
              <a:srgbClr val="E53935"/>
            </a:solidFill>
            <a:prstDash val="solid"/>
          </a:ln>
        </p:spPr>
      </p:sp>
      <p:sp>
        <p:nvSpPr>
          <p:cNvPr id="23" name="Shape 19"/>
          <p:cNvSpPr/>
          <p:nvPr/>
        </p:nvSpPr>
        <p:spPr>
          <a:xfrm>
            <a:off x="5276088" y="1581912"/>
            <a:ext cx="274320" cy="274320"/>
          </a:xfrm>
          <a:prstGeom prst="ellipse">
            <a:avLst/>
          </a:prstGeom>
          <a:solidFill>
            <a:srgbClr val="E53935"/>
          </a:solidFill>
          <a:ln w="12700">
            <a:solidFill>
              <a:srgbClr val="FFFFFF"/>
            </a:solidFill>
            <a:prstDash val="solid"/>
          </a:ln>
        </p:spPr>
      </p:sp>
      <p:sp>
        <p:nvSpPr>
          <p:cNvPr id="24" name="Text 20"/>
          <p:cNvSpPr txBox="1"/>
          <p:nvPr/>
        </p:nvSpPr>
        <p:spPr>
          <a:xfrm>
            <a:off x="5276088" y="158191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25" name="Image 2" descr="preencoded.png">    </p:cNvPr>
          <p:cNvPicPr>
            <a:picLocks noChangeAspect="1"/>
          </p:cNvPicPr>
          <p:nvPr/>
        </p:nvPicPr>
        <p:blipFill>
          <a:blip r:embed="rId3"/>
          <a:stretch>
            <a:fillRect/>
          </a:stretch>
        </p:blipFill>
        <p:spPr>
          <a:xfrm>
            <a:off x="3378708" y="1963674"/>
            <a:ext cx="237744" cy="237744"/>
          </a:xfrm>
          <a:prstGeom prst="rect">
            <a:avLst/>
          </a:prstGeom>
        </p:spPr>
      </p:pic>
      <p:sp>
        <p:nvSpPr>
          <p:cNvPr id="26" name="Text 2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27" name="Text 2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Pilih satu masalah besar di pesantren</a:t>
            </a:r>
            <a:endParaRPr lang="en-US" sz="1800" dirty="0"/>
          </a:p>
        </p:txBody>
      </p:sp>
      <p:sp>
        <p:nvSpPr>
          <p:cNvPr id="28" name="Text 2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Contoh: mengadakan lomba antar kamar, membersihkan seluruh asrama, menyiapkan ujian akhir, mengelola perpustakaan.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Dekomposisi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502920" y="1051560"/>
            <a:ext cx="5120640" cy="3611880"/>
          </a:xfrm>
          <a:prstGeom prst="rect">
            <a:avLst/>
          </a:prstGeom>
          <a:solidFill>
            <a:srgbClr val="FFFFFF"/>
          </a:solidFill>
          <a:ln w="12700">
            <a:solidFill>
              <a:srgbClr val="BBBBBB"/>
            </a:solidFill>
            <a:prstDash val="solid"/>
          </a:ln>
        </p:spPr>
      </p:sp>
      <p:sp>
        <p:nvSpPr>
          <p:cNvPr id="10" name="Shape 6"/>
          <p:cNvSpPr/>
          <p:nvPr/>
        </p:nvSpPr>
        <p:spPr>
          <a:xfrm>
            <a:off x="2240280" y="2537460"/>
            <a:ext cx="1645920" cy="640080"/>
          </a:xfrm>
          <a:prstGeom prst="ellipse">
            <a:avLst/>
          </a:prstGeom>
          <a:solidFill>
            <a:srgbClr val="FFFFFF"/>
          </a:solidFill>
          <a:ln w="19050">
            <a:solidFill>
              <a:srgbClr val="333333"/>
            </a:solidFill>
            <a:prstDash val="solid"/>
          </a:ln>
        </p:spPr>
      </p:sp>
      <p:sp>
        <p:nvSpPr>
          <p:cNvPr id="11" name="Text 7"/>
          <p:cNvSpPr txBox="1"/>
          <p:nvPr/>
        </p:nvSpPr>
        <p:spPr>
          <a:xfrm>
            <a:off x="2240280" y="2537460"/>
            <a:ext cx="1645920" cy="640080"/>
          </a:xfrm>
          <a:prstGeom prst="rect">
            <a:avLst/>
          </a:prstGeom>
          <a:noFill/>
          <a:ln/>
        </p:spPr>
        <p:txBody>
          <a:bodyPr wrap="square" lIns="0" tIns="0" rIns="0" bIns="0" rtlCol="0" anchor="ctr"/>
          <a:lstStyle/>
          <a:p>
            <a:pPr algn="ctr" indent="0" marL="0">
              <a:buNone/>
            </a:pPr>
            <a:r>
              <a:rPr lang="en-US" sz="1100" b="1" dirty="0">
                <a:solidFill>
                  <a:srgbClr val="1E2A26"/>
                </a:solidFill>
                <a:latin typeface="Arial" pitchFamily="34" charset="0"/>
                <a:ea typeface="Arial" pitchFamily="34" charset="-122"/>
                <a:cs typeface="Arial" pitchFamily="34" charset="-120"/>
              </a:rPr>
              <a:t>Lomba antar kamar</a:t>
            </a:r>
            <a:endParaRPr lang="en-US" sz="1100" dirty="0"/>
          </a:p>
        </p:txBody>
      </p:sp>
      <p:sp>
        <p:nvSpPr>
          <p:cNvPr id="12" name="Shape 8"/>
          <p:cNvSpPr/>
          <p:nvPr/>
        </p:nvSpPr>
        <p:spPr>
          <a:xfrm>
            <a:off x="3063240" y="2857500"/>
            <a:ext cx="1920240" cy="9144"/>
          </a:xfrm>
          <a:prstGeom prst="line">
            <a:avLst/>
          </a:prstGeom>
          <a:noFill/>
          <a:ln w="12700">
            <a:solidFill>
              <a:srgbClr val="666666"/>
            </a:solidFill>
            <a:prstDash val="solid"/>
          </a:ln>
        </p:spPr>
      </p:sp>
      <p:sp>
        <p:nvSpPr>
          <p:cNvPr id="13" name="Shape 9"/>
          <p:cNvSpPr/>
          <p:nvPr/>
        </p:nvSpPr>
        <p:spPr>
          <a:xfrm>
            <a:off x="4480560" y="2692908"/>
            <a:ext cx="1005840" cy="329184"/>
          </a:xfrm>
          <a:prstGeom prst="roundRect">
            <a:avLst>
              <a:gd name="adj" fmla="val 22222"/>
            </a:avLst>
          </a:prstGeom>
          <a:solidFill>
            <a:srgbClr val="E6F2EC"/>
          </a:solidFill>
          <a:ln w="12700">
            <a:solidFill>
              <a:srgbClr val="E6F2EC"/>
            </a:solidFill>
            <a:prstDash val="solid"/>
          </a:ln>
        </p:spPr>
      </p:sp>
      <p:sp>
        <p:nvSpPr>
          <p:cNvPr id="14" name="Text 10"/>
          <p:cNvSpPr txBox="1"/>
          <p:nvPr/>
        </p:nvSpPr>
        <p:spPr>
          <a:xfrm>
            <a:off x="4480560" y="2692908"/>
            <a:ext cx="1005840" cy="329184"/>
          </a:xfrm>
          <a:prstGeom prst="rect">
            <a:avLst/>
          </a:prstGeom>
          <a:noFill/>
          <a:ln/>
        </p:spPr>
        <p:txBody>
          <a:bodyPr wrap="square" lIns="0" tIns="0" rIns="0" bIns="0" rtlCol="0" anchor="ctr"/>
          <a:lstStyle/>
          <a:p>
            <a:pPr algn="ctr" indent="0" marL="0">
              <a:buNone/>
            </a:pPr>
            <a:r>
              <a:rPr lang="en-US" sz="1050" dirty="0">
                <a:solidFill>
                  <a:srgbClr val="1155CC"/>
                </a:solidFill>
                <a:latin typeface="Arial" pitchFamily="34" charset="0"/>
                <a:ea typeface="Arial" pitchFamily="34" charset="-122"/>
                <a:cs typeface="Arial" pitchFamily="34" charset="-120"/>
              </a:rPr>
              <a:t>Jenis lomba</a:t>
            </a:r>
            <a:endParaRPr lang="en-US" sz="1050" dirty="0"/>
          </a:p>
        </p:txBody>
      </p:sp>
      <p:sp>
        <p:nvSpPr>
          <p:cNvPr id="15" name="Shape 11"/>
          <p:cNvSpPr/>
          <p:nvPr/>
        </p:nvSpPr>
        <p:spPr>
          <a:xfrm>
            <a:off x="3063240" y="2857500"/>
            <a:ext cx="960120" cy="989867"/>
          </a:xfrm>
          <a:prstGeom prst="line">
            <a:avLst/>
          </a:prstGeom>
          <a:noFill/>
          <a:ln w="12700">
            <a:solidFill>
              <a:srgbClr val="666666"/>
            </a:solidFill>
            <a:prstDash val="solid"/>
          </a:ln>
        </p:spPr>
      </p:sp>
      <p:sp>
        <p:nvSpPr>
          <p:cNvPr id="16" name="Shape 12"/>
          <p:cNvSpPr/>
          <p:nvPr/>
        </p:nvSpPr>
        <p:spPr>
          <a:xfrm>
            <a:off x="3520440" y="3682775"/>
            <a:ext cx="1005840" cy="329184"/>
          </a:xfrm>
          <a:prstGeom prst="roundRect">
            <a:avLst>
              <a:gd name="adj" fmla="val 22222"/>
            </a:avLst>
          </a:prstGeom>
          <a:solidFill>
            <a:srgbClr val="E6F2EC"/>
          </a:solidFill>
          <a:ln w="12700">
            <a:solidFill>
              <a:srgbClr val="E6F2EC"/>
            </a:solidFill>
            <a:prstDash val="solid"/>
          </a:ln>
        </p:spPr>
      </p:sp>
      <p:sp>
        <p:nvSpPr>
          <p:cNvPr id="17" name="Text 13"/>
          <p:cNvSpPr txBox="1"/>
          <p:nvPr/>
        </p:nvSpPr>
        <p:spPr>
          <a:xfrm>
            <a:off x="3520440" y="3682775"/>
            <a:ext cx="1005840" cy="329184"/>
          </a:xfrm>
          <a:prstGeom prst="rect">
            <a:avLst/>
          </a:prstGeom>
          <a:noFill/>
          <a:ln/>
        </p:spPr>
        <p:txBody>
          <a:bodyPr wrap="square" lIns="0" tIns="0" rIns="0" bIns="0" rtlCol="0" anchor="ctr"/>
          <a:lstStyle/>
          <a:p>
            <a:pPr algn="ctr" indent="0" marL="0">
              <a:buNone/>
            </a:pPr>
            <a:r>
              <a:rPr lang="en-US" sz="1050" dirty="0">
                <a:solidFill>
                  <a:srgbClr val="1155CC"/>
                </a:solidFill>
                <a:latin typeface="Arial" pitchFamily="34" charset="0"/>
                <a:ea typeface="Arial" pitchFamily="34" charset="-122"/>
                <a:cs typeface="Arial" pitchFamily="34" charset="-120"/>
              </a:rPr>
              <a:t>Juri</a:t>
            </a:r>
            <a:endParaRPr lang="en-US" sz="1050" dirty="0"/>
          </a:p>
        </p:txBody>
      </p:sp>
      <p:sp>
        <p:nvSpPr>
          <p:cNvPr id="18" name="Shape 14"/>
          <p:cNvSpPr/>
          <p:nvPr/>
        </p:nvSpPr>
        <p:spPr>
          <a:xfrm flipH="1">
            <a:off x="2103120" y="2857500"/>
            <a:ext cx="960120" cy="989867"/>
          </a:xfrm>
          <a:prstGeom prst="line">
            <a:avLst/>
          </a:prstGeom>
          <a:noFill/>
          <a:ln w="12700">
            <a:solidFill>
              <a:srgbClr val="666666"/>
            </a:solidFill>
            <a:prstDash val="solid"/>
          </a:ln>
        </p:spPr>
      </p:sp>
      <p:sp>
        <p:nvSpPr>
          <p:cNvPr id="19" name="Shape 15"/>
          <p:cNvSpPr/>
          <p:nvPr/>
        </p:nvSpPr>
        <p:spPr>
          <a:xfrm>
            <a:off x="1600200" y="3682775"/>
            <a:ext cx="1005840" cy="329184"/>
          </a:xfrm>
          <a:prstGeom prst="roundRect">
            <a:avLst>
              <a:gd name="adj" fmla="val 22222"/>
            </a:avLst>
          </a:prstGeom>
          <a:solidFill>
            <a:srgbClr val="E6F2EC"/>
          </a:solidFill>
          <a:ln w="12700">
            <a:solidFill>
              <a:srgbClr val="E6F2EC"/>
            </a:solidFill>
            <a:prstDash val="solid"/>
          </a:ln>
        </p:spPr>
      </p:sp>
      <p:sp>
        <p:nvSpPr>
          <p:cNvPr id="20" name="Text 16"/>
          <p:cNvSpPr txBox="1"/>
          <p:nvPr/>
        </p:nvSpPr>
        <p:spPr>
          <a:xfrm>
            <a:off x="1600200" y="3682775"/>
            <a:ext cx="1005840" cy="329184"/>
          </a:xfrm>
          <a:prstGeom prst="rect">
            <a:avLst/>
          </a:prstGeom>
          <a:noFill/>
          <a:ln/>
        </p:spPr>
        <p:txBody>
          <a:bodyPr wrap="square" lIns="0" tIns="0" rIns="0" bIns="0" rtlCol="0" anchor="ctr"/>
          <a:lstStyle/>
          <a:p>
            <a:pPr algn="ctr" indent="0" marL="0">
              <a:buNone/>
            </a:pPr>
            <a:r>
              <a:rPr lang="en-US" sz="1050" dirty="0">
                <a:solidFill>
                  <a:srgbClr val="1155CC"/>
                </a:solidFill>
                <a:latin typeface="Arial" pitchFamily="34" charset="0"/>
                <a:ea typeface="Arial" pitchFamily="34" charset="-122"/>
                <a:cs typeface="Arial" pitchFamily="34" charset="-120"/>
              </a:rPr>
              <a:t>Jadwal</a:t>
            </a:r>
            <a:endParaRPr lang="en-US" sz="1050" dirty="0"/>
          </a:p>
        </p:txBody>
      </p:sp>
      <p:sp>
        <p:nvSpPr>
          <p:cNvPr id="21" name="Shape 17"/>
          <p:cNvSpPr/>
          <p:nvPr/>
        </p:nvSpPr>
        <p:spPr>
          <a:xfrm flipH="1">
            <a:off x="1143000" y="2857500"/>
            <a:ext cx="1920240" cy="9144"/>
          </a:xfrm>
          <a:prstGeom prst="line">
            <a:avLst/>
          </a:prstGeom>
          <a:noFill/>
          <a:ln w="12700">
            <a:solidFill>
              <a:srgbClr val="666666"/>
            </a:solidFill>
            <a:prstDash val="solid"/>
          </a:ln>
        </p:spPr>
      </p:sp>
      <p:sp>
        <p:nvSpPr>
          <p:cNvPr id="22" name="Shape 18"/>
          <p:cNvSpPr/>
          <p:nvPr/>
        </p:nvSpPr>
        <p:spPr>
          <a:xfrm>
            <a:off x="640080" y="2692908"/>
            <a:ext cx="1005840" cy="329184"/>
          </a:xfrm>
          <a:prstGeom prst="roundRect">
            <a:avLst>
              <a:gd name="adj" fmla="val 22222"/>
            </a:avLst>
          </a:prstGeom>
          <a:solidFill>
            <a:srgbClr val="E6F2EC"/>
          </a:solidFill>
          <a:ln w="12700">
            <a:solidFill>
              <a:srgbClr val="E6F2EC"/>
            </a:solidFill>
            <a:prstDash val="solid"/>
          </a:ln>
        </p:spPr>
      </p:sp>
      <p:sp>
        <p:nvSpPr>
          <p:cNvPr id="23" name="Text 19"/>
          <p:cNvSpPr txBox="1"/>
          <p:nvPr/>
        </p:nvSpPr>
        <p:spPr>
          <a:xfrm>
            <a:off x="640080" y="2692908"/>
            <a:ext cx="1005840" cy="329184"/>
          </a:xfrm>
          <a:prstGeom prst="rect">
            <a:avLst/>
          </a:prstGeom>
          <a:noFill/>
          <a:ln/>
        </p:spPr>
        <p:txBody>
          <a:bodyPr wrap="square" lIns="0" tIns="0" rIns="0" bIns="0" rtlCol="0" anchor="ctr"/>
          <a:lstStyle/>
          <a:p>
            <a:pPr algn="ctr" indent="0" marL="0">
              <a:buNone/>
            </a:pPr>
            <a:r>
              <a:rPr lang="en-US" sz="1050" dirty="0">
                <a:solidFill>
                  <a:srgbClr val="1155CC"/>
                </a:solidFill>
                <a:latin typeface="Arial" pitchFamily="34" charset="0"/>
                <a:ea typeface="Arial" pitchFamily="34" charset="-122"/>
                <a:cs typeface="Arial" pitchFamily="34" charset="-120"/>
              </a:rPr>
              <a:t>Hadiah</a:t>
            </a:r>
            <a:endParaRPr lang="en-US" sz="1050" dirty="0"/>
          </a:p>
        </p:txBody>
      </p:sp>
      <p:sp>
        <p:nvSpPr>
          <p:cNvPr id="24" name="Shape 20"/>
          <p:cNvSpPr/>
          <p:nvPr/>
        </p:nvSpPr>
        <p:spPr>
          <a:xfrm flipH="1" flipV="1">
            <a:off x="2103120" y="1867633"/>
            <a:ext cx="960120" cy="989867"/>
          </a:xfrm>
          <a:prstGeom prst="line">
            <a:avLst/>
          </a:prstGeom>
          <a:noFill/>
          <a:ln w="12700">
            <a:solidFill>
              <a:srgbClr val="666666"/>
            </a:solidFill>
            <a:prstDash val="solid"/>
          </a:ln>
        </p:spPr>
      </p:sp>
      <p:sp>
        <p:nvSpPr>
          <p:cNvPr id="25" name="Shape 21"/>
          <p:cNvSpPr/>
          <p:nvPr/>
        </p:nvSpPr>
        <p:spPr>
          <a:xfrm>
            <a:off x="1600200" y="1703041"/>
            <a:ext cx="1005840" cy="329184"/>
          </a:xfrm>
          <a:prstGeom prst="roundRect">
            <a:avLst>
              <a:gd name="adj" fmla="val 22222"/>
            </a:avLst>
          </a:prstGeom>
          <a:solidFill>
            <a:srgbClr val="E6F2EC"/>
          </a:solidFill>
          <a:ln w="12700">
            <a:solidFill>
              <a:srgbClr val="E6F2EC"/>
            </a:solidFill>
            <a:prstDash val="solid"/>
          </a:ln>
        </p:spPr>
      </p:sp>
      <p:sp>
        <p:nvSpPr>
          <p:cNvPr id="26" name="Text 22"/>
          <p:cNvSpPr txBox="1"/>
          <p:nvPr/>
        </p:nvSpPr>
        <p:spPr>
          <a:xfrm>
            <a:off x="1600200" y="1703041"/>
            <a:ext cx="1005840" cy="329184"/>
          </a:xfrm>
          <a:prstGeom prst="rect">
            <a:avLst/>
          </a:prstGeom>
          <a:noFill/>
          <a:ln/>
        </p:spPr>
        <p:txBody>
          <a:bodyPr wrap="square" lIns="0" tIns="0" rIns="0" bIns="0" rtlCol="0" anchor="ctr"/>
          <a:lstStyle/>
          <a:p>
            <a:pPr algn="ctr" indent="0" marL="0">
              <a:buNone/>
            </a:pPr>
            <a:r>
              <a:rPr lang="en-US" sz="1050" dirty="0">
                <a:solidFill>
                  <a:srgbClr val="1155CC"/>
                </a:solidFill>
                <a:latin typeface="Arial" pitchFamily="34" charset="0"/>
                <a:ea typeface="Arial" pitchFamily="34" charset="-122"/>
                <a:cs typeface="Arial" pitchFamily="34" charset="-120"/>
              </a:rPr>
              <a:t>Peserta</a:t>
            </a:r>
            <a:endParaRPr lang="en-US" sz="1050" dirty="0"/>
          </a:p>
        </p:txBody>
      </p:sp>
      <p:sp>
        <p:nvSpPr>
          <p:cNvPr id="27" name="Shape 23"/>
          <p:cNvSpPr/>
          <p:nvPr/>
        </p:nvSpPr>
        <p:spPr>
          <a:xfrm flipV="1">
            <a:off x="3063240" y="1867633"/>
            <a:ext cx="960120" cy="989867"/>
          </a:xfrm>
          <a:prstGeom prst="line">
            <a:avLst/>
          </a:prstGeom>
          <a:noFill/>
          <a:ln w="12700">
            <a:solidFill>
              <a:srgbClr val="666666"/>
            </a:solidFill>
            <a:prstDash val="solid"/>
          </a:ln>
        </p:spPr>
      </p:sp>
      <p:sp>
        <p:nvSpPr>
          <p:cNvPr id="28" name="Shape 24"/>
          <p:cNvSpPr/>
          <p:nvPr/>
        </p:nvSpPr>
        <p:spPr>
          <a:xfrm>
            <a:off x="3520440" y="1703041"/>
            <a:ext cx="1005840" cy="329184"/>
          </a:xfrm>
          <a:prstGeom prst="roundRect">
            <a:avLst>
              <a:gd name="adj" fmla="val 22222"/>
            </a:avLst>
          </a:prstGeom>
          <a:solidFill>
            <a:srgbClr val="E6F2EC"/>
          </a:solidFill>
          <a:ln w="12700">
            <a:solidFill>
              <a:srgbClr val="E6F2EC"/>
            </a:solidFill>
            <a:prstDash val="solid"/>
          </a:ln>
        </p:spPr>
      </p:sp>
      <p:sp>
        <p:nvSpPr>
          <p:cNvPr id="29" name="Text 25"/>
          <p:cNvSpPr txBox="1"/>
          <p:nvPr/>
        </p:nvSpPr>
        <p:spPr>
          <a:xfrm>
            <a:off x="3520440" y="1703041"/>
            <a:ext cx="1005840" cy="329184"/>
          </a:xfrm>
          <a:prstGeom prst="rect">
            <a:avLst/>
          </a:prstGeom>
          <a:noFill/>
          <a:ln/>
        </p:spPr>
        <p:txBody>
          <a:bodyPr wrap="square" lIns="0" tIns="0" rIns="0" bIns="0" rtlCol="0" anchor="ctr"/>
          <a:lstStyle/>
          <a:p>
            <a:pPr algn="ctr" indent="0" marL="0">
              <a:buNone/>
            </a:pPr>
            <a:r>
              <a:rPr lang="en-US" sz="1050" dirty="0">
                <a:solidFill>
                  <a:srgbClr val="1155CC"/>
                </a:solidFill>
                <a:latin typeface="Arial" pitchFamily="34" charset="0"/>
                <a:ea typeface="Arial" pitchFamily="34" charset="-122"/>
                <a:cs typeface="Arial" pitchFamily="34" charset="-120"/>
              </a:rPr>
              <a:t>Tempat</a:t>
            </a:r>
            <a:endParaRPr lang="en-US" sz="1050" dirty="0"/>
          </a:p>
        </p:txBody>
      </p:sp>
      <p:sp>
        <p:nvSpPr>
          <p:cNvPr id="30" name="Shape 26"/>
          <p:cNvSpPr/>
          <p:nvPr/>
        </p:nvSpPr>
        <p:spPr>
          <a:xfrm>
            <a:off x="530352" y="1078992"/>
            <a:ext cx="5065776" cy="3557016"/>
          </a:xfrm>
          <a:prstGeom prst="roundRect">
            <a:avLst>
              <a:gd name="adj" fmla="val 1285"/>
            </a:avLst>
          </a:prstGeom>
          <a:solidFill>
            <a:srgbClr val="FFFFFF">
              <a:alpha val="0"/>
            </a:srgbClr>
          </a:solidFill>
          <a:ln w="31750">
            <a:solidFill>
              <a:srgbClr val="E53935"/>
            </a:solidFill>
            <a:prstDash val="solid"/>
          </a:ln>
        </p:spPr>
      </p:sp>
      <p:sp>
        <p:nvSpPr>
          <p:cNvPr id="31" name="Shape 27"/>
          <p:cNvSpPr/>
          <p:nvPr/>
        </p:nvSpPr>
        <p:spPr>
          <a:xfrm>
            <a:off x="5458968" y="941832"/>
            <a:ext cx="274320" cy="274320"/>
          </a:xfrm>
          <a:prstGeom prst="ellipse">
            <a:avLst/>
          </a:prstGeom>
          <a:solidFill>
            <a:srgbClr val="E53935"/>
          </a:solidFill>
          <a:ln w="12700">
            <a:solidFill>
              <a:srgbClr val="FFFFFF"/>
            </a:solidFill>
            <a:prstDash val="solid"/>
          </a:ln>
        </p:spPr>
      </p:sp>
      <p:sp>
        <p:nvSpPr>
          <p:cNvPr id="32" name="Text 28"/>
          <p:cNvSpPr txBox="1"/>
          <p:nvPr/>
        </p:nvSpPr>
        <p:spPr>
          <a:xfrm>
            <a:off x="5458968" y="9418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2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34" name="Text 3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Pecah menjadi 5–7 bagian</a:t>
            </a:r>
            <a:endParaRPr lang="en-US" sz="1800" dirty="0"/>
          </a:p>
        </p:txBody>
      </p:sp>
      <p:sp>
        <p:nvSpPr>
          <p:cNvPr id="35" name="Text 3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masalah di tengah kertas. Gambar cabang ke bagian-bagian utamanya.</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Dekomposisi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Shape 6"/>
          <p:cNvSpPr/>
          <p:nvPr/>
        </p:nvSpPr>
        <p:spPr>
          <a:xfrm>
            <a:off x="960120" y="1325880"/>
            <a:ext cx="1280160" cy="411480"/>
          </a:xfrm>
          <a:prstGeom prst="roundRect">
            <a:avLst>
              <a:gd name="adj" fmla="val 17778"/>
            </a:avLst>
          </a:prstGeom>
          <a:solidFill>
            <a:srgbClr val="E6F2EC"/>
          </a:solidFill>
          <a:ln w="12700">
            <a:solidFill>
              <a:srgbClr val="E6F2EC"/>
            </a:solidFill>
            <a:prstDash val="solid"/>
          </a:ln>
        </p:spPr>
      </p:sp>
      <p:sp>
        <p:nvSpPr>
          <p:cNvPr id="11" name="Text 7"/>
          <p:cNvSpPr txBox="1"/>
          <p:nvPr/>
        </p:nvSpPr>
        <p:spPr>
          <a:xfrm>
            <a:off x="960120" y="1325880"/>
            <a:ext cx="1280160" cy="411480"/>
          </a:xfrm>
          <a:prstGeom prst="rect">
            <a:avLst/>
          </a:prstGeom>
          <a:noFill/>
          <a:ln/>
        </p:spPr>
        <p:txBody>
          <a:bodyPr wrap="square" lIns="0" tIns="0" rIns="0" bIns="0" rtlCol="0" anchor="ctr"/>
          <a:lstStyle/>
          <a:p>
            <a:pPr algn="ctr" indent="0" marL="0">
              <a:buNone/>
            </a:pPr>
            <a:r>
              <a:rPr lang="en-US" sz="1300" b="1" dirty="0">
                <a:solidFill>
                  <a:srgbClr val="1E2A26"/>
                </a:solidFill>
                <a:latin typeface="Arial" pitchFamily="34" charset="0"/>
                <a:ea typeface="Arial" pitchFamily="34" charset="-122"/>
                <a:cs typeface="Arial" pitchFamily="34" charset="-120"/>
              </a:rPr>
              <a:t>Hadiah</a:t>
            </a:r>
            <a:endParaRPr lang="en-US" sz="1300" dirty="0"/>
          </a:p>
        </p:txBody>
      </p:sp>
      <p:sp>
        <p:nvSpPr>
          <p:cNvPr id="12" name="Shape 8"/>
          <p:cNvSpPr/>
          <p:nvPr/>
        </p:nvSpPr>
        <p:spPr>
          <a:xfrm>
            <a:off x="1600200" y="1737360"/>
            <a:ext cx="548640" cy="393192"/>
          </a:xfrm>
          <a:prstGeom prst="line">
            <a:avLst/>
          </a:prstGeom>
          <a:noFill/>
          <a:ln w="12700">
            <a:solidFill>
              <a:srgbClr val="666666"/>
            </a:solidFill>
            <a:prstDash val="solid"/>
          </a:ln>
        </p:spPr>
      </p:sp>
      <p:sp>
        <p:nvSpPr>
          <p:cNvPr id="13" name="Shape 9"/>
          <p:cNvSpPr/>
          <p:nvPr/>
        </p:nvSpPr>
        <p:spPr>
          <a:xfrm>
            <a:off x="2148840" y="1965960"/>
            <a:ext cx="2926080" cy="347472"/>
          </a:xfrm>
          <a:prstGeom prst="roundRect">
            <a:avLst>
              <a:gd name="adj" fmla="val 15789"/>
            </a:avLst>
          </a:prstGeom>
          <a:solidFill>
            <a:srgbClr val="FFFFFF"/>
          </a:solidFill>
          <a:ln w="12700">
            <a:solidFill>
              <a:srgbClr val="1F7A5C"/>
            </a:solidFill>
            <a:prstDash val="solid"/>
          </a:ln>
        </p:spPr>
      </p:sp>
      <p:sp>
        <p:nvSpPr>
          <p:cNvPr id="14" name="Text 10"/>
          <p:cNvSpPr txBox="1"/>
          <p:nvPr/>
        </p:nvSpPr>
        <p:spPr>
          <a:xfrm>
            <a:off x="2240280" y="1965960"/>
            <a:ext cx="2834640" cy="347472"/>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1. Tentukan jumlah pemenang</a:t>
            </a:r>
            <a:endParaRPr lang="en-US" sz="1200" dirty="0"/>
          </a:p>
        </p:txBody>
      </p:sp>
      <p:sp>
        <p:nvSpPr>
          <p:cNvPr id="15" name="Shape 11"/>
          <p:cNvSpPr/>
          <p:nvPr/>
        </p:nvSpPr>
        <p:spPr>
          <a:xfrm>
            <a:off x="1600200" y="1737360"/>
            <a:ext cx="548640" cy="850392"/>
          </a:xfrm>
          <a:prstGeom prst="line">
            <a:avLst/>
          </a:prstGeom>
          <a:noFill/>
          <a:ln w="12700">
            <a:solidFill>
              <a:srgbClr val="666666"/>
            </a:solidFill>
            <a:prstDash val="solid"/>
          </a:ln>
        </p:spPr>
      </p:sp>
      <p:sp>
        <p:nvSpPr>
          <p:cNvPr id="16" name="Shape 12"/>
          <p:cNvSpPr/>
          <p:nvPr/>
        </p:nvSpPr>
        <p:spPr>
          <a:xfrm>
            <a:off x="2148840" y="2423160"/>
            <a:ext cx="2926080" cy="347472"/>
          </a:xfrm>
          <a:prstGeom prst="roundRect">
            <a:avLst>
              <a:gd name="adj" fmla="val 15789"/>
            </a:avLst>
          </a:prstGeom>
          <a:solidFill>
            <a:srgbClr val="FFFFFF"/>
          </a:solidFill>
          <a:ln w="12700">
            <a:solidFill>
              <a:srgbClr val="1F7A5C"/>
            </a:solidFill>
            <a:prstDash val="solid"/>
          </a:ln>
        </p:spPr>
      </p:sp>
      <p:sp>
        <p:nvSpPr>
          <p:cNvPr id="17" name="Text 13"/>
          <p:cNvSpPr txBox="1"/>
          <p:nvPr/>
        </p:nvSpPr>
        <p:spPr>
          <a:xfrm>
            <a:off x="2240280" y="2423160"/>
            <a:ext cx="2834640" cy="347472"/>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2. Hitung anggaran</a:t>
            </a:r>
            <a:endParaRPr lang="en-US" sz="1200" dirty="0"/>
          </a:p>
        </p:txBody>
      </p:sp>
      <p:sp>
        <p:nvSpPr>
          <p:cNvPr id="18" name="Shape 14"/>
          <p:cNvSpPr/>
          <p:nvPr/>
        </p:nvSpPr>
        <p:spPr>
          <a:xfrm>
            <a:off x="1600200" y="1737360"/>
            <a:ext cx="548640" cy="1307592"/>
          </a:xfrm>
          <a:prstGeom prst="line">
            <a:avLst/>
          </a:prstGeom>
          <a:noFill/>
          <a:ln w="12700">
            <a:solidFill>
              <a:srgbClr val="666666"/>
            </a:solidFill>
            <a:prstDash val="solid"/>
          </a:ln>
        </p:spPr>
      </p:sp>
      <p:sp>
        <p:nvSpPr>
          <p:cNvPr id="19" name="Shape 15"/>
          <p:cNvSpPr/>
          <p:nvPr/>
        </p:nvSpPr>
        <p:spPr>
          <a:xfrm>
            <a:off x="2148840" y="2880360"/>
            <a:ext cx="2926080" cy="347472"/>
          </a:xfrm>
          <a:prstGeom prst="roundRect">
            <a:avLst>
              <a:gd name="adj" fmla="val 15789"/>
            </a:avLst>
          </a:prstGeom>
          <a:solidFill>
            <a:srgbClr val="FFFFFF"/>
          </a:solidFill>
          <a:ln w="12700">
            <a:solidFill>
              <a:srgbClr val="1F7A5C"/>
            </a:solidFill>
            <a:prstDash val="solid"/>
          </a:ln>
        </p:spPr>
      </p:sp>
      <p:sp>
        <p:nvSpPr>
          <p:cNvPr id="20" name="Text 16"/>
          <p:cNvSpPr txBox="1"/>
          <p:nvPr/>
        </p:nvSpPr>
        <p:spPr>
          <a:xfrm>
            <a:off x="2240280" y="2880360"/>
            <a:ext cx="2834640" cy="347472"/>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3. Beli hadiah</a:t>
            </a:r>
            <a:endParaRPr lang="en-US" sz="1200" dirty="0"/>
          </a:p>
        </p:txBody>
      </p:sp>
      <p:sp>
        <p:nvSpPr>
          <p:cNvPr id="21" name="Shape 17"/>
          <p:cNvSpPr/>
          <p:nvPr/>
        </p:nvSpPr>
        <p:spPr>
          <a:xfrm>
            <a:off x="1600200" y="1737360"/>
            <a:ext cx="548640" cy="1764792"/>
          </a:xfrm>
          <a:prstGeom prst="line">
            <a:avLst/>
          </a:prstGeom>
          <a:noFill/>
          <a:ln w="12700">
            <a:solidFill>
              <a:srgbClr val="666666"/>
            </a:solidFill>
            <a:prstDash val="solid"/>
          </a:ln>
        </p:spPr>
      </p:sp>
      <p:sp>
        <p:nvSpPr>
          <p:cNvPr id="22" name="Shape 18"/>
          <p:cNvSpPr/>
          <p:nvPr/>
        </p:nvSpPr>
        <p:spPr>
          <a:xfrm>
            <a:off x="2148840" y="3337560"/>
            <a:ext cx="2926080" cy="347472"/>
          </a:xfrm>
          <a:prstGeom prst="roundRect">
            <a:avLst>
              <a:gd name="adj" fmla="val 15789"/>
            </a:avLst>
          </a:prstGeom>
          <a:solidFill>
            <a:srgbClr val="FFFFFF"/>
          </a:solidFill>
          <a:ln w="12700">
            <a:solidFill>
              <a:srgbClr val="1F7A5C"/>
            </a:solidFill>
            <a:prstDash val="solid"/>
          </a:ln>
        </p:spPr>
      </p:sp>
      <p:sp>
        <p:nvSpPr>
          <p:cNvPr id="23" name="Text 19"/>
          <p:cNvSpPr txBox="1"/>
          <p:nvPr/>
        </p:nvSpPr>
        <p:spPr>
          <a:xfrm>
            <a:off x="2240280" y="3337560"/>
            <a:ext cx="2834640" cy="347472"/>
          </a:xfrm>
          <a:prstGeom prst="rect">
            <a:avLst/>
          </a:prstGeom>
          <a:noFill/>
          <a:ln/>
        </p:spPr>
        <p:txBody>
          <a:bodyPr wrap="square" lIns="0" tIns="0" rIns="0" bIns="0" rtlCol="0" anchor="ctr"/>
          <a:lstStyle/>
          <a:p>
            <a:pPr indent="0" marL="0">
              <a:buNone/>
            </a:pPr>
            <a:r>
              <a:rPr lang="en-US" sz="1200" dirty="0">
                <a:solidFill>
                  <a:srgbClr val="1155CC"/>
                </a:solidFill>
                <a:latin typeface="Arial" pitchFamily="34" charset="0"/>
                <a:ea typeface="Arial" pitchFamily="34" charset="-122"/>
                <a:cs typeface="Arial" pitchFamily="34" charset="-120"/>
              </a:rPr>
              <a:t>4. Bungkus dan beri label</a:t>
            </a:r>
            <a:endParaRPr lang="en-US" sz="1200" dirty="0"/>
          </a:p>
        </p:txBody>
      </p:sp>
      <p:sp>
        <p:nvSpPr>
          <p:cNvPr id="24" name="Shape 20"/>
          <p:cNvSpPr/>
          <p:nvPr/>
        </p:nvSpPr>
        <p:spPr>
          <a:xfrm>
            <a:off x="2084832" y="1901952"/>
            <a:ext cx="3054096" cy="1819656"/>
          </a:xfrm>
          <a:prstGeom prst="roundRect">
            <a:avLst>
              <a:gd name="adj" fmla="val 2513"/>
            </a:avLst>
          </a:prstGeom>
          <a:solidFill>
            <a:srgbClr val="FFFFFF">
              <a:alpha val="0"/>
            </a:srgbClr>
          </a:solidFill>
          <a:ln w="31750">
            <a:solidFill>
              <a:srgbClr val="E53935"/>
            </a:solidFill>
            <a:prstDash val="solid"/>
          </a:ln>
        </p:spPr>
      </p:sp>
      <p:sp>
        <p:nvSpPr>
          <p:cNvPr id="25" name="Shape 21"/>
          <p:cNvSpPr/>
          <p:nvPr/>
        </p:nvSpPr>
        <p:spPr>
          <a:xfrm>
            <a:off x="5001768" y="1764792"/>
            <a:ext cx="274320" cy="274320"/>
          </a:xfrm>
          <a:prstGeom prst="ellipse">
            <a:avLst/>
          </a:prstGeom>
          <a:solidFill>
            <a:srgbClr val="E53935"/>
          </a:solidFill>
          <a:ln w="12700">
            <a:solidFill>
              <a:srgbClr val="FFFFFF"/>
            </a:solidFill>
            <a:prstDash val="solid"/>
          </a:ln>
        </p:spPr>
      </p:sp>
      <p:sp>
        <p:nvSpPr>
          <p:cNvPr id="26" name="Text 22"/>
          <p:cNvSpPr txBox="1"/>
          <p:nvPr/>
        </p:nvSpPr>
        <p:spPr>
          <a:xfrm>
            <a:off x="5001768" y="176479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pic>
        <p:nvPicPr>
          <p:cNvPr id="27" name="Image 2" descr="preencoded.png">    </p:cNvPr>
          <p:cNvPicPr>
            <a:picLocks noChangeAspect="1"/>
          </p:cNvPicPr>
          <p:nvPr/>
        </p:nvPicPr>
        <p:blipFill>
          <a:blip r:embed="rId3"/>
          <a:stretch>
            <a:fillRect/>
          </a:stretch>
        </p:blipFill>
        <p:spPr>
          <a:xfrm>
            <a:off x="3762756" y="2900934"/>
            <a:ext cx="237744" cy="237744"/>
          </a:xfrm>
          <a:prstGeom prst="rect">
            <a:avLst/>
          </a:prstGeom>
        </p:spPr>
      </p:pic>
      <p:sp>
        <p:nvSpPr>
          <p:cNvPr id="28" name="Text 23"/>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9" name="Text 24"/>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Pecah satu bagian lebih kecil lagi</a:t>
            </a:r>
            <a:endParaRPr lang="en-US" sz="1800" dirty="0"/>
          </a:p>
        </p:txBody>
      </p:sp>
      <p:sp>
        <p:nvSpPr>
          <p:cNvPr id="30" name="Text 25"/>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Pilih satu cabang, pecah lagi menjadi 3–4 tugas kecil yang bisa dikerjakan satu orang.</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Pola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Data_Piket_Fiktif - Google Sheets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docs.google.com/spreadsheets/...</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01168" cy="201168"/>
          </a:xfrm>
          <a:prstGeom prst="rect">
            <a:avLst/>
          </a:prstGeom>
        </p:spPr>
      </p:pic>
      <p:sp>
        <p:nvSpPr>
          <p:cNvPr id="29" name="Text 21"/>
          <p:cNvSpPr txBox="1"/>
          <p:nvPr/>
        </p:nvSpPr>
        <p:spPr>
          <a:xfrm>
            <a:off x="971824" y="1695965"/>
            <a:ext cx="201168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Data_Piket_Fiktif</a:t>
            </a:r>
            <a:endParaRPr lang="en-US" sz="900" dirty="0"/>
          </a:p>
        </p:txBody>
      </p:sp>
      <p:sp>
        <p:nvSpPr>
          <p:cNvPr id="30" name="Text 22"/>
          <p:cNvSpPr txBox="1"/>
          <p:nvPr/>
        </p:nvSpPr>
        <p:spPr>
          <a:xfrm>
            <a:off x="971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1" name="Text 23"/>
          <p:cNvSpPr txBox="1"/>
          <p:nvPr/>
        </p:nvSpPr>
        <p:spPr>
          <a:xfrm>
            <a:off x="12461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2" name="Text 24"/>
          <p:cNvSpPr txBox="1"/>
          <p:nvPr/>
        </p:nvSpPr>
        <p:spPr>
          <a:xfrm>
            <a:off x="152046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3" name="Text 25"/>
          <p:cNvSpPr txBox="1"/>
          <p:nvPr/>
        </p:nvSpPr>
        <p:spPr>
          <a:xfrm>
            <a:off x="1813072"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4" name="Text 26"/>
          <p:cNvSpPr txBox="1"/>
          <p:nvPr/>
        </p:nvSpPr>
        <p:spPr>
          <a:xfrm>
            <a:off x="216054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5" name="Text 27"/>
          <p:cNvSpPr txBox="1"/>
          <p:nvPr/>
        </p:nvSpPr>
        <p:spPr>
          <a:xfrm>
            <a:off x="25720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Data</a:t>
            </a:r>
            <a:endParaRPr lang="en-US" sz="700" dirty="0"/>
          </a:p>
        </p:txBody>
      </p:sp>
      <p:sp>
        <p:nvSpPr>
          <p:cNvPr id="36" name="Text 28"/>
          <p:cNvSpPr txBox="1"/>
          <p:nvPr/>
        </p:nvSpPr>
        <p:spPr>
          <a:xfrm>
            <a:off x="2919496"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Text 29"/>
          <p:cNvSpPr txBox="1"/>
          <p:nvPr/>
        </p:nvSpPr>
        <p:spPr>
          <a:xfrm>
            <a:off x="3257824" y="1878845"/>
            <a:ext cx="45720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Extensions</a:t>
            </a:r>
            <a:endParaRPr lang="en-US" sz="700" dirty="0"/>
          </a:p>
        </p:txBody>
      </p:sp>
      <p:sp>
        <p:nvSpPr>
          <p:cNvPr id="38" name="Shape 30"/>
          <p:cNvSpPr/>
          <p:nvPr/>
        </p:nvSpPr>
        <p:spPr>
          <a:xfrm>
            <a:off x="4880336" y="1714253"/>
            <a:ext cx="548640" cy="237744"/>
          </a:xfrm>
          <a:prstGeom prst="roundRect">
            <a:avLst>
              <a:gd name="adj" fmla="val 50000"/>
            </a:avLst>
          </a:prstGeom>
          <a:solidFill>
            <a:srgbClr val="C2E7FF"/>
          </a:solidFill>
          <a:ln w="12700">
            <a:solidFill>
              <a:srgbClr val="C2E7FF"/>
            </a:solidFill>
            <a:prstDash val="solid"/>
          </a:ln>
        </p:spPr>
      </p:sp>
      <p:sp>
        <p:nvSpPr>
          <p:cNvPr id="39" name="Text 31"/>
          <p:cNvSpPr txBox="1"/>
          <p:nvPr/>
        </p:nvSpPr>
        <p:spPr>
          <a:xfrm>
            <a:off x="4880336" y="1714253"/>
            <a:ext cx="548640" cy="237744"/>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Share</a:t>
            </a:r>
            <a:endParaRPr lang="en-US" sz="750" dirty="0"/>
          </a:p>
        </p:txBody>
      </p:sp>
      <p:sp>
        <p:nvSpPr>
          <p:cNvPr id="40" name="Shape 32"/>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1" name="Text 33"/>
          <p:cNvSpPr txBox="1"/>
          <p:nvPr/>
        </p:nvSpPr>
        <p:spPr>
          <a:xfrm>
            <a:off x="724936"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2" name="Text 34"/>
          <p:cNvSpPr txBox="1"/>
          <p:nvPr/>
        </p:nvSpPr>
        <p:spPr>
          <a:xfrm>
            <a:off x="944392"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43" name="Text 35"/>
          <p:cNvSpPr txBox="1"/>
          <p:nvPr/>
        </p:nvSpPr>
        <p:spPr>
          <a:xfrm>
            <a:off x="11638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.0</a:t>
            </a:r>
            <a:endParaRPr lang="en-US" sz="750" dirty="0"/>
          </a:p>
        </p:txBody>
      </p:sp>
      <p:sp>
        <p:nvSpPr>
          <p:cNvPr id="44" name="Text 36"/>
          <p:cNvSpPr txBox="1"/>
          <p:nvPr/>
        </p:nvSpPr>
        <p:spPr>
          <a:xfrm>
            <a:off x="1401592" y="2098301"/>
            <a:ext cx="347472"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123 ▾</a:t>
            </a:r>
            <a:endParaRPr lang="en-US" sz="750" dirty="0"/>
          </a:p>
        </p:txBody>
      </p:sp>
      <p:sp>
        <p:nvSpPr>
          <p:cNvPr id="45" name="Text 37"/>
          <p:cNvSpPr txBox="1"/>
          <p:nvPr/>
        </p:nvSpPr>
        <p:spPr>
          <a:xfrm>
            <a:off x="1785640" y="2098301"/>
            <a:ext cx="4572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Arial ▾</a:t>
            </a:r>
            <a:endParaRPr lang="en-US" sz="750" dirty="0"/>
          </a:p>
        </p:txBody>
      </p:sp>
      <p:sp>
        <p:nvSpPr>
          <p:cNvPr id="46" name="Text 38"/>
          <p:cNvSpPr txBox="1"/>
          <p:nvPr/>
        </p:nvSpPr>
        <p:spPr>
          <a:xfrm>
            <a:off x="2279416" y="2098301"/>
            <a:ext cx="22860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10</a:t>
            </a:r>
            <a:endParaRPr lang="en-US" sz="750" dirty="0"/>
          </a:p>
        </p:txBody>
      </p:sp>
      <p:sp>
        <p:nvSpPr>
          <p:cNvPr id="47" name="Text 39"/>
          <p:cNvSpPr txBox="1"/>
          <p:nvPr/>
        </p:nvSpPr>
        <p:spPr>
          <a:xfrm>
            <a:off x="2544592" y="2098301"/>
            <a:ext cx="182880" cy="182880"/>
          </a:xfrm>
          <a:prstGeom prst="rect">
            <a:avLst/>
          </a:prstGeom>
          <a:noFill/>
          <a:ln/>
        </p:spPr>
        <p:txBody>
          <a:bodyPr wrap="square" lIns="0" tIns="0" rIns="0" bIns="0" rtlCol="0" anchor="ctr"/>
          <a:lstStyle/>
          <a:p>
            <a:pPr algn="ctr" indent="0" marL="0">
              <a:buNone/>
            </a:pPr>
            <a:r>
              <a:rPr lang="en-US" sz="750" b="1" dirty="0">
                <a:solidFill>
                  <a:srgbClr val="333333"/>
                </a:solidFill>
                <a:latin typeface="Calibri" pitchFamily="34" charset="0"/>
                <a:ea typeface="Calibri" pitchFamily="34" charset="-122"/>
                <a:cs typeface="Calibri" pitchFamily="34" charset="-120"/>
              </a:rPr>
              <a:t>B</a:t>
            </a:r>
            <a:endParaRPr lang="en-US" sz="750" dirty="0"/>
          </a:p>
        </p:txBody>
      </p:sp>
      <p:sp>
        <p:nvSpPr>
          <p:cNvPr id="48" name="Text 40"/>
          <p:cNvSpPr txBox="1"/>
          <p:nvPr/>
        </p:nvSpPr>
        <p:spPr>
          <a:xfrm>
            <a:off x="2764048" y="2098301"/>
            <a:ext cx="182880"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I</a:t>
            </a:r>
            <a:endParaRPr lang="en-US" sz="750" dirty="0"/>
          </a:p>
        </p:txBody>
      </p:sp>
      <p:sp>
        <p:nvSpPr>
          <p:cNvPr id="49" name="Text 41"/>
          <p:cNvSpPr txBox="1"/>
          <p:nvPr/>
        </p:nvSpPr>
        <p:spPr>
          <a:xfrm>
            <a:off x="2983504" y="2098301"/>
            <a:ext cx="182880" cy="182880"/>
          </a:xfrm>
          <a:prstGeom prst="rect">
            <a:avLst/>
          </a:prstGeom>
          <a:noFill/>
          <a:ln/>
        </p:spPr>
        <p:txBody>
          <a:bodyPr wrap="square" lIns="0" tIns="0" rIns="0" bIns="0" rtlCol="0" anchor="ctr"/>
          <a:lstStyle/>
          <a:p>
            <a:pPr algn="ctr" indent="0" marL="0">
              <a:buNone/>
            </a:pPr>
            <a:r>
              <a:rPr lang="en-US" sz="750" dirty="0">
                <a:solidFill>
                  <a:srgbClr val="C62828"/>
                </a:solidFill>
                <a:latin typeface="Calibri" pitchFamily="34" charset="0"/>
                <a:ea typeface="Calibri" pitchFamily="34" charset="-122"/>
                <a:cs typeface="Calibri" pitchFamily="34" charset="-120"/>
              </a:rPr>
              <a:t>A</a:t>
            </a:r>
            <a:endParaRPr lang="en-US" sz="750" dirty="0"/>
          </a:p>
        </p:txBody>
      </p:sp>
      <p:sp>
        <p:nvSpPr>
          <p:cNvPr id="50" name="Text 42"/>
          <p:cNvSpPr txBox="1"/>
          <p:nvPr/>
        </p:nvSpPr>
        <p:spPr>
          <a:xfrm>
            <a:off x="3202960" y="2098301"/>
            <a:ext cx="201168" cy="182880"/>
          </a:xfrm>
          <a:prstGeom prst="rect">
            <a:avLst/>
          </a:prstGeom>
          <a:noFill/>
          <a:ln/>
        </p:spPr>
        <p:txBody>
          <a:bodyPr wrap="square" lIns="0" tIns="0" rIns="0" bIns="0" rtlCol="0" anchor="ctr"/>
          <a:lstStyle/>
          <a:p>
            <a:pPr algn="ctr" indent="0" marL="0">
              <a:buNone/>
            </a:pPr>
            <a:r>
              <a:rPr lang="en-US" sz="750" dirty="0">
                <a:solidFill>
                  <a:srgbClr val="F4B400"/>
                </a:solidFill>
                <a:latin typeface="Calibri" pitchFamily="34" charset="0"/>
                <a:ea typeface="Calibri" pitchFamily="34" charset="-122"/>
                <a:cs typeface="Calibri" pitchFamily="34" charset="-120"/>
              </a:rPr>
              <a:t>◼</a:t>
            </a:r>
            <a:endParaRPr lang="en-US" sz="750" dirty="0"/>
          </a:p>
        </p:txBody>
      </p:sp>
      <p:sp>
        <p:nvSpPr>
          <p:cNvPr id="51" name="Text 43"/>
          <p:cNvSpPr txBox="1"/>
          <p:nvPr/>
        </p:nvSpPr>
        <p:spPr>
          <a:xfrm>
            <a:off x="3440704"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2" name="Text 44"/>
          <p:cNvSpPr txBox="1"/>
          <p:nvPr/>
        </p:nvSpPr>
        <p:spPr>
          <a:xfrm>
            <a:off x="3678448"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3" name="Text 45"/>
          <p:cNvSpPr txBox="1"/>
          <p:nvPr/>
        </p:nvSpPr>
        <p:spPr>
          <a:xfrm>
            <a:off x="3916192"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4" name="Text 46"/>
          <p:cNvSpPr txBox="1"/>
          <p:nvPr/>
        </p:nvSpPr>
        <p:spPr>
          <a:xfrm>
            <a:off x="4153936"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a:t>
            </a:r>
            <a:endParaRPr lang="en-US" sz="750" dirty="0"/>
          </a:p>
        </p:txBody>
      </p:sp>
      <p:sp>
        <p:nvSpPr>
          <p:cNvPr id="55" name="Text 47"/>
          <p:cNvSpPr txBox="1"/>
          <p:nvPr/>
        </p:nvSpPr>
        <p:spPr>
          <a:xfrm>
            <a:off x="4391680" y="2098301"/>
            <a:ext cx="201168" cy="182880"/>
          </a:xfrm>
          <a:prstGeom prst="rect">
            <a:avLst/>
          </a:prstGeom>
          <a:noFill/>
          <a:ln/>
        </p:spPr>
        <p:txBody>
          <a:bodyPr wrap="square" lIns="0" tIns="0" rIns="0" bIns="0" rtlCol="0" anchor="ctr"/>
          <a:lstStyle/>
          <a:p>
            <a:pPr algn="ctr" indent="0" marL="0">
              <a:buNone/>
            </a:pPr>
            <a:r>
              <a:rPr lang="en-US" sz="750" dirty="0">
                <a:solidFill>
                  <a:srgbClr val="333333"/>
                </a:solidFill>
                <a:latin typeface="Calibri" pitchFamily="34" charset="0"/>
                <a:ea typeface="Calibri" pitchFamily="34" charset="-122"/>
                <a:cs typeface="Calibri" pitchFamily="34" charset="-120"/>
              </a:rPr>
              <a:t>Σ</a:t>
            </a:r>
            <a:endParaRPr lang="en-US" sz="750" dirty="0"/>
          </a:p>
        </p:txBody>
      </p:sp>
      <p:sp>
        <p:nvSpPr>
          <p:cNvPr id="56" name="Shape 48"/>
          <p:cNvSpPr/>
          <p:nvPr/>
        </p:nvSpPr>
        <p:spPr>
          <a:xfrm>
            <a:off x="587776" y="2354333"/>
            <a:ext cx="4950927" cy="201168"/>
          </a:xfrm>
          <a:prstGeom prst="rect">
            <a:avLst/>
          </a:prstGeom>
          <a:solidFill>
            <a:srgbClr val="FFFFFF"/>
          </a:solidFill>
          <a:ln w="6350">
            <a:solidFill>
              <a:srgbClr val="DDDDDD"/>
            </a:solidFill>
            <a:prstDash val="solid"/>
          </a:ln>
        </p:spPr>
      </p:sp>
      <p:sp>
        <p:nvSpPr>
          <p:cNvPr id="57" name="Text 49"/>
          <p:cNvSpPr txBox="1"/>
          <p:nvPr/>
        </p:nvSpPr>
        <p:spPr>
          <a:xfrm>
            <a:off x="633496" y="2354333"/>
            <a:ext cx="411480" cy="201168"/>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A1</a:t>
            </a:r>
            <a:endParaRPr lang="en-US" sz="750" dirty="0"/>
          </a:p>
        </p:txBody>
      </p:sp>
      <p:sp>
        <p:nvSpPr>
          <p:cNvPr id="58" name="Text 50"/>
          <p:cNvSpPr txBox="1"/>
          <p:nvPr/>
        </p:nvSpPr>
        <p:spPr>
          <a:xfrm>
            <a:off x="1090696" y="2354333"/>
            <a:ext cx="182880" cy="201168"/>
          </a:xfrm>
          <a:prstGeom prst="rect">
            <a:avLst/>
          </a:prstGeom>
          <a:noFill/>
          <a:ln/>
        </p:spPr>
        <p:txBody>
          <a:bodyPr wrap="square" lIns="0" tIns="0" rIns="0" bIns="0" rtlCol="0" anchor="ctr"/>
          <a:lstStyle/>
          <a:p>
            <a:pPr indent="0" marL="0">
              <a:buNone/>
            </a:pPr>
            <a:r>
              <a:rPr lang="en-US" sz="750" i="1" dirty="0">
                <a:solidFill>
                  <a:srgbClr val="888888"/>
                </a:solidFill>
                <a:latin typeface="Calibri" pitchFamily="34" charset="0"/>
                <a:ea typeface="Calibri" pitchFamily="34" charset="-122"/>
                <a:cs typeface="Calibri" pitchFamily="34" charset="-120"/>
              </a:rPr>
              <a:t>fx</a:t>
            </a:r>
            <a:endParaRPr lang="en-US" sz="750" dirty="0"/>
          </a:p>
        </p:txBody>
      </p:sp>
      <p:sp>
        <p:nvSpPr>
          <p:cNvPr id="59" name="Text 51"/>
          <p:cNvSpPr txBox="1"/>
          <p:nvPr/>
        </p:nvSpPr>
        <p:spPr>
          <a:xfrm>
            <a:off x="1301008" y="2354333"/>
            <a:ext cx="4127967" cy="201168"/>
          </a:xfrm>
          <a:prstGeom prst="rect">
            <a:avLst/>
          </a:prstGeom>
          <a:noFill/>
          <a:ln/>
        </p:spPr>
        <p:txBody>
          <a:bodyPr wrap="square" lIns="0" tIns="0" rIns="0" bIns="0" rtlCol="0" anchor="ctr"/>
          <a:lstStyle/>
          <a:p>
            <a:pPr indent="0" marL="0">
              <a:buNone/>
            </a:pPr>
            <a:endParaRPr lang="en-US" sz="800" dirty="0"/>
          </a:p>
        </p:txBody>
      </p:sp>
      <p:sp>
        <p:nvSpPr>
          <p:cNvPr id="60" name="Shape 52"/>
          <p:cNvSpPr/>
          <p:nvPr/>
        </p:nvSpPr>
        <p:spPr>
          <a:xfrm>
            <a:off x="587776" y="2573789"/>
            <a:ext cx="4950927" cy="119299"/>
          </a:xfrm>
          <a:prstGeom prst="rect">
            <a:avLst/>
          </a:prstGeom>
          <a:solidFill>
            <a:srgbClr val="F8F9FA"/>
          </a:solidFill>
          <a:ln w="12700">
            <a:solidFill>
              <a:srgbClr val="F8F9FA"/>
            </a:solidFill>
            <a:prstDash val="solid"/>
          </a:ln>
        </p:spPr>
      </p:sp>
      <p:sp>
        <p:nvSpPr>
          <p:cNvPr id="61" name="Shape 53"/>
          <p:cNvSpPr/>
          <p:nvPr/>
        </p:nvSpPr>
        <p:spPr>
          <a:xfrm>
            <a:off x="843808" y="2573789"/>
            <a:ext cx="548640" cy="119299"/>
          </a:xfrm>
          <a:prstGeom prst="rect">
            <a:avLst/>
          </a:prstGeom>
          <a:solidFill>
            <a:srgbClr val="F8F9FA"/>
          </a:solidFill>
          <a:ln w="6350">
            <a:solidFill>
              <a:srgbClr val="DDDDDD"/>
            </a:solidFill>
            <a:prstDash val="solid"/>
          </a:ln>
        </p:spPr>
      </p:sp>
      <p:sp>
        <p:nvSpPr>
          <p:cNvPr id="62" name="Text 54"/>
          <p:cNvSpPr txBox="1"/>
          <p:nvPr/>
        </p:nvSpPr>
        <p:spPr>
          <a:xfrm>
            <a:off x="84380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A</a:t>
            </a:r>
            <a:endParaRPr lang="en-US" sz="700" dirty="0"/>
          </a:p>
        </p:txBody>
      </p:sp>
      <p:sp>
        <p:nvSpPr>
          <p:cNvPr id="63" name="Shape 55"/>
          <p:cNvSpPr/>
          <p:nvPr/>
        </p:nvSpPr>
        <p:spPr>
          <a:xfrm>
            <a:off x="1392448" y="2573789"/>
            <a:ext cx="640080" cy="119299"/>
          </a:xfrm>
          <a:prstGeom prst="rect">
            <a:avLst/>
          </a:prstGeom>
          <a:solidFill>
            <a:srgbClr val="F8F9FA"/>
          </a:solidFill>
          <a:ln w="6350">
            <a:solidFill>
              <a:srgbClr val="DDDDDD"/>
            </a:solidFill>
            <a:prstDash val="solid"/>
          </a:ln>
        </p:spPr>
      </p:sp>
      <p:sp>
        <p:nvSpPr>
          <p:cNvPr id="64" name="Text 56"/>
          <p:cNvSpPr txBox="1"/>
          <p:nvPr/>
        </p:nvSpPr>
        <p:spPr>
          <a:xfrm>
            <a:off x="139244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B</a:t>
            </a:r>
            <a:endParaRPr lang="en-US" sz="700" dirty="0"/>
          </a:p>
        </p:txBody>
      </p:sp>
      <p:sp>
        <p:nvSpPr>
          <p:cNvPr id="65" name="Shape 57"/>
          <p:cNvSpPr/>
          <p:nvPr/>
        </p:nvSpPr>
        <p:spPr>
          <a:xfrm>
            <a:off x="2032528" y="2573789"/>
            <a:ext cx="548640" cy="119299"/>
          </a:xfrm>
          <a:prstGeom prst="rect">
            <a:avLst/>
          </a:prstGeom>
          <a:solidFill>
            <a:srgbClr val="F8F9FA"/>
          </a:solidFill>
          <a:ln w="6350">
            <a:solidFill>
              <a:srgbClr val="DDDDDD"/>
            </a:solidFill>
            <a:prstDash val="solid"/>
          </a:ln>
        </p:spPr>
      </p:sp>
      <p:sp>
        <p:nvSpPr>
          <p:cNvPr id="66" name="Text 58"/>
          <p:cNvSpPr txBox="1"/>
          <p:nvPr/>
        </p:nvSpPr>
        <p:spPr>
          <a:xfrm>
            <a:off x="2032528" y="2573789"/>
            <a:ext cx="5486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C</a:t>
            </a:r>
            <a:endParaRPr lang="en-US" sz="700" dirty="0"/>
          </a:p>
        </p:txBody>
      </p:sp>
      <p:sp>
        <p:nvSpPr>
          <p:cNvPr id="67" name="Shape 59"/>
          <p:cNvSpPr/>
          <p:nvPr/>
        </p:nvSpPr>
        <p:spPr>
          <a:xfrm>
            <a:off x="2581168" y="2573789"/>
            <a:ext cx="777240" cy="119299"/>
          </a:xfrm>
          <a:prstGeom prst="rect">
            <a:avLst/>
          </a:prstGeom>
          <a:solidFill>
            <a:srgbClr val="F8F9FA"/>
          </a:solidFill>
          <a:ln w="6350">
            <a:solidFill>
              <a:srgbClr val="DDDDDD"/>
            </a:solidFill>
            <a:prstDash val="solid"/>
          </a:ln>
        </p:spPr>
      </p:sp>
      <p:sp>
        <p:nvSpPr>
          <p:cNvPr id="68" name="Text 60"/>
          <p:cNvSpPr txBox="1"/>
          <p:nvPr/>
        </p:nvSpPr>
        <p:spPr>
          <a:xfrm>
            <a:off x="2581168" y="2573789"/>
            <a:ext cx="77724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D</a:t>
            </a:r>
            <a:endParaRPr lang="en-US" sz="700" dirty="0"/>
          </a:p>
        </p:txBody>
      </p:sp>
      <p:sp>
        <p:nvSpPr>
          <p:cNvPr id="69" name="Shape 61"/>
          <p:cNvSpPr/>
          <p:nvPr/>
        </p:nvSpPr>
        <p:spPr>
          <a:xfrm>
            <a:off x="3358408" y="2573789"/>
            <a:ext cx="640080" cy="119299"/>
          </a:xfrm>
          <a:prstGeom prst="rect">
            <a:avLst/>
          </a:prstGeom>
          <a:solidFill>
            <a:srgbClr val="F8F9FA"/>
          </a:solidFill>
          <a:ln w="6350">
            <a:solidFill>
              <a:srgbClr val="DDDDDD"/>
            </a:solidFill>
            <a:prstDash val="solid"/>
          </a:ln>
        </p:spPr>
      </p:sp>
      <p:sp>
        <p:nvSpPr>
          <p:cNvPr id="70" name="Text 62"/>
          <p:cNvSpPr txBox="1"/>
          <p:nvPr/>
        </p:nvSpPr>
        <p:spPr>
          <a:xfrm>
            <a:off x="3358408" y="2573789"/>
            <a:ext cx="640080" cy="119299"/>
          </a:xfrm>
          <a:prstGeom prst="rect">
            <a:avLst/>
          </a:prstGeom>
          <a:noFill/>
          <a:ln/>
        </p:spPr>
        <p:txBody>
          <a:bodyPr wrap="square" lIns="0" tIns="0" rIns="0" bIns="0" rtlCol="0" anchor="ctr"/>
          <a:lstStyle/>
          <a:p>
            <a:pPr algn="ctr" indent="0" marL="0">
              <a:buNone/>
            </a:pPr>
            <a:r>
              <a:rPr lang="en-US" sz="700" dirty="0">
                <a:solidFill>
                  <a:srgbClr val="555555"/>
                </a:solidFill>
                <a:latin typeface="Calibri" pitchFamily="34" charset="0"/>
                <a:ea typeface="Calibri" pitchFamily="34" charset="-122"/>
                <a:cs typeface="Calibri" pitchFamily="34" charset="-120"/>
              </a:rPr>
              <a:t>E</a:t>
            </a:r>
            <a:endParaRPr lang="en-US" sz="700" dirty="0"/>
          </a:p>
        </p:txBody>
      </p:sp>
      <p:sp>
        <p:nvSpPr>
          <p:cNvPr id="71" name="Shape 63"/>
          <p:cNvSpPr/>
          <p:nvPr/>
        </p:nvSpPr>
        <p:spPr>
          <a:xfrm>
            <a:off x="587776" y="2693089"/>
            <a:ext cx="256032" cy="119299"/>
          </a:xfrm>
          <a:prstGeom prst="rect">
            <a:avLst/>
          </a:prstGeom>
          <a:solidFill>
            <a:srgbClr val="F8F9FA"/>
          </a:solidFill>
          <a:ln w="6350">
            <a:solidFill>
              <a:srgbClr val="DDDDDD"/>
            </a:solidFill>
            <a:prstDash val="solid"/>
          </a:ln>
        </p:spPr>
      </p:sp>
      <p:sp>
        <p:nvSpPr>
          <p:cNvPr id="72" name="Text 64"/>
          <p:cNvSpPr txBox="1"/>
          <p:nvPr/>
        </p:nvSpPr>
        <p:spPr>
          <a:xfrm>
            <a:off x="587776" y="2693089"/>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1</a:t>
            </a:r>
            <a:endParaRPr lang="en-US" sz="650" dirty="0"/>
          </a:p>
        </p:txBody>
      </p:sp>
      <p:sp>
        <p:nvSpPr>
          <p:cNvPr id="73" name="Shape 65"/>
          <p:cNvSpPr/>
          <p:nvPr/>
        </p:nvSpPr>
        <p:spPr>
          <a:xfrm>
            <a:off x="843808" y="2693089"/>
            <a:ext cx="548640" cy="119299"/>
          </a:xfrm>
          <a:prstGeom prst="rect">
            <a:avLst/>
          </a:prstGeom>
          <a:solidFill>
            <a:srgbClr val="0F4C3A"/>
          </a:solidFill>
          <a:ln w="6350">
            <a:solidFill>
              <a:srgbClr val="E2E2E2"/>
            </a:solidFill>
            <a:prstDash val="solid"/>
          </a:ln>
        </p:spPr>
      </p:sp>
      <p:sp>
        <p:nvSpPr>
          <p:cNvPr id="74" name="Text 66"/>
          <p:cNvSpPr txBox="1"/>
          <p:nvPr/>
        </p:nvSpPr>
        <p:spPr>
          <a:xfrm>
            <a:off x="87124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Hari</a:t>
            </a:r>
            <a:endParaRPr lang="en-US" sz="600" dirty="0"/>
          </a:p>
        </p:txBody>
      </p:sp>
      <p:sp>
        <p:nvSpPr>
          <p:cNvPr id="75" name="Shape 67"/>
          <p:cNvSpPr/>
          <p:nvPr/>
        </p:nvSpPr>
        <p:spPr>
          <a:xfrm>
            <a:off x="1392448" y="2693089"/>
            <a:ext cx="640080" cy="119299"/>
          </a:xfrm>
          <a:prstGeom prst="rect">
            <a:avLst/>
          </a:prstGeom>
          <a:solidFill>
            <a:srgbClr val="0F4C3A"/>
          </a:solidFill>
          <a:ln w="6350">
            <a:solidFill>
              <a:srgbClr val="E2E2E2"/>
            </a:solidFill>
            <a:prstDash val="solid"/>
          </a:ln>
        </p:spPr>
      </p:sp>
      <p:sp>
        <p:nvSpPr>
          <p:cNvPr id="76" name="Text 68"/>
          <p:cNvSpPr txBox="1"/>
          <p:nvPr/>
        </p:nvSpPr>
        <p:spPr>
          <a:xfrm>
            <a:off x="141988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Kamar</a:t>
            </a:r>
            <a:endParaRPr lang="en-US" sz="600" dirty="0"/>
          </a:p>
        </p:txBody>
      </p:sp>
      <p:sp>
        <p:nvSpPr>
          <p:cNvPr id="77" name="Shape 69"/>
          <p:cNvSpPr/>
          <p:nvPr/>
        </p:nvSpPr>
        <p:spPr>
          <a:xfrm>
            <a:off x="2032528" y="2693089"/>
            <a:ext cx="548640" cy="119299"/>
          </a:xfrm>
          <a:prstGeom prst="rect">
            <a:avLst/>
          </a:prstGeom>
          <a:solidFill>
            <a:srgbClr val="0F4C3A"/>
          </a:solidFill>
          <a:ln w="6350">
            <a:solidFill>
              <a:srgbClr val="E2E2E2"/>
            </a:solidFill>
            <a:prstDash val="solid"/>
          </a:ln>
        </p:spPr>
      </p:sp>
      <p:sp>
        <p:nvSpPr>
          <p:cNvPr id="78" name="Text 70"/>
          <p:cNvSpPr txBox="1"/>
          <p:nvPr/>
        </p:nvSpPr>
        <p:spPr>
          <a:xfrm>
            <a:off x="2059960" y="2693089"/>
            <a:ext cx="4937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Jam</a:t>
            </a:r>
            <a:endParaRPr lang="en-US" sz="600" dirty="0"/>
          </a:p>
        </p:txBody>
      </p:sp>
      <p:sp>
        <p:nvSpPr>
          <p:cNvPr id="79" name="Shape 71"/>
          <p:cNvSpPr/>
          <p:nvPr/>
        </p:nvSpPr>
        <p:spPr>
          <a:xfrm>
            <a:off x="2581168" y="2693089"/>
            <a:ext cx="777240" cy="119299"/>
          </a:xfrm>
          <a:prstGeom prst="rect">
            <a:avLst/>
          </a:prstGeom>
          <a:solidFill>
            <a:srgbClr val="0F4C3A"/>
          </a:solidFill>
          <a:ln w="6350">
            <a:solidFill>
              <a:srgbClr val="E2E2E2"/>
            </a:solidFill>
            <a:prstDash val="solid"/>
          </a:ln>
        </p:spPr>
      </p:sp>
      <p:sp>
        <p:nvSpPr>
          <p:cNvPr id="80" name="Text 72"/>
          <p:cNvSpPr txBox="1"/>
          <p:nvPr/>
        </p:nvSpPr>
        <p:spPr>
          <a:xfrm>
            <a:off x="2608600" y="2693089"/>
            <a:ext cx="72237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Petugas</a:t>
            </a:r>
            <a:endParaRPr lang="en-US" sz="600" dirty="0"/>
          </a:p>
        </p:txBody>
      </p:sp>
      <p:sp>
        <p:nvSpPr>
          <p:cNvPr id="81" name="Shape 73"/>
          <p:cNvSpPr/>
          <p:nvPr/>
        </p:nvSpPr>
        <p:spPr>
          <a:xfrm>
            <a:off x="3358408" y="2693089"/>
            <a:ext cx="640080" cy="119299"/>
          </a:xfrm>
          <a:prstGeom prst="rect">
            <a:avLst/>
          </a:prstGeom>
          <a:solidFill>
            <a:srgbClr val="0F4C3A"/>
          </a:solidFill>
          <a:ln w="6350">
            <a:solidFill>
              <a:srgbClr val="E2E2E2"/>
            </a:solidFill>
            <a:prstDash val="solid"/>
          </a:ln>
        </p:spPr>
      </p:sp>
      <p:sp>
        <p:nvSpPr>
          <p:cNvPr id="82" name="Text 74"/>
          <p:cNvSpPr txBox="1"/>
          <p:nvPr/>
        </p:nvSpPr>
        <p:spPr>
          <a:xfrm>
            <a:off x="3385840" y="2693089"/>
            <a:ext cx="585216" cy="119299"/>
          </a:xfrm>
          <a:prstGeom prst="rect">
            <a:avLst/>
          </a:prstGeom>
          <a:noFill/>
          <a:ln/>
        </p:spPr>
        <p:txBody>
          <a:bodyPr wrap="square" lIns="0" tIns="0" rIns="0" bIns="0" rtlCol="0" anchor="ctr"/>
          <a:lstStyle/>
          <a:p>
            <a:pPr algn="l" indent="0" marL="0">
              <a:buNone/>
            </a:pPr>
            <a:r>
              <a:rPr lang="en-US" sz="600" b="1" dirty="0">
                <a:solidFill>
                  <a:srgbClr val="FFFFFF"/>
                </a:solidFill>
                <a:latin typeface="Calibri" pitchFamily="34" charset="0"/>
                <a:ea typeface="Calibri" pitchFamily="34" charset="-122"/>
                <a:cs typeface="Calibri" pitchFamily="34" charset="-120"/>
              </a:rPr>
              <a:t>Status</a:t>
            </a:r>
            <a:endParaRPr lang="en-US" sz="600" dirty="0"/>
          </a:p>
        </p:txBody>
      </p:sp>
      <p:sp>
        <p:nvSpPr>
          <p:cNvPr id="83" name="Shape 75"/>
          <p:cNvSpPr/>
          <p:nvPr/>
        </p:nvSpPr>
        <p:spPr>
          <a:xfrm>
            <a:off x="587776" y="2812388"/>
            <a:ext cx="256032" cy="119299"/>
          </a:xfrm>
          <a:prstGeom prst="rect">
            <a:avLst/>
          </a:prstGeom>
          <a:solidFill>
            <a:srgbClr val="F8F9FA"/>
          </a:solidFill>
          <a:ln w="6350">
            <a:solidFill>
              <a:srgbClr val="DDDDDD"/>
            </a:solidFill>
            <a:prstDash val="solid"/>
          </a:ln>
        </p:spPr>
      </p:sp>
      <p:sp>
        <p:nvSpPr>
          <p:cNvPr id="84" name="Text 76"/>
          <p:cNvSpPr txBox="1"/>
          <p:nvPr/>
        </p:nvSpPr>
        <p:spPr>
          <a:xfrm>
            <a:off x="587776" y="28123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2</a:t>
            </a:r>
            <a:endParaRPr lang="en-US" sz="650" dirty="0"/>
          </a:p>
        </p:txBody>
      </p:sp>
      <p:sp>
        <p:nvSpPr>
          <p:cNvPr id="85" name="Shape 77"/>
          <p:cNvSpPr/>
          <p:nvPr/>
        </p:nvSpPr>
        <p:spPr>
          <a:xfrm>
            <a:off x="843808" y="2812388"/>
            <a:ext cx="548640" cy="119299"/>
          </a:xfrm>
          <a:prstGeom prst="rect">
            <a:avLst/>
          </a:prstGeom>
          <a:solidFill>
            <a:srgbClr val="FFFFFF"/>
          </a:solidFill>
          <a:ln w="6350">
            <a:solidFill>
              <a:srgbClr val="E2E2E2"/>
            </a:solidFill>
            <a:prstDash val="solid"/>
          </a:ln>
        </p:spPr>
      </p:sp>
      <p:sp>
        <p:nvSpPr>
          <p:cNvPr id="86" name="Text 78"/>
          <p:cNvSpPr txBox="1"/>
          <p:nvPr/>
        </p:nvSpPr>
        <p:spPr>
          <a:xfrm>
            <a:off x="871240" y="28123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Ahad</a:t>
            </a:r>
            <a:endParaRPr lang="en-US" sz="600" dirty="0"/>
          </a:p>
        </p:txBody>
      </p:sp>
      <p:sp>
        <p:nvSpPr>
          <p:cNvPr id="87" name="Shape 79"/>
          <p:cNvSpPr/>
          <p:nvPr/>
        </p:nvSpPr>
        <p:spPr>
          <a:xfrm>
            <a:off x="1392448" y="2812388"/>
            <a:ext cx="640080" cy="119299"/>
          </a:xfrm>
          <a:prstGeom prst="rect">
            <a:avLst/>
          </a:prstGeom>
          <a:solidFill>
            <a:srgbClr val="FFFFFF"/>
          </a:solidFill>
          <a:ln w="6350">
            <a:solidFill>
              <a:srgbClr val="E2E2E2"/>
            </a:solidFill>
            <a:prstDash val="solid"/>
          </a:ln>
        </p:spPr>
      </p:sp>
      <p:sp>
        <p:nvSpPr>
          <p:cNvPr id="88" name="Text 80"/>
          <p:cNvSpPr txBox="1"/>
          <p:nvPr/>
        </p:nvSpPr>
        <p:spPr>
          <a:xfrm>
            <a:off x="1419880" y="28123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89" name="Shape 81"/>
          <p:cNvSpPr/>
          <p:nvPr/>
        </p:nvSpPr>
        <p:spPr>
          <a:xfrm>
            <a:off x="2032528" y="2812388"/>
            <a:ext cx="548640" cy="119299"/>
          </a:xfrm>
          <a:prstGeom prst="rect">
            <a:avLst/>
          </a:prstGeom>
          <a:solidFill>
            <a:srgbClr val="FFFFFF"/>
          </a:solidFill>
          <a:ln w="6350">
            <a:solidFill>
              <a:srgbClr val="E2E2E2"/>
            </a:solidFill>
            <a:prstDash val="solid"/>
          </a:ln>
        </p:spPr>
      </p:sp>
      <p:sp>
        <p:nvSpPr>
          <p:cNvPr id="90" name="Text 82"/>
          <p:cNvSpPr txBox="1"/>
          <p:nvPr/>
        </p:nvSpPr>
        <p:spPr>
          <a:xfrm>
            <a:off x="2059960" y="28123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05.30</a:t>
            </a:r>
            <a:endParaRPr lang="en-US" sz="600" dirty="0"/>
          </a:p>
        </p:txBody>
      </p:sp>
      <p:sp>
        <p:nvSpPr>
          <p:cNvPr id="91" name="Shape 83"/>
          <p:cNvSpPr/>
          <p:nvPr/>
        </p:nvSpPr>
        <p:spPr>
          <a:xfrm>
            <a:off x="2581168" y="2812388"/>
            <a:ext cx="777240" cy="119299"/>
          </a:xfrm>
          <a:prstGeom prst="rect">
            <a:avLst/>
          </a:prstGeom>
          <a:solidFill>
            <a:srgbClr val="FFFFFF"/>
          </a:solidFill>
          <a:ln w="6350">
            <a:solidFill>
              <a:srgbClr val="E2E2E2"/>
            </a:solidFill>
            <a:prstDash val="solid"/>
          </a:ln>
        </p:spPr>
      </p:sp>
      <p:sp>
        <p:nvSpPr>
          <p:cNvPr id="92" name="Text 84"/>
          <p:cNvSpPr txBox="1"/>
          <p:nvPr/>
        </p:nvSpPr>
        <p:spPr>
          <a:xfrm>
            <a:off x="2608600" y="28123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A</a:t>
            </a:r>
            <a:endParaRPr lang="en-US" sz="600" dirty="0"/>
          </a:p>
        </p:txBody>
      </p:sp>
      <p:sp>
        <p:nvSpPr>
          <p:cNvPr id="93" name="Shape 85"/>
          <p:cNvSpPr/>
          <p:nvPr/>
        </p:nvSpPr>
        <p:spPr>
          <a:xfrm>
            <a:off x="3358408" y="2812388"/>
            <a:ext cx="640080" cy="119299"/>
          </a:xfrm>
          <a:prstGeom prst="rect">
            <a:avLst/>
          </a:prstGeom>
          <a:solidFill>
            <a:srgbClr val="FFFFFF"/>
          </a:solidFill>
          <a:ln w="6350">
            <a:solidFill>
              <a:srgbClr val="E2E2E2"/>
            </a:solidFill>
            <a:prstDash val="solid"/>
          </a:ln>
        </p:spPr>
      </p:sp>
      <p:sp>
        <p:nvSpPr>
          <p:cNvPr id="94" name="Text 86"/>
          <p:cNvSpPr txBox="1"/>
          <p:nvPr/>
        </p:nvSpPr>
        <p:spPr>
          <a:xfrm>
            <a:off x="3385840" y="28123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Tepat</a:t>
            </a:r>
            <a:endParaRPr lang="en-US" sz="600" dirty="0"/>
          </a:p>
        </p:txBody>
      </p:sp>
      <p:sp>
        <p:nvSpPr>
          <p:cNvPr id="95" name="Shape 87"/>
          <p:cNvSpPr/>
          <p:nvPr/>
        </p:nvSpPr>
        <p:spPr>
          <a:xfrm>
            <a:off x="587776" y="2931688"/>
            <a:ext cx="256032" cy="119299"/>
          </a:xfrm>
          <a:prstGeom prst="rect">
            <a:avLst/>
          </a:prstGeom>
          <a:solidFill>
            <a:srgbClr val="F8F9FA"/>
          </a:solidFill>
          <a:ln w="6350">
            <a:solidFill>
              <a:srgbClr val="DDDDDD"/>
            </a:solidFill>
            <a:prstDash val="solid"/>
          </a:ln>
        </p:spPr>
      </p:sp>
      <p:sp>
        <p:nvSpPr>
          <p:cNvPr id="96" name="Text 88"/>
          <p:cNvSpPr txBox="1"/>
          <p:nvPr/>
        </p:nvSpPr>
        <p:spPr>
          <a:xfrm>
            <a:off x="587776" y="2931688"/>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3</a:t>
            </a:r>
            <a:endParaRPr lang="en-US" sz="650" dirty="0"/>
          </a:p>
        </p:txBody>
      </p:sp>
      <p:sp>
        <p:nvSpPr>
          <p:cNvPr id="97" name="Shape 89"/>
          <p:cNvSpPr/>
          <p:nvPr/>
        </p:nvSpPr>
        <p:spPr>
          <a:xfrm>
            <a:off x="843808" y="2931688"/>
            <a:ext cx="548640" cy="119299"/>
          </a:xfrm>
          <a:prstGeom prst="rect">
            <a:avLst/>
          </a:prstGeom>
          <a:solidFill>
            <a:srgbClr val="FFFFFF"/>
          </a:solidFill>
          <a:ln w="6350">
            <a:solidFill>
              <a:srgbClr val="E2E2E2"/>
            </a:solidFill>
            <a:prstDash val="solid"/>
          </a:ln>
        </p:spPr>
      </p:sp>
      <p:sp>
        <p:nvSpPr>
          <p:cNvPr id="98" name="Text 90"/>
          <p:cNvSpPr txBox="1"/>
          <p:nvPr/>
        </p:nvSpPr>
        <p:spPr>
          <a:xfrm>
            <a:off x="871240" y="2931688"/>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Senin</a:t>
            </a:r>
            <a:endParaRPr lang="en-US" sz="600" dirty="0"/>
          </a:p>
        </p:txBody>
      </p:sp>
      <p:sp>
        <p:nvSpPr>
          <p:cNvPr id="99" name="Shape 91"/>
          <p:cNvSpPr/>
          <p:nvPr/>
        </p:nvSpPr>
        <p:spPr>
          <a:xfrm>
            <a:off x="1392448" y="2931688"/>
            <a:ext cx="640080" cy="119299"/>
          </a:xfrm>
          <a:prstGeom prst="rect">
            <a:avLst/>
          </a:prstGeom>
          <a:solidFill>
            <a:srgbClr val="FFFFFF"/>
          </a:solidFill>
          <a:ln w="6350">
            <a:solidFill>
              <a:srgbClr val="E2E2E2"/>
            </a:solidFill>
            <a:prstDash val="solid"/>
          </a:ln>
        </p:spPr>
      </p:sp>
      <p:sp>
        <p:nvSpPr>
          <p:cNvPr id="100" name="Text 92"/>
          <p:cNvSpPr txBox="1"/>
          <p:nvPr/>
        </p:nvSpPr>
        <p:spPr>
          <a:xfrm>
            <a:off x="141988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01" name="Shape 93"/>
          <p:cNvSpPr/>
          <p:nvPr/>
        </p:nvSpPr>
        <p:spPr>
          <a:xfrm>
            <a:off x="2032528" y="2931688"/>
            <a:ext cx="548640" cy="119299"/>
          </a:xfrm>
          <a:prstGeom prst="rect">
            <a:avLst/>
          </a:prstGeom>
          <a:solidFill>
            <a:srgbClr val="FFFFFF"/>
          </a:solidFill>
          <a:ln w="6350">
            <a:solidFill>
              <a:srgbClr val="E2E2E2"/>
            </a:solidFill>
            <a:prstDash val="solid"/>
          </a:ln>
        </p:spPr>
      </p:sp>
      <p:sp>
        <p:nvSpPr>
          <p:cNvPr id="102" name="Text 94"/>
          <p:cNvSpPr txBox="1"/>
          <p:nvPr/>
        </p:nvSpPr>
        <p:spPr>
          <a:xfrm>
            <a:off x="2059960" y="2931688"/>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05.45</a:t>
            </a:r>
            <a:endParaRPr lang="en-US" sz="600" dirty="0"/>
          </a:p>
        </p:txBody>
      </p:sp>
      <p:sp>
        <p:nvSpPr>
          <p:cNvPr id="103" name="Shape 95"/>
          <p:cNvSpPr/>
          <p:nvPr/>
        </p:nvSpPr>
        <p:spPr>
          <a:xfrm>
            <a:off x="2581168" y="2931688"/>
            <a:ext cx="777240" cy="119299"/>
          </a:xfrm>
          <a:prstGeom prst="rect">
            <a:avLst/>
          </a:prstGeom>
          <a:solidFill>
            <a:srgbClr val="FFFFFF"/>
          </a:solidFill>
          <a:ln w="6350">
            <a:solidFill>
              <a:srgbClr val="E2E2E2"/>
            </a:solidFill>
            <a:prstDash val="solid"/>
          </a:ln>
        </p:spPr>
      </p:sp>
      <p:sp>
        <p:nvSpPr>
          <p:cNvPr id="104" name="Text 96"/>
          <p:cNvSpPr txBox="1"/>
          <p:nvPr/>
        </p:nvSpPr>
        <p:spPr>
          <a:xfrm>
            <a:off x="2608600" y="2931688"/>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B</a:t>
            </a:r>
            <a:endParaRPr lang="en-US" sz="600" dirty="0"/>
          </a:p>
        </p:txBody>
      </p:sp>
      <p:sp>
        <p:nvSpPr>
          <p:cNvPr id="105" name="Shape 97"/>
          <p:cNvSpPr/>
          <p:nvPr/>
        </p:nvSpPr>
        <p:spPr>
          <a:xfrm>
            <a:off x="3358408" y="2931688"/>
            <a:ext cx="640080" cy="119299"/>
          </a:xfrm>
          <a:prstGeom prst="rect">
            <a:avLst/>
          </a:prstGeom>
          <a:solidFill>
            <a:srgbClr val="FFFFFF"/>
          </a:solidFill>
          <a:ln w="6350">
            <a:solidFill>
              <a:srgbClr val="E2E2E2"/>
            </a:solidFill>
            <a:prstDash val="solid"/>
          </a:ln>
        </p:spPr>
      </p:sp>
      <p:sp>
        <p:nvSpPr>
          <p:cNvPr id="106" name="Text 98"/>
          <p:cNvSpPr txBox="1"/>
          <p:nvPr/>
        </p:nvSpPr>
        <p:spPr>
          <a:xfrm>
            <a:off x="3385840" y="2931688"/>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Terlambat</a:t>
            </a:r>
            <a:endParaRPr lang="en-US" sz="600" dirty="0"/>
          </a:p>
        </p:txBody>
      </p:sp>
      <p:sp>
        <p:nvSpPr>
          <p:cNvPr id="107" name="Shape 99"/>
          <p:cNvSpPr/>
          <p:nvPr/>
        </p:nvSpPr>
        <p:spPr>
          <a:xfrm>
            <a:off x="587776" y="3050987"/>
            <a:ext cx="256032" cy="119299"/>
          </a:xfrm>
          <a:prstGeom prst="rect">
            <a:avLst/>
          </a:prstGeom>
          <a:solidFill>
            <a:srgbClr val="F8F9FA"/>
          </a:solidFill>
          <a:ln w="6350">
            <a:solidFill>
              <a:srgbClr val="DDDDDD"/>
            </a:solidFill>
            <a:prstDash val="solid"/>
          </a:ln>
        </p:spPr>
      </p:sp>
      <p:sp>
        <p:nvSpPr>
          <p:cNvPr id="108" name="Text 100"/>
          <p:cNvSpPr txBox="1"/>
          <p:nvPr/>
        </p:nvSpPr>
        <p:spPr>
          <a:xfrm>
            <a:off x="587776" y="30509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4</a:t>
            </a:r>
            <a:endParaRPr lang="en-US" sz="650" dirty="0"/>
          </a:p>
        </p:txBody>
      </p:sp>
      <p:sp>
        <p:nvSpPr>
          <p:cNvPr id="109" name="Shape 101"/>
          <p:cNvSpPr/>
          <p:nvPr/>
        </p:nvSpPr>
        <p:spPr>
          <a:xfrm>
            <a:off x="843808" y="3050987"/>
            <a:ext cx="548640" cy="119299"/>
          </a:xfrm>
          <a:prstGeom prst="rect">
            <a:avLst/>
          </a:prstGeom>
          <a:solidFill>
            <a:srgbClr val="FFFFFF"/>
          </a:solidFill>
          <a:ln w="6350">
            <a:solidFill>
              <a:srgbClr val="E2E2E2"/>
            </a:solidFill>
            <a:prstDash val="solid"/>
          </a:ln>
        </p:spPr>
      </p:sp>
      <p:sp>
        <p:nvSpPr>
          <p:cNvPr id="110" name="Text 102"/>
          <p:cNvSpPr txBox="1"/>
          <p:nvPr/>
        </p:nvSpPr>
        <p:spPr>
          <a:xfrm>
            <a:off x="871240" y="30509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Selasa</a:t>
            </a:r>
            <a:endParaRPr lang="en-US" sz="600" dirty="0"/>
          </a:p>
        </p:txBody>
      </p:sp>
      <p:sp>
        <p:nvSpPr>
          <p:cNvPr id="111" name="Shape 103"/>
          <p:cNvSpPr/>
          <p:nvPr/>
        </p:nvSpPr>
        <p:spPr>
          <a:xfrm>
            <a:off x="1392448" y="3050987"/>
            <a:ext cx="640080" cy="119299"/>
          </a:xfrm>
          <a:prstGeom prst="rect">
            <a:avLst/>
          </a:prstGeom>
          <a:solidFill>
            <a:srgbClr val="FFFFFF"/>
          </a:solidFill>
          <a:ln w="6350">
            <a:solidFill>
              <a:srgbClr val="E2E2E2"/>
            </a:solidFill>
            <a:prstDash val="solid"/>
          </a:ln>
        </p:spPr>
      </p:sp>
      <p:sp>
        <p:nvSpPr>
          <p:cNvPr id="112" name="Text 104"/>
          <p:cNvSpPr txBox="1"/>
          <p:nvPr/>
        </p:nvSpPr>
        <p:spPr>
          <a:xfrm>
            <a:off x="1419880" y="30509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1</a:t>
            </a:r>
            <a:endParaRPr lang="en-US" sz="600" dirty="0"/>
          </a:p>
        </p:txBody>
      </p:sp>
      <p:sp>
        <p:nvSpPr>
          <p:cNvPr id="113" name="Shape 105"/>
          <p:cNvSpPr/>
          <p:nvPr/>
        </p:nvSpPr>
        <p:spPr>
          <a:xfrm>
            <a:off x="2032528" y="3050987"/>
            <a:ext cx="548640" cy="119299"/>
          </a:xfrm>
          <a:prstGeom prst="rect">
            <a:avLst/>
          </a:prstGeom>
          <a:solidFill>
            <a:srgbClr val="FFFFFF"/>
          </a:solidFill>
          <a:ln w="6350">
            <a:solidFill>
              <a:srgbClr val="E2E2E2"/>
            </a:solidFill>
            <a:prstDash val="solid"/>
          </a:ln>
        </p:spPr>
      </p:sp>
      <p:sp>
        <p:nvSpPr>
          <p:cNvPr id="114" name="Text 106"/>
          <p:cNvSpPr txBox="1"/>
          <p:nvPr/>
        </p:nvSpPr>
        <p:spPr>
          <a:xfrm>
            <a:off x="2059960" y="30509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05.30</a:t>
            </a:r>
            <a:endParaRPr lang="en-US" sz="600" dirty="0"/>
          </a:p>
        </p:txBody>
      </p:sp>
      <p:sp>
        <p:nvSpPr>
          <p:cNvPr id="115" name="Shape 107"/>
          <p:cNvSpPr/>
          <p:nvPr/>
        </p:nvSpPr>
        <p:spPr>
          <a:xfrm>
            <a:off x="2581168" y="3050987"/>
            <a:ext cx="777240" cy="119299"/>
          </a:xfrm>
          <a:prstGeom prst="rect">
            <a:avLst/>
          </a:prstGeom>
          <a:solidFill>
            <a:srgbClr val="FFFFFF"/>
          </a:solidFill>
          <a:ln w="6350">
            <a:solidFill>
              <a:srgbClr val="E2E2E2"/>
            </a:solidFill>
            <a:prstDash val="solid"/>
          </a:ln>
        </p:spPr>
      </p:sp>
      <p:sp>
        <p:nvSpPr>
          <p:cNvPr id="116" name="Text 108"/>
          <p:cNvSpPr txBox="1"/>
          <p:nvPr/>
        </p:nvSpPr>
        <p:spPr>
          <a:xfrm>
            <a:off x="2608600" y="30509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C</a:t>
            </a:r>
            <a:endParaRPr lang="en-US" sz="600" dirty="0"/>
          </a:p>
        </p:txBody>
      </p:sp>
      <p:sp>
        <p:nvSpPr>
          <p:cNvPr id="117" name="Shape 109"/>
          <p:cNvSpPr/>
          <p:nvPr/>
        </p:nvSpPr>
        <p:spPr>
          <a:xfrm>
            <a:off x="3358408" y="3050987"/>
            <a:ext cx="640080" cy="119299"/>
          </a:xfrm>
          <a:prstGeom prst="rect">
            <a:avLst/>
          </a:prstGeom>
          <a:solidFill>
            <a:srgbClr val="FFFFFF"/>
          </a:solidFill>
          <a:ln w="6350">
            <a:solidFill>
              <a:srgbClr val="E2E2E2"/>
            </a:solidFill>
            <a:prstDash val="solid"/>
          </a:ln>
        </p:spPr>
      </p:sp>
      <p:sp>
        <p:nvSpPr>
          <p:cNvPr id="118" name="Text 110"/>
          <p:cNvSpPr txBox="1"/>
          <p:nvPr/>
        </p:nvSpPr>
        <p:spPr>
          <a:xfrm>
            <a:off x="3385840" y="30509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Tepat</a:t>
            </a:r>
            <a:endParaRPr lang="en-US" sz="600" dirty="0"/>
          </a:p>
        </p:txBody>
      </p:sp>
      <p:sp>
        <p:nvSpPr>
          <p:cNvPr id="119" name="Shape 111"/>
          <p:cNvSpPr/>
          <p:nvPr/>
        </p:nvSpPr>
        <p:spPr>
          <a:xfrm>
            <a:off x="587776" y="3170287"/>
            <a:ext cx="256032" cy="119299"/>
          </a:xfrm>
          <a:prstGeom prst="rect">
            <a:avLst/>
          </a:prstGeom>
          <a:solidFill>
            <a:srgbClr val="F8F9FA"/>
          </a:solidFill>
          <a:ln w="6350">
            <a:solidFill>
              <a:srgbClr val="DDDDDD"/>
            </a:solidFill>
            <a:prstDash val="solid"/>
          </a:ln>
        </p:spPr>
      </p:sp>
      <p:sp>
        <p:nvSpPr>
          <p:cNvPr id="120" name="Text 112"/>
          <p:cNvSpPr txBox="1"/>
          <p:nvPr/>
        </p:nvSpPr>
        <p:spPr>
          <a:xfrm>
            <a:off x="587776" y="3170287"/>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5</a:t>
            </a:r>
            <a:endParaRPr lang="en-US" sz="650" dirty="0"/>
          </a:p>
        </p:txBody>
      </p:sp>
      <p:sp>
        <p:nvSpPr>
          <p:cNvPr id="121" name="Shape 113"/>
          <p:cNvSpPr/>
          <p:nvPr/>
        </p:nvSpPr>
        <p:spPr>
          <a:xfrm>
            <a:off x="843808" y="3170287"/>
            <a:ext cx="548640" cy="119299"/>
          </a:xfrm>
          <a:prstGeom prst="rect">
            <a:avLst/>
          </a:prstGeom>
          <a:solidFill>
            <a:srgbClr val="FFFFFF"/>
          </a:solidFill>
          <a:ln w="6350">
            <a:solidFill>
              <a:srgbClr val="E2E2E2"/>
            </a:solidFill>
            <a:prstDash val="solid"/>
          </a:ln>
        </p:spPr>
      </p:sp>
      <p:sp>
        <p:nvSpPr>
          <p:cNvPr id="122" name="Text 114"/>
          <p:cNvSpPr txBox="1"/>
          <p:nvPr/>
        </p:nvSpPr>
        <p:spPr>
          <a:xfrm>
            <a:off x="871240" y="3170287"/>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Senin</a:t>
            </a:r>
            <a:endParaRPr lang="en-US" sz="600" dirty="0"/>
          </a:p>
        </p:txBody>
      </p:sp>
      <p:sp>
        <p:nvSpPr>
          <p:cNvPr id="123" name="Shape 115"/>
          <p:cNvSpPr/>
          <p:nvPr/>
        </p:nvSpPr>
        <p:spPr>
          <a:xfrm>
            <a:off x="1392448" y="3170287"/>
            <a:ext cx="640080" cy="119299"/>
          </a:xfrm>
          <a:prstGeom prst="rect">
            <a:avLst/>
          </a:prstGeom>
          <a:solidFill>
            <a:srgbClr val="FFFFFF"/>
          </a:solidFill>
          <a:ln w="6350">
            <a:solidFill>
              <a:srgbClr val="E2E2E2"/>
            </a:solidFill>
            <a:prstDash val="solid"/>
          </a:ln>
        </p:spPr>
      </p:sp>
      <p:sp>
        <p:nvSpPr>
          <p:cNvPr id="124" name="Text 116"/>
          <p:cNvSpPr txBox="1"/>
          <p:nvPr/>
        </p:nvSpPr>
        <p:spPr>
          <a:xfrm>
            <a:off x="1419880" y="31702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25" name="Shape 117"/>
          <p:cNvSpPr/>
          <p:nvPr/>
        </p:nvSpPr>
        <p:spPr>
          <a:xfrm>
            <a:off x="2032528" y="3170287"/>
            <a:ext cx="548640" cy="119299"/>
          </a:xfrm>
          <a:prstGeom prst="rect">
            <a:avLst/>
          </a:prstGeom>
          <a:solidFill>
            <a:srgbClr val="FFFFFF"/>
          </a:solidFill>
          <a:ln w="6350">
            <a:solidFill>
              <a:srgbClr val="E2E2E2"/>
            </a:solidFill>
            <a:prstDash val="solid"/>
          </a:ln>
        </p:spPr>
      </p:sp>
      <p:sp>
        <p:nvSpPr>
          <p:cNvPr id="126" name="Text 118"/>
          <p:cNvSpPr txBox="1"/>
          <p:nvPr/>
        </p:nvSpPr>
        <p:spPr>
          <a:xfrm>
            <a:off x="2059960" y="3170287"/>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05.50</a:t>
            </a:r>
            <a:endParaRPr lang="en-US" sz="600" dirty="0"/>
          </a:p>
        </p:txBody>
      </p:sp>
      <p:sp>
        <p:nvSpPr>
          <p:cNvPr id="127" name="Shape 119"/>
          <p:cNvSpPr/>
          <p:nvPr/>
        </p:nvSpPr>
        <p:spPr>
          <a:xfrm>
            <a:off x="2581168" y="3170287"/>
            <a:ext cx="777240" cy="119299"/>
          </a:xfrm>
          <a:prstGeom prst="rect">
            <a:avLst/>
          </a:prstGeom>
          <a:solidFill>
            <a:srgbClr val="FFFFFF"/>
          </a:solidFill>
          <a:ln w="6350">
            <a:solidFill>
              <a:srgbClr val="E2E2E2"/>
            </a:solidFill>
            <a:prstDash val="solid"/>
          </a:ln>
        </p:spPr>
      </p:sp>
      <p:sp>
        <p:nvSpPr>
          <p:cNvPr id="128" name="Text 120"/>
          <p:cNvSpPr txBox="1"/>
          <p:nvPr/>
        </p:nvSpPr>
        <p:spPr>
          <a:xfrm>
            <a:off x="2608600" y="3170287"/>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D</a:t>
            </a:r>
            <a:endParaRPr lang="en-US" sz="600" dirty="0"/>
          </a:p>
        </p:txBody>
      </p:sp>
      <p:sp>
        <p:nvSpPr>
          <p:cNvPr id="129" name="Shape 121"/>
          <p:cNvSpPr/>
          <p:nvPr/>
        </p:nvSpPr>
        <p:spPr>
          <a:xfrm>
            <a:off x="3358408" y="3170287"/>
            <a:ext cx="640080" cy="119299"/>
          </a:xfrm>
          <a:prstGeom prst="rect">
            <a:avLst/>
          </a:prstGeom>
          <a:solidFill>
            <a:srgbClr val="FFFFFF"/>
          </a:solidFill>
          <a:ln w="6350">
            <a:solidFill>
              <a:srgbClr val="E2E2E2"/>
            </a:solidFill>
            <a:prstDash val="solid"/>
          </a:ln>
        </p:spPr>
      </p:sp>
      <p:sp>
        <p:nvSpPr>
          <p:cNvPr id="130" name="Text 122"/>
          <p:cNvSpPr txBox="1"/>
          <p:nvPr/>
        </p:nvSpPr>
        <p:spPr>
          <a:xfrm>
            <a:off x="3385840" y="3170287"/>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Terlambat</a:t>
            </a:r>
            <a:endParaRPr lang="en-US" sz="600" dirty="0"/>
          </a:p>
        </p:txBody>
      </p:sp>
      <p:sp>
        <p:nvSpPr>
          <p:cNvPr id="131" name="Shape 123"/>
          <p:cNvSpPr/>
          <p:nvPr/>
        </p:nvSpPr>
        <p:spPr>
          <a:xfrm>
            <a:off x="587776" y="3289586"/>
            <a:ext cx="256032" cy="119299"/>
          </a:xfrm>
          <a:prstGeom prst="rect">
            <a:avLst/>
          </a:prstGeom>
          <a:solidFill>
            <a:srgbClr val="F8F9FA"/>
          </a:solidFill>
          <a:ln w="6350">
            <a:solidFill>
              <a:srgbClr val="DDDDDD"/>
            </a:solidFill>
            <a:prstDash val="solid"/>
          </a:ln>
        </p:spPr>
      </p:sp>
      <p:sp>
        <p:nvSpPr>
          <p:cNvPr id="132" name="Text 124"/>
          <p:cNvSpPr txBox="1"/>
          <p:nvPr/>
        </p:nvSpPr>
        <p:spPr>
          <a:xfrm>
            <a:off x="587776" y="3289586"/>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6</a:t>
            </a:r>
            <a:endParaRPr lang="en-US" sz="650" dirty="0"/>
          </a:p>
        </p:txBody>
      </p:sp>
      <p:sp>
        <p:nvSpPr>
          <p:cNvPr id="133" name="Shape 125"/>
          <p:cNvSpPr/>
          <p:nvPr/>
        </p:nvSpPr>
        <p:spPr>
          <a:xfrm>
            <a:off x="843808" y="3289586"/>
            <a:ext cx="548640" cy="119299"/>
          </a:xfrm>
          <a:prstGeom prst="rect">
            <a:avLst/>
          </a:prstGeom>
          <a:solidFill>
            <a:srgbClr val="FFFFFF"/>
          </a:solidFill>
          <a:ln w="6350">
            <a:solidFill>
              <a:srgbClr val="E2E2E2"/>
            </a:solidFill>
            <a:prstDash val="solid"/>
          </a:ln>
        </p:spPr>
      </p:sp>
      <p:sp>
        <p:nvSpPr>
          <p:cNvPr id="134" name="Text 126"/>
          <p:cNvSpPr txBox="1"/>
          <p:nvPr/>
        </p:nvSpPr>
        <p:spPr>
          <a:xfrm>
            <a:off x="871240" y="3289586"/>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Rabu</a:t>
            </a:r>
            <a:endParaRPr lang="en-US" sz="600" dirty="0"/>
          </a:p>
        </p:txBody>
      </p:sp>
      <p:sp>
        <p:nvSpPr>
          <p:cNvPr id="135" name="Shape 127"/>
          <p:cNvSpPr/>
          <p:nvPr/>
        </p:nvSpPr>
        <p:spPr>
          <a:xfrm>
            <a:off x="1392448" y="3289586"/>
            <a:ext cx="640080" cy="119299"/>
          </a:xfrm>
          <a:prstGeom prst="rect">
            <a:avLst/>
          </a:prstGeom>
          <a:solidFill>
            <a:srgbClr val="FFFFFF"/>
          </a:solidFill>
          <a:ln w="6350">
            <a:solidFill>
              <a:srgbClr val="E2E2E2"/>
            </a:solidFill>
            <a:prstDash val="solid"/>
          </a:ln>
        </p:spPr>
      </p:sp>
      <p:sp>
        <p:nvSpPr>
          <p:cNvPr id="136" name="Text 128"/>
          <p:cNvSpPr txBox="1"/>
          <p:nvPr/>
        </p:nvSpPr>
        <p:spPr>
          <a:xfrm>
            <a:off x="1419880" y="3289586"/>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Umar 2</a:t>
            </a:r>
            <a:endParaRPr lang="en-US" sz="600" dirty="0"/>
          </a:p>
        </p:txBody>
      </p:sp>
      <p:sp>
        <p:nvSpPr>
          <p:cNvPr id="137" name="Shape 129"/>
          <p:cNvSpPr/>
          <p:nvPr/>
        </p:nvSpPr>
        <p:spPr>
          <a:xfrm>
            <a:off x="2032528" y="3289586"/>
            <a:ext cx="548640" cy="119299"/>
          </a:xfrm>
          <a:prstGeom prst="rect">
            <a:avLst/>
          </a:prstGeom>
          <a:solidFill>
            <a:srgbClr val="FFFFFF"/>
          </a:solidFill>
          <a:ln w="6350">
            <a:solidFill>
              <a:srgbClr val="E2E2E2"/>
            </a:solidFill>
            <a:prstDash val="solid"/>
          </a:ln>
        </p:spPr>
      </p:sp>
      <p:sp>
        <p:nvSpPr>
          <p:cNvPr id="138" name="Text 130"/>
          <p:cNvSpPr txBox="1"/>
          <p:nvPr/>
        </p:nvSpPr>
        <p:spPr>
          <a:xfrm>
            <a:off x="2059960" y="3289586"/>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05.30</a:t>
            </a:r>
            <a:endParaRPr lang="en-US" sz="600" dirty="0"/>
          </a:p>
        </p:txBody>
      </p:sp>
      <p:sp>
        <p:nvSpPr>
          <p:cNvPr id="139" name="Shape 131"/>
          <p:cNvSpPr/>
          <p:nvPr/>
        </p:nvSpPr>
        <p:spPr>
          <a:xfrm>
            <a:off x="2581168" y="3289586"/>
            <a:ext cx="777240" cy="119299"/>
          </a:xfrm>
          <a:prstGeom prst="rect">
            <a:avLst/>
          </a:prstGeom>
          <a:solidFill>
            <a:srgbClr val="FFFFFF"/>
          </a:solidFill>
          <a:ln w="6350">
            <a:solidFill>
              <a:srgbClr val="E2E2E2"/>
            </a:solidFill>
            <a:prstDash val="solid"/>
          </a:ln>
        </p:spPr>
      </p:sp>
      <p:sp>
        <p:nvSpPr>
          <p:cNvPr id="140" name="Text 132"/>
          <p:cNvSpPr txBox="1"/>
          <p:nvPr/>
        </p:nvSpPr>
        <p:spPr>
          <a:xfrm>
            <a:off x="2608600" y="3289586"/>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A</a:t>
            </a:r>
            <a:endParaRPr lang="en-US" sz="600" dirty="0"/>
          </a:p>
        </p:txBody>
      </p:sp>
      <p:sp>
        <p:nvSpPr>
          <p:cNvPr id="141" name="Shape 133"/>
          <p:cNvSpPr/>
          <p:nvPr/>
        </p:nvSpPr>
        <p:spPr>
          <a:xfrm>
            <a:off x="3358408" y="3289586"/>
            <a:ext cx="640080" cy="119299"/>
          </a:xfrm>
          <a:prstGeom prst="rect">
            <a:avLst/>
          </a:prstGeom>
          <a:solidFill>
            <a:srgbClr val="FFFFFF"/>
          </a:solidFill>
          <a:ln w="6350">
            <a:solidFill>
              <a:srgbClr val="E2E2E2"/>
            </a:solidFill>
            <a:prstDash val="solid"/>
          </a:ln>
        </p:spPr>
      </p:sp>
      <p:sp>
        <p:nvSpPr>
          <p:cNvPr id="142" name="Text 134"/>
          <p:cNvSpPr txBox="1"/>
          <p:nvPr/>
        </p:nvSpPr>
        <p:spPr>
          <a:xfrm>
            <a:off x="3385840" y="3289586"/>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Tepat</a:t>
            </a:r>
            <a:endParaRPr lang="en-US" sz="600" dirty="0"/>
          </a:p>
        </p:txBody>
      </p:sp>
      <p:sp>
        <p:nvSpPr>
          <p:cNvPr id="143" name="Shape 135"/>
          <p:cNvSpPr/>
          <p:nvPr/>
        </p:nvSpPr>
        <p:spPr>
          <a:xfrm>
            <a:off x="587776" y="3408885"/>
            <a:ext cx="256032" cy="119299"/>
          </a:xfrm>
          <a:prstGeom prst="rect">
            <a:avLst/>
          </a:prstGeom>
          <a:solidFill>
            <a:srgbClr val="F8F9FA"/>
          </a:solidFill>
          <a:ln w="6350">
            <a:solidFill>
              <a:srgbClr val="DDDDDD"/>
            </a:solidFill>
            <a:prstDash val="solid"/>
          </a:ln>
        </p:spPr>
      </p:sp>
      <p:sp>
        <p:nvSpPr>
          <p:cNvPr id="144" name="Text 136"/>
          <p:cNvSpPr txBox="1"/>
          <p:nvPr/>
        </p:nvSpPr>
        <p:spPr>
          <a:xfrm>
            <a:off x="587776" y="34088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7</a:t>
            </a:r>
            <a:endParaRPr lang="en-US" sz="650" dirty="0"/>
          </a:p>
        </p:txBody>
      </p:sp>
      <p:sp>
        <p:nvSpPr>
          <p:cNvPr id="145" name="Shape 137"/>
          <p:cNvSpPr/>
          <p:nvPr/>
        </p:nvSpPr>
        <p:spPr>
          <a:xfrm>
            <a:off x="843808" y="3408885"/>
            <a:ext cx="548640" cy="119299"/>
          </a:xfrm>
          <a:prstGeom prst="rect">
            <a:avLst/>
          </a:prstGeom>
          <a:solidFill>
            <a:srgbClr val="FFFFFF"/>
          </a:solidFill>
          <a:ln w="6350">
            <a:solidFill>
              <a:srgbClr val="E2E2E2"/>
            </a:solidFill>
            <a:prstDash val="solid"/>
          </a:ln>
        </p:spPr>
      </p:sp>
      <p:sp>
        <p:nvSpPr>
          <p:cNvPr id="146" name="Text 138"/>
          <p:cNvSpPr txBox="1"/>
          <p:nvPr/>
        </p:nvSpPr>
        <p:spPr>
          <a:xfrm>
            <a:off x="871240" y="3408885"/>
            <a:ext cx="4937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Senin</a:t>
            </a:r>
            <a:endParaRPr lang="en-US" sz="600" dirty="0"/>
          </a:p>
        </p:txBody>
      </p:sp>
      <p:sp>
        <p:nvSpPr>
          <p:cNvPr id="147" name="Shape 139"/>
          <p:cNvSpPr/>
          <p:nvPr/>
        </p:nvSpPr>
        <p:spPr>
          <a:xfrm>
            <a:off x="1392448" y="3408885"/>
            <a:ext cx="640080" cy="119299"/>
          </a:xfrm>
          <a:prstGeom prst="rect">
            <a:avLst/>
          </a:prstGeom>
          <a:solidFill>
            <a:srgbClr val="FFFFFF"/>
          </a:solidFill>
          <a:ln w="6350">
            <a:solidFill>
              <a:srgbClr val="E2E2E2"/>
            </a:solidFill>
            <a:prstDash val="solid"/>
          </a:ln>
        </p:spPr>
      </p:sp>
      <p:sp>
        <p:nvSpPr>
          <p:cNvPr id="148" name="Text 140"/>
          <p:cNvSpPr txBox="1"/>
          <p:nvPr/>
        </p:nvSpPr>
        <p:spPr>
          <a:xfrm>
            <a:off x="1419880" y="3408885"/>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Ali 2</a:t>
            </a:r>
            <a:endParaRPr lang="en-US" sz="600" dirty="0"/>
          </a:p>
        </p:txBody>
      </p:sp>
      <p:sp>
        <p:nvSpPr>
          <p:cNvPr id="149" name="Shape 141"/>
          <p:cNvSpPr/>
          <p:nvPr/>
        </p:nvSpPr>
        <p:spPr>
          <a:xfrm>
            <a:off x="2032528" y="3408885"/>
            <a:ext cx="548640" cy="119299"/>
          </a:xfrm>
          <a:prstGeom prst="rect">
            <a:avLst/>
          </a:prstGeom>
          <a:solidFill>
            <a:srgbClr val="FFFFFF"/>
          </a:solidFill>
          <a:ln w="6350">
            <a:solidFill>
              <a:srgbClr val="E2E2E2"/>
            </a:solidFill>
            <a:prstDash val="solid"/>
          </a:ln>
        </p:spPr>
      </p:sp>
      <p:sp>
        <p:nvSpPr>
          <p:cNvPr id="150" name="Text 142"/>
          <p:cNvSpPr txBox="1"/>
          <p:nvPr/>
        </p:nvSpPr>
        <p:spPr>
          <a:xfrm>
            <a:off x="2059960" y="3408885"/>
            <a:ext cx="493776" cy="119299"/>
          </a:xfrm>
          <a:prstGeom prst="rect">
            <a:avLst/>
          </a:prstGeom>
          <a:noFill/>
          <a:ln/>
        </p:spPr>
        <p:txBody>
          <a:bodyPr wrap="square" lIns="0" tIns="0" rIns="0" bIns="0" rtlCol="0" anchor="ctr"/>
          <a:lstStyle/>
          <a:p>
            <a:pPr algn="r" indent="0" marL="0">
              <a:buNone/>
            </a:pPr>
            <a:r>
              <a:rPr lang="en-US" sz="600" dirty="0">
                <a:solidFill>
                  <a:srgbClr val="222222"/>
                </a:solidFill>
                <a:latin typeface="Calibri" pitchFamily="34" charset="0"/>
                <a:ea typeface="Calibri" pitchFamily="34" charset="-122"/>
                <a:cs typeface="Calibri" pitchFamily="34" charset="-120"/>
              </a:rPr>
              <a:t>05.40</a:t>
            </a:r>
            <a:endParaRPr lang="en-US" sz="600" dirty="0"/>
          </a:p>
        </p:txBody>
      </p:sp>
      <p:sp>
        <p:nvSpPr>
          <p:cNvPr id="151" name="Shape 143"/>
          <p:cNvSpPr/>
          <p:nvPr/>
        </p:nvSpPr>
        <p:spPr>
          <a:xfrm>
            <a:off x="2581168" y="3408885"/>
            <a:ext cx="777240" cy="119299"/>
          </a:xfrm>
          <a:prstGeom prst="rect">
            <a:avLst/>
          </a:prstGeom>
          <a:solidFill>
            <a:srgbClr val="FFFFFF"/>
          </a:solidFill>
          <a:ln w="6350">
            <a:solidFill>
              <a:srgbClr val="E2E2E2"/>
            </a:solidFill>
            <a:prstDash val="solid"/>
          </a:ln>
        </p:spPr>
      </p:sp>
      <p:sp>
        <p:nvSpPr>
          <p:cNvPr id="152" name="Text 144"/>
          <p:cNvSpPr txBox="1"/>
          <p:nvPr/>
        </p:nvSpPr>
        <p:spPr>
          <a:xfrm>
            <a:off x="2608600" y="3408885"/>
            <a:ext cx="72237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Kel. B</a:t>
            </a:r>
            <a:endParaRPr lang="en-US" sz="600" dirty="0"/>
          </a:p>
        </p:txBody>
      </p:sp>
      <p:sp>
        <p:nvSpPr>
          <p:cNvPr id="153" name="Shape 145"/>
          <p:cNvSpPr/>
          <p:nvPr/>
        </p:nvSpPr>
        <p:spPr>
          <a:xfrm>
            <a:off x="3358408" y="3408885"/>
            <a:ext cx="640080" cy="119299"/>
          </a:xfrm>
          <a:prstGeom prst="rect">
            <a:avLst/>
          </a:prstGeom>
          <a:solidFill>
            <a:srgbClr val="FFFFFF"/>
          </a:solidFill>
          <a:ln w="6350">
            <a:solidFill>
              <a:srgbClr val="E2E2E2"/>
            </a:solidFill>
            <a:prstDash val="solid"/>
          </a:ln>
        </p:spPr>
      </p:sp>
      <p:sp>
        <p:nvSpPr>
          <p:cNvPr id="154" name="Text 146"/>
          <p:cNvSpPr txBox="1"/>
          <p:nvPr/>
        </p:nvSpPr>
        <p:spPr>
          <a:xfrm>
            <a:off x="3385840" y="3408885"/>
            <a:ext cx="585216" cy="119299"/>
          </a:xfrm>
          <a:prstGeom prst="rect">
            <a:avLst/>
          </a:prstGeom>
          <a:noFill/>
          <a:ln/>
        </p:spPr>
        <p:txBody>
          <a:bodyPr wrap="square" lIns="0" tIns="0" rIns="0" bIns="0" rtlCol="0" anchor="ctr"/>
          <a:lstStyle/>
          <a:p>
            <a:pPr algn="l" indent="0" marL="0">
              <a:buNone/>
            </a:pPr>
            <a:r>
              <a:rPr lang="en-US" sz="600" dirty="0">
                <a:solidFill>
                  <a:srgbClr val="222222"/>
                </a:solidFill>
                <a:latin typeface="Calibri" pitchFamily="34" charset="0"/>
                <a:ea typeface="Calibri" pitchFamily="34" charset="-122"/>
                <a:cs typeface="Calibri" pitchFamily="34" charset="-120"/>
              </a:rPr>
              <a:t>Terlambat</a:t>
            </a:r>
            <a:endParaRPr lang="en-US" sz="600" dirty="0"/>
          </a:p>
        </p:txBody>
      </p:sp>
      <p:sp>
        <p:nvSpPr>
          <p:cNvPr id="155" name="Shape 147"/>
          <p:cNvSpPr/>
          <p:nvPr/>
        </p:nvSpPr>
        <p:spPr>
          <a:xfrm>
            <a:off x="587776" y="3528185"/>
            <a:ext cx="256032" cy="119299"/>
          </a:xfrm>
          <a:prstGeom prst="rect">
            <a:avLst/>
          </a:prstGeom>
          <a:solidFill>
            <a:srgbClr val="F8F9FA"/>
          </a:solidFill>
          <a:ln w="6350">
            <a:solidFill>
              <a:srgbClr val="DDDDDD"/>
            </a:solidFill>
            <a:prstDash val="solid"/>
          </a:ln>
        </p:spPr>
      </p:sp>
      <p:sp>
        <p:nvSpPr>
          <p:cNvPr id="156" name="Text 148"/>
          <p:cNvSpPr txBox="1"/>
          <p:nvPr/>
        </p:nvSpPr>
        <p:spPr>
          <a:xfrm>
            <a:off x="587776" y="3528185"/>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8</a:t>
            </a:r>
            <a:endParaRPr lang="en-US" sz="650" dirty="0"/>
          </a:p>
        </p:txBody>
      </p:sp>
      <p:sp>
        <p:nvSpPr>
          <p:cNvPr id="157" name="Shape 149"/>
          <p:cNvSpPr/>
          <p:nvPr/>
        </p:nvSpPr>
        <p:spPr>
          <a:xfrm>
            <a:off x="843808" y="3528185"/>
            <a:ext cx="548640" cy="119299"/>
          </a:xfrm>
          <a:prstGeom prst="rect">
            <a:avLst/>
          </a:prstGeom>
          <a:solidFill>
            <a:srgbClr val="FFFFFF"/>
          </a:solidFill>
          <a:ln w="6350">
            <a:solidFill>
              <a:srgbClr val="E2E2E2"/>
            </a:solidFill>
            <a:prstDash val="solid"/>
          </a:ln>
        </p:spPr>
      </p:sp>
      <p:sp>
        <p:nvSpPr>
          <p:cNvPr id="158" name="Shape 150"/>
          <p:cNvSpPr/>
          <p:nvPr/>
        </p:nvSpPr>
        <p:spPr>
          <a:xfrm>
            <a:off x="1392448" y="3528185"/>
            <a:ext cx="640080" cy="119299"/>
          </a:xfrm>
          <a:prstGeom prst="rect">
            <a:avLst/>
          </a:prstGeom>
          <a:solidFill>
            <a:srgbClr val="FFFFFF"/>
          </a:solidFill>
          <a:ln w="6350">
            <a:solidFill>
              <a:srgbClr val="E2E2E2"/>
            </a:solidFill>
            <a:prstDash val="solid"/>
          </a:ln>
        </p:spPr>
      </p:sp>
      <p:sp>
        <p:nvSpPr>
          <p:cNvPr id="159" name="Shape 151"/>
          <p:cNvSpPr/>
          <p:nvPr/>
        </p:nvSpPr>
        <p:spPr>
          <a:xfrm>
            <a:off x="2032528" y="3528185"/>
            <a:ext cx="548640" cy="119299"/>
          </a:xfrm>
          <a:prstGeom prst="rect">
            <a:avLst/>
          </a:prstGeom>
          <a:solidFill>
            <a:srgbClr val="FFFFFF"/>
          </a:solidFill>
          <a:ln w="6350">
            <a:solidFill>
              <a:srgbClr val="E2E2E2"/>
            </a:solidFill>
            <a:prstDash val="solid"/>
          </a:ln>
        </p:spPr>
      </p:sp>
      <p:sp>
        <p:nvSpPr>
          <p:cNvPr id="160" name="Shape 152"/>
          <p:cNvSpPr/>
          <p:nvPr/>
        </p:nvSpPr>
        <p:spPr>
          <a:xfrm>
            <a:off x="2581168" y="3528185"/>
            <a:ext cx="777240" cy="119299"/>
          </a:xfrm>
          <a:prstGeom prst="rect">
            <a:avLst/>
          </a:prstGeom>
          <a:solidFill>
            <a:srgbClr val="FFFFFF"/>
          </a:solidFill>
          <a:ln w="6350">
            <a:solidFill>
              <a:srgbClr val="E2E2E2"/>
            </a:solidFill>
            <a:prstDash val="solid"/>
          </a:ln>
        </p:spPr>
      </p:sp>
      <p:sp>
        <p:nvSpPr>
          <p:cNvPr id="161" name="Shape 153"/>
          <p:cNvSpPr/>
          <p:nvPr/>
        </p:nvSpPr>
        <p:spPr>
          <a:xfrm>
            <a:off x="3358408" y="3528185"/>
            <a:ext cx="640080" cy="119299"/>
          </a:xfrm>
          <a:prstGeom prst="rect">
            <a:avLst/>
          </a:prstGeom>
          <a:solidFill>
            <a:srgbClr val="FFFFFF"/>
          </a:solidFill>
          <a:ln w="6350">
            <a:solidFill>
              <a:srgbClr val="E2E2E2"/>
            </a:solidFill>
            <a:prstDash val="solid"/>
          </a:ln>
        </p:spPr>
      </p:sp>
      <p:sp>
        <p:nvSpPr>
          <p:cNvPr id="162" name="Shape 154"/>
          <p:cNvSpPr/>
          <p:nvPr/>
        </p:nvSpPr>
        <p:spPr>
          <a:xfrm>
            <a:off x="587776" y="3647484"/>
            <a:ext cx="256032" cy="119299"/>
          </a:xfrm>
          <a:prstGeom prst="rect">
            <a:avLst/>
          </a:prstGeom>
          <a:solidFill>
            <a:srgbClr val="F8F9FA"/>
          </a:solidFill>
          <a:ln w="6350">
            <a:solidFill>
              <a:srgbClr val="DDDDDD"/>
            </a:solidFill>
            <a:prstDash val="solid"/>
          </a:ln>
        </p:spPr>
      </p:sp>
      <p:sp>
        <p:nvSpPr>
          <p:cNvPr id="163" name="Text 155"/>
          <p:cNvSpPr txBox="1"/>
          <p:nvPr/>
        </p:nvSpPr>
        <p:spPr>
          <a:xfrm>
            <a:off x="587776" y="3647484"/>
            <a:ext cx="256032" cy="119299"/>
          </a:xfrm>
          <a:prstGeom prst="rect">
            <a:avLst/>
          </a:prstGeom>
          <a:noFill/>
          <a:ln/>
        </p:spPr>
        <p:txBody>
          <a:bodyPr wrap="square" lIns="0" tIns="0" rIns="0" bIns="0" rtlCol="0" anchor="ctr"/>
          <a:lstStyle/>
          <a:p>
            <a:pPr algn="ctr" indent="0" marL="0">
              <a:buNone/>
            </a:pPr>
            <a:r>
              <a:rPr lang="en-US" sz="650" dirty="0">
                <a:solidFill>
                  <a:srgbClr val="555555"/>
                </a:solidFill>
                <a:latin typeface="Calibri" pitchFamily="34" charset="0"/>
                <a:ea typeface="Calibri" pitchFamily="34" charset="-122"/>
                <a:cs typeface="Calibri" pitchFamily="34" charset="-120"/>
              </a:rPr>
              <a:t>9</a:t>
            </a:r>
            <a:endParaRPr lang="en-US" sz="650" dirty="0"/>
          </a:p>
        </p:txBody>
      </p:sp>
      <p:sp>
        <p:nvSpPr>
          <p:cNvPr id="164" name="Shape 156"/>
          <p:cNvSpPr/>
          <p:nvPr/>
        </p:nvSpPr>
        <p:spPr>
          <a:xfrm>
            <a:off x="843808" y="3647484"/>
            <a:ext cx="548640" cy="119299"/>
          </a:xfrm>
          <a:prstGeom prst="rect">
            <a:avLst/>
          </a:prstGeom>
          <a:solidFill>
            <a:srgbClr val="FFFFFF"/>
          </a:solidFill>
          <a:ln w="6350">
            <a:solidFill>
              <a:srgbClr val="E2E2E2"/>
            </a:solidFill>
            <a:prstDash val="solid"/>
          </a:ln>
        </p:spPr>
      </p:sp>
      <p:sp>
        <p:nvSpPr>
          <p:cNvPr id="165" name="Shape 157"/>
          <p:cNvSpPr/>
          <p:nvPr/>
        </p:nvSpPr>
        <p:spPr>
          <a:xfrm>
            <a:off x="1392448" y="3647484"/>
            <a:ext cx="640080" cy="119299"/>
          </a:xfrm>
          <a:prstGeom prst="rect">
            <a:avLst/>
          </a:prstGeom>
          <a:solidFill>
            <a:srgbClr val="FFFFFF"/>
          </a:solidFill>
          <a:ln w="6350">
            <a:solidFill>
              <a:srgbClr val="E2E2E2"/>
            </a:solidFill>
            <a:prstDash val="solid"/>
          </a:ln>
        </p:spPr>
      </p:sp>
      <p:sp>
        <p:nvSpPr>
          <p:cNvPr id="166" name="Shape 158"/>
          <p:cNvSpPr/>
          <p:nvPr/>
        </p:nvSpPr>
        <p:spPr>
          <a:xfrm>
            <a:off x="2032528" y="3647484"/>
            <a:ext cx="548640" cy="119299"/>
          </a:xfrm>
          <a:prstGeom prst="rect">
            <a:avLst/>
          </a:prstGeom>
          <a:solidFill>
            <a:srgbClr val="FFFFFF"/>
          </a:solidFill>
          <a:ln w="6350">
            <a:solidFill>
              <a:srgbClr val="E2E2E2"/>
            </a:solidFill>
            <a:prstDash val="solid"/>
          </a:ln>
        </p:spPr>
      </p:sp>
      <p:sp>
        <p:nvSpPr>
          <p:cNvPr id="167" name="Shape 159"/>
          <p:cNvSpPr/>
          <p:nvPr/>
        </p:nvSpPr>
        <p:spPr>
          <a:xfrm>
            <a:off x="2581168" y="3647484"/>
            <a:ext cx="777240" cy="119299"/>
          </a:xfrm>
          <a:prstGeom prst="rect">
            <a:avLst/>
          </a:prstGeom>
          <a:solidFill>
            <a:srgbClr val="FFFFFF"/>
          </a:solidFill>
          <a:ln w="6350">
            <a:solidFill>
              <a:srgbClr val="E2E2E2"/>
            </a:solidFill>
            <a:prstDash val="solid"/>
          </a:ln>
        </p:spPr>
      </p:sp>
      <p:sp>
        <p:nvSpPr>
          <p:cNvPr id="168" name="Shape 160"/>
          <p:cNvSpPr/>
          <p:nvPr/>
        </p:nvSpPr>
        <p:spPr>
          <a:xfrm>
            <a:off x="3358408" y="3647484"/>
            <a:ext cx="640080" cy="119299"/>
          </a:xfrm>
          <a:prstGeom prst="rect">
            <a:avLst/>
          </a:prstGeom>
          <a:solidFill>
            <a:srgbClr val="FFFFFF"/>
          </a:solidFill>
          <a:ln w="6350">
            <a:solidFill>
              <a:srgbClr val="E2E2E2"/>
            </a:solidFill>
            <a:prstDash val="solid"/>
          </a:ln>
        </p:spPr>
      </p:sp>
      <p:sp>
        <p:nvSpPr>
          <p:cNvPr id="169" name="Shape 161"/>
          <p:cNvSpPr/>
          <p:nvPr/>
        </p:nvSpPr>
        <p:spPr>
          <a:xfrm>
            <a:off x="587776" y="3794216"/>
            <a:ext cx="4950927" cy="201168"/>
          </a:xfrm>
          <a:prstGeom prst="rect">
            <a:avLst/>
          </a:prstGeom>
          <a:solidFill>
            <a:srgbClr val="F8F9FA"/>
          </a:solidFill>
          <a:ln w="12700">
            <a:solidFill>
              <a:srgbClr val="F8F9FA"/>
            </a:solidFill>
            <a:prstDash val="solid"/>
          </a:ln>
        </p:spPr>
      </p:sp>
      <p:sp>
        <p:nvSpPr>
          <p:cNvPr id="170" name="Text 162"/>
          <p:cNvSpPr txBox="1"/>
          <p:nvPr/>
        </p:nvSpPr>
        <p:spPr>
          <a:xfrm>
            <a:off x="660928" y="3794216"/>
            <a:ext cx="457200" cy="201168"/>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   ≡</a:t>
            </a:r>
            <a:endParaRPr lang="en-US" sz="800" dirty="0"/>
          </a:p>
        </p:txBody>
      </p:sp>
      <p:sp>
        <p:nvSpPr>
          <p:cNvPr id="171" name="Shape 163"/>
          <p:cNvSpPr/>
          <p:nvPr/>
        </p:nvSpPr>
        <p:spPr>
          <a:xfrm>
            <a:off x="1136416" y="3794216"/>
            <a:ext cx="731520" cy="201168"/>
          </a:xfrm>
          <a:prstGeom prst="rect">
            <a:avLst/>
          </a:prstGeom>
          <a:solidFill>
            <a:srgbClr val="E1EFFE"/>
          </a:solidFill>
          <a:ln w="12700">
            <a:solidFill>
              <a:srgbClr val="E1EFFE"/>
            </a:solidFill>
            <a:prstDash val="solid"/>
          </a:ln>
        </p:spPr>
      </p:sp>
      <p:sp>
        <p:nvSpPr>
          <p:cNvPr id="172" name="Text 164"/>
          <p:cNvSpPr txBox="1"/>
          <p:nvPr/>
        </p:nvSpPr>
        <p:spPr>
          <a:xfrm>
            <a:off x="1136416" y="3794216"/>
            <a:ext cx="731520" cy="201168"/>
          </a:xfrm>
          <a:prstGeom prst="rect">
            <a:avLst/>
          </a:prstGeom>
          <a:noFill/>
          <a:ln/>
        </p:spPr>
        <p:txBody>
          <a:bodyPr wrap="square" lIns="0" tIns="0" rIns="0" bIns="0" rtlCol="0" anchor="ctr"/>
          <a:lstStyle/>
          <a:p>
            <a:pPr algn="ctr" indent="0" marL="0">
              <a:buNone/>
            </a:pPr>
            <a:r>
              <a:rPr lang="en-US" sz="700" b="1" dirty="0">
                <a:solidFill>
                  <a:srgbClr val="0B57D0"/>
                </a:solidFill>
                <a:latin typeface="Calibri" pitchFamily="34" charset="0"/>
                <a:ea typeface="Calibri" pitchFamily="34" charset="-122"/>
                <a:cs typeface="Calibri" pitchFamily="34" charset="-120"/>
              </a:rPr>
              <a:t>Sheet1</a:t>
            </a:r>
            <a:endParaRPr lang="en-US" sz="700" dirty="0"/>
          </a:p>
        </p:txBody>
      </p:sp>
      <p:sp>
        <p:nvSpPr>
          <p:cNvPr id="173" name="Shape 165"/>
          <p:cNvSpPr/>
          <p:nvPr/>
        </p:nvSpPr>
        <p:spPr>
          <a:xfrm>
            <a:off x="825520" y="2913400"/>
            <a:ext cx="3191256" cy="155875"/>
          </a:xfrm>
          <a:prstGeom prst="roundRect">
            <a:avLst>
              <a:gd name="adj" fmla="val 29331"/>
            </a:avLst>
          </a:prstGeom>
          <a:solidFill>
            <a:srgbClr val="FFFFFF">
              <a:alpha val="0"/>
            </a:srgbClr>
          </a:solidFill>
          <a:ln w="31750">
            <a:solidFill>
              <a:srgbClr val="E53935"/>
            </a:solidFill>
            <a:prstDash val="solid"/>
          </a:ln>
        </p:spPr>
      </p:sp>
      <p:sp>
        <p:nvSpPr>
          <p:cNvPr id="174" name="Shape 166"/>
          <p:cNvSpPr/>
          <p:nvPr/>
        </p:nvSpPr>
        <p:spPr>
          <a:xfrm>
            <a:off x="3879616" y="2776240"/>
            <a:ext cx="274320" cy="274320"/>
          </a:xfrm>
          <a:prstGeom prst="ellipse">
            <a:avLst/>
          </a:prstGeom>
          <a:solidFill>
            <a:srgbClr val="E53935"/>
          </a:solidFill>
          <a:ln w="12700">
            <a:solidFill>
              <a:srgbClr val="FFFFFF"/>
            </a:solidFill>
            <a:prstDash val="solid"/>
          </a:ln>
        </p:spPr>
      </p:sp>
      <p:sp>
        <p:nvSpPr>
          <p:cNvPr id="175" name="Text 167"/>
          <p:cNvSpPr txBox="1"/>
          <p:nvPr/>
        </p:nvSpPr>
        <p:spPr>
          <a:xfrm>
            <a:off x="3879616" y="2776240"/>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76" name="Image 6" descr="preencoded.png">    </p:cNvPr>
          <p:cNvPicPr>
            <a:picLocks noChangeAspect="1"/>
          </p:cNvPicPr>
          <p:nvPr/>
        </p:nvPicPr>
        <p:blipFill>
          <a:blip r:embed="rId7"/>
          <a:stretch>
            <a:fillRect/>
          </a:stretch>
        </p:blipFill>
        <p:spPr>
          <a:xfrm>
            <a:off x="2578882" y="2997302"/>
            <a:ext cx="237744" cy="237744"/>
          </a:xfrm>
          <a:prstGeom prst="rect">
            <a:avLst/>
          </a:prstGeom>
        </p:spPr>
      </p:pic>
      <p:sp>
        <p:nvSpPr>
          <p:cNvPr id="177" name="Shape 168"/>
          <p:cNvSpPr/>
          <p:nvPr/>
        </p:nvSpPr>
        <p:spPr>
          <a:xfrm>
            <a:off x="825520" y="3151999"/>
            <a:ext cx="3191256" cy="155875"/>
          </a:xfrm>
          <a:prstGeom prst="roundRect">
            <a:avLst>
              <a:gd name="adj" fmla="val 29331"/>
            </a:avLst>
          </a:prstGeom>
          <a:solidFill>
            <a:srgbClr val="FFFFFF">
              <a:alpha val="0"/>
            </a:srgbClr>
          </a:solidFill>
          <a:ln w="31750">
            <a:solidFill>
              <a:srgbClr val="E53935"/>
            </a:solidFill>
            <a:prstDash val="solid"/>
          </a:ln>
        </p:spPr>
      </p:sp>
      <p:sp>
        <p:nvSpPr>
          <p:cNvPr id="178" name="Shape 169"/>
          <p:cNvSpPr/>
          <p:nvPr/>
        </p:nvSpPr>
        <p:spPr>
          <a:xfrm>
            <a:off x="3879616" y="3014839"/>
            <a:ext cx="274320" cy="274320"/>
          </a:xfrm>
          <a:prstGeom prst="ellipse">
            <a:avLst/>
          </a:prstGeom>
          <a:solidFill>
            <a:srgbClr val="E53935"/>
          </a:solidFill>
          <a:ln w="12700">
            <a:solidFill>
              <a:srgbClr val="FFFFFF"/>
            </a:solidFill>
            <a:prstDash val="solid"/>
          </a:ln>
        </p:spPr>
      </p:sp>
      <p:sp>
        <p:nvSpPr>
          <p:cNvPr id="179" name="Text 170"/>
          <p:cNvSpPr txBox="1"/>
          <p:nvPr/>
        </p:nvSpPr>
        <p:spPr>
          <a:xfrm>
            <a:off x="3879616" y="301483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80" name="Image 7" descr="preencoded.png">    </p:cNvPr>
          <p:cNvPicPr>
            <a:picLocks noChangeAspect="1"/>
          </p:cNvPicPr>
          <p:nvPr/>
        </p:nvPicPr>
        <p:blipFill>
          <a:blip r:embed="rId8"/>
          <a:stretch>
            <a:fillRect/>
          </a:stretch>
        </p:blipFill>
        <p:spPr>
          <a:xfrm>
            <a:off x="2578882" y="3235901"/>
            <a:ext cx="237744" cy="237744"/>
          </a:xfrm>
          <a:prstGeom prst="rect">
            <a:avLst/>
          </a:prstGeom>
        </p:spPr>
      </p:pic>
      <p:sp>
        <p:nvSpPr>
          <p:cNvPr id="181" name="Text 17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182" name="Text 17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Cari pola di data jadwal piket</a:t>
            </a:r>
            <a:endParaRPr lang="en-US" sz="1800" dirty="0"/>
          </a:p>
        </p:txBody>
      </p:sp>
      <p:sp>
        <p:nvSpPr>
          <p:cNvPr id="183" name="Text 17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menampilkan data fiktif keterlambatan piket. Kelompok mencari: hari apa, kamar mana, jam berapa yang sering terlambat.</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Pola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Shape 6"/>
          <p:cNvSpPr/>
          <p:nvPr/>
        </p:nvSpPr>
        <p:spPr>
          <a:xfrm>
            <a:off x="960120" y="1371600"/>
            <a:ext cx="1097280" cy="685800"/>
          </a:xfrm>
          <a:prstGeom prst="roundRect">
            <a:avLst>
              <a:gd name="adj" fmla="val 10667"/>
            </a:avLst>
          </a:prstGeom>
          <a:solidFill>
            <a:srgbClr val="E53935"/>
          </a:solidFill>
          <a:ln w="12700">
            <a:solidFill>
              <a:srgbClr val="E53935"/>
            </a:solidFill>
            <a:prstDash val="solid"/>
          </a:ln>
        </p:spPr>
      </p:sp>
      <p:sp>
        <p:nvSpPr>
          <p:cNvPr id="11" name="Text 7"/>
          <p:cNvSpPr txBox="1"/>
          <p:nvPr/>
        </p:nvSpPr>
        <p:spPr>
          <a:xfrm>
            <a:off x="960120" y="1371600"/>
            <a:ext cx="109728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Pola</a:t>
            </a:r>
            <a:endParaRPr lang="en-US" sz="1300" dirty="0"/>
          </a:p>
        </p:txBody>
      </p:sp>
      <p:sp>
        <p:nvSpPr>
          <p:cNvPr id="12" name="Text 8"/>
          <p:cNvSpPr txBox="1"/>
          <p:nvPr/>
        </p:nvSpPr>
        <p:spPr>
          <a:xfrm>
            <a:off x="2194560" y="1371600"/>
            <a:ext cx="3108960" cy="685800"/>
          </a:xfrm>
          <a:prstGeom prst="rect">
            <a:avLst/>
          </a:prstGeom>
          <a:noFill/>
          <a:ln/>
        </p:spPr>
        <p:txBody>
          <a:bodyPr wrap="square" lIns="0" tIns="0" rIns="0" bIns="0" rtlCol="0" anchor="ctr"/>
          <a:lstStyle/>
          <a:p>
            <a:pPr indent="0" marL="0">
              <a:buNone/>
            </a:pPr>
            <a:r>
              <a:rPr lang="en-US" sz="1300" dirty="0">
                <a:solidFill>
                  <a:srgbClr val="1155CC"/>
                </a:solidFill>
                <a:latin typeface="Arial" pitchFamily="34" charset="0"/>
                <a:ea typeface="Arial" pitchFamily="34" charset="-122"/>
                <a:cs typeface="Arial" pitchFamily="34" charset="-120"/>
              </a:rPr>
              <a:t>Lomba selalu molor di sesi siang</a:t>
            </a:r>
            <a:endParaRPr lang="en-US" sz="1300" dirty="0"/>
          </a:p>
        </p:txBody>
      </p:sp>
      <p:sp>
        <p:nvSpPr>
          <p:cNvPr id="13" name="Shape 9"/>
          <p:cNvSpPr/>
          <p:nvPr/>
        </p:nvSpPr>
        <p:spPr>
          <a:xfrm>
            <a:off x="960120" y="2240280"/>
            <a:ext cx="1097280" cy="685800"/>
          </a:xfrm>
          <a:prstGeom prst="roundRect">
            <a:avLst>
              <a:gd name="adj" fmla="val 10667"/>
            </a:avLst>
          </a:prstGeom>
          <a:solidFill>
            <a:srgbClr val="D4A017"/>
          </a:solidFill>
          <a:ln w="12700">
            <a:solidFill>
              <a:srgbClr val="D4A017"/>
            </a:solidFill>
            <a:prstDash val="solid"/>
          </a:ln>
        </p:spPr>
      </p:sp>
      <p:sp>
        <p:nvSpPr>
          <p:cNvPr id="14" name="Text 10"/>
          <p:cNvSpPr txBox="1"/>
          <p:nvPr/>
        </p:nvSpPr>
        <p:spPr>
          <a:xfrm>
            <a:off x="960120" y="2240280"/>
            <a:ext cx="109728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Dugaan</a:t>
            </a:r>
            <a:endParaRPr lang="en-US" sz="1300" dirty="0"/>
          </a:p>
        </p:txBody>
      </p:sp>
      <p:sp>
        <p:nvSpPr>
          <p:cNvPr id="15" name="Text 11"/>
          <p:cNvSpPr txBox="1"/>
          <p:nvPr/>
        </p:nvSpPr>
        <p:spPr>
          <a:xfrm>
            <a:off x="2194560" y="2240280"/>
            <a:ext cx="3108960" cy="685800"/>
          </a:xfrm>
          <a:prstGeom prst="rect">
            <a:avLst/>
          </a:prstGeom>
          <a:noFill/>
          <a:ln/>
        </p:spPr>
        <p:txBody>
          <a:bodyPr wrap="square" lIns="0" tIns="0" rIns="0" bIns="0" rtlCol="0" anchor="ctr"/>
          <a:lstStyle/>
          <a:p>
            <a:pPr indent="0" marL="0">
              <a:buNone/>
            </a:pPr>
            <a:r>
              <a:rPr lang="en-US" sz="1300" dirty="0">
                <a:solidFill>
                  <a:srgbClr val="1155CC"/>
                </a:solidFill>
                <a:latin typeface="Arial" pitchFamily="34" charset="0"/>
                <a:ea typeface="Arial" pitchFamily="34" charset="-122"/>
                <a:cs typeface="Arial" pitchFamily="34" charset="-120"/>
              </a:rPr>
              <a:t>Peserta lelah setelah dzuhur dan makan</a:t>
            </a:r>
            <a:endParaRPr lang="en-US" sz="1300" dirty="0"/>
          </a:p>
        </p:txBody>
      </p:sp>
      <p:sp>
        <p:nvSpPr>
          <p:cNvPr id="16" name="Shape 12"/>
          <p:cNvSpPr/>
          <p:nvPr/>
        </p:nvSpPr>
        <p:spPr>
          <a:xfrm>
            <a:off x="960120" y="3108960"/>
            <a:ext cx="1097280" cy="685800"/>
          </a:xfrm>
          <a:prstGeom prst="roundRect">
            <a:avLst>
              <a:gd name="adj" fmla="val 10667"/>
            </a:avLst>
          </a:prstGeom>
          <a:solidFill>
            <a:srgbClr val="1F7A5C"/>
          </a:solidFill>
          <a:ln w="12700">
            <a:solidFill>
              <a:srgbClr val="1F7A5C"/>
            </a:solidFill>
            <a:prstDash val="solid"/>
          </a:ln>
        </p:spPr>
      </p:sp>
      <p:sp>
        <p:nvSpPr>
          <p:cNvPr id="17" name="Text 13"/>
          <p:cNvSpPr txBox="1"/>
          <p:nvPr/>
        </p:nvSpPr>
        <p:spPr>
          <a:xfrm>
            <a:off x="960120" y="3108960"/>
            <a:ext cx="1097280" cy="6858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Tindakan</a:t>
            </a:r>
            <a:endParaRPr lang="en-US" sz="1300" dirty="0"/>
          </a:p>
        </p:txBody>
      </p:sp>
      <p:sp>
        <p:nvSpPr>
          <p:cNvPr id="18" name="Text 14"/>
          <p:cNvSpPr txBox="1"/>
          <p:nvPr/>
        </p:nvSpPr>
        <p:spPr>
          <a:xfrm>
            <a:off x="2194560" y="3108960"/>
            <a:ext cx="3108960" cy="685800"/>
          </a:xfrm>
          <a:prstGeom prst="rect">
            <a:avLst/>
          </a:prstGeom>
          <a:noFill/>
          <a:ln/>
        </p:spPr>
        <p:txBody>
          <a:bodyPr wrap="square" lIns="0" tIns="0" rIns="0" bIns="0" rtlCol="0" anchor="ctr"/>
          <a:lstStyle/>
          <a:p>
            <a:pPr indent="0" marL="0">
              <a:buNone/>
            </a:pPr>
            <a:r>
              <a:rPr lang="en-US" sz="1300" dirty="0">
                <a:solidFill>
                  <a:srgbClr val="1155CC"/>
                </a:solidFill>
                <a:latin typeface="Arial" pitchFamily="34" charset="0"/>
                <a:ea typeface="Arial" pitchFamily="34" charset="-122"/>
                <a:cs typeface="Arial" pitchFamily="34" charset="-120"/>
              </a:rPr>
              <a:t>Lomba berat di pagi hari, ringan di siang</a:t>
            </a:r>
            <a:endParaRPr lang="en-US" sz="1300" dirty="0"/>
          </a:p>
        </p:txBody>
      </p:sp>
      <p:sp>
        <p:nvSpPr>
          <p:cNvPr id="19" name="Shape 15"/>
          <p:cNvSpPr/>
          <p:nvPr/>
        </p:nvSpPr>
        <p:spPr>
          <a:xfrm>
            <a:off x="896112" y="1307592"/>
            <a:ext cx="4517136" cy="2642616"/>
          </a:xfrm>
          <a:prstGeom prst="roundRect">
            <a:avLst>
              <a:gd name="adj" fmla="val 1730"/>
            </a:avLst>
          </a:prstGeom>
          <a:solidFill>
            <a:srgbClr val="FFFFFF">
              <a:alpha val="0"/>
            </a:srgbClr>
          </a:solidFill>
          <a:ln w="31750">
            <a:solidFill>
              <a:srgbClr val="E53935"/>
            </a:solidFill>
            <a:prstDash val="solid"/>
          </a:ln>
        </p:spPr>
      </p:sp>
      <p:sp>
        <p:nvSpPr>
          <p:cNvPr id="20" name="Shape 16"/>
          <p:cNvSpPr/>
          <p:nvPr/>
        </p:nvSpPr>
        <p:spPr>
          <a:xfrm>
            <a:off x="5276088" y="1170432"/>
            <a:ext cx="274320" cy="274320"/>
          </a:xfrm>
          <a:prstGeom prst="ellipse">
            <a:avLst/>
          </a:prstGeom>
          <a:solidFill>
            <a:srgbClr val="E53935"/>
          </a:solidFill>
          <a:ln w="12700">
            <a:solidFill>
              <a:srgbClr val="FFFFFF"/>
            </a:solidFill>
            <a:prstDash val="solid"/>
          </a:ln>
        </p:spPr>
      </p:sp>
      <p:sp>
        <p:nvSpPr>
          <p:cNvPr id="21" name="Text 17"/>
          <p:cNvSpPr txBox="1"/>
          <p:nvPr/>
        </p:nvSpPr>
        <p:spPr>
          <a:xfrm>
            <a:off x="5276088" y="11704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3"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pola, dugaan, dan tindakan</a:t>
            </a:r>
            <a:endParaRPr lang="en-US" sz="1800" dirty="0"/>
          </a:p>
        </p:txBody>
      </p:sp>
      <p:sp>
        <p:nvSpPr>
          <p:cNvPr id="24"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Untuk masalah kelompokmu, cari 2 pola. Tulis: Pola → Dugaan penyebab → Tindakan.</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Presentasi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965960" y="1188720"/>
            <a:ext cx="2377440" cy="1737360"/>
          </a:xfrm>
          <a:prstGeom prst="rect">
            <a:avLst/>
          </a:prstGeom>
          <a:solidFill>
            <a:srgbClr val="FFFFFF"/>
          </a:solidFill>
          <a:ln w="12700">
            <a:solidFill>
              <a:srgbClr val="999999"/>
            </a:solidFill>
            <a:prstDash val="solid"/>
          </a:ln>
        </p:spPr>
      </p:sp>
      <p:sp>
        <p:nvSpPr>
          <p:cNvPr id="11" name="Shape 7"/>
          <p:cNvSpPr/>
          <p:nvPr/>
        </p:nvSpPr>
        <p:spPr>
          <a:xfrm>
            <a:off x="2743200" y="1828800"/>
            <a:ext cx="822960" cy="411480"/>
          </a:xfrm>
          <a:prstGeom prst="ellipse">
            <a:avLst/>
          </a:prstGeom>
          <a:solidFill>
            <a:srgbClr val="FFFFFF"/>
          </a:solidFill>
          <a:ln w="12700">
            <a:solidFill>
              <a:srgbClr val="333333"/>
            </a:solidFill>
            <a:prstDash val="solid"/>
          </a:ln>
        </p:spPr>
      </p:sp>
      <p:sp>
        <p:nvSpPr>
          <p:cNvPr id="12" name="Shape 8"/>
          <p:cNvSpPr/>
          <p:nvPr/>
        </p:nvSpPr>
        <p:spPr>
          <a:xfrm>
            <a:off x="3794760" y="1938528"/>
            <a:ext cx="457200" cy="182880"/>
          </a:xfrm>
          <a:prstGeom prst="rect">
            <a:avLst/>
          </a:prstGeom>
          <a:solidFill>
            <a:srgbClr val="E6F2EC"/>
          </a:solidFill>
          <a:ln w="12700">
            <a:solidFill>
              <a:srgbClr val="E6F2EC"/>
            </a:solidFill>
            <a:prstDash val="solid"/>
          </a:ln>
        </p:spPr>
      </p:sp>
      <p:sp>
        <p:nvSpPr>
          <p:cNvPr id="13" name="Shape 9"/>
          <p:cNvSpPr/>
          <p:nvPr/>
        </p:nvSpPr>
        <p:spPr>
          <a:xfrm>
            <a:off x="3194517" y="2460316"/>
            <a:ext cx="457200" cy="182880"/>
          </a:xfrm>
          <a:prstGeom prst="rect">
            <a:avLst/>
          </a:prstGeom>
          <a:solidFill>
            <a:srgbClr val="E6F2EC"/>
          </a:solidFill>
          <a:ln w="12700">
            <a:solidFill>
              <a:srgbClr val="E6F2EC"/>
            </a:solidFill>
            <a:prstDash val="solid"/>
          </a:ln>
        </p:spPr>
      </p:sp>
      <p:sp>
        <p:nvSpPr>
          <p:cNvPr id="14" name="Shape 10"/>
          <p:cNvSpPr/>
          <p:nvPr/>
        </p:nvSpPr>
        <p:spPr>
          <a:xfrm>
            <a:off x="2223303" y="2261011"/>
            <a:ext cx="457200" cy="182880"/>
          </a:xfrm>
          <a:prstGeom prst="rect">
            <a:avLst/>
          </a:prstGeom>
          <a:solidFill>
            <a:srgbClr val="E6F2EC"/>
          </a:solidFill>
          <a:ln w="12700">
            <a:solidFill>
              <a:srgbClr val="E6F2EC"/>
            </a:solidFill>
            <a:prstDash val="solid"/>
          </a:ln>
        </p:spPr>
      </p:sp>
      <p:sp>
        <p:nvSpPr>
          <p:cNvPr id="15" name="Shape 11"/>
          <p:cNvSpPr/>
          <p:nvPr/>
        </p:nvSpPr>
        <p:spPr>
          <a:xfrm>
            <a:off x="2223303" y="1616045"/>
            <a:ext cx="457200" cy="182880"/>
          </a:xfrm>
          <a:prstGeom prst="rect">
            <a:avLst/>
          </a:prstGeom>
          <a:solidFill>
            <a:srgbClr val="E6F2EC"/>
          </a:solidFill>
          <a:ln w="12700">
            <a:solidFill>
              <a:srgbClr val="E6F2EC"/>
            </a:solidFill>
            <a:prstDash val="solid"/>
          </a:ln>
        </p:spPr>
      </p:sp>
      <p:sp>
        <p:nvSpPr>
          <p:cNvPr id="16" name="Shape 12"/>
          <p:cNvSpPr/>
          <p:nvPr/>
        </p:nvSpPr>
        <p:spPr>
          <a:xfrm>
            <a:off x="3194517" y="1416740"/>
            <a:ext cx="457200" cy="182880"/>
          </a:xfrm>
          <a:prstGeom prst="rect">
            <a:avLst/>
          </a:prstGeom>
          <a:solidFill>
            <a:srgbClr val="E6F2EC"/>
          </a:solidFill>
          <a:ln w="12700">
            <a:solidFill>
              <a:srgbClr val="E6F2EC"/>
            </a:solidFill>
            <a:prstDash val="solid"/>
          </a:ln>
        </p:spPr>
      </p:sp>
      <p:sp>
        <p:nvSpPr>
          <p:cNvPr id="17" name="Shape 13"/>
          <p:cNvSpPr/>
          <p:nvPr/>
        </p:nvSpPr>
        <p:spPr>
          <a:xfrm>
            <a:off x="1234440" y="3154680"/>
            <a:ext cx="384048" cy="384048"/>
          </a:xfrm>
          <a:prstGeom prst="ellipse">
            <a:avLst/>
          </a:prstGeom>
          <a:solidFill>
            <a:srgbClr val="E8C39E"/>
          </a:solidFill>
          <a:ln/>
        </p:spPr>
      </p:sp>
      <p:sp>
        <p:nvSpPr>
          <p:cNvPr id="18" name="Shape 14"/>
          <p:cNvSpPr/>
          <p:nvPr/>
        </p:nvSpPr>
        <p:spPr>
          <a:xfrm>
            <a:off x="1143000" y="3566160"/>
            <a:ext cx="566928" cy="548640"/>
          </a:xfrm>
          <a:prstGeom prst="roundRect">
            <a:avLst>
              <a:gd name="adj" fmla="val 25000"/>
            </a:avLst>
          </a:prstGeom>
          <a:solidFill>
            <a:srgbClr val="1F7A5C"/>
          </a:solidFill>
          <a:ln w="12700">
            <a:solidFill>
              <a:srgbClr val="1F7A5C"/>
            </a:solidFill>
            <a:prstDash val="solid"/>
          </a:ln>
        </p:spPr>
      </p:sp>
      <p:sp>
        <p:nvSpPr>
          <p:cNvPr id="19" name="Shape 15"/>
          <p:cNvSpPr/>
          <p:nvPr/>
        </p:nvSpPr>
        <p:spPr>
          <a:xfrm>
            <a:off x="2423160" y="3154680"/>
            <a:ext cx="384048" cy="384048"/>
          </a:xfrm>
          <a:prstGeom prst="ellipse">
            <a:avLst/>
          </a:prstGeom>
          <a:solidFill>
            <a:srgbClr val="E8C39E"/>
          </a:solidFill>
          <a:ln/>
        </p:spPr>
      </p:sp>
      <p:sp>
        <p:nvSpPr>
          <p:cNvPr id="20" name="Shape 16"/>
          <p:cNvSpPr/>
          <p:nvPr/>
        </p:nvSpPr>
        <p:spPr>
          <a:xfrm>
            <a:off x="2331720" y="3566160"/>
            <a:ext cx="566928" cy="548640"/>
          </a:xfrm>
          <a:prstGeom prst="roundRect">
            <a:avLst>
              <a:gd name="adj" fmla="val 25000"/>
            </a:avLst>
          </a:prstGeom>
          <a:solidFill>
            <a:srgbClr val="D4A017"/>
          </a:solidFill>
          <a:ln w="12700">
            <a:solidFill>
              <a:srgbClr val="D4A017"/>
            </a:solidFill>
            <a:prstDash val="solid"/>
          </a:ln>
        </p:spPr>
      </p:sp>
      <p:sp>
        <p:nvSpPr>
          <p:cNvPr id="21" name="Shape 17"/>
          <p:cNvSpPr/>
          <p:nvPr/>
        </p:nvSpPr>
        <p:spPr>
          <a:xfrm>
            <a:off x="3611880" y="3154680"/>
            <a:ext cx="384048" cy="384048"/>
          </a:xfrm>
          <a:prstGeom prst="ellipse">
            <a:avLst/>
          </a:prstGeom>
          <a:solidFill>
            <a:srgbClr val="E8C39E"/>
          </a:solidFill>
          <a:ln/>
        </p:spPr>
      </p:sp>
      <p:sp>
        <p:nvSpPr>
          <p:cNvPr id="22" name="Shape 18"/>
          <p:cNvSpPr/>
          <p:nvPr/>
        </p:nvSpPr>
        <p:spPr>
          <a:xfrm>
            <a:off x="3520440" y="3566160"/>
            <a:ext cx="566928" cy="548640"/>
          </a:xfrm>
          <a:prstGeom prst="roundRect">
            <a:avLst>
              <a:gd name="adj" fmla="val 25000"/>
            </a:avLst>
          </a:prstGeom>
          <a:solidFill>
            <a:srgbClr val="0078D4"/>
          </a:solidFill>
          <a:ln w="12700">
            <a:solidFill>
              <a:srgbClr val="0078D4"/>
            </a:solidFill>
            <a:prstDash val="solid"/>
          </a:ln>
        </p:spPr>
      </p:sp>
      <p:sp>
        <p:nvSpPr>
          <p:cNvPr id="23" name="Text 19"/>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24" name="Text 20"/>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Presentasi 2 menit per kelompok</a:t>
            </a:r>
            <a:endParaRPr lang="en-US" sz="1800" dirty="0"/>
          </a:p>
        </p:txBody>
      </p:sp>
      <p:sp>
        <p:nvSpPr>
          <p:cNvPr id="25" name="Text 21"/>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Tunjukkan peta dekomposisi dan pola yang ditemukan. Kelompok lain menambahkan bagian yang terlewat.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1</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di buku: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4 pilar computational thinking dengan kata-katamu.</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Dekomposisi kegiatan pribadimu: "Bersiap sholat Subuh berjamaah".</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Temukan 1 pola dalam kebiasaan harianmu di pondok.</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Foto peta dekomposisi kelompok, simpan di Portofolio › Proyek › Kelas9.</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01</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menyebut 4 pilar CT</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Masalah dipecah minimal 5 bagian</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Menemukan minimal 2 pola</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Hasil diskusi tertulis rapi</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Bagian mana dari kegiatan sehari-hari yang bisa dipecah lebih kecil?</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Pola apa yang kamu temukan hari ini?</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Allah menciptakan alam dengan keteraturan. Mengenali pola adalah bagian dari tafakur atas ciptaan-Nya.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Abstraksi dan algoritma.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02</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Abstraksi &amp; Algoritma</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Mengambil inti dan menyusun langkah</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 Computational Thinking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Jika kalian harus menjelaskan cara berwudhu kepada robot yang tidak tahu apa-apa, apa yang harus diperhatikan?</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abstraksi dan menerapkannya</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Menjelaskan ciri algoritma yang baik</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Menulis algoritma yang jelas, berurutan, dan bisa diikuti</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Abstraksi: Ambil yang Penting</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23360" cy="3520440"/>
          </a:xfrm>
          <a:prstGeom prst="roundRect">
            <a:avLst>
              <a:gd name="adj" fmla="val 3117"/>
            </a:avLst>
          </a:prstGeom>
          <a:solidFill>
            <a:srgbClr val="E6F2EC"/>
          </a:solidFill>
          <a:ln w="12700">
            <a:solidFill>
              <a:srgbClr val="E6F2EC"/>
            </a:solidFill>
            <a:prstDash val="solid"/>
          </a:ln>
        </p:spPr>
      </p:sp>
      <p:sp>
        <p:nvSpPr>
          <p:cNvPr id="10" name="Shape 6"/>
          <p:cNvSpPr/>
          <p:nvPr/>
        </p:nvSpPr>
        <p:spPr>
          <a:xfrm>
            <a:off x="640080" y="1234440"/>
            <a:ext cx="457200" cy="457200"/>
          </a:xfrm>
          <a:prstGeom prst="ellipse">
            <a:avLst/>
          </a:prstGeom>
          <a:solidFill>
            <a:srgbClr val="1F7A5C"/>
          </a:solidFill>
          <a:ln/>
        </p:spPr>
      </p:sp>
      <p:pic>
        <p:nvPicPr>
          <p:cNvPr id="11" name="Image 2" descr="preencoded.png">    </p:cNvPr>
          <p:cNvPicPr>
            <a:picLocks noChangeAspect="1"/>
          </p:cNvPicPr>
          <p:nvPr/>
        </p:nvPicPr>
        <p:blipFill>
          <a:blip r:embed="rId3"/>
          <a:stretch>
            <a:fillRect/>
          </a:stretch>
        </p:blipFill>
        <p:spPr>
          <a:xfrm>
            <a:off x="758952" y="1353312"/>
            <a:ext cx="219456" cy="219456"/>
          </a:xfrm>
          <a:prstGeom prst="rect">
            <a:avLst/>
          </a:prstGeom>
        </p:spPr>
      </p:pic>
      <p:sp>
        <p:nvSpPr>
          <p:cNvPr id="12" name="Text 7"/>
          <p:cNvSpPr txBox="1"/>
          <p:nvPr/>
        </p:nvSpPr>
        <p:spPr>
          <a:xfrm>
            <a:off x="1234440" y="1234440"/>
            <a:ext cx="3108960" cy="457200"/>
          </a:xfrm>
          <a:prstGeom prst="rect">
            <a:avLst/>
          </a:prstGeom>
          <a:noFill/>
          <a:ln/>
        </p:spPr>
        <p:txBody>
          <a:bodyPr wrap="square" lIns="0" tIns="0" rIns="0" bIns="0" rtlCol="0" anchor="ctr"/>
          <a:lstStyle/>
          <a:p>
            <a:pPr indent="0" marL="0">
              <a:buNone/>
            </a:pPr>
            <a:r>
              <a:rPr lang="en-US" sz="1700" b="1" dirty="0">
                <a:solidFill>
                  <a:srgbClr val="1F7A5C"/>
                </a:solidFill>
                <a:latin typeface="Cambria" pitchFamily="34" charset="0"/>
                <a:ea typeface="Cambria" pitchFamily="34" charset="-122"/>
                <a:cs typeface="Cambria" pitchFamily="34" charset="-120"/>
              </a:rPr>
              <a:t>Penting untuk Denah Asrama</a:t>
            </a:r>
            <a:endParaRPr lang="en-US" sz="1700" dirty="0"/>
          </a:p>
        </p:txBody>
      </p:sp>
      <p:sp>
        <p:nvSpPr>
          <p:cNvPr id="13" name="Text 8"/>
          <p:cNvSpPr txBox="1"/>
          <p:nvPr/>
        </p:nvSpPr>
        <p:spPr>
          <a:xfrm>
            <a:off x="73152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Letak kamar, kamar mandi, pintu keluar</a:t>
            </a:r>
            <a:endParaRPr lang="en-US" sz="1450" dirty="0"/>
          </a:p>
        </p:txBody>
      </p:sp>
      <p:sp>
        <p:nvSpPr>
          <p:cNvPr id="14" name="Text 9"/>
          <p:cNvSpPr txBox="1"/>
          <p:nvPr/>
        </p:nvSpPr>
        <p:spPr>
          <a:xfrm>
            <a:off x="73152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Nama setiap kamar</a:t>
            </a:r>
            <a:endParaRPr lang="en-US" sz="1450" dirty="0"/>
          </a:p>
        </p:txBody>
      </p:sp>
      <p:sp>
        <p:nvSpPr>
          <p:cNvPr id="15" name="Text 10"/>
          <p:cNvSpPr txBox="1"/>
          <p:nvPr/>
        </p:nvSpPr>
        <p:spPr>
          <a:xfrm>
            <a:off x="73152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Jalur menuju masjid</a:t>
            </a:r>
            <a:endParaRPr lang="en-US" sz="1450" dirty="0"/>
          </a:p>
        </p:txBody>
      </p:sp>
      <p:sp>
        <p:nvSpPr>
          <p:cNvPr id="16" name="Shape 11"/>
          <p:cNvSpPr/>
          <p:nvPr/>
        </p:nvSpPr>
        <p:spPr>
          <a:xfrm>
            <a:off x="4663440" y="1097280"/>
            <a:ext cx="4023360" cy="3520440"/>
          </a:xfrm>
          <a:prstGeom prst="roundRect">
            <a:avLst>
              <a:gd name="adj" fmla="val 3117"/>
            </a:avLst>
          </a:prstGeom>
          <a:solidFill>
            <a:srgbClr val="FDECEA"/>
          </a:solidFill>
          <a:ln w="12700">
            <a:solidFill>
              <a:srgbClr val="FDECEA"/>
            </a:solidFill>
            <a:prstDash val="solid"/>
          </a:ln>
        </p:spPr>
      </p:sp>
      <p:sp>
        <p:nvSpPr>
          <p:cNvPr id="17" name="Shape 12"/>
          <p:cNvSpPr/>
          <p:nvPr/>
        </p:nvSpPr>
        <p:spPr>
          <a:xfrm>
            <a:off x="4846320" y="1234440"/>
            <a:ext cx="457200" cy="457200"/>
          </a:xfrm>
          <a:prstGeom prst="ellipse">
            <a:avLst/>
          </a:prstGeom>
          <a:solidFill>
            <a:srgbClr val="E53935"/>
          </a:solidFill>
          <a:ln/>
        </p:spPr>
      </p:sp>
      <p:pic>
        <p:nvPicPr>
          <p:cNvPr id="18" name="Image 3" descr="preencoded.png">    </p:cNvPr>
          <p:cNvPicPr>
            <a:picLocks noChangeAspect="1"/>
          </p:cNvPicPr>
          <p:nvPr/>
        </p:nvPicPr>
        <p:blipFill>
          <a:blip r:embed="rId4"/>
          <a:stretch>
            <a:fillRect/>
          </a:stretch>
        </p:blipFill>
        <p:spPr>
          <a:xfrm>
            <a:off x="4965192" y="1353312"/>
            <a:ext cx="219456" cy="219456"/>
          </a:xfrm>
          <a:prstGeom prst="rect">
            <a:avLst/>
          </a:prstGeom>
        </p:spPr>
      </p:pic>
      <p:sp>
        <p:nvSpPr>
          <p:cNvPr id="19" name="Text 13"/>
          <p:cNvSpPr txBox="1"/>
          <p:nvPr/>
        </p:nvSpPr>
        <p:spPr>
          <a:xfrm>
            <a:off x="5440680" y="1234440"/>
            <a:ext cx="3108960" cy="457200"/>
          </a:xfrm>
          <a:prstGeom prst="rect">
            <a:avLst/>
          </a:prstGeom>
          <a:noFill/>
          <a:ln/>
        </p:spPr>
        <p:txBody>
          <a:bodyPr wrap="square" lIns="0" tIns="0" rIns="0" bIns="0" rtlCol="0" anchor="ctr"/>
          <a:lstStyle/>
          <a:p>
            <a:pPr indent="0" marL="0">
              <a:buNone/>
            </a:pPr>
            <a:r>
              <a:rPr lang="en-US" sz="1700" b="1" dirty="0">
                <a:solidFill>
                  <a:srgbClr val="E53935"/>
                </a:solidFill>
                <a:latin typeface="Cambria" pitchFamily="34" charset="0"/>
                <a:ea typeface="Cambria" pitchFamily="34" charset="-122"/>
                <a:cs typeface="Cambria" pitchFamily="34" charset="-120"/>
              </a:rPr>
              <a:t>Abaikan (Detail Tak Perlu)</a:t>
            </a:r>
            <a:endParaRPr lang="en-US" sz="1700" dirty="0"/>
          </a:p>
        </p:txBody>
      </p:sp>
      <p:sp>
        <p:nvSpPr>
          <p:cNvPr id="20" name="Text 14"/>
          <p:cNvSpPr txBox="1"/>
          <p:nvPr/>
        </p:nvSpPr>
        <p:spPr>
          <a:xfrm>
            <a:off x="4937760" y="1874520"/>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Warna cat dinding</a:t>
            </a:r>
            <a:endParaRPr lang="en-US" sz="1450" dirty="0"/>
          </a:p>
        </p:txBody>
      </p:sp>
      <p:sp>
        <p:nvSpPr>
          <p:cNvPr id="21" name="Text 15"/>
          <p:cNvSpPr txBox="1"/>
          <p:nvPr/>
        </p:nvSpPr>
        <p:spPr>
          <a:xfrm>
            <a:off x="4937760" y="2532888"/>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Jumlah ubin lantai</a:t>
            </a:r>
            <a:endParaRPr lang="en-US" sz="1450" dirty="0"/>
          </a:p>
        </p:txBody>
      </p:sp>
      <p:sp>
        <p:nvSpPr>
          <p:cNvPr id="22" name="Text 16"/>
          <p:cNvSpPr txBox="1"/>
          <p:nvPr/>
        </p:nvSpPr>
        <p:spPr>
          <a:xfrm>
            <a:off x="4937760" y="3191256"/>
            <a:ext cx="3566160" cy="594360"/>
          </a:xfrm>
          <a:prstGeom prst="rect">
            <a:avLst/>
          </a:prstGeom>
          <a:noFill/>
          <a:ln/>
        </p:spPr>
        <p:txBody>
          <a:bodyPr wrap="square" lIns="0" tIns="0" rIns="0" bIns="0" rtlCol="0" anchor="ctr"/>
          <a:lstStyle/>
          <a:p>
            <a:pPr indent="0" marL="0">
              <a:buNone/>
            </a:pPr>
            <a:r>
              <a:rPr lang="en-US" sz="1450" dirty="0">
                <a:solidFill>
                  <a:srgbClr val="1E2A26"/>
                </a:solidFill>
                <a:latin typeface="Calibri" pitchFamily="34" charset="0"/>
                <a:ea typeface="Calibri" pitchFamily="34" charset="-122"/>
                <a:cs typeface="Calibri" pitchFamily="34" charset="-120"/>
              </a:rPr>
              <a:t>Merek lemari</a:t>
            </a:r>
            <a:endParaRPr lang="en-US" sz="14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Ciri Algoritma yang Baik</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097280"/>
            <a:ext cx="4000500" cy="1668780"/>
          </a:xfrm>
          <a:prstGeom prst="roundRect">
            <a:avLst>
              <a:gd name="adj" fmla="val 6575"/>
            </a:avLst>
          </a:prstGeom>
          <a:solidFill>
            <a:srgbClr val="E6F2EC"/>
          </a:solidFill>
          <a:ln w="12700">
            <a:solidFill>
              <a:srgbClr val="E6F2EC"/>
            </a:solidFill>
            <a:prstDash val="solid"/>
          </a:ln>
        </p:spPr>
      </p:sp>
      <p:sp>
        <p:nvSpPr>
          <p:cNvPr id="10" name="Shape 6"/>
          <p:cNvSpPr/>
          <p:nvPr/>
        </p:nvSpPr>
        <p:spPr>
          <a:xfrm>
            <a:off x="640080" y="1280160"/>
            <a:ext cx="548640" cy="548640"/>
          </a:xfrm>
          <a:prstGeom prst="ellipse">
            <a:avLst/>
          </a:prstGeom>
          <a:solidFill>
            <a:srgbClr val="0F4C3A"/>
          </a:solidFill>
          <a:ln/>
        </p:spPr>
      </p:sp>
      <p:pic>
        <p:nvPicPr>
          <p:cNvPr id="11" name="Image 2" descr="preencoded.png">    </p:cNvPr>
          <p:cNvPicPr>
            <a:picLocks noChangeAspect="1"/>
          </p:cNvPicPr>
          <p:nvPr/>
        </p:nvPicPr>
        <p:blipFill>
          <a:blip r:embed="rId3"/>
          <a:stretch>
            <a:fillRect/>
          </a:stretch>
        </p:blipFill>
        <p:spPr>
          <a:xfrm>
            <a:off x="777240" y="1417320"/>
            <a:ext cx="274320" cy="274320"/>
          </a:xfrm>
          <a:prstGeom prst="rect">
            <a:avLst/>
          </a:prstGeom>
        </p:spPr>
      </p:pic>
      <p:sp>
        <p:nvSpPr>
          <p:cNvPr id="12" name="Text 7"/>
          <p:cNvSpPr txBox="1"/>
          <p:nvPr/>
        </p:nvSpPr>
        <p:spPr>
          <a:xfrm>
            <a:off x="13258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Berurutan</a:t>
            </a:r>
            <a:endParaRPr lang="en-US" sz="1600" dirty="0"/>
          </a:p>
        </p:txBody>
      </p:sp>
      <p:sp>
        <p:nvSpPr>
          <p:cNvPr id="13" name="Text 8"/>
          <p:cNvSpPr txBox="1"/>
          <p:nvPr/>
        </p:nvSpPr>
        <p:spPr>
          <a:xfrm>
            <a:off x="6400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Langkah tersusun dari awal sampai akhir, urutannya tidak boleh tertukar.</a:t>
            </a:r>
            <a:endParaRPr lang="en-US" sz="1400" dirty="0"/>
          </a:p>
        </p:txBody>
      </p:sp>
      <p:sp>
        <p:nvSpPr>
          <p:cNvPr id="14" name="Shape 9"/>
          <p:cNvSpPr/>
          <p:nvPr/>
        </p:nvSpPr>
        <p:spPr>
          <a:xfrm>
            <a:off x="4686300" y="1097280"/>
            <a:ext cx="4000500" cy="1668780"/>
          </a:xfrm>
          <a:prstGeom prst="roundRect">
            <a:avLst>
              <a:gd name="adj" fmla="val 6575"/>
            </a:avLst>
          </a:prstGeom>
          <a:solidFill>
            <a:srgbClr val="E6F2EC"/>
          </a:solidFill>
          <a:ln w="12700">
            <a:solidFill>
              <a:srgbClr val="E6F2EC"/>
            </a:solidFill>
            <a:prstDash val="solid"/>
          </a:ln>
        </p:spPr>
      </p:sp>
      <p:sp>
        <p:nvSpPr>
          <p:cNvPr id="15" name="Shape 10"/>
          <p:cNvSpPr/>
          <p:nvPr/>
        </p:nvSpPr>
        <p:spPr>
          <a:xfrm>
            <a:off x="4869180" y="1280160"/>
            <a:ext cx="548640" cy="548640"/>
          </a:xfrm>
          <a:prstGeom prst="ellipse">
            <a:avLst/>
          </a:prstGeom>
          <a:solidFill>
            <a:srgbClr val="0F4C3A"/>
          </a:solidFill>
          <a:ln/>
        </p:spPr>
      </p:sp>
      <p:pic>
        <p:nvPicPr>
          <p:cNvPr id="16" name="Image 3" descr="preencoded.png">    </p:cNvPr>
          <p:cNvPicPr>
            <a:picLocks noChangeAspect="1"/>
          </p:cNvPicPr>
          <p:nvPr/>
        </p:nvPicPr>
        <p:blipFill>
          <a:blip r:embed="rId4"/>
          <a:stretch>
            <a:fillRect/>
          </a:stretch>
        </p:blipFill>
        <p:spPr>
          <a:xfrm>
            <a:off x="5006340" y="1417320"/>
            <a:ext cx="274320" cy="274320"/>
          </a:xfrm>
          <a:prstGeom prst="rect">
            <a:avLst/>
          </a:prstGeom>
        </p:spPr>
      </p:pic>
      <p:sp>
        <p:nvSpPr>
          <p:cNvPr id="17" name="Text 11"/>
          <p:cNvSpPr txBox="1"/>
          <p:nvPr/>
        </p:nvSpPr>
        <p:spPr>
          <a:xfrm>
            <a:off x="5554980" y="128016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Jelas</a:t>
            </a:r>
            <a:endParaRPr lang="en-US" sz="1600" dirty="0"/>
          </a:p>
        </p:txBody>
      </p:sp>
      <p:sp>
        <p:nvSpPr>
          <p:cNvPr id="18" name="Text 12"/>
          <p:cNvSpPr txBox="1"/>
          <p:nvPr/>
        </p:nvSpPr>
        <p:spPr>
          <a:xfrm>
            <a:off x="4869180" y="192024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Setiap langkah hanya punya satu arti. Tidak ada kata "secukupnya".</a:t>
            </a:r>
            <a:endParaRPr lang="en-US" sz="1400" dirty="0"/>
          </a:p>
        </p:txBody>
      </p:sp>
      <p:sp>
        <p:nvSpPr>
          <p:cNvPr id="19" name="Shape 13"/>
          <p:cNvSpPr/>
          <p:nvPr/>
        </p:nvSpPr>
        <p:spPr>
          <a:xfrm>
            <a:off x="457200" y="2948940"/>
            <a:ext cx="4000500" cy="1668780"/>
          </a:xfrm>
          <a:prstGeom prst="roundRect">
            <a:avLst>
              <a:gd name="adj" fmla="val 6575"/>
            </a:avLst>
          </a:prstGeom>
          <a:solidFill>
            <a:srgbClr val="E6F2EC"/>
          </a:solidFill>
          <a:ln w="12700">
            <a:solidFill>
              <a:srgbClr val="E6F2EC"/>
            </a:solidFill>
            <a:prstDash val="solid"/>
          </a:ln>
        </p:spPr>
      </p:sp>
      <p:sp>
        <p:nvSpPr>
          <p:cNvPr id="20" name="Shape 14"/>
          <p:cNvSpPr/>
          <p:nvPr/>
        </p:nvSpPr>
        <p:spPr>
          <a:xfrm>
            <a:off x="640080" y="3131820"/>
            <a:ext cx="548640" cy="548640"/>
          </a:xfrm>
          <a:prstGeom prst="ellipse">
            <a:avLst/>
          </a:prstGeom>
          <a:solidFill>
            <a:srgbClr val="0F4C3A"/>
          </a:solidFill>
          <a:ln/>
        </p:spPr>
      </p:sp>
      <p:pic>
        <p:nvPicPr>
          <p:cNvPr id="21" name="Image 4" descr="preencoded.png">    </p:cNvPr>
          <p:cNvPicPr>
            <a:picLocks noChangeAspect="1"/>
          </p:cNvPicPr>
          <p:nvPr/>
        </p:nvPicPr>
        <p:blipFill>
          <a:blip r:embed="rId5"/>
          <a:stretch>
            <a:fillRect/>
          </a:stretch>
        </p:blipFill>
        <p:spPr>
          <a:xfrm>
            <a:off x="777240" y="3268980"/>
            <a:ext cx="274320" cy="274320"/>
          </a:xfrm>
          <a:prstGeom prst="rect">
            <a:avLst/>
          </a:prstGeom>
        </p:spPr>
      </p:pic>
      <p:sp>
        <p:nvSpPr>
          <p:cNvPr id="22" name="Text 15"/>
          <p:cNvSpPr txBox="1"/>
          <p:nvPr/>
        </p:nvSpPr>
        <p:spPr>
          <a:xfrm>
            <a:off x="13258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Ada Akhir</a:t>
            </a:r>
            <a:endParaRPr lang="en-US" sz="1600" dirty="0"/>
          </a:p>
        </p:txBody>
      </p:sp>
      <p:sp>
        <p:nvSpPr>
          <p:cNvPr id="23" name="Text 16"/>
          <p:cNvSpPr txBox="1"/>
          <p:nvPr/>
        </p:nvSpPr>
        <p:spPr>
          <a:xfrm>
            <a:off x="6400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Algoritma pasti selesai, tidak berputar tanpa henti.</a:t>
            </a:r>
            <a:endParaRPr lang="en-US" sz="1400" dirty="0"/>
          </a:p>
        </p:txBody>
      </p:sp>
      <p:sp>
        <p:nvSpPr>
          <p:cNvPr id="24" name="Shape 17"/>
          <p:cNvSpPr/>
          <p:nvPr/>
        </p:nvSpPr>
        <p:spPr>
          <a:xfrm>
            <a:off x="4686300" y="2948940"/>
            <a:ext cx="4000500" cy="1668780"/>
          </a:xfrm>
          <a:prstGeom prst="roundRect">
            <a:avLst>
              <a:gd name="adj" fmla="val 6575"/>
            </a:avLst>
          </a:prstGeom>
          <a:solidFill>
            <a:srgbClr val="E6F2EC"/>
          </a:solidFill>
          <a:ln w="12700">
            <a:solidFill>
              <a:srgbClr val="E6F2EC"/>
            </a:solidFill>
            <a:prstDash val="solid"/>
          </a:ln>
        </p:spPr>
      </p:sp>
      <p:sp>
        <p:nvSpPr>
          <p:cNvPr id="25" name="Shape 18"/>
          <p:cNvSpPr/>
          <p:nvPr/>
        </p:nvSpPr>
        <p:spPr>
          <a:xfrm>
            <a:off x="4869180" y="3131820"/>
            <a:ext cx="548640" cy="548640"/>
          </a:xfrm>
          <a:prstGeom prst="ellipse">
            <a:avLst/>
          </a:prstGeom>
          <a:solidFill>
            <a:srgbClr val="0F4C3A"/>
          </a:solidFill>
          <a:ln/>
        </p:spPr>
      </p:sp>
      <p:pic>
        <p:nvPicPr>
          <p:cNvPr id="26" name="Image 5" descr="preencoded.png">    </p:cNvPr>
          <p:cNvPicPr>
            <a:picLocks noChangeAspect="1"/>
          </p:cNvPicPr>
          <p:nvPr/>
        </p:nvPicPr>
        <p:blipFill>
          <a:blip r:embed="rId6"/>
          <a:stretch>
            <a:fillRect/>
          </a:stretch>
        </p:blipFill>
        <p:spPr>
          <a:xfrm>
            <a:off x="5006340" y="3268980"/>
            <a:ext cx="274320" cy="274320"/>
          </a:xfrm>
          <a:prstGeom prst="rect">
            <a:avLst/>
          </a:prstGeom>
        </p:spPr>
      </p:pic>
      <p:sp>
        <p:nvSpPr>
          <p:cNvPr id="27" name="Text 19"/>
          <p:cNvSpPr txBox="1"/>
          <p:nvPr/>
        </p:nvSpPr>
        <p:spPr>
          <a:xfrm>
            <a:off x="5554980" y="3131820"/>
            <a:ext cx="2994660" cy="548640"/>
          </a:xfrm>
          <a:prstGeom prst="rect">
            <a:avLst/>
          </a:prstGeom>
          <a:noFill/>
          <a:ln/>
        </p:spPr>
        <p:txBody>
          <a:bodyPr wrap="square" lIns="0" tIns="0" rIns="0" bIns="0" rtlCol="0" anchor="ctr"/>
          <a:lstStyle/>
          <a:p>
            <a:pPr indent="0" marL="0">
              <a:buNone/>
            </a:pPr>
            <a:r>
              <a:rPr lang="en-US" sz="1600" b="1" dirty="0">
                <a:solidFill>
                  <a:srgbClr val="0F4C3A"/>
                </a:solidFill>
                <a:latin typeface="Cambria" pitchFamily="34" charset="0"/>
                <a:ea typeface="Cambria" pitchFamily="34" charset="-122"/>
                <a:cs typeface="Cambria" pitchFamily="34" charset="-120"/>
              </a:rPr>
              <a:t>Ada Keputusan</a:t>
            </a:r>
            <a:endParaRPr lang="en-US" sz="1600" dirty="0"/>
          </a:p>
        </p:txBody>
      </p:sp>
      <p:sp>
        <p:nvSpPr>
          <p:cNvPr id="28" name="Text 20"/>
          <p:cNvSpPr txBox="1"/>
          <p:nvPr/>
        </p:nvSpPr>
        <p:spPr>
          <a:xfrm>
            <a:off x="4869180" y="3771900"/>
            <a:ext cx="3634740" cy="754380"/>
          </a:xfrm>
          <a:prstGeom prst="rect">
            <a:avLst/>
          </a:prstGeom>
          <a:noFill/>
          <a:ln/>
        </p:spPr>
        <p:txBody>
          <a:bodyPr wrap="square" lIns="0" tIns="0" rIns="0" bIns="0" rtlCol="0" anchor="t"/>
          <a:lstStyle/>
          <a:p>
            <a:pPr indent="0" marL="0">
              <a:buNone/>
            </a:pPr>
            <a:r>
              <a:rPr lang="en-US" sz="1400" dirty="0">
                <a:solidFill>
                  <a:srgbClr val="1E2A26"/>
                </a:solidFill>
                <a:latin typeface="Calibri" pitchFamily="34" charset="0"/>
                <a:ea typeface="Calibri" pitchFamily="34" charset="-122"/>
                <a:cs typeface="Calibri" pitchFamily="34" charset="-120"/>
              </a:rPr>
              <a:t>Memuat pilihan "jika ... maka ..." bila diperlukan.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Contoh Algoritma: Wudhu</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16152"/>
            <a:ext cx="411480" cy="411480"/>
          </a:xfrm>
          <a:prstGeom prst="ellipse">
            <a:avLst/>
          </a:prstGeom>
          <a:solidFill>
            <a:srgbClr val="0F4C3A"/>
          </a:solidFill>
          <a:ln/>
        </p:spPr>
      </p:sp>
      <p:sp>
        <p:nvSpPr>
          <p:cNvPr id="10" name="Text 6"/>
          <p:cNvSpPr txBox="1"/>
          <p:nvPr/>
        </p:nvSpPr>
        <p:spPr>
          <a:xfrm>
            <a:off x="457200" y="12161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1" name="Text 7"/>
          <p:cNvSpPr txBox="1"/>
          <p:nvPr/>
        </p:nvSpPr>
        <p:spPr>
          <a:xfrm>
            <a:off x="1005840" y="1143000"/>
            <a:ext cx="3474720" cy="54864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Niat dalam hati</a:t>
            </a:r>
            <a:endParaRPr lang="en-US" sz="1350" dirty="0"/>
          </a:p>
        </p:txBody>
      </p:sp>
      <p:sp>
        <p:nvSpPr>
          <p:cNvPr id="12" name="Shape 8"/>
          <p:cNvSpPr/>
          <p:nvPr/>
        </p:nvSpPr>
        <p:spPr>
          <a:xfrm>
            <a:off x="457200" y="1901952"/>
            <a:ext cx="411480" cy="411480"/>
          </a:xfrm>
          <a:prstGeom prst="ellipse">
            <a:avLst/>
          </a:prstGeom>
          <a:solidFill>
            <a:srgbClr val="0F4C3A"/>
          </a:solidFill>
          <a:ln/>
        </p:spPr>
      </p:sp>
      <p:sp>
        <p:nvSpPr>
          <p:cNvPr id="13" name="Text 9"/>
          <p:cNvSpPr txBox="1"/>
          <p:nvPr/>
        </p:nvSpPr>
        <p:spPr>
          <a:xfrm>
            <a:off x="457200" y="19019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0"/>
          <p:cNvSpPr txBox="1"/>
          <p:nvPr/>
        </p:nvSpPr>
        <p:spPr>
          <a:xfrm>
            <a:off x="1005840" y="1828800"/>
            <a:ext cx="3474720" cy="54864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Basuh kedua telapak tangan 3 kali</a:t>
            </a:r>
            <a:endParaRPr lang="en-US" sz="1350" dirty="0"/>
          </a:p>
        </p:txBody>
      </p:sp>
      <p:sp>
        <p:nvSpPr>
          <p:cNvPr id="15" name="Shape 11"/>
          <p:cNvSpPr/>
          <p:nvPr/>
        </p:nvSpPr>
        <p:spPr>
          <a:xfrm>
            <a:off x="457200" y="2587752"/>
            <a:ext cx="411480" cy="411480"/>
          </a:xfrm>
          <a:prstGeom prst="ellipse">
            <a:avLst/>
          </a:prstGeom>
          <a:solidFill>
            <a:srgbClr val="0F4C3A"/>
          </a:solidFill>
          <a:ln/>
        </p:spPr>
      </p:sp>
      <p:sp>
        <p:nvSpPr>
          <p:cNvPr id="16" name="Text 12"/>
          <p:cNvSpPr txBox="1"/>
          <p:nvPr/>
        </p:nvSpPr>
        <p:spPr>
          <a:xfrm>
            <a:off x="457200" y="25877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3"/>
          <p:cNvSpPr txBox="1"/>
          <p:nvPr/>
        </p:nvSpPr>
        <p:spPr>
          <a:xfrm>
            <a:off x="1005840" y="2514600"/>
            <a:ext cx="3474720" cy="54864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Berkumur 3 kali</a:t>
            </a:r>
            <a:endParaRPr lang="en-US" sz="1350" dirty="0"/>
          </a:p>
        </p:txBody>
      </p:sp>
      <p:sp>
        <p:nvSpPr>
          <p:cNvPr id="18" name="Shape 14"/>
          <p:cNvSpPr/>
          <p:nvPr/>
        </p:nvSpPr>
        <p:spPr>
          <a:xfrm>
            <a:off x="457200" y="3273552"/>
            <a:ext cx="411480" cy="411480"/>
          </a:xfrm>
          <a:prstGeom prst="ellipse">
            <a:avLst/>
          </a:prstGeom>
          <a:solidFill>
            <a:srgbClr val="0F4C3A"/>
          </a:solidFill>
          <a:ln/>
        </p:spPr>
      </p:sp>
      <p:sp>
        <p:nvSpPr>
          <p:cNvPr id="19" name="Text 15"/>
          <p:cNvSpPr txBox="1"/>
          <p:nvPr/>
        </p:nvSpPr>
        <p:spPr>
          <a:xfrm>
            <a:off x="457200" y="32735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6"/>
          <p:cNvSpPr txBox="1"/>
          <p:nvPr/>
        </p:nvSpPr>
        <p:spPr>
          <a:xfrm>
            <a:off x="1005840" y="3200400"/>
            <a:ext cx="3474720" cy="54864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Basuh muka 3 kali</a:t>
            </a:r>
            <a:endParaRPr lang="en-US" sz="1350" dirty="0"/>
          </a:p>
        </p:txBody>
      </p:sp>
      <p:sp>
        <p:nvSpPr>
          <p:cNvPr id="21" name="Shape 17"/>
          <p:cNvSpPr/>
          <p:nvPr/>
        </p:nvSpPr>
        <p:spPr>
          <a:xfrm>
            <a:off x="4663440" y="1216152"/>
            <a:ext cx="411480" cy="411480"/>
          </a:xfrm>
          <a:prstGeom prst="ellipse">
            <a:avLst/>
          </a:prstGeom>
          <a:solidFill>
            <a:srgbClr val="0F4C3A"/>
          </a:solidFill>
          <a:ln/>
        </p:spPr>
      </p:sp>
      <p:sp>
        <p:nvSpPr>
          <p:cNvPr id="22" name="Text 18"/>
          <p:cNvSpPr txBox="1"/>
          <p:nvPr/>
        </p:nvSpPr>
        <p:spPr>
          <a:xfrm>
            <a:off x="4663440" y="12161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3" name="Text 19"/>
          <p:cNvSpPr txBox="1"/>
          <p:nvPr/>
        </p:nvSpPr>
        <p:spPr>
          <a:xfrm>
            <a:off x="5212080" y="1143000"/>
            <a:ext cx="3474720" cy="54864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Basuh tangan sampai siku, kanan dahulu</a:t>
            </a:r>
            <a:endParaRPr lang="en-US" sz="1350" dirty="0"/>
          </a:p>
        </p:txBody>
      </p:sp>
      <p:sp>
        <p:nvSpPr>
          <p:cNvPr id="24" name="Shape 20"/>
          <p:cNvSpPr/>
          <p:nvPr/>
        </p:nvSpPr>
        <p:spPr>
          <a:xfrm>
            <a:off x="4663440" y="1901952"/>
            <a:ext cx="411480" cy="411480"/>
          </a:xfrm>
          <a:prstGeom prst="ellipse">
            <a:avLst/>
          </a:prstGeom>
          <a:solidFill>
            <a:srgbClr val="0F4C3A"/>
          </a:solidFill>
          <a:ln/>
        </p:spPr>
      </p:sp>
      <p:sp>
        <p:nvSpPr>
          <p:cNvPr id="25" name="Text 21"/>
          <p:cNvSpPr txBox="1"/>
          <p:nvPr/>
        </p:nvSpPr>
        <p:spPr>
          <a:xfrm>
            <a:off x="4663440" y="19019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6" name="Text 22"/>
          <p:cNvSpPr txBox="1"/>
          <p:nvPr/>
        </p:nvSpPr>
        <p:spPr>
          <a:xfrm>
            <a:off x="5212080" y="1828800"/>
            <a:ext cx="3474720" cy="54864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Usap kepala</a:t>
            </a:r>
            <a:endParaRPr lang="en-US" sz="1350" dirty="0"/>
          </a:p>
        </p:txBody>
      </p:sp>
      <p:sp>
        <p:nvSpPr>
          <p:cNvPr id="27" name="Shape 23"/>
          <p:cNvSpPr/>
          <p:nvPr/>
        </p:nvSpPr>
        <p:spPr>
          <a:xfrm>
            <a:off x="4663440" y="2587752"/>
            <a:ext cx="411480" cy="411480"/>
          </a:xfrm>
          <a:prstGeom prst="ellipse">
            <a:avLst/>
          </a:prstGeom>
          <a:solidFill>
            <a:srgbClr val="0F4C3A"/>
          </a:solidFill>
          <a:ln/>
        </p:spPr>
      </p:sp>
      <p:sp>
        <p:nvSpPr>
          <p:cNvPr id="28" name="Text 24"/>
          <p:cNvSpPr txBox="1"/>
          <p:nvPr/>
        </p:nvSpPr>
        <p:spPr>
          <a:xfrm>
            <a:off x="4663440" y="25877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9" name="Text 25"/>
          <p:cNvSpPr txBox="1"/>
          <p:nvPr/>
        </p:nvSpPr>
        <p:spPr>
          <a:xfrm>
            <a:off x="5212080" y="2514600"/>
            <a:ext cx="3474720" cy="54864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Basuh kaki sampai mata kaki, kanan dahulu</a:t>
            </a:r>
            <a:endParaRPr lang="en-US" sz="1350" dirty="0"/>
          </a:p>
        </p:txBody>
      </p:sp>
      <p:sp>
        <p:nvSpPr>
          <p:cNvPr id="30" name="Shape 26"/>
          <p:cNvSpPr/>
          <p:nvPr/>
        </p:nvSpPr>
        <p:spPr>
          <a:xfrm>
            <a:off x="4663440" y="3273552"/>
            <a:ext cx="411480" cy="411480"/>
          </a:xfrm>
          <a:prstGeom prst="ellipse">
            <a:avLst/>
          </a:prstGeom>
          <a:solidFill>
            <a:srgbClr val="0F4C3A"/>
          </a:solidFill>
          <a:ln/>
        </p:spPr>
      </p:sp>
      <p:sp>
        <p:nvSpPr>
          <p:cNvPr id="31" name="Text 27"/>
          <p:cNvSpPr txBox="1"/>
          <p:nvPr/>
        </p:nvSpPr>
        <p:spPr>
          <a:xfrm>
            <a:off x="4663440" y="3273552"/>
            <a:ext cx="411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32" name="Text 28"/>
          <p:cNvSpPr txBox="1"/>
          <p:nvPr/>
        </p:nvSpPr>
        <p:spPr>
          <a:xfrm>
            <a:off x="5212080" y="3200400"/>
            <a:ext cx="3474720" cy="548640"/>
          </a:xfrm>
          <a:prstGeom prst="rect">
            <a:avLst/>
          </a:prstGeom>
          <a:noFill/>
          <a:ln/>
        </p:spPr>
        <p:txBody>
          <a:bodyPr wrap="square" lIns="0" tIns="0" rIns="0" bIns="0" rtlCol="0" anchor="ctr"/>
          <a:lstStyle/>
          <a:p>
            <a:pPr indent="0" marL="0">
              <a:buNone/>
            </a:pPr>
            <a:r>
              <a:rPr lang="en-US" sz="1350" dirty="0">
                <a:solidFill>
                  <a:srgbClr val="1E2A26"/>
                </a:solidFill>
                <a:latin typeface="Calibri" pitchFamily="34" charset="0"/>
                <a:ea typeface="Calibri" pitchFamily="34" charset="-122"/>
                <a:cs typeface="Calibri" pitchFamily="34" charset="-120"/>
              </a:rPr>
              <a:t>Baca doa setelah wudhu</a:t>
            </a:r>
            <a:endParaRPr lang="en-US" sz="1350" dirty="0"/>
          </a:p>
        </p:txBody>
      </p:sp>
      <p:sp>
        <p:nvSpPr>
          <p:cNvPr id="33" name="Shape 29"/>
          <p:cNvSpPr/>
          <p:nvPr/>
        </p:nvSpPr>
        <p:spPr>
          <a:xfrm>
            <a:off x="457200" y="3931920"/>
            <a:ext cx="8229600" cy="640080"/>
          </a:xfrm>
          <a:prstGeom prst="roundRect">
            <a:avLst>
              <a:gd name="adj" fmla="val 14286"/>
            </a:avLst>
          </a:prstGeom>
          <a:solidFill>
            <a:srgbClr val="FBF1D3"/>
          </a:solidFill>
          <a:ln w="12700">
            <a:solidFill>
              <a:srgbClr val="FBF1D3"/>
            </a:solidFill>
            <a:prstDash val="solid"/>
          </a:ln>
        </p:spPr>
      </p:sp>
      <p:sp>
        <p:nvSpPr>
          <p:cNvPr id="34" name="Text 30"/>
          <p:cNvSpPr txBox="1"/>
          <p:nvPr/>
        </p:nvSpPr>
        <p:spPr>
          <a:xfrm>
            <a:off x="640080" y="3931920"/>
            <a:ext cx="7863840" cy="640080"/>
          </a:xfrm>
          <a:prstGeom prst="rect">
            <a:avLst/>
          </a:prstGeom>
          <a:noFill/>
          <a:ln/>
        </p:spPr>
        <p:txBody>
          <a:bodyPr wrap="square" lIns="0" tIns="0" rIns="0" bIns="0" rtlCol="0" anchor="ctr"/>
          <a:lstStyle/>
          <a:p>
            <a:pPr indent="0" marL="0">
              <a:buNone/>
            </a:pPr>
            <a:r>
              <a:rPr lang="en-US" sz="1250" i="1" dirty="0">
                <a:solidFill>
                  <a:srgbClr val="0F4C3A"/>
                </a:solidFill>
                <a:latin typeface="Calibri" pitchFamily="34" charset="0"/>
                <a:ea typeface="Calibri" pitchFamily="34" charset="-122"/>
                <a:cs typeface="Calibri" pitchFamily="34" charset="-120"/>
              </a:rPr>
              <a:t>Ringkasan contoh. Untuk tata cara lengkap, rujuk pelajaran Fiqih dan bimbingan ustadz.</a:t>
            </a:r>
            <a:endParaRPr lang="en-US" sz="12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Permainan Robot Santri</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Tanpa komputer · kerja berpasangan dan kelompok</a:t>
            </a:r>
            <a:endParaRPr lang="en-US" sz="1500" dirty="0"/>
          </a:p>
        </p:txBody>
      </p:sp>
      <p:sp>
        <p:nvSpPr>
          <p:cNvPr id="5" name="Shape 3"/>
          <p:cNvSpPr/>
          <p:nvPr/>
        </p:nvSpPr>
        <p:spPr>
          <a:xfrm>
            <a:off x="548640" y="2514600"/>
            <a:ext cx="379476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1–3</a:t>
            </a:r>
            <a:endParaRPr lang="en-US" sz="1200" dirty="0"/>
          </a:p>
        </p:txBody>
      </p:sp>
      <p:sp>
        <p:nvSpPr>
          <p:cNvPr id="7" name="Text 5"/>
          <p:cNvSpPr txBox="1"/>
          <p:nvPr/>
        </p:nvSpPr>
        <p:spPr>
          <a:xfrm>
            <a:off x="73152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Permainan instruksi robot</a:t>
            </a:r>
            <a:endParaRPr lang="en-US" sz="1700" dirty="0"/>
          </a:p>
        </p:txBody>
      </p:sp>
      <p:sp>
        <p:nvSpPr>
          <p:cNvPr id="8" name="Shape 6"/>
          <p:cNvSpPr/>
          <p:nvPr/>
        </p:nvSpPr>
        <p:spPr>
          <a:xfrm>
            <a:off x="4572000" y="2514600"/>
            <a:ext cx="379476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4754880" y="2651760"/>
            <a:ext cx="347472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4–6</a:t>
            </a:r>
            <a:endParaRPr lang="en-US" sz="1200" dirty="0"/>
          </a:p>
        </p:txBody>
      </p:sp>
      <p:sp>
        <p:nvSpPr>
          <p:cNvPr id="10" name="Text 8"/>
          <p:cNvSpPr txBox="1"/>
          <p:nvPr/>
        </p:nvSpPr>
        <p:spPr>
          <a:xfrm>
            <a:off x="4754880" y="2971800"/>
            <a:ext cx="347472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Menulis algoritma sistem pesantren</a:t>
            </a:r>
            <a:endParaRPr lang="en-US" sz="1700" dirty="0"/>
          </a:p>
        </p:txBody>
      </p:sp>
      <p:sp>
        <p:nvSpPr>
          <p:cNvPr id="11" name="Text 9"/>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2"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Robot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2697480" y="1417320"/>
            <a:ext cx="640080" cy="640080"/>
          </a:xfrm>
          <a:prstGeom prst="ellipse">
            <a:avLst/>
          </a:prstGeom>
          <a:solidFill>
            <a:srgbClr val="E8C39E"/>
          </a:solidFill>
          <a:ln/>
        </p:spPr>
      </p:sp>
      <p:sp>
        <p:nvSpPr>
          <p:cNvPr id="11" name="Shape 7"/>
          <p:cNvSpPr/>
          <p:nvPr/>
        </p:nvSpPr>
        <p:spPr>
          <a:xfrm>
            <a:off x="2514600" y="2103120"/>
            <a:ext cx="1005840" cy="1371600"/>
          </a:xfrm>
          <a:prstGeom prst="roundRect">
            <a:avLst>
              <a:gd name="adj" fmla="val 9091"/>
            </a:avLst>
          </a:prstGeom>
          <a:solidFill>
            <a:srgbClr val="5F6F68"/>
          </a:solidFill>
          <a:ln w="12700">
            <a:solidFill>
              <a:srgbClr val="5F6F68"/>
            </a:solidFill>
            <a:prstDash val="solid"/>
          </a:ln>
        </p:spPr>
      </p:sp>
      <p:pic>
        <p:nvPicPr>
          <p:cNvPr id="12" name="Image 2" descr="preencoded.png">    </p:cNvPr>
          <p:cNvPicPr>
            <a:picLocks noChangeAspect="1"/>
          </p:cNvPicPr>
          <p:nvPr/>
        </p:nvPicPr>
        <p:blipFill>
          <a:blip r:embed="rId3"/>
          <a:stretch>
            <a:fillRect/>
          </a:stretch>
        </p:blipFill>
        <p:spPr>
          <a:xfrm>
            <a:off x="2834640" y="2423160"/>
            <a:ext cx="365760" cy="365760"/>
          </a:xfrm>
          <a:prstGeom prst="rect">
            <a:avLst/>
          </a:prstGeom>
        </p:spPr>
      </p:pic>
      <p:sp>
        <p:nvSpPr>
          <p:cNvPr id="13" name="Shape 8"/>
          <p:cNvSpPr/>
          <p:nvPr/>
        </p:nvSpPr>
        <p:spPr>
          <a:xfrm>
            <a:off x="594360" y="1325880"/>
            <a:ext cx="1737360" cy="731520"/>
          </a:xfrm>
          <a:prstGeom prst="roundRect">
            <a:avLst>
              <a:gd name="adj" fmla="val 18750"/>
            </a:avLst>
          </a:prstGeom>
          <a:solidFill>
            <a:srgbClr val="FFFFFF"/>
          </a:solidFill>
          <a:ln w="12700">
            <a:solidFill>
              <a:srgbClr val="BBBBBB"/>
            </a:solidFill>
            <a:prstDash val="solid"/>
          </a:ln>
        </p:spPr>
      </p:sp>
      <p:sp>
        <p:nvSpPr>
          <p:cNvPr id="14" name="Text 9"/>
          <p:cNvSpPr txBox="1"/>
          <p:nvPr/>
        </p:nvSpPr>
        <p:spPr>
          <a:xfrm>
            <a:off x="640080" y="1325880"/>
            <a:ext cx="1645920" cy="731520"/>
          </a:xfrm>
          <a:prstGeom prst="rect">
            <a:avLst/>
          </a:prstGeom>
          <a:noFill/>
          <a:ln/>
        </p:spPr>
        <p:txBody>
          <a:bodyPr wrap="square" lIns="0" tIns="0" rIns="0" bIns="0" rtlCol="0" anchor="ctr"/>
          <a:lstStyle/>
          <a:p>
            <a:pPr algn="ctr" indent="0" marL="0">
              <a:buNone/>
            </a:pPr>
            <a:r>
              <a:rPr lang="en-US" sz="1200" i="1" dirty="0">
                <a:solidFill>
                  <a:srgbClr val="1E2A26"/>
                </a:solidFill>
                <a:latin typeface="Calibri" pitchFamily="34" charset="0"/>
                <a:ea typeface="Calibri" pitchFamily="34" charset="-122"/>
                <a:cs typeface="Calibri" pitchFamily="34" charset="-120"/>
              </a:rPr>
              <a:t>"Ambil buku!"</a:t>
            </a:r>
            <a:endParaRPr lang="en-US" sz="1200" dirty="0"/>
          </a:p>
        </p:txBody>
      </p:sp>
      <p:sp>
        <p:nvSpPr>
          <p:cNvPr id="15" name="Shape 10"/>
          <p:cNvSpPr/>
          <p:nvPr/>
        </p:nvSpPr>
        <p:spPr>
          <a:xfrm>
            <a:off x="3703320" y="1325880"/>
            <a:ext cx="1828800" cy="731520"/>
          </a:xfrm>
          <a:prstGeom prst="roundRect">
            <a:avLst>
              <a:gd name="adj" fmla="val 18750"/>
            </a:avLst>
          </a:prstGeom>
          <a:solidFill>
            <a:srgbClr val="FDECEA"/>
          </a:solidFill>
          <a:ln w="12700">
            <a:solidFill>
              <a:srgbClr val="FDECEA"/>
            </a:solidFill>
            <a:prstDash val="solid"/>
          </a:ln>
        </p:spPr>
      </p:sp>
      <p:sp>
        <p:nvSpPr>
          <p:cNvPr id="16" name="Text 11"/>
          <p:cNvSpPr txBox="1"/>
          <p:nvPr/>
        </p:nvSpPr>
        <p:spPr>
          <a:xfrm>
            <a:off x="3749040" y="1325880"/>
            <a:ext cx="1737360" cy="731520"/>
          </a:xfrm>
          <a:prstGeom prst="rect">
            <a:avLst/>
          </a:prstGeom>
          <a:noFill/>
          <a:ln/>
        </p:spPr>
        <p:txBody>
          <a:bodyPr wrap="square" lIns="0" tIns="0" rIns="0" bIns="0" rtlCol="0" anchor="ctr"/>
          <a:lstStyle/>
          <a:p>
            <a:pPr algn="ctr" indent="0" marL="0">
              <a:buNone/>
            </a:pPr>
            <a:r>
              <a:rPr lang="en-US" sz="1050" dirty="0">
                <a:solidFill>
                  <a:srgbClr val="E53935"/>
                </a:solidFill>
                <a:latin typeface="Calibri" pitchFamily="34" charset="0"/>
                <a:ea typeface="Calibri" pitchFamily="34" charset="-122"/>
                <a:cs typeface="Calibri" pitchFamily="34" charset="-120"/>
              </a:rPr>
              <a:t>Buku yang mana? Di mana? Dengan tangan apa?</a:t>
            </a:r>
            <a:endParaRPr lang="en-US" sz="1050" dirty="0"/>
          </a:p>
        </p:txBody>
      </p:sp>
      <p:sp>
        <p:nvSpPr>
          <p:cNvPr id="17" name="Text 1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18" name="Text 1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Satu santri menjadi robot</a:t>
            </a:r>
            <a:endParaRPr lang="en-US" sz="1800" dirty="0"/>
          </a:p>
        </p:txBody>
      </p:sp>
      <p:sp>
        <p:nvSpPr>
          <p:cNvPr id="19" name="Text 1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Guru memilih satu santri sebagai "robot". Robot hanya melakukan PERSIS apa yang diucapkan, tidak menebak maksud.</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Robot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61288"/>
            <a:ext cx="4389120" cy="36576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Algoritma Robot – Kelompok 2</a:t>
            </a:r>
            <a:endParaRPr lang="en-US" sz="1500" dirty="0"/>
          </a:p>
        </p:txBody>
      </p:sp>
      <p:sp>
        <p:nvSpPr>
          <p:cNvPr id="11" name="Text 7"/>
          <p:cNvSpPr txBox="1"/>
          <p:nvPr/>
        </p:nvSpPr>
        <p:spPr>
          <a:xfrm>
            <a:off x="960120" y="1600200"/>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1. Hadap ke papan tulis.</a:t>
            </a:r>
            <a:endParaRPr lang="en-US" sz="1250" dirty="0"/>
          </a:p>
        </p:txBody>
      </p:sp>
      <p:sp>
        <p:nvSpPr>
          <p:cNvPr id="12" name="Text 8"/>
          <p:cNvSpPr txBox="1"/>
          <p:nvPr/>
        </p:nvSpPr>
        <p:spPr>
          <a:xfrm>
            <a:off x="960120" y="1929384"/>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2. Melangkah maju 6 langkah.</a:t>
            </a:r>
            <a:endParaRPr lang="en-US" sz="1250" dirty="0"/>
          </a:p>
        </p:txBody>
      </p:sp>
      <p:sp>
        <p:nvSpPr>
          <p:cNvPr id="13" name="Text 9"/>
          <p:cNvSpPr txBox="1"/>
          <p:nvPr/>
        </p:nvSpPr>
        <p:spPr>
          <a:xfrm>
            <a:off x="960120" y="2258568"/>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3. Berhenti.</a:t>
            </a:r>
            <a:endParaRPr lang="en-US" sz="1250" dirty="0"/>
          </a:p>
        </p:txBody>
      </p:sp>
      <p:sp>
        <p:nvSpPr>
          <p:cNvPr id="14" name="Text 10"/>
          <p:cNvSpPr txBox="1"/>
          <p:nvPr/>
        </p:nvSpPr>
        <p:spPr>
          <a:xfrm>
            <a:off x="960120" y="2587752"/>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4. Ambil spidol hitam dengan tangan kanan.</a:t>
            </a:r>
            <a:endParaRPr lang="en-US" sz="1250" dirty="0"/>
          </a:p>
        </p:txBody>
      </p:sp>
      <p:sp>
        <p:nvSpPr>
          <p:cNvPr id="15" name="Text 11"/>
          <p:cNvSpPr txBox="1"/>
          <p:nvPr/>
        </p:nvSpPr>
        <p:spPr>
          <a:xfrm>
            <a:off x="960120" y="2916936"/>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5. Buka tutup spidol.</a:t>
            </a:r>
            <a:endParaRPr lang="en-US" sz="1250" dirty="0"/>
          </a:p>
        </p:txBody>
      </p:sp>
      <p:sp>
        <p:nvSpPr>
          <p:cNvPr id="16" name="Text 12"/>
          <p:cNvSpPr txBox="1"/>
          <p:nvPr/>
        </p:nvSpPr>
        <p:spPr>
          <a:xfrm>
            <a:off x="960120" y="3246120"/>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6. Tulis angka 9 di tengah papan.</a:t>
            </a:r>
            <a:endParaRPr lang="en-US" sz="1250" dirty="0"/>
          </a:p>
        </p:txBody>
      </p:sp>
      <p:sp>
        <p:nvSpPr>
          <p:cNvPr id="17" name="Text 13"/>
          <p:cNvSpPr txBox="1"/>
          <p:nvPr/>
        </p:nvSpPr>
        <p:spPr>
          <a:xfrm>
            <a:off x="960120" y="3575304"/>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7. Tutup spidol, letakkan kembali.</a:t>
            </a:r>
            <a:endParaRPr lang="en-US" sz="1250" dirty="0"/>
          </a:p>
        </p:txBody>
      </p:sp>
      <p:sp>
        <p:nvSpPr>
          <p:cNvPr id="18" name="Shape 14"/>
          <p:cNvSpPr/>
          <p:nvPr/>
        </p:nvSpPr>
        <p:spPr>
          <a:xfrm>
            <a:off x="896112" y="1563624"/>
            <a:ext cx="4517136" cy="2414016"/>
          </a:xfrm>
          <a:prstGeom prst="roundRect">
            <a:avLst>
              <a:gd name="adj" fmla="val 1894"/>
            </a:avLst>
          </a:prstGeom>
          <a:solidFill>
            <a:srgbClr val="FFFFFF">
              <a:alpha val="0"/>
            </a:srgbClr>
          </a:solidFill>
          <a:ln w="31750">
            <a:solidFill>
              <a:srgbClr val="E53935"/>
            </a:solidFill>
            <a:prstDash val="solid"/>
          </a:ln>
        </p:spPr>
      </p:sp>
      <p:sp>
        <p:nvSpPr>
          <p:cNvPr id="19" name="Shape 15"/>
          <p:cNvSpPr/>
          <p:nvPr/>
        </p:nvSpPr>
        <p:spPr>
          <a:xfrm>
            <a:off x="5276088" y="1426464"/>
            <a:ext cx="274320" cy="274320"/>
          </a:xfrm>
          <a:prstGeom prst="ellipse">
            <a:avLst/>
          </a:prstGeom>
          <a:solidFill>
            <a:srgbClr val="E53935"/>
          </a:solidFill>
          <a:ln w="12700">
            <a:solidFill>
              <a:srgbClr val="FFFFFF"/>
            </a:solidFill>
            <a:prstDash val="solid"/>
          </a:ln>
        </p:spPr>
      </p:sp>
      <p:sp>
        <p:nvSpPr>
          <p:cNvPr id="20" name="Text 16"/>
          <p:cNvSpPr txBox="1"/>
          <p:nvPr/>
        </p:nvSpPr>
        <p:spPr>
          <a:xfrm>
            <a:off x="5276088" y="1426464"/>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1" name="Text 1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22" name="Text 1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Kelompok menulis instruksi tugas sederhana</a:t>
            </a:r>
            <a:endParaRPr lang="en-US" sz="1800" dirty="0"/>
          </a:p>
        </p:txBody>
      </p:sp>
      <p:sp>
        <p:nvSpPr>
          <p:cNvPr id="23" name="Text 1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Tugas: robot berjalan dari pintu ke papan tulis dan menulis angka 9. Tulis langkah di kertas sejelas mungkin.</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Robot Santri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3886200" y="1325880"/>
            <a:ext cx="1645920" cy="1188720"/>
          </a:xfrm>
          <a:prstGeom prst="rect">
            <a:avLst/>
          </a:prstGeom>
          <a:solidFill>
            <a:srgbClr val="FFFFFF"/>
          </a:solidFill>
          <a:ln w="19050">
            <a:solidFill>
              <a:srgbClr val="333333"/>
            </a:solidFill>
            <a:prstDash val="solid"/>
          </a:ln>
        </p:spPr>
      </p:sp>
      <p:sp>
        <p:nvSpPr>
          <p:cNvPr id="11" name="Text 7"/>
          <p:cNvSpPr txBox="1"/>
          <p:nvPr/>
        </p:nvSpPr>
        <p:spPr>
          <a:xfrm>
            <a:off x="3886200" y="1325880"/>
            <a:ext cx="1645920" cy="1188720"/>
          </a:xfrm>
          <a:prstGeom prst="rect">
            <a:avLst/>
          </a:prstGeom>
          <a:noFill/>
          <a:ln/>
        </p:spPr>
        <p:txBody>
          <a:bodyPr wrap="square" lIns="0" tIns="0" rIns="0" bIns="0" rtlCol="0" anchor="ctr"/>
          <a:lstStyle/>
          <a:p>
            <a:pPr algn="ctr" indent="0" marL="0">
              <a:buNone/>
            </a:pPr>
            <a:r>
              <a:rPr lang="en-US" sz="4000" b="1" dirty="0">
                <a:solidFill>
                  <a:srgbClr val="1E2A26"/>
                </a:solidFill>
                <a:latin typeface="Calibri" pitchFamily="34" charset="0"/>
                <a:ea typeface="Calibri" pitchFamily="34" charset="-122"/>
                <a:cs typeface="Calibri" pitchFamily="34" charset="-120"/>
              </a:rPr>
              <a:t>9</a:t>
            </a:r>
            <a:endParaRPr lang="en-US" sz="4000" dirty="0"/>
          </a:p>
        </p:txBody>
      </p:sp>
      <p:sp>
        <p:nvSpPr>
          <p:cNvPr id="12" name="Shape 8"/>
          <p:cNvSpPr/>
          <p:nvPr/>
        </p:nvSpPr>
        <p:spPr>
          <a:xfrm>
            <a:off x="2606040" y="1965960"/>
            <a:ext cx="548640" cy="548640"/>
          </a:xfrm>
          <a:prstGeom prst="ellipse">
            <a:avLst/>
          </a:prstGeom>
          <a:solidFill>
            <a:srgbClr val="E8C39E"/>
          </a:solidFill>
          <a:ln/>
        </p:spPr>
      </p:sp>
      <p:sp>
        <p:nvSpPr>
          <p:cNvPr id="13" name="Shape 9"/>
          <p:cNvSpPr/>
          <p:nvPr/>
        </p:nvSpPr>
        <p:spPr>
          <a:xfrm>
            <a:off x="2468880" y="2560320"/>
            <a:ext cx="822960" cy="1188720"/>
          </a:xfrm>
          <a:prstGeom prst="roundRect">
            <a:avLst>
              <a:gd name="adj" fmla="val 11111"/>
            </a:avLst>
          </a:prstGeom>
          <a:solidFill>
            <a:srgbClr val="5F6F68"/>
          </a:solidFill>
          <a:ln w="12700">
            <a:solidFill>
              <a:srgbClr val="5F6F68"/>
            </a:solidFill>
            <a:prstDash val="solid"/>
          </a:ln>
        </p:spPr>
      </p:sp>
      <p:pic>
        <p:nvPicPr>
          <p:cNvPr id="14" name="Image 2" descr="preencoded.png">    </p:cNvPr>
          <p:cNvPicPr>
            <a:picLocks noChangeAspect="1"/>
          </p:cNvPicPr>
          <p:nvPr/>
        </p:nvPicPr>
        <p:blipFill>
          <a:blip r:embed="rId3"/>
          <a:stretch>
            <a:fillRect/>
          </a:stretch>
        </p:blipFill>
        <p:spPr>
          <a:xfrm>
            <a:off x="2743200" y="2834640"/>
            <a:ext cx="274320" cy="274320"/>
          </a:xfrm>
          <a:prstGeom prst="rect">
            <a:avLst/>
          </a:prstGeom>
        </p:spPr>
      </p:pic>
      <p:sp>
        <p:nvSpPr>
          <p:cNvPr id="15" name="Text 10"/>
          <p:cNvSpPr txBox="1"/>
          <p:nvPr/>
        </p:nvSpPr>
        <p:spPr>
          <a:xfrm>
            <a:off x="868680" y="3429000"/>
            <a:ext cx="274320" cy="274320"/>
          </a:xfrm>
          <a:prstGeom prst="rect">
            <a:avLst/>
          </a:prstGeom>
          <a:noFill/>
          <a:ln/>
        </p:spPr>
        <p:txBody>
          <a:bodyPr wrap="square" lIns="0" tIns="0" rIns="0" bIns="0" rtlCol="0" anchor="t"/>
          <a:lstStyle/>
          <a:p>
            <a:pP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16" name="Text 11"/>
          <p:cNvSpPr txBox="1"/>
          <p:nvPr/>
        </p:nvSpPr>
        <p:spPr>
          <a:xfrm>
            <a:off x="1143000" y="3429000"/>
            <a:ext cx="274320" cy="274320"/>
          </a:xfrm>
          <a:prstGeom prst="rect">
            <a:avLst/>
          </a:prstGeom>
          <a:noFill/>
          <a:ln/>
        </p:spPr>
        <p:txBody>
          <a:bodyPr wrap="square" lIns="0" tIns="0" rIns="0" bIns="0" rtlCol="0" anchor="t"/>
          <a:lstStyle/>
          <a:p>
            <a:pP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17" name="Text 12"/>
          <p:cNvSpPr txBox="1"/>
          <p:nvPr/>
        </p:nvSpPr>
        <p:spPr>
          <a:xfrm>
            <a:off x="1417320" y="3429000"/>
            <a:ext cx="274320" cy="274320"/>
          </a:xfrm>
          <a:prstGeom prst="rect">
            <a:avLst/>
          </a:prstGeom>
          <a:noFill/>
          <a:ln/>
        </p:spPr>
        <p:txBody>
          <a:bodyPr wrap="square" lIns="0" tIns="0" rIns="0" bIns="0" rtlCol="0" anchor="t"/>
          <a:lstStyle/>
          <a:p>
            <a:pP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18" name="Text 13"/>
          <p:cNvSpPr txBox="1"/>
          <p:nvPr/>
        </p:nvSpPr>
        <p:spPr>
          <a:xfrm>
            <a:off x="1691640" y="3429000"/>
            <a:ext cx="274320" cy="274320"/>
          </a:xfrm>
          <a:prstGeom prst="rect">
            <a:avLst/>
          </a:prstGeom>
          <a:noFill/>
          <a:ln/>
        </p:spPr>
        <p:txBody>
          <a:bodyPr wrap="square" lIns="0" tIns="0" rIns="0" bIns="0" rtlCol="0" anchor="t"/>
          <a:lstStyle/>
          <a:p>
            <a:pP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19" name="Text 14"/>
          <p:cNvSpPr txBox="1"/>
          <p:nvPr/>
        </p:nvSpPr>
        <p:spPr>
          <a:xfrm>
            <a:off x="1965960" y="3429000"/>
            <a:ext cx="274320" cy="274320"/>
          </a:xfrm>
          <a:prstGeom prst="rect">
            <a:avLst/>
          </a:prstGeom>
          <a:noFill/>
          <a:ln/>
        </p:spPr>
        <p:txBody>
          <a:bodyPr wrap="square" lIns="0" tIns="0" rIns="0" bIns="0" rtlCol="0" anchor="t"/>
          <a:lstStyle/>
          <a:p>
            <a:pP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20" name="Text 15"/>
          <p:cNvSpPr txBox="1"/>
          <p:nvPr/>
        </p:nvSpPr>
        <p:spPr>
          <a:xfrm>
            <a:off x="2240280" y="3429000"/>
            <a:ext cx="274320" cy="274320"/>
          </a:xfrm>
          <a:prstGeom prst="rect">
            <a:avLst/>
          </a:prstGeom>
          <a:noFill/>
          <a:ln/>
        </p:spPr>
        <p:txBody>
          <a:bodyPr wrap="square" lIns="0" tIns="0" rIns="0" bIns="0" rtlCol="0" anchor="t"/>
          <a:lstStyle/>
          <a:p>
            <a:pPr indent="0" marL="0">
              <a:buNone/>
            </a:pPr>
            <a:r>
              <a:rPr lang="en-US" sz="1400" dirty="0">
                <a:solidFill>
                  <a:srgbClr val="5F6F68"/>
                </a:solidFill>
                <a:latin typeface="Calibri" pitchFamily="34" charset="0"/>
                <a:ea typeface="Calibri" pitchFamily="34" charset="-122"/>
                <a:cs typeface="Calibri" pitchFamily="34" charset="-120"/>
              </a:rPr>
              <a:t>•</a:t>
            </a:r>
            <a:endParaRPr lang="en-US" sz="1400" dirty="0"/>
          </a:p>
        </p:txBody>
      </p:sp>
      <p:sp>
        <p:nvSpPr>
          <p:cNvPr id="21" name="Shape 16"/>
          <p:cNvSpPr/>
          <p:nvPr/>
        </p:nvSpPr>
        <p:spPr>
          <a:xfrm>
            <a:off x="594360" y="1325880"/>
            <a:ext cx="1645920" cy="640080"/>
          </a:xfrm>
          <a:prstGeom prst="roundRect">
            <a:avLst>
              <a:gd name="adj" fmla="val 17143"/>
            </a:avLst>
          </a:prstGeom>
          <a:solidFill>
            <a:srgbClr val="FFFFFF"/>
          </a:solidFill>
          <a:ln w="12700">
            <a:solidFill>
              <a:srgbClr val="BBBBBB"/>
            </a:solidFill>
            <a:prstDash val="solid"/>
          </a:ln>
        </p:spPr>
      </p:sp>
      <p:sp>
        <p:nvSpPr>
          <p:cNvPr id="22" name="Text 17"/>
          <p:cNvSpPr txBox="1"/>
          <p:nvPr/>
        </p:nvSpPr>
        <p:spPr>
          <a:xfrm>
            <a:off x="640080" y="1325880"/>
            <a:ext cx="1554480" cy="640080"/>
          </a:xfrm>
          <a:prstGeom prst="rect">
            <a:avLst/>
          </a:prstGeom>
          <a:noFill/>
          <a:ln/>
        </p:spPr>
        <p:txBody>
          <a:bodyPr wrap="square" lIns="0" tIns="0" rIns="0" bIns="0" rtlCol="0" anchor="ctr"/>
          <a:lstStyle/>
          <a:p>
            <a:pPr algn="ctr" indent="0" marL="0">
              <a:buNone/>
            </a:pPr>
            <a:r>
              <a:rPr lang="en-US" sz="1000" i="1" dirty="0">
                <a:solidFill>
                  <a:srgbClr val="1E2A26"/>
                </a:solidFill>
                <a:latin typeface="Calibri" pitchFamily="34" charset="0"/>
                <a:ea typeface="Calibri" pitchFamily="34" charset="-122"/>
                <a:cs typeface="Calibri" pitchFamily="34" charset="-120"/>
              </a:rPr>
              <a:t>"Langkah 2: maju 6 langkah"</a:t>
            </a:r>
            <a:endParaRPr lang="en-US" sz="1000" dirty="0"/>
          </a:p>
        </p:txBody>
      </p:sp>
      <p:sp>
        <p:nvSpPr>
          <p:cNvPr id="23" name="Text 1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24" name="Text 1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Uji algoritma dengan robot</a:t>
            </a:r>
            <a:endParaRPr lang="en-US" sz="1800" dirty="0"/>
          </a:p>
        </p:txBody>
      </p:sp>
      <p:sp>
        <p:nvSpPr>
          <p:cNvPr id="25" name="Text 2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Kelompok membacakan algoritmanya. Robot menjalankan persis. Jika gagal, kelompok memperbaiki langkahnya.</a:t>
            </a:r>
            <a:endParaRPr lang="en-US" sz="1300" dirty="0"/>
          </a:p>
        </p:txBody>
      </p:sp>
      <p:sp>
        <p:nvSpPr>
          <p:cNvPr id="26" name="Shape 21"/>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27" name="Image 3" descr="preencoded.png">    </p:cNvPr>
          <p:cNvPicPr>
            <a:picLocks noChangeAspect="1"/>
          </p:cNvPicPr>
          <p:nvPr/>
        </p:nvPicPr>
        <p:blipFill>
          <a:blip r:embed="rId4"/>
          <a:stretch>
            <a:fillRect/>
          </a:stretch>
        </p:blipFill>
        <p:spPr>
          <a:xfrm>
            <a:off x="6108192" y="3721608"/>
            <a:ext cx="201168" cy="201168"/>
          </a:xfrm>
          <a:prstGeom prst="rect">
            <a:avLst/>
          </a:prstGeom>
        </p:spPr>
      </p:pic>
      <p:sp>
        <p:nvSpPr>
          <p:cNvPr id="28" name="Text 22"/>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Kesalahan dalam algoritma disebut bug. Memperbaikinya disebut debugging.</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Algoritma Pesantren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685800" y="1051560"/>
            <a:ext cx="4754880" cy="3611880"/>
          </a:xfrm>
          <a:prstGeom prst="rect">
            <a:avLst/>
          </a:prstGeom>
          <a:solidFill>
            <a:srgbClr val="FFFFFF"/>
          </a:solidFill>
          <a:ln w="12700">
            <a:solidFill>
              <a:srgbClr val="BBBBBB"/>
            </a:solidFill>
            <a:prstDash val="solid"/>
          </a:ln>
        </p:spPr>
      </p:sp>
      <p:sp>
        <p:nvSpPr>
          <p:cNvPr id="10" name="Text 6"/>
          <p:cNvSpPr txBox="1"/>
          <p:nvPr/>
        </p:nvSpPr>
        <p:spPr>
          <a:xfrm>
            <a:off x="914400" y="1161288"/>
            <a:ext cx="4389120" cy="365760"/>
          </a:xfrm>
          <a:prstGeom prst="rect">
            <a:avLst/>
          </a:prstGeom>
          <a:noFill/>
          <a:ln/>
        </p:spPr>
        <p:txBody>
          <a:bodyPr wrap="square" lIns="0" tIns="0" rIns="0" bIns="0" rtlCol="0" anchor="t"/>
          <a:lstStyle/>
          <a:p>
            <a:pPr indent="0" marL="0">
              <a:buNone/>
            </a:pPr>
            <a:r>
              <a:rPr lang="en-US" sz="1500" b="1" dirty="0">
                <a:solidFill>
                  <a:srgbClr val="0F4C3A"/>
                </a:solidFill>
                <a:latin typeface="Cambria" pitchFamily="34" charset="0"/>
                <a:ea typeface="Cambria" pitchFamily="34" charset="-122"/>
                <a:cs typeface="Cambria" pitchFamily="34" charset="-120"/>
              </a:rPr>
              <a:t>Algoritma Peminjaman Buku</a:t>
            </a:r>
            <a:endParaRPr lang="en-US" sz="1500" dirty="0"/>
          </a:p>
        </p:txBody>
      </p:sp>
      <p:sp>
        <p:nvSpPr>
          <p:cNvPr id="11" name="Text 7"/>
          <p:cNvSpPr txBox="1"/>
          <p:nvPr/>
        </p:nvSpPr>
        <p:spPr>
          <a:xfrm>
            <a:off x="960120" y="1600200"/>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1. Santri datang ke perpustakaan.</a:t>
            </a:r>
            <a:endParaRPr lang="en-US" sz="1250" dirty="0"/>
          </a:p>
        </p:txBody>
      </p:sp>
      <p:sp>
        <p:nvSpPr>
          <p:cNvPr id="12" name="Text 8"/>
          <p:cNvSpPr txBox="1"/>
          <p:nvPr/>
        </p:nvSpPr>
        <p:spPr>
          <a:xfrm>
            <a:off x="960120" y="1929384"/>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2. Santri menyebutkan judul buku.</a:t>
            </a:r>
            <a:endParaRPr lang="en-US" sz="1250" dirty="0"/>
          </a:p>
        </p:txBody>
      </p:sp>
      <p:sp>
        <p:nvSpPr>
          <p:cNvPr id="13" name="Text 9"/>
          <p:cNvSpPr txBox="1"/>
          <p:nvPr/>
        </p:nvSpPr>
        <p:spPr>
          <a:xfrm>
            <a:off x="960120" y="2258568"/>
            <a:ext cx="4389120" cy="310896"/>
          </a:xfrm>
          <a:prstGeom prst="rect">
            <a:avLst/>
          </a:prstGeom>
          <a:noFill/>
          <a:ln/>
        </p:spPr>
        <p:txBody>
          <a:bodyPr wrap="square" lIns="0" tIns="0" rIns="0" bIns="0" rtlCol="0" anchor="t"/>
          <a:lstStyle/>
          <a:p>
            <a:pPr indent="0" marL="0">
              <a:buNone/>
            </a:pPr>
            <a:r>
              <a:rPr lang="en-US" sz="1250" b="1" dirty="0">
                <a:solidFill>
                  <a:srgbClr val="E53935"/>
                </a:solidFill>
                <a:latin typeface="Arial" pitchFamily="34" charset="0"/>
                <a:ea typeface="Arial" pitchFamily="34" charset="-122"/>
                <a:cs typeface="Arial" pitchFamily="34" charset="-120"/>
              </a:rPr>
              <a:t>3. JIKA buku tersedia:</a:t>
            </a:r>
            <a:endParaRPr lang="en-US" sz="1250" dirty="0"/>
          </a:p>
        </p:txBody>
      </p:sp>
      <p:sp>
        <p:nvSpPr>
          <p:cNvPr id="14" name="Text 10"/>
          <p:cNvSpPr txBox="1"/>
          <p:nvPr/>
        </p:nvSpPr>
        <p:spPr>
          <a:xfrm>
            <a:off x="960120" y="2587752"/>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      catat nama, tanggal, judul.</a:t>
            </a:r>
            <a:endParaRPr lang="en-US" sz="1250" dirty="0"/>
          </a:p>
        </p:txBody>
      </p:sp>
      <p:sp>
        <p:nvSpPr>
          <p:cNvPr id="15" name="Text 11"/>
          <p:cNvSpPr txBox="1"/>
          <p:nvPr/>
        </p:nvSpPr>
        <p:spPr>
          <a:xfrm>
            <a:off x="960120" y="2916936"/>
            <a:ext cx="4389120" cy="310896"/>
          </a:xfrm>
          <a:prstGeom prst="rect">
            <a:avLst/>
          </a:prstGeom>
          <a:noFill/>
          <a:ln/>
        </p:spPr>
        <p:txBody>
          <a:bodyPr wrap="square" lIns="0" tIns="0" rIns="0" bIns="0" rtlCol="0" anchor="t"/>
          <a:lstStyle/>
          <a:p>
            <a:pPr indent="0" marL="0">
              <a:buNone/>
            </a:pPr>
            <a:r>
              <a:rPr lang="en-US" sz="1250" b="1" dirty="0">
                <a:solidFill>
                  <a:srgbClr val="E53935"/>
                </a:solidFill>
                <a:latin typeface="Arial" pitchFamily="34" charset="0"/>
                <a:ea typeface="Arial" pitchFamily="34" charset="-122"/>
                <a:cs typeface="Arial" pitchFamily="34" charset="-120"/>
              </a:rPr>
              <a:t>   JIKA TIDAK tersedia:</a:t>
            </a:r>
            <a:endParaRPr lang="en-US" sz="1250" dirty="0"/>
          </a:p>
        </p:txBody>
      </p:sp>
      <p:sp>
        <p:nvSpPr>
          <p:cNvPr id="16" name="Text 12"/>
          <p:cNvSpPr txBox="1"/>
          <p:nvPr/>
        </p:nvSpPr>
        <p:spPr>
          <a:xfrm>
            <a:off x="960120" y="3246120"/>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      tawarkan buku lain.</a:t>
            </a:r>
            <a:endParaRPr lang="en-US" sz="1250" dirty="0"/>
          </a:p>
        </p:txBody>
      </p:sp>
      <p:sp>
        <p:nvSpPr>
          <p:cNvPr id="17" name="Text 13"/>
          <p:cNvSpPr txBox="1"/>
          <p:nvPr/>
        </p:nvSpPr>
        <p:spPr>
          <a:xfrm>
            <a:off x="960120" y="3575304"/>
            <a:ext cx="4389120" cy="310896"/>
          </a:xfrm>
          <a:prstGeom prst="rect">
            <a:avLst/>
          </a:prstGeom>
          <a:noFill/>
          <a:ln/>
        </p:spPr>
        <p:txBody>
          <a:bodyPr wrap="square" lIns="0" tIns="0" rIns="0" bIns="0" rtlCol="0" anchor="t"/>
          <a:lstStyle/>
          <a:p>
            <a:pPr indent="0" marL="0">
              <a:buNone/>
            </a:pPr>
            <a:r>
              <a:rPr lang="en-US" sz="1250" dirty="0">
                <a:solidFill>
                  <a:srgbClr val="1155CC"/>
                </a:solidFill>
                <a:latin typeface="Arial" pitchFamily="34" charset="0"/>
                <a:ea typeface="Arial" pitchFamily="34" charset="-122"/>
                <a:cs typeface="Arial" pitchFamily="34" charset="-120"/>
              </a:rPr>
              <a:t>4. Selesai.</a:t>
            </a:r>
            <a:endParaRPr lang="en-US" sz="1250" dirty="0"/>
          </a:p>
        </p:txBody>
      </p:sp>
      <p:sp>
        <p:nvSpPr>
          <p:cNvPr id="18" name="Shape 14"/>
          <p:cNvSpPr/>
          <p:nvPr/>
        </p:nvSpPr>
        <p:spPr>
          <a:xfrm>
            <a:off x="896112" y="2221992"/>
            <a:ext cx="4517136" cy="1042416"/>
          </a:xfrm>
          <a:prstGeom prst="roundRect">
            <a:avLst>
              <a:gd name="adj" fmla="val 4386"/>
            </a:avLst>
          </a:prstGeom>
          <a:solidFill>
            <a:srgbClr val="FFFFFF">
              <a:alpha val="0"/>
            </a:srgbClr>
          </a:solidFill>
          <a:ln w="31750">
            <a:solidFill>
              <a:srgbClr val="E53935"/>
            </a:solidFill>
            <a:prstDash val="solid"/>
          </a:ln>
        </p:spPr>
      </p:sp>
      <p:sp>
        <p:nvSpPr>
          <p:cNvPr id="19" name="Shape 15"/>
          <p:cNvSpPr/>
          <p:nvPr/>
        </p:nvSpPr>
        <p:spPr>
          <a:xfrm>
            <a:off x="5276088" y="2084832"/>
            <a:ext cx="274320" cy="274320"/>
          </a:xfrm>
          <a:prstGeom prst="ellipse">
            <a:avLst/>
          </a:prstGeom>
          <a:solidFill>
            <a:srgbClr val="E53935"/>
          </a:solidFill>
          <a:ln w="12700">
            <a:solidFill>
              <a:srgbClr val="FFFFFF"/>
            </a:solidFill>
            <a:prstDash val="solid"/>
          </a:ln>
        </p:spPr>
      </p:sp>
      <p:sp>
        <p:nvSpPr>
          <p:cNvPr id="20" name="Text 16"/>
          <p:cNvSpPr txBox="1"/>
          <p:nvPr/>
        </p:nvSpPr>
        <p:spPr>
          <a:xfrm>
            <a:off x="5276088" y="2084832"/>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21" name="Image 2" descr="preencoded.png">    </p:cNvPr>
          <p:cNvPicPr>
            <a:picLocks noChangeAspect="1"/>
          </p:cNvPicPr>
          <p:nvPr/>
        </p:nvPicPr>
        <p:blipFill>
          <a:blip r:embed="rId3"/>
          <a:stretch>
            <a:fillRect/>
          </a:stretch>
        </p:blipFill>
        <p:spPr>
          <a:xfrm>
            <a:off x="3378708" y="2793492"/>
            <a:ext cx="237744" cy="237744"/>
          </a:xfrm>
          <a:prstGeom prst="rect">
            <a:avLst/>
          </a:prstGeom>
        </p:spPr>
      </p:pic>
      <p:sp>
        <p:nvSpPr>
          <p:cNvPr id="22" name="Text 1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23" name="Text 1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Tulis algoritma peminjaman buku perpustakaan</a:t>
            </a:r>
            <a:endParaRPr lang="en-US" sz="1800" dirty="0"/>
          </a:p>
        </p:txBody>
      </p:sp>
      <p:sp>
        <p:nvSpPr>
          <p:cNvPr id="24" name="Text 1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Tulis langkah-langkah dari santri datang sampai membawa pulang buku. Gunakan kata JIKA untuk keputusan.</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Algoritma Pesantren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611880"/>
          </a:xfrm>
          <a:prstGeom prst="roundRect">
            <a:avLst>
              <a:gd name="adj" fmla="val 2532"/>
            </a:avLst>
          </a:prstGeom>
          <a:solidFill>
            <a:srgbClr val="F5F5F5"/>
          </a:solidFill>
          <a:ln w="12700">
            <a:solidFill>
              <a:srgbClr val="F5F5F5"/>
            </a:solidFill>
            <a:prstDash val="solid"/>
          </a:ln>
        </p:spPr>
      </p:sp>
      <p:sp>
        <p:nvSpPr>
          <p:cNvPr id="10" name="Shape 6"/>
          <p:cNvSpPr/>
          <p:nvPr/>
        </p:nvSpPr>
        <p:spPr>
          <a:xfrm>
            <a:off x="1325880" y="1325880"/>
            <a:ext cx="1280160" cy="1645920"/>
          </a:xfrm>
          <a:prstGeom prst="rect">
            <a:avLst/>
          </a:prstGeom>
          <a:solidFill>
            <a:srgbClr val="FFFFFF"/>
          </a:solidFill>
          <a:ln w="12700">
            <a:solidFill>
              <a:srgbClr val="999999"/>
            </a:solidFill>
            <a:prstDash val="solid"/>
          </a:ln>
        </p:spPr>
      </p:sp>
      <p:sp>
        <p:nvSpPr>
          <p:cNvPr id="11" name="Shape 7"/>
          <p:cNvSpPr/>
          <p:nvPr/>
        </p:nvSpPr>
        <p:spPr>
          <a:xfrm>
            <a:off x="1463040" y="1508760"/>
            <a:ext cx="1005840" cy="54864"/>
          </a:xfrm>
          <a:prstGeom prst="rect">
            <a:avLst/>
          </a:prstGeom>
          <a:solidFill>
            <a:srgbClr val="BBBBBB"/>
          </a:solidFill>
          <a:ln w="12700">
            <a:solidFill>
              <a:srgbClr val="BBBBBB"/>
            </a:solidFill>
            <a:prstDash val="solid"/>
          </a:ln>
        </p:spPr>
      </p:sp>
      <p:sp>
        <p:nvSpPr>
          <p:cNvPr id="12" name="Shape 8"/>
          <p:cNvSpPr/>
          <p:nvPr/>
        </p:nvSpPr>
        <p:spPr>
          <a:xfrm>
            <a:off x="1463040" y="1737360"/>
            <a:ext cx="731520" cy="54864"/>
          </a:xfrm>
          <a:prstGeom prst="rect">
            <a:avLst/>
          </a:prstGeom>
          <a:solidFill>
            <a:srgbClr val="BBBBBB"/>
          </a:solidFill>
          <a:ln w="12700">
            <a:solidFill>
              <a:srgbClr val="BBBBBB"/>
            </a:solidFill>
            <a:prstDash val="solid"/>
          </a:ln>
        </p:spPr>
      </p:sp>
      <p:sp>
        <p:nvSpPr>
          <p:cNvPr id="13" name="Shape 9"/>
          <p:cNvSpPr/>
          <p:nvPr/>
        </p:nvSpPr>
        <p:spPr>
          <a:xfrm>
            <a:off x="1463040" y="1965960"/>
            <a:ext cx="1005840" cy="54864"/>
          </a:xfrm>
          <a:prstGeom prst="rect">
            <a:avLst/>
          </a:prstGeom>
          <a:solidFill>
            <a:srgbClr val="BBBBBB"/>
          </a:solidFill>
          <a:ln w="12700">
            <a:solidFill>
              <a:srgbClr val="BBBBBB"/>
            </a:solidFill>
            <a:prstDash val="solid"/>
          </a:ln>
        </p:spPr>
      </p:sp>
      <p:sp>
        <p:nvSpPr>
          <p:cNvPr id="14" name="Shape 10"/>
          <p:cNvSpPr/>
          <p:nvPr/>
        </p:nvSpPr>
        <p:spPr>
          <a:xfrm>
            <a:off x="1463040" y="2194560"/>
            <a:ext cx="731520" cy="54864"/>
          </a:xfrm>
          <a:prstGeom prst="rect">
            <a:avLst/>
          </a:prstGeom>
          <a:solidFill>
            <a:srgbClr val="BBBBBB"/>
          </a:solidFill>
          <a:ln w="12700">
            <a:solidFill>
              <a:srgbClr val="BBBBBB"/>
            </a:solidFill>
            <a:prstDash val="solid"/>
          </a:ln>
        </p:spPr>
      </p:sp>
      <p:sp>
        <p:nvSpPr>
          <p:cNvPr id="15" name="Shape 11"/>
          <p:cNvSpPr/>
          <p:nvPr/>
        </p:nvSpPr>
        <p:spPr>
          <a:xfrm>
            <a:off x="1463040" y="2423160"/>
            <a:ext cx="1005840" cy="54864"/>
          </a:xfrm>
          <a:prstGeom prst="rect">
            <a:avLst/>
          </a:prstGeom>
          <a:solidFill>
            <a:srgbClr val="BBBBBB"/>
          </a:solidFill>
          <a:ln w="12700">
            <a:solidFill>
              <a:srgbClr val="BBBBBB"/>
            </a:solidFill>
            <a:prstDash val="solid"/>
          </a:ln>
        </p:spPr>
      </p:sp>
      <p:sp>
        <p:nvSpPr>
          <p:cNvPr id="16" name="Shape 12"/>
          <p:cNvSpPr/>
          <p:nvPr/>
        </p:nvSpPr>
        <p:spPr>
          <a:xfrm>
            <a:off x="1463040" y="2651760"/>
            <a:ext cx="731520" cy="54864"/>
          </a:xfrm>
          <a:prstGeom prst="rect">
            <a:avLst/>
          </a:prstGeom>
          <a:solidFill>
            <a:srgbClr val="BBBBBB"/>
          </a:solidFill>
          <a:ln w="12700">
            <a:solidFill>
              <a:srgbClr val="BBBBBB"/>
            </a:solidFill>
            <a:prstDash val="solid"/>
          </a:ln>
        </p:spPr>
      </p:sp>
      <p:sp>
        <p:nvSpPr>
          <p:cNvPr id="17" name="Shape 13"/>
          <p:cNvSpPr/>
          <p:nvPr/>
        </p:nvSpPr>
        <p:spPr>
          <a:xfrm>
            <a:off x="3703320" y="1325880"/>
            <a:ext cx="1280160" cy="1645920"/>
          </a:xfrm>
          <a:prstGeom prst="rect">
            <a:avLst/>
          </a:prstGeom>
          <a:solidFill>
            <a:srgbClr val="FFFFFF"/>
          </a:solidFill>
          <a:ln w="12700">
            <a:solidFill>
              <a:srgbClr val="999999"/>
            </a:solidFill>
            <a:prstDash val="solid"/>
          </a:ln>
        </p:spPr>
      </p:sp>
      <p:sp>
        <p:nvSpPr>
          <p:cNvPr id="18" name="Shape 14"/>
          <p:cNvSpPr/>
          <p:nvPr/>
        </p:nvSpPr>
        <p:spPr>
          <a:xfrm>
            <a:off x="3840480" y="1508760"/>
            <a:ext cx="1005840" cy="54864"/>
          </a:xfrm>
          <a:prstGeom prst="rect">
            <a:avLst/>
          </a:prstGeom>
          <a:solidFill>
            <a:srgbClr val="BBBBBB"/>
          </a:solidFill>
          <a:ln w="12700">
            <a:solidFill>
              <a:srgbClr val="BBBBBB"/>
            </a:solidFill>
            <a:prstDash val="solid"/>
          </a:ln>
        </p:spPr>
      </p:sp>
      <p:sp>
        <p:nvSpPr>
          <p:cNvPr id="19" name="Shape 15"/>
          <p:cNvSpPr/>
          <p:nvPr/>
        </p:nvSpPr>
        <p:spPr>
          <a:xfrm>
            <a:off x="3840480" y="1737360"/>
            <a:ext cx="731520" cy="54864"/>
          </a:xfrm>
          <a:prstGeom prst="rect">
            <a:avLst/>
          </a:prstGeom>
          <a:solidFill>
            <a:srgbClr val="BBBBBB"/>
          </a:solidFill>
          <a:ln w="12700">
            <a:solidFill>
              <a:srgbClr val="BBBBBB"/>
            </a:solidFill>
            <a:prstDash val="solid"/>
          </a:ln>
        </p:spPr>
      </p:sp>
      <p:sp>
        <p:nvSpPr>
          <p:cNvPr id="20" name="Shape 16"/>
          <p:cNvSpPr/>
          <p:nvPr/>
        </p:nvSpPr>
        <p:spPr>
          <a:xfrm>
            <a:off x="3840480" y="1965960"/>
            <a:ext cx="1005840" cy="54864"/>
          </a:xfrm>
          <a:prstGeom prst="rect">
            <a:avLst/>
          </a:prstGeom>
          <a:solidFill>
            <a:srgbClr val="BBBBBB"/>
          </a:solidFill>
          <a:ln w="12700">
            <a:solidFill>
              <a:srgbClr val="BBBBBB"/>
            </a:solidFill>
            <a:prstDash val="solid"/>
          </a:ln>
        </p:spPr>
      </p:sp>
      <p:sp>
        <p:nvSpPr>
          <p:cNvPr id="21" name="Shape 17"/>
          <p:cNvSpPr/>
          <p:nvPr/>
        </p:nvSpPr>
        <p:spPr>
          <a:xfrm>
            <a:off x="3840480" y="2194560"/>
            <a:ext cx="731520" cy="54864"/>
          </a:xfrm>
          <a:prstGeom prst="rect">
            <a:avLst/>
          </a:prstGeom>
          <a:solidFill>
            <a:srgbClr val="BBBBBB"/>
          </a:solidFill>
          <a:ln w="12700">
            <a:solidFill>
              <a:srgbClr val="BBBBBB"/>
            </a:solidFill>
            <a:prstDash val="solid"/>
          </a:ln>
        </p:spPr>
      </p:sp>
      <p:sp>
        <p:nvSpPr>
          <p:cNvPr id="22" name="Shape 18"/>
          <p:cNvSpPr/>
          <p:nvPr/>
        </p:nvSpPr>
        <p:spPr>
          <a:xfrm>
            <a:off x="3840480" y="2423160"/>
            <a:ext cx="1005840" cy="54864"/>
          </a:xfrm>
          <a:prstGeom prst="rect">
            <a:avLst/>
          </a:prstGeom>
          <a:solidFill>
            <a:srgbClr val="BBBBBB"/>
          </a:solidFill>
          <a:ln w="12700">
            <a:solidFill>
              <a:srgbClr val="BBBBBB"/>
            </a:solidFill>
            <a:prstDash val="solid"/>
          </a:ln>
        </p:spPr>
      </p:sp>
      <p:sp>
        <p:nvSpPr>
          <p:cNvPr id="23" name="Shape 19"/>
          <p:cNvSpPr/>
          <p:nvPr/>
        </p:nvSpPr>
        <p:spPr>
          <a:xfrm>
            <a:off x="3840480" y="2651760"/>
            <a:ext cx="731520" cy="54864"/>
          </a:xfrm>
          <a:prstGeom prst="rect">
            <a:avLst/>
          </a:prstGeom>
          <a:solidFill>
            <a:srgbClr val="BBBBBB"/>
          </a:solidFill>
          <a:ln w="12700">
            <a:solidFill>
              <a:srgbClr val="BBBBBB"/>
            </a:solidFill>
            <a:prstDash val="solid"/>
          </a:ln>
        </p:spPr>
      </p:sp>
      <p:sp>
        <p:nvSpPr>
          <p:cNvPr id="24" name="Text 20"/>
          <p:cNvSpPr txBox="1"/>
          <p:nvPr/>
        </p:nvSpPr>
        <p:spPr>
          <a:xfrm>
            <a:off x="2743200" y="1874520"/>
            <a:ext cx="822960" cy="548640"/>
          </a:xfrm>
          <a:prstGeom prst="rect">
            <a:avLst/>
          </a:prstGeom>
          <a:noFill/>
          <a:ln/>
        </p:spPr>
        <p:txBody>
          <a:bodyPr wrap="square" lIns="0" tIns="0" rIns="0" bIns="0" rtlCol="0" anchor="t"/>
          <a:lstStyle/>
          <a:p>
            <a:pPr algn="ctr" indent="0" marL="0">
              <a:buNone/>
            </a:pPr>
            <a:r>
              <a:rPr lang="en-US" sz="2800" b="1" dirty="0">
                <a:solidFill>
                  <a:srgbClr val="D4A017"/>
                </a:solidFill>
                <a:latin typeface="Calibri" pitchFamily="34" charset="0"/>
                <a:ea typeface="Calibri" pitchFamily="34" charset="-122"/>
                <a:cs typeface="Calibri" pitchFamily="34" charset="-120"/>
              </a:rPr>
              <a:t>⇄</a:t>
            </a:r>
            <a:endParaRPr lang="en-US" sz="2800" dirty="0"/>
          </a:p>
        </p:txBody>
      </p:sp>
      <p:sp>
        <p:nvSpPr>
          <p:cNvPr id="25" name="Text 21"/>
          <p:cNvSpPr txBox="1"/>
          <p:nvPr/>
        </p:nvSpPr>
        <p:spPr>
          <a:xfrm>
            <a:off x="868680" y="3246120"/>
            <a:ext cx="4572000" cy="457200"/>
          </a:xfrm>
          <a:prstGeom prst="rect">
            <a:avLst/>
          </a:prstGeom>
          <a:noFill/>
          <a:ln/>
        </p:spPr>
        <p:txBody>
          <a:bodyPr wrap="square" lIns="0" tIns="0" rIns="0" bIns="0" rtlCol="0" anchor="t"/>
          <a:lstStyle/>
          <a:p>
            <a:pPr algn="ctr" indent="0" marL="0">
              <a:buNone/>
            </a:pPr>
            <a:r>
              <a:rPr lang="en-US" sz="1200" i="1" dirty="0">
                <a:solidFill>
                  <a:srgbClr val="E53935"/>
                </a:solidFill>
                <a:latin typeface="Calibri" pitchFamily="34" charset="0"/>
                <a:ea typeface="Calibri" pitchFamily="34" charset="-122"/>
                <a:cs typeface="Calibri" pitchFamily="34" charset="-120"/>
              </a:rPr>
              <a:t>"Bagaimana jika santri belum terdaftar?"</a:t>
            </a:r>
            <a:endParaRPr lang="en-US" sz="1200" dirty="0"/>
          </a:p>
        </p:txBody>
      </p:sp>
      <p:sp>
        <p:nvSpPr>
          <p:cNvPr id="26" name="Text 22"/>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27" name="Text 23"/>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Tukar dengan kelompok lain, uji</a:t>
            </a:r>
            <a:endParaRPr lang="en-US" sz="1800" dirty="0"/>
          </a:p>
        </p:txBody>
      </p:sp>
      <p:sp>
        <p:nvSpPr>
          <p:cNvPr id="28" name="Text 24"/>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Kelompok lain membaca algoritmamu seperti robot. Apakah ada langkah yang hilang atau membingungkan?</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Algoritma Pesantren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6/6</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Algoritma_Pinjam_Buku_Kel2 - Google Docs</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docs.google.com/document/...</a:t>
            </a:r>
            <a:endParaRPr lang="en-US" sz="800" dirty="0"/>
          </a:p>
        </p:txBody>
      </p:sp>
      <p:pic>
        <p:nvPicPr>
          <p:cNvPr id="28" name="Image 5" descr="preencoded.png">    </p:cNvPr>
          <p:cNvPicPr>
            <a:picLocks noChangeAspect="1"/>
          </p:cNvPicPr>
          <p:nvPr/>
        </p:nvPicPr>
        <p:blipFill>
          <a:blip r:embed="rId6"/>
          <a:stretch>
            <a:fillRect/>
          </a:stretch>
        </p:blipFill>
        <p:spPr>
          <a:xfrm>
            <a:off x="679216" y="1723397"/>
            <a:ext cx="219456" cy="219456"/>
          </a:xfrm>
          <a:prstGeom prst="rect">
            <a:avLst/>
          </a:prstGeom>
        </p:spPr>
      </p:pic>
      <p:sp>
        <p:nvSpPr>
          <p:cNvPr id="29" name="Text 21"/>
          <p:cNvSpPr txBox="1"/>
          <p:nvPr/>
        </p:nvSpPr>
        <p:spPr>
          <a:xfrm>
            <a:off x="971824" y="1695965"/>
            <a:ext cx="1737360" cy="182880"/>
          </a:xfrm>
          <a:prstGeom prst="rect">
            <a:avLst/>
          </a:prstGeom>
          <a:noFill/>
          <a:ln/>
        </p:spPr>
        <p:txBody>
          <a:bodyPr wrap="square" lIns="0" tIns="0" rIns="0" bIns="0" rtlCol="0" anchor="ctr"/>
          <a:lstStyle/>
          <a:p>
            <a:pPr indent="0" marL="0">
              <a:buNone/>
            </a:pPr>
            <a:r>
              <a:rPr lang="en-US" sz="900" dirty="0">
                <a:solidFill>
                  <a:srgbClr val="1E2A26"/>
                </a:solidFill>
                <a:latin typeface="Calibri" pitchFamily="34" charset="0"/>
                <a:ea typeface="Calibri" pitchFamily="34" charset="-122"/>
                <a:cs typeface="Calibri" pitchFamily="34" charset="-120"/>
              </a:rPr>
              <a:t>Algoritma_Pinjam_Buku_Kel2</a:t>
            </a:r>
            <a:endParaRPr lang="en-US" sz="900" dirty="0"/>
          </a:p>
        </p:txBody>
      </p:sp>
      <p:sp>
        <p:nvSpPr>
          <p:cNvPr id="30" name="Text 22"/>
          <p:cNvSpPr txBox="1"/>
          <p:nvPr/>
        </p:nvSpPr>
        <p:spPr>
          <a:xfrm>
            <a:off x="2754904" y="1695965"/>
            <a:ext cx="1097280" cy="182880"/>
          </a:xfrm>
          <a:prstGeom prst="rect">
            <a:avLst/>
          </a:prstGeom>
          <a:noFill/>
          <a:ln/>
        </p:spPr>
        <p:txBody>
          <a:bodyPr wrap="square" lIns="0" tIns="0" rIns="0" bIns="0" rtlCol="0" anchor="ctr"/>
          <a:lstStyle/>
          <a:p>
            <a:pPr indent="0" marL="0">
              <a:buNone/>
            </a:pPr>
            <a:r>
              <a:rPr lang="en-US" sz="650" dirty="0">
                <a:solidFill>
                  <a:srgbClr val="666666"/>
                </a:solidFill>
                <a:latin typeface="Calibri" pitchFamily="34" charset="0"/>
                <a:ea typeface="Calibri" pitchFamily="34" charset="-122"/>
                <a:cs typeface="Calibri" pitchFamily="34" charset="-120"/>
              </a:rPr>
              <a:t>☁ Saved to Drive</a:t>
            </a:r>
            <a:endParaRPr lang="en-US" sz="650" dirty="0"/>
          </a:p>
        </p:txBody>
      </p:sp>
      <p:sp>
        <p:nvSpPr>
          <p:cNvPr id="31" name="Text 23"/>
          <p:cNvSpPr txBox="1"/>
          <p:nvPr/>
        </p:nvSpPr>
        <p:spPr>
          <a:xfrm>
            <a:off x="97182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File</a:t>
            </a:r>
            <a:endParaRPr lang="en-US" sz="700" dirty="0"/>
          </a:p>
        </p:txBody>
      </p:sp>
      <p:sp>
        <p:nvSpPr>
          <p:cNvPr id="32" name="Text 24"/>
          <p:cNvSpPr txBox="1"/>
          <p:nvPr/>
        </p:nvSpPr>
        <p:spPr>
          <a:xfrm>
            <a:off x="1355872"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Edit</a:t>
            </a:r>
            <a:endParaRPr lang="en-US" sz="700" dirty="0"/>
          </a:p>
        </p:txBody>
      </p:sp>
      <p:sp>
        <p:nvSpPr>
          <p:cNvPr id="33" name="Text 25"/>
          <p:cNvSpPr txBox="1"/>
          <p:nvPr/>
        </p:nvSpPr>
        <p:spPr>
          <a:xfrm>
            <a:off x="1739920"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View</a:t>
            </a:r>
            <a:endParaRPr lang="en-US" sz="700" dirty="0"/>
          </a:p>
        </p:txBody>
      </p:sp>
      <p:sp>
        <p:nvSpPr>
          <p:cNvPr id="34" name="Text 26"/>
          <p:cNvSpPr txBox="1"/>
          <p:nvPr/>
        </p:nvSpPr>
        <p:spPr>
          <a:xfrm>
            <a:off x="2123968"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Insert</a:t>
            </a:r>
            <a:endParaRPr lang="en-US" sz="700" dirty="0"/>
          </a:p>
        </p:txBody>
      </p:sp>
      <p:sp>
        <p:nvSpPr>
          <p:cNvPr id="35" name="Text 27"/>
          <p:cNvSpPr txBox="1"/>
          <p:nvPr/>
        </p:nvSpPr>
        <p:spPr>
          <a:xfrm>
            <a:off x="2508016"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Format</a:t>
            </a:r>
            <a:endParaRPr lang="en-US" sz="700" dirty="0"/>
          </a:p>
        </p:txBody>
      </p:sp>
      <p:sp>
        <p:nvSpPr>
          <p:cNvPr id="36" name="Text 28"/>
          <p:cNvSpPr txBox="1"/>
          <p:nvPr/>
        </p:nvSpPr>
        <p:spPr>
          <a:xfrm>
            <a:off x="2892064" y="1878845"/>
            <a:ext cx="365760" cy="155448"/>
          </a:xfrm>
          <a:prstGeom prst="rect">
            <a:avLst/>
          </a:prstGeom>
          <a:noFill/>
          <a:ln/>
        </p:spPr>
        <p:txBody>
          <a:bodyPr wrap="square" lIns="0" tIns="0" rIns="0" bIns="0" rtlCol="0" anchor="ctr"/>
          <a:lstStyle/>
          <a:p>
            <a:pPr indent="0" marL="0">
              <a:buNone/>
            </a:pPr>
            <a:r>
              <a:rPr lang="en-US" sz="700" dirty="0">
                <a:solidFill>
                  <a:srgbClr val="1E2A26"/>
                </a:solidFill>
                <a:latin typeface="Calibri" pitchFamily="34" charset="0"/>
                <a:ea typeface="Calibri" pitchFamily="34" charset="-122"/>
                <a:cs typeface="Calibri" pitchFamily="34" charset="-120"/>
              </a:rPr>
              <a:t>Tools</a:t>
            </a:r>
            <a:endParaRPr lang="en-US" sz="700" dirty="0"/>
          </a:p>
        </p:txBody>
      </p:sp>
      <p:sp>
        <p:nvSpPr>
          <p:cNvPr id="37" name="Shape 29"/>
          <p:cNvSpPr/>
          <p:nvPr/>
        </p:nvSpPr>
        <p:spPr>
          <a:xfrm>
            <a:off x="4807184" y="1714253"/>
            <a:ext cx="594360" cy="237744"/>
          </a:xfrm>
          <a:prstGeom prst="roundRect">
            <a:avLst>
              <a:gd name="adj" fmla="val 50000"/>
            </a:avLst>
          </a:prstGeom>
          <a:solidFill>
            <a:srgbClr val="C2E7FF"/>
          </a:solidFill>
          <a:ln w="12700">
            <a:solidFill>
              <a:srgbClr val="C2E7FF"/>
            </a:solidFill>
            <a:prstDash val="solid"/>
          </a:ln>
        </p:spPr>
      </p:sp>
      <p:sp>
        <p:nvSpPr>
          <p:cNvPr id="38" name="Text 30"/>
          <p:cNvSpPr txBox="1"/>
          <p:nvPr/>
        </p:nvSpPr>
        <p:spPr>
          <a:xfrm>
            <a:off x="4807184" y="1714253"/>
            <a:ext cx="594360" cy="237744"/>
          </a:xfrm>
          <a:prstGeom prst="rect">
            <a:avLst/>
          </a:prstGeom>
          <a:noFill/>
          <a:ln/>
        </p:spPr>
        <p:txBody>
          <a:bodyPr wrap="square" lIns="0" tIns="0" rIns="0" bIns="0" rtlCol="0" anchor="ctr"/>
          <a:lstStyle/>
          <a:p>
            <a:pPr algn="ctr" indent="0" marL="0">
              <a:buNone/>
            </a:pPr>
            <a:r>
              <a:rPr lang="en-US" sz="800" b="1" dirty="0">
                <a:solidFill>
                  <a:srgbClr val="1E2A26"/>
                </a:solidFill>
                <a:latin typeface="Calibri" pitchFamily="34" charset="0"/>
                <a:ea typeface="Calibri" pitchFamily="34" charset="-122"/>
                <a:cs typeface="Calibri" pitchFamily="34" charset="-120"/>
              </a:rPr>
              <a:t>Share</a:t>
            </a:r>
            <a:endParaRPr lang="en-US" sz="800" dirty="0"/>
          </a:p>
        </p:txBody>
      </p:sp>
      <p:sp>
        <p:nvSpPr>
          <p:cNvPr id="39" name="Shape 31"/>
          <p:cNvSpPr/>
          <p:nvPr/>
        </p:nvSpPr>
        <p:spPr>
          <a:xfrm>
            <a:off x="660928" y="2080013"/>
            <a:ext cx="4804623" cy="219456"/>
          </a:xfrm>
          <a:prstGeom prst="roundRect">
            <a:avLst>
              <a:gd name="adj" fmla="val 50000"/>
            </a:avLst>
          </a:prstGeom>
          <a:solidFill>
            <a:srgbClr val="EDF2FA"/>
          </a:solidFill>
          <a:ln w="12700">
            <a:solidFill>
              <a:srgbClr val="EDF2FA"/>
            </a:solidFill>
            <a:prstDash val="solid"/>
          </a:ln>
        </p:spPr>
      </p:sp>
      <p:sp>
        <p:nvSpPr>
          <p:cNvPr id="40" name="Text 32"/>
          <p:cNvSpPr txBox="1"/>
          <p:nvPr/>
        </p:nvSpPr>
        <p:spPr>
          <a:xfrm>
            <a:off x="697504" y="2098301"/>
            <a:ext cx="18288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t>
            </a:r>
            <a:endParaRPr lang="en-US" sz="750" dirty="0"/>
          </a:p>
        </p:txBody>
      </p:sp>
      <p:sp>
        <p:nvSpPr>
          <p:cNvPr id="41" name="Text 33"/>
          <p:cNvSpPr txBox="1"/>
          <p:nvPr/>
        </p:nvSpPr>
        <p:spPr>
          <a:xfrm>
            <a:off x="916960" y="2098301"/>
            <a:ext cx="32004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100%</a:t>
            </a:r>
            <a:endParaRPr lang="en-US" sz="750" dirty="0"/>
          </a:p>
        </p:txBody>
      </p:sp>
      <p:sp>
        <p:nvSpPr>
          <p:cNvPr id="42" name="Text 34"/>
          <p:cNvSpPr txBox="1"/>
          <p:nvPr/>
        </p:nvSpPr>
        <p:spPr>
          <a:xfrm>
            <a:off x="1273576" y="2098301"/>
            <a:ext cx="6858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Normal text ▾</a:t>
            </a:r>
            <a:endParaRPr lang="en-US" sz="750" dirty="0"/>
          </a:p>
        </p:txBody>
      </p:sp>
      <p:sp>
        <p:nvSpPr>
          <p:cNvPr id="43" name="Text 35"/>
          <p:cNvSpPr txBox="1"/>
          <p:nvPr/>
        </p:nvSpPr>
        <p:spPr>
          <a:xfrm>
            <a:off x="2005096" y="2098301"/>
            <a:ext cx="457200" cy="182880"/>
          </a:xfrm>
          <a:prstGeom prst="rect">
            <a:avLst/>
          </a:prstGeom>
          <a:noFill/>
          <a:ln/>
        </p:spPr>
        <p:txBody>
          <a:bodyPr wrap="square" lIns="0" tIns="0" rIns="0" bIns="0" rtlCol="0" anchor="ctr"/>
          <a:lstStyle/>
          <a:p>
            <a:pPr algn="ctr" indent="0" marL="0">
              <a:buNone/>
            </a:pPr>
            <a:r>
              <a:rPr lang="en-US" sz="750" dirty="0">
                <a:solidFill>
                  <a:srgbClr val="1E2A26"/>
                </a:solidFill>
                <a:latin typeface="Calibri" pitchFamily="34" charset="0"/>
                <a:ea typeface="Calibri" pitchFamily="34" charset="-122"/>
                <a:cs typeface="Calibri" pitchFamily="34" charset="-120"/>
              </a:rPr>
              <a:t>Arial ▾</a:t>
            </a:r>
            <a:endParaRPr lang="en-US" sz="750" dirty="0"/>
          </a:p>
        </p:txBody>
      </p:sp>
      <p:sp>
        <p:nvSpPr>
          <p:cNvPr id="44" name="Text 36"/>
          <p:cNvSpPr txBox="1"/>
          <p:nvPr/>
        </p:nvSpPr>
        <p:spPr>
          <a:xfrm>
            <a:off x="2508016" y="2098301"/>
            <a:ext cx="274320" cy="182880"/>
          </a:xfrm>
          <a:prstGeom prst="rect">
            <a:avLst/>
          </a:prstGeom>
          <a:noFill/>
          <a:ln/>
        </p:spPr>
        <p:txBody>
          <a:bodyPr wrap="square" lIns="0" tIns="0" rIns="0" bIns="0" rtlCol="0" anchor="ctr"/>
          <a:lstStyle/>
          <a:p>
            <a:pPr algn="ctr" indent="0" marL="0">
              <a:buNone/>
            </a:pPr>
            <a:r>
              <a:rPr lang="en-US" sz="750" b="1" dirty="0">
                <a:solidFill>
                  <a:srgbClr val="1E2A26"/>
                </a:solidFill>
                <a:latin typeface="Calibri" pitchFamily="34" charset="0"/>
                <a:ea typeface="Calibri" pitchFamily="34" charset="-122"/>
                <a:cs typeface="Calibri" pitchFamily="34" charset="-120"/>
              </a:rPr>
              <a:t>11</a:t>
            </a:r>
            <a:endParaRPr lang="en-US" sz="750" dirty="0"/>
          </a:p>
        </p:txBody>
      </p:sp>
      <p:sp>
        <p:nvSpPr>
          <p:cNvPr id="45" name="Text 37"/>
          <p:cNvSpPr txBox="1"/>
          <p:nvPr/>
        </p:nvSpPr>
        <p:spPr>
          <a:xfrm>
            <a:off x="2828056" y="2098301"/>
            <a:ext cx="182880" cy="182880"/>
          </a:xfrm>
          <a:prstGeom prst="rect">
            <a:avLst/>
          </a:prstGeom>
          <a:noFill/>
          <a:ln/>
        </p:spPr>
        <p:txBody>
          <a:bodyPr wrap="square" lIns="0" tIns="0" rIns="0" bIns="0" rtlCol="0" anchor="ctr"/>
          <a:lstStyle/>
          <a:p>
            <a:pPr algn="ctr" indent="0" marL="0">
              <a:buNone/>
            </a:pPr>
            <a:r>
              <a:rPr lang="en-US" sz="900" b="1" dirty="0">
                <a:solidFill>
                  <a:srgbClr val="1E2A26"/>
                </a:solidFill>
                <a:latin typeface="Calibri" pitchFamily="34" charset="0"/>
                <a:ea typeface="Calibri" pitchFamily="34" charset="-122"/>
                <a:cs typeface="Calibri" pitchFamily="34" charset="-120"/>
              </a:rPr>
              <a:t>B</a:t>
            </a:r>
            <a:endParaRPr lang="en-US" sz="900" dirty="0"/>
          </a:p>
        </p:txBody>
      </p:sp>
      <p:sp>
        <p:nvSpPr>
          <p:cNvPr id="46" name="Text 38"/>
          <p:cNvSpPr txBox="1"/>
          <p:nvPr/>
        </p:nvSpPr>
        <p:spPr>
          <a:xfrm>
            <a:off x="3020080" y="2098301"/>
            <a:ext cx="182880" cy="182880"/>
          </a:xfrm>
          <a:prstGeom prst="rect">
            <a:avLst/>
          </a:prstGeom>
          <a:noFill/>
          <a:ln/>
        </p:spPr>
        <p:txBody>
          <a:bodyPr wrap="square" lIns="0" tIns="0" rIns="0" bIns="0" rtlCol="0" anchor="ctr"/>
          <a:lstStyle/>
          <a:p>
            <a:pPr algn="ctr" indent="0" marL="0">
              <a:buNone/>
            </a:pPr>
            <a:r>
              <a:rPr lang="en-US" sz="900" i="1" dirty="0">
                <a:solidFill>
                  <a:srgbClr val="1E2A26"/>
                </a:solidFill>
                <a:latin typeface="Calibri" pitchFamily="34" charset="0"/>
                <a:ea typeface="Calibri" pitchFamily="34" charset="-122"/>
                <a:cs typeface="Calibri" pitchFamily="34" charset="-120"/>
              </a:rPr>
              <a:t>I</a:t>
            </a:r>
            <a:endParaRPr lang="en-US" sz="900" dirty="0"/>
          </a:p>
        </p:txBody>
      </p:sp>
      <p:sp>
        <p:nvSpPr>
          <p:cNvPr id="47" name="Text 39"/>
          <p:cNvSpPr txBox="1"/>
          <p:nvPr/>
        </p:nvSpPr>
        <p:spPr>
          <a:xfrm>
            <a:off x="3212104" y="2098301"/>
            <a:ext cx="182880" cy="182880"/>
          </a:xfrm>
          <a:prstGeom prst="rect">
            <a:avLst/>
          </a:prstGeom>
          <a:noFill/>
          <a:ln/>
        </p:spPr>
        <p:txBody>
          <a:bodyPr wrap="square" lIns="0" tIns="0" rIns="0" bIns="0" rtlCol="0" anchor="ctr"/>
          <a:lstStyle/>
          <a:p>
            <a:pPr algn="ctr" indent="0" marL="0">
              <a:buNone/>
            </a:pPr>
            <a:r>
              <a:rPr lang="en-US" sz="900" u="sng" dirty="0">
                <a:solidFill>
                  <a:srgbClr val="1E2A26"/>
                </a:solidFill>
                <a:latin typeface="Calibri" pitchFamily="34" charset="0"/>
                <a:ea typeface="Calibri" pitchFamily="34" charset="-122"/>
                <a:cs typeface="Calibri" pitchFamily="34" charset="-120"/>
              </a:rPr>
              <a:t>U</a:t>
            </a:r>
            <a:endParaRPr lang="en-US" sz="900" dirty="0"/>
          </a:p>
        </p:txBody>
      </p:sp>
      <p:sp>
        <p:nvSpPr>
          <p:cNvPr id="48" name="Text 40"/>
          <p:cNvSpPr txBox="1"/>
          <p:nvPr/>
        </p:nvSpPr>
        <p:spPr>
          <a:xfrm>
            <a:off x="3404128" y="2098301"/>
            <a:ext cx="182880" cy="182880"/>
          </a:xfrm>
          <a:prstGeom prst="rect">
            <a:avLst/>
          </a:prstGeom>
          <a:noFill/>
          <a:ln/>
        </p:spPr>
        <p:txBody>
          <a:bodyPr wrap="square" lIns="0" tIns="0" rIns="0" bIns="0" rtlCol="0" anchor="ctr"/>
          <a:lstStyle/>
          <a:p>
            <a:pPr algn="ctr" indent="0" marL="0">
              <a:buNone/>
            </a:pPr>
            <a:r>
              <a:rPr lang="en-US" sz="900" dirty="0">
                <a:solidFill>
                  <a:srgbClr val="C62828"/>
                </a:solidFill>
                <a:latin typeface="Calibri" pitchFamily="34" charset="0"/>
                <a:ea typeface="Calibri" pitchFamily="34" charset="-122"/>
                <a:cs typeface="Calibri" pitchFamily="34" charset="-120"/>
              </a:rPr>
              <a:t>A</a:t>
            </a:r>
            <a:endParaRPr lang="en-US" sz="900" dirty="0"/>
          </a:p>
        </p:txBody>
      </p:sp>
      <p:sp>
        <p:nvSpPr>
          <p:cNvPr id="49" name="Text 41"/>
          <p:cNvSpPr txBox="1"/>
          <p:nvPr/>
        </p:nvSpPr>
        <p:spPr>
          <a:xfrm>
            <a:off x="3632728"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50" name="Image 6" descr="preencoded.png">    </p:cNvPr>
          <p:cNvPicPr>
            <a:picLocks noChangeAspect="1"/>
          </p:cNvPicPr>
          <p:nvPr/>
        </p:nvPicPr>
        <p:blipFill>
          <a:blip r:embed="rId7"/>
          <a:stretch>
            <a:fillRect/>
          </a:stretch>
        </p:blipFill>
        <p:spPr>
          <a:xfrm>
            <a:off x="3660160" y="2125733"/>
            <a:ext cx="128016" cy="128016"/>
          </a:xfrm>
          <a:prstGeom prst="rect">
            <a:avLst/>
          </a:prstGeom>
        </p:spPr>
      </p:pic>
      <p:sp>
        <p:nvSpPr>
          <p:cNvPr id="51" name="Shape 42"/>
          <p:cNvSpPr/>
          <p:nvPr/>
        </p:nvSpPr>
        <p:spPr>
          <a:xfrm>
            <a:off x="3916192" y="2144021"/>
            <a:ext cx="146304" cy="22860"/>
          </a:xfrm>
          <a:prstGeom prst="rect">
            <a:avLst/>
          </a:prstGeom>
          <a:solidFill>
            <a:srgbClr val="444444"/>
          </a:solidFill>
          <a:ln w="12700">
            <a:solidFill>
              <a:srgbClr val="444444"/>
            </a:solidFill>
            <a:prstDash val="solid"/>
          </a:ln>
        </p:spPr>
      </p:sp>
      <p:sp>
        <p:nvSpPr>
          <p:cNvPr id="52" name="Shape 43"/>
          <p:cNvSpPr/>
          <p:nvPr/>
        </p:nvSpPr>
        <p:spPr>
          <a:xfrm>
            <a:off x="3916192" y="2189741"/>
            <a:ext cx="91440" cy="22860"/>
          </a:xfrm>
          <a:prstGeom prst="rect">
            <a:avLst/>
          </a:prstGeom>
          <a:solidFill>
            <a:srgbClr val="444444"/>
          </a:solidFill>
          <a:ln w="12700">
            <a:solidFill>
              <a:srgbClr val="444444"/>
            </a:solidFill>
            <a:prstDash val="solid"/>
          </a:ln>
        </p:spPr>
      </p:sp>
      <p:sp>
        <p:nvSpPr>
          <p:cNvPr id="53" name="Shape 44"/>
          <p:cNvSpPr/>
          <p:nvPr/>
        </p:nvSpPr>
        <p:spPr>
          <a:xfrm>
            <a:off x="3916192" y="2235461"/>
            <a:ext cx="118872" cy="22860"/>
          </a:xfrm>
          <a:prstGeom prst="rect">
            <a:avLst/>
          </a:prstGeom>
          <a:solidFill>
            <a:srgbClr val="444444"/>
          </a:solidFill>
          <a:ln w="12700">
            <a:solidFill>
              <a:srgbClr val="444444"/>
            </a:solidFill>
            <a:prstDash val="solid"/>
          </a:ln>
        </p:spPr>
      </p:sp>
      <p:sp>
        <p:nvSpPr>
          <p:cNvPr id="54" name="Shape 45"/>
          <p:cNvSpPr/>
          <p:nvPr/>
        </p:nvSpPr>
        <p:spPr>
          <a:xfrm>
            <a:off x="4135648" y="2144021"/>
            <a:ext cx="146304" cy="22860"/>
          </a:xfrm>
          <a:prstGeom prst="rect">
            <a:avLst/>
          </a:prstGeom>
          <a:solidFill>
            <a:srgbClr val="444444"/>
          </a:solidFill>
          <a:ln w="12700">
            <a:solidFill>
              <a:srgbClr val="444444"/>
            </a:solidFill>
            <a:prstDash val="solid"/>
          </a:ln>
        </p:spPr>
      </p:sp>
      <p:sp>
        <p:nvSpPr>
          <p:cNvPr id="55" name="Shape 46"/>
          <p:cNvSpPr/>
          <p:nvPr/>
        </p:nvSpPr>
        <p:spPr>
          <a:xfrm>
            <a:off x="4163080" y="2189741"/>
            <a:ext cx="91440" cy="22860"/>
          </a:xfrm>
          <a:prstGeom prst="rect">
            <a:avLst/>
          </a:prstGeom>
          <a:solidFill>
            <a:srgbClr val="444444"/>
          </a:solidFill>
          <a:ln w="12700">
            <a:solidFill>
              <a:srgbClr val="444444"/>
            </a:solidFill>
            <a:prstDash val="solid"/>
          </a:ln>
        </p:spPr>
      </p:sp>
      <p:sp>
        <p:nvSpPr>
          <p:cNvPr id="56" name="Shape 47"/>
          <p:cNvSpPr/>
          <p:nvPr/>
        </p:nvSpPr>
        <p:spPr>
          <a:xfrm>
            <a:off x="4135648" y="2235461"/>
            <a:ext cx="146304" cy="22860"/>
          </a:xfrm>
          <a:prstGeom prst="rect">
            <a:avLst/>
          </a:prstGeom>
          <a:solidFill>
            <a:srgbClr val="444444"/>
          </a:solidFill>
          <a:ln w="12700">
            <a:solidFill>
              <a:srgbClr val="444444"/>
            </a:solidFill>
            <a:prstDash val="solid"/>
          </a:ln>
        </p:spPr>
      </p:sp>
      <p:sp>
        <p:nvSpPr>
          <p:cNvPr id="57" name="Shape 48"/>
          <p:cNvSpPr/>
          <p:nvPr/>
        </p:nvSpPr>
        <p:spPr>
          <a:xfrm>
            <a:off x="4355104" y="2144021"/>
            <a:ext cx="146304" cy="22860"/>
          </a:xfrm>
          <a:prstGeom prst="rect">
            <a:avLst/>
          </a:prstGeom>
          <a:solidFill>
            <a:srgbClr val="444444"/>
          </a:solidFill>
          <a:ln w="12700">
            <a:solidFill>
              <a:srgbClr val="444444"/>
            </a:solidFill>
            <a:prstDash val="solid"/>
          </a:ln>
        </p:spPr>
      </p:sp>
      <p:sp>
        <p:nvSpPr>
          <p:cNvPr id="58" name="Shape 49"/>
          <p:cNvSpPr/>
          <p:nvPr/>
        </p:nvSpPr>
        <p:spPr>
          <a:xfrm>
            <a:off x="4409968" y="2189741"/>
            <a:ext cx="91440" cy="22860"/>
          </a:xfrm>
          <a:prstGeom prst="rect">
            <a:avLst/>
          </a:prstGeom>
          <a:solidFill>
            <a:srgbClr val="444444"/>
          </a:solidFill>
          <a:ln w="12700">
            <a:solidFill>
              <a:srgbClr val="444444"/>
            </a:solidFill>
            <a:prstDash val="solid"/>
          </a:ln>
        </p:spPr>
      </p:sp>
      <p:sp>
        <p:nvSpPr>
          <p:cNvPr id="59" name="Shape 50"/>
          <p:cNvSpPr/>
          <p:nvPr/>
        </p:nvSpPr>
        <p:spPr>
          <a:xfrm>
            <a:off x="4355104" y="2235461"/>
            <a:ext cx="146304" cy="22860"/>
          </a:xfrm>
          <a:prstGeom prst="rect">
            <a:avLst/>
          </a:prstGeom>
          <a:solidFill>
            <a:srgbClr val="444444"/>
          </a:solidFill>
          <a:ln w="12700">
            <a:solidFill>
              <a:srgbClr val="444444"/>
            </a:solidFill>
            <a:prstDash val="solid"/>
          </a:ln>
        </p:spPr>
      </p:sp>
      <p:sp>
        <p:nvSpPr>
          <p:cNvPr id="60" name="Shape 51"/>
          <p:cNvSpPr/>
          <p:nvPr/>
        </p:nvSpPr>
        <p:spPr>
          <a:xfrm>
            <a:off x="4574560" y="2144021"/>
            <a:ext cx="146304" cy="22860"/>
          </a:xfrm>
          <a:prstGeom prst="rect">
            <a:avLst/>
          </a:prstGeom>
          <a:solidFill>
            <a:srgbClr val="444444"/>
          </a:solidFill>
          <a:ln w="12700">
            <a:solidFill>
              <a:srgbClr val="444444"/>
            </a:solidFill>
            <a:prstDash val="solid"/>
          </a:ln>
        </p:spPr>
      </p:sp>
      <p:sp>
        <p:nvSpPr>
          <p:cNvPr id="61" name="Shape 52"/>
          <p:cNvSpPr/>
          <p:nvPr/>
        </p:nvSpPr>
        <p:spPr>
          <a:xfrm>
            <a:off x="4574560" y="2189741"/>
            <a:ext cx="146304" cy="22860"/>
          </a:xfrm>
          <a:prstGeom prst="rect">
            <a:avLst/>
          </a:prstGeom>
          <a:solidFill>
            <a:srgbClr val="444444"/>
          </a:solidFill>
          <a:ln w="12700">
            <a:solidFill>
              <a:srgbClr val="444444"/>
            </a:solidFill>
            <a:prstDash val="solid"/>
          </a:ln>
        </p:spPr>
      </p:sp>
      <p:sp>
        <p:nvSpPr>
          <p:cNvPr id="62" name="Shape 53"/>
          <p:cNvSpPr/>
          <p:nvPr/>
        </p:nvSpPr>
        <p:spPr>
          <a:xfrm>
            <a:off x="4574560" y="2235461"/>
            <a:ext cx="146304" cy="22860"/>
          </a:xfrm>
          <a:prstGeom prst="rect">
            <a:avLst/>
          </a:prstGeom>
          <a:solidFill>
            <a:srgbClr val="444444"/>
          </a:solidFill>
          <a:ln w="12700">
            <a:solidFill>
              <a:srgbClr val="444444"/>
            </a:solidFill>
            <a:prstDash val="solid"/>
          </a:ln>
        </p:spPr>
      </p:sp>
      <p:sp>
        <p:nvSpPr>
          <p:cNvPr id="63" name="Text 54"/>
          <p:cNvSpPr txBox="1"/>
          <p:nvPr/>
        </p:nvSpPr>
        <p:spPr>
          <a:xfrm>
            <a:off x="4812304"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4" name="Image 7" descr="preencoded.png">    </p:cNvPr>
          <p:cNvPicPr>
            <a:picLocks noChangeAspect="1"/>
          </p:cNvPicPr>
          <p:nvPr/>
        </p:nvPicPr>
        <p:blipFill>
          <a:blip r:embed="rId8"/>
          <a:stretch>
            <a:fillRect/>
          </a:stretch>
        </p:blipFill>
        <p:spPr>
          <a:xfrm>
            <a:off x="4839736" y="2125733"/>
            <a:ext cx="128016" cy="128016"/>
          </a:xfrm>
          <a:prstGeom prst="rect">
            <a:avLst/>
          </a:prstGeom>
        </p:spPr>
      </p:pic>
      <p:sp>
        <p:nvSpPr>
          <p:cNvPr id="65" name="Text 55"/>
          <p:cNvSpPr txBox="1"/>
          <p:nvPr/>
        </p:nvSpPr>
        <p:spPr>
          <a:xfrm>
            <a:off x="5031760" y="2098301"/>
            <a:ext cx="201168" cy="182880"/>
          </a:xfrm>
          <a:prstGeom prst="rect">
            <a:avLst/>
          </a:prstGeom>
          <a:noFill/>
          <a:ln/>
        </p:spPr>
        <p:txBody>
          <a:bodyPr wrap="square" lIns="0" tIns="0" rIns="0" bIns="0" rtlCol="0" anchor="ctr"/>
          <a:lstStyle/>
          <a:p>
            <a:pPr algn="ctr" indent="0" marL="0">
              <a:buNone/>
            </a:pPr>
            <a:endParaRPr lang="en-US" sz="750" dirty="0"/>
          </a:p>
        </p:txBody>
      </p:sp>
      <p:pic>
        <p:nvPicPr>
          <p:cNvPr id="66" name="Image 8" descr="preencoded.png">    </p:cNvPr>
          <p:cNvPicPr>
            <a:picLocks noChangeAspect="1"/>
          </p:cNvPicPr>
          <p:nvPr/>
        </p:nvPicPr>
        <p:blipFill>
          <a:blip r:embed="rId9"/>
          <a:stretch>
            <a:fillRect/>
          </a:stretch>
        </p:blipFill>
        <p:spPr>
          <a:xfrm>
            <a:off x="5059192" y="2125733"/>
            <a:ext cx="128016" cy="128016"/>
          </a:xfrm>
          <a:prstGeom prst="rect">
            <a:avLst/>
          </a:prstGeom>
        </p:spPr>
      </p:pic>
      <p:sp>
        <p:nvSpPr>
          <p:cNvPr id="67" name="Shape 56"/>
          <p:cNvSpPr/>
          <p:nvPr/>
        </p:nvSpPr>
        <p:spPr>
          <a:xfrm>
            <a:off x="587776" y="2354333"/>
            <a:ext cx="4950927" cy="1641051"/>
          </a:xfrm>
          <a:prstGeom prst="rect">
            <a:avLst/>
          </a:prstGeom>
          <a:solidFill>
            <a:srgbClr val="F8F9FA"/>
          </a:solidFill>
          <a:ln w="12700">
            <a:solidFill>
              <a:srgbClr val="F8F9FA"/>
            </a:solidFill>
            <a:prstDash val="solid"/>
          </a:ln>
        </p:spPr>
      </p:sp>
      <p:sp>
        <p:nvSpPr>
          <p:cNvPr id="68" name="Shape 57"/>
          <p:cNvSpPr/>
          <p:nvPr/>
        </p:nvSpPr>
        <p:spPr>
          <a:xfrm>
            <a:off x="1280160" y="2445773"/>
            <a:ext cx="3566160" cy="1549611"/>
          </a:xfrm>
          <a:prstGeom prst="rect">
            <a:avLst/>
          </a:prstGeom>
          <a:solidFill>
            <a:srgbClr val="FFFFFF"/>
          </a:solidFill>
          <a:ln w="6350">
            <a:solidFill>
              <a:srgbClr val="DDDDDD"/>
            </a:solidFill>
            <a:prstDash val="solid"/>
          </a:ln>
        </p:spPr>
      </p:sp>
      <p:sp>
        <p:nvSpPr>
          <p:cNvPr id="69" name="Text 58"/>
          <p:cNvSpPr txBox="1"/>
          <p:nvPr/>
        </p:nvSpPr>
        <p:spPr>
          <a:xfrm>
            <a:off x="1554480" y="2628653"/>
            <a:ext cx="3017520" cy="202565"/>
          </a:xfrm>
          <a:prstGeom prst="rect">
            <a:avLst/>
          </a:prstGeom>
          <a:noFill/>
          <a:ln/>
        </p:spPr>
        <p:txBody>
          <a:bodyPr wrap="square" lIns="0" tIns="0" rIns="0" bIns="0" rtlCol="0" anchor="ctr"/>
          <a:lstStyle/>
          <a:p>
            <a:pPr algn="l" indent="0" marL="0">
              <a:buNone/>
            </a:pPr>
            <a:r>
              <a:rPr lang="en-US" sz="1100" b="1" dirty="0">
                <a:solidFill>
                  <a:srgbClr val="1E2A26"/>
                </a:solidFill>
                <a:latin typeface="Arial" pitchFamily="34" charset="0"/>
                <a:ea typeface="Arial" pitchFamily="34" charset="-122"/>
                <a:cs typeface="Arial" pitchFamily="34" charset="-120"/>
              </a:rPr>
              <a:t>Algoritma Peminjaman Buku</a:t>
            </a:r>
            <a:endParaRPr lang="en-US" sz="1100" dirty="0"/>
          </a:p>
        </p:txBody>
      </p:sp>
      <p:sp>
        <p:nvSpPr>
          <p:cNvPr id="70" name="Text 59"/>
          <p:cNvSpPr txBox="1"/>
          <p:nvPr/>
        </p:nvSpPr>
        <p:spPr>
          <a:xfrm>
            <a:off x="1554480" y="287693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1. Santri datang ke perpustakaan.</a:t>
            </a:r>
            <a:endParaRPr lang="en-US" sz="800" dirty="0"/>
          </a:p>
        </p:txBody>
      </p:sp>
      <p:sp>
        <p:nvSpPr>
          <p:cNvPr id="71" name="Text 60"/>
          <p:cNvSpPr txBox="1"/>
          <p:nvPr/>
        </p:nvSpPr>
        <p:spPr>
          <a:xfrm>
            <a:off x="1554480" y="3069978"/>
            <a:ext cx="3017520" cy="147320"/>
          </a:xfrm>
          <a:prstGeom prst="rect">
            <a:avLst/>
          </a:prstGeom>
          <a:noFill/>
          <a:ln/>
        </p:spPr>
        <p:txBody>
          <a:bodyPr wrap="square" lIns="0" tIns="0" rIns="0" bIns="0" rtlCol="0" anchor="ctr"/>
          <a:lstStyle/>
          <a:p>
            <a:pPr algn="l" indent="0" marL="0">
              <a:buNone/>
            </a:pPr>
            <a:r>
              <a:rPr lang="en-US" sz="800" b="1" dirty="0">
                <a:solidFill>
                  <a:srgbClr val="1E2A26"/>
                </a:solidFill>
                <a:latin typeface="Arial" pitchFamily="34" charset="0"/>
                <a:ea typeface="Arial" pitchFamily="34" charset="-122"/>
                <a:cs typeface="Arial" pitchFamily="34" charset="-120"/>
              </a:rPr>
              <a:t>2. JIKA belum terdaftar: daftarkan dulu.</a:t>
            </a:r>
            <a:endParaRPr lang="en-US" sz="800" dirty="0"/>
          </a:p>
        </p:txBody>
      </p:sp>
      <p:sp>
        <p:nvSpPr>
          <p:cNvPr id="72" name="Text 61"/>
          <p:cNvSpPr txBox="1"/>
          <p:nvPr/>
        </p:nvSpPr>
        <p:spPr>
          <a:xfrm>
            <a:off x="1554480" y="326301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3. Santri menyebutkan judul buku.</a:t>
            </a:r>
            <a:endParaRPr lang="en-US" sz="800" dirty="0"/>
          </a:p>
        </p:txBody>
      </p:sp>
      <p:sp>
        <p:nvSpPr>
          <p:cNvPr id="73" name="Text 62"/>
          <p:cNvSpPr txBox="1"/>
          <p:nvPr/>
        </p:nvSpPr>
        <p:spPr>
          <a:xfrm>
            <a:off x="1554480" y="345605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4. JIKA tersedia: catat peminjaman.</a:t>
            </a:r>
            <a:endParaRPr lang="en-US" sz="800" dirty="0"/>
          </a:p>
        </p:txBody>
      </p:sp>
      <p:sp>
        <p:nvSpPr>
          <p:cNvPr id="74" name="Text 63"/>
          <p:cNvSpPr txBox="1"/>
          <p:nvPr/>
        </p:nvSpPr>
        <p:spPr>
          <a:xfrm>
            <a:off x="1554480" y="3649098"/>
            <a:ext cx="3017520" cy="147320"/>
          </a:xfrm>
          <a:prstGeom prst="rect">
            <a:avLst/>
          </a:prstGeom>
          <a:noFill/>
          <a:ln/>
        </p:spPr>
        <p:txBody>
          <a:bodyPr wrap="square" lIns="0" tIns="0" rIns="0" bIns="0" rtlCol="0" anchor="ctr"/>
          <a:lstStyle/>
          <a:p>
            <a:pPr algn="l" indent="0" marL="0">
              <a:buNone/>
            </a:pPr>
            <a:r>
              <a:rPr lang="en-US" sz="800" dirty="0">
                <a:solidFill>
                  <a:srgbClr val="1E2A26"/>
                </a:solidFill>
                <a:latin typeface="Arial" pitchFamily="34" charset="0"/>
                <a:ea typeface="Arial" pitchFamily="34" charset="-122"/>
                <a:cs typeface="Arial" pitchFamily="34" charset="-120"/>
              </a:rPr>
              <a:t>   JIKA TIDAK: tawarkan buku lain.</a:t>
            </a:r>
            <a:endParaRPr lang="en-US" sz="800" dirty="0"/>
          </a:p>
        </p:txBody>
      </p:sp>
      <p:sp>
        <p:nvSpPr>
          <p:cNvPr id="75" name="Shape 64"/>
          <p:cNvSpPr/>
          <p:nvPr/>
        </p:nvSpPr>
        <p:spPr>
          <a:xfrm>
            <a:off x="1527048" y="3042546"/>
            <a:ext cx="3072384" cy="202184"/>
          </a:xfrm>
          <a:prstGeom prst="roundRect">
            <a:avLst>
              <a:gd name="adj" fmla="val 22613"/>
            </a:avLst>
          </a:prstGeom>
          <a:solidFill>
            <a:srgbClr val="FFFFFF">
              <a:alpha val="0"/>
            </a:srgbClr>
          </a:solidFill>
          <a:ln w="31750">
            <a:solidFill>
              <a:srgbClr val="E53935"/>
            </a:solidFill>
            <a:prstDash val="solid"/>
          </a:ln>
        </p:spPr>
      </p:sp>
      <p:sp>
        <p:nvSpPr>
          <p:cNvPr id="76" name="Shape 65"/>
          <p:cNvSpPr/>
          <p:nvPr/>
        </p:nvSpPr>
        <p:spPr>
          <a:xfrm>
            <a:off x="4462272" y="2905386"/>
            <a:ext cx="274320" cy="274320"/>
          </a:xfrm>
          <a:prstGeom prst="ellipse">
            <a:avLst/>
          </a:prstGeom>
          <a:solidFill>
            <a:srgbClr val="E53935"/>
          </a:solidFill>
          <a:ln w="12700">
            <a:solidFill>
              <a:srgbClr val="FFFFFF"/>
            </a:solidFill>
            <a:prstDash val="solid"/>
          </a:ln>
        </p:spPr>
      </p:sp>
      <p:sp>
        <p:nvSpPr>
          <p:cNvPr id="77" name="Text 66"/>
          <p:cNvSpPr txBox="1"/>
          <p:nvPr/>
        </p:nvSpPr>
        <p:spPr>
          <a:xfrm>
            <a:off x="4462272" y="2905386"/>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pic>
        <p:nvPicPr>
          <p:cNvPr id="78" name="Image 9" descr="preencoded.png">    </p:cNvPr>
          <p:cNvPicPr>
            <a:picLocks noChangeAspect="1"/>
          </p:cNvPicPr>
          <p:nvPr/>
        </p:nvPicPr>
        <p:blipFill>
          <a:blip r:embed="rId10"/>
          <a:stretch>
            <a:fillRect/>
          </a:stretch>
        </p:blipFill>
        <p:spPr>
          <a:xfrm>
            <a:off x="3214116" y="3151004"/>
            <a:ext cx="237744" cy="237744"/>
          </a:xfrm>
          <a:prstGeom prst="rect">
            <a:avLst/>
          </a:prstGeom>
        </p:spPr>
      </p:pic>
      <p:sp>
        <p:nvSpPr>
          <p:cNvPr id="79" name="Text 67"/>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80" name="Text 68"/>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Perbaiki dan simpan algoritma</a:t>
            </a:r>
            <a:endParaRPr lang="en-US" sz="1800" dirty="0"/>
          </a:p>
        </p:txBody>
      </p:sp>
      <p:sp>
        <p:nvSpPr>
          <p:cNvPr id="81" name="Text 69"/>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Tambahkan langkah yang terlewat. Ketik algoritma final di Google Docs kelompok untuk dipakai pekan depan.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Lembar Kerja Pertemuan 2</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Lembar Kerja</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Kerjakan di buku:</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Beri 1 contoh abstraksi: apa yang penting dan apa yang diabaikan.</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Tulis algoritma "menyiapkan diri sebelum kelas" minimal 6 langkah.</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Tambahkan 1 langkah JIKA dalam algoritmamu.</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Algoritma peminjaman buku kelompok tersimpan di Google Docs.</a:t>
            </a:r>
            <a:endParaRPr lang="en-US" sz="15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02</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Bisa memberi contoh abstraksi</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Algoritma berurutan dan jelas</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langkah keputusan (jika)</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Algoritma diuji teman</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Mengapa instruksi untuk komputer harus sangat jelas?</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Ibadah apa yang memiliki urutan seperti algoritma?</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Ibadah kita memiliki tertib (urutan) yang diajarkan Rasulullah. Ketertiban adalah bagian dari agama.</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Flowchart: menggambar algoritma.</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914400" y="2651760"/>
            <a:ext cx="3291840" cy="3291840"/>
          </a:xfrm>
          <a:prstGeom prst="ellipse">
            <a:avLst/>
          </a:prstGeom>
          <a:solidFill>
            <a:srgbClr val="1F7A5C">
              <a:alpha val="55000"/>
            </a:srgbClr>
          </a:solidFill>
          <a:ln/>
        </p:spPr>
      </p:sp>
      <p:sp>
        <p:nvSpPr>
          <p:cNvPr id="3" name="Text 1"/>
          <p:cNvSpPr txBox="1"/>
          <p:nvPr/>
        </p:nvSpPr>
        <p:spPr>
          <a:xfrm>
            <a:off x="548640" y="1051560"/>
            <a:ext cx="2560320" cy="320040"/>
          </a:xfrm>
          <a:prstGeom prst="rect">
            <a:avLst/>
          </a:prstGeom>
          <a:noFill/>
          <a:ln/>
        </p:spPr>
        <p:txBody>
          <a:bodyPr wrap="square" lIns="0" tIns="0" rIns="0" bIns="0" rtlCol="0" anchor="t"/>
          <a:lstStyle/>
          <a:p>
            <a:pPr indent="0" marL="0">
              <a:buNone/>
            </a:pPr>
            <a:r>
              <a:rPr lang="en-US" sz="1400" b="1" spc="300" kern="0" dirty="0">
                <a:solidFill>
                  <a:srgbClr val="BFE3D3"/>
                </a:solidFill>
                <a:latin typeface="Calibri" pitchFamily="34" charset="0"/>
                <a:ea typeface="Calibri" pitchFamily="34" charset="-122"/>
                <a:cs typeface="Calibri" pitchFamily="34" charset="-120"/>
              </a:rPr>
              <a:t>PERTEMUAN</a:t>
            </a:r>
            <a:endParaRPr lang="en-US" sz="1400" dirty="0"/>
          </a:p>
        </p:txBody>
      </p:sp>
      <p:sp>
        <p:nvSpPr>
          <p:cNvPr id="4" name="Text 2"/>
          <p:cNvSpPr txBox="1"/>
          <p:nvPr/>
        </p:nvSpPr>
        <p:spPr>
          <a:xfrm>
            <a:off x="548640" y="1371600"/>
            <a:ext cx="2560320" cy="1463040"/>
          </a:xfrm>
          <a:prstGeom prst="rect">
            <a:avLst/>
          </a:prstGeom>
          <a:noFill/>
          <a:ln/>
        </p:spPr>
        <p:txBody>
          <a:bodyPr wrap="square" lIns="0" tIns="0" rIns="0" bIns="0" rtlCol="0" anchor="ctr"/>
          <a:lstStyle/>
          <a:p>
            <a:pPr indent="0" marL="0">
              <a:buNone/>
            </a:pPr>
            <a:r>
              <a:rPr lang="en-US" sz="9600" b="1" dirty="0">
                <a:solidFill>
                  <a:srgbClr val="D4A017"/>
                </a:solidFill>
                <a:latin typeface="Cambria" pitchFamily="34" charset="0"/>
                <a:ea typeface="Cambria" pitchFamily="34" charset="-122"/>
                <a:cs typeface="Cambria" pitchFamily="34" charset="-120"/>
              </a:rPr>
              <a:t>03</a:t>
            </a:r>
            <a:endParaRPr lang="en-US" sz="9600" dirty="0"/>
          </a:p>
        </p:txBody>
      </p:sp>
      <p:sp>
        <p:nvSpPr>
          <p:cNvPr id="5" name="Text 3"/>
          <p:cNvSpPr txBox="1"/>
          <p:nvPr/>
        </p:nvSpPr>
        <p:spPr>
          <a:xfrm>
            <a:off x="3291840" y="1188720"/>
            <a:ext cx="5394960" cy="1188720"/>
          </a:xfrm>
          <a:prstGeom prst="rect">
            <a:avLst/>
          </a:prstGeom>
          <a:noFill/>
          <a:ln/>
        </p:spPr>
        <p:txBody>
          <a:bodyPr wrap="square" lIns="0" tIns="0" rIns="0" bIns="0" rtlCol="0" anchor="b"/>
          <a:lstStyle/>
          <a:p>
            <a:pPr indent="0" marL="0">
              <a:buNone/>
            </a:pPr>
            <a:r>
              <a:rPr lang="en-US" sz="3400" b="1" dirty="0">
                <a:solidFill>
                  <a:srgbClr val="FFFFFF"/>
                </a:solidFill>
                <a:latin typeface="Cambria" pitchFamily="34" charset="0"/>
                <a:ea typeface="Cambria" pitchFamily="34" charset="-122"/>
                <a:cs typeface="Cambria" pitchFamily="34" charset="-120"/>
              </a:rPr>
              <a:t>Flowchart Sistem Pesantren</a:t>
            </a:r>
            <a:endParaRPr lang="en-US" sz="3400" dirty="0"/>
          </a:p>
        </p:txBody>
      </p:sp>
      <p:sp>
        <p:nvSpPr>
          <p:cNvPr id="6" name="Text 4"/>
          <p:cNvSpPr txBox="1"/>
          <p:nvPr/>
        </p:nvSpPr>
        <p:spPr>
          <a:xfrm>
            <a:off x="3291840" y="2468880"/>
            <a:ext cx="5394960" cy="548640"/>
          </a:xfrm>
          <a:prstGeom prst="rect">
            <a:avLst/>
          </a:prstGeom>
          <a:noFill/>
          <a:ln/>
        </p:spPr>
        <p:txBody>
          <a:bodyPr wrap="square" lIns="0" tIns="0" rIns="0" bIns="0" rtlCol="0" anchor="t"/>
          <a:lstStyle/>
          <a:p>
            <a:pPr indent="0" marL="0">
              <a:buNone/>
            </a:pPr>
            <a:r>
              <a:rPr lang="en-US" sz="1700" dirty="0">
                <a:solidFill>
                  <a:srgbClr val="BFE3D3"/>
                </a:solidFill>
                <a:latin typeface="Calibri" pitchFamily="34" charset="0"/>
                <a:ea typeface="Calibri" pitchFamily="34" charset="-122"/>
                <a:cs typeface="Calibri" pitchFamily="34" charset="-120"/>
              </a:rPr>
              <a:t>Proyek: menggambar algoritma dengan diagrams.net</a:t>
            </a:r>
            <a:endParaRPr lang="en-US" sz="1700" dirty="0"/>
          </a:p>
        </p:txBody>
      </p:sp>
      <p:sp>
        <p:nvSpPr>
          <p:cNvPr id="7" name="Text 5"/>
          <p:cNvSpPr txBox="1"/>
          <p:nvPr/>
        </p:nvSpPr>
        <p:spPr>
          <a:xfrm>
            <a:off x="3291840" y="3200400"/>
            <a:ext cx="539496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Modul 1: Computational Thinking   ·   2 JP (100 menit)</a:t>
            </a:r>
            <a:endParaRPr lang="en-US" sz="1200" dirty="0"/>
          </a:p>
        </p:txBody>
      </p:sp>
      <p:pic>
        <p:nvPicPr>
          <p:cNvPr id="8" name="Image 0" descr="/home/claude/logo.png">    </p:cNvPr>
          <p:cNvPicPr>
            <a:picLocks noChangeAspect="1"/>
          </p:cNvPicPr>
          <p:nvPr/>
        </p:nvPicPr>
        <p:blipFill>
          <a:blip r:embed="rId1"/>
          <a:stretch>
            <a:fillRect/>
          </a:stretch>
        </p:blipFill>
        <p:spPr>
          <a:xfrm>
            <a:off x="7863840" y="320040"/>
            <a:ext cx="868680" cy="868680"/>
          </a:xfrm>
          <a:prstGeom prst="rect">
            <a:avLst/>
          </a:prstGeom>
        </p:spPr>
      </p:pic>
      <p:sp>
        <p:nvSpPr>
          <p:cNvPr id="9" name="Text 6"/>
          <p:cNvSpPr txBox="1"/>
          <p:nvPr/>
        </p:nvSpPr>
        <p:spPr>
          <a:xfrm>
            <a:off x="3291840" y="4526280"/>
            <a:ext cx="5394960" cy="274320"/>
          </a:xfrm>
          <a:prstGeom prst="rect">
            <a:avLst/>
          </a:prstGeom>
          <a:noFill/>
          <a:ln/>
        </p:spPr>
        <p:txBody>
          <a:bodyPr wrap="square" lIns="0" tIns="0" rIns="0" bIns="0" rtlCol="0" anchor="t"/>
          <a:lstStyle/>
          <a:p>
            <a:pPr indent="0" marL="0">
              <a:buNone/>
            </a:pPr>
            <a:r>
              <a:rPr lang="en-US" sz="1100" dirty="0">
                <a:solidFill>
                  <a:srgbClr val="BFE3D3"/>
                </a:solidFill>
                <a:latin typeface="Calibri" pitchFamily="34" charset="0"/>
                <a:ea typeface="Calibri" pitchFamily="34" charset="-122"/>
                <a:cs typeface="Calibri" pitchFamily="34" charset="-120"/>
              </a:rPr>
              <a:t>Pondok Pesantren Wihdatul Ummah Poso</a:t>
            </a:r>
            <a:endParaRPr lang="en-US" sz="11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Pembukaan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234440"/>
            <a:ext cx="438912" cy="438912"/>
          </a:xfrm>
          <a:prstGeom prst="ellipse">
            <a:avLst/>
          </a:prstGeom>
          <a:solidFill>
            <a:srgbClr val="1F7A5C"/>
          </a:solidFill>
          <a:ln/>
        </p:spPr>
      </p:sp>
      <p:sp>
        <p:nvSpPr>
          <p:cNvPr id="10" name="Text 6"/>
          <p:cNvSpPr txBox="1"/>
          <p:nvPr/>
        </p:nvSpPr>
        <p:spPr>
          <a:xfrm>
            <a:off x="457200" y="123444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1" name="Text 7"/>
          <p:cNvSpPr txBox="1"/>
          <p:nvPr/>
        </p:nvSpPr>
        <p:spPr>
          <a:xfrm>
            <a:off x="1051560" y="121615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Salam &amp; Doa</a:t>
            </a:r>
            <a:endParaRPr lang="en-US" sz="1600" dirty="0"/>
          </a:p>
        </p:txBody>
      </p:sp>
      <p:sp>
        <p:nvSpPr>
          <p:cNvPr id="12" name="Text 8"/>
          <p:cNvSpPr txBox="1"/>
          <p:nvPr/>
        </p:nvSpPr>
        <p:spPr>
          <a:xfrm>
            <a:off x="1051560" y="154533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Basmalah dan doa sebelum belajar</a:t>
            </a:r>
            <a:endParaRPr lang="en-US" sz="1300" dirty="0"/>
          </a:p>
        </p:txBody>
      </p:sp>
      <p:sp>
        <p:nvSpPr>
          <p:cNvPr id="13" name="Shape 9"/>
          <p:cNvSpPr/>
          <p:nvPr/>
        </p:nvSpPr>
        <p:spPr>
          <a:xfrm>
            <a:off x="457200" y="2286000"/>
            <a:ext cx="438912" cy="438912"/>
          </a:xfrm>
          <a:prstGeom prst="ellipse">
            <a:avLst/>
          </a:prstGeom>
          <a:solidFill>
            <a:srgbClr val="1F7A5C"/>
          </a:solidFill>
          <a:ln/>
        </p:spPr>
      </p:sp>
      <p:sp>
        <p:nvSpPr>
          <p:cNvPr id="14" name="Text 10"/>
          <p:cNvSpPr txBox="1"/>
          <p:nvPr/>
        </p:nvSpPr>
        <p:spPr>
          <a:xfrm>
            <a:off x="457200" y="228600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5" name="Text 11"/>
          <p:cNvSpPr txBox="1"/>
          <p:nvPr/>
        </p:nvSpPr>
        <p:spPr>
          <a:xfrm>
            <a:off x="1051560" y="226771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Kehadiran</a:t>
            </a:r>
            <a:endParaRPr lang="en-US" sz="1600" dirty="0"/>
          </a:p>
        </p:txBody>
      </p:sp>
      <p:sp>
        <p:nvSpPr>
          <p:cNvPr id="16" name="Text 12"/>
          <p:cNvSpPr txBox="1"/>
          <p:nvPr/>
        </p:nvSpPr>
        <p:spPr>
          <a:xfrm>
            <a:off x="1051560" y="259689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Cek kehadiran dan kesiapan</a:t>
            </a:r>
            <a:endParaRPr lang="en-US" sz="1300" dirty="0"/>
          </a:p>
        </p:txBody>
      </p:sp>
      <p:sp>
        <p:nvSpPr>
          <p:cNvPr id="17" name="Shape 13"/>
          <p:cNvSpPr/>
          <p:nvPr/>
        </p:nvSpPr>
        <p:spPr>
          <a:xfrm>
            <a:off x="457200" y="3337560"/>
            <a:ext cx="438912" cy="438912"/>
          </a:xfrm>
          <a:prstGeom prst="ellipse">
            <a:avLst/>
          </a:prstGeom>
          <a:solidFill>
            <a:srgbClr val="1F7A5C"/>
          </a:solidFill>
          <a:ln/>
        </p:spPr>
      </p:sp>
      <p:sp>
        <p:nvSpPr>
          <p:cNvPr id="18" name="Text 14"/>
          <p:cNvSpPr txBox="1"/>
          <p:nvPr/>
        </p:nvSpPr>
        <p:spPr>
          <a:xfrm>
            <a:off x="457200" y="333756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5"/>
          <p:cNvSpPr txBox="1"/>
          <p:nvPr/>
        </p:nvSpPr>
        <p:spPr>
          <a:xfrm>
            <a:off x="1051560" y="3319272"/>
            <a:ext cx="3017520" cy="320040"/>
          </a:xfrm>
          <a:prstGeom prst="rect">
            <a:avLst/>
          </a:prstGeom>
          <a:noFill/>
          <a:ln/>
        </p:spPr>
        <p:txBody>
          <a:bodyPr wrap="square" lIns="0" tIns="0" rIns="0" bIns="0" rtlCol="0" anchor="t"/>
          <a:lstStyle/>
          <a:p>
            <a:pPr indent="0" marL="0">
              <a:buNone/>
            </a:pPr>
            <a:r>
              <a:rPr lang="en-US" sz="1600" b="1" dirty="0">
                <a:solidFill>
                  <a:srgbClr val="0F4C3A"/>
                </a:solidFill>
                <a:latin typeface="Calibri" pitchFamily="34" charset="0"/>
                <a:ea typeface="Calibri" pitchFamily="34" charset="-122"/>
                <a:cs typeface="Calibri" pitchFamily="34" charset="-120"/>
              </a:rPr>
              <a:t>Pertanyaan Pemantik</a:t>
            </a:r>
            <a:endParaRPr lang="en-US" sz="1600" dirty="0"/>
          </a:p>
        </p:txBody>
      </p:sp>
      <p:sp>
        <p:nvSpPr>
          <p:cNvPr id="20" name="Text 16"/>
          <p:cNvSpPr txBox="1"/>
          <p:nvPr/>
        </p:nvSpPr>
        <p:spPr>
          <a:xfrm>
            <a:off x="1051560" y="3648456"/>
            <a:ext cx="3017520" cy="457200"/>
          </a:xfrm>
          <a:prstGeom prst="rect">
            <a:avLst/>
          </a:prstGeom>
          <a:noFill/>
          <a:ln/>
        </p:spPr>
        <p:txBody>
          <a:bodyPr wrap="square" lIns="0" tIns="0" rIns="0" bIns="0" rtlCol="0" anchor="t"/>
          <a:lstStyle/>
          <a:p>
            <a:pPr indent="0" marL="0">
              <a:buNone/>
            </a:pPr>
            <a:r>
              <a:rPr lang="en-US" sz="1300" dirty="0">
                <a:solidFill>
                  <a:srgbClr val="5F6F68"/>
                </a:solidFill>
                <a:latin typeface="Calibri" pitchFamily="34" charset="0"/>
                <a:ea typeface="Calibri" pitchFamily="34" charset="-122"/>
                <a:cs typeface="Calibri" pitchFamily="34" charset="-120"/>
              </a:rPr>
              <a:t>Pikirkan pertanyaan di samping</a:t>
            </a:r>
            <a:endParaRPr lang="en-US" sz="1300" dirty="0"/>
          </a:p>
        </p:txBody>
      </p:sp>
      <p:sp>
        <p:nvSpPr>
          <p:cNvPr id="21" name="Shape 17"/>
          <p:cNvSpPr/>
          <p:nvPr/>
        </p:nvSpPr>
        <p:spPr>
          <a:xfrm>
            <a:off x="4389120" y="1143000"/>
            <a:ext cx="4297680" cy="3337560"/>
          </a:xfrm>
          <a:prstGeom prst="roundRect">
            <a:avLst>
              <a:gd name="adj" fmla="val 4110"/>
            </a:avLst>
          </a:prstGeom>
          <a:solidFill>
            <a:srgbClr val="E6F2EC"/>
          </a:solidFill>
          <a:ln w="12700">
            <a:solidFill>
              <a:srgbClr val="E6F2EC"/>
            </a:solidFill>
            <a:prstDash val="solid"/>
          </a:ln>
        </p:spPr>
      </p:sp>
      <p:sp>
        <p:nvSpPr>
          <p:cNvPr id="22" name="Text 18"/>
          <p:cNvSpPr txBox="1"/>
          <p:nvPr/>
        </p:nvSpPr>
        <p:spPr>
          <a:xfrm>
            <a:off x="4663440" y="1234440"/>
            <a:ext cx="914400" cy="914400"/>
          </a:xfrm>
          <a:prstGeom prst="rect">
            <a:avLst/>
          </a:prstGeom>
          <a:noFill/>
          <a:ln/>
        </p:spPr>
        <p:txBody>
          <a:bodyPr wrap="square" lIns="0" tIns="0" rIns="0" bIns="0" rtlCol="0" anchor="t"/>
          <a:lstStyle/>
          <a:p>
            <a:pPr indent="0" marL="0">
              <a:buNone/>
            </a:pPr>
            <a:r>
              <a:rPr lang="en-US" sz="6000" b="1" dirty="0">
                <a:solidFill>
                  <a:srgbClr val="D4A017"/>
                </a:solidFill>
                <a:latin typeface="Cambria" pitchFamily="34" charset="0"/>
                <a:ea typeface="Cambria" pitchFamily="34" charset="-122"/>
                <a:cs typeface="Cambria" pitchFamily="34" charset="-120"/>
              </a:rPr>
              <a:t>?</a:t>
            </a:r>
            <a:endParaRPr lang="en-US" sz="6000" dirty="0"/>
          </a:p>
        </p:txBody>
      </p:sp>
      <p:sp>
        <p:nvSpPr>
          <p:cNvPr id="23" name="Text 19"/>
          <p:cNvSpPr txBox="1"/>
          <p:nvPr/>
        </p:nvSpPr>
        <p:spPr>
          <a:xfrm>
            <a:off x="4663440" y="2148840"/>
            <a:ext cx="3749040" cy="2103120"/>
          </a:xfrm>
          <a:prstGeom prst="rect">
            <a:avLst/>
          </a:prstGeom>
          <a:noFill/>
          <a:ln/>
        </p:spPr>
        <p:txBody>
          <a:bodyPr wrap="square" lIns="0" tIns="0" rIns="0" bIns="0" rtlCol="0" anchor="t"/>
          <a:lstStyle/>
          <a:p>
            <a:pPr indent="0" marL="0">
              <a:buNone/>
            </a:pPr>
            <a:r>
              <a:rPr lang="en-US" sz="2100" b="1" dirty="0">
                <a:solidFill>
                  <a:srgbClr val="0F4C3A"/>
                </a:solidFill>
                <a:latin typeface="Cambria" pitchFamily="34" charset="0"/>
                <a:ea typeface="Cambria" pitchFamily="34" charset="-122"/>
                <a:cs typeface="Cambria" pitchFamily="34" charset="-120"/>
              </a:rPr>
              <a:t>Mana yang lebih cepat dipahami: algoritma tertulis 10 baris, atau gambar alurnya?</a:t>
            </a:r>
            <a:endParaRPr lang="en-US" sz="2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Tujuan Hari Ini</a:t>
            </a:r>
            <a:endParaRPr lang="en-US" sz="2300" dirty="0"/>
          </a:p>
        </p:txBody>
      </p:sp>
      <p:sp>
        <p:nvSpPr>
          <p:cNvPr id="5" name="Text 2"/>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6"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7" name="Text 3"/>
          <p:cNvSpPr txBox="1"/>
          <p:nvPr/>
        </p:nvSpPr>
        <p:spPr>
          <a:xfrm>
            <a:off x="457200" y="1143000"/>
            <a:ext cx="438912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Setelah belajar hari ini, kalian mampu:</a:t>
            </a:r>
            <a:endParaRPr lang="en-US" sz="1300" dirty="0"/>
          </a:p>
        </p:txBody>
      </p:sp>
      <p:sp>
        <p:nvSpPr>
          <p:cNvPr id="8" name="Shape 4"/>
          <p:cNvSpPr/>
          <p:nvPr/>
        </p:nvSpPr>
        <p:spPr>
          <a:xfrm>
            <a:off x="457200" y="1600200"/>
            <a:ext cx="457200" cy="457200"/>
          </a:xfrm>
          <a:prstGeom prst="ellipse">
            <a:avLst/>
          </a:prstGeom>
          <a:solidFill>
            <a:srgbClr val="D4A017"/>
          </a:solidFill>
          <a:ln/>
        </p:spPr>
      </p:sp>
      <p:sp>
        <p:nvSpPr>
          <p:cNvPr id="9" name="Text 5"/>
          <p:cNvSpPr txBox="1"/>
          <p:nvPr/>
        </p:nvSpPr>
        <p:spPr>
          <a:xfrm>
            <a:off x="457200" y="160020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6"/>
          <p:cNvSpPr txBox="1"/>
          <p:nvPr/>
        </p:nvSpPr>
        <p:spPr>
          <a:xfrm>
            <a:off x="1097280" y="150876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Mengenali simbol-simbol flowchart</a:t>
            </a:r>
            <a:endParaRPr lang="en-US" sz="1600" dirty="0"/>
          </a:p>
        </p:txBody>
      </p:sp>
      <p:sp>
        <p:nvSpPr>
          <p:cNvPr id="11" name="Shape 7"/>
          <p:cNvSpPr/>
          <p:nvPr/>
        </p:nvSpPr>
        <p:spPr>
          <a:xfrm>
            <a:off x="457200" y="2560320"/>
            <a:ext cx="457200" cy="457200"/>
          </a:xfrm>
          <a:prstGeom prst="ellipse">
            <a:avLst/>
          </a:prstGeom>
          <a:solidFill>
            <a:srgbClr val="D4A017"/>
          </a:solidFill>
          <a:ln/>
        </p:spPr>
      </p:sp>
      <p:sp>
        <p:nvSpPr>
          <p:cNvPr id="12" name="Text 8"/>
          <p:cNvSpPr txBox="1"/>
          <p:nvPr/>
        </p:nvSpPr>
        <p:spPr>
          <a:xfrm>
            <a:off x="457200" y="25603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9"/>
          <p:cNvSpPr txBox="1"/>
          <p:nvPr/>
        </p:nvSpPr>
        <p:spPr>
          <a:xfrm>
            <a:off x="1097280" y="246888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Mengubah algoritma tertulis menjadi flowchart</a:t>
            </a:r>
            <a:endParaRPr lang="en-US" sz="1600" dirty="0"/>
          </a:p>
        </p:txBody>
      </p:sp>
      <p:sp>
        <p:nvSpPr>
          <p:cNvPr id="14" name="Shape 10"/>
          <p:cNvSpPr/>
          <p:nvPr/>
        </p:nvSpPr>
        <p:spPr>
          <a:xfrm>
            <a:off x="457200" y="3520440"/>
            <a:ext cx="457200" cy="457200"/>
          </a:xfrm>
          <a:prstGeom prst="ellipse">
            <a:avLst/>
          </a:prstGeom>
          <a:solidFill>
            <a:srgbClr val="D4A017"/>
          </a:solidFill>
          <a:ln/>
        </p:spPr>
      </p:sp>
      <p:sp>
        <p:nvSpPr>
          <p:cNvPr id="15" name="Text 11"/>
          <p:cNvSpPr txBox="1"/>
          <p:nvPr/>
        </p:nvSpPr>
        <p:spPr>
          <a:xfrm>
            <a:off x="457200" y="352044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6" name="Text 12"/>
          <p:cNvSpPr txBox="1"/>
          <p:nvPr/>
        </p:nvSpPr>
        <p:spPr>
          <a:xfrm>
            <a:off x="1097280" y="3429000"/>
            <a:ext cx="3566160" cy="685800"/>
          </a:xfrm>
          <a:prstGeom prst="rect">
            <a:avLst/>
          </a:prstGeom>
          <a:noFill/>
          <a:ln/>
        </p:spPr>
        <p:txBody>
          <a:bodyPr wrap="square" lIns="0" tIns="0" rIns="0" bIns="0" rtlCol="0" anchor="ctr"/>
          <a:lstStyle/>
          <a:p>
            <a:pPr indent="0" marL="0">
              <a:buNone/>
            </a:pPr>
            <a:r>
              <a:rPr lang="en-US" sz="1600" b="1" dirty="0">
                <a:solidFill>
                  <a:srgbClr val="1E2A26"/>
                </a:solidFill>
                <a:latin typeface="Calibri" pitchFamily="34" charset="0"/>
                <a:ea typeface="Calibri" pitchFamily="34" charset="-122"/>
                <a:cs typeface="Calibri" pitchFamily="34" charset="-120"/>
              </a:rPr>
              <a:t>Membuat flowchart digital di diagrams.net dan menyimpannya</a:t>
            </a:r>
            <a:endParaRPr lang="en-US" sz="1600" dirty="0"/>
          </a:p>
        </p:txBody>
      </p:sp>
      <p:sp>
        <p:nvSpPr>
          <p:cNvPr id="17" name="Shape 13"/>
          <p:cNvSpPr/>
          <p:nvPr/>
        </p:nvSpPr>
        <p:spPr>
          <a:xfrm>
            <a:off x="5074920" y="1097280"/>
            <a:ext cx="3611880" cy="3520440"/>
          </a:xfrm>
          <a:prstGeom prst="roundRect">
            <a:avLst>
              <a:gd name="adj" fmla="val 3896"/>
            </a:avLst>
          </a:prstGeom>
          <a:solidFill>
            <a:srgbClr val="0F4C3A"/>
          </a:solidFill>
          <a:ln w="12700">
            <a:solidFill>
              <a:srgbClr val="0F4C3A"/>
            </a:solidFill>
            <a:prstDash val="solid"/>
          </a:ln>
        </p:spPr>
      </p:sp>
      <p:sp>
        <p:nvSpPr>
          <p:cNvPr id="18" name="Text 14"/>
          <p:cNvSpPr txBox="1"/>
          <p:nvPr/>
        </p:nvSpPr>
        <p:spPr>
          <a:xfrm>
            <a:off x="5349240" y="1234440"/>
            <a:ext cx="3108960" cy="365760"/>
          </a:xfrm>
          <a:prstGeom prst="rect">
            <a:avLst/>
          </a:prstGeom>
          <a:noFill/>
          <a:ln/>
        </p:spPr>
        <p:txBody>
          <a:bodyPr wrap="square" lIns="0" tIns="0" rIns="0" bIns="0" rtlCol="0" anchor="t"/>
          <a:lstStyle/>
          <a:p>
            <a:pPr indent="0" marL="0">
              <a:buNone/>
            </a:pPr>
            <a:r>
              <a:rPr lang="en-US" sz="1600" b="1" dirty="0">
                <a:solidFill>
                  <a:srgbClr val="D4A017"/>
                </a:solidFill>
                <a:latin typeface="Cambria" pitchFamily="34" charset="0"/>
                <a:ea typeface="Cambria" pitchFamily="34" charset="-122"/>
                <a:cs typeface="Cambria" pitchFamily="34" charset="-120"/>
              </a:rPr>
              <a:t>Alur 100 Menit</a:t>
            </a:r>
            <a:endParaRPr lang="en-US" sz="1600" dirty="0"/>
          </a:p>
        </p:txBody>
      </p:sp>
      <p:sp>
        <p:nvSpPr>
          <p:cNvPr id="19" name="Text 15"/>
          <p:cNvSpPr txBox="1"/>
          <p:nvPr/>
        </p:nvSpPr>
        <p:spPr>
          <a:xfrm>
            <a:off x="5349240" y="178308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0" name="Text 16"/>
          <p:cNvSpPr txBox="1"/>
          <p:nvPr/>
        </p:nvSpPr>
        <p:spPr>
          <a:xfrm>
            <a:off x="6035040" y="178308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Pembukaan</a:t>
            </a:r>
            <a:endParaRPr lang="en-US" sz="1400" dirty="0"/>
          </a:p>
        </p:txBody>
      </p:sp>
      <p:sp>
        <p:nvSpPr>
          <p:cNvPr id="21" name="Text 17"/>
          <p:cNvSpPr txBox="1"/>
          <p:nvPr/>
        </p:nvSpPr>
        <p:spPr>
          <a:xfrm>
            <a:off x="5349240" y="228600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20'</a:t>
            </a:r>
            <a:endParaRPr lang="en-US" sz="1500" dirty="0"/>
          </a:p>
        </p:txBody>
      </p:sp>
      <p:sp>
        <p:nvSpPr>
          <p:cNvPr id="22" name="Text 18"/>
          <p:cNvSpPr txBox="1"/>
          <p:nvPr/>
        </p:nvSpPr>
        <p:spPr>
          <a:xfrm>
            <a:off x="6035040" y="228600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Materi</a:t>
            </a:r>
            <a:endParaRPr lang="en-US" sz="1400" dirty="0"/>
          </a:p>
        </p:txBody>
      </p:sp>
      <p:sp>
        <p:nvSpPr>
          <p:cNvPr id="23" name="Text 19"/>
          <p:cNvSpPr txBox="1"/>
          <p:nvPr/>
        </p:nvSpPr>
        <p:spPr>
          <a:xfrm>
            <a:off x="5349240" y="278892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50'</a:t>
            </a:r>
            <a:endParaRPr lang="en-US" sz="1500" dirty="0"/>
          </a:p>
        </p:txBody>
      </p:sp>
      <p:sp>
        <p:nvSpPr>
          <p:cNvPr id="24" name="Text 20"/>
          <p:cNvSpPr txBox="1"/>
          <p:nvPr/>
        </p:nvSpPr>
        <p:spPr>
          <a:xfrm>
            <a:off x="6035040" y="278892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Praktik bergambar</a:t>
            </a:r>
            <a:endParaRPr lang="en-US" sz="1400" dirty="0"/>
          </a:p>
        </p:txBody>
      </p:sp>
      <p:sp>
        <p:nvSpPr>
          <p:cNvPr id="25" name="Text 21"/>
          <p:cNvSpPr txBox="1"/>
          <p:nvPr/>
        </p:nvSpPr>
        <p:spPr>
          <a:xfrm>
            <a:off x="5349240" y="329184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6" name="Text 22"/>
          <p:cNvSpPr txBox="1"/>
          <p:nvPr/>
        </p:nvSpPr>
        <p:spPr>
          <a:xfrm>
            <a:off x="6035040" y="329184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Cek &amp; perbaiki</a:t>
            </a:r>
            <a:endParaRPr lang="en-US" sz="1400" dirty="0"/>
          </a:p>
        </p:txBody>
      </p:sp>
      <p:sp>
        <p:nvSpPr>
          <p:cNvPr id="27" name="Text 23"/>
          <p:cNvSpPr txBox="1"/>
          <p:nvPr/>
        </p:nvSpPr>
        <p:spPr>
          <a:xfrm>
            <a:off x="5349240" y="3794760"/>
            <a:ext cx="640080" cy="365760"/>
          </a:xfrm>
          <a:prstGeom prst="rect">
            <a:avLst/>
          </a:prstGeom>
          <a:noFill/>
          <a:ln/>
        </p:spPr>
        <p:txBody>
          <a:bodyPr wrap="square" lIns="0" tIns="0" rIns="0" bIns="0" rtlCol="0" anchor="ctr"/>
          <a:lstStyle/>
          <a:p>
            <a:pPr indent="0" marL="0">
              <a:buNone/>
            </a:pPr>
            <a:r>
              <a:rPr lang="en-US" sz="1500" b="1" dirty="0">
                <a:solidFill>
                  <a:srgbClr val="D4A017"/>
                </a:solidFill>
                <a:latin typeface="Calibri" pitchFamily="34" charset="0"/>
                <a:ea typeface="Calibri" pitchFamily="34" charset="-122"/>
                <a:cs typeface="Calibri" pitchFamily="34" charset="-120"/>
              </a:rPr>
              <a:t>10'</a:t>
            </a:r>
            <a:endParaRPr lang="en-US" sz="1500" dirty="0"/>
          </a:p>
        </p:txBody>
      </p:sp>
      <p:sp>
        <p:nvSpPr>
          <p:cNvPr id="28" name="Text 24"/>
          <p:cNvSpPr txBox="1"/>
          <p:nvPr/>
        </p:nvSpPr>
        <p:spPr>
          <a:xfrm>
            <a:off x="6035040" y="3794760"/>
            <a:ext cx="2468880" cy="36576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Refleksi &amp; penutup</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Simbol-simbol Flowchart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88720"/>
            <a:ext cx="1645920" cy="685800"/>
          </a:xfrm>
          <a:prstGeom prst="roundRect">
            <a:avLst>
              <a:gd name="adj" fmla="val 50000"/>
            </a:avLst>
          </a:prstGeom>
          <a:solidFill>
            <a:srgbClr val="D6EEDF"/>
          </a:solidFill>
          <a:ln w="15875">
            <a:solidFill>
              <a:srgbClr val="1F7A5C"/>
            </a:solidFill>
            <a:prstDash val="solid"/>
          </a:ln>
        </p:spPr>
      </p:sp>
      <p:sp>
        <p:nvSpPr>
          <p:cNvPr id="10" name="Text 6"/>
          <p:cNvSpPr txBox="1"/>
          <p:nvPr/>
        </p:nvSpPr>
        <p:spPr>
          <a:xfrm>
            <a:off x="484632" y="1188720"/>
            <a:ext cx="1591056" cy="685800"/>
          </a:xfrm>
          <a:prstGeom prst="rect">
            <a:avLst/>
          </a:prstGeom>
          <a:noFill/>
          <a:ln/>
        </p:spPr>
        <p:txBody>
          <a:bodyPr wrap="square" lIns="0" tIns="0" rIns="0" bIns="0" rtlCol="0" anchor="ctr"/>
          <a:lstStyle/>
          <a:p>
            <a:pPr algn="ctr" indent="0" marL="0">
              <a:buNone/>
            </a:pPr>
            <a:r>
              <a:rPr lang="en-US" sz="1200" dirty="0">
                <a:solidFill>
                  <a:srgbClr val="1E2A26"/>
                </a:solidFill>
                <a:latin typeface="Arial" pitchFamily="34" charset="0"/>
                <a:ea typeface="Arial" pitchFamily="34" charset="-122"/>
                <a:cs typeface="Arial" pitchFamily="34" charset="-120"/>
              </a:rPr>
              <a:t>Mulai / Selesai</a:t>
            </a:r>
            <a:endParaRPr lang="en-US" sz="1200" dirty="0"/>
          </a:p>
        </p:txBody>
      </p:sp>
      <p:sp>
        <p:nvSpPr>
          <p:cNvPr id="11" name="Text 7"/>
          <p:cNvSpPr txBox="1"/>
          <p:nvPr/>
        </p:nvSpPr>
        <p:spPr>
          <a:xfrm>
            <a:off x="2286000" y="1188720"/>
            <a:ext cx="2194560" cy="91440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Oval: awal dan akhir alur</a:t>
            </a:r>
            <a:endParaRPr lang="en-US" sz="1300" dirty="0"/>
          </a:p>
        </p:txBody>
      </p:sp>
      <p:sp>
        <p:nvSpPr>
          <p:cNvPr id="12" name="Shape 8"/>
          <p:cNvSpPr/>
          <p:nvPr/>
        </p:nvSpPr>
        <p:spPr>
          <a:xfrm>
            <a:off x="4663440" y="1188720"/>
            <a:ext cx="1645920" cy="685800"/>
          </a:xfrm>
          <a:prstGeom prst="rect">
            <a:avLst/>
          </a:prstGeom>
          <a:solidFill>
            <a:srgbClr val="FFFFFF"/>
          </a:solidFill>
          <a:ln w="15875">
            <a:solidFill>
              <a:srgbClr val="1F7A5C"/>
            </a:solidFill>
            <a:prstDash val="solid"/>
          </a:ln>
        </p:spPr>
      </p:sp>
      <p:sp>
        <p:nvSpPr>
          <p:cNvPr id="13" name="Text 9"/>
          <p:cNvSpPr txBox="1"/>
          <p:nvPr/>
        </p:nvSpPr>
        <p:spPr>
          <a:xfrm>
            <a:off x="4690872" y="1188720"/>
            <a:ext cx="1591056" cy="685800"/>
          </a:xfrm>
          <a:prstGeom prst="rect">
            <a:avLst/>
          </a:prstGeom>
          <a:noFill/>
          <a:ln/>
        </p:spPr>
        <p:txBody>
          <a:bodyPr wrap="square" lIns="0" tIns="0" rIns="0" bIns="0" rtlCol="0" anchor="ctr"/>
          <a:lstStyle/>
          <a:p>
            <a:pPr algn="ctr" indent="0" marL="0">
              <a:buNone/>
            </a:pPr>
            <a:r>
              <a:rPr lang="en-US" sz="1200" dirty="0">
                <a:solidFill>
                  <a:srgbClr val="1E2A26"/>
                </a:solidFill>
                <a:latin typeface="Arial" pitchFamily="34" charset="0"/>
                <a:ea typeface="Arial" pitchFamily="34" charset="-122"/>
                <a:cs typeface="Arial" pitchFamily="34" charset="-120"/>
              </a:rPr>
              <a:t>Proses</a:t>
            </a:r>
            <a:endParaRPr lang="en-US" sz="1200" dirty="0"/>
          </a:p>
        </p:txBody>
      </p:sp>
      <p:sp>
        <p:nvSpPr>
          <p:cNvPr id="14" name="Text 10"/>
          <p:cNvSpPr txBox="1"/>
          <p:nvPr/>
        </p:nvSpPr>
        <p:spPr>
          <a:xfrm>
            <a:off x="6492240" y="1188720"/>
            <a:ext cx="2194560" cy="91440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Persegi panjang: satu tindakan</a:t>
            </a:r>
            <a:endParaRPr lang="en-US" sz="1300" dirty="0"/>
          </a:p>
        </p:txBody>
      </p:sp>
      <p:sp>
        <p:nvSpPr>
          <p:cNvPr id="15" name="Shape 11"/>
          <p:cNvSpPr/>
          <p:nvPr/>
        </p:nvSpPr>
        <p:spPr>
          <a:xfrm>
            <a:off x="457200" y="2651760"/>
            <a:ext cx="1645920" cy="914400"/>
          </a:xfrm>
          <a:prstGeom prst="diamond">
            <a:avLst/>
          </a:prstGeom>
          <a:solidFill>
            <a:srgbClr val="FFF3CD"/>
          </a:solidFill>
          <a:ln w="15875">
            <a:solidFill>
              <a:srgbClr val="D4A017"/>
            </a:solidFill>
            <a:prstDash val="solid"/>
          </a:ln>
        </p:spPr>
      </p:sp>
      <p:sp>
        <p:nvSpPr>
          <p:cNvPr id="16" name="Text 12"/>
          <p:cNvSpPr txBox="1"/>
          <p:nvPr/>
        </p:nvSpPr>
        <p:spPr>
          <a:xfrm>
            <a:off x="484632" y="2651760"/>
            <a:ext cx="1591056" cy="914400"/>
          </a:xfrm>
          <a:prstGeom prst="rect">
            <a:avLst/>
          </a:prstGeom>
          <a:noFill/>
          <a:ln/>
        </p:spPr>
        <p:txBody>
          <a:bodyPr wrap="square" lIns="0" tIns="0" rIns="0" bIns="0" rtlCol="0" anchor="ctr"/>
          <a:lstStyle/>
          <a:p>
            <a:pPr algn="ctr" indent="0" marL="0">
              <a:buNone/>
            </a:pPr>
            <a:r>
              <a:rPr lang="en-US" sz="1200" dirty="0">
                <a:solidFill>
                  <a:srgbClr val="1E2A26"/>
                </a:solidFill>
                <a:latin typeface="Arial" pitchFamily="34" charset="0"/>
                <a:ea typeface="Arial" pitchFamily="34" charset="-122"/>
                <a:cs typeface="Arial" pitchFamily="34" charset="-120"/>
              </a:rPr>
              <a:t>Keputusan?</a:t>
            </a:r>
            <a:endParaRPr lang="en-US" sz="1200" dirty="0"/>
          </a:p>
        </p:txBody>
      </p:sp>
      <p:sp>
        <p:nvSpPr>
          <p:cNvPr id="17" name="Text 13"/>
          <p:cNvSpPr txBox="1"/>
          <p:nvPr/>
        </p:nvSpPr>
        <p:spPr>
          <a:xfrm>
            <a:off x="2286000" y="2651760"/>
            <a:ext cx="2194560" cy="91440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Belah ketupat: pertanyaan Ya/Tidak</a:t>
            </a:r>
            <a:endParaRPr lang="en-US" sz="1300" dirty="0"/>
          </a:p>
        </p:txBody>
      </p:sp>
      <p:sp>
        <p:nvSpPr>
          <p:cNvPr id="18" name="Shape 14"/>
          <p:cNvSpPr/>
          <p:nvPr/>
        </p:nvSpPr>
        <p:spPr>
          <a:xfrm>
            <a:off x="4663440" y="2651760"/>
            <a:ext cx="1645920" cy="685800"/>
          </a:xfrm>
          <a:prstGeom prst="parallelogram">
            <a:avLst/>
          </a:prstGeom>
          <a:solidFill>
            <a:srgbClr val="E3F2FD"/>
          </a:solidFill>
          <a:ln w="15875">
            <a:solidFill>
              <a:srgbClr val="0078D4"/>
            </a:solidFill>
            <a:prstDash val="solid"/>
          </a:ln>
        </p:spPr>
      </p:sp>
      <p:sp>
        <p:nvSpPr>
          <p:cNvPr id="19" name="Text 15"/>
          <p:cNvSpPr txBox="1"/>
          <p:nvPr/>
        </p:nvSpPr>
        <p:spPr>
          <a:xfrm>
            <a:off x="4690872" y="2651760"/>
            <a:ext cx="1591056" cy="685800"/>
          </a:xfrm>
          <a:prstGeom prst="rect">
            <a:avLst/>
          </a:prstGeom>
          <a:noFill/>
          <a:ln/>
        </p:spPr>
        <p:txBody>
          <a:bodyPr wrap="square" lIns="0" tIns="0" rIns="0" bIns="0" rtlCol="0" anchor="ctr"/>
          <a:lstStyle/>
          <a:p>
            <a:pPr algn="ctr" indent="0" marL="0">
              <a:buNone/>
            </a:pPr>
            <a:r>
              <a:rPr lang="en-US" sz="1200" dirty="0">
                <a:solidFill>
                  <a:srgbClr val="1E2A26"/>
                </a:solidFill>
                <a:latin typeface="Arial" pitchFamily="34" charset="0"/>
                <a:ea typeface="Arial" pitchFamily="34" charset="-122"/>
                <a:cs typeface="Arial" pitchFamily="34" charset="-120"/>
              </a:rPr>
              <a:t>Input / Output</a:t>
            </a:r>
            <a:endParaRPr lang="en-US" sz="1200" dirty="0"/>
          </a:p>
        </p:txBody>
      </p:sp>
      <p:sp>
        <p:nvSpPr>
          <p:cNvPr id="20" name="Text 16"/>
          <p:cNvSpPr txBox="1"/>
          <p:nvPr/>
        </p:nvSpPr>
        <p:spPr>
          <a:xfrm>
            <a:off x="6492240" y="2651760"/>
            <a:ext cx="2194560" cy="91440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Jajar genjang: data masuk atau keluar</a:t>
            </a:r>
            <a:endParaRPr lang="en-US" sz="1300" dirty="0"/>
          </a:p>
        </p:txBody>
      </p:sp>
      <p:sp>
        <p:nvSpPr>
          <p:cNvPr id="21" name="Shape 17"/>
          <p:cNvSpPr/>
          <p:nvPr/>
        </p:nvSpPr>
        <p:spPr>
          <a:xfrm>
            <a:off x="548640" y="4251960"/>
            <a:ext cx="1554480" cy="914"/>
          </a:xfrm>
          <a:prstGeom prst="line">
            <a:avLst/>
          </a:prstGeom>
          <a:noFill/>
          <a:ln w="12700">
            <a:solidFill>
              <a:srgbClr val="444444"/>
            </a:solidFill>
            <a:prstDash val="solid"/>
            <a:tailEnd type="triangle"/>
          </a:ln>
        </p:spPr>
      </p:sp>
      <p:sp>
        <p:nvSpPr>
          <p:cNvPr id="22" name="Text 18"/>
          <p:cNvSpPr txBox="1"/>
          <p:nvPr/>
        </p:nvSpPr>
        <p:spPr>
          <a:xfrm>
            <a:off x="2286000" y="4069080"/>
            <a:ext cx="5943600" cy="365760"/>
          </a:xfrm>
          <a:prstGeom prst="rect">
            <a:avLst/>
          </a:prstGeom>
          <a:noFill/>
          <a:ln/>
        </p:spPr>
        <p:txBody>
          <a:bodyPr wrap="square" lIns="0" tIns="0" rIns="0" bIns="0" rtlCol="0" anchor="ctr"/>
          <a:lstStyle/>
          <a:p>
            <a:pPr indent="0" marL="0">
              <a:buNone/>
            </a:pPr>
            <a:r>
              <a:rPr lang="en-US" sz="1300" dirty="0">
                <a:solidFill>
                  <a:srgbClr val="1E2A26"/>
                </a:solidFill>
                <a:latin typeface="Calibri" pitchFamily="34" charset="0"/>
                <a:ea typeface="Calibri" pitchFamily="34" charset="-122"/>
                <a:cs typeface="Calibri" pitchFamily="34" charset="-120"/>
              </a:rPr>
              <a:t>Panah: arah alur, dari satu langkah ke langkah berikutnya</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Dari Algoritma ke Flowchart</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Materi</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57200" y="1143000"/>
            <a:ext cx="3291840" cy="3429000"/>
          </a:xfrm>
          <a:prstGeom prst="roundRect">
            <a:avLst>
              <a:gd name="adj" fmla="val 2222"/>
            </a:avLst>
          </a:prstGeom>
          <a:solidFill>
            <a:srgbClr val="E6F2EC"/>
          </a:solidFill>
          <a:ln w="12700">
            <a:solidFill>
              <a:srgbClr val="E6F2EC"/>
            </a:solidFill>
            <a:prstDash val="solid"/>
          </a:ln>
        </p:spPr>
      </p:sp>
      <p:sp>
        <p:nvSpPr>
          <p:cNvPr id="10" name="Text 6"/>
          <p:cNvSpPr txBox="1"/>
          <p:nvPr/>
        </p:nvSpPr>
        <p:spPr>
          <a:xfrm>
            <a:off x="640080" y="1188720"/>
            <a:ext cx="2743200" cy="320040"/>
          </a:xfrm>
          <a:prstGeom prst="rect">
            <a:avLst/>
          </a:prstGeom>
          <a:noFill/>
          <a:ln/>
        </p:spPr>
        <p:txBody>
          <a:bodyPr wrap="square" lIns="0" tIns="0" rIns="0" bIns="0" rtlCol="0" anchor="t"/>
          <a:lstStyle/>
          <a:p>
            <a:pPr indent="0" marL="0">
              <a:buNone/>
            </a:pPr>
            <a:r>
              <a:rPr lang="en-US" sz="1400" b="1" dirty="0">
                <a:solidFill>
                  <a:srgbClr val="0F4C3A"/>
                </a:solidFill>
                <a:latin typeface="Cambria" pitchFamily="34" charset="0"/>
                <a:ea typeface="Cambria" pitchFamily="34" charset="-122"/>
                <a:cs typeface="Cambria" pitchFamily="34" charset="-120"/>
              </a:rPr>
              <a:t>Algoritma</a:t>
            </a:r>
            <a:endParaRPr lang="en-US" sz="1400" dirty="0"/>
          </a:p>
        </p:txBody>
      </p:sp>
      <p:sp>
        <p:nvSpPr>
          <p:cNvPr id="11" name="Text 7"/>
          <p:cNvSpPr txBox="1"/>
          <p:nvPr/>
        </p:nvSpPr>
        <p:spPr>
          <a:xfrm>
            <a:off x="640080" y="1600200"/>
            <a:ext cx="30175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1. Mulai</a:t>
            </a:r>
            <a:endParaRPr lang="en-US" sz="1250" dirty="0"/>
          </a:p>
        </p:txBody>
      </p:sp>
      <p:sp>
        <p:nvSpPr>
          <p:cNvPr id="12" name="Text 8"/>
          <p:cNvSpPr txBox="1"/>
          <p:nvPr/>
        </p:nvSpPr>
        <p:spPr>
          <a:xfrm>
            <a:off x="640080" y="2057400"/>
            <a:ext cx="30175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2. Input judul buku</a:t>
            </a:r>
            <a:endParaRPr lang="en-US" sz="1250" dirty="0"/>
          </a:p>
        </p:txBody>
      </p:sp>
      <p:sp>
        <p:nvSpPr>
          <p:cNvPr id="13" name="Text 9"/>
          <p:cNvSpPr txBox="1"/>
          <p:nvPr/>
        </p:nvSpPr>
        <p:spPr>
          <a:xfrm>
            <a:off x="640080" y="2514600"/>
            <a:ext cx="30175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3. JIKA tersedia: catat peminjaman</a:t>
            </a:r>
            <a:endParaRPr lang="en-US" sz="1250" dirty="0"/>
          </a:p>
        </p:txBody>
      </p:sp>
      <p:sp>
        <p:nvSpPr>
          <p:cNvPr id="14" name="Text 10"/>
          <p:cNvSpPr txBox="1"/>
          <p:nvPr/>
        </p:nvSpPr>
        <p:spPr>
          <a:xfrm>
            <a:off x="640080" y="2971800"/>
            <a:ext cx="30175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   JIKA TIDAK: tawarkan buku lain</a:t>
            </a:r>
            <a:endParaRPr lang="en-US" sz="1250" dirty="0"/>
          </a:p>
        </p:txBody>
      </p:sp>
      <p:sp>
        <p:nvSpPr>
          <p:cNvPr id="15" name="Text 11"/>
          <p:cNvSpPr txBox="1"/>
          <p:nvPr/>
        </p:nvSpPr>
        <p:spPr>
          <a:xfrm>
            <a:off x="640080" y="3429000"/>
            <a:ext cx="3017520" cy="411480"/>
          </a:xfrm>
          <a:prstGeom prst="rect">
            <a:avLst/>
          </a:prstGeom>
          <a:noFill/>
          <a:ln/>
        </p:spPr>
        <p:txBody>
          <a:bodyPr wrap="square" lIns="0" tIns="0" rIns="0" bIns="0" rtlCol="0" anchor="t"/>
          <a:lstStyle/>
          <a:p>
            <a:pPr indent="0" marL="0">
              <a:buNone/>
            </a:pPr>
            <a:r>
              <a:rPr lang="en-US" sz="1250" dirty="0">
                <a:solidFill>
                  <a:srgbClr val="1E2A26"/>
                </a:solidFill>
                <a:latin typeface="Calibri" pitchFamily="34" charset="0"/>
                <a:ea typeface="Calibri" pitchFamily="34" charset="-122"/>
                <a:cs typeface="Calibri" pitchFamily="34" charset="-120"/>
              </a:rPr>
              <a:t>4. Selesai</a:t>
            </a:r>
            <a:endParaRPr lang="en-US" sz="1250" dirty="0"/>
          </a:p>
        </p:txBody>
      </p:sp>
      <p:sp>
        <p:nvSpPr>
          <p:cNvPr id="16" name="Shape 12"/>
          <p:cNvSpPr/>
          <p:nvPr/>
        </p:nvSpPr>
        <p:spPr>
          <a:xfrm>
            <a:off x="5246827" y="1170432"/>
            <a:ext cx="1097280" cy="274320"/>
          </a:xfrm>
          <a:prstGeom prst="roundRect">
            <a:avLst>
              <a:gd name="adj" fmla="val 50000"/>
            </a:avLst>
          </a:prstGeom>
          <a:solidFill>
            <a:srgbClr val="D6EEDF"/>
          </a:solidFill>
          <a:ln w="15875">
            <a:solidFill>
              <a:srgbClr val="1F7A5C"/>
            </a:solidFill>
            <a:prstDash val="solid"/>
          </a:ln>
        </p:spPr>
      </p:sp>
      <p:sp>
        <p:nvSpPr>
          <p:cNvPr id="17" name="Text 13"/>
          <p:cNvSpPr txBox="1"/>
          <p:nvPr/>
        </p:nvSpPr>
        <p:spPr>
          <a:xfrm>
            <a:off x="5274259" y="1170432"/>
            <a:ext cx="1042416" cy="274320"/>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Mulai</a:t>
            </a:r>
            <a:endParaRPr lang="en-US" sz="700" dirty="0"/>
          </a:p>
        </p:txBody>
      </p:sp>
      <p:sp>
        <p:nvSpPr>
          <p:cNvPr id="18" name="Shape 14"/>
          <p:cNvSpPr/>
          <p:nvPr/>
        </p:nvSpPr>
        <p:spPr>
          <a:xfrm>
            <a:off x="5795467" y="1444752"/>
            <a:ext cx="914" cy="164592"/>
          </a:xfrm>
          <a:prstGeom prst="line">
            <a:avLst/>
          </a:prstGeom>
          <a:noFill/>
          <a:ln w="12700">
            <a:solidFill>
              <a:srgbClr val="444444"/>
            </a:solidFill>
            <a:prstDash val="solid"/>
            <a:tailEnd type="triangle"/>
          </a:ln>
        </p:spPr>
      </p:sp>
      <p:sp>
        <p:nvSpPr>
          <p:cNvPr id="19" name="Shape 15"/>
          <p:cNvSpPr/>
          <p:nvPr/>
        </p:nvSpPr>
        <p:spPr>
          <a:xfrm>
            <a:off x="5246827" y="1609344"/>
            <a:ext cx="1097280" cy="274320"/>
          </a:xfrm>
          <a:prstGeom prst="parallelogram">
            <a:avLst/>
          </a:prstGeom>
          <a:solidFill>
            <a:srgbClr val="E3F2FD"/>
          </a:solidFill>
          <a:ln w="15875">
            <a:solidFill>
              <a:srgbClr val="0078D4"/>
            </a:solidFill>
            <a:prstDash val="solid"/>
          </a:ln>
        </p:spPr>
      </p:sp>
      <p:sp>
        <p:nvSpPr>
          <p:cNvPr id="20" name="Text 16"/>
          <p:cNvSpPr txBox="1"/>
          <p:nvPr/>
        </p:nvSpPr>
        <p:spPr>
          <a:xfrm>
            <a:off x="5274259" y="1609344"/>
            <a:ext cx="1042416" cy="274320"/>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Input judul buku</a:t>
            </a:r>
            <a:endParaRPr lang="en-US" sz="650" dirty="0"/>
          </a:p>
        </p:txBody>
      </p:sp>
      <p:sp>
        <p:nvSpPr>
          <p:cNvPr id="21" name="Shape 17"/>
          <p:cNvSpPr/>
          <p:nvPr/>
        </p:nvSpPr>
        <p:spPr>
          <a:xfrm>
            <a:off x="5795467" y="1883664"/>
            <a:ext cx="914" cy="164592"/>
          </a:xfrm>
          <a:prstGeom prst="line">
            <a:avLst/>
          </a:prstGeom>
          <a:noFill/>
          <a:ln w="12700">
            <a:solidFill>
              <a:srgbClr val="444444"/>
            </a:solidFill>
            <a:prstDash val="solid"/>
            <a:tailEnd type="triangle"/>
          </a:ln>
        </p:spPr>
      </p:sp>
      <p:sp>
        <p:nvSpPr>
          <p:cNvPr id="22" name="Shape 18"/>
          <p:cNvSpPr/>
          <p:nvPr/>
        </p:nvSpPr>
        <p:spPr>
          <a:xfrm>
            <a:off x="5155387" y="2048256"/>
            <a:ext cx="1280160" cy="457200"/>
          </a:xfrm>
          <a:prstGeom prst="diamond">
            <a:avLst/>
          </a:prstGeom>
          <a:solidFill>
            <a:srgbClr val="FFF3CD"/>
          </a:solidFill>
          <a:ln w="15875">
            <a:solidFill>
              <a:srgbClr val="D4A017"/>
            </a:solidFill>
            <a:prstDash val="solid"/>
          </a:ln>
        </p:spPr>
      </p:sp>
      <p:sp>
        <p:nvSpPr>
          <p:cNvPr id="23" name="Text 19"/>
          <p:cNvSpPr txBox="1"/>
          <p:nvPr/>
        </p:nvSpPr>
        <p:spPr>
          <a:xfrm>
            <a:off x="5182819" y="2048256"/>
            <a:ext cx="1225296" cy="457200"/>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Buku tersedia?</a:t>
            </a:r>
            <a:endParaRPr lang="en-US" sz="650" dirty="0"/>
          </a:p>
        </p:txBody>
      </p:sp>
      <p:sp>
        <p:nvSpPr>
          <p:cNvPr id="24" name="Shape 20"/>
          <p:cNvSpPr/>
          <p:nvPr/>
        </p:nvSpPr>
        <p:spPr>
          <a:xfrm>
            <a:off x="5795467" y="2505456"/>
            <a:ext cx="914" cy="27432"/>
          </a:xfrm>
          <a:prstGeom prst="line">
            <a:avLst/>
          </a:prstGeom>
          <a:noFill/>
          <a:ln w="12700">
            <a:solidFill>
              <a:srgbClr val="444444"/>
            </a:solidFill>
            <a:prstDash val="solid"/>
            <a:tailEnd type="triangle"/>
          </a:ln>
        </p:spPr>
      </p:sp>
      <p:sp>
        <p:nvSpPr>
          <p:cNvPr id="25" name="Text 21"/>
          <p:cNvSpPr txBox="1"/>
          <p:nvPr/>
        </p:nvSpPr>
        <p:spPr>
          <a:xfrm>
            <a:off x="5822899" y="2427732"/>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Ya</a:t>
            </a:r>
            <a:endParaRPr lang="en-US" sz="650" dirty="0"/>
          </a:p>
        </p:txBody>
      </p:sp>
      <p:sp>
        <p:nvSpPr>
          <p:cNvPr id="26" name="Shape 22"/>
          <p:cNvSpPr/>
          <p:nvPr/>
        </p:nvSpPr>
        <p:spPr>
          <a:xfrm>
            <a:off x="5246827" y="2532888"/>
            <a:ext cx="1097280" cy="274320"/>
          </a:xfrm>
          <a:prstGeom prst="rect">
            <a:avLst/>
          </a:prstGeom>
          <a:solidFill>
            <a:srgbClr val="FFFFFF"/>
          </a:solidFill>
          <a:ln w="15875">
            <a:solidFill>
              <a:srgbClr val="1F7A5C"/>
            </a:solidFill>
            <a:prstDash val="solid"/>
          </a:ln>
        </p:spPr>
      </p:sp>
      <p:sp>
        <p:nvSpPr>
          <p:cNvPr id="27" name="Text 23"/>
          <p:cNvSpPr txBox="1"/>
          <p:nvPr/>
        </p:nvSpPr>
        <p:spPr>
          <a:xfrm>
            <a:off x="5274259" y="2532888"/>
            <a:ext cx="1042416" cy="274320"/>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Catat peminjaman</a:t>
            </a:r>
            <a:endParaRPr lang="en-US" sz="650" dirty="0"/>
          </a:p>
        </p:txBody>
      </p:sp>
      <p:sp>
        <p:nvSpPr>
          <p:cNvPr id="28" name="Shape 24"/>
          <p:cNvSpPr/>
          <p:nvPr/>
        </p:nvSpPr>
        <p:spPr>
          <a:xfrm>
            <a:off x="6435547" y="2276856"/>
            <a:ext cx="411480" cy="914"/>
          </a:xfrm>
          <a:prstGeom prst="line">
            <a:avLst/>
          </a:prstGeom>
          <a:noFill/>
          <a:ln w="12700">
            <a:solidFill>
              <a:srgbClr val="444444"/>
            </a:solidFill>
            <a:prstDash val="solid"/>
            <a:tailEnd type="triangle"/>
          </a:ln>
        </p:spPr>
      </p:sp>
      <p:sp>
        <p:nvSpPr>
          <p:cNvPr id="29" name="Text 25"/>
          <p:cNvSpPr txBox="1"/>
          <p:nvPr/>
        </p:nvSpPr>
        <p:spPr>
          <a:xfrm>
            <a:off x="6668719" y="2185416"/>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Tidak</a:t>
            </a:r>
            <a:endParaRPr lang="en-US" sz="650" dirty="0"/>
          </a:p>
        </p:txBody>
      </p:sp>
      <p:sp>
        <p:nvSpPr>
          <p:cNvPr id="30" name="Shape 26"/>
          <p:cNvSpPr/>
          <p:nvPr/>
        </p:nvSpPr>
        <p:spPr>
          <a:xfrm>
            <a:off x="6847027" y="2139696"/>
            <a:ext cx="914400" cy="274320"/>
          </a:xfrm>
          <a:prstGeom prst="rect">
            <a:avLst/>
          </a:prstGeom>
          <a:solidFill>
            <a:srgbClr val="FFFFFF"/>
          </a:solidFill>
          <a:ln w="15875">
            <a:solidFill>
              <a:srgbClr val="1F7A5C"/>
            </a:solidFill>
            <a:prstDash val="solid"/>
          </a:ln>
        </p:spPr>
      </p:sp>
      <p:sp>
        <p:nvSpPr>
          <p:cNvPr id="31" name="Text 27"/>
          <p:cNvSpPr txBox="1"/>
          <p:nvPr/>
        </p:nvSpPr>
        <p:spPr>
          <a:xfrm>
            <a:off x="6874459" y="2139696"/>
            <a:ext cx="859536" cy="274320"/>
          </a:xfrm>
          <a:prstGeom prst="rect">
            <a:avLst/>
          </a:prstGeom>
          <a:noFill/>
          <a:ln/>
        </p:spPr>
        <p:txBody>
          <a:bodyPr wrap="square" lIns="0" tIns="0" rIns="0" bIns="0" rtlCol="0" anchor="ctr"/>
          <a:lstStyle/>
          <a:p>
            <a:pPr algn="ctr" indent="0" marL="0">
              <a:buNone/>
            </a:pPr>
            <a:r>
              <a:rPr lang="en-US" sz="600" dirty="0">
                <a:solidFill>
                  <a:srgbClr val="1E2A26"/>
                </a:solidFill>
                <a:latin typeface="Arial" pitchFamily="34" charset="0"/>
                <a:ea typeface="Arial" pitchFamily="34" charset="-122"/>
                <a:cs typeface="Arial" pitchFamily="34" charset="-120"/>
              </a:rPr>
              <a:t>Tawarkan buku lain</a:t>
            </a:r>
            <a:endParaRPr lang="en-US" sz="600" dirty="0"/>
          </a:p>
        </p:txBody>
      </p:sp>
      <p:sp>
        <p:nvSpPr>
          <p:cNvPr id="32" name="Shape 28"/>
          <p:cNvSpPr/>
          <p:nvPr/>
        </p:nvSpPr>
        <p:spPr>
          <a:xfrm>
            <a:off x="5795467" y="2807208"/>
            <a:ext cx="914" cy="210312"/>
          </a:xfrm>
          <a:prstGeom prst="line">
            <a:avLst/>
          </a:prstGeom>
          <a:noFill/>
          <a:ln w="12700">
            <a:solidFill>
              <a:srgbClr val="444444"/>
            </a:solidFill>
            <a:prstDash val="solid"/>
            <a:tailEnd type="triangle"/>
          </a:ln>
        </p:spPr>
      </p:sp>
      <p:sp>
        <p:nvSpPr>
          <p:cNvPr id="33" name="Shape 29"/>
          <p:cNvSpPr/>
          <p:nvPr/>
        </p:nvSpPr>
        <p:spPr>
          <a:xfrm>
            <a:off x="5246827" y="3017520"/>
            <a:ext cx="1097280" cy="274320"/>
          </a:xfrm>
          <a:prstGeom prst="roundRect">
            <a:avLst>
              <a:gd name="adj" fmla="val 50000"/>
            </a:avLst>
          </a:prstGeom>
          <a:solidFill>
            <a:srgbClr val="D6EEDF"/>
          </a:solidFill>
          <a:ln w="15875">
            <a:solidFill>
              <a:srgbClr val="1F7A5C"/>
            </a:solidFill>
            <a:prstDash val="solid"/>
          </a:ln>
        </p:spPr>
      </p:sp>
      <p:sp>
        <p:nvSpPr>
          <p:cNvPr id="34" name="Text 30"/>
          <p:cNvSpPr txBox="1"/>
          <p:nvPr/>
        </p:nvSpPr>
        <p:spPr>
          <a:xfrm>
            <a:off x="5274259" y="3017520"/>
            <a:ext cx="1042416" cy="274320"/>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Selesai</a:t>
            </a:r>
            <a:endParaRPr lang="en-US" sz="7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1F7A5C"/>
        </a:solidFill>
      </p:bgPr>
    </p:bg>
    <p:spTree>
      <p:nvGrpSpPr>
        <p:cNvPr id="1" name=""/>
        <p:cNvGrpSpPr/>
        <p:nvPr/>
      </p:nvGrpSpPr>
      <p:grpSpPr>
        <a:xfrm>
          <a:off x="0" y="0"/>
          <a:ext cx="0" cy="0"/>
          <a:chOff x="0" y="0"/>
          <a:chExt cx="0" cy="0"/>
        </a:xfrm>
      </p:grpSpPr>
      <p:sp>
        <p:nvSpPr>
          <p:cNvPr id="2" name="Text 0"/>
          <p:cNvSpPr txBox="1"/>
          <p:nvPr/>
        </p:nvSpPr>
        <p:spPr>
          <a:xfrm>
            <a:off x="548640" y="640080"/>
            <a:ext cx="7315200" cy="320040"/>
          </a:xfrm>
          <a:prstGeom prst="rect">
            <a:avLst/>
          </a:prstGeom>
          <a:noFill/>
          <a:ln/>
        </p:spPr>
        <p:txBody>
          <a:bodyPr wrap="square" lIns="0" tIns="0" rIns="0" bIns="0" rtlCol="0" anchor="t"/>
          <a:lstStyle/>
          <a:p>
            <a:pPr indent="0" marL="0">
              <a:buNone/>
            </a:pPr>
            <a:r>
              <a:rPr lang="en-US" sz="1300" b="1" spc="300" kern="0" dirty="0">
                <a:solidFill>
                  <a:srgbClr val="D4A017"/>
                </a:solidFill>
                <a:latin typeface="Calibri" pitchFamily="34" charset="0"/>
                <a:ea typeface="Calibri" pitchFamily="34" charset="-122"/>
                <a:cs typeface="Calibri" pitchFamily="34" charset="-120"/>
              </a:rPr>
              <a:t>PANDUAN PRAKTIK BERGAMBAR</a:t>
            </a:r>
            <a:endParaRPr lang="en-US" sz="1300" dirty="0"/>
          </a:p>
        </p:txBody>
      </p:sp>
      <p:sp>
        <p:nvSpPr>
          <p:cNvPr id="3" name="Text 1"/>
          <p:cNvSpPr txBox="1"/>
          <p:nvPr/>
        </p:nvSpPr>
        <p:spPr>
          <a:xfrm>
            <a:off x="548640" y="960120"/>
            <a:ext cx="8046720" cy="82296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Membuat Flowchart Digital</a:t>
            </a:r>
            <a:endParaRPr lang="en-US" sz="3200" dirty="0"/>
          </a:p>
        </p:txBody>
      </p:sp>
      <p:sp>
        <p:nvSpPr>
          <p:cNvPr id="4" name="Text 2"/>
          <p:cNvSpPr txBox="1"/>
          <p:nvPr/>
        </p:nvSpPr>
        <p:spPr>
          <a:xfrm>
            <a:off x="548640" y="1783080"/>
            <a:ext cx="8046720" cy="457200"/>
          </a:xfrm>
          <a:prstGeom prst="rect">
            <a:avLst/>
          </a:prstGeom>
          <a:noFill/>
          <a:ln/>
        </p:spPr>
        <p:txBody>
          <a:bodyPr wrap="square" lIns="0" tIns="0" rIns="0" bIns="0" rtlCol="0" anchor="t"/>
          <a:lstStyle/>
          <a:p>
            <a:pPr indent="0" marL="0">
              <a:buNone/>
            </a:pPr>
            <a:r>
              <a:rPr lang="en-US" sz="1500" dirty="0">
                <a:solidFill>
                  <a:srgbClr val="BFE3D3"/>
                </a:solidFill>
                <a:latin typeface="Calibri" pitchFamily="34" charset="0"/>
                <a:ea typeface="Calibri" pitchFamily="34" charset="-122"/>
                <a:cs typeface="Calibri" pitchFamily="34" charset="-120"/>
              </a:rPr>
              <a:t>diagrams.net · ikuti gambar langkah demi langkah</a:t>
            </a:r>
            <a:endParaRPr lang="en-US" sz="1500" dirty="0"/>
          </a:p>
        </p:txBody>
      </p:sp>
      <p:sp>
        <p:nvSpPr>
          <p:cNvPr id="5" name="Shape 3"/>
          <p:cNvSpPr/>
          <p:nvPr/>
        </p:nvSpPr>
        <p:spPr>
          <a:xfrm>
            <a:off x="548640" y="2514600"/>
            <a:ext cx="2453640" cy="1737360"/>
          </a:xfrm>
          <a:prstGeom prst="roundRect">
            <a:avLst>
              <a:gd name="adj" fmla="val 6316"/>
            </a:avLst>
          </a:prstGeom>
          <a:solidFill>
            <a:srgbClr val="0F4C3A"/>
          </a:solidFill>
          <a:ln w="12700">
            <a:solidFill>
              <a:srgbClr val="0F4C3A"/>
            </a:solidFill>
            <a:prstDash val="solid"/>
          </a:ln>
        </p:spPr>
      </p:sp>
      <p:sp>
        <p:nvSpPr>
          <p:cNvPr id="6" name="Text 4"/>
          <p:cNvSpPr txBox="1"/>
          <p:nvPr/>
        </p:nvSpPr>
        <p:spPr>
          <a:xfrm>
            <a:off x="73152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1–2</a:t>
            </a:r>
            <a:endParaRPr lang="en-US" sz="1200" dirty="0"/>
          </a:p>
        </p:txBody>
      </p:sp>
      <p:sp>
        <p:nvSpPr>
          <p:cNvPr id="7" name="Text 5"/>
          <p:cNvSpPr txBox="1"/>
          <p:nvPr/>
        </p:nvSpPr>
        <p:spPr>
          <a:xfrm>
            <a:off x="73152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Membuka diagrams.net</a:t>
            </a:r>
            <a:endParaRPr lang="en-US" sz="1700" dirty="0"/>
          </a:p>
        </p:txBody>
      </p:sp>
      <p:sp>
        <p:nvSpPr>
          <p:cNvPr id="8" name="Shape 6"/>
          <p:cNvSpPr/>
          <p:nvPr/>
        </p:nvSpPr>
        <p:spPr>
          <a:xfrm>
            <a:off x="3230880" y="2514600"/>
            <a:ext cx="2453640" cy="1737360"/>
          </a:xfrm>
          <a:prstGeom prst="roundRect">
            <a:avLst>
              <a:gd name="adj" fmla="val 6316"/>
            </a:avLst>
          </a:prstGeom>
          <a:solidFill>
            <a:srgbClr val="0F4C3A"/>
          </a:solidFill>
          <a:ln w="12700">
            <a:solidFill>
              <a:srgbClr val="0F4C3A"/>
            </a:solidFill>
            <a:prstDash val="solid"/>
          </a:ln>
        </p:spPr>
      </p:sp>
      <p:sp>
        <p:nvSpPr>
          <p:cNvPr id="9" name="Text 7"/>
          <p:cNvSpPr txBox="1"/>
          <p:nvPr/>
        </p:nvSpPr>
        <p:spPr>
          <a:xfrm>
            <a:off x="341376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3–6</a:t>
            </a:r>
            <a:endParaRPr lang="en-US" sz="1200" dirty="0"/>
          </a:p>
        </p:txBody>
      </p:sp>
      <p:sp>
        <p:nvSpPr>
          <p:cNvPr id="10" name="Text 8"/>
          <p:cNvSpPr txBox="1"/>
          <p:nvPr/>
        </p:nvSpPr>
        <p:spPr>
          <a:xfrm>
            <a:off x="341376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Menggambar simbol dan panah</a:t>
            </a:r>
            <a:endParaRPr lang="en-US" sz="1700" dirty="0"/>
          </a:p>
        </p:txBody>
      </p:sp>
      <p:sp>
        <p:nvSpPr>
          <p:cNvPr id="11" name="Shape 9"/>
          <p:cNvSpPr/>
          <p:nvPr/>
        </p:nvSpPr>
        <p:spPr>
          <a:xfrm>
            <a:off x="5913120" y="2514600"/>
            <a:ext cx="2453640" cy="1737360"/>
          </a:xfrm>
          <a:prstGeom prst="roundRect">
            <a:avLst>
              <a:gd name="adj" fmla="val 6316"/>
            </a:avLst>
          </a:prstGeom>
          <a:solidFill>
            <a:srgbClr val="0F4C3A"/>
          </a:solidFill>
          <a:ln w="12700">
            <a:solidFill>
              <a:srgbClr val="0F4C3A"/>
            </a:solidFill>
            <a:prstDash val="solid"/>
          </a:ln>
        </p:spPr>
      </p:sp>
      <p:sp>
        <p:nvSpPr>
          <p:cNvPr id="12" name="Text 10"/>
          <p:cNvSpPr txBox="1"/>
          <p:nvPr/>
        </p:nvSpPr>
        <p:spPr>
          <a:xfrm>
            <a:off x="6096000" y="2651760"/>
            <a:ext cx="2133600" cy="320040"/>
          </a:xfrm>
          <a:prstGeom prst="rect">
            <a:avLst/>
          </a:prstGeom>
          <a:noFill/>
          <a:ln/>
        </p:spPr>
        <p:txBody>
          <a:bodyPr wrap="square" lIns="0" tIns="0" rIns="0" bIns="0" rtlCol="0" anchor="t"/>
          <a:lstStyle/>
          <a:p>
            <a:pPr indent="0" marL="0">
              <a:buNone/>
            </a:pPr>
            <a:r>
              <a:rPr lang="en-US" sz="1200" b="1" dirty="0">
                <a:solidFill>
                  <a:srgbClr val="D4A017"/>
                </a:solidFill>
                <a:latin typeface="Calibri" pitchFamily="34" charset="0"/>
                <a:ea typeface="Calibri" pitchFamily="34" charset="-122"/>
                <a:cs typeface="Calibri" pitchFamily="34" charset="-120"/>
              </a:rPr>
              <a:t>LANGKAH 7–8</a:t>
            </a:r>
            <a:endParaRPr lang="en-US" sz="1200" dirty="0"/>
          </a:p>
        </p:txBody>
      </p:sp>
      <p:sp>
        <p:nvSpPr>
          <p:cNvPr id="13" name="Text 11"/>
          <p:cNvSpPr txBox="1"/>
          <p:nvPr/>
        </p:nvSpPr>
        <p:spPr>
          <a:xfrm>
            <a:off x="6096000" y="2971800"/>
            <a:ext cx="2133600" cy="1188720"/>
          </a:xfrm>
          <a:prstGeom prst="rect">
            <a:avLst/>
          </a:prstGeom>
          <a:noFill/>
          <a:ln/>
        </p:spPr>
        <p:txBody>
          <a:bodyPr wrap="square" lIns="0" tIns="0" rIns="0" bIns="0" rtlCol="0" anchor="t"/>
          <a:lstStyle/>
          <a:p>
            <a:pPr indent="0" marL="0">
              <a:buNone/>
            </a:pPr>
            <a:r>
              <a:rPr lang="en-US" sz="1700" b="1" dirty="0">
                <a:solidFill>
                  <a:srgbClr val="FFFFFF"/>
                </a:solidFill>
                <a:latin typeface="Cambria" pitchFamily="34" charset="0"/>
                <a:ea typeface="Cambria" pitchFamily="34" charset="-122"/>
                <a:cs typeface="Cambria" pitchFamily="34" charset="-120"/>
              </a:rPr>
              <a:t>Merapikan dan menyimpan</a:t>
            </a:r>
            <a:endParaRPr lang="en-US" sz="1700" dirty="0"/>
          </a:p>
        </p:txBody>
      </p:sp>
      <p:sp>
        <p:nvSpPr>
          <p:cNvPr id="14" name="Text 12"/>
          <p:cNvSpPr txBox="1"/>
          <p:nvPr/>
        </p:nvSpPr>
        <p:spPr>
          <a:xfrm>
            <a:off x="548640" y="4434840"/>
            <a:ext cx="73152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Perhatikan gambar · tanda merah = yang harus diklik</a:t>
            </a:r>
            <a:endParaRPr lang="en-US" sz="1200" dirty="0"/>
          </a:p>
        </p:txBody>
      </p:sp>
      <p:pic>
        <p:nvPicPr>
          <p:cNvPr id="15" name="Image 0" descr="/home/claude/logo.png">    </p:cNvPr>
          <p:cNvPicPr>
            <a:picLocks noChangeAspect="1"/>
          </p:cNvPicPr>
          <p:nvPr/>
        </p:nvPicPr>
        <p:blipFill>
          <a:blip r:embed="rId1"/>
          <a:stretch>
            <a:fillRect/>
          </a:stretch>
        </p:blipFill>
        <p:spPr>
          <a:xfrm>
            <a:off x="8001000" y="365760"/>
            <a:ext cx="685800" cy="6858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1/8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Untitled Diagram.drawio - draw.io</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app.diagrams.net</a:t>
            </a:r>
            <a:endParaRPr lang="en-US" sz="800" dirty="0"/>
          </a:p>
        </p:txBody>
      </p:sp>
      <p:sp>
        <p:nvSpPr>
          <p:cNvPr id="28" name="Text 21"/>
          <p:cNvSpPr txBox="1"/>
          <p:nvPr/>
        </p:nvSpPr>
        <p:spPr>
          <a:xfrm>
            <a:off x="679216" y="169596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Untitled Diagram</a:t>
            </a:r>
            <a:endParaRPr lang="en-US" sz="800" dirty="0"/>
          </a:p>
        </p:txBody>
      </p:sp>
      <p:sp>
        <p:nvSpPr>
          <p:cNvPr id="29" name="Text 22"/>
          <p:cNvSpPr txBox="1"/>
          <p:nvPr/>
        </p:nvSpPr>
        <p:spPr>
          <a:xfrm>
            <a:off x="67921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File</a:t>
            </a:r>
            <a:endParaRPr lang="en-US" sz="650" dirty="0"/>
          </a:p>
        </p:txBody>
      </p:sp>
      <p:sp>
        <p:nvSpPr>
          <p:cNvPr id="30" name="Text 23"/>
          <p:cNvSpPr txBox="1"/>
          <p:nvPr/>
        </p:nvSpPr>
        <p:spPr>
          <a:xfrm>
            <a:off x="1063264"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Edit</a:t>
            </a:r>
            <a:endParaRPr lang="en-US" sz="650" dirty="0"/>
          </a:p>
        </p:txBody>
      </p:sp>
      <p:sp>
        <p:nvSpPr>
          <p:cNvPr id="31" name="Text 24"/>
          <p:cNvSpPr txBox="1"/>
          <p:nvPr/>
        </p:nvSpPr>
        <p:spPr>
          <a:xfrm>
            <a:off x="1447312"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View</a:t>
            </a:r>
            <a:endParaRPr lang="en-US" sz="650" dirty="0"/>
          </a:p>
        </p:txBody>
      </p:sp>
      <p:sp>
        <p:nvSpPr>
          <p:cNvPr id="32" name="Text 25"/>
          <p:cNvSpPr txBox="1"/>
          <p:nvPr/>
        </p:nvSpPr>
        <p:spPr>
          <a:xfrm>
            <a:off x="1831360"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Arrange</a:t>
            </a:r>
            <a:endParaRPr lang="en-US" sz="650" dirty="0"/>
          </a:p>
        </p:txBody>
      </p:sp>
      <p:sp>
        <p:nvSpPr>
          <p:cNvPr id="33" name="Text 26"/>
          <p:cNvSpPr txBox="1"/>
          <p:nvPr/>
        </p:nvSpPr>
        <p:spPr>
          <a:xfrm>
            <a:off x="2215408"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Extras</a:t>
            </a:r>
            <a:endParaRPr lang="en-US" sz="650" dirty="0"/>
          </a:p>
        </p:txBody>
      </p:sp>
      <p:sp>
        <p:nvSpPr>
          <p:cNvPr id="34" name="Text 27"/>
          <p:cNvSpPr txBox="1"/>
          <p:nvPr/>
        </p:nvSpPr>
        <p:spPr>
          <a:xfrm>
            <a:off x="259945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Help</a:t>
            </a:r>
            <a:endParaRPr lang="en-US" sz="650" dirty="0"/>
          </a:p>
        </p:txBody>
      </p:sp>
      <p:sp>
        <p:nvSpPr>
          <p:cNvPr id="35" name="Shape 28"/>
          <p:cNvSpPr/>
          <p:nvPr/>
        </p:nvSpPr>
        <p:spPr>
          <a:xfrm>
            <a:off x="587776" y="2043437"/>
            <a:ext cx="960120" cy="1951947"/>
          </a:xfrm>
          <a:prstGeom prst="rect">
            <a:avLst/>
          </a:prstGeom>
          <a:solidFill>
            <a:srgbClr val="F5F5F5"/>
          </a:solidFill>
          <a:ln w="6350">
            <a:solidFill>
              <a:srgbClr val="DDDDDD"/>
            </a:solidFill>
            <a:prstDash val="solid"/>
          </a:ln>
        </p:spPr>
      </p:sp>
      <p:sp>
        <p:nvSpPr>
          <p:cNvPr id="36" name="Text 29"/>
          <p:cNvSpPr txBox="1"/>
          <p:nvPr/>
        </p:nvSpPr>
        <p:spPr>
          <a:xfrm>
            <a:off x="642640" y="2080013"/>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General</a:t>
            </a:r>
            <a:endParaRPr lang="en-US" sz="650" dirty="0"/>
          </a:p>
        </p:txBody>
      </p:sp>
      <p:sp>
        <p:nvSpPr>
          <p:cNvPr id="37" name="Shape 30"/>
          <p:cNvSpPr/>
          <p:nvPr/>
        </p:nvSpPr>
        <p:spPr>
          <a:xfrm>
            <a:off x="660928" y="2272037"/>
            <a:ext cx="384048" cy="292608"/>
          </a:xfrm>
          <a:prstGeom prst="rect">
            <a:avLst/>
          </a:prstGeom>
          <a:solidFill>
            <a:srgbClr val="FFFFFF"/>
          </a:solidFill>
          <a:ln w="15875">
            <a:solidFill>
              <a:srgbClr val="1F7A5C"/>
            </a:solidFill>
            <a:prstDash val="solid"/>
          </a:ln>
        </p:spPr>
      </p:sp>
      <p:sp>
        <p:nvSpPr>
          <p:cNvPr id="38" name="Text 31"/>
          <p:cNvSpPr txBox="1"/>
          <p:nvPr/>
        </p:nvSpPr>
        <p:spPr>
          <a:xfrm>
            <a:off x="688360"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39" name="Shape 32"/>
          <p:cNvSpPr/>
          <p:nvPr/>
        </p:nvSpPr>
        <p:spPr>
          <a:xfrm>
            <a:off x="1099840" y="2272037"/>
            <a:ext cx="384048" cy="292608"/>
          </a:xfrm>
          <a:prstGeom prst="roundRect">
            <a:avLst>
              <a:gd name="adj" fmla="val 50000"/>
            </a:avLst>
          </a:prstGeom>
          <a:solidFill>
            <a:srgbClr val="D6EEDF"/>
          </a:solidFill>
          <a:ln w="15875">
            <a:solidFill>
              <a:srgbClr val="1F7A5C"/>
            </a:solidFill>
            <a:prstDash val="solid"/>
          </a:ln>
        </p:spPr>
      </p:sp>
      <p:sp>
        <p:nvSpPr>
          <p:cNvPr id="40" name="Text 33"/>
          <p:cNvSpPr txBox="1"/>
          <p:nvPr/>
        </p:nvSpPr>
        <p:spPr>
          <a:xfrm>
            <a:off x="1127272"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41" name="Shape 34"/>
          <p:cNvSpPr/>
          <p:nvPr/>
        </p:nvSpPr>
        <p:spPr>
          <a:xfrm>
            <a:off x="660928" y="2656085"/>
            <a:ext cx="384048" cy="292608"/>
          </a:xfrm>
          <a:prstGeom prst="diamond">
            <a:avLst/>
          </a:prstGeom>
          <a:solidFill>
            <a:srgbClr val="FFF3CD"/>
          </a:solidFill>
          <a:ln w="15875">
            <a:solidFill>
              <a:srgbClr val="D4A017"/>
            </a:solidFill>
            <a:prstDash val="solid"/>
          </a:ln>
        </p:spPr>
      </p:sp>
      <p:sp>
        <p:nvSpPr>
          <p:cNvPr id="42" name="Text 35"/>
          <p:cNvSpPr txBox="1"/>
          <p:nvPr/>
        </p:nvSpPr>
        <p:spPr>
          <a:xfrm>
            <a:off x="688360"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3" name="Shape 36"/>
          <p:cNvSpPr/>
          <p:nvPr/>
        </p:nvSpPr>
        <p:spPr>
          <a:xfrm>
            <a:off x="1099840" y="2656085"/>
            <a:ext cx="384048" cy="292608"/>
          </a:xfrm>
          <a:prstGeom prst="parallelogram">
            <a:avLst/>
          </a:prstGeom>
          <a:solidFill>
            <a:srgbClr val="E3F2FD"/>
          </a:solidFill>
          <a:ln w="15875">
            <a:solidFill>
              <a:srgbClr val="0078D4"/>
            </a:solidFill>
            <a:prstDash val="solid"/>
          </a:ln>
        </p:spPr>
      </p:sp>
      <p:sp>
        <p:nvSpPr>
          <p:cNvPr id="44" name="Text 37"/>
          <p:cNvSpPr txBox="1"/>
          <p:nvPr/>
        </p:nvSpPr>
        <p:spPr>
          <a:xfrm>
            <a:off x="1127272"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5" name="Text 38"/>
          <p:cNvSpPr txBox="1"/>
          <p:nvPr/>
        </p:nvSpPr>
        <p:spPr>
          <a:xfrm>
            <a:off x="642640" y="3094997"/>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Flowchart</a:t>
            </a:r>
            <a:endParaRPr lang="en-US" sz="650" dirty="0"/>
          </a:p>
        </p:txBody>
      </p:sp>
      <p:sp>
        <p:nvSpPr>
          <p:cNvPr id="46" name="Shape 39"/>
          <p:cNvSpPr/>
          <p:nvPr/>
        </p:nvSpPr>
        <p:spPr>
          <a:xfrm>
            <a:off x="1593616" y="2043437"/>
            <a:ext cx="3899367" cy="1951947"/>
          </a:xfrm>
          <a:prstGeom prst="rect">
            <a:avLst/>
          </a:prstGeom>
          <a:solidFill>
            <a:srgbClr val="FFFFFF"/>
          </a:solidFill>
          <a:ln w="12700">
            <a:solidFill>
              <a:srgbClr val="FFFFFF"/>
            </a:solidFill>
            <a:prstDash val="solid"/>
          </a:ln>
        </p:spPr>
      </p:sp>
      <p:sp>
        <p:nvSpPr>
          <p:cNvPr id="47" name="Shape 40"/>
          <p:cNvSpPr/>
          <p:nvPr/>
        </p:nvSpPr>
        <p:spPr>
          <a:xfrm>
            <a:off x="1593616" y="2043437"/>
            <a:ext cx="0" cy="1951947"/>
          </a:xfrm>
          <a:prstGeom prst="line">
            <a:avLst/>
          </a:prstGeom>
          <a:noFill/>
          <a:ln w="6350">
            <a:solidFill>
              <a:srgbClr val="F0F0F0"/>
            </a:solidFill>
            <a:prstDash val="solid"/>
          </a:ln>
        </p:spPr>
      </p:sp>
      <p:sp>
        <p:nvSpPr>
          <p:cNvPr id="48" name="Shape 41"/>
          <p:cNvSpPr/>
          <p:nvPr/>
        </p:nvSpPr>
        <p:spPr>
          <a:xfrm>
            <a:off x="1776496" y="2043437"/>
            <a:ext cx="0" cy="1951947"/>
          </a:xfrm>
          <a:prstGeom prst="line">
            <a:avLst/>
          </a:prstGeom>
          <a:noFill/>
          <a:ln w="6350">
            <a:solidFill>
              <a:srgbClr val="F0F0F0"/>
            </a:solidFill>
            <a:prstDash val="solid"/>
          </a:ln>
        </p:spPr>
      </p:sp>
      <p:sp>
        <p:nvSpPr>
          <p:cNvPr id="49" name="Shape 42"/>
          <p:cNvSpPr/>
          <p:nvPr/>
        </p:nvSpPr>
        <p:spPr>
          <a:xfrm>
            <a:off x="1959376" y="2043437"/>
            <a:ext cx="0" cy="1951947"/>
          </a:xfrm>
          <a:prstGeom prst="line">
            <a:avLst/>
          </a:prstGeom>
          <a:noFill/>
          <a:ln w="6350">
            <a:solidFill>
              <a:srgbClr val="F0F0F0"/>
            </a:solidFill>
            <a:prstDash val="solid"/>
          </a:ln>
        </p:spPr>
      </p:sp>
      <p:sp>
        <p:nvSpPr>
          <p:cNvPr id="50" name="Shape 43"/>
          <p:cNvSpPr/>
          <p:nvPr/>
        </p:nvSpPr>
        <p:spPr>
          <a:xfrm>
            <a:off x="2142256" y="2043437"/>
            <a:ext cx="0" cy="1951947"/>
          </a:xfrm>
          <a:prstGeom prst="line">
            <a:avLst/>
          </a:prstGeom>
          <a:noFill/>
          <a:ln w="6350">
            <a:solidFill>
              <a:srgbClr val="F0F0F0"/>
            </a:solidFill>
            <a:prstDash val="solid"/>
          </a:ln>
        </p:spPr>
      </p:sp>
      <p:sp>
        <p:nvSpPr>
          <p:cNvPr id="51" name="Shape 44"/>
          <p:cNvSpPr/>
          <p:nvPr/>
        </p:nvSpPr>
        <p:spPr>
          <a:xfrm>
            <a:off x="2325136" y="2043437"/>
            <a:ext cx="0" cy="1951947"/>
          </a:xfrm>
          <a:prstGeom prst="line">
            <a:avLst/>
          </a:prstGeom>
          <a:noFill/>
          <a:ln w="6350">
            <a:solidFill>
              <a:srgbClr val="F0F0F0"/>
            </a:solidFill>
            <a:prstDash val="solid"/>
          </a:ln>
        </p:spPr>
      </p:sp>
      <p:sp>
        <p:nvSpPr>
          <p:cNvPr id="52" name="Shape 45"/>
          <p:cNvSpPr/>
          <p:nvPr/>
        </p:nvSpPr>
        <p:spPr>
          <a:xfrm>
            <a:off x="2508016" y="2043437"/>
            <a:ext cx="0" cy="1951947"/>
          </a:xfrm>
          <a:prstGeom prst="line">
            <a:avLst/>
          </a:prstGeom>
          <a:noFill/>
          <a:ln w="6350">
            <a:solidFill>
              <a:srgbClr val="F0F0F0"/>
            </a:solidFill>
            <a:prstDash val="solid"/>
          </a:ln>
        </p:spPr>
      </p:sp>
      <p:sp>
        <p:nvSpPr>
          <p:cNvPr id="53" name="Shape 46"/>
          <p:cNvSpPr/>
          <p:nvPr/>
        </p:nvSpPr>
        <p:spPr>
          <a:xfrm>
            <a:off x="2690896" y="2043437"/>
            <a:ext cx="0" cy="1951947"/>
          </a:xfrm>
          <a:prstGeom prst="line">
            <a:avLst/>
          </a:prstGeom>
          <a:noFill/>
          <a:ln w="6350">
            <a:solidFill>
              <a:srgbClr val="F0F0F0"/>
            </a:solidFill>
            <a:prstDash val="solid"/>
          </a:ln>
        </p:spPr>
      </p:sp>
      <p:sp>
        <p:nvSpPr>
          <p:cNvPr id="54" name="Shape 47"/>
          <p:cNvSpPr/>
          <p:nvPr/>
        </p:nvSpPr>
        <p:spPr>
          <a:xfrm>
            <a:off x="2873776" y="2043437"/>
            <a:ext cx="0" cy="1951947"/>
          </a:xfrm>
          <a:prstGeom prst="line">
            <a:avLst/>
          </a:prstGeom>
          <a:noFill/>
          <a:ln w="6350">
            <a:solidFill>
              <a:srgbClr val="F0F0F0"/>
            </a:solidFill>
            <a:prstDash val="solid"/>
          </a:ln>
        </p:spPr>
      </p:sp>
      <p:sp>
        <p:nvSpPr>
          <p:cNvPr id="55" name="Shape 48"/>
          <p:cNvSpPr/>
          <p:nvPr/>
        </p:nvSpPr>
        <p:spPr>
          <a:xfrm>
            <a:off x="3056656" y="2043437"/>
            <a:ext cx="0" cy="1951947"/>
          </a:xfrm>
          <a:prstGeom prst="line">
            <a:avLst/>
          </a:prstGeom>
          <a:noFill/>
          <a:ln w="6350">
            <a:solidFill>
              <a:srgbClr val="F0F0F0"/>
            </a:solidFill>
            <a:prstDash val="solid"/>
          </a:ln>
        </p:spPr>
      </p:sp>
      <p:sp>
        <p:nvSpPr>
          <p:cNvPr id="56" name="Shape 49"/>
          <p:cNvSpPr/>
          <p:nvPr/>
        </p:nvSpPr>
        <p:spPr>
          <a:xfrm>
            <a:off x="3239536" y="2043437"/>
            <a:ext cx="0" cy="1951947"/>
          </a:xfrm>
          <a:prstGeom prst="line">
            <a:avLst/>
          </a:prstGeom>
          <a:noFill/>
          <a:ln w="6350">
            <a:solidFill>
              <a:srgbClr val="F0F0F0"/>
            </a:solidFill>
            <a:prstDash val="solid"/>
          </a:ln>
        </p:spPr>
      </p:sp>
      <p:sp>
        <p:nvSpPr>
          <p:cNvPr id="57" name="Shape 50"/>
          <p:cNvSpPr/>
          <p:nvPr/>
        </p:nvSpPr>
        <p:spPr>
          <a:xfrm>
            <a:off x="3422416" y="2043437"/>
            <a:ext cx="0" cy="1951947"/>
          </a:xfrm>
          <a:prstGeom prst="line">
            <a:avLst/>
          </a:prstGeom>
          <a:noFill/>
          <a:ln w="6350">
            <a:solidFill>
              <a:srgbClr val="F0F0F0"/>
            </a:solidFill>
            <a:prstDash val="solid"/>
          </a:ln>
        </p:spPr>
      </p:sp>
      <p:sp>
        <p:nvSpPr>
          <p:cNvPr id="58" name="Shape 51"/>
          <p:cNvSpPr/>
          <p:nvPr/>
        </p:nvSpPr>
        <p:spPr>
          <a:xfrm>
            <a:off x="3605296" y="2043437"/>
            <a:ext cx="0" cy="1951947"/>
          </a:xfrm>
          <a:prstGeom prst="line">
            <a:avLst/>
          </a:prstGeom>
          <a:noFill/>
          <a:ln w="6350">
            <a:solidFill>
              <a:srgbClr val="F0F0F0"/>
            </a:solidFill>
            <a:prstDash val="solid"/>
          </a:ln>
        </p:spPr>
      </p:sp>
      <p:sp>
        <p:nvSpPr>
          <p:cNvPr id="59" name="Shape 52"/>
          <p:cNvSpPr/>
          <p:nvPr/>
        </p:nvSpPr>
        <p:spPr>
          <a:xfrm>
            <a:off x="3788176" y="2043437"/>
            <a:ext cx="0" cy="1951947"/>
          </a:xfrm>
          <a:prstGeom prst="line">
            <a:avLst/>
          </a:prstGeom>
          <a:noFill/>
          <a:ln w="6350">
            <a:solidFill>
              <a:srgbClr val="F0F0F0"/>
            </a:solidFill>
            <a:prstDash val="solid"/>
          </a:ln>
        </p:spPr>
      </p:sp>
      <p:sp>
        <p:nvSpPr>
          <p:cNvPr id="60" name="Shape 53"/>
          <p:cNvSpPr/>
          <p:nvPr/>
        </p:nvSpPr>
        <p:spPr>
          <a:xfrm>
            <a:off x="3971056" y="2043437"/>
            <a:ext cx="0" cy="1951947"/>
          </a:xfrm>
          <a:prstGeom prst="line">
            <a:avLst/>
          </a:prstGeom>
          <a:noFill/>
          <a:ln w="6350">
            <a:solidFill>
              <a:srgbClr val="F0F0F0"/>
            </a:solidFill>
            <a:prstDash val="solid"/>
          </a:ln>
        </p:spPr>
      </p:sp>
      <p:sp>
        <p:nvSpPr>
          <p:cNvPr id="61" name="Shape 54"/>
          <p:cNvSpPr/>
          <p:nvPr/>
        </p:nvSpPr>
        <p:spPr>
          <a:xfrm>
            <a:off x="4153936" y="2043437"/>
            <a:ext cx="0" cy="1951947"/>
          </a:xfrm>
          <a:prstGeom prst="line">
            <a:avLst/>
          </a:prstGeom>
          <a:noFill/>
          <a:ln w="6350">
            <a:solidFill>
              <a:srgbClr val="F0F0F0"/>
            </a:solidFill>
            <a:prstDash val="solid"/>
          </a:ln>
        </p:spPr>
      </p:sp>
      <p:sp>
        <p:nvSpPr>
          <p:cNvPr id="62" name="Shape 55"/>
          <p:cNvSpPr/>
          <p:nvPr/>
        </p:nvSpPr>
        <p:spPr>
          <a:xfrm>
            <a:off x="4336816" y="2043437"/>
            <a:ext cx="0" cy="1951947"/>
          </a:xfrm>
          <a:prstGeom prst="line">
            <a:avLst/>
          </a:prstGeom>
          <a:noFill/>
          <a:ln w="6350">
            <a:solidFill>
              <a:srgbClr val="F0F0F0"/>
            </a:solidFill>
            <a:prstDash val="solid"/>
          </a:ln>
        </p:spPr>
      </p:sp>
      <p:sp>
        <p:nvSpPr>
          <p:cNvPr id="63" name="Shape 56"/>
          <p:cNvSpPr/>
          <p:nvPr/>
        </p:nvSpPr>
        <p:spPr>
          <a:xfrm>
            <a:off x="4519696" y="2043437"/>
            <a:ext cx="0" cy="1951947"/>
          </a:xfrm>
          <a:prstGeom prst="line">
            <a:avLst/>
          </a:prstGeom>
          <a:noFill/>
          <a:ln w="6350">
            <a:solidFill>
              <a:srgbClr val="F0F0F0"/>
            </a:solidFill>
            <a:prstDash val="solid"/>
          </a:ln>
        </p:spPr>
      </p:sp>
      <p:sp>
        <p:nvSpPr>
          <p:cNvPr id="64" name="Shape 57"/>
          <p:cNvSpPr/>
          <p:nvPr/>
        </p:nvSpPr>
        <p:spPr>
          <a:xfrm>
            <a:off x="4702576" y="2043437"/>
            <a:ext cx="0" cy="1951947"/>
          </a:xfrm>
          <a:prstGeom prst="line">
            <a:avLst/>
          </a:prstGeom>
          <a:noFill/>
          <a:ln w="6350">
            <a:solidFill>
              <a:srgbClr val="F0F0F0"/>
            </a:solidFill>
            <a:prstDash val="solid"/>
          </a:ln>
        </p:spPr>
      </p:sp>
      <p:sp>
        <p:nvSpPr>
          <p:cNvPr id="65" name="Shape 58"/>
          <p:cNvSpPr/>
          <p:nvPr/>
        </p:nvSpPr>
        <p:spPr>
          <a:xfrm>
            <a:off x="4885456" y="2043437"/>
            <a:ext cx="0" cy="1951947"/>
          </a:xfrm>
          <a:prstGeom prst="line">
            <a:avLst/>
          </a:prstGeom>
          <a:noFill/>
          <a:ln w="6350">
            <a:solidFill>
              <a:srgbClr val="F0F0F0"/>
            </a:solidFill>
            <a:prstDash val="solid"/>
          </a:ln>
        </p:spPr>
      </p:sp>
      <p:sp>
        <p:nvSpPr>
          <p:cNvPr id="66" name="Shape 59"/>
          <p:cNvSpPr/>
          <p:nvPr/>
        </p:nvSpPr>
        <p:spPr>
          <a:xfrm>
            <a:off x="5068336" y="2043437"/>
            <a:ext cx="0" cy="1951947"/>
          </a:xfrm>
          <a:prstGeom prst="line">
            <a:avLst/>
          </a:prstGeom>
          <a:noFill/>
          <a:ln w="6350">
            <a:solidFill>
              <a:srgbClr val="F0F0F0"/>
            </a:solidFill>
            <a:prstDash val="solid"/>
          </a:ln>
        </p:spPr>
      </p:sp>
      <p:sp>
        <p:nvSpPr>
          <p:cNvPr id="67" name="Shape 60"/>
          <p:cNvSpPr/>
          <p:nvPr/>
        </p:nvSpPr>
        <p:spPr>
          <a:xfrm>
            <a:off x="5251216" y="2043437"/>
            <a:ext cx="0" cy="1951947"/>
          </a:xfrm>
          <a:prstGeom prst="line">
            <a:avLst/>
          </a:prstGeom>
          <a:noFill/>
          <a:ln w="6350">
            <a:solidFill>
              <a:srgbClr val="F0F0F0"/>
            </a:solidFill>
            <a:prstDash val="solid"/>
          </a:ln>
        </p:spPr>
      </p:sp>
      <p:sp>
        <p:nvSpPr>
          <p:cNvPr id="68" name="Shape 61"/>
          <p:cNvSpPr/>
          <p:nvPr/>
        </p:nvSpPr>
        <p:spPr>
          <a:xfrm>
            <a:off x="5434096" y="2043437"/>
            <a:ext cx="0" cy="1951947"/>
          </a:xfrm>
          <a:prstGeom prst="line">
            <a:avLst/>
          </a:prstGeom>
          <a:noFill/>
          <a:ln w="6350">
            <a:solidFill>
              <a:srgbClr val="F0F0F0"/>
            </a:solidFill>
            <a:prstDash val="solid"/>
          </a:ln>
        </p:spPr>
      </p:sp>
      <p:sp>
        <p:nvSpPr>
          <p:cNvPr id="69" name="Shape 62"/>
          <p:cNvSpPr/>
          <p:nvPr/>
        </p:nvSpPr>
        <p:spPr>
          <a:xfrm>
            <a:off x="1874520" y="1951997"/>
            <a:ext cx="2377440" cy="1371600"/>
          </a:xfrm>
          <a:prstGeom prst="roundRect">
            <a:avLst>
              <a:gd name="adj" fmla="val 3333"/>
            </a:avLst>
          </a:prstGeom>
          <a:solidFill>
            <a:srgbClr val="FFFFFF"/>
          </a:solidFill>
          <a:ln w="9525">
            <a:solidFill>
              <a:srgbClr val="AAAAAA"/>
            </a:solidFill>
            <a:prstDash val="solid"/>
          </a:ln>
        </p:spPr>
      </p:sp>
      <p:sp>
        <p:nvSpPr>
          <p:cNvPr id="70" name="Text 63"/>
          <p:cNvSpPr txBox="1"/>
          <p:nvPr/>
        </p:nvSpPr>
        <p:spPr>
          <a:xfrm>
            <a:off x="2011680" y="2043437"/>
            <a:ext cx="1828800" cy="182880"/>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Save diagrams to:</a:t>
            </a:r>
            <a:endParaRPr lang="en-US" sz="800" dirty="0"/>
          </a:p>
        </p:txBody>
      </p:sp>
      <p:sp>
        <p:nvSpPr>
          <p:cNvPr id="71" name="Shape 64"/>
          <p:cNvSpPr/>
          <p:nvPr/>
        </p:nvSpPr>
        <p:spPr>
          <a:xfrm>
            <a:off x="2011680" y="2317757"/>
            <a:ext cx="502920" cy="502920"/>
          </a:xfrm>
          <a:prstGeom prst="roundRect">
            <a:avLst>
              <a:gd name="adj" fmla="val 9091"/>
            </a:avLst>
          </a:prstGeom>
          <a:solidFill>
            <a:srgbClr val="F5F5F5"/>
          </a:solidFill>
          <a:ln w="12700">
            <a:solidFill>
              <a:srgbClr val="F5F5F5"/>
            </a:solidFill>
            <a:prstDash val="solid"/>
          </a:ln>
        </p:spPr>
      </p:sp>
      <p:sp>
        <p:nvSpPr>
          <p:cNvPr id="72" name="Text 65"/>
          <p:cNvSpPr txBox="1"/>
          <p:nvPr/>
        </p:nvSpPr>
        <p:spPr>
          <a:xfrm>
            <a:off x="2011680" y="2665229"/>
            <a:ext cx="502920" cy="137160"/>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Google Drive</a:t>
            </a:r>
            <a:endParaRPr lang="en-US" sz="500" dirty="0"/>
          </a:p>
        </p:txBody>
      </p:sp>
      <p:sp>
        <p:nvSpPr>
          <p:cNvPr id="73" name="Shape 66"/>
          <p:cNvSpPr/>
          <p:nvPr/>
        </p:nvSpPr>
        <p:spPr>
          <a:xfrm>
            <a:off x="2560320" y="2317757"/>
            <a:ext cx="502920" cy="502920"/>
          </a:xfrm>
          <a:prstGeom prst="roundRect">
            <a:avLst>
              <a:gd name="adj" fmla="val 9091"/>
            </a:avLst>
          </a:prstGeom>
          <a:solidFill>
            <a:srgbClr val="F5F5F5"/>
          </a:solidFill>
          <a:ln w="12700">
            <a:solidFill>
              <a:srgbClr val="F5F5F5"/>
            </a:solidFill>
            <a:prstDash val="solid"/>
          </a:ln>
        </p:spPr>
      </p:sp>
      <p:sp>
        <p:nvSpPr>
          <p:cNvPr id="74" name="Text 67"/>
          <p:cNvSpPr txBox="1"/>
          <p:nvPr/>
        </p:nvSpPr>
        <p:spPr>
          <a:xfrm>
            <a:off x="2560320" y="2665229"/>
            <a:ext cx="502920" cy="137160"/>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OneDrive</a:t>
            </a:r>
            <a:endParaRPr lang="en-US" sz="500" dirty="0"/>
          </a:p>
        </p:txBody>
      </p:sp>
      <p:sp>
        <p:nvSpPr>
          <p:cNvPr id="75" name="Shape 68"/>
          <p:cNvSpPr/>
          <p:nvPr/>
        </p:nvSpPr>
        <p:spPr>
          <a:xfrm>
            <a:off x="3108960" y="2317757"/>
            <a:ext cx="502920" cy="502920"/>
          </a:xfrm>
          <a:prstGeom prst="roundRect">
            <a:avLst>
              <a:gd name="adj" fmla="val 9091"/>
            </a:avLst>
          </a:prstGeom>
          <a:solidFill>
            <a:srgbClr val="F5F5F5"/>
          </a:solidFill>
          <a:ln w="12700">
            <a:solidFill>
              <a:srgbClr val="F5F5F5"/>
            </a:solidFill>
            <a:prstDash val="solid"/>
          </a:ln>
        </p:spPr>
      </p:sp>
      <p:sp>
        <p:nvSpPr>
          <p:cNvPr id="76" name="Text 69"/>
          <p:cNvSpPr txBox="1"/>
          <p:nvPr/>
        </p:nvSpPr>
        <p:spPr>
          <a:xfrm>
            <a:off x="3108960" y="2665229"/>
            <a:ext cx="502920" cy="137160"/>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Device</a:t>
            </a:r>
            <a:endParaRPr lang="en-US" sz="500" dirty="0"/>
          </a:p>
        </p:txBody>
      </p:sp>
      <p:sp>
        <p:nvSpPr>
          <p:cNvPr id="77" name="Shape 70"/>
          <p:cNvSpPr/>
          <p:nvPr/>
        </p:nvSpPr>
        <p:spPr>
          <a:xfrm>
            <a:off x="3657600" y="2317757"/>
            <a:ext cx="502920" cy="502920"/>
          </a:xfrm>
          <a:prstGeom prst="roundRect">
            <a:avLst>
              <a:gd name="adj" fmla="val 9091"/>
            </a:avLst>
          </a:prstGeom>
          <a:solidFill>
            <a:srgbClr val="F5F5F5"/>
          </a:solidFill>
          <a:ln w="12700">
            <a:solidFill>
              <a:srgbClr val="F5F5F5"/>
            </a:solidFill>
            <a:prstDash val="solid"/>
          </a:ln>
        </p:spPr>
      </p:sp>
      <p:sp>
        <p:nvSpPr>
          <p:cNvPr id="78" name="Text 71"/>
          <p:cNvSpPr txBox="1"/>
          <p:nvPr/>
        </p:nvSpPr>
        <p:spPr>
          <a:xfrm>
            <a:off x="3657600" y="2665229"/>
            <a:ext cx="502920" cy="137160"/>
          </a:xfrm>
          <a:prstGeom prst="rect">
            <a:avLst/>
          </a:prstGeom>
          <a:noFill/>
          <a:ln/>
        </p:spPr>
        <p:txBody>
          <a:bodyPr wrap="square" lIns="0" tIns="0" rIns="0" bIns="0" rtlCol="0" anchor="t"/>
          <a:lstStyle/>
          <a:p>
            <a:pPr algn="ctr" indent="0" marL="0">
              <a:buNone/>
            </a:pPr>
            <a:r>
              <a:rPr lang="en-US" sz="500" dirty="0">
                <a:solidFill>
                  <a:srgbClr val="1E2A26"/>
                </a:solidFill>
                <a:latin typeface="Calibri" pitchFamily="34" charset="0"/>
                <a:ea typeface="Calibri" pitchFamily="34" charset="-122"/>
                <a:cs typeface="Calibri" pitchFamily="34" charset="-120"/>
              </a:rPr>
              <a:t>Decide later</a:t>
            </a:r>
            <a:endParaRPr lang="en-US" sz="500" dirty="0"/>
          </a:p>
        </p:txBody>
      </p:sp>
      <p:sp>
        <p:nvSpPr>
          <p:cNvPr id="79" name="Shape 72"/>
          <p:cNvSpPr/>
          <p:nvPr/>
        </p:nvSpPr>
        <p:spPr>
          <a:xfrm>
            <a:off x="3081528" y="2290325"/>
            <a:ext cx="557784" cy="557784"/>
          </a:xfrm>
          <a:prstGeom prst="roundRect">
            <a:avLst>
              <a:gd name="adj" fmla="val 8197"/>
            </a:avLst>
          </a:prstGeom>
          <a:solidFill>
            <a:srgbClr val="FFFFFF">
              <a:alpha val="0"/>
            </a:srgbClr>
          </a:solidFill>
          <a:ln w="31750">
            <a:solidFill>
              <a:srgbClr val="E53935"/>
            </a:solidFill>
            <a:prstDash val="solid"/>
          </a:ln>
        </p:spPr>
      </p:sp>
      <p:sp>
        <p:nvSpPr>
          <p:cNvPr id="80" name="Shape 73"/>
          <p:cNvSpPr/>
          <p:nvPr/>
        </p:nvSpPr>
        <p:spPr>
          <a:xfrm>
            <a:off x="3502152" y="2153165"/>
            <a:ext cx="274320" cy="274320"/>
          </a:xfrm>
          <a:prstGeom prst="ellipse">
            <a:avLst/>
          </a:prstGeom>
          <a:solidFill>
            <a:srgbClr val="E53935"/>
          </a:solidFill>
          <a:ln w="12700">
            <a:solidFill>
              <a:srgbClr val="FFFFFF"/>
            </a:solidFill>
            <a:prstDash val="solid"/>
          </a:ln>
        </p:spPr>
      </p:sp>
      <p:sp>
        <p:nvSpPr>
          <p:cNvPr id="81" name="Text 74"/>
          <p:cNvSpPr txBox="1"/>
          <p:nvPr/>
        </p:nvSpPr>
        <p:spPr>
          <a:xfrm>
            <a:off x="3502152" y="21531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pic>
        <p:nvPicPr>
          <p:cNvPr id="82" name="Image 5" descr="preencoded.png">    </p:cNvPr>
          <p:cNvPicPr>
            <a:picLocks noChangeAspect="1"/>
          </p:cNvPicPr>
          <p:nvPr/>
        </p:nvPicPr>
        <p:blipFill>
          <a:blip r:embed="rId6"/>
          <a:stretch>
            <a:fillRect/>
          </a:stretch>
        </p:blipFill>
        <p:spPr>
          <a:xfrm>
            <a:off x="3385566" y="2594363"/>
            <a:ext cx="237744" cy="237744"/>
          </a:xfrm>
          <a:prstGeom prst="rect">
            <a:avLst/>
          </a:prstGeom>
        </p:spPr>
      </p:pic>
      <p:sp>
        <p:nvSpPr>
          <p:cNvPr id="83" name="Text 75"/>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1</a:t>
            </a:r>
            <a:endParaRPr lang="en-US" sz="1200" dirty="0"/>
          </a:p>
        </p:txBody>
      </p:sp>
      <p:sp>
        <p:nvSpPr>
          <p:cNvPr id="84" name="Text 76"/>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Buka app.diagrams.net</a:t>
            </a:r>
            <a:endParaRPr lang="en-US" sz="1800" dirty="0"/>
          </a:p>
        </p:txBody>
      </p:sp>
      <p:sp>
        <p:nvSpPr>
          <p:cNvPr id="85" name="Text 77"/>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Ketik app.diagrams.net di browser. Pada pilihan penyimpanan, klik Device (perangkat) atau Google Drive akun kelas.</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Membuka</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2/8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Flowchart_Pinjam_Buku_Kel2.drawio - draw.io</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app.diagrams.net</a:t>
            </a:r>
            <a:endParaRPr lang="en-US" sz="800" dirty="0"/>
          </a:p>
        </p:txBody>
      </p:sp>
      <p:sp>
        <p:nvSpPr>
          <p:cNvPr id="28" name="Text 21"/>
          <p:cNvSpPr txBox="1"/>
          <p:nvPr/>
        </p:nvSpPr>
        <p:spPr>
          <a:xfrm>
            <a:off x="679216" y="169596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Flowchart_Pinjam_Buku_Kel2</a:t>
            </a:r>
            <a:endParaRPr lang="en-US" sz="800" dirty="0"/>
          </a:p>
        </p:txBody>
      </p:sp>
      <p:sp>
        <p:nvSpPr>
          <p:cNvPr id="29" name="Text 22"/>
          <p:cNvSpPr txBox="1"/>
          <p:nvPr/>
        </p:nvSpPr>
        <p:spPr>
          <a:xfrm>
            <a:off x="67921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File</a:t>
            </a:r>
            <a:endParaRPr lang="en-US" sz="650" dirty="0"/>
          </a:p>
        </p:txBody>
      </p:sp>
      <p:sp>
        <p:nvSpPr>
          <p:cNvPr id="30" name="Text 23"/>
          <p:cNvSpPr txBox="1"/>
          <p:nvPr/>
        </p:nvSpPr>
        <p:spPr>
          <a:xfrm>
            <a:off x="1063264"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Edit</a:t>
            </a:r>
            <a:endParaRPr lang="en-US" sz="650" dirty="0"/>
          </a:p>
        </p:txBody>
      </p:sp>
      <p:sp>
        <p:nvSpPr>
          <p:cNvPr id="31" name="Text 24"/>
          <p:cNvSpPr txBox="1"/>
          <p:nvPr/>
        </p:nvSpPr>
        <p:spPr>
          <a:xfrm>
            <a:off x="1447312"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View</a:t>
            </a:r>
            <a:endParaRPr lang="en-US" sz="650" dirty="0"/>
          </a:p>
        </p:txBody>
      </p:sp>
      <p:sp>
        <p:nvSpPr>
          <p:cNvPr id="32" name="Text 25"/>
          <p:cNvSpPr txBox="1"/>
          <p:nvPr/>
        </p:nvSpPr>
        <p:spPr>
          <a:xfrm>
            <a:off x="1831360"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Arrange</a:t>
            </a:r>
            <a:endParaRPr lang="en-US" sz="650" dirty="0"/>
          </a:p>
        </p:txBody>
      </p:sp>
      <p:sp>
        <p:nvSpPr>
          <p:cNvPr id="33" name="Text 26"/>
          <p:cNvSpPr txBox="1"/>
          <p:nvPr/>
        </p:nvSpPr>
        <p:spPr>
          <a:xfrm>
            <a:off x="2215408"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Extras</a:t>
            </a:r>
            <a:endParaRPr lang="en-US" sz="650" dirty="0"/>
          </a:p>
        </p:txBody>
      </p:sp>
      <p:sp>
        <p:nvSpPr>
          <p:cNvPr id="34" name="Text 27"/>
          <p:cNvSpPr txBox="1"/>
          <p:nvPr/>
        </p:nvSpPr>
        <p:spPr>
          <a:xfrm>
            <a:off x="259945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Help</a:t>
            </a:r>
            <a:endParaRPr lang="en-US" sz="650" dirty="0"/>
          </a:p>
        </p:txBody>
      </p:sp>
      <p:sp>
        <p:nvSpPr>
          <p:cNvPr id="35" name="Shape 28"/>
          <p:cNvSpPr/>
          <p:nvPr/>
        </p:nvSpPr>
        <p:spPr>
          <a:xfrm>
            <a:off x="587776" y="2043437"/>
            <a:ext cx="960120" cy="1951947"/>
          </a:xfrm>
          <a:prstGeom prst="rect">
            <a:avLst/>
          </a:prstGeom>
          <a:solidFill>
            <a:srgbClr val="F5F5F5"/>
          </a:solidFill>
          <a:ln w="6350">
            <a:solidFill>
              <a:srgbClr val="DDDDDD"/>
            </a:solidFill>
            <a:prstDash val="solid"/>
          </a:ln>
        </p:spPr>
      </p:sp>
      <p:sp>
        <p:nvSpPr>
          <p:cNvPr id="36" name="Text 29"/>
          <p:cNvSpPr txBox="1"/>
          <p:nvPr/>
        </p:nvSpPr>
        <p:spPr>
          <a:xfrm>
            <a:off x="642640" y="2080013"/>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General</a:t>
            </a:r>
            <a:endParaRPr lang="en-US" sz="650" dirty="0"/>
          </a:p>
        </p:txBody>
      </p:sp>
      <p:sp>
        <p:nvSpPr>
          <p:cNvPr id="37" name="Shape 30"/>
          <p:cNvSpPr/>
          <p:nvPr/>
        </p:nvSpPr>
        <p:spPr>
          <a:xfrm>
            <a:off x="660928" y="2272037"/>
            <a:ext cx="384048" cy="292608"/>
          </a:xfrm>
          <a:prstGeom prst="rect">
            <a:avLst/>
          </a:prstGeom>
          <a:solidFill>
            <a:srgbClr val="FFFFFF"/>
          </a:solidFill>
          <a:ln w="15875">
            <a:solidFill>
              <a:srgbClr val="1F7A5C"/>
            </a:solidFill>
            <a:prstDash val="solid"/>
          </a:ln>
        </p:spPr>
      </p:sp>
      <p:sp>
        <p:nvSpPr>
          <p:cNvPr id="38" name="Text 31"/>
          <p:cNvSpPr txBox="1"/>
          <p:nvPr/>
        </p:nvSpPr>
        <p:spPr>
          <a:xfrm>
            <a:off x="688360"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39" name="Shape 32"/>
          <p:cNvSpPr/>
          <p:nvPr/>
        </p:nvSpPr>
        <p:spPr>
          <a:xfrm>
            <a:off x="1099840" y="2272037"/>
            <a:ext cx="384048" cy="292608"/>
          </a:xfrm>
          <a:prstGeom prst="roundRect">
            <a:avLst>
              <a:gd name="adj" fmla="val 50000"/>
            </a:avLst>
          </a:prstGeom>
          <a:solidFill>
            <a:srgbClr val="D6EEDF"/>
          </a:solidFill>
          <a:ln w="15875">
            <a:solidFill>
              <a:srgbClr val="1F7A5C"/>
            </a:solidFill>
            <a:prstDash val="solid"/>
          </a:ln>
        </p:spPr>
      </p:sp>
      <p:sp>
        <p:nvSpPr>
          <p:cNvPr id="40" name="Text 33"/>
          <p:cNvSpPr txBox="1"/>
          <p:nvPr/>
        </p:nvSpPr>
        <p:spPr>
          <a:xfrm>
            <a:off x="1127272"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41" name="Shape 34"/>
          <p:cNvSpPr/>
          <p:nvPr/>
        </p:nvSpPr>
        <p:spPr>
          <a:xfrm>
            <a:off x="660928" y="2656085"/>
            <a:ext cx="384048" cy="292608"/>
          </a:xfrm>
          <a:prstGeom prst="diamond">
            <a:avLst/>
          </a:prstGeom>
          <a:solidFill>
            <a:srgbClr val="FFF3CD"/>
          </a:solidFill>
          <a:ln w="15875">
            <a:solidFill>
              <a:srgbClr val="D4A017"/>
            </a:solidFill>
            <a:prstDash val="solid"/>
          </a:ln>
        </p:spPr>
      </p:sp>
      <p:sp>
        <p:nvSpPr>
          <p:cNvPr id="42" name="Text 35"/>
          <p:cNvSpPr txBox="1"/>
          <p:nvPr/>
        </p:nvSpPr>
        <p:spPr>
          <a:xfrm>
            <a:off x="688360"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3" name="Shape 36"/>
          <p:cNvSpPr/>
          <p:nvPr/>
        </p:nvSpPr>
        <p:spPr>
          <a:xfrm>
            <a:off x="1099840" y="2656085"/>
            <a:ext cx="384048" cy="292608"/>
          </a:xfrm>
          <a:prstGeom prst="parallelogram">
            <a:avLst/>
          </a:prstGeom>
          <a:solidFill>
            <a:srgbClr val="E3F2FD"/>
          </a:solidFill>
          <a:ln w="15875">
            <a:solidFill>
              <a:srgbClr val="0078D4"/>
            </a:solidFill>
            <a:prstDash val="solid"/>
          </a:ln>
        </p:spPr>
      </p:sp>
      <p:sp>
        <p:nvSpPr>
          <p:cNvPr id="44" name="Text 37"/>
          <p:cNvSpPr txBox="1"/>
          <p:nvPr/>
        </p:nvSpPr>
        <p:spPr>
          <a:xfrm>
            <a:off x="1127272"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5" name="Text 38"/>
          <p:cNvSpPr txBox="1"/>
          <p:nvPr/>
        </p:nvSpPr>
        <p:spPr>
          <a:xfrm>
            <a:off x="642640" y="3094997"/>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Flowchart</a:t>
            </a:r>
            <a:endParaRPr lang="en-US" sz="650" dirty="0"/>
          </a:p>
        </p:txBody>
      </p:sp>
      <p:sp>
        <p:nvSpPr>
          <p:cNvPr id="46" name="Shape 39"/>
          <p:cNvSpPr/>
          <p:nvPr/>
        </p:nvSpPr>
        <p:spPr>
          <a:xfrm>
            <a:off x="1593616" y="2043437"/>
            <a:ext cx="3899367" cy="1951947"/>
          </a:xfrm>
          <a:prstGeom prst="rect">
            <a:avLst/>
          </a:prstGeom>
          <a:solidFill>
            <a:srgbClr val="FFFFFF"/>
          </a:solidFill>
          <a:ln w="12700">
            <a:solidFill>
              <a:srgbClr val="FFFFFF"/>
            </a:solidFill>
            <a:prstDash val="solid"/>
          </a:ln>
        </p:spPr>
      </p:sp>
      <p:sp>
        <p:nvSpPr>
          <p:cNvPr id="47" name="Shape 40"/>
          <p:cNvSpPr/>
          <p:nvPr/>
        </p:nvSpPr>
        <p:spPr>
          <a:xfrm>
            <a:off x="1593616" y="2043437"/>
            <a:ext cx="0" cy="1951947"/>
          </a:xfrm>
          <a:prstGeom prst="line">
            <a:avLst/>
          </a:prstGeom>
          <a:noFill/>
          <a:ln w="6350">
            <a:solidFill>
              <a:srgbClr val="F0F0F0"/>
            </a:solidFill>
            <a:prstDash val="solid"/>
          </a:ln>
        </p:spPr>
      </p:sp>
      <p:sp>
        <p:nvSpPr>
          <p:cNvPr id="48" name="Shape 41"/>
          <p:cNvSpPr/>
          <p:nvPr/>
        </p:nvSpPr>
        <p:spPr>
          <a:xfrm>
            <a:off x="1776496" y="2043437"/>
            <a:ext cx="0" cy="1951947"/>
          </a:xfrm>
          <a:prstGeom prst="line">
            <a:avLst/>
          </a:prstGeom>
          <a:noFill/>
          <a:ln w="6350">
            <a:solidFill>
              <a:srgbClr val="F0F0F0"/>
            </a:solidFill>
            <a:prstDash val="solid"/>
          </a:ln>
        </p:spPr>
      </p:sp>
      <p:sp>
        <p:nvSpPr>
          <p:cNvPr id="49" name="Shape 42"/>
          <p:cNvSpPr/>
          <p:nvPr/>
        </p:nvSpPr>
        <p:spPr>
          <a:xfrm>
            <a:off x="1959376" y="2043437"/>
            <a:ext cx="0" cy="1951947"/>
          </a:xfrm>
          <a:prstGeom prst="line">
            <a:avLst/>
          </a:prstGeom>
          <a:noFill/>
          <a:ln w="6350">
            <a:solidFill>
              <a:srgbClr val="F0F0F0"/>
            </a:solidFill>
            <a:prstDash val="solid"/>
          </a:ln>
        </p:spPr>
      </p:sp>
      <p:sp>
        <p:nvSpPr>
          <p:cNvPr id="50" name="Shape 43"/>
          <p:cNvSpPr/>
          <p:nvPr/>
        </p:nvSpPr>
        <p:spPr>
          <a:xfrm>
            <a:off x="2142256" y="2043437"/>
            <a:ext cx="0" cy="1951947"/>
          </a:xfrm>
          <a:prstGeom prst="line">
            <a:avLst/>
          </a:prstGeom>
          <a:noFill/>
          <a:ln w="6350">
            <a:solidFill>
              <a:srgbClr val="F0F0F0"/>
            </a:solidFill>
            <a:prstDash val="solid"/>
          </a:ln>
        </p:spPr>
      </p:sp>
      <p:sp>
        <p:nvSpPr>
          <p:cNvPr id="51" name="Shape 44"/>
          <p:cNvSpPr/>
          <p:nvPr/>
        </p:nvSpPr>
        <p:spPr>
          <a:xfrm>
            <a:off x="2325136" y="2043437"/>
            <a:ext cx="0" cy="1951947"/>
          </a:xfrm>
          <a:prstGeom prst="line">
            <a:avLst/>
          </a:prstGeom>
          <a:noFill/>
          <a:ln w="6350">
            <a:solidFill>
              <a:srgbClr val="F0F0F0"/>
            </a:solidFill>
            <a:prstDash val="solid"/>
          </a:ln>
        </p:spPr>
      </p:sp>
      <p:sp>
        <p:nvSpPr>
          <p:cNvPr id="52" name="Shape 45"/>
          <p:cNvSpPr/>
          <p:nvPr/>
        </p:nvSpPr>
        <p:spPr>
          <a:xfrm>
            <a:off x="2508016" y="2043437"/>
            <a:ext cx="0" cy="1951947"/>
          </a:xfrm>
          <a:prstGeom prst="line">
            <a:avLst/>
          </a:prstGeom>
          <a:noFill/>
          <a:ln w="6350">
            <a:solidFill>
              <a:srgbClr val="F0F0F0"/>
            </a:solidFill>
            <a:prstDash val="solid"/>
          </a:ln>
        </p:spPr>
      </p:sp>
      <p:sp>
        <p:nvSpPr>
          <p:cNvPr id="53" name="Shape 46"/>
          <p:cNvSpPr/>
          <p:nvPr/>
        </p:nvSpPr>
        <p:spPr>
          <a:xfrm>
            <a:off x="2690896" y="2043437"/>
            <a:ext cx="0" cy="1951947"/>
          </a:xfrm>
          <a:prstGeom prst="line">
            <a:avLst/>
          </a:prstGeom>
          <a:noFill/>
          <a:ln w="6350">
            <a:solidFill>
              <a:srgbClr val="F0F0F0"/>
            </a:solidFill>
            <a:prstDash val="solid"/>
          </a:ln>
        </p:spPr>
      </p:sp>
      <p:sp>
        <p:nvSpPr>
          <p:cNvPr id="54" name="Shape 47"/>
          <p:cNvSpPr/>
          <p:nvPr/>
        </p:nvSpPr>
        <p:spPr>
          <a:xfrm>
            <a:off x="2873776" y="2043437"/>
            <a:ext cx="0" cy="1951947"/>
          </a:xfrm>
          <a:prstGeom prst="line">
            <a:avLst/>
          </a:prstGeom>
          <a:noFill/>
          <a:ln w="6350">
            <a:solidFill>
              <a:srgbClr val="F0F0F0"/>
            </a:solidFill>
            <a:prstDash val="solid"/>
          </a:ln>
        </p:spPr>
      </p:sp>
      <p:sp>
        <p:nvSpPr>
          <p:cNvPr id="55" name="Shape 48"/>
          <p:cNvSpPr/>
          <p:nvPr/>
        </p:nvSpPr>
        <p:spPr>
          <a:xfrm>
            <a:off x="3056656" y="2043437"/>
            <a:ext cx="0" cy="1951947"/>
          </a:xfrm>
          <a:prstGeom prst="line">
            <a:avLst/>
          </a:prstGeom>
          <a:noFill/>
          <a:ln w="6350">
            <a:solidFill>
              <a:srgbClr val="F0F0F0"/>
            </a:solidFill>
            <a:prstDash val="solid"/>
          </a:ln>
        </p:spPr>
      </p:sp>
      <p:sp>
        <p:nvSpPr>
          <p:cNvPr id="56" name="Shape 49"/>
          <p:cNvSpPr/>
          <p:nvPr/>
        </p:nvSpPr>
        <p:spPr>
          <a:xfrm>
            <a:off x="3239536" y="2043437"/>
            <a:ext cx="0" cy="1951947"/>
          </a:xfrm>
          <a:prstGeom prst="line">
            <a:avLst/>
          </a:prstGeom>
          <a:noFill/>
          <a:ln w="6350">
            <a:solidFill>
              <a:srgbClr val="F0F0F0"/>
            </a:solidFill>
            <a:prstDash val="solid"/>
          </a:ln>
        </p:spPr>
      </p:sp>
      <p:sp>
        <p:nvSpPr>
          <p:cNvPr id="57" name="Shape 50"/>
          <p:cNvSpPr/>
          <p:nvPr/>
        </p:nvSpPr>
        <p:spPr>
          <a:xfrm>
            <a:off x="3422416" y="2043437"/>
            <a:ext cx="0" cy="1951947"/>
          </a:xfrm>
          <a:prstGeom prst="line">
            <a:avLst/>
          </a:prstGeom>
          <a:noFill/>
          <a:ln w="6350">
            <a:solidFill>
              <a:srgbClr val="F0F0F0"/>
            </a:solidFill>
            <a:prstDash val="solid"/>
          </a:ln>
        </p:spPr>
      </p:sp>
      <p:sp>
        <p:nvSpPr>
          <p:cNvPr id="58" name="Shape 51"/>
          <p:cNvSpPr/>
          <p:nvPr/>
        </p:nvSpPr>
        <p:spPr>
          <a:xfrm>
            <a:off x="3605296" y="2043437"/>
            <a:ext cx="0" cy="1951947"/>
          </a:xfrm>
          <a:prstGeom prst="line">
            <a:avLst/>
          </a:prstGeom>
          <a:noFill/>
          <a:ln w="6350">
            <a:solidFill>
              <a:srgbClr val="F0F0F0"/>
            </a:solidFill>
            <a:prstDash val="solid"/>
          </a:ln>
        </p:spPr>
      </p:sp>
      <p:sp>
        <p:nvSpPr>
          <p:cNvPr id="59" name="Shape 52"/>
          <p:cNvSpPr/>
          <p:nvPr/>
        </p:nvSpPr>
        <p:spPr>
          <a:xfrm>
            <a:off x="3788176" y="2043437"/>
            <a:ext cx="0" cy="1951947"/>
          </a:xfrm>
          <a:prstGeom prst="line">
            <a:avLst/>
          </a:prstGeom>
          <a:noFill/>
          <a:ln w="6350">
            <a:solidFill>
              <a:srgbClr val="F0F0F0"/>
            </a:solidFill>
            <a:prstDash val="solid"/>
          </a:ln>
        </p:spPr>
      </p:sp>
      <p:sp>
        <p:nvSpPr>
          <p:cNvPr id="60" name="Shape 53"/>
          <p:cNvSpPr/>
          <p:nvPr/>
        </p:nvSpPr>
        <p:spPr>
          <a:xfrm>
            <a:off x="3971056" y="2043437"/>
            <a:ext cx="0" cy="1951947"/>
          </a:xfrm>
          <a:prstGeom prst="line">
            <a:avLst/>
          </a:prstGeom>
          <a:noFill/>
          <a:ln w="6350">
            <a:solidFill>
              <a:srgbClr val="F0F0F0"/>
            </a:solidFill>
            <a:prstDash val="solid"/>
          </a:ln>
        </p:spPr>
      </p:sp>
      <p:sp>
        <p:nvSpPr>
          <p:cNvPr id="61" name="Shape 54"/>
          <p:cNvSpPr/>
          <p:nvPr/>
        </p:nvSpPr>
        <p:spPr>
          <a:xfrm>
            <a:off x="4153936" y="2043437"/>
            <a:ext cx="0" cy="1951947"/>
          </a:xfrm>
          <a:prstGeom prst="line">
            <a:avLst/>
          </a:prstGeom>
          <a:noFill/>
          <a:ln w="6350">
            <a:solidFill>
              <a:srgbClr val="F0F0F0"/>
            </a:solidFill>
            <a:prstDash val="solid"/>
          </a:ln>
        </p:spPr>
      </p:sp>
      <p:sp>
        <p:nvSpPr>
          <p:cNvPr id="62" name="Shape 55"/>
          <p:cNvSpPr/>
          <p:nvPr/>
        </p:nvSpPr>
        <p:spPr>
          <a:xfrm>
            <a:off x="4336816" y="2043437"/>
            <a:ext cx="0" cy="1951947"/>
          </a:xfrm>
          <a:prstGeom prst="line">
            <a:avLst/>
          </a:prstGeom>
          <a:noFill/>
          <a:ln w="6350">
            <a:solidFill>
              <a:srgbClr val="F0F0F0"/>
            </a:solidFill>
            <a:prstDash val="solid"/>
          </a:ln>
        </p:spPr>
      </p:sp>
      <p:sp>
        <p:nvSpPr>
          <p:cNvPr id="63" name="Shape 56"/>
          <p:cNvSpPr/>
          <p:nvPr/>
        </p:nvSpPr>
        <p:spPr>
          <a:xfrm>
            <a:off x="4519696" y="2043437"/>
            <a:ext cx="0" cy="1951947"/>
          </a:xfrm>
          <a:prstGeom prst="line">
            <a:avLst/>
          </a:prstGeom>
          <a:noFill/>
          <a:ln w="6350">
            <a:solidFill>
              <a:srgbClr val="F0F0F0"/>
            </a:solidFill>
            <a:prstDash val="solid"/>
          </a:ln>
        </p:spPr>
      </p:sp>
      <p:sp>
        <p:nvSpPr>
          <p:cNvPr id="64" name="Shape 57"/>
          <p:cNvSpPr/>
          <p:nvPr/>
        </p:nvSpPr>
        <p:spPr>
          <a:xfrm>
            <a:off x="4702576" y="2043437"/>
            <a:ext cx="0" cy="1951947"/>
          </a:xfrm>
          <a:prstGeom prst="line">
            <a:avLst/>
          </a:prstGeom>
          <a:noFill/>
          <a:ln w="6350">
            <a:solidFill>
              <a:srgbClr val="F0F0F0"/>
            </a:solidFill>
            <a:prstDash val="solid"/>
          </a:ln>
        </p:spPr>
      </p:sp>
      <p:sp>
        <p:nvSpPr>
          <p:cNvPr id="65" name="Shape 58"/>
          <p:cNvSpPr/>
          <p:nvPr/>
        </p:nvSpPr>
        <p:spPr>
          <a:xfrm>
            <a:off x="4885456" y="2043437"/>
            <a:ext cx="0" cy="1951947"/>
          </a:xfrm>
          <a:prstGeom prst="line">
            <a:avLst/>
          </a:prstGeom>
          <a:noFill/>
          <a:ln w="6350">
            <a:solidFill>
              <a:srgbClr val="F0F0F0"/>
            </a:solidFill>
            <a:prstDash val="solid"/>
          </a:ln>
        </p:spPr>
      </p:sp>
      <p:sp>
        <p:nvSpPr>
          <p:cNvPr id="66" name="Shape 59"/>
          <p:cNvSpPr/>
          <p:nvPr/>
        </p:nvSpPr>
        <p:spPr>
          <a:xfrm>
            <a:off x="5068336" y="2043437"/>
            <a:ext cx="0" cy="1951947"/>
          </a:xfrm>
          <a:prstGeom prst="line">
            <a:avLst/>
          </a:prstGeom>
          <a:noFill/>
          <a:ln w="6350">
            <a:solidFill>
              <a:srgbClr val="F0F0F0"/>
            </a:solidFill>
            <a:prstDash val="solid"/>
          </a:ln>
        </p:spPr>
      </p:sp>
      <p:sp>
        <p:nvSpPr>
          <p:cNvPr id="67" name="Shape 60"/>
          <p:cNvSpPr/>
          <p:nvPr/>
        </p:nvSpPr>
        <p:spPr>
          <a:xfrm>
            <a:off x="5251216" y="2043437"/>
            <a:ext cx="0" cy="1951947"/>
          </a:xfrm>
          <a:prstGeom prst="line">
            <a:avLst/>
          </a:prstGeom>
          <a:noFill/>
          <a:ln w="6350">
            <a:solidFill>
              <a:srgbClr val="F0F0F0"/>
            </a:solidFill>
            <a:prstDash val="solid"/>
          </a:ln>
        </p:spPr>
      </p:sp>
      <p:sp>
        <p:nvSpPr>
          <p:cNvPr id="68" name="Shape 61"/>
          <p:cNvSpPr/>
          <p:nvPr/>
        </p:nvSpPr>
        <p:spPr>
          <a:xfrm>
            <a:off x="5434096" y="2043437"/>
            <a:ext cx="0" cy="1951947"/>
          </a:xfrm>
          <a:prstGeom prst="line">
            <a:avLst/>
          </a:prstGeom>
          <a:noFill/>
          <a:ln w="6350">
            <a:solidFill>
              <a:srgbClr val="F0F0F0"/>
            </a:solidFill>
            <a:prstDash val="solid"/>
          </a:ln>
        </p:spPr>
      </p:sp>
      <p:sp>
        <p:nvSpPr>
          <p:cNvPr id="69" name="Shape 62"/>
          <p:cNvSpPr/>
          <p:nvPr/>
        </p:nvSpPr>
        <p:spPr>
          <a:xfrm>
            <a:off x="1575328" y="2025149"/>
            <a:ext cx="3935943" cy="1988523"/>
          </a:xfrm>
          <a:prstGeom prst="roundRect">
            <a:avLst>
              <a:gd name="adj" fmla="val 2299"/>
            </a:avLst>
          </a:prstGeom>
          <a:solidFill>
            <a:srgbClr val="FFFFFF">
              <a:alpha val="0"/>
            </a:srgbClr>
          </a:solidFill>
          <a:ln w="31750">
            <a:solidFill>
              <a:srgbClr val="E53935"/>
            </a:solidFill>
            <a:prstDash val="solid"/>
          </a:ln>
        </p:spPr>
      </p:sp>
      <p:sp>
        <p:nvSpPr>
          <p:cNvPr id="70" name="Shape 63"/>
          <p:cNvSpPr/>
          <p:nvPr/>
        </p:nvSpPr>
        <p:spPr>
          <a:xfrm>
            <a:off x="5374112" y="1887989"/>
            <a:ext cx="274320" cy="274320"/>
          </a:xfrm>
          <a:prstGeom prst="ellipse">
            <a:avLst/>
          </a:prstGeom>
          <a:solidFill>
            <a:srgbClr val="E53935"/>
          </a:solidFill>
          <a:ln w="12700">
            <a:solidFill>
              <a:srgbClr val="FFFFFF"/>
            </a:solidFill>
            <a:prstDash val="solid"/>
          </a:ln>
        </p:spPr>
      </p:sp>
      <p:sp>
        <p:nvSpPr>
          <p:cNvPr id="71" name="Text 64"/>
          <p:cNvSpPr txBox="1"/>
          <p:nvPr/>
        </p:nvSpPr>
        <p:spPr>
          <a:xfrm>
            <a:off x="5374112"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72" name="Shape 65"/>
          <p:cNvSpPr/>
          <p:nvPr/>
        </p:nvSpPr>
        <p:spPr>
          <a:xfrm>
            <a:off x="615208" y="2226317"/>
            <a:ext cx="905256" cy="768096"/>
          </a:xfrm>
          <a:prstGeom prst="roundRect">
            <a:avLst>
              <a:gd name="adj" fmla="val 5952"/>
            </a:avLst>
          </a:prstGeom>
          <a:solidFill>
            <a:srgbClr val="FFFFFF">
              <a:alpha val="0"/>
            </a:srgbClr>
          </a:solidFill>
          <a:ln w="31750">
            <a:solidFill>
              <a:srgbClr val="E53935"/>
            </a:solidFill>
            <a:prstDash val="solid"/>
          </a:ln>
        </p:spPr>
      </p:sp>
      <p:sp>
        <p:nvSpPr>
          <p:cNvPr id="73" name="Shape 66"/>
          <p:cNvSpPr/>
          <p:nvPr/>
        </p:nvSpPr>
        <p:spPr>
          <a:xfrm>
            <a:off x="1383304" y="2089157"/>
            <a:ext cx="274320" cy="274320"/>
          </a:xfrm>
          <a:prstGeom prst="ellipse">
            <a:avLst/>
          </a:prstGeom>
          <a:solidFill>
            <a:srgbClr val="E53935"/>
          </a:solidFill>
          <a:ln w="12700">
            <a:solidFill>
              <a:srgbClr val="FFFFFF"/>
            </a:solidFill>
            <a:prstDash val="solid"/>
          </a:ln>
        </p:spPr>
      </p:sp>
      <p:sp>
        <p:nvSpPr>
          <p:cNvPr id="74" name="Text 67"/>
          <p:cNvSpPr txBox="1"/>
          <p:nvPr/>
        </p:nvSpPr>
        <p:spPr>
          <a:xfrm>
            <a:off x="1383304" y="208915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5" name="Image 5" descr="preencoded.png">    </p:cNvPr>
          <p:cNvPicPr>
            <a:picLocks noChangeAspect="1"/>
          </p:cNvPicPr>
          <p:nvPr/>
        </p:nvPicPr>
        <p:blipFill>
          <a:blip r:embed="rId6"/>
          <a:stretch>
            <a:fillRect/>
          </a:stretch>
        </p:blipFill>
        <p:spPr>
          <a:xfrm>
            <a:off x="1111270" y="2646941"/>
            <a:ext cx="237744" cy="237744"/>
          </a:xfrm>
          <a:prstGeom prst="rect">
            <a:avLst/>
          </a:prstGeom>
        </p:spPr>
      </p:pic>
      <p:sp>
        <p:nvSpPr>
          <p:cNvPr id="76" name="Text 68"/>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2</a:t>
            </a:r>
            <a:endParaRPr lang="en-US" sz="1200" dirty="0"/>
          </a:p>
        </p:txBody>
      </p:sp>
      <p:sp>
        <p:nvSpPr>
          <p:cNvPr id="77" name="Text 69"/>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Create New Diagram › Blank › nama file</a:t>
            </a:r>
            <a:endParaRPr lang="en-US" sz="1800" dirty="0"/>
          </a:p>
        </p:txBody>
      </p:sp>
      <p:sp>
        <p:nvSpPr>
          <p:cNvPr id="78" name="Text 70"/>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Create New Diagram. Pilih Blank Diagram. Beri nama: Flowchart_Pinjam_Buku_Kel2. Klik Create.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3/8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Flowchart_Pinjam_Buku_Kel2.drawio - draw.io</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app.diagrams.net</a:t>
            </a:r>
            <a:endParaRPr lang="en-US" sz="800" dirty="0"/>
          </a:p>
        </p:txBody>
      </p:sp>
      <p:sp>
        <p:nvSpPr>
          <p:cNvPr id="28" name="Text 21"/>
          <p:cNvSpPr txBox="1"/>
          <p:nvPr/>
        </p:nvSpPr>
        <p:spPr>
          <a:xfrm>
            <a:off x="679216" y="169596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Flowchart_Pinjam_Buku_Kel2</a:t>
            </a:r>
            <a:endParaRPr lang="en-US" sz="800" dirty="0"/>
          </a:p>
        </p:txBody>
      </p:sp>
      <p:sp>
        <p:nvSpPr>
          <p:cNvPr id="29" name="Text 22"/>
          <p:cNvSpPr txBox="1"/>
          <p:nvPr/>
        </p:nvSpPr>
        <p:spPr>
          <a:xfrm>
            <a:off x="67921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File</a:t>
            </a:r>
            <a:endParaRPr lang="en-US" sz="650" dirty="0"/>
          </a:p>
        </p:txBody>
      </p:sp>
      <p:sp>
        <p:nvSpPr>
          <p:cNvPr id="30" name="Text 23"/>
          <p:cNvSpPr txBox="1"/>
          <p:nvPr/>
        </p:nvSpPr>
        <p:spPr>
          <a:xfrm>
            <a:off x="1063264"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Edit</a:t>
            </a:r>
            <a:endParaRPr lang="en-US" sz="650" dirty="0"/>
          </a:p>
        </p:txBody>
      </p:sp>
      <p:sp>
        <p:nvSpPr>
          <p:cNvPr id="31" name="Text 24"/>
          <p:cNvSpPr txBox="1"/>
          <p:nvPr/>
        </p:nvSpPr>
        <p:spPr>
          <a:xfrm>
            <a:off x="1447312"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View</a:t>
            </a:r>
            <a:endParaRPr lang="en-US" sz="650" dirty="0"/>
          </a:p>
        </p:txBody>
      </p:sp>
      <p:sp>
        <p:nvSpPr>
          <p:cNvPr id="32" name="Text 25"/>
          <p:cNvSpPr txBox="1"/>
          <p:nvPr/>
        </p:nvSpPr>
        <p:spPr>
          <a:xfrm>
            <a:off x="1831360"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Arrange</a:t>
            </a:r>
            <a:endParaRPr lang="en-US" sz="650" dirty="0"/>
          </a:p>
        </p:txBody>
      </p:sp>
      <p:sp>
        <p:nvSpPr>
          <p:cNvPr id="33" name="Text 26"/>
          <p:cNvSpPr txBox="1"/>
          <p:nvPr/>
        </p:nvSpPr>
        <p:spPr>
          <a:xfrm>
            <a:off x="2215408"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Extras</a:t>
            </a:r>
            <a:endParaRPr lang="en-US" sz="650" dirty="0"/>
          </a:p>
        </p:txBody>
      </p:sp>
      <p:sp>
        <p:nvSpPr>
          <p:cNvPr id="34" name="Text 27"/>
          <p:cNvSpPr txBox="1"/>
          <p:nvPr/>
        </p:nvSpPr>
        <p:spPr>
          <a:xfrm>
            <a:off x="259945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Help</a:t>
            </a:r>
            <a:endParaRPr lang="en-US" sz="650" dirty="0"/>
          </a:p>
        </p:txBody>
      </p:sp>
      <p:sp>
        <p:nvSpPr>
          <p:cNvPr id="35" name="Shape 28"/>
          <p:cNvSpPr/>
          <p:nvPr/>
        </p:nvSpPr>
        <p:spPr>
          <a:xfrm>
            <a:off x="587776" y="2043437"/>
            <a:ext cx="960120" cy="1951947"/>
          </a:xfrm>
          <a:prstGeom prst="rect">
            <a:avLst/>
          </a:prstGeom>
          <a:solidFill>
            <a:srgbClr val="F5F5F5"/>
          </a:solidFill>
          <a:ln w="6350">
            <a:solidFill>
              <a:srgbClr val="DDDDDD"/>
            </a:solidFill>
            <a:prstDash val="solid"/>
          </a:ln>
        </p:spPr>
      </p:sp>
      <p:sp>
        <p:nvSpPr>
          <p:cNvPr id="36" name="Text 29"/>
          <p:cNvSpPr txBox="1"/>
          <p:nvPr/>
        </p:nvSpPr>
        <p:spPr>
          <a:xfrm>
            <a:off x="642640" y="2080013"/>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General</a:t>
            </a:r>
            <a:endParaRPr lang="en-US" sz="650" dirty="0"/>
          </a:p>
        </p:txBody>
      </p:sp>
      <p:sp>
        <p:nvSpPr>
          <p:cNvPr id="37" name="Shape 30"/>
          <p:cNvSpPr/>
          <p:nvPr/>
        </p:nvSpPr>
        <p:spPr>
          <a:xfrm>
            <a:off x="660928" y="2272037"/>
            <a:ext cx="384048" cy="292608"/>
          </a:xfrm>
          <a:prstGeom prst="rect">
            <a:avLst/>
          </a:prstGeom>
          <a:solidFill>
            <a:srgbClr val="FFFFFF"/>
          </a:solidFill>
          <a:ln w="15875">
            <a:solidFill>
              <a:srgbClr val="1F7A5C"/>
            </a:solidFill>
            <a:prstDash val="solid"/>
          </a:ln>
        </p:spPr>
      </p:sp>
      <p:sp>
        <p:nvSpPr>
          <p:cNvPr id="38" name="Text 31"/>
          <p:cNvSpPr txBox="1"/>
          <p:nvPr/>
        </p:nvSpPr>
        <p:spPr>
          <a:xfrm>
            <a:off x="688360"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39" name="Shape 32"/>
          <p:cNvSpPr/>
          <p:nvPr/>
        </p:nvSpPr>
        <p:spPr>
          <a:xfrm>
            <a:off x="1099840" y="2272037"/>
            <a:ext cx="384048" cy="292608"/>
          </a:xfrm>
          <a:prstGeom prst="roundRect">
            <a:avLst>
              <a:gd name="adj" fmla="val 50000"/>
            </a:avLst>
          </a:prstGeom>
          <a:solidFill>
            <a:srgbClr val="D6EEDF"/>
          </a:solidFill>
          <a:ln w="15875">
            <a:solidFill>
              <a:srgbClr val="1F7A5C"/>
            </a:solidFill>
            <a:prstDash val="solid"/>
          </a:ln>
        </p:spPr>
      </p:sp>
      <p:sp>
        <p:nvSpPr>
          <p:cNvPr id="40" name="Text 33"/>
          <p:cNvSpPr txBox="1"/>
          <p:nvPr/>
        </p:nvSpPr>
        <p:spPr>
          <a:xfrm>
            <a:off x="1127272"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41" name="Shape 34"/>
          <p:cNvSpPr/>
          <p:nvPr/>
        </p:nvSpPr>
        <p:spPr>
          <a:xfrm>
            <a:off x="660928" y="2656085"/>
            <a:ext cx="384048" cy="292608"/>
          </a:xfrm>
          <a:prstGeom prst="diamond">
            <a:avLst/>
          </a:prstGeom>
          <a:solidFill>
            <a:srgbClr val="FFF3CD"/>
          </a:solidFill>
          <a:ln w="15875">
            <a:solidFill>
              <a:srgbClr val="D4A017"/>
            </a:solidFill>
            <a:prstDash val="solid"/>
          </a:ln>
        </p:spPr>
      </p:sp>
      <p:sp>
        <p:nvSpPr>
          <p:cNvPr id="42" name="Text 35"/>
          <p:cNvSpPr txBox="1"/>
          <p:nvPr/>
        </p:nvSpPr>
        <p:spPr>
          <a:xfrm>
            <a:off x="688360"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3" name="Shape 36"/>
          <p:cNvSpPr/>
          <p:nvPr/>
        </p:nvSpPr>
        <p:spPr>
          <a:xfrm>
            <a:off x="1099840" y="2656085"/>
            <a:ext cx="384048" cy="292608"/>
          </a:xfrm>
          <a:prstGeom prst="parallelogram">
            <a:avLst/>
          </a:prstGeom>
          <a:solidFill>
            <a:srgbClr val="E3F2FD"/>
          </a:solidFill>
          <a:ln w="15875">
            <a:solidFill>
              <a:srgbClr val="0078D4"/>
            </a:solidFill>
            <a:prstDash val="solid"/>
          </a:ln>
        </p:spPr>
      </p:sp>
      <p:sp>
        <p:nvSpPr>
          <p:cNvPr id="44" name="Text 37"/>
          <p:cNvSpPr txBox="1"/>
          <p:nvPr/>
        </p:nvSpPr>
        <p:spPr>
          <a:xfrm>
            <a:off x="1127272"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5" name="Text 38"/>
          <p:cNvSpPr txBox="1"/>
          <p:nvPr/>
        </p:nvSpPr>
        <p:spPr>
          <a:xfrm>
            <a:off x="642640" y="3094997"/>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Flowchart</a:t>
            </a:r>
            <a:endParaRPr lang="en-US" sz="650" dirty="0"/>
          </a:p>
        </p:txBody>
      </p:sp>
      <p:sp>
        <p:nvSpPr>
          <p:cNvPr id="46" name="Shape 39"/>
          <p:cNvSpPr/>
          <p:nvPr/>
        </p:nvSpPr>
        <p:spPr>
          <a:xfrm>
            <a:off x="1593616" y="2043437"/>
            <a:ext cx="3899367" cy="1951947"/>
          </a:xfrm>
          <a:prstGeom prst="rect">
            <a:avLst/>
          </a:prstGeom>
          <a:solidFill>
            <a:srgbClr val="FFFFFF"/>
          </a:solidFill>
          <a:ln w="12700">
            <a:solidFill>
              <a:srgbClr val="FFFFFF"/>
            </a:solidFill>
            <a:prstDash val="solid"/>
          </a:ln>
        </p:spPr>
      </p:sp>
      <p:sp>
        <p:nvSpPr>
          <p:cNvPr id="47" name="Shape 40"/>
          <p:cNvSpPr/>
          <p:nvPr/>
        </p:nvSpPr>
        <p:spPr>
          <a:xfrm>
            <a:off x="1593616" y="2043437"/>
            <a:ext cx="0" cy="1951947"/>
          </a:xfrm>
          <a:prstGeom prst="line">
            <a:avLst/>
          </a:prstGeom>
          <a:noFill/>
          <a:ln w="6350">
            <a:solidFill>
              <a:srgbClr val="F0F0F0"/>
            </a:solidFill>
            <a:prstDash val="solid"/>
          </a:ln>
        </p:spPr>
      </p:sp>
      <p:sp>
        <p:nvSpPr>
          <p:cNvPr id="48" name="Shape 41"/>
          <p:cNvSpPr/>
          <p:nvPr/>
        </p:nvSpPr>
        <p:spPr>
          <a:xfrm>
            <a:off x="1776496" y="2043437"/>
            <a:ext cx="0" cy="1951947"/>
          </a:xfrm>
          <a:prstGeom prst="line">
            <a:avLst/>
          </a:prstGeom>
          <a:noFill/>
          <a:ln w="6350">
            <a:solidFill>
              <a:srgbClr val="F0F0F0"/>
            </a:solidFill>
            <a:prstDash val="solid"/>
          </a:ln>
        </p:spPr>
      </p:sp>
      <p:sp>
        <p:nvSpPr>
          <p:cNvPr id="49" name="Shape 42"/>
          <p:cNvSpPr/>
          <p:nvPr/>
        </p:nvSpPr>
        <p:spPr>
          <a:xfrm>
            <a:off x="1959376" y="2043437"/>
            <a:ext cx="0" cy="1951947"/>
          </a:xfrm>
          <a:prstGeom prst="line">
            <a:avLst/>
          </a:prstGeom>
          <a:noFill/>
          <a:ln w="6350">
            <a:solidFill>
              <a:srgbClr val="F0F0F0"/>
            </a:solidFill>
            <a:prstDash val="solid"/>
          </a:ln>
        </p:spPr>
      </p:sp>
      <p:sp>
        <p:nvSpPr>
          <p:cNvPr id="50" name="Shape 43"/>
          <p:cNvSpPr/>
          <p:nvPr/>
        </p:nvSpPr>
        <p:spPr>
          <a:xfrm>
            <a:off x="2142256" y="2043437"/>
            <a:ext cx="0" cy="1951947"/>
          </a:xfrm>
          <a:prstGeom prst="line">
            <a:avLst/>
          </a:prstGeom>
          <a:noFill/>
          <a:ln w="6350">
            <a:solidFill>
              <a:srgbClr val="F0F0F0"/>
            </a:solidFill>
            <a:prstDash val="solid"/>
          </a:ln>
        </p:spPr>
      </p:sp>
      <p:sp>
        <p:nvSpPr>
          <p:cNvPr id="51" name="Shape 44"/>
          <p:cNvSpPr/>
          <p:nvPr/>
        </p:nvSpPr>
        <p:spPr>
          <a:xfrm>
            <a:off x="2325136" y="2043437"/>
            <a:ext cx="0" cy="1951947"/>
          </a:xfrm>
          <a:prstGeom prst="line">
            <a:avLst/>
          </a:prstGeom>
          <a:noFill/>
          <a:ln w="6350">
            <a:solidFill>
              <a:srgbClr val="F0F0F0"/>
            </a:solidFill>
            <a:prstDash val="solid"/>
          </a:ln>
        </p:spPr>
      </p:sp>
      <p:sp>
        <p:nvSpPr>
          <p:cNvPr id="52" name="Shape 45"/>
          <p:cNvSpPr/>
          <p:nvPr/>
        </p:nvSpPr>
        <p:spPr>
          <a:xfrm>
            <a:off x="2508016" y="2043437"/>
            <a:ext cx="0" cy="1951947"/>
          </a:xfrm>
          <a:prstGeom prst="line">
            <a:avLst/>
          </a:prstGeom>
          <a:noFill/>
          <a:ln w="6350">
            <a:solidFill>
              <a:srgbClr val="F0F0F0"/>
            </a:solidFill>
            <a:prstDash val="solid"/>
          </a:ln>
        </p:spPr>
      </p:sp>
      <p:sp>
        <p:nvSpPr>
          <p:cNvPr id="53" name="Shape 46"/>
          <p:cNvSpPr/>
          <p:nvPr/>
        </p:nvSpPr>
        <p:spPr>
          <a:xfrm>
            <a:off x="2690896" y="2043437"/>
            <a:ext cx="0" cy="1951947"/>
          </a:xfrm>
          <a:prstGeom prst="line">
            <a:avLst/>
          </a:prstGeom>
          <a:noFill/>
          <a:ln w="6350">
            <a:solidFill>
              <a:srgbClr val="F0F0F0"/>
            </a:solidFill>
            <a:prstDash val="solid"/>
          </a:ln>
        </p:spPr>
      </p:sp>
      <p:sp>
        <p:nvSpPr>
          <p:cNvPr id="54" name="Shape 47"/>
          <p:cNvSpPr/>
          <p:nvPr/>
        </p:nvSpPr>
        <p:spPr>
          <a:xfrm>
            <a:off x="2873776" y="2043437"/>
            <a:ext cx="0" cy="1951947"/>
          </a:xfrm>
          <a:prstGeom prst="line">
            <a:avLst/>
          </a:prstGeom>
          <a:noFill/>
          <a:ln w="6350">
            <a:solidFill>
              <a:srgbClr val="F0F0F0"/>
            </a:solidFill>
            <a:prstDash val="solid"/>
          </a:ln>
        </p:spPr>
      </p:sp>
      <p:sp>
        <p:nvSpPr>
          <p:cNvPr id="55" name="Shape 48"/>
          <p:cNvSpPr/>
          <p:nvPr/>
        </p:nvSpPr>
        <p:spPr>
          <a:xfrm>
            <a:off x="3056656" y="2043437"/>
            <a:ext cx="0" cy="1951947"/>
          </a:xfrm>
          <a:prstGeom prst="line">
            <a:avLst/>
          </a:prstGeom>
          <a:noFill/>
          <a:ln w="6350">
            <a:solidFill>
              <a:srgbClr val="F0F0F0"/>
            </a:solidFill>
            <a:prstDash val="solid"/>
          </a:ln>
        </p:spPr>
      </p:sp>
      <p:sp>
        <p:nvSpPr>
          <p:cNvPr id="56" name="Shape 49"/>
          <p:cNvSpPr/>
          <p:nvPr/>
        </p:nvSpPr>
        <p:spPr>
          <a:xfrm>
            <a:off x="3239536" y="2043437"/>
            <a:ext cx="0" cy="1951947"/>
          </a:xfrm>
          <a:prstGeom prst="line">
            <a:avLst/>
          </a:prstGeom>
          <a:noFill/>
          <a:ln w="6350">
            <a:solidFill>
              <a:srgbClr val="F0F0F0"/>
            </a:solidFill>
            <a:prstDash val="solid"/>
          </a:ln>
        </p:spPr>
      </p:sp>
      <p:sp>
        <p:nvSpPr>
          <p:cNvPr id="57" name="Shape 50"/>
          <p:cNvSpPr/>
          <p:nvPr/>
        </p:nvSpPr>
        <p:spPr>
          <a:xfrm>
            <a:off x="3422416" y="2043437"/>
            <a:ext cx="0" cy="1951947"/>
          </a:xfrm>
          <a:prstGeom prst="line">
            <a:avLst/>
          </a:prstGeom>
          <a:noFill/>
          <a:ln w="6350">
            <a:solidFill>
              <a:srgbClr val="F0F0F0"/>
            </a:solidFill>
            <a:prstDash val="solid"/>
          </a:ln>
        </p:spPr>
      </p:sp>
      <p:sp>
        <p:nvSpPr>
          <p:cNvPr id="58" name="Shape 51"/>
          <p:cNvSpPr/>
          <p:nvPr/>
        </p:nvSpPr>
        <p:spPr>
          <a:xfrm>
            <a:off x="3605296" y="2043437"/>
            <a:ext cx="0" cy="1951947"/>
          </a:xfrm>
          <a:prstGeom prst="line">
            <a:avLst/>
          </a:prstGeom>
          <a:noFill/>
          <a:ln w="6350">
            <a:solidFill>
              <a:srgbClr val="F0F0F0"/>
            </a:solidFill>
            <a:prstDash val="solid"/>
          </a:ln>
        </p:spPr>
      </p:sp>
      <p:sp>
        <p:nvSpPr>
          <p:cNvPr id="59" name="Shape 52"/>
          <p:cNvSpPr/>
          <p:nvPr/>
        </p:nvSpPr>
        <p:spPr>
          <a:xfrm>
            <a:off x="3788176" y="2043437"/>
            <a:ext cx="0" cy="1951947"/>
          </a:xfrm>
          <a:prstGeom prst="line">
            <a:avLst/>
          </a:prstGeom>
          <a:noFill/>
          <a:ln w="6350">
            <a:solidFill>
              <a:srgbClr val="F0F0F0"/>
            </a:solidFill>
            <a:prstDash val="solid"/>
          </a:ln>
        </p:spPr>
      </p:sp>
      <p:sp>
        <p:nvSpPr>
          <p:cNvPr id="60" name="Shape 53"/>
          <p:cNvSpPr/>
          <p:nvPr/>
        </p:nvSpPr>
        <p:spPr>
          <a:xfrm>
            <a:off x="3971056" y="2043437"/>
            <a:ext cx="0" cy="1951947"/>
          </a:xfrm>
          <a:prstGeom prst="line">
            <a:avLst/>
          </a:prstGeom>
          <a:noFill/>
          <a:ln w="6350">
            <a:solidFill>
              <a:srgbClr val="F0F0F0"/>
            </a:solidFill>
            <a:prstDash val="solid"/>
          </a:ln>
        </p:spPr>
      </p:sp>
      <p:sp>
        <p:nvSpPr>
          <p:cNvPr id="61" name="Shape 54"/>
          <p:cNvSpPr/>
          <p:nvPr/>
        </p:nvSpPr>
        <p:spPr>
          <a:xfrm>
            <a:off x="4153936" y="2043437"/>
            <a:ext cx="0" cy="1951947"/>
          </a:xfrm>
          <a:prstGeom prst="line">
            <a:avLst/>
          </a:prstGeom>
          <a:noFill/>
          <a:ln w="6350">
            <a:solidFill>
              <a:srgbClr val="F0F0F0"/>
            </a:solidFill>
            <a:prstDash val="solid"/>
          </a:ln>
        </p:spPr>
      </p:sp>
      <p:sp>
        <p:nvSpPr>
          <p:cNvPr id="62" name="Shape 55"/>
          <p:cNvSpPr/>
          <p:nvPr/>
        </p:nvSpPr>
        <p:spPr>
          <a:xfrm>
            <a:off x="4336816" y="2043437"/>
            <a:ext cx="0" cy="1951947"/>
          </a:xfrm>
          <a:prstGeom prst="line">
            <a:avLst/>
          </a:prstGeom>
          <a:noFill/>
          <a:ln w="6350">
            <a:solidFill>
              <a:srgbClr val="F0F0F0"/>
            </a:solidFill>
            <a:prstDash val="solid"/>
          </a:ln>
        </p:spPr>
      </p:sp>
      <p:sp>
        <p:nvSpPr>
          <p:cNvPr id="63" name="Shape 56"/>
          <p:cNvSpPr/>
          <p:nvPr/>
        </p:nvSpPr>
        <p:spPr>
          <a:xfrm>
            <a:off x="4519696" y="2043437"/>
            <a:ext cx="0" cy="1951947"/>
          </a:xfrm>
          <a:prstGeom prst="line">
            <a:avLst/>
          </a:prstGeom>
          <a:noFill/>
          <a:ln w="6350">
            <a:solidFill>
              <a:srgbClr val="F0F0F0"/>
            </a:solidFill>
            <a:prstDash val="solid"/>
          </a:ln>
        </p:spPr>
      </p:sp>
      <p:sp>
        <p:nvSpPr>
          <p:cNvPr id="64" name="Shape 57"/>
          <p:cNvSpPr/>
          <p:nvPr/>
        </p:nvSpPr>
        <p:spPr>
          <a:xfrm>
            <a:off x="4702576" y="2043437"/>
            <a:ext cx="0" cy="1951947"/>
          </a:xfrm>
          <a:prstGeom prst="line">
            <a:avLst/>
          </a:prstGeom>
          <a:noFill/>
          <a:ln w="6350">
            <a:solidFill>
              <a:srgbClr val="F0F0F0"/>
            </a:solidFill>
            <a:prstDash val="solid"/>
          </a:ln>
        </p:spPr>
      </p:sp>
      <p:sp>
        <p:nvSpPr>
          <p:cNvPr id="65" name="Shape 58"/>
          <p:cNvSpPr/>
          <p:nvPr/>
        </p:nvSpPr>
        <p:spPr>
          <a:xfrm>
            <a:off x="4885456" y="2043437"/>
            <a:ext cx="0" cy="1951947"/>
          </a:xfrm>
          <a:prstGeom prst="line">
            <a:avLst/>
          </a:prstGeom>
          <a:noFill/>
          <a:ln w="6350">
            <a:solidFill>
              <a:srgbClr val="F0F0F0"/>
            </a:solidFill>
            <a:prstDash val="solid"/>
          </a:ln>
        </p:spPr>
      </p:sp>
      <p:sp>
        <p:nvSpPr>
          <p:cNvPr id="66" name="Shape 59"/>
          <p:cNvSpPr/>
          <p:nvPr/>
        </p:nvSpPr>
        <p:spPr>
          <a:xfrm>
            <a:off x="5068336" y="2043437"/>
            <a:ext cx="0" cy="1951947"/>
          </a:xfrm>
          <a:prstGeom prst="line">
            <a:avLst/>
          </a:prstGeom>
          <a:noFill/>
          <a:ln w="6350">
            <a:solidFill>
              <a:srgbClr val="F0F0F0"/>
            </a:solidFill>
            <a:prstDash val="solid"/>
          </a:ln>
        </p:spPr>
      </p:sp>
      <p:sp>
        <p:nvSpPr>
          <p:cNvPr id="67" name="Shape 60"/>
          <p:cNvSpPr/>
          <p:nvPr/>
        </p:nvSpPr>
        <p:spPr>
          <a:xfrm>
            <a:off x="5251216" y="2043437"/>
            <a:ext cx="0" cy="1951947"/>
          </a:xfrm>
          <a:prstGeom prst="line">
            <a:avLst/>
          </a:prstGeom>
          <a:noFill/>
          <a:ln w="6350">
            <a:solidFill>
              <a:srgbClr val="F0F0F0"/>
            </a:solidFill>
            <a:prstDash val="solid"/>
          </a:ln>
        </p:spPr>
      </p:sp>
      <p:sp>
        <p:nvSpPr>
          <p:cNvPr id="68" name="Shape 61"/>
          <p:cNvSpPr/>
          <p:nvPr/>
        </p:nvSpPr>
        <p:spPr>
          <a:xfrm>
            <a:off x="5434096" y="2043437"/>
            <a:ext cx="0" cy="1951947"/>
          </a:xfrm>
          <a:prstGeom prst="line">
            <a:avLst/>
          </a:prstGeom>
          <a:noFill/>
          <a:ln w="6350">
            <a:solidFill>
              <a:srgbClr val="F0F0F0"/>
            </a:solidFill>
            <a:prstDash val="solid"/>
          </a:ln>
        </p:spPr>
      </p:sp>
      <p:sp>
        <p:nvSpPr>
          <p:cNvPr id="69" name="Shape 62"/>
          <p:cNvSpPr/>
          <p:nvPr/>
        </p:nvSpPr>
        <p:spPr>
          <a:xfrm>
            <a:off x="2526736" y="2116589"/>
            <a:ext cx="1097280" cy="192466"/>
          </a:xfrm>
          <a:prstGeom prst="roundRect">
            <a:avLst>
              <a:gd name="adj" fmla="val 50000"/>
            </a:avLst>
          </a:prstGeom>
          <a:solidFill>
            <a:srgbClr val="D6EEDF"/>
          </a:solidFill>
          <a:ln w="15875">
            <a:solidFill>
              <a:srgbClr val="1F7A5C"/>
            </a:solidFill>
            <a:prstDash val="solid"/>
          </a:ln>
        </p:spPr>
      </p:sp>
      <p:sp>
        <p:nvSpPr>
          <p:cNvPr id="70" name="Text 63"/>
          <p:cNvSpPr txBox="1"/>
          <p:nvPr/>
        </p:nvSpPr>
        <p:spPr>
          <a:xfrm>
            <a:off x="2554168" y="2116589"/>
            <a:ext cx="1042416" cy="192466"/>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Mulai</a:t>
            </a:r>
            <a:endParaRPr lang="en-US" sz="700" dirty="0"/>
          </a:p>
        </p:txBody>
      </p:sp>
      <p:sp>
        <p:nvSpPr>
          <p:cNvPr id="71" name="Shape 64"/>
          <p:cNvSpPr/>
          <p:nvPr/>
        </p:nvSpPr>
        <p:spPr>
          <a:xfrm>
            <a:off x="1072408" y="2244605"/>
            <a:ext cx="438912" cy="347472"/>
          </a:xfrm>
          <a:prstGeom prst="roundRect">
            <a:avLst>
              <a:gd name="adj" fmla="val 13158"/>
            </a:avLst>
          </a:prstGeom>
          <a:solidFill>
            <a:srgbClr val="FFFFFF">
              <a:alpha val="0"/>
            </a:srgbClr>
          </a:solidFill>
          <a:ln w="31750">
            <a:solidFill>
              <a:srgbClr val="E53935"/>
            </a:solidFill>
            <a:prstDash val="solid"/>
          </a:ln>
        </p:spPr>
      </p:sp>
      <p:sp>
        <p:nvSpPr>
          <p:cNvPr id="72" name="Shape 65"/>
          <p:cNvSpPr/>
          <p:nvPr/>
        </p:nvSpPr>
        <p:spPr>
          <a:xfrm>
            <a:off x="1374160" y="2107445"/>
            <a:ext cx="274320" cy="274320"/>
          </a:xfrm>
          <a:prstGeom prst="ellipse">
            <a:avLst/>
          </a:prstGeom>
          <a:solidFill>
            <a:srgbClr val="E53935"/>
          </a:solidFill>
          <a:ln w="12700">
            <a:solidFill>
              <a:srgbClr val="FFFFFF"/>
            </a:solidFill>
            <a:prstDash val="solid"/>
          </a:ln>
        </p:spPr>
      </p:sp>
      <p:sp>
        <p:nvSpPr>
          <p:cNvPr id="73" name="Text 66"/>
          <p:cNvSpPr txBox="1"/>
          <p:nvPr/>
        </p:nvSpPr>
        <p:spPr>
          <a:xfrm>
            <a:off x="1374160" y="210744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74" name="Image 5" descr="preencoded.png">    </p:cNvPr>
          <p:cNvPicPr>
            <a:picLocks noChangeAspect="1"/>
          </p:cNvPicPr>
          <p:nvPr/>
        </p:nvPicPr>
        <p:blipFill>
          <a:blip r:embed="rId6"/>
          <a:stretch>
            <a:fillRect/>
          </a:stretch>
        </p:blipFill>
        <p:spPr>
          <a:xfrm>
            <a:off x="1311067" y="2432972"/>
            <a:ext cx="237744" cy="237744"/>
          </a:xfrm>
          <a:prstGeom prst="rect">
            <a:avLst/>
          </a:prstGeom>
        </p:spPr>
      </p:pic>
      <p:sp>
        <p:nvSpPr>
          <p:cNvPr id="75" name="Shape 67"/>
          <p:cNvSpPr/>
          <p:nvPr/>
        </p:nvSpPr>
        <p:spPr>
          <a:xfrm>
            <a:off x="2462728" y="2052581"/>
            <a:ext cx="1225296" cy="402336"/>
          </a:xfrm>
          <a:prstGeom prst="roundRect">
            <a:avLst>
              <a:gd name="adj" fmla="val 11364"/>
            </a:avLst>
          </a:prstGeom>
          <a:solidFill>
            <a:srgbClr val="FFFFFF">
              <a:alpha val="0"/>
            </a:srgbClr>
          </a:solidFill>
          <a:ln w="31750">
            <a:solidFill>
              <a:srgbClr val="E53935"/>
            </a:solidFill>
            <a:prstDash val="solid"/>
          </a:ln>
        </p:spPr>
      </p:sp>
      <p:sp>
        <p:nvSpPr>
          <p:cNvPr id="76" name="Shape 68"/>
          <p:cNvSpPr/>
          <p:nvPr/>
        </p:nvSpPr>
        <p:spPr>
          <a:xfrm>
            <a:off x="3550864" y="1915421"/>
            <a:ext cx="274320" cy="274320"/>
          </a:xfrm>
          <a:prstGeom prst="ellipse">
            <a:avLst/>
          </a:prstGeom>
          <a:solidFill>
            <a:srgbClr val="E53935"/>
          </a:solidFill>
          <a:ln w="12700">
            <a:solidFill>
              <a:srgbClr val="FFFFFF"/>
            </a:solidFill>
            <a:prstDash val="solid"/>
          </a:ln>
        </p:spPr>
      </p:sp>
      <p:sp>
        <p:nvSpPr>
          <p:cNvPr id="77" name="Text 69"/>
          <p:cNvSpPr txBox="1"/>
          <p:nvPr/>
        </p:nvSpPr>
        <p:spPr>
          <a:xfrm>
            <a:off x="3550864" y="1915421"/>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78" name="Image 6" descr="preencoded.png">    </p:cNvPr>
          <p:cNvPicPr>
            <a:picLocks noChangeAspect="1"/>
          </p:cNvPicPr>
          <p:nvPr/>
        </p:nvPicPr>
        <p:blipFill>
          <a:blip r:embed="rId7"/>
          <a:stretch>
            <a:fillRect/>
          </a:stretch>
        </p:blipFill>
        <p:spPr>
          <a:xfrm>
            <a:off x="3134812" y="2272037"/>
            <a:ext cx="237744" cy="237744"/>
          </a:xfrm>
          <a:prstGeom prst="rect">
            <a:avLst/>
          </a:prstGeom>
        </p:spPr>
      </p:pic>
      <p:sp>
        <p:nvSpPr>
          <p:cNvPr id="79" name="Text 7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3</a:t>
            </a:r>
            <a:endParaRPr lang="en-US" sz="1200" dirty="0"/>
          </a:p>
        </p:txBody>
      </p:sp>
      <p:sp>
        <p:nvSpPr>
          <p:cNvPr id="80" name="Text 7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Klik simbol oval: Mulai</a:t>
            </a:r>
            <a:endParaRPr lang="en-US" sz="1800" dirty="0"/>
          </a:p>
        </p:txBody>
      </p:sp>
      <p:sp>
        <p:nvSpPr>
          <p:cNvPr id="81" name="Text 7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Di panel kiri, klik bentuk oval (rounded). Bentuk muncul di kanvas. Klik dua kali dan ketik: Mulai.</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4/8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Flowchart_Pinjam_Buku_Kel2.drawio - draw.io</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app.diagrams.net</a:t>
            </a:r>
            <a:endParaRPr lang="en-US" sz="800" dirty="0"/>
          </a:p>
        </p:txBody>
      </p:sp>
      <p:sp>
        <p:nvSpPr>
          <p:cNvPr id="28" name="Text 21"/>
          <p:cNvSpPr txBox="1"/>
          <p:nvPr/>
        </p:nvSpPr>
        <p:spPr>
          <a:xfrm>
            <a:off x="679216" y="169596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Flowchart_Pinjam_Buku_Kel2</a:t>
            </a:r>
            <a:endParaRPr lang="en-US" sz="800" dirty="0"/>
          </a:p>
        </p:txBody>
      </p:sp>
      <p:sp>
        <p:nvSpPr>
          <p:cNvPr id="29" name="Text 22"/>
          <p:cNvSpPr txBox="1"/>
          <p:nvPr/>
        </p:nvSpPr>
        <p:spPr>
          <a:xfrm>
            <a:off x="67921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File</a:t>
            </a:r>
            <a:endParaRPr lang="en-US" sz="650" dirty="0"/>
          </a:p>
        </p:txBody>
      </p:sp>
      <p:sp>
        <p:nvSpPr>
          <p:cNvPr id="30" name="Text 23"/>
          <p:cNvSpPr txBox="1"/>
          <p:nvPr/>
        </p:nvSpPr>
        <p:spPr>
          <a:xfrm>
            <a:off x="1063264"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Edit</a:t>
            </a:r>
            <a:endParaRPr lang="en-US" sz="650" dirty="0"/>
          </a:p>
        </p:txBody>
      </p:sp>
      <p:sp>
        <p:nvSpPr>
          <p:cNvPr id="31" name="Text 24"/>
          <p:cNvSpPr txBox="1"/>
          <p:nvPr/>
        </p:nvSpPr>
        <p:spPr>
          <a:xfrm>
            <a:off x="1447312"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View</a:t>
            </a:r>
            <a:endParaRPr lang="en-US" sz="650" dirty="0"/>
          </a:p>
        </p:txBody>
      </p:sp>
      <p:sp>
        <p:nvSpPr>
          <p:cNvPr id="32" name="Text 25"/>
          <p:cNvSpPr txBox="1"/>
          <p:nvPr/>
        </p:nvSpPr>
        <p:spPr>
          <a:xfrm>
            <a:off x="1831360"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Arrange</a:t>
            </a:r>
            <a:endParaRPr lang="en-US" sz="650" dirty="0"/>
          </a:p>
        </p:txBody>
      </p:sp>
      <p:sp>
        <p:nvSpPr>
          <p:cNvPr id="33" name="Text 26"/>
          <p:cNvSpPr txBox="1"/>
          <p:nvPr/>
        </p:nvSpPr>
        <p:spPr>
          <a:xfrm>
            <a:off x="2215408"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Extras</a:t>
            </a:r>
            <a:endParaRPr lang="en-US" sz="650" dirty="0"/>
          </a:p>
        </p:txBody>
      </p:sp>
      <p:sp>
        <p:nvSpPr>
          <p:cNvPr id="34" name="Text 27"/>
          <p:cNvSpPr txBox="1"/>
          <p:nvPr/>
        </p:nvSpPr>
        <p:spPr>
          <a:xfrm>
            <a:off x="259945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Help</a:t>
            </a:r>
            <a:endParaRPr lang="en-US" sz="650" dirty="0"/>
          </a:p>
        </p:txBody>
      </p:sp>
      <p:sp>
        <p:nvSpPr>
          <p:cNvPr id="35" name="Shape 28"/>
          <p:cNvSpPr/>
          <p:nvPr/>
        </p:nvSpPr>
        <p:spPr>
          <a:xfrm>
            <a:off x="587776" y="2043437"/>
            <a:ext cx="960120" cy="1951947"/>
          </a:xfrm>
          <a:prstGeom prst="rect">
            <a:avLst/>
          </a:prstGeom>
          <a:solidFill>
            <a:srgbClr val="F5F5F5"/>
          </a:solidFill>
          <a:ln w="6350">
            <a:solidFill>
              <a:srgbClr val="DDDDDD"/>
            </a:solidFill>
            <a:prstDash val="solid"/>
          </a:ln>
        </p:spPr>
      </p:sp>
      <p:sp>
        <p:nvSpPr>
          <p:cNvPr id="36" name="Text 29"/>
          <p:cNvSpPr txBox="1"/>
          <p:nvPr/>
        </p:nvSpPr>
        <p:spPr>
          <a:xfrm>
            <a:off x="642640" y="2080013"/>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General</a:t>
            </a:r>
            <a:endParaRPr lang="en-US" sz="650" dirty="0"/>
          </a:p>
        </p:txBody>
      </p:sp>
      <p:sp>
        <p:nvSpPr>
          <p:cNvPr id="37" name="Shape 30"/>
          <p:cNvSpPr/>
          <p:nvPr/>
        </p:nvSpPr>
        <p:spPr>
          <a:xfrm>
            <a:off x="660928" y="2272037"/>
            <a:ext cx="384048" cy="292608"/>
          </a:xfrm>
          <a:prstGeom prst="rect">
            <a:avLst/>
          </a:prstGeom>
          <a:solidFill>
            <a:srgbClr val="FFFFFF"/>
          </a:solidFill>
          <a:ln w="15875">
            <a:solidFill>
              <a:srgbClr val="1F7A5C"/>
            </a:solidFill>
            <a:prstDash val="solid"/>
          </a:ln>
        </p:spPr>
      </p:sp>
      <p:sp>
        <p:nvSpPr>
          <p:cNvPr id="38" name="Text 31"/>
          <p:cNvSpPr txBox="1"/>
          <p:nvPr/>
        </p:nvSpPr>
        <p:spPr>
          <a:xfrm>
            <a:off x="688360"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39" name="Shape 32"/>
          <p:cNvSpPr/>
          <p:nvPr/>
        </p:nvSpPr>
        <p:spPr>
          <a:xfrm>
            <a:off x="1099840" y="2272037"/>
            <a:ext cx="384048" cy="292608"/>
          </a:xfrm>
          <a:prstGeom prst="roundRect">
            <a:avLst>
              <a:gd name="adj" fmla="val 50000"/>
            </a:avLst>
          </a:prstGeom>
          <a:solidFill>
            <a:srgbClr val="D6EEDF"/>
          </a:solidFill>
          <a:ln w="15875">
            <a:solidFill>
              <a:srgbClr val="1F7A5C"/>
            </a:solidFill>
            <a:prstDash val="solid"/>
          </a:ln>
        </p:spPr>
      </p:sp>
      <p:sp>
        <p:nvSpPr>
          <p:cNvPr id="40" name="Text 33"/>
          <p:cNvSpPr txBox="1"/>
          <p:nvPr/>
        </p:nvSpPr>
        <p:spPr>
          <a:xfrm>
            <a:off x="1127272"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41" name="Shape 34"/>
          <p:cNvSpPr/>
          <p:nvPr/>
        </p:nvSpPr>
        <p:spPr>
          <a:xfrm>
            <a:off x="660928" y="2656085"/>
            <a:ext cx="384048" cy="292608"/>
          </a:xfrm>
          <a:prstGeom prst="diamond">
            <a:avLst/>
          </a:prstGeom>
          <a:solidFill>
            <a:srgbClr val="FFF3CD"/>
          </a:solidFill>
          <a:ln w="15875">
            <a:solidFill>
              <a:srgbClr val="D4A017"/>
            </a:solidFill>
            <a:prstDash val="solid"/>
          </a:ln>
        </p:spPr>
      </p:sp>
      <p:sp>
        <p:nvSpPr>
          <p:cNvPr id="42" name="Text 35"/>
          <p:cNvSpPr txBox="1"/>
          <p:nvPr/>
        </p:nvSpPr>
        <p:spPr>
          <a:xfrm>
            <a:off x="688360"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3" name="Shape 36"/>
          <p:cNvSpPr/>
          <p:nvPr/>
        </p:nvSpPr>
        <p:spPr>
          <a:xfrm>
            <a:off x="1099840" y="2656085"/>
            <a:ext cx="384048" cy="292608"/>
          </a:xfrm>
          <a:prstGeom prst="parallelogram">
            <a:avLst/>
          </a:prstGeom>
          <a:solidFill>
            <a:srgbClr val="E3F2FD"/>
          </a:solidFill>
          <a:ln w="15875">
            <a:solidFill>
              <a:srgbClr val="0078D4"/>
            </a:solidFill>
            <a:prstDash val="solid"/>
          </a:ln>
        </p:spPr>
      </p:sp>
      <p:sp>
        <p:nvSpPr>
          <p:cNvPr id="44" name="Text 37"/>
          <p:cNvSpPr txBox="1"/>
          <p:nvPr/>
        </p:nvSpPr>
        <p:spPr>
          <a:xfrm>
            <a:off x="1127272"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5" name="Text 38"/>
          <p:cNvSpPr txBox="1"/>
          <p:nvPr/>
        </p:nvSpPr>
        <p:spPr>
          <a:xfrm>
            <a:off x="642640" y="3094997"/>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Flowchart</a:t>
            </a:r>
            <a:endParaRPr lang="en-US" sz="650" dirty="0"/>
          </a:p>
        </p:txBody>
      </p:sp>
      <p:sp>
        <p:nvSpPr>
          <p:cNvPr id="46" name="Shape 39"/>
          <p:cNvSpPr/>
          <p:nvPr/>
        </p:nvSpPr>
        <p:spPr>
          <a:xfrm>
            <a:off x="1593616" y="2043437"/>
            <a:ext cx="3899367" cy="1951947"/>
          </a:xfrm>
          <a:prstGeom prst="rect">
            <a:avLst/>
          </a:prstGeom>
          <a:solidFill>
            <a:srgbClr val="FFFFFF"/>
          </a:solidFill>
          <a:ln w="12700">
            <a:solidFill>
              <a:srgbClr val="FFFFFF"/>
            </a:solidFill>
            <a:prstDash val="solid"/>
          </a:ln>
        </p:spPr>
      </p:sp>
      <p:sp>
        <p:nvSpPr>
          <p:cNvPr id="47" name="Shape 40"/>
          <p:cNvSpPr/>
          <p:nvPr/>
        </p:nvSpPr>
        <p:spPr>
          <a:xfrm>
            <a:off x="1593616" y="2043437"/>
            <a:ext cx="0" cy="1951947"/>
          </a:xfrm>
          <a:prstGeom prst="line">
            <a:avLst/>
          </a:prstGeom>
          <a:noFill/>
          <a:ln w="6350">
            <a:solidFill>
              <a:srgbClr val="F0F0F0"/>
            </a:solidFill>
            <a:prstDash val="solid"/>
          </a:ln>
        </p:spPr>
      </p:sp>
      <p:sp>
        <p:nvSpPr>
          <p:cNvPr id="48" name="Shape 41"/>
          <p:cNvSpPr/>
          <p:nvPr/>
        </p:nvSpPr>
        <p:spPr>
          <a:xfrm>
            <a:off x="1776496" y="2043437"/>
            <a:ext cx="0" cy="1951947"/>
          </a:xfrm>
          <a:prstGeom prst="line">
            <a:avLst/>
          </a:prstGeom>
          <a:noFill/>
          <a:ln w="6350">
            <a:solidFill>
              <a:srgbClr val="F0F0F0"/>
            </a:solidFill>
            <a:prstDash val="solid"/>
          </a:ln>
        </p:spPr>
      </p:sp>
      <p:sp>
        <p:nvSpPr>
          <p:cNvPr id="49" name="Shape 42"/>
          <p:cNvSpPr/>
          <p:nvPr/>
        </p:nvSpPr>
        <p:spPr>
          <a:xfrm>
            <a:off x="1959376" y="2043437"/>
            <a:ext cx="0" cy="1951947"/>
          </a:xfrm>
          <a:prstGeom prst="line">
            <a:avLst/>
          </a:prstGeom>
          <a:noFill/>
          <a:ln w="6350">
            <a:solidFill>
              <a:srgbClr val="F0F0F0"/>
            </a:solidFill>
            <a:prstDash val="solid"/>
          </a:ln>
        </p:spPr>
      </p:sp>
      <p:sp>
        <p:nvSpPr>
          <p:cNvPr id="50" name="Shape 43"/>
          <p:cNvSpPr/>
          <p:nvPr/>
        </p:nvSpPr>
        <p:spPr>
          <a:xfrm>
            <a:off x="2142256" y="2043437"/>
            <a:ext cx="0" cy="1951947"/>
          </a:xfrm>
          <a:prstGeom prst="line">
            <a:avLst/>
          </a:prstGeom>
          <a:noFill/>
          <a:ln w="6350">
            <a:solidFill>
              <a:srgbClr val="F0F0F0"/>
            </a:solidFill>
            <a:prstDash val="solid"/>
          </a:ln>
        </p:spPr>
      </p:sp>
      <p:sp>
        <p:nvSpPr>
          <p:cNvPr id="51" name="Shape 44"/>
          <p:cNvSpPr/>
          <p:nvPr/>
        </p:nvSpPr>
        <p:spPr>
          <a:xfrm>
            <a:off x="2325136" y="2043437"/>
            <a:ext cx="0" cy="1951947"/>
          </a:xfrm>
          <a:prstGeom prst="line">
            <a:avLst/>
          </a:prstGeom>
          <a:noFill/>
          <a:ln w="6350">
            <a:solidFill>
              <a:srgbClr val="F0F0F0"/>
            </a:solidFill>
            <a:prstDash val="solid"/>
          </a:ln>
        </p:spPr>
      </p:sp>
      <p:sp>
        <p:nvSpPr>
          <p:cNvPr id="52" name="Shape 45"/>
          <p:cNvSpPr/>
          <p:nvPr/>
        </p:nvSpPr>
        <p:spPr>
          <a:xfrm>
            <a:off x="2508016" y="2043437"/>
            <a:ext cx="0" cy="1951947"/>
          </a:xfrm>
          <a:prstGeom prst="line">
            <a:avLst/>
          </a:prstGeom>
          <a:noFill/>
          <a:ln w="6350">
            <a:solidFill>
              <a:srgbClr val="F0F0F0"/>
            </a:solidFill>
            <a:prstDash val="solid"/>
          </a:ln>
        </p:spPr>
      </p:sp>
      <p:sp>
        <p:nvSpPr>
          <p:cNvPr id="53" name="Shape 46"/>
          <p:cNvSpPr/>
          <p:nvPr/>
        </p:nvSpPr>
        <p:spPr>
          <a:xfrm>
            <a:off x="2690896" y="2043437"/>
            <a:ext cx="0" cy="1951947"/>
          </a:xfrm>
          <a:prstGeom prst="line">
            <a:avLst/>
          </a:prstGeom>
          <a:noFill/>
          <a:ln w="6350">
            <a:solidFill>
              <a:srgbClr val="F0F0F0"/>
            </a:solidFill>
            <a:prstDash val="solid"/>
          </a:ln>
        </p:spPr>
      </p:sp>
      <p:sp>
        <p:nvSpPr>
          <p:cNvPr id="54" name="Shape 47"/>
          <p:cNvSpPr/>
          <p:nvPr/>
        </p:nvSpPr>
        <p:spPr>
          <a:xfrm>
            <a:off x="2873776" y="2043437"/>
            <a:ext cx="0" cy="1951947"/>
          </a:xfrm>
          <a:prstGeom prst="line">
            <a:avLst/>
          </a:prstGeom>
          <a:noFill/>
          <a:ln w="6350">
            <a:solidFill>
              <a:srgbClr val="F0F0F0"/>
            </a:solidFill>
            <a:prstDash val="solid"/>
          </a:ln>
        </p:spPr>
      </p:sp>
      <p:sp>
        <p:nvSpPr>
          <p:cNvPr id="55" name="Shape 48"/>
          <p:cNvSpPr/>
          <p:nvPr/>
        </p:nvSpPr>
        <p:spPr>
          <a:xfrm>
            <a:off x="3056656" y="2043437"/>
            <a:ext cx="0" cy="1951947"/>
          </a:xfrm>
          <a:prstGeom prst="line">
            <a:avLst/>
          </a:prstGeom>
          <a:noFill/>
          <a:ln w="6350">
            <a:solidFill>
              <a:srgbClr val="F0F0F0"/>
            </a:solidFill>
            <a:prstDash val="solid"/>
          </a:ln>
        </p:spPr>
      </p:sp>
      <p:sp>
        <p:nvSpPr>
          <p:cNvPr id="56" name="Shape 49"/>
          <p:cNvSpPr/>
          <p:nvPr/>
        </p:nvSpPr>
        <p:spPr>
          <a:xfrm>
            <a:off x="3239536" y="2043437"/>
            <a:ext cx="0" cy="1951947"/>
          </a:xfrm>
          <a:prstGeom prst="line">
            <a:avLst/>
          </a:prstGeom>
          <a:noFill/>
          <a:ln w="6350">
            <a:solidFill>
              <a:srgbClr val="F0F0F0"/>
            </a:solidFill>
            <a:prstDash val="solid"/>
          </a:ln>
        </p:spPr>
      </p:sp>
      <p:sp>
        <p:nvSpPr>
          <p:cNvPr id="57" name="Shape 50"/>
          <p:cNvSpPr/>
          <p:nvPr/>
        </p:nvSpPr>
        <p:spPr>
          <a:xfrm>
            <a:off x="3422416" y="2043437"/>
            <a:ext cx="0" cy="1951947"/>
          </a:xfrm>
          <a:prstGeom prst="line">
            <a:avLst/>
          </a:prstGeom>
          <a:noFill/>
          <a:ln w="6350">
            <a:solidFill>
              <a:srgbClr val="F0F0F0"/>
            </a:solidFill>
            <a:prstDash val="solid"/>
          </a:ln>
        </p:spPr>
      </p:sp>
      <p:sp>
        <p:nvSpPr>
          <p:cNvPr id="58" name="Shape 51"/>
          <p:cNvSpPr/>
          <p:nvPr/>
        </p:nvSpPr>
        <p:spPr>
          <a:xfrm>
            <a:off x="3605296" y="2043437"/>
            <a:ext cx="0" cy="1951947"/>
          </a:xfrm>
          <a:prstGeom prst="line">
            <a:avLst/>
          </a:prstGeom>
          <a:noFill/>
          <a:ln w="6350">
            <a:solidFill>
              <a:srgbClr val="F0F0F0"/>
            </a:solidFill>
            <a:prstDash val="solid"/>
          </a:ln>
        </p:spPr>
      </p:sp>
      <p:sp>
        <p:nvSpPr>
          <p:cNvPr id="59" name="Shape 52"/>
          <p:cNvSpPr/>
          <p:nvPr/>
        </p:nvSpPr>
        <p:spPr>
          <a:xfrm>
            <a:off x="3788176" y="2043437"/>
            <a:ext cx="0" cy="1951947"/>
          </a:xfrm>
          <a:prstGeom prst="line">
            <a:avLst/>
          </a:prstGeom>
          <a:noFill/>
          <a:ln w="6350">
            <a:solidFill>
              <a:srgbClr val="F0F0F0"/>
            </a:solidFill>
            <a:prstDash val="solid"/>
          </a:ln>
        </p:spPr>
      </p:sp>
      <p:sp>
        <p:nvSpPr>
          <p:cNvPr id="60" name="Shape 53"/>
          <p:cNvSpPr/>
          <p:nvPr/>
        </p:nvSpPr>
        <p:spPr>
          <a:xfrm>
            <a:off x="3971056" y="2043437"/>
            <a:ext cx="0" cy="1951947"/>
          </a:xfrm>
          <a:prstGeom prst="line">
            <a:avLst/>
          </a:prstGeom>
          <a:noFill/>
          <a:ln w="6350">
            <a:solidFill>
              <a:srgbClr val="F0F0F0"/>
            </a:solidFill>
            <a:prstDash val="solid"/>
          </a:ln>
        </p:spPr>
      </p:sp>
      <p:sp>
        <p:nvSpPr>
          <p:cNvPr id="61" name="Shape 54"/>
          <p:cNvSpPr/>
          <p:nvPr/>
        </p:nvSpPr>
        <p:spPr>
          <a:xfrm>
            <a:off x="4153936" y="2043437"/>
            <a:ext cx="0" cy="1951947"/>
          </a:xfrm>
          <a:prstGeom prst="line">
            <a:avLst/>
          </a:prstGeom>
          <a:noFill/>
          <a:ln w="6350">
            <a:solidFill>
              <a:srgbClr val="F0F0F0"/>
            </a:solidFill>
            <a:prstDash val="solid"/>
          </a:ln>
        </p:spPr>
      </p:sp>
      <p:sp>
        <p:nvSpPr>
          <p:cNvPr id="62" name="Shape 55"/>
          <p:cNvSpPr/>
          <p:nvPr/>
        </p:nvSpPr>
        <p:spPr>
          <a:xfrm>
            <a:off x="4336816" y="2043437"/>
            <a:ext cx="0" cy="1951947"/>
          </a:xfrm>
          <a:prstGeom prst="line">
            <a:avLst/>
          </a:prstGeom>
          <a:noFill/>
          <a:ln w="6350">
            <a:solidFill>
              <a:srgbClr val="F0F0F0"/>
            </a:solidFill>
            <a:prstDash val="solid"/>
          </a:ln>
        </p:spPr>
      </p:sp>
      <p:sp>
        <p:nvSpPr>
          <p:cNvPr id="63" name="Shape 56"/>
          <p:cNvSpPr/>
          <p:nvPr/>
        </p:nvSpPr>
        <p:spPr>
          <a:xfrm>
            <a:off x="4519696" y="2043437"/>
            <a:ext cx="0" cy="1951947"/>
          </a:xfrm>
          <a:prstGeom prst="line">
            <a:avLst/>
          </a:prstGeom>
          <a:noFill/>
          <a:ln w="6350">
            <a:solidFill>
              <a:srgbClr val="F0F0F0"/>
            </a:solidFill>
            <a:prstDash val="solid"/>
          </a:ln>
        </p:spPr>
      </p:sp>
      <p:sp>
        <p:nvSpPr>
          <p:cNvPr id="64" name="Shape 57"/>
          <p:cNvSpPr/>
          <p:nvPr/>
        </p:nvSpPr>
        <p:spPr>
          <a:xfrm>
            <a:off x="4702576" y="2043437"/>
            <a:ext cx="0" cy="1951947"/>
          </a:xfrm>
          <a:prstGeom prst="line">
            <a:avLst/>
          </a:prstGeom>
          <a:noFill/>
          <a:ln w="6350">
            <a:solidFill>
              <a:srgbClr val="F0F0F0"/>
            </a:solidFill>
            <a:prstDash val="solid"/>
          </a:ln>
        </p:spPr>
      </p:sp>
      <p:sp>
        <p:nvSpPr>
          <p:cNvPr id="65" name="Shape 58"/>
          <p:cNvSpPr/>
          <p:nvPr/>
        </p:nvSpPr>
        <p:spPr>
          <a:xfrm>
            <a:off x="4885456" y="2043437"/>
            <a:ext cx="0" cy="1951947"/>
          </a:xfrm>
          <a:prstGeom prst="line">
            <a:avLst/>
          </a:prstGeom>
          <a:noFill/>
          <a:ln w="6350">
            <a:solidFill>
              <a:srgbClr val="F0F0F0"/>
            </a:solidFill>
            <a:prstDash val="solid"/>
          </a:ln>
        </p:spPr>
      </p:sp>
      <p:sp>
        <p:nvSpPr>
          <p:cNvPr id="66" name="Shape 59"/>
          <p:cNvSpPr/>
          <p:nvPr/>
        </p:nvSpPr>
        <p:spPr>
          <a:xfrm>
            <a:off x="5068336" y="2043437"/>
            <a:ext cx="0" cy="1951947"/>
          </a:xfrm>
          <a:prstGeom prst="line">
            <a:avLst/>
          </a:prstGeom>
          <a:noFill/>
          <a:ln w="6350">
            <a:solidFill>
              <a:srgbClr val="F0F0F0"/>
            </a:solidFill>
            <a:prstDash val="solid"/>
          </a:ln>
        </p:spPr>
      </p:sp>
      <p:sp>
        <p:nvSpPr>
          <p:cNvPr id="67" name="Shape 60"/>
          <p:cNvSpPr/>
          <p:nvPr/>
        </p:nvSpPr>
        <p:spPr>
          <a:xfrm>
            <a:off x="5251216" y="2043437"/>
            <a:ext cx="0" cy="1951947"/>
          </a:xfrm>
          <a:prstGeom prst="line">
            <a:avLst/>
          </a:prstGeom>
          <a:noFill/>
          <a:ln w="6350">
            <a:solidFill>
              <a:srgbClr val="F0F0F0"/>
            </a:solidFill>
            <a:prstDash val="solid"/>
          </a:ln>
        </p:spPr>
      </p:sp>
      <p:sp>
        <p:nvSpPr>
          <p:cNvPr id="68" name="Shape 61"/>
          <p:cNvSpPr/>
          <p:nvPr/>
        </p:nvSpPr>
        <p:spPr>
          <a:xfrm>
            <a:off x="5434096" y="2043437"/>
            <a:ext cx="0" cy="1951947"/>
          </a:xfrm>
          <a:prstGeom prst="line">
            <a:avLst/>
          </a:prstGeom>
          <a:noFill/>
          <a:ln w="6350">
            <a:solidFill>
              <a:srgbClr val="F0F0F0"/>
            </a:solidFill>
            <a:prstDash val="solid"/>
          </a:ln>
        </p:spPr>
      </p:sp>
      <p:sp>
        <p:nvSpPr>
          <p:cNvPr id="69" name="Shape 62"/>
          <p:cNvSpPr/>
          <p:nvPr/>
        </p:nvSpPr>
        <p:spPr>
          <a:xfrm>
            <a:off x="2526736" y="2116589"/>
            <a:ext cx="1097280" cy="192466"/>
          </a:xfrm>
          <a:prstGeom prst="roundRect">
            <a:avLst>
              <a:gd name="adj" fmla="val 50000"/>
            </a:avLst>
          </a:prstGeom>
          <a:solidFill>
            <a:srgbClr val="D6EEDF"/>
          </a:solidFill>
          <a:ln w="15875">
            <a:solidFill>
              <a:srgbClr val="1F7A5C"/>
            </a:solidFill>
            <a:prstDash val="solid"/>
          </a:ln>
        </p:spPr>
      </p:sp>
      <p:sp>
        <p:nvSpPr>
          <p:cNvPr id="70" name="Text 63"/>
          <p:cNvSpPr txBox="1"/>
          <p:nvPr/>
        </p:nvSpPr>
        <p:spPr>
          <a:xfrm>
            <a:off x="2554168" y="2116589"/>
            <a:ext cx="1042416" cy="192466"/>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Mulai</a:t>
            </a:r>
            <a:endParaRPr lang="en-US" sz="700" dirty="0"/>
          </a:p>
        </p:txBody>
      </p:sp>
      <p:sp>
        <p:nvSpPr>
          <p:cNvPr id="71" name="Shape 64"/>
          <p:cNvSpPr/>
          <p:nvPr/>
        </p:nvSpPr>
        <p:spPr>
          <a:xfrm>
            <a:off x="3075376" y="2309055"/>
            <a:ext cx="914" cy="115480"/>
          </a:xfrm>
          <a:prstGeom prst="line">
            <a:avLst/>
          </a:prstGeom>
          <a:noFill/>
          <a:ln w="12700">
            <a:solidFill>
              <a:srgbClr val="444444"/>
            </a:solidFill>
            <a:prstDash val="solid"/>
            <a:tailEnd type="triangle"/>
          </a:ln>
        </p:spPr>
      </p:sp>
      <p:sp>
        <p:nvSpPr>
          <p:cNvPr id="72" name="Shape 65"/>
          <p:cNvSpPr/>
          <p:nvPr/>
        </p:nvSpPr>
        <p:spPr>
          <a:xfrm>
            <a:off x="2526736" y="2424535"/>
            <a:ext cx="1097280" cy="192466"/>
          </a:xfrm>
          <a:prstGeom prst="parallelogram">
            <a:avLst/>
          </a:prstGeom>
          <a:solidFill>
            <a:srgbClr val="E3F2FD"/>
          </a:solidFill>
          <a:ln w="15875">
            <a:solidFill>
              <a:srgbClr val="0078D4"/>
            </a:solidFill>
            <a:prstDash val="solid"/>
          </a:ln>
        </p:spPr>
      </p:sp>
      <p:sp>
        <p:nvSpPr>
          <p:cNvPr id="73" name="Text 66"/>
          <p:cNvSpPr txBox="1"/>
          <p:nvPr/>
        </p:nvSpPr>
        <p:spPr>
          <a:xfrm>
            <a:off x="2554168" y="2424535"/>
            <a:ext cx="1042416" cy="192466"/>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Input judul buku</a:t>
            </a:r>
            <a:endParaRPr lang="en-US" sz="650" dirty="0"/>
          </a:p>
        </p:txBody>
      </p:sp>
      <p:sp>
        <p:nvSpPr>
          <p:cNvPr id="74" name="Shape 67"/>
          <p:cNvSpPr/>
          <p:nvPr/>
        </p:nvSpPr>
        <p:spPr>
          <a:xfrm>
            <a:off x="1072408" y="2628653"/>
            <a:ext cx="438912" cy="347472"/>
          </a:xfrm>
          <a:prstGeom prst="roundRect">
            <a:avLst>
              <a:gd name="adj" fmla="val 13158"/>
            </a:avLst>
          </a:prstGeom>
          <a:solidFill>
            <a:srgbClr val="FFFFFF">
              <a:alpha val="0"/>
            </a:srgbClr>
          </a:solidFill>
          <a:ln w="31750">
            <a:solidFill>
              <a:srgbClr val="E53935"/>
            </a:solidFill>
            <a:prstDash val="solid"/>
          </a:ln>
        </p:spPr>
      </p:sp>
      <p:sp>
        <p:nvSpPr>
          <p:cNvPr id="75" name="Shape 68"/>
          <p:cNvSpPr/>
          <p:nvPr/>
        </p:nvSpPr>
        <p:spPr>
          <a:xfrm>
            <a:off x="1374160" y="2491493"/>
            <a:ext cx="274320" cy="274320"/>
          </a:xfrm>
          <a:prstGeom prst="ellipse">
            <a:avLst/>
          </a:prstGeom>
          <a:solidFill>
            <a:srgbClr val="E53935"/>
          </a:solidFill>
          <a:ln w="12700">
            <a:solidFill>
              <a:srgbClr val="FFFFFF"/>
            </a:solidFill>
            <a:prstDash val="solid"/>
          </a:ln>
        </p:spPr>
      </p:sp>
      <p:sp>
        <p:nvSpPr>
          <p:cNvPr id="76" name="Text 69"/>
          <p:cNvSpPr txBox="1"/>
          <p:nvPr/>
        </p:nvSpPr>
        <p:spPr>
          <a:xfrm>
            <a:off x="1374160" y="249149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pic>
        <p:nvPicPr>
          <p:cNvPr id="77" name="Image 5" descr="preencoded.png">    </p:cNvPr>
          <p:cNvPicPr>
            <a:picLocks noChangeAspect="1"/>
          </p:cNvPicPr>
          <p:nvPr/>
        </p:nvPicPr>
        <p:blipFill>
          <a:blip r:embed="rId6"/>
          <a:stretch>
            <a:fillRect/>
          </a:stretch>
        </p:blipFill>
        <p:spPr>
          <a:xfrm>
            <a:off x="1311067" y="2817020"/>
            <a:ext cx="237744" cy="237744"/>
          </a:xfrm>
          <a:prstGeom prst="rect">
            <a:avLst/>
          </a:prstGeom>
        </p:spPr>
      </p:pic>
      <p:sp>
        <p:nvSpPr>
          <p:cNvPr id="78" name="Text 7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4</a:t>
            </a:r>
            <a:endParaRPr lang="en-US" sz="1200" dirty="0"/>
          </a:p>
        </p:txBody>
      </p:sp>
      <p:sp>
        <p:nvSpPr>
          <p:cNvPr id="79" name="Text 7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Tambah jajar genjang: Input judul buku</a:t>
            </a:r>
            <a:endParaRPr lang="en-US" sz="1800" dirty="0"/>
          </a:p>
        </p:txBody>
      </p:sp>
      <p:sp>
        <p:nvSpPr>
          <p:cNvPr id="80" name="Text 7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simbol jajar genjang (Data). Tulis: Input judul buku. Letakkan di bawah Mulai.</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5/8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Flowchart_Pinjam_Buku_Kel2.drawio - draw.io</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app.diagrams.net</a:t>
            </a:r>
            <a:endParaRPr lang="en-US" sz="800" dirty="0"/>
          </a:p>
        </p:txBody>
      </p:sp>
      <p:sp>
        <p:nvSpPr>
          <p:cNvPr id="28" name="Text 21"/>
          <p:cNvSpPr txBox="1"/>
          <p:nvPr/>
        </p:nvSpPr>
        <p:spPr>
          <a:xfrm>
            <a:off x="679216" y="169596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Flowchart_Pinjam_Buku_Kel2</a:t>
            </a:r>
            <a:endParaRPr lang="en-US" sz="800" dirty="0"/>
          </a:p>
        </p:txBody>
      </p:sp>
      <p:sp>
        <p:nvSpPr>
          <p:cNvPr id="29" name="Text 22"/>
          <p:cNvSpPr txBox="1"/>
          <p:nvPr/>
        </p:nvSpPr>
        <p:spPr>
          <a:xfrm>
            <a:off x="67921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File</a:t>
            </a:r>
            <a:endParaRPr lang="en-US" sz="650" dirty="0"/>
          </a:p>
        </p:txBody>
      </p:sp>
      <p:sp>
        <p:nvSpPr>
          <p:cNvPr id="30" name="Text 23"/>
          <p:cNvSpPr txBox="1"/>
          <p:nvPr/>
        </p:nvSpPr>
        <p:spPr>
          <a:xfrm>
            <a:off x="1063264"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Edit</a:t>
            </a:r>
            <a:endParaRPr lang="en-US" sz="650" dirty="0"/>
          </a:p>
        </p:txBody>
      </p:sp>
      <p:sp>
        <p:nvSpPr>
          <p:cNvPr id="31" name="Text 24"/>
          <p:cNvSpPr txBox="1"/>
          <p:nvPr/>
        </p:nvSpPr>
        <p:spPr>
          <a:xfrm>
            <a:off x="1447312"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View</a:t>
            </a:r>
            <a:endParaRPr lang="en-US" sz="650" dirty="0"/>
          </a:p>
        </p:txBody>
      </p:sp>
      <p:sp>
        <p:nvSpPr>
          <p:cNvPr id="32" name="Text 25"/>
          <p:cNvSpPr txBox="1"/>
          <p:nvPr/>
        </p:nvSpPr>
        <p:spPr>
          <a:xfrm>
            <a:off x="1831360"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Arrange</a:t>
            </a:r>
            <a:endParaRPr lang="en-US" sz="650" dirty="0"/>
          </a:p>
        </p:txBody>
      </p:sp>
      <p:sp>
        <p:nvSpPr>
          <p:cNvPr id="33" name="Text 26"/>
          <p:cNvSpPr txBox="1"/>
          <p:nvPr/>
        </p:nvSpPr>
        <p:spPr>
          <a:xfrm>
            <a:off x="2215408"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Extras</a:t>
            </a:r>
            <a:endParaRPr lang="en-US" sz="650" dirty="0"/>
          </a:p>
        </p:txBody>
      </p:sp>
      <p:sp>
        <p:nvSpPr>
          <p:cNvPr id="34" name="Text 27"/>
          <p:cNvSpPr txBox="1"/>
          <p:nvPr/>
        </p:nvSpPr>
        <p:spPr>
          <a:xfrm>
            <a:off x="259945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Help</a:t>
            </a:r>
            <a:endParaRPr lang="en-US" sz="650" dirty="0"/>
          </a:p>
        </p:txBody>
      </p:sp>
      <p:sp>
        <p:nvSpPr>
          <p:cNvPr id="35" name="Shape 28"/>
          <p:cNvSpPr/>
          <p:nvPr/>
        </p:nvSpPr>
        <p:spPr>
          <a:xfrm>
            <a:off x="587776" y="2043437"/>
            <a:ext cx="960120" cy="1951947"/>
          </a:xfrm>
          <a:prstGeom prst="rect">
            <a:avLst/>
          </a:prstGeom>
          <a:solidFill>
            <a:srgbClr val="F5F5F5"/>
          </a:solidFill>
          <a:ln w="6350">
            <a:solidFill>
              <a:srgbClr val="DDDDDD"/>
            </a:solidFill>
            <a:prstDash val="solid"/>
          </a:ln>
        </p:spPr>
      </p:sp>
      <p:sp>
        <p:nvSpPr>
          <p:cNvPr id="36" name="Text 29"/>
          <p:cNvSpPr txBox="1"/>
          <p:nvPr/>
        </p:nvSpPr>
        <p:spPr>
          <a:xfrm>
            <a:off x="642640" y="2080013"/>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General</a:t>
            </a:r>
            <a:endParaRPr lang="en-US" sz="650" dirty="0"/>
          </a:p>
        </p:txBody>
      </p:sp>
      <p:sp>
        <p:nvSpPr>
          <p:cNvPr id="37" name="Shape 30"/>
          <p:cNvSpPr/>
          <p:nvPr/>
        </p:nvSpPr>
        <p:spPr>
          <a:xfrm>
            <a:off x="660928" y="2272037"/>
            <a:ext cx="384048" cy="292608"/>
          </a:xfrm>
          <a:prstGeom prst="rect">
            <a:avLst/>
          </a:prstGeom>
          <a:solidFill>
            <a:srgbClr val="FFFFFF"/>
          </a:solidFill>
          <a:ln w="15875">
            <a:solidFill>
              <a:srgbClr val="1F7A5C"/>
            </a:solidFill>
            <a:prstDash val="solid"/>
          </a:ln>
        </p:spPr>
      </p:sp>
      <p:sp>
        <p:nvSpPr>
          <p:cNvPr id="38" name="Text 31"/>
          <p:cNvSpPr txBox="1"/>
          <p:nvPr/>
        </p:nvSpPr>
        <p:spPr>
          <a:xfrm>
            <a:off x="688360"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39" name="Shape 32"/>
          <p:cNvSpPr/>
          <p:nvPr/>
        </p:nvSpPr>
        <p:spPr>
          <a:xfrm>
            <a:off x="1099840" y="2272037"/>
            <a:ext cx="384048" cy="292608"/>
          </a:xfrm>
          <a:prstGeom prst="roundRect">
            <a:avLst>
              <a:gd name="adj" fmla="val 50000"/>
            </a:avLst>
          </a:prstGeom>
          <a:solidFill>
            <a:srgbClr val="D6EEDF"/>
          </a:solidFill>
          <a:ln w="15875">
            <a:solidFill>
              <a:srgbClr val="1F7A5C"/>
            </a:solidFill>
            <a:prstDash val="solid"/>
          </a:ln>
        </p:spPr>
      </p:sp>
      <p:sp>
        <p:nvSpPr>
          <p:cNvPr id="40" name="Text 33"/>
          <p:cNvSpPr txBox="1"/>
          <p:nvPr/>
        </p:nvSpPr>
        <p:spPr>
          <a:xfrm>
            <a:off x="1127272"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41" name="Shape 34"/>
          <p:cNvSpPr/>
          <p:nvPr/>
        </p:nvSpPr>
        <p:spPr>
          <a:xfrm>
            <a:off x="660928" y="2656085"/>
            <a:ext cx="384048" cy="292608"/>
          </a:xfrm>
          <a:prstGeom prst="diamond">
            <a:avLst/>
          </a:prstGeom>
          <a:solidFill>
            <a:srgbClr val="FFF3CD"/>
          </a:solidFill>
          <a:ln w="15875">
            <a:solidFill>
              <a:srgbClr val="D4A017"/>
            </a:solidFill>
            <a:prstDash val="solid"/>
          </a:ln>
        </p:spPr>
      </p:sp>
      <p:sp>
        <p:nvSpPr>
          <p:cNvPr id="42" name="Text 35"/>
          <p:cNvSpPr txBox="1"/>
          <p:nvPr/>
        </p:nvSpPr>
        <p:spPr>
          <a:xfrm>
            <a:off x="688360"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3" name="Shape 36"/>
          <p:cNvSpPr/>
          <p:nvPr/>
        </p:nvSpPr>
        <p:spPr>
          <a:xfrm>
            <a:off x="1099840" y="2656085"/>
            <a:ext cx="384048" cy="292608"/>
          </a:xfrm>
          <a:prstGeom prst="parallelogram">
            <a:avLst/>
          </a:prstGeom>
          <a:solidFill>
            <a:srgbClr val="E3F2FD"/>
          </a:solidFill>
          <a:ln w="15875">
            <a:solidFill>
              <a:srgbClr val="0078D4"/>
            </a:solidFill>
            <a:prstDash val="solid"/>
          </a:ln>
        </p:spPr>
      </p:sp>
      <p:sp>
        <p:nvSpPr>
          <p:cNvPr id="44" name="Text 37"/>
          <p:cNvSpPr txBox="1"/>
          <p:nvPr/>
        </p:nvSpPr>
        <p:spPr>
          <a:xfrm>
            <a:off x="1127272"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5" name="Text 38"/>
          <p:cNvSpPr txBox="1"/>
          <p:nvPr/>
        </p:nvSpPr>
        <p:spPr>
          <a:xfrm>
            <a:off x="642640" y="3094997"/>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Flowchart</a:t>
            </a:r>
            <a:endParaRPr lang="en-US" sz="650" dirty="0"/>
          </a:p>
        </p:txBody>
      </p:sp>
      <p:sp>
        <p:nvSpPr>
          <p:cNvPr id="46" name="Shape 39"/>
          <p:cNvSpPr/>
          <p:nvPr/>
        </p:nvSpPr>
        <p:spPr>
          <a:xfrm>
            <a:off x="1593616" y="2043437"/>
            <a:ext cx="3899367" cy="1951947"/>
          </a:xfrm>
          <a:prstGeom prst="rect">
            <a:avLst/>
          </a:prstGeom>
          <a:solidFill>
            <a:srgbClr val="FFFFFF"/>
          </a:solidFill>
          <a:ln w="12700">
            <a:solidFill>
              <a:srgbClr val="FFFFFF"/>
            </a:solidFill>
            <a:prstDash val="solid"/>
          </a:ln>
        </p:spPr>
      </p:sp>
      <p:sp>
        <p:nvSpPr>
          <p:cNvPr id="47" name="Shape 40"/>
          <p:cNvSpPr/>
          <p:nvPr/>
        </p:nvSpPr>
        <p:spPr>
          <a:xfrm>
            <a:off x="1593616" y="2043437"/>
            <a:ext cx="0" cy="1951947"/>
          </a:xfrm>
          <a:prstGeom prst="line">
            <a:avLst/>
          </a:prstGeom>
          <a:noFill/>
          <a:ln w="6350">
            <a:solidFill>
              <a:srgbClr val="F0F0F0"/>
            </a:solidFill>
            <a:prstDash val="solid"/>
          </a:ln>
        </p:spPr>
      </p:sp>
      <p:sp>
        <p:nvSpPr>
          <p:cNvPr id="48" name="Shape 41"/>
          <p:cNvSpPr/>
          <p:nvPr/>
        </p:nvSpPr>
        <p:spPr>
          <a:xfrm>
            <a:off x="1776496" y="2043437"/>
            <a:ext cx="0" cy="1951947"/>
          </a:xfrm>
          <a:prstGeom prst="line">
            <a:avLst/>
          </a:prstGeom>
          <a:noFill/>
          <a:ln w="6350">
            <a:solidFill>
              <a:srgbClr val="F0F0F0"/>
            </a:solidFill>
            <a:prstDash val="solid"/>
          </a:ln>
        </p:spPr>
      </p:sp>
      <p:sp>
        <p:nvSpPr>
          <p:cNvPr id="49" name="Shape 42"/>
          <p:cNvSpPr/>
          <p:nvPr/>
        </p:nvSpPr>
        <p:spPr>
          <a:xfrm>
            <a:off x="1959376" y="2043437"/>
            <a:ext cx="0" cy="1951947"/>
          </a:xfrm>
          <a:prstGeom prst="line">
            <a:avLst/>
          </a:prstGeom>
          <a:noFill/>
          <a:ln w="6350">
            <a:solidFill>
              <a:srgbClr val="F0F0F0"/>
            </a:solidFill>
            <a:prstDash val="solid"/>
          </a:ln>
        </p:spPr>
      </p:sp>
      <p:sp>
        <p:nvSpPr>
          <p:cNvPr id="50" name="Shape 43"/>
          <p:cNvSpPr/>
          <p:nvPr/>
        </p:nvSpPr>
        <p:spPr>
          <a:xfrm>
            <a:off x="2142256" y="2043437"/>
            <a:ext cx="0" cy="1951947"/>
          </a:xfrm>
          <a:prstGeom prst="line">
            <a:avLst/>
          </a:prstGeom>
          <a:noFill/>
          <a:ln w="6350">
            <a:solidFill>
              <a:srgbClr val="F0F0F0"/>
            </a:solidFill>
            <a:prstDash val="solid"/>
          </a:ln>
        </p:spPr>
      </p:sp>
      <p:sp>
        <p:nvSpPr>
          <p:cNvPr id="51" name="Shape 44"/>
          <p:cNvSpPr/>
          <p:nvPr/>
        </p:nvSpPr>
        <p:spPr>
          <a:xfrm>
            <a:off x="2325136" y="2043437"/>
            <a:ext cx="0" cy="1951947"/>
          </a:xfrm>
          <a:prstGeom prst="line">
            <a:avLst/>
          </a:prstGeom>
          <a:noFill/>
          <a:ln w="6350">
            <a:solidFill>
              <a:srgbClr val="F0F0F0"/>
            </a:solidFill>
            <a:prstDash val="solid"/>
          </a:ln>
        </p:spPr>
      </p:sp>
      <p:sp>
        <p:nvSpPr>
          <p:cNvPr id="52" name="Shape 45"/>
          <p:cNvSpPr/>
          <p:nvPr/>
        </p:nvSpPr>
        <p:spPr>
          <a:xfrm>
            <a:off x="2508016" y="2043437"/>
            <a:ext cx="0" cy="1951947"/>
          </a:xfrm>
          <a:prstGeom prst="line">
            <a:avLst/>
          </a:prstGeom>
          <a:noFill/>
          <a:ln w="6350">
            <a:solidFill>
              <a:srgbClr val="F0F0F0"/>
            </a:solidFill>
            <a:prstDash val="solid"/>
          </a:ln>
        </p:spPr>
      </p:sp>
      <p:sp>
        <p:nvSpPr>
          <p:cNvPr id="53" name="Shape 46"/>
          <p:cNvSpPr/>
          <p:nvPr/>
        </p:nvSpPr>
        <p:spPr>
          <a:xfrm>
            <a:off x="2690896" y="2043437"/>
            <a:ext cx="0" cy="1951947"/>
          </a:xfrm>
          <a:prstGeom prst="line">
            <a:avLst/>
          </a:prstGeom>
          <a:noFill/>
          <a:ln w="6350">
            <a:solidFill>
              <a:srgbClr val="F0F0F0"/>
            </a:solidFill>
            <a:prstDash val="solid"/>
          </a:ln>
        </p:spPr>
      </p:sp>
      <p:sp>
        <p:nvSpPr>
          <p:cNvPr id="54" name="Shape 47"/>
          <p:cNvSpPr/>
          <p:nvPr/>
        </p:nvSpPr>
        <p:spPr>
          <a:xfrm>
            <a:off x="2873776" y="2043437"/>
            <a:ext cx="0" cy="1951947"/>
          </a:xfrm>
          <a:prstGeom prst="line">
            <a:avLst/>
          </a:prstGeom>
          <a:noFill/>
          <a:ln w="6350">
            <a:solidFill>
              <a:srgbClr val="F0F0F0"/>
            </a:solidFill>
            <a:prstDash val="solid"/>
          </a:ln>
        </p:spPr>
      </p:sp>
      <p:sp>
        <p:nvSpPr>
          <p:cNvPr id="55" name="Shape 48"/>
          <p:cNvSpPr/>
          <p:nvPr/>
        </p:nvSpPr>
        <p:spPr>
          <a:xfrm>
            <a:off x="3056656" y="2043437"/>
            <a:ext cx="0" cy="1951947"/>
          </a:xfrm>
          <a:prstGeom prst="line">
            <a:avLst/>
          </a:prstGeom>
          <a:noFill/>
          <a:ln w="6350">
            <a:solidFill>
              <a:srgbClr val="F0F0F0"/>
            </a:solidFill>
            <a:prstDash val="solid"/>
          </a:ln>
        </p:spPr>
      </p:sp>
      <p:sp>
        <p:nvSpPr>
          <p:cNvPr id="56" name="Shape 49"/>
          <p:cNvSpPr/>
          <p:nvPr/>
        </p:nvSpPr>
        <p:spPr>
          <a:xfrm>
            <a:off x="3239536" y="2043437"/>
            <a:ext cx="0" cy="1951947"/>
          </a:xfrm>
          <a:prstGeom prst="line">
            <a:avLst/>
          </a:prstGeom>
          <a:noFill/>
          <a:ln w="6350">
            <a:solidFill>
              <a:srgbClr val="F0F0F0"/>
            </a:solidFill>
            <a:prstDash val="solid"/>
          </a:ln>
        </p:spPr>
      </p:sp>
      <p:sp>
        <p:nvSpPr>
          <p:cNvPr id="57" name="Shape 50"/>
          <p:cNvSpPr/>
          <p:nvPr/>
        </p:nvSpPr>
        <p:spPr>
          <a:xfrm>
            <a:off x="3422416" y="2043437"/>
            <a:ext cx="0" cy="1951947"/>
          </a:xfrm>
          <a:prstGeom prst="line">
            <a:avLst/>
          </a:prstGeom>
          <a:noFill/>
          <a:ln w="6350">
            <a:solidFill>
              <a:srgbClr val="F0F0F0"/>
            </a:solidFill>
            <a:prstDash val="solid"/>
          </a:ln>
        </p:spPr>
      </p:sp>
      <p:sp>
        <p:nvSpPr>
          <p:cNvPr id="58" name="Shape 51"/>
          <p:cNvSpPr/>
          <p:nvPr/>
        </p:nvSpPr>
        <p:spPr>
          <a:xfrm>
            <a:off x="3605296" y="2043437"/>
            <a:ext cx="0" cy="1951947"/>
          </a:xfrm>
          <a:prstGeom prst="line">
            <a:avLst/>
          </a:prstGeom>
          <a:noFill/>
          <a:ln w="6350">
            <a:solidFill>
              <a:srgbClr val="F0F0F0"/>
            </a:solidFill>
            <a:prstDash val="solid"/>
          </a:ln>
        </p:spPr>
      </p:sp>
      <p:sp>
        <p:nvSpPr>
          <p:cNvPr id="59" name="Shape 52"/>
          <p:cNvSpPr/>
          <p:nvPr/>
        </p:nvSpPr>
        <p:spPr>
          <a:xfrm>
            <a:off x="3788176" y="2043437"/>
            <a:ext cx="0" cy="1951947"/>
          </a:xfrm>
          <a:prstGeom prst="line">
            <a:avLst/>
          </a:prstGeom>
          <a:noFill/>
          <a:ln w="6350">
            <a:solidFill>
              <a:srgbClr val="F0F0F0"/>
            </a:solidFill>
            <a:prstDash val="solid"/>
          </a:ln>
        </p:spPr>
      </p:sp>
      <p:sp>
        <p:nvSpPr>
          <p:cNvPr id="60" name="Shape 53"/>
          <p:cNvSpPr/>
          <p:nvPr/>
        </p:nvSpPr>
        <p:spPr>
          <a:xfrm>
            <a:off x="3971056" y="2043437"/>
            <a:ext cx="0" cy="1951947"/>
          </a:xfrm>
          <a:prstGeom prst="line">
            <a:avLst/>
          </a:prstGeom>
          <a:noFill/>
          <a:ln w="6350">
            <a:solidFill>
              <a:srgbClr val="F0F0F0"/>
            </a:solidFill>
            <a:prstDash val="solid"/>
          </a:ln>
        </p:spPr>
      </p:sp>
      <p:sp>
        <p:nvSpPr>
          <p:cNvPr id="61" name="Shape 54"/>
          <p:cNvSpPr/>
          <p:nvPr/>
        </p:nvSpPr>
        <p:spPr>
          <a:xfrm>
            <a:off x="4153936" y="2043437"/>
            <a:ext cx="0" cy="1951947"/>
          </a:xfrm>
          <a:prstGeom prst="line">
            <a:avLst/>
          </a:prstGeom>
          <a:noFill/>
          <a:ln w="6350">
            <a:solidFill>
              <a:srgbClr val="F0F0F0"/>
            </a:solidFill>
            <a:prstDash val="solid"/>
          </a:ln>
        </p:spPr>
      </p:sp>
      <p:sp>
        <p:nvSpPr>
          <p:cNvPr id="62" name="Shape 55"/>
          <p:cNvSpPr/>
          <p:nvPr/>
        </p:nvSpPr>
        <p:spPr>
          <a:xfrm>
            <a:off x="4336816" y="2043437"/>
            <a:ext cx="0" cy="1951947"/>
          </a:xfrm>
          <a:prstGeom prst="line">
            <a:avLst/>
          </a:prstGeom>
          <a:noFill/>
          <a:ln w="6350">
            <a:solidFill>
              <a:srgbClr val="F0F0F0"/>
            </a:solidFill>
            <a:prstDash val="solid"/>
          </a:ln>
        </p:spPr>
      </p:sp>
      <p:sp>
        <p:nvSpPr>
          <p:cNvPr id="63" name="Shape 56"/>
          <p:cNvSpPr/>
          <p:nvPr/>
        </p:nvSpPr>
        <p:spPr>
          <a:xfrm>
            <a:off x="4519696" y="2043437"/>
            <a:ext cx="0" cy="1951947"/>
          </a:xfrm>
          <a:prstGeom prst="line">
            <a:avLst/>
          </a:prstGeom>
          <a:noFill/>
          <a:ln w="6350">
            <a:solidFill>
              <a:srgbClr val="F0F0F0"/>
            </a:solidFill>
            <a:prstDash val="solid"/>
          </a:ln>
        </p:spPr>
      </p:sp>
      <p:sp>
        <p:nvSpPr>
          <p:cNvPr id="64" name="Shape 57"/>
          <p:cNvSpPr/>
          <p:nvPr/>
        </p:nvSpPr>
        <p:spPr>
          <a:xfrm>
            <a:off x="4702576" y="2043437"/>
            <a:ext cx="0" cy="1951947"/>
          </a:xfrm>
          <a:prstGeom prst="line">
            <a:avLst/>
          </a:prstGeom>
          <a:noFill/>
          <a:ln w="6350">
            <a:solidFill>
              <a:srgbClr val="F0F0F0"/>
            </a:solidFill>
            <a:prstDash val="solid"/>
          </a:ln>
        </p:spPr>
      </p:sp>
      <p:sp>
        <p:nvSpPr>
          <p:cNvPr id="65" name="Shape 58"/>
          <p:cNvSpPr/>
          <p:nvPr/>
        </p:nvSpPr>
        <p:spPr>
          <a:xfrm>
            <a:off x="4885456" y="2043437"/>
            <a:ext cx="0" cy="1951947"/>
          </a:xfrm>
          <a:prstGeom prst="line">
            <a:avLst/>
          </a:prstGeom>
          <a:noFill/>
          <a:ln w="6350">
            <a:solidFill>
              <a:srgbClr val="F0F0F0"/>
            </a:solidFill>
            <a:prstDash val="solid"/>
          </a:ln>
        </p:spPr>
      </p:sp>
      <p:sp>
        <p:nvSpPr>
          <p:cNvPr id="66" name="Shape 59"/>
          <p:cNvSpPr/>
          <p:nvPr/>
        </p:nvSpPr>
        <p:spPr>
          <a:xfrm>
            <a:off x="5068336" y="2043437"/>
            <a:ext cx="0" cy="1951947"/>
          </a:xfrm>
          <a:prstGeom prst="line">
            <a:avLst/>
          </a:prstGeom>
          <a:noFill/>
          <a:ln w="6350">
            <a:solidFill>
              <a:srgbClr val="F0F0F0"/>
            </a:solidFill>
            <a:prstDash val="solid"/>
          </a:ln>
        </p:spPr>
      </p:sp>
      <p:sp>
        <p:nvSpPr>
          <p:cNvPr id="67" name="Shape 60"/>
          <p:cNvSpPr/>
          <p:nvPr/>
        </p:nvSpPr>
        <p:spPr>
          <a:xfrm>
            <a:off x="5251216" y="2043437"/>
            <a:ext cx="0" cy="1951947"/>
          </a:xfrm>
          <a:prstGeom prst="line">
            <a:avLst/>
          </a:prstGeom>
          <a:noFill/>
          <a:ln w="6350">
            <a:solidFill>
              <a:srgbClr val="F0F0F0"/>
            </a:solidFill>
            <a:prstDash val="solid"/>
          </a:ln>
        </p:spPr>
      </p:sp>
      <p:sp>
        <p:nvSpPr>
          <p:cNvPr id="68" name="Shape 61"/>
          <p:cNvSpPr/>
          <p:nvPr/>
        </p:nvSpPr>
        <p:spPr>
          <a:xfrm>
            <a:off x="5434096" y="2043437"/>
            <a:ext cx="0" cy="1951947"/>
          </a:xfrm>
          <a:prstGeom prst="line">
            <a:avLst/>
          </a:prstGeom>
          <a:noFill/>
          <a:ln w="6350">
            <a:solidFill>
              <a:srgbClr val="F0F0F0"/>
            </a:solidFill>
            <a:prstDash val="solid"/>
          </a:ln>
        </p:spPr>
      </p:sp>
      <p:sp>
        <p:nvSpPr>
          <p:cNvPr id="69" name="Shape 62"/>
          <p:cNvSpPr/>
          <p:nvPr/>
        </p:nvSpPr>
        <p:spPr>
          <a:xfrm>
            <a:off x="2526736" y="2116589"/>
            <a:ext cx="1097280" cy="192466"/>
          </a:xfrm>
          <a:prstGeom prst="roundRect">
            <a:avLst>
              <a:gd name="adj" fmla="val 50000"/>
            </a:avLst>
          </a:prstGeom>
          <a:solidFill>
            <a:srgbClr val="D6EEDF"/>
          </a:solidFill>
          <a:ln w="15875">
            <a:solidFill>
              <a:srgbClr val="1F7A5C"/>
            </a:solidFill>
            <a:prstDash val="solid"/>
          </a:ln>
        </p:spPr>
      </p:sp>
      <p:sp>
        <p:nvSpPr>
          <p:cNvPr id="70" name="Text 63"/>
          <p:cNvSpPr txBox="1"/>
          <p:nvPr/>
        </p:nvSpPr>
        <p:spPr>
          <a:xfrm>
            <a:off x="2554168" y="2116589"/>
            <a:ext cx="1042416" cy="192466"/>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Mulai</a:t>
            </a:r>
            <a:endParaRPr lang="en-US" sz="700" dirty="0"/>
          </a:p>
        </p:txBody>
      </p:sp>
      <p:sp>
        <p:nvSpPr>
          <p:cNvPr id="71" name="Shape 64"/>
          <p:cNvSpPr/>
          <p:nvPr/>
        </p:nvSpPr>
        <p:spPr>
          <a:xfrm>
            <a:off x="3075376" y="2309055"/>
            <a:ext cx="914" cy="115480"/>
          </a:xfrm>
          <a:prstGeom prst="line">
            <a:avLst/>
          </a:prstGeom>
          <a:noFill/>
          <a:ln w="12700">
            <a:solidFill>
              <a:srgbClr val="444444"/>
            </a:solidFill>
            <a:prstDash val="solid"/>
            <a:tailEnd type="triangle"/>
          </a:ln>
        </p:spPr>
      </p:sp>
      <p:sp>
        <p:nvSpPr>
          <p:cNvPr id="72" name="Shape 65"/>
          <p:cNvSpPr/>
          <p:nvPr/>
        </p:nvSpPr>
        <p:spPr>
          <a:xfrm>
            <a:off x="2526736" y="2424535"/>
            <a:ext cx="1097280" cy="192466"/>
          </a:xfrm>
          <a:prstGeom prst="parallelogram">
            <a:avLst/>
          </a:prstGeom>
          <a:solidFill>
            <a:srgbClr val="E3F2FD"/>
          </a:solidFill>
          <a:ln w="15875">
            <a:solidFill>
              <a:srgbClr val="0078D4"/>
            </a:solidFill>
            <a:prstDash val="solid"/>
          </a:ln>
        </p:spPr>
      </p:sp>
      <p:sp>
        <p:nvSpPr>
          <p:cNvPr id="73" name="Text 66"/>
          <p:cNvSpPr txBox="1"/>
          <p:nvPr/>
        </p:nvSpPr>
        <p:spPr>
          <a:xfrm>
            <a:off x="2554168" y="2424535"/>
            <a:ext cx="1042416" cy="192466"/>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Input judul buku</a:t>
            </a:r>
            <a:endParaRPr lang="en-US" sz="650" dirty="0"/>
          </a:p>
        </p:txBody>
      </p:sp>
      <p:sp>
        <p:nvSpPr>
          <p:cNvPr id="74" name="Shape 67"/>
          <p:cNvSpPr/>
          <p:nvPr/>
        </p:nvSpPr>
        <p:spPr>
          <a:xfrm>
            <a:off x="2938216" y="2317757"/>
            <a:ext cx="274320" cy="237744"/>
          </a:xfrm>
          <a:prstGeom prst="roundRect">
            <a:avLst>
              <a:gd name="adj" fmla="val 19231"/>
            </a:avLst>
          </a:prstGeom>
          <a:solidFill>
            <a:srgbClr val="FFFFFF">
              <a:alpha val="0"/>
            </a:srgbClr>
          </a:solidFill>
          <a:ln w="31750">
            <a:solidFill>
              <a:srgbClr val="E53935"/>
            </a:solidFill>
            <a:prstDash val="solid"/>
          </a:ln>
        </p:spPr>
      </p:sp>
      <p:sp>
        <p:nvSpPr>
          <p:cNvPr id="75" name="Shape 68"/>
          <p:cNvSpPr/>
          <p:nvPr/>
        </p:nvSpPr>
        <p:spPr>
          <a:xfrm>
            <a:off x="3075376" y="2180597"/>
            <a:ext cx="274320" cy="274320"/>
          </a:xfrm>
          <a:prstGeom prst="ellipse">
            <a:avLst/>
          </a:prstGeom>
          <a:solidFill>
            <a:srgbClr val="E53935"/>
          </a:solidFill>
          <a:ln w="12700">
            <a:solidFill>
              <a:srgbClr val="FFFFFF"/>
            </a:solidFill>
            <a:prstDash val="solid"/>
          </a:ln>
        </p:spPr>
      </p:sp>
      <p:sp>
        <p:nvSpPr>
          <p:cNvPr id="76" name="Text 69"/>
          <p:cNvSpPr txBox="1"/>
          <p:nvPr/>
        </p:nvSpPr>
        <p:spPr>
          <a:xfrm>
            <a:off x="3075376" y="218059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pic>
        <p:nvPicPr>
          <p:cNvPr id="77" name="Image 5" descr="preencoded.png">    </p:cNvPr>
          <p:cNvPicPr>
            <a:picLocks noChangeAspect="1"/>
          </p:cNvPicPr>
          <p:nvPr/>
        </p:nvPicPr>
        <p:blipFill>
          <a:blip r:embed="rId6"/>
          <a:stretch>
            <a:fillRect/>
          </a:stretch>
        </p:blipFill>
        <p:spPr>
          <a:xfrm>
            <a:off x="3086349" y="2445773"/>
            <a:ext cx="237744" cy="237744"/>
          </a:xfrm>
          <a:prstGeom prst="rect">
            <a:avLst/>
          </a:prstGeom>
        </p:spPr>
      </p:pic>
      <p:sp>
        <p:nvSpPr>
          <p:cNvPr id="78" name="Text 7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5</a:t>
            </a:r>
            <a:endParaRPr lang="en-US" sz="1200" dirty="0"/>
          </a:p>
        </p:txBody>
      </p:sp>
      <p:sp>
        <p:nvSpPr>
          <p:cNvPr id="79" name="Text 7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Hubungkan dengan panah</a:t>
            </a:r>
            <a:endParaRPr lang="en-US" sz="1800" dirty="0"/>
          </a:p>
        </p:txBody>
      </p:sp>
      <p:sp>
        <p:nvSpPr>
          <p:cNvPr id="80" name="Text 7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Arahkan kursor ke bentuk Mulai: muncul panah biru kecil. Tekan dan seret panah ke bentuk berikutnya.</a:t>
            </a:r>
            <a:endParaRPr lang="en-US" sz="1300" dirty="0"/>
          </a:p>
        </p:txBody>
      </p:sp>
      <p:sp>
        <p:nvSpPr>
          <p:cNvPr id="81" name="Shape 73"/>
          <p:cNvSpPr/>
          <p:nvPr/>
        </p:nvSpPr>
        <p:spPr>
          <a:xfrm>
            <a:off x="5989320" y="3611880"/>
            <a:ext cx="2697480" cy="1051560"/>
          </a:xfrm>
          <a:prstGeom prst="roundRect">
            <a:avLst>
              <a:gd name="adj" fmla="val 8696"/>
            </a:avLst>
          </a:prstGeom>
          <a:solidFill>
            <a:srgbClr val="FBF1D3"/>
          </a:solidFill>
          <a:ln w="12700">
            <a:solidFill>
              <a:srgbClr val="FBF1D3"/>
            </a:solidFill>
            <a:prstDash val="solid"/>
          </a:ln>
        </p:spPr>
      </p:sp>
      <p:pic>
        <p:nvPicPr>
          <p:cNvPr id="82" name="Image 6" descr="preencoded.png">    </p:cNvPr>
          <p:cNvPicPr>
            <a:picLocks noChangeAspect="1"/>
          </p:cNvPicPr>
          <p:nvPr/>
        </p:nvPicPr>
        <p:blipFill>
          <a:blip r:embed="rId7"/>
          <a:stretch>
            <a:fillRect/>
          </a:stretch>
        </p:blipFill>
        <p:spPr>
          <a:xfrm>
            <a:off x="6108192" y="3721608"/>
            <a:ext cx="201168" cy="201168"/>
          </a:xfrm>
          <a:prstGeom prst="rect">
            <a:avLst/>
          </a:prstGeom>
        </p:spPr>
      </p:pic>
      <p:sp>
        <p:nvSpPr>
          <p:cNvPr id="83" name="Text 74"/>
          <p:cNvSpPr txBox="1"/>
          <p:nvPr/>
        </p:nvSpPr>
        <p:spPr>
          <a:xfrm>
            <a:off x="6382512" y="3685032"/>
            <a:ext cx="2240280" cy="932688"/>
          </a:xfrm>
          <a:prstGeom prst="rect">
            <a:avLst/>
          </a:prstGeom>
          <a:noFill/>
          <a:ln/>
        </p:spPr>
        <p:txBody>
          <a:bodyPr wrap="square" lIns="0" tIns="0" rIns="0" bIns="0" rtlCol="0" anchor="ctr"/>
          <a:lstStyle/>
          <a:p>
            <a:pPr indent="0" marL="0">
              <a:buNone/>
            </a:pPr>
            <a:r>
              <a:rPr lang="en-US" sz="1100" dirty="0">
                <a:solidFill>
                  <a:srgbClr val="1E2A26"/>
                </a:solidFill>
                <a:latin typeface="Calibri" pitchFamily="34" charset="0"/>
                <a:ea typeface="Calibri" pitchFamily="34" charset="-122"/>
                <a:cs typeface="Calibri" pitchFamily="34" charset="-120"/>
              </a:rPr>
              <a:t>Panah yang menempel akan ikut bergeser saat bentuk dipindah.</a:t>
            </a:r>
            <a:endParaRPr lang="en-US" sz="11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Menggambar</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6/8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Flowchart_Pinjam_Buku_Kel2.drawio - draw.io</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app.diagrams.net</a:t>
            </a:r>
            <a:endParaRPr lang="en-US" sz="800" dirty="0"/>
          </a:p>
        </p:txBody>
      </p:sp>
      <p:sp>
        <p:nvSpPr>
          <p:cNvPr id="28" name="Text 21"/>
          <p:cNvSpPr txBox="1"/>
          <p:nvPr/>
        </p:nvSpPr>
        <p:spPr>
          <a:xfrm>
            <a:off x="679216" y="169596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Flowchart_Pinjam_Buku_Kel2</a:t>
            </a:r>
            <a:endParaRPr lang="en-US" sz="800" dirty="0"/>
          </a:p>
        </p:txBody>
      </p:sp>
      <p:sp>
        <p:nvSpPr>
          <p:cNvPr id="29" name="Text 22"/>
          <p:cNvSpPr txBox="1"/>
          <p:nvPr/>
        </p:nvSpPr>
        <p:spPr>
          <a:xfrm>
            <a:off x="67921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File</a:t>
            </a:r>
            <a:endParaRPr lang="en-US" sz="650" dirty="0"/>
          </a:p>
        </p:txBody>
      </p:sp>
      <p:sp>
        <p:nvSpPr>
          <p:cNvPr id="30" name="Text 23"/>
          <p:cNvSpPr txBox="1"/>
          <p:nvPr/>
        </p:nvSpPr>
        <p:spPr>
          <a:xfrm>
            <a:off x="1063264"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Edit</a:t>
            </a:r>
            <a:endParaRPr lang="en-US" sz="650" dirty="0"/>
          </a:p>
        </p:txBody>
      </p:sp>
      <p:sp>
        <p:nvSpPr>
          <p:cNvPr id="31" name="Text 24"/>
          <p:cNvSpPr txBox="1"/>
          <p:nvPr/>
        </p:nvSpPr>
        <p:spPr>
          <a:xfrm>
            <a:off x="1447312"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View</a:t>
            </a:r>
            <a:endParaRPr lang="en-US" sz="650" dirty="0"/>
          </a:p>
        </p:txBody>
      </p:sp>
      <p:sp>
        <p:nvSpPr>
          <p:cNvPr id="32" name="Text 25"/>
          <p:cNvSpPr txBox="1"/>
          <p:nvPr/>
        </p:nvSpPr>
        <p:spPr>
          <a:xfrm>
            <a:off x="1831360"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Arrange</a:t>
            </a:r>
            <a:endParaRPr lang="en-US" sz="650" dirty="0"/>
          </a:p>
        </p:txBody>
      </p:sp>
      <p:sp>
        <p:nvSpPr>
          <p:cNvPr id="33" name="Text 26"/>
          <p:cNvSpPr txBox="1"/>
          <p:nvPr/>
        </p:nvSpPr>
        <p:spPr>
          <a:xfrm>
            <a:off x="2215408"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Extras</a:t>
            </a:r>
            <a:endParaRPr lang="en-US" sz="650" dirty="0"/>
          </a:p>
        </p:txBody>
      </p:sp>
      <p:sp>
        <p:nvSpPr>
          <p:cNvPr id="34" name="Text 27"/>
          <p:cNvSpPr txBox="1"/>
          <p:nvPr/>
        </p:nvSpPr>
        <p:spPr>
          <a:xfrm>
            <a:off x="259945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Help</a:t>
            </a:r>
            <a:endParaRPr lang="en-US" sz="650" dirty="0"/>
          </a:p>
        </p:txBody>
      </p:sp>
      <p:sp>
        <p:nvSpPr>
          <p:cNvPr id="35" name="Shape 28"/>
          <p:cNvSpPr/>
          <p:nvPr/>
        </p:nvSpPr>
        <p:spPr>
          <a:xfrm>
            <a:off x="587776" y="2043437"/>
            <a:ext cx="960120" cy="1951947"/>
          </a:xfrm>
          <a:prstGeom prst="rect">
            <a:avLst/>
          </a:prstGeom>
          <a:solidFill>
            <a:srgbClr val="F5F5F5"/>
          </a:solidFill>
          <a:ln w="6350">
            <a:solidFill>
              <a:srgbClr val="DDDDDD"/>
            </a:solidFill>
            <a:prstDash val="solid"/>
          </a:ln>
        </p:spPr>
      </p:sp>
      <p:sp>
        <p:nvSpPr>
          <p:cNvPr id="36" name="Text 29"/>
          <p:cNvSpPr txBox="1"/>
          <p:nvPr/>
        </p:nvSpPr>
        <p:spPr>
          <a:xfrm>
            <a:off x="642640" y="2080013"/>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General</a:t>
            </a:r>
            <a:endParaRPr lang="en-US" sz="650" dirty="0"/>
          </a:p>
        </p:txBody>
      </p:sp>
      <p:sp>
        <p:nvSpPr>
          <p:cNvPr id="37" name="Shape 30"/>
          <p:cNvSpPr/>
          <p:nvPr/>
        </p:nvSpPr>
        <p:spPr>
          <a:xfrm>
            <a:off x="660928" y="2272037"/>
            <a:ext cx="384048" cy="292608"/>
          </a:xfrm>
          <a:prstGeom prst="rect">
            <a:avLst/>
          </a:prstGeom>
          <a:solidFill>
            <a:srgbClr val="FFFFFF"/>
          </a:solidFill>
          <a:ln w="15875">
            <a:solidFill>
              <a:srgbClr val="1F7A5C"/>
            </a:solidFill>
            <a:prstDash val="solid"/>
          </a:ln>
        </p:spPr>
      </p:sp>
      <p:sp>
        <p:nvSpPr>
          <p:cNvPr id="38" name="Text 31"/>
          <p:cNvSpPr txBox="1"/>
          <p:nvPr/>
        </p:nvSpPr>
        <p:spPr>
          <a:xfrm>
            <a:off x="688360"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39" name="Shape 32"/>
          <p:cNvSpPr/>
          <p:nvPr/>
        </p:nvSpPr>
        <p:spPr>
          <a:xfrm>
            <a:off x="1099840" y="2272037"/>
            <a:ext cx="384048" cy="292608"/>
          </a:xfrm>
          <a:prstGeom prst="roundRect">
            <a:avLst>
              <a:gd name="adj" fmla="val 50000"/>
            </a:avLst>
          </a:prstGeom>
          <a:solidFill>
            <a:srgbClr val="D6EEDF"/>
          </a:solidFill>
          <a:ln w="15875">
            <a:solidFill>
              <a:srgbClr val="1F7A5C"/>
            </a:solidFill>
            <a:prstDash val="solid"/>
          </a:ln>
        </p:spPr>
      </p:sp>
      <p:sp>
        <p:nvSpPr>
          <p:cNvPr id="40" name="Text 33"/>
          <p:cNvSpPr txBox="1"/>
          <p:nvPr/>
        </p:nvSpPr>
        <p:spPr>
          <a:xfrm>
            <a:off x="1127272"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41" name="Shape 34"/>
          <p:cNvSpPr/>
          <p:nvPr/>
        </p:nvSpPr>
        <p:spPr>
          <a:xfrm>
            <a:off x="660928" y="2656085"/>
            <a:ext cx="384048" cy="292608"/>
          </a:xfrm>
          <a:prstGeom prst="diamond">
            <a:avLst/>
          </a:prstGeom>
          <a:solidFill>
            <a:srgbClr val="FFF3CD"/>
          </a:solidFill>
          <a:ln w="15875">
            <a:solidFill>
              <a:srgbClr val="D4A017"/>
            </a:solidFill>
            <a:prstDash val="solid"/>
          </a:ln>
        </p:spPr>
      </p:sp>
      <p:sp>
        <p:nvSpPr>
          <p:cNvPr id="42" name="Text 35"/>
          <p:cNvSpPr txBox="1"/>
          <p:nvPr/>
        </p:nvSpPr>
        <p:spPr>
          <a:xfrm>
            <a:off x="688360"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3" name="Shape 36"/>
          <p:cNvSpPr/>
          <p:nvPr/>
        </p:nvSpPr>
        <p:spPr>
          <a:xfrm>
            <a:off x="1099840" y="2656085"/>
            <a:ext cx="384048" cy="292608"/>
          </a:xfrm>
          <a:prstGeom prst="parallelogram">
            <a:avLst/>
          </a:prstGeom>
          <a:solidFill>
            <a:srgbClr val="E3F2FD"/>
          </a:solidFill>
          <a:ln w="15875">
            <a:solidFill>
              <a:srgbClr val="0078D4"/>
            </a:solidFill>
            <a:prstDash val="solid"/>
          </a:ln>
        </p:spPr>
      </p:sp>
      <p:sp>
        <p:nvSpPr>
          <p:cNvPr id="44" name="Text 37"/>
          <p:cNvSpPr txBox="1"/>
          <p:nvPr/>
        </p:nvSpPr>
        <p:spPr>
          <a:xfrm>
            <a:off x="1127272"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5" name="Text 38"/>
          <p:cNvSpPr txBox="1"/>
          <p:nvPr/>
        </p:nvSpPr>
        <p:spPr>
          <a:xfrm>
            <a:off x="642640" y="3094997"/>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Flowchart</a:t>
            </a:r>
            <a:endParaRPr lang="en-US" sz="650" dirty="0"/>
          </a:p>
        </p:txBody>
      </p:sp>
      <p:sp>
        <p:nvSpPr>
          <p:cNvPr id="46" name="Shape 39"/>
          <p:cNvSpPr/>
          <p:nvPr/>
        </p:nvSpPr>
        <p:spPr>
          <a:xfrm>
            <a:off x="1593616" y="2043437"/>
            <a:ext cx="3899367" cy="1951947"/>
          </a:xfrm>
          <a:prstGeom prst="rect">
            <a:avLst/>
          </a:prstGeom>
          <a:solidFill>
            <a:srgbClr val="FFFFFF"/>
          </a:solidFill>
          <a:ln w="12700">
            <a:solidFill>
              <a:srgbClr val="FFFFFF"/>
            </a:solidFill>
            <a:prstDash val="solid"/>
          </a:ln>
        </p:spPr>
      </p:sp>
      <p:sp>
        <p:nvSpPr>
          <p:cNvPr id="47" name="Shape 40"/>
          <p:cNvSpPr/>
          <p:nvPr/>
        </p:nvSpPr>
        <p:spPr>
          <a:xfrm>
            <a:off x="1593616" y="2043437"/>
            <a:ext cx="0" cy="1951947"/>
          </a:xfrm>
          <a:prstGeom prst="line">
            <a:avLst/>
          </a:prstGeom>
          <a:noFill/>
          <a:ln w="6350">
            <a:solidFill>
              <a:srgbClr val="F0F0F0"/>
            </a:solidFill>
            <a:prstDash val="solid"/>
          </a:ln>
        </p:spPr>
      </p:sp>
      <p:sp>
        <p:nvSpPr>
          <p:cNvPr id="48" name="Shape 41"/>
          <p:cNvSpPr/>
          <p:nvPr/>
        </p:nvSpPr>
        <p:spPr>
          <a:xfrm>
            <a:off x="1776496" y="2043437"/>
            <a:ext cx="0" cy="1951947"/>
          </a:xfrm>
          <a:prstGeom prst="line">
            <a:avLst/>
          </a:prstGeom>
          <a:noFill/>
          <a:ln w="6350">
            <a:solidFill>
              <a:srgbClr val="F0F0F0"/>
            </a:solidFill>
            <a:prstDash val="solid"/>
          </a:ln>
        </p:spPr>
      </p:sp>
      <p:sp>
        <p:nvSpPr>
          <p:cNvPr id="49" name="Shape 42"/>
          <p:cNvSpPr/>
          <p:nvPr/>
        </p:nvSpPr>
        <p:spPr>
          <a:xfrm>
            <a:off x="1959376" y="2043437"/>
            <a:ext cx="0" cy="1951947"/>
          </a:xfrm>
          <a:prstGeom prst="line">
            <a:avLst/>
          </a:prstGeom>
          <a:noFill/>
          <a:ln w="6350">
            <a:solidFill>
              <a:srgbClr val="F0F0F0"/>
            </a:solidFill>
            <a:prstDash val="solid"/>
          </a:ln>
        </p:spPr>
      </p:sp>
      <p:sp>
        <p:nvSpPr>
          <p:cNvPr id="50" name="Shape 43"/>
          <p:cNvSpPr/>
          <p:nvPr/>
        </p:nvSpPr>
        <p:spPr>
          <a:xfrm>
            <a:off x="2142256" y="2043437"/>
            <a:ext cx="0" cy="1951947"/>
          </a:xfrm>
          <a:prstGeom prst="line">
            <a:avLst/>
          </a:prstGeom>
          <a:noFill/>
          <a:ln w="6350">
            <a:solidFill>
              <a:srgbClr val="F0F0F0"/>
            </a:solidFill>
            <a:prstDash val="solid"/>
          </a:ln>
        </p:spPr>
      </p:sp>
      <p:sp>
        <p:nvSpPr>
          <p:cNvPr id="51" name="Shape 44"/>
          <p:cNvSpPr/>
          <p:nvPr/>
        </p:nvSpPr>
        <p:spPr>
          <a:xfrm>
            <a:off x="2325136" y="2043437"/>
            <a:ext cx="0" cy="1951947"/>
          </a:xfrm>
          <a:prstGeom prst="line">
            <a:avLst/>
          </a:prstGeom>
          <a:noFill/>
          <a:ln w="6350">
            <a:solidFill>
              <a:srgbClr val="F0F0F0"/>
            </a:solidFill>
            <a:prstDash val="solid"/>
          </a:ln>
        </p:spPr>
      </p:sp>
      <p:sp>
        <p:nvSpPr>
          <p:cNvPr id="52" name="Shape 45"/>
          <p:cNvSpPr/>
          <p:nvPr/>
        </p:nvSpPr>
        <p:spPr>
          <a:xfrm>
            <a:off x="2508016" y="2043437"/>
            <a:ext cx="0" cy="1951947"/>
          </a:xfrm>
          <a:prstGeom prst="line">
            <a:avLst/>
          </a:prstGeom>
          <a:noFill/>
          <a:ln w="6350">
            <a:solidFill>
              <a:srgbClr val="F0F0F0"/>
            </a:solidFill>
            <a:prstDash val="solid"/>
          </a:ln>
        </p:spPr>
      </p:sp>
      <p:sp>
        <p:nvSpPr>
          <p:cNvPr id="53" name="Shape 46"/>
          <p:cNvSpPr/>
          <p:nvPr/>
        </p:nvSpPr>
        <p:spPr>
          <a:xfrm>
            <a:off x="2690896" y="2043437"/>
            <a:ext cx="0" cy="1951947"/>
          </a:xfrm>
          <a:prstGeom prst="line">
            <a:avLst/>
          </a:prstGeom>
          <a:noFill/>
          <a:ln w="6350">
            <a:solidFill>
              <a:srgbClr val="F0F0F0"/>
            </a:solidFill>
            <a:prstDash val="solid"/>
          </a:ln>
        </p:spPr>
      </p:sp>
      <p:sp>
        <p:nvSpPr>
          <p:cNvPr id="54" name="Shape 47"/>
          <p:cNvSpPr/>
          <p:nvPr/>
        </p:nvSpPr>
        <p:spPr>
          <a:xfrm>
            <a:off x="2873776" y="2043437"/>
            <a:ext cx="0" cy="1951947"/>
          </a:xfrm>
          <a:prstGeom prst="line">
            <a:avLst/>
          </a:prstGeom>
          <a:noFill/>
          <a:ln w="6350">
            <a:solidFill>
              <a:srgbClr val="F0F0F0"/>
            </a:solidFill>
            <a:prstDash val="solid"/>
          </a:ln>
        </p:spPr>
      </p:sp>
      <p:sp>
        <p:nvSpPr>
          <p:cNvPr id="55" name="Shape 48"/>
          <p:cNvSpPr/>
          <p:nvPr/>
        </p:nvSpPr>
        <p:spPr>
          <a:xfrm>
            <a:off x="3056656" y="2043437"/>
            <a:ext cx="0" cy="1951947"/>
          </a:xfrm>
          <a:prstGeom prst="line">
            <a:avLst/>
          </a:prstGeom>
          <a:noFill/>
          <a:ln w="6350">
            <a:solidFill>
              <a:srgbClr val="F0F0F0"/>
            </a:solidFill>
            <a:prstDash val="solid"/>
          </a:ln>
        </p:spPr>
      </p:sp>
      <p:sp>
        <p:nvSpPr>
          <p:cNvPr id="56" name="Shape 49"/>
          <p:cNvSpPr/>
          <p:nvPr/>
        </p:nvSpPr>
        <p:spPr>
          <a:xfrm>
            <a:off x="3239536" y="2043437"/>
            <a:ext cx="0" cy="1951947"/>
          </a:xfrm>
          <a:prstGeom prst="line">
            <a:avLst/>
          </a:prstGeom>
          <a:noFill/>
          <a:ln w="6350">
            <a:solidFill>
              <a:srgbClr val="F0F0F0"/>
            </a:solidFill>
            <a:prstDash val="solid"/>
          </a:ln>
        </p:spPr>
      </p:sp>
      <p:sp>
        <p:nvSpPr>
          <p:cNvPr id="57" name="Shape 50"/>
          <p:cNvSpPr/>
          <p:nvPr/>
        </p:nvSpPr>
        <p:spPr>
          <a:xfrm>
            <a:off x="3422416" y="2043437"/>
            <a:ext cx="0" cy="1951947"/>
          </a:xfrm>
          <a:prstGeom prst="line">
            <a:avLst/>
          </a:prstGeom>
          <a:noFill/>
          <a:ln w="6350">
            <a:solidFill>
              <a:srgbClr val="F0F0F0"/>
            </a:solidFill>
            <a:prstDash val="solid"/>
          </a:ln>
        </p:spPr>
      </p:sp>
      <p:sp>
        <p:nvSpPr>
          <p:cNvPr id="58" name="Shape 51"/>
          <p:cNvSpPr/>
          <p:nvPr/>
        </p:nvSpPr>
        <p:spPr>
          <a:xfrm>
            <a:off x="3605296" y="2043437"/>
            <a:ext cx="0" cy="1951947"/>
          </a:xfrm>
          <a:prstGeom prst="line">
            <a:avLst/>
          </a:prstGeom>
          <a:noFill/>
          <a:ln w="6350">
            <a:solidFill>
              <a:srgbClr val="F0F0F0"/>
            </a:solidFill>
            <a:prstDash val="solid"/>
          </a:ln>
        </p:spPr>
      </p:sp>
      <p:sp>
        <p:nvSpPr>
          <p:cNvPr id="59" name="Shape 52"/>
          <p:cNvSpPr/>
          <p:nvPr/>
        </p:nvSpPr>
        <p:spPr>
          <a:xfrm>
            <a:off x="3788176" y="2043437"/>
            <a:ext cx="0" cy="1951947"/>
          </a:xfrm>
          <a:prstGeom prst="line">
            <a:avLst/>
          </a:prstGeom>
          <a:noFill/>
          <a:ln w="6350">
            <a:solidFill>
              <a:srgbClr val="F0F0F0"/>
            </a:solidFill>
            <a:prstDash val="solid"/>
          </a:ln>
        </p:spPr>
      </p:sp>
      <p:sp>
        <p:nvSpPr>
          <p:cNvPr id="60" name="Shape 53"/>
          <p:cNvSpPr/>
          <p:nvPr/>
        </p:nvSpPr>
        <p:spPr>
          <a:xfrm>
            <a:off x="3971056" y="2043437"/>
            <a:ext cx="0" cy="1951947"/>
          </a:xfrm>
          <a:prstGeom prst="line">
            <a:avLst/>
          </a:prstGeom>
          <a:noFill/>
          <a:ln w="6350">
            <a:solidFill>
              <a:srgbClr val="F0F0F0"/>
            </a:solidFill>
            <a:prstDash val="solid"/>
          </a:ln>
        </p:spPr>
      </p:sp>
      <p:sp>
        <p:nvSpPr>
          <p:cNvPr id="61" name="Shape 54"/>
          <p:cNvSpPr/>
          <p:nvPr/>
        </p:nvSpPr>
        <p:spPr>
          <a:xfrm>
            <a:off x="4153936" y="2043437"/>
            <a:ext cx="0" cy="1951947"/>
          </a:xfrm>
          <a:prstGeom prst="line">
            <a:avLst/>
          </a:prstGeom>
          <a:noFill/>
          <a:ln w="6350">
            <a:solidFill>
              <a:srgbClr val="F0F0F0"/>
            </a:solidFill>
            <a:prstDash val="solid"/>
          </a:ln>
        </p:spPr>
      </p:sp>
      <p:sp>
        <p:nvSpPr>
          <p:cNvPr id="62" name="Shape 55"/>
          <p:cNvSpPr/>
          <p:nvPr/>
        </p:nvSpPr>
        <p:spPr>
          <a:xfrm>
            <a:off x="4336816" y="2043437"/>
            <a:ext cx="0" cy="1951947"/>
          </a:xfrm>
          <a:prstGeom prst="line">
            <a:avLst/>
          </a:prstGeom>
          <a:noFill/>
          <a:ln w="6350">
            <a:solidFill>
              <a:srgbClr val="F0F0F0"/>
            </a:solidFill>
            <a:prstDash val="solid"/>
          </a:ln>
        </p:spPr>
      </p:sp>
      <p:sp>
        <p:nvSpPr>
          <p:cNvPr id="63" name="Shape 56"/>
          <p:cNvSpPr/>
          <p:nvPr/>
        </p:nvSpPr>
        <p:spPr>
          <a:xfrm>
            <a:off x="4519696" y="2043437"/>
            <a:ext cx="0" cy="1951947"/>
          </a:xfrm>
          <a:prstGeom prst="line">
            <a:avLst/>
          </a:prstGeom>
          <a:noFill/>
          <a:ln w="6350">
            <a:solidFill>
              <a:srgbClr val="F0F0F0"/>
            </a:solidFill>
            <a:prstDash val="solid"/>
          </a:ln>
        </p:spPr>
      </p:sp>
      <p:sp>
        <p:nvSpPr>
          <p:cNvPr id="64" name="Shape 57"/>
          <p:cNvSpPr/>
          <p:nvPr/>
        </p:nvSpPr>
        <p:spPr>
          <a:xfrm>
            <a:off x="4702576" y="2043437"/>
            <a:ext cx="0" cy="1951947"/>
          </a:xfrm>
          <a:prstGeom prst="line">
            <a:avLst/>
          </a:prstGeom>
          <a:noFill/>
          <a:ln w="6350">
            <a:solidFill>
              <a:srgbClr val="F0F0F0"/>
            </a:solidFill>
            <a:prstDash val="solid"/>
          </a:ln>
        </p:spPr>
      </p:sp>
      <p:sp>
        <p:nvSpPr>
          <p:cNvPr id="65" name="Shape 58"/>
          <p:cNvSpPr/>
          <p:nvPr/>
        </p:nvSpPr>
        <p:spPr>
          <a:xfrm>
            <a:off x="4885456" y="2043437"/>
            <a:ext cx="0" cy="1951947"/>
          </a:xfrm>
          <a:prstGeom prst="line">
            <a:avLst/>
          </a:prstGeom>
          <a:noFill/>
          <a:ln w="6350">
            <a:solidFill>
              <a:srgbClr val="F0F0F0"/>
            </a:solidFill>
            <a:prstDash val="solid"/>
          </a:ln>
        </p:spPr>
      </p:sp>
      <p:sp>
        <p:nvSpPr>
          <p:cNvPr id="66" name="Shape 59"/>
          <p:cNvSpPr/>
          <p:nvPr/>
        </p:nvSpPr>
        <p:spPr>
          <a:xfrm>
            <a:off x="5068336" y="2043437"/>
            <a:ext cx="0" cy="1951947"/>
          </a:xfrm>
          <a:prstGeom prst="line">
            <a:avLst/>
          </a:prstGeom>
          <a:noFill/>
          <a:ln w="6350">
            <a:solidFill>
              <a:srgbClr val="F0F0F0"/>
            </a:solidFill>
            <a:prstDash val="solid"/>
          </a:ln>
        </p:spPr>
      </p:sp>
      <p:sp>
        <p:nvSpPr>
          <p:cNvPr id="67" name="Shape 60"/>
          <p:cNvSpPr/>
          <p:nvPr/>
        </p:nvSpPr>
        <p:spPr>
          <a:xfrm>
            <a:off x="5251216" y="2043437"/>
            <a:ext cx="0" cy="1951947"/>
          </a:xfrm>
          <a:prstGeom prst="line">
            <a:avLst/>
          </a:prstGeom>
          <a:noFill/>
          <a:ln w="6350">
            <a:solidFill>
              <a:srgbClr val="F0F0F0"/>
            </a:solidFill>
            <a:prstDash val="solid"/>
          </a:ln>
        </p:spPr>
      </p:sp>
      <p:sp>
        <p:nvSpPr>
          <p:cNvPr id="68" name="Shape 61"/>
          <p:cNvSpPr/>
          <p:nvPr/>
        </p:nvSpPr>
        <p:spPr>
          <a:xfrm>
            <a:off x="5434096" y="2043437"/>
            <a:ext cx="0" cy="1951947"/>
          </a:xfrm>
          <a:prstGeom prst="line">
            <a:avLst/>
          </a:prstGeom>
          <a:noFill/>
          <a:ln w="6350">
            <a:solidFill>
              <a:srgbClr val="F0F0F0"/>
            </a:solidFill>
            <a:prstDash val="solid"/>
          </a:ln>
        </p:spPr>
      </p:sp>
      <p:sp>
        <p:nvSpPr>
          <p:cNvPr id="69" name="Shape 62"/>
          <p:cNvSpPr/>
          <p:nvPr/>
        </p:nvSpPr>
        <p:spPr>
          <a:xfrm>
            <a:off x="2526736" y="2116589"/>
            <a:ext cx="1097280" cy="192466"/>
          </a:xfrm>
          <a:prstGeom prst="roundRect">
            <a:avLst>
              <a:gd name="adj" fmla="val 50000"/>
            </a:avLst>
          </a:prstGeom>
          <a:solidFill>
            <a:srgbClr val="D6EEDF"/>
          </a:solidFill>
          <a:ln w="15875">
            <a:solidFill>
              <a:srgbClr val="1F7A5C"/>
            </a:solidFill>
            <a:prstDash val="solid"/>
          </a:ln>
        </p:spPr>
      </p:sp>
      <p:sp>
        <p:nvSpPr>
          <p:cNvPr id="70" name="Text 63"/>
          <p:cNvSpPr txBox="1"/>
          <p:nvPr/>
        </p:nvSpPr>
        <p:spPr>
          <a:xfrm>
            <a:off x="2554168" y="2116589"/>
            <a:ext cx="1042416" cy="192466"/>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Mulai</a:t>
            </a:r>
            <a:endParaRPr lang="en-US" sz="700" dirty="0"/>
          </a:p>
        </p:txBody>
      </p:sp>
      <p:sp>
        <p:nvSpPr>
          <p:cNvPr id="71" name="Shape 64"/>
          <p:cNvSpPr/>
          <p:nvPr/>
        </p:nvSpPr>
        <p:spPr>
          <a:xfrm>
            <a:off x="3075376" y="2309055"/>
            <a:ext cx="914" cy="115480"/>
          </a:xfrm>
          <a:prstGeom prst="line">
            <a:avLst/>
          </a:prstGeom>
          <a:noFill/>
          <a:ln w="12700">
            <a:solidFill>
              <a:srgbClr val="444444"/>
            </a:solidFill>
            <a:prstDash val="solid"/>
            <a:tailEnd type="triangle"/>
          </a:ln>
        </p:spPr>
      </p:sp>
      <p:sp>
        <p:nvSpPr>
          <p:cNvPr id="72" name="Shape 65"/>
          <p:cNvSpPr/>
          <p:nvPr/>
        </p:nvSpPr>
        <p:spPr>
          <a:xfrm>
            <a:off x="2526736" y="2424535"/>
            <a:ext cx="1097280" cy="192466"/>
          </a:xfrm>
          <a:prstGeom prst="parallelogram">
            <a:avLst/>
          </a:prstGeom>
          <a:solidFill>
            <a:srgbClr val="E3F2FD"/>
          </a:solidFill>
          <a:ln w="15875">
            <a:solidFill>
              <a:srgbClr val="0078D4"/>
            </a:solidFill>
            <a:prstDash val="solid"/>
          </a:ln>
        </p:spPr>
      </p:sp>
      <p:sp>
        <p:nvSpPr>
          <p:cNvPr id="73" name="Text 66"/>
          <p:cNvSpPr txBox="1"/>
          <p:nvPr/>
        </p:nvSpPr>
        <p:spPr>
          <a:xfrm>
            <a:off x="2554168" y="2424535"/>
            <a:ext cx="1042416" cy="192466"/>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Input judul buku</a:t>
            </a:r>
            <a:endParaRPr lang="en-US" sz="650" dirty="0"/>
          </a:p>
        </p:txBody>
      </p:sp>
      <p:sp>
        <p:nvSpPr>
          <p:cNvPr id="74" name="Shape 67"/>
          <p:cNvSpPr/>
          <p:nvPr/>
        </p:nvSpPr>
        <p:spPr>
          <a:xfrm>
            <a:off x="3075376" y="2617001"/>
            <a:ext cx="914" cy="115480"/>
          </a:xfrm>
          <a:prstGeom prst="line">
            <a:avLst/>
          </a:prstGeom>
          <a:noFill/>
          <a:ln w="12700">
            <a:solidFill>
              <a:srgbClr val="444444"/>
            </a:solidFill>
            <a:prstDash val="solid"/>
            <a:tailEnd type="triangle"/>
          </a:ln>
        </p:spPr>
      </p:sp>
      <p:sp>
        <p:nvSpPr>
          <p:cNvPr id="75" name="Shape 68"/>
          <p:cNvSpPr/>
          <p:nvPr/>
        </p:nvSpPr>
        <p:spPr>
          <a:xfrm>
            <a:off x="2435296" y="2732481"/>
            <a:ext cx="1280160" cy="320777"/>
          </a:xfrm>
          <a:prstGeom prst="diamond">
            <a:avLst/>
          </a:prstGeom>
          <a:solidFill>
            <a:srgbClr val="FFF3CD"/>
          </a:solidFill>
          <a:ln w="15875">
            <a:solidFill>
              <a:srgbClr val="D4A017"/>
            </a:solidFill>
            <a:prstDash val="solid"/>
          </a:ln>
        </p:spPr>
      </p:sp>
      <p:sp>
        <p:nvSpPr>
          <p:cNvPr id="76" name="Text 69"/>
          <p:cNvSpPr txBox="1"/>
          <p:nvPr/>
        </p:nvSpPr>
        <p:spPr>
          <a:xfrm>
            <a:off x="2462728" y="2732481"/>
            <a:ext cx="1225296" cy="320777"/>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Buku tersedia?</a:t>
            </a:r>
            <a:endParaRPr lang="en-US" sz="650" dirty="0"/>
          </a:p>
        </p:txBody>
      </p:sp>
      <p:sp>
        <p:nvSpPr>
          <p:cNvPr id="77" name="Shape 70"/>
          <p:cNvSpPr/>
          <p:nvPr/>
        </p:nvSpPr>
        <p:spPr>
          <a:xfrm>
            <a:off x="3075376" y="3053258"/>
            <a:ext cx="914" cy="32889"/>
          </a:xfrm>
          <a:prstGeom prst="line">
            <a:avLst/>
          </a:prstGeom>
          <a:noFill/>
          <a:ln w="12700">
            <a:solidFill>
              <a:srgbClr val="444444"/>
            </a:solidFill>
            <a:prstDash val="solid"/>
            <a:tailEnd type="triangle"/>
          </a:ln>
        </p:spPr>
      </p:sp>
      <p:sp>
        <p:nvSpPr>
          <p:cNvPr id="78" name="Text 71"/>
          <p:cNvSpPr txBox="1"/>
          <p:nvPr/>
        </p:nvSpPr>
        <p:spPr>
          <a:xfrm>
            <a:off x="3102808" y="2978263"/>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Ya</a:t>
            </a:r>
            <a:endParaRPr lang="en-US" sz="650" dirty="0"/>
          </a:p>
        </p:txBody>
      </p:sp>
      <p:sp>
        <p:nvSpPr>
          <p:cNvPr id="79" name="Shape 72"/>
          <p:cNvSpPr/>
          <p:nvPr/>
        </p:nvSpPr>
        <p:spPr>
          <a:xfrm>
            <a:off x="2526736" y="3086147"/>
            <a:ext cx="1097280" cy="192466"/>
          </a:xfrm>
          <a:prstGeom prst="rect">
            <a:avLst/>
          </a:prstGeom>
          <a:solidFill>
            <a:srgbClr val="FFFFFF"/>
          </a:solidFill>
          <a:ln w="15875">
            <a:solidFill>
              <a:srgbClr val="1F7A5C"/>
            </a:solidFill>
            <a:prstDash val="solid"/>
          </a:ln>
        </p:spPr>
      </p:sp>
      <p:sp>
        <p:nvSpPr>
          <p:cNvPr id="80" name="Text 73"/>
          <p:cNvSpPr txBox="1"/>
          <p:nvPr/>
        </p:nvSpPr>
        <p:spPr>
          <a:xfrm>
            <a:off x="2554168" y="3086147"/>
            <a:ext cx="1042416" cy="192466"/>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Catat peminjaman</a:t>
            </a:r>
            <a:endParaRPr lang="en-US" sz="650" dirty="0"/>
          </a:p>
        </p:txBody>
      </p:sp>
      <p:sp>
        <p:nvSpPr>
          <p:cNvPr id="81" name="Shape 74"/>
          <p:cNvSpPr/>
          <p:nvPr/>
        </p:nvSpPr>
        <p:spPr>
          <a:xfrm>
            <a:off x="3715456" y="2892870"/>
            <a:ext cx="411480" cy="914"/>
          </a:xfrm>
          <a:prstGeom prst="line">
            <a:avLst/>
          </a:prstGeom>
          <a:noFill/>
          <a:ln w="12700">
            <a:solidFill>
              <a:srgbClr val="444444"/>
            </a:solidFill>
            <a:prstDash val="solid"/>
            <a:tailEnd type="triangle"/>
          </a:ln>
        </p:spPr>
      </p:sp>
      <p:sp>
        <p:nvSpPr>
          <p:cNvPr id="82" name="Text 75"/>
          <p:cNvSpPr txBox="1"/>
          <p:nvPr/>
        </p:nvSpPr>
        <p:spPr>
          <a:xfrm>
            <a:off x="3948628" y="2801430"/>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Tidak</a:t>
            </a:r>
            <a:endParaRPr lang="en-US" sz="650" dirty="0"/>
          </a:p>
        </p:txBody>
      </p:sp>
      <p:sp>
        <p:nvSpPr>
          <p:cNvPr id="83" name="Shape 76"/>
          <p:cNvSpPr/>
          <p:nvPr/>
        </p:nvSpPr>
        <p:spPr>
          <a:xfrm>
            <a:off x="4126936" y="2796636"/>
            <a:ext cx="914400" cy="192466"/>
          </a:xfrm>
          <a:prstGeom prst="rect">
            <a:avLst/>
          </a:prstGeom>
          <a:solidFill>
            <a:srgbClr val="FFFFFF"/>
          </a:solidFill>
          <a:ln w="15875">
            <a:solidFill>
              <a:srgbClr val="1F7A5C"/>
            </a:solidFill>
            <a:prstDash val="solid"/>
          </a:ln>
        </p:spPr>
      </p:sp>
      <p:sp>
        <p:nvSpPr>
          <p:cNvPr id="84" name="Text 77"/>
          <p:cNvSpPr txBox="1"/>
          <p:nvPr/>
        </p:nvSpPr>
        <p:spPr>
          <a:xfrm>
            <a:off x="4154368" y="2796636"/>
            <a:ext cx="859536" cy="192466"/>
          </a:xfrm>
          <a:prstGeom prst="rect">
            <a:avLst/>
          </a:prstGeom>
          <a:noFill/>
          <a:ln/>
        </p:spPr>
        <p:txBody>
          <a:bodyPr wrap="square" lIns="0" tIns="0" rIns="0" bIns="0" rtlCol="0" anchor="ctr"/>
          <a:lstStyle/>
          <a:p>
            <a:pPr algn="ctr" indent="0" marL="0">
              <a:buNone/>
            </a:pPr>
            <a:r>
              <a:rPr lang="en-US" sz="600" dirty="0">
                <a:solidFill>
                  <a:srgbClr val="1E2A26"/>
                </a:solidFill>
                <a:latin typeface="Arial" pitchFamily="34" charset="0"/>
                <a:ea typeface="Arial" pitchFamily="34" charset="-122"/>
                <a:cs typeface="Arial" pitchFamily="34" charset="-120"/>
              </a:rPr>
              <a:t>Tawarkan buku lain</a:t>
            </a:r>
            <a:endParaRPr lang="en-US" sz="600" dirty="0"/>
          </a:p>
        </p:txBody>
      </p:sp>
      <p:sp>
        <p:nvSpPr>
          <p:cNvPr id="85" name="Shape 78"/>
          <p:cNvSpPr/>
          <p:nvPr/>
        </p:nvSpPr>
        <p:spPr>
          <a:xfrm>
            <a:off x="2417008" y="2714193"/>
            <a:ext cx="1316736" cy="357353"/>
          </a:xfrm>
          <a:prstGeom prst="roundRect">
            <a:avLst>
              <a:gd name="adj" fmla="val 12794"/>
            </a:avLst>
          </a:prstGeom>
          <a:solidFill>
            <a:srgbClr val="FFFFFF">
              <a:alpha val="0"/>
            </a:srgbClr>
          </a:solidFill>
          <a:ln w="31750">
            <a:solidFill>
              <a:srgbClr val="E53935"/>
            </a:solidFill>
            <a:prstDash val="solid"/>
          </a:ln>
        </p:spPr>
      </p:sp>
      <p:sp>
        <p:nvSpPr>
          <p:cNvPr id="86" name="Shape 79"/>
          <p:cNvSpPr/>
          <p:nvPr/>
        </p:nvSpPr>
        <p:spPr>
          <a:xfrm>
            <a:off x="3596584" y="2577033"/>
            <a:ext cx="274320" cy="274320"/>
          </a:xfrm>
          <a:prstGeom prst="ellipse">
            <a:avLst/>
          </a:prstGeom>
          <a:solidFill>
            <a:srgbClr val="E53935"/>
          </a:solidFill>
          <a:ln w="12700">
            <a:solidFill>
              <a:srgbClr val="FFFFFF"/>
            </a:solidFill>
            <a:prstDash val="solid"/>
          </a:ln>
        </p:spPr>
      </p:sp>
      <p:sp>
        <p:nvSpPr>
          <p:cNvPr id="87" name="Text 80"/>
          <p:cNvSpPr txBox="1"/>
          <p:nvPr/>
        </p:nvSpPr>
        <p:spPr>
          <a:xfrm>
            <a:off x="3596584" y="2577033"/>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88" name="Image 5" descr="preencoded.png">    </p:cNvPr>
          <p:cNvPicPr>
            <a:picLocks noChangeAspect="1"/>
          </p:cNvPicPr>
          <p:nvPr/>
        </p:nvPicPr>
        <p:blipFill>
          <a:blip r:embed="rId6"/>
          <a:stretch>
            <a:fillRect/>
          </a:stretch>
        </p:blipFill>
        <p:spPr>
          <a:xfrm>
            <a:off x="3139384" y="2908908"/>
            <a:ext cx="237744" cy="237744"/>
          </a:xfrm>
          <a:prstGeom prst="rect">
            <a:avLst/>
          </a:prstGeom>
        </p:spPr>
      </p:pic>
      <p:sp>
        <p:nvSpPr>
          <p:cNvPr id="89" name="Shape 81"/>
          <p:cNvSpPr/>
          <p:nvPr/>
        </p:nvSpPr>
        <p:spPr>
          <a:xfrm>
            <a:off x="2508448" y="3067859"/>
            <a:ext cx="2551176" cy="274762"/>
          </a:xfrm>
          <a:prstGeom prst="roundRect">
            <a:avLst>
              <a:gd name="adj" fmla="val 16640"/>
            </a:avLst>
          </a:prstGeom>
          <a:solidFill>
            <a:srgbClr val="FFFFFF">
              <a:alpha val="0"/>
            </a:srgbClr>
          </a:solidFill>
          <a:ln w="31750">
            <a:solidFill>
              <a:srgbClr val="E53935"/>
            </a:solidFill>
            <a:prstDash val="solid"/>
          </a:ln>
        </p:spPr>
      </p:sp>
      <p:sp>
        <p:nvSpPr>
          <p:cNvPr id="90" name="Shape 82"/>
          <p:cNvSpPr/>
          <p:nvPr/>
        </p:nvSpPr>
        <p:spPr>
          <a:xfrm>
            <a:off x="4922464" y="2930699"/>
            <a:ext cx="274320" cy="274320"/>
          </a:xfrm>
          <a:prstGeom prst="ellipse">
            <a:avLst/>
          </a:prstGeom>
          <a:solidFill>
            <a:srgbClr val="E53935"/>
          </a:solidFill>
          <a:ln w="12700">
            <a:solidFill>
              <a:srgbClr val="FFFFFF"/>
            </a:solidFill>
            <a:prstDash val="solid"/>
          </a:ln>
        </p:spPr>
      </p:sp>
      <p:sp>
        <p:nvSpPr>
          <p:cNvPr id="91" name="Text 83"/>
          <p:cNvSpPr txBox="1"/>
          <p:nvPr/>
        </p:nvSpPr>
        <p:spPr>
          <a:xfrm>
            <a:off x="4922464" y="293069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92" name="Image 6" descr="preencoded.png">    </p:cNvPr>
          <p:cNvPicPr>
            <a:picLocks noChangeAspect="1"/>
          </p:cNvPicPr>
          <p:nvPr/>
        </p:nvPicPr>
        <p:blipFill>
          <a:blip r:embed="rId7"/>
          <a:stretch>
            <a:fillRect/>
          </a:stretch>
        </p:blipFill>
        <p:spPr>
          <a:xfrm>
            <a:off x="3909766" y="3217149"/>
            <a:ext cx="237744" cy="237744"/>
          </a:xfrm>
          <a:prstGeom prst="rect">
            <a:avLst/>
          </a:prstGeom>
        </p:spPr>
      </p:pic>
      <p:sp>
        <p:nvSpPr>
          <p:cNvPr id="93" name="Text 84"/>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6</a:t>
            </a:r>
            <a:endParaRPr lang="en-US" sz="1200" dirty="0"/>
          </a:p>
        </p:txBody>
      </p:sp>
      <p:sp>
        <p:nvSpPr>
          <p:cNvPr id="94" name="Text 85"/>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Belah ketupat: keputusan dengan Ya/Tidak</a:t>
            </a:r>
            <a:endParaRPr lang="en-US" sz="1800" dirty="0"/>
          </a:p>
        </p:txBody>
      </p:sp>
      <p:sp>
        <p:nvSpPr>
          <p:cNvPr id="95" name="Text 86"/>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 belah ketupat: Buku tersedia? Buat 2 panah keluar. Klik dua kali panah, tulis Ya dan Tidak.</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Merapikan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7/8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Flowchart_Pinjam_Buku_Kel2.drawio - draw.io</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app.diagrams.net</a:t>
            </a:r>
            <a:endParaRPr lang="en-US" sz="800" dirty="0"/>
          </a:p>
        </p:txBody>
      </p:sp>
      <p:sp>
        <p:nvSpPr>
          <p:cNvPr id="28" name="Text 21"/>
          <p:cNvSpPr txBox="1"/>
          <p:nvPr/>
        </p:nvSpPr>
        <p:spPr>
          <a:xfrm>
            <a:off x="679216" y="169596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Flowchart_Pinjam_Buku_Kel2</a:t>
            </a:r>
            <a:endParaRPr lang="en-US" sz="800" dirty="0"/>
          </a:p>
        </p:txBody>
      </p:sp>
      <p:sp>
        <p:nvSpPr>
          <p:cNvPr id="29" name="Text 22"/>
          <p:cNvSpPr txBox="1"/>
          <p:nvPr/>
        </p:nvSpPr>
        <p:spPr>
          <a:xfrm>
            <a:off x="67921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File</a:t>
            </a:r>
            <a:endParaRPr lang="en-US" sz="650" dirty="0"/>
          </a:p>
        </p:txBody>
      </p:sp>
      <p:sp>
        <p:nvSpPr>
          <p:cNvPr id="30" name="Text 23"/>
          <p:cNvSpPr txBox="1"/>
          <p:nvPr/>
        </p:nvSpPr>
        <p:spPr>
          <a:xfrm>
            <a:off x="1063264"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Edit</a:t>
            </a:r>
            <a:endParaRPr lang="en-US" sz="650" dirty="0"/>
          </a:p>
        </p:txBody>
      </p:sp>
      <p:sp>
        <p:nvSpPr>
          <p:cNvPr id="31" name="Text 24"/>
          <p:cNvSpPr txBox="1"/>
          <p:nvPr/>
        </p:nvSpPr>
        <p:spPr>
          <a:xfrm>
            <a:off x="1447312"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View</a:t>
            </a:r>
            <a:endParaRPr lang="en-US" sz="650" dirty="0"/>
          </a:p>
        </p:txBody>
      </p:sp>
      <p:sp>
        <p:nvSpPr>
          <p:cNvPr id="32" name="Text 25"/>
          <p:cNvSpPr txBox="1"/>
          <p:nvPr/>
        </p:nvSpPr>
        <p:spPr>
          <a:xfrm>
            <a:off x="1831360"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Arrange</a:t>
            </a:r>
            <a:endParaRPr lang="en-US" sz="650" dirty="0"/>
          </a:p>
        </p:txBody>
      </p:sp>
      <p:sp>
        <p:nvSpPr>
          <p:cNvPr id="33" name="Text 26"/>
          <p:cNvSpPr txBox="1"/>
          <p:nvPr/>
        </p:nvSpPr>
        <p:spPr>
          <a:xfrm>
            <a:off x="2215408"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Extras</a:t>
            </a:r>
            <a:endParaRPr lang="en-US" sz="650" dirty="0"/>
          </a:p>
        </p:txBody>
      </p:sp>
      <p:sp>
        <p:nvSpPr>
          <p:cNvPr id="34" name="Text 27"/>
          <p:cNvSpPr txBox="1"/>
          <p:nvPr/>
        </p:nvSpPr>
        <p:spPr>
          <a:xfrm>
            <a:off x="259945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Help</a:t>
            </a:r>
            <a:endParaRPr lang="en-US" sz="650" dirty="0"/>
          </a:p>
        </p:txBody>
      </p:sp>
      <p:sp>
        <p:nvSpPr>
          <p:cNvPr id="35" name="Shape 28"/>
          <p:cNvSpPr/>
          <p:nvPr/>
        </p:nvSpPr>
        <p:spPr>
          <a:xfrm>
            <a:off x="587776" y="2043437"/>
            <a:ext cx="960120" cy="1951947"/>
          </a:xfrm>
          <a:prstGeom prst="rect">
            <a:avLst/>
          </a:prstGeom>
          <a:solidFill>
            <a:srgbClr val="F5F5F5"/>
          </a:solidFill>
          <a:ln w="6350">
            <a:solidFill>
              <a:srgbClr val="DDDDDD"/>
            </a:solidFill>
            <a:prstDash val="solid"/>
          </a:ln>
        </p:spPr>
      </p:sp>
      <p:sp>
        <p:nvSpPr>
          <p:cNvPr id="36" name="Text 29"/>
          <p:cNvSpPr txBox="1"/>
          <p:nvPr/>
        </p:nvSpPr>
        <p:spPr>
          <a:xfrm>
            <a:off x="642640" y="2080013"/>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General</a:t>
            </a:r>
            <a:endParaRPr lang="en-US" sz="650" dirty="0"/>
          </a:p>
        </p:txBody>
      </p:sp>
      <p:sp>
        <p:nvSpPr>
          <p:cNvPr id="37" name="Shape 30"/>
          <p:cNvSpPr/>
          <p:nvPr/>
        </p:nvSpPr>
        <p:spPr>
          <a:xfrm>
            <a:off x="660928" y="2272037"/>
            <a:ext cx="384048" cy="292608"/>
          </a:xfrm>
          <a:prstGeom prst="rect">
            <a:avLst/>
          </a:prstGeom>
          <a:solidFill>
            <a:srgbClr val="FFFFFF"/>
          </a:solidFill>
          <a:ln w="15875">
            <a:solidFill>
              <a:srgbClr val="1F7A5C"/>
            </a:solidFill>
            <a:prstDash val="solid"/>
          </a:ln>
        </p:spPr>
      </p:sp>
      <p:sp>
        <p:nvSpPr>
          <p:cNvPr id="38" name="Text 31"/>
          <p:cNvSpPr txBox="1"/>
          <p:nvPr/>
        </p:nvSpPr>
        <p:spPr>
          <a:xfrm>
            <a:off x="688360"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39" name="Shape 32"/>
          <p:cNvSpPr/>
          <p:nvPr/>
        </p:nvSpPr>
        <p:spPr>
          <a:xfrm>
            <a:off x="1099840" y="2272037"/>
            <a:ext cx="384048" cy="292608"/>
          </a:xfrm>
          <a:prstGeom prst="roundRect">
            <a:avLst>
              <a:gd name="adj" fmla="val 50000"/>
            </a:avLst>
          </a:prstGeom>
          <a:solidFill>
            <a:srgbClr val="D6EEDF"/>
          </a:solidFill>
          <a:ln w="15875">
            <a:solidFill>
              <a:srgbClr val="1F7A5C"/>
            </a:solidFill>
            <a:prstDash val="solid"/>
          </a:ln>
        </p:spPr>
      </p:sp>
      <p:sp>
        <p:nvSpPr>
          <p:cNvPr id="40" name="Text 33"/>
          <p:cNvSpPr txBox="1"/>
          <p:nvPr/>
        </p:nvSpPr>
        <p:spPr>
          <a:xfrm>
            <a:off x="1127272"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41" name="Shape 34"/>
          <p:cNvSpPr/>
          <p:nvPr/>
        </p:nvSpPr>
        <p:spPr>
          <a:xfrm>
            <a:off x="660928" y="2656085"/>
            <a:ext cx="384048" cy="292608"/>
          </a:xfrm>
          <a:prstGeom prst="diamond">
            <a:avLst/>
          </a:prstGeom>
          <a:solidFill>
            <a:srgbClr val="FFF3CD"/>
          </a:solidFill>
          <a:ln w="15875">
            <a:solidFill>
              <a:srgbClr val="D4A017"/>
            </a:solidFill>
            <a:prstDash val="solid"/>
          </a:ln>
        </p:spPr>
      </p:sp>
      <p:sp>
        <p:nvSpPr>
          <p:cNvPr id="42" name="Text 35"/>
          <p:cNvSpPr txBox="1"/>
          <p:nvPr/>
        </p:nvSpPr>
        <p:spPr>
          <a:xfrm>
            <a:off x="688360"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3" name="Shape 36"/>
          <p:cNvSpPr/>
          <p:nvPr/>
        </p:nvSpPr>
        <p:spPr>
          <a:xfrm>
            <a:off x="1099840" y="2656085"/>
            <a:ext cx="384048" cy="292608"/>
          </a:xfrm>
          <a:prstGeom prst="parallelogram">
            <a:avLst/>
          </a:prstGeom>
          <a:solidFill>
            <a:srgbClr val="E3F2FD"/>
          </a:solidFill>
          <a:ln w="15875">
            <a:solidFill>
              <a:srgbClr val="0078D4"/>
            </a:solidFill>
            <a:prstDash val="solid"/>
          </a:ln>
        </p:spPr>
      </p:sp>
      <p:sp>
        <p:nvSpPr>
          <p:cNvPr id="44" name="Text 37"/>
          <p:cNvSpPr txBox="1"/>
          <p:nvPr/>
        </p:nvSpPr>
        <p:spPr>
          <a:xfrm>
            <a:off x="1127272"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5" name="Text 38"/>
          <p:cNvSpPr txBox="1"/>
          <p:nvPr/>
        </p:nvSpPr>
        <p:spPr>
          <a:xfrm>
            <a:off x="642640" y="3094997"/>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Flowchart</a:t>
            </a:r>
            <a:endParaRPr lang="en-US" sz="650" dirty="0"/>
          </a:p>
        </p:txBody>
      </p:sp>
      <p:sp>
        <p:nvSpPr>
          <p:cNvPr id="46" name="Shape 39"/>
          <p:cNvSpPr/>
          <p:nvPr/>
        </p:nvSpPr>
        <p:spPr>
          <a:xfrm>
            <a:off x="1593616" y="2043437"/>
            <a:ext cx="2893527" cy="1951947"/>
          </a:xfrm>
          <a:prstGeom prst="rect">
            <a:avLst/>
          </a:prstGeom>
          <a:solidFill>
            <a:srgbClr val="FFFFFF"/>
          </a:solidFill>
          <a:ln w="12700">
            <a:solidFill>
              <a:srgbClr val="FFFFFF"/>
            </a:solidFill>
            <a:prstDash val="solid"/>
          </a:ln>
        </p:spPr>
      </p:sp>
      <p:sp>
        <p:nvSpPr>
          <p:cNvPr id="47" name="Shape 40"/>
          <p:cNvSpPr/>
          <p:nvPr/>
        </p:nvSpPr>
        <p:spPr>
          <a:xfrm>
            <a:off x="1593616" y="2043437"/>
            <a:ext cx="0" cy="1951947"/>
          </a:xfrm>
          <a:prstGeom prst="line">
            <a:avLst/>
          </a:prstGeom>
          <a:noFill/>
          <a:ln w="6350">
            <a:solidFill>
              <a:srgbClr val="F0F0F0"/>
            </a:solidFill>
            <a:prstDash val="solid"/>
          </a:ln>
        </p:spPr>
      </p:sp>
      <p:sp>
        <p:nvSpPr>
          <p:cNvPr id="48" name="Shape 41"/>
          <p:cNvSpPr/>
          <p:nvPr/>
        </p:nvSpPr>
        <p:spPr>
          <a:xfrm>
            <a:off x="1776496" y="2043437"/>
            <a:ext cx="0" cy="1951947"/>
          </a:xfrm>
          <a:prstGeom prst="line">
            <a:avLst/>
          </a:prstGeom>
          <a:noFill/>
          <a:ln w="6350">
            <a:solidFill>
              <a:srgbClr val="F0F0F0"/>
            </a:solidFill>
            <a:prstDash val="solid"/>
          </a:ln>
        </p:spPr>
      </p:sp>
      <p:sp>
        <p:nvSpPr>
          <p:cNvPr id="49" name="Shape 42"/>
          <p:cNvSpPr/>
          <p:nvPr/>
        </p:nvSpPr>
        <p:spPr>
          <a:xfrm>
            <a:off x="1959376" y="2043437"/>
            <a:ext cx="0" cy="1951947"/>
          </a:xfrm>
          <a:prstGeom prst="line">
            <a:avLst/>
          </a:prstGeom>
          <a:noFill/>
          <a:ln w="6350">
            <a:solidFill>
              <a:srgbClr val="F0F0F0"/>
            </a:solidFill>
            <a:prstDash val="solid"/>
          </a:ln>
        </p:spPr>
      </p:sp>
      <p:sp>
        <p:nvSpPr>
          <p:cNvPr id="50" name="Shape 43"/>
          <p:cNvSpPr/>
          <p:nvPr/>
        </p:nvSpPr>
        <p:spPr>
          <a:xfrm>
            <a:off x="2142256" y="2043437"/>
            <a:ext cx="0" cy="1951947"/>
          </a:xfrm>
          <a:prstGeom prst="line">
            <a:avLst/>
          </a:prstGeom>
          <a:noFill/>
          <a:ln w="6350">
            <a:solidFill>
              <a:srgbClr val="F0F0F0"/>
            </a:solidFill>
            <a:prstDash val="solid"/>
          </a:ln>
        </p:spPr>
      </p:sp>
      <p:sp>
        <p:nvSpPr>
          <p:cNvPr id="51" name="Shape 44"/>
          <p:cNvSpPr/>
          <p:nvPr/>
        </p:nvSpPr>
        <p:spPr>
          <a:xfrm>
            <a:off x="2325136" y="2043437"/>
            <a:ext cx="0" cy="1951947"/>
          </a:xfrm>
          <a:prstGeom prst="line">
            <a:avLst/>
          </a:prstGeom>
          <a:noFill/>
          <a:ln w="6350">
            <a:solidFill>
              <a:srgbClr val="F0F0F0"/>
            </a:solidFill>
            <a:prstDash val="solid"/>
          </a:ln>
        </p:spPr>
      </p:sp>
      <p:sp>
        <p:nvSpPr>
          <p:cNvPr id="52" name="Shape 45"/>
          <p:cNvSpPr/>
          <p:nvPr/>
        </p:nvSpPr>
        <p:spPr>
          <a:xfrm>
            <a:off x="2508016" y="2043437"/>
            <a:ext cx="0" cy="1951947"/>
          </a:xfrm>
          <a:prstGeom prst="line">
            <a:avLst/>
          </a:prstGeom>
          <a:noFill/>
          <a:ln w="6350">
            <a:solidFill>
              <a:srgbClr val="F0F0F0"/>
            </a:solidFill>
            <a:prstDash val="solid"/>
          </a:ln>
        </p:spPr>
      </p:sp>
      <p:sp>
        <p:nvSpPr>
          <p:cNvPr id="53" name="Shape 46"/>
          <p:cNvSpPr/>
          <p:nvPr/>
        </p:nvSpPr>
        <p:spPr>
          <a:xfrm>
            <a:off x="2690896" y="2043437"/>
            <a:ext cx="0" cy="1951947"/>
          </a:xfrm>
          <a:prstGeom prst="line">
            <a:avLst/>
          </a:prstGeom>
          <a:noFill/>
          <a:ln w="6350">
            <a:solidFill>
              <a:srgbClr val="F0F0F0"/>
            </a:solidFill>
            <a:prstDash val="solid"/>
          </a:ln>
        </p:spPr>
      </p:sp>
      <p:sp>
        <p:nvSpPr>
          <p:cNvPr id="54" name="Shape 47"/>
          <p:cNvSpPr/>
          <p:nvPr/>
        </p:nvSpPr>
        <p:spPr>
          <a:xfrm>
            <a:off x="2873776" y="2043437"/>
            <a:ext cx="0" cy="1951947"/>
          </a:xfrm>
          <a:prstGeom prst="line">
            <a:avLst/>
          </a:prstGeom>
          <a:noFill/>
          <a:ln w="6350">
            <a:solidFill>
              <a:srgbClr val="F0F0F0"/>
            </a:solidFill>
            <a:prstDash val="solid"/>
          </a:ln>
        </p:spPr>
      </p:sp>
      <p:sp>
        <p:nvSpPr>
          <p:cNvPr id="55" name="Shape 48"/>
          <p:cNvSpPr/>
          <p:nvPr/>
        </p:nvSpPr>
        <p:spPr>
          <a:xfrm>
            <a:off x="3056656" y="2043437"/>
            <a:ext cx="0" cy="1951947"/>
          </a:xfrm>
          <a:prstGeom prst="line">
            <a:avLst/>
          </a:prstGeom>
          <a:noFill/>
          <a:ln w="6350">
            <a:solidFill>
              <a:srgbClr val="F0F0F0"/>
            </a:solidFill>
            <a:prstDash val="solid"/>
          </a:ln>
        </p:spPr>
      </p:sp>
      <p:sp>
        <p:nvSpPr>
          <p:cNvPr id="56" name="Shape 49"/>
          <p:cNvSpPr/>
          <p:nvPr/>
        </p:nvSpPr>
        <p:spPr>
          <a:xfrm>
            <a:off x="3239536" y="2043437"/>
            <a:ext cx="0" cy="1951947"/>
          </a:xfrm>
          <a:prstGeom prst="line">
            <a:avLst/>
          </a:prstGeom>
          <a:noFill/>
          <a:ln w="6350">
            <a:solidFill>
              <a:srgbClr val="F0F0F0"/>
            </a:solidFill>
            <a:prstDash val="solid"/>
          </a:ln>
        </p:spPr>
      </p:sp>
      <p:sp>
        <p:nvSpPr>
          <p:cNvPr id="57" name="Shape 50"/>
          <p:cNvSpPr/>
          <p:nvPr/>
        </p:nvSpPr>
        <p:spPr>
          <a:xfrm>
            <a:off x="3422416" y="2043437"/>
            <a:ext cx="0" cy="1951947"/>
          </a:xfrm>
          <a:prstGeom prst="line">
            <a:avLst/>
          </a:prstGeom>
          <a:noFill/>
          <a:ln w="6350">
            <a:solidFill>
              <a:srgbClr val="F0F0F0"/>
            </a:solidFill>
            <a:prstDash val="solid"/>
          </a:ln>
        </p:spPr>
      </p:sp>
      <p:sp>
        <p:nvSpPr>
          <p:cNvPr id="58" name="Shape 51"/>
          <p:cNvSpPr/>
          <p:nvPr/>
        </p:nvSpPr>
        <p:spPr>
          <a:xfrm>
            <a:off x="3605296" y="2043437"/>
            <a:ext cx="0" cy="1951947"/>
          </a:xfrm>
          <a:prstGeom prst="line">
            <a:avLst/>
          </a:prstGeom>
          <a:noFill/>
          <a:ln w="6350">
            <a:solidFill>
              <a:srgbClr val="F0F0F0"/>
            </a:solidFill>
            <a:prstDash val="solid"/>
          </a:ln>
        </p:spPr>
      </p:sp>
      <p:sp>
        <p:nvSpPr>
          <p:cNvPr id="59" name="Shape 52"/>
          <p:cNvSpPr/>
          <p:nvPr/>
        </p:nvSpPr>
        <p:spPr>
          <a:xfrm>
            <a:off x="3788176" y="2043437"/>
            <a:ext cx="0" cy="1951947"/>
          </a:xfrm>
          <a:prstGeom prst="line">
            <a:avLst/>
          </a:prstGeom>
          <a:noFill/>
          <a:ln w="6350">
            <a:solidFill>
              <a:srgbClr val="F0F0F0"/>
            </a:solidFill>
            <a:prstDash val="solid"/>
          </a:ln>
        </p:spPr>
      </p:sp>
      <p:sp>
        <p:nvSpPr>
          <p:cNvPr id="60" name="Shape 53"/>
          <p:cNvSpPr/>
          <p:nvPr/>
        </p:nvSpPr>
        <p:spPr>
          <a:xfrm>
            <a:off x="3971056" y="2043437"/>
            <a:ext cx="0" cy="1951947"/>
          </a:xfrm>
          <a:prstGeom prst="line">
            <a:avLst/>
          </a:prstGeom>
          <a:noFill/>
          <a:ln w="6350">
            <a:solidFill>
              <a:srgbClr val="F0F0F0"/>
            </a:solidFill>
            <a:prstDash val="solid"/>
          </a:ln>
        </p:spPr>
      </p:sp>
      <p:sp>
        <p:nvSpPr>
          <p:cNvPr id="61" name="Shape 54"/>
          <p:cNvSpPr/>
          <p:nvPr/>
        </p:nvSpPr>
        <p:spPr>
          <a:xfrm>
            <a:off x="4153936" y="2043437"/>
            <a:ext cx="0" cy="1951947"/>
          </a:xfrm>
          <a:prstGeom prst="line">
            <a:avLst/>
          </a:prstGeom>
          <a:noFill/>
          <a:ln w="6350">
            <a:solidFill>
              <a:srgbClr val="F0F0F0"/>
            </a:solidFill>
            <a:prstDash val="solid"/>
          </a:ln>
        </p:spPr>
      </p:sp>
      <p:sp>
        <p:nvSpPr>
          <p:cNvPr id="62" name="Shape 55"/>
          <p:cNvSpPr/>
          <p:nvPr/>
        </p:nvSpPr>
        <p:spPr>
          <a:xfrm>
            <a:off x="4336816" y="2043437"/>
            <a:ext cx="0" cy="1951947"/>
          </a:xfrm>
          <a:prstGeom prst="line">
            <a:avLst/>
          </a:prstGeom>
          <a:noFill/>
          <a:ln w="6350">
            <a:solidFill>
              <a:srgbClr val="F0F0F0"/>
            </a:solidFill>
            <a:prstDash val="solid"/>
          </a:ln>
        </p:spPr>
      </p:sp>
      <p:sp>
        <p:nvSpPr>
          <p:cNvPr id="63" name="Shape 56"/>
          <p:cNvSpPr/>
          <p:nvPr/>
        </p:nvSpPr>
        <p:spPr>
          <a:xfrm>
            <a:off x="2144517" y="2116589"/>
            <a:ext cx="1097280" cy="192466"/>
          </a:xfrm>
          <a:prstGeom prst="roundRect">
            <a:avLst>
              <a:gd name="adj" fmla="val 50000"/>
            </a:avLst>
          </a:prstGeom>
          <a:solidFill>
            <a:srgbClr val="D6EEDF"/>
          </a:solidFill>
          <a:ln w="15875">
            <a:solidFill>
              <a:srgbClr val="1F7A5C"/>
            </a:solidFill>
            <a:prstDash val="solid"/>
          </a:ln>
        </p:spPr>
      </p:sp>
      <p:sp>
        <p:nvSpPr>
          <p:cNvPr id="64" name="Text 57"/>
          <p:cNvSpPr txBox="1"/>
          <p:nvPr/>
        </p:nvSpPr>
        <p:spPr>
          <a:xfrm>
            <a:off x="2171949" y="2116589"/>
            <a:ext cx="1042416" cy="192466"/>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Mulai</a:t>
            </a:r>
            <a:endParaRPr lang="en-US" sz="700" dirty="0"/>
          </a:p>
        </p:txBody>
      </p:sp>
      <p:sp>
        <p:nvSpPr>
          <p:cNvPr id="65" name="Shape 58"/>
          <p:cNvSpPr/>
          <p:nvPr/>
        </p:nvSpPr>
        <p:spPr>
          <a:xfrm>
            <a:off x="2693157" y="2309055"/>
            <a:ext cx="914" cy="115480"/>
          </a:xfrm>
          <a:prstGeom prst="line">
            <a:avLst/>
          </a:prstGeom>
          <a:noFill/>
          <a:ln w="12700">
            <a:solidFill>
              <a:srgbClr val="444444"/>
            </a:solidFill>
            <a:prstDash val="solid"/>
            <a:tailEnd type="triangle"/>
          </a:ln>
        </p:spPr>
      </p:sp>
      <p:sp>
        <p:nvSpPr>
          <p:cNvPr id="66" name="Shape 59"/>
          <p:cNvSpPr/>
          <p:nvPr/>
        </p:nvSpPr>
        <p:spPr>
          <a:xfrm>
            <a:off x="2144517" y="2424535"/>
            <a:ext cx="1097280" cy="192466"/>
          </a:xfrm>
          <a:prstGeom prst="parallelogram">
            <a:avLst/>
          </a:prstGeom>
          <a:solidFill>
            <a:srgbClr val="E3F2FD"/>
          </a:solidFill>
          <a:ln w="15875">
            <a:solidFill>
              <a:srgbClr val="0078D4"/>
            </a:solidFill>
            <a:prstDash val="solid"/>
          </a:ln>
        </p:spPr>
      </p:sp>
      <p:sp>
        <p:nvSpPr>
          <p:cNvPr id="67" name="Text 60"/>
          <p:cNvSpPr txBox="1"/>
          <p:nvPr/>
        </p:nvSpPr>
        <p:spPr>
          <a:xfrm>
            <a:off x="2171949" y="2424535"/>
            <a:ext cx="1042416" cy="192466"/>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Input judul buku</a:t>
            </a:r>
            <a:endParaRPr lang="en-US" sz="650" dirty="0"/>
          </a:p>
        </p:txBody>
      </p:sp>
      <p:sp>
        <p:nvSpPr>
          <p:cNvPr id="68" name="Shape 61"/>
          <p:cNvSpPr/>
          <p:nvPr/>
        </p:nvSpPr>
        <p:spPr>
          <a:xfrm>
            <a:off x="2693157" y="2617001"/>
            <a:ext cx="914" cy="115480"/>
          </a:xfrm>
          <a:prstGeom prst="line">
            <a:avLst/>
          </a:prstGeom>
          <a:noFill/>
          <a:ln w="12700">
            <a:solidFill>
              <a:srgbClr val="444444"/>
            </a:solidFill>
            <a:prstDash val="solid"/>
            <a:tailEnd type="triangle"/>
          </a:ln>
        </p:spPr>
      </p:sp>
      <p:sp>
        <p:nvSpPr>
          <p:cNvPr id="69" name="Shape 62"/>
          <p:cNvSpPr/>
          <p:nvPr/>
        </p:nvSpPr>
        <p:spPr>
          <a:xfrm>
            <a:off x="2053077" y="2732481"/>
            <a:ext cx="1280160" cy="320777"/>
          </a:xfrm>
          <a:prstGeom prst="diamond">
            <a:avLst/>
          </a:prstGeom>
          <a:solidFill>
            <a:srgbClr val="FFF3CD"/>
          </a:solidFill>
          <a:ln w="15875">
            <a:solidFill>
              <a:srgbClr val="D4A017"/>
            </a:solidFill>
            <a:prstDash val="solid"/>
          </a:ln>
        </p:spPr>
      </p:sp>
      <p:sp>
        <p:nvSpPr>
          <p:cNvPr id="70" name="Text 63"/>
          <p:cNvSpPr txBox="1"/>
          <p:nvPr/>
        </p:nvSpPr>
        <p:spPr>
          <a:xfrm>
            <a:off x="2080509" y="2732481"/>
            <a:ext cx="1225296" cy="320777"/>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Buku tersedia?</a:t>
            </a:r>
            <a:endParaRPr lang="en-US" sz="650" dirty="0"/>
          </a:p>
        </p:txBody>
      </p:sp>
      <p:sp>
        <p:nvSpPr>
          <p:cNvPr id="71" name="Shape 64"/>
          <p:cNvSpPr/>
          <p:nvPr/>
        </p:nvSpPr>
        <p:spPr>
          <a:xfrm>
            <a:off x="2693157" y="3053258"/>
            <a:ext cx="914" cy="32889"/>
          </a:xfrm>
          <a:prstGeom prst="line">
            <a:avLst/>
          </a:prstGeom>
          <a:noFill/>
          <a:ln w="12700">
            <a:solidFill>
              <a:srgbClr val="444444"/>
            </a:solidFill>
            <a:prstDash val="solid"/>
            <a:tailEnd type="triangle"/>
          </a:ln>
        </p:spPr>
      </p:sp>
      <p:sp>
        <p:nvSpPr>
          <p:cNvPr id="72" name="Text 65"/>
          <p:cNvSpPr txBox="1"/>
          <p:nvPr/>
        </p:nvSpPr>
        <p:spPr>
          <a:xfrm>
            <a:off x="2720589" y="2978263"/>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Ya</a:t>
            </a:r>
            <a:endParaRPr lang="en-US" sz="650" dirty="0"/>
          </a:p>
        </p:txBody>
      </p:sp>
      <p:sp>
        <p:nvSpPr>
          <p:cNvPr id="73" name="Shape 66"/>
          <p:cNvSpPr/>
          <p:nvPr/>
        </p:nvSpPr>
        <p:spPr>
          <a:xfrm>
            <a:off x="2144517" y="3086147"/>
            <a:ext cx="1097280" cy="192466"/>
          </a:xfrm>
          <a:prstGeom prst="rect">
            <a:avLst/>
          </a:prstGeom>
          <a:solidFill>
            <a:srgbClr val="FFFFFF"/>
          </a:solidFill>
          <a:ln w="15875">
            <a:solidFill>
              <a:srgbClr val="1F7A5C"/>
            </a:solidFill>
            <a:prstDash val="solid"/>
          </a:ln>
        </p:spPr>
      </p:sp>
      <p:sp>
        <p:nvSpPr>
          <p:cNvPr id="74" name="Text 67"/>
          <p:cNvSpPr txBox="1"/>
          <p:nvPr/>
        </p:nvSpPr>
        <p:spPr>
          <a:xfrm>
            <a:off x="2171949" y="3086147"/>
            <a:ext cx="1042416" cy="192466"/>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Catat peminjaman</a:t>
            </a:r>
            <a:endParaRPr lang="en-US" sz="650" dirty="0"/>
          </a:p>
        </p:txBody>
      </p:sp>
      <p:sp>
        <p:nvSpPr>
          <p:cNvPr id="75" name="Shape 68"/>
          <p:cNvSpPr/>
          <p:nvPr/>
        </p:nvSpPr>
        <p:spPr>
          <a:xfrm>
            <a:off x="3333237" y="2892870"/>
            <a:ext cx="411480" cy="914"/>
          </a:xfrm>
          <a:prstGeom prst="line">
            <a:avLst/>
          </a:prstGeom>
          <a:noFill/>
          <a:ln w="12700">
            <a:solidFill>
              <a:srgbClr val="444444"/>
            </a:solidFill>
            <a:prstDash val="solid"/>
            <a:tailEnd type="triangle"/>
          </a:ln>
        </p:spPr>
      </p:sp>
      <p:sp>
        <p:nvSpPr>
          <p:cNvPr id="76" name="Text 69"/>
          <p:cNvSpPr txBox="1"/>
          <p:nvPr/>
        </p:nvSpPr>
        <p:spPr>
          <a:xfrm>
            <a:off x="3566409" y="2801430"/>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Tidak</a:t>
            </a:r>
            <a:endParaRPr lang="en-US" sz="650" dirty="0"/>
          </a:p>
        </p:txBody>
      </p:sp>
      <p:sp>
        <p:nvSpPr>
          <p:cNvPr id="77" name="Shape 70"/>
          <p:cNvSpPr/>
          <p:nvPr/>
        </p:nvSpPr>
        <p:spPr>
          <a:xfrm>
            <a:off x="3744717" y="2796636"/>
            <a:ext cx="914400" cy="192466"/>
          </a:xfrm>
          <a:prstGeom prst="rect">
            <a:avLst/>
          </a:prstGeom>
          <a:solidFill>
            <a:srgbClr val="FFFFFF"/>
          </a:solidFill>
          <a:ln w="15875">
            <a:solidFill>
              <a:srgbClr val="1F7A5C"/>
            </a:solidFill>
            <a:prstDash val="solid"/>
          </a:ln>
        </p:spPr>
      </p:sp>
      <p:sp>
        <p:nvSpPr>
          <p:cNvPr id="78" name="Text 71"/>
          <p:cNvSpPr txBox="1"/>
          <p:nvPr/>
        </p:nvSpPr>
        <p:spPr>
          <a:xfrm>
            <a:off x="3772149" y="2796636"/>
            <a:ext cx="859536" cy="192466"/>
          </a:xfrm>
          <a:prstGeom prst="rect">
            <a:avLst/>
          </a:prstGeom>
          <a:noFill/>
          <a:ln/>
        </p:spPr>
        <p:txBody>
          <a:bodyPr wrap="square" lIns="0" tIns="0" rIns="0" bIns="0" rtlCol="0" anchor="ctr"/>
          <a:lstStyle/>
          <a:p>
            <a:pPr algn="ctr" indent="0" marL="0">
              <a:buNone/>
            </a:pPr>
            <a:r>
              <a:rPr lang="en-US" sz="600" dirty="0">
                <a:solidFill>
                  <a:srgbClr val="1E2A26"/>
                </a:solidFill>
                <a:latin typeface="Arial" pitchFamily="34" charset="0"/>
                <a:ea typeface="Arial" pitchFamily="34" charset="-122"/>
                <a:cs typeface="Arial" pitchFamily="34" charset="-120"/>
              </a:rPr>
              <a:t>Tawarkan buku lain</a:t>
            </a:r>
            <a:endParaRPr lang="en-US" sz="600" dirty="0"/>
          </a:p>
        </p:txBody>
      </p:sp>
      <p:sp>
        <p:nvSpPr>
          <p:cNvPr id="79" name="Shape 72"/>
          <p:cNvSpPr/>
          <p:nvPr/>
        </p:nvSpPr>
        <p:spPr>
          <a:xfrm>
            <a:off x="2693157" y="3278613"/>
            <a:ext cx="914" cy="161200"/>
          </a:xfrm>
          <a:prstGeom prst="line">
            <a:avLst/>
          </a:prstGeom>
          <a:noFill/>
          <a:ln w="12700">
            <a:solidFill>
              <a:srgbClr val="444444"/>
            </a:solidFill>
            <a:prstDash val="solid"/>
            <a:tailEnd type="triangle"/>
          </a:ln>
        </p:spPr>
      </p:sp>
      <p:sp>
        <p:nvSpPr>
          <p:cNvPr id="80" name="Shape 73"/>
          <p:cNvSpPr/>
          <p:nvPr/>
        </p:nvSpPr>
        <p:spPr>
          <a:xfrm>
            <a:off x="2144517" y="3439813"/>
            <a:ext cx="1097280" cy="192466"/>
          </a:xfrm>
          <a:prstGeom prst="roundRect">
            <a:avLst>
              <a:gd name="adj" fmla="val 50000"/>
            </a:avLst>
          </a:prstGeom>
          <a:solidFill>
            <a:srgbClr val="D6EEDF"/>
          </a:solidFill>
          <a:ln w="15875">
            <a:solidFill>
              <a:srgbClr val="1F7A5C"/>
            </a:solidFill>
            <a:prstDash val="solid"/>
          </a:ln>
        </p:spPr>
      </p:sp>
      <p:sp>
        <p:nvSpPr>
          <p:cNvPr id="81" name="Text 74"/>
          <p:cNvSpPr txBox="1"/>
          <p:nvPr/>
        </p:nvSpPr>
        <p:spPr>
          <a:xfrm>
            <a:off x="2171949" y="3439813"/>
            <a:ext cx="1042416" cy="192466"/>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Selesai</a:t>
            </a:r>
            <a:endParaRPr lang="en-US" sz="700" dirty="0"/>
          </a:p>
        </p:txBody>
      </p:sp>
      <p:sp>
        <p:nvSpPr>
          <p:cNvPr id="82" name="Shape 75"/>
          <p:cNvSpPr/>
          <p:nvPr/>
        </p:nvSpPr>
        <p:spPr>
          <a:xfrm>
            <a:off x="4514576" y="2043437"/>
            <a:ext cx="1024128" cy="1951947"/>
          </a:xfrm>
          <a:prstGeom prst="rect">
            <a:avLst/>
          </a:prstGeom>
          <a:solidFill>
            <a:srgbClr val="FAFAFA"/>
          </a:solidFill>
          <a:ln w="6350">
            <a:solidFill>
              <a:srgbClr val="DDDDDD"/>
            </a:solidFill>
            <a:prstDash val="solid"/>
          </a:ln>
        </p:spPr>
      </p:sp>
      <p:sp>
        <p:nvSpPr>
          <p:cNvPr id="83" name="Text 76"/>
          <p:cNvSpPr txBox="1"/>
          <p:nvPr/>
        </p:nvSpPr>
        <p:spPr>
          <a:xfrm>
            <a:off x="4560296" y="2070869"/>
            <a:ext cx="320040" cy="146304"/>
          </a:xfrm>
          <a:prstGeom prst="rect">
            <a:avLst/>
          </a:prstGeom>
          <a:noFill/>
          <a:ln/>
        </p:spPr>
        <p:txBody>
          <a:bodyPr wrap="square" lIns="0" tIns="0" rIns="0" bIns="0" rtlCol="0" anchor="t"/>
          <a:lstStyle/>
          <a:p>
            <a:pPr indent="0" marL="0">
              <a:buNone/>
            </a:pPr>
            <a:r>
              <a:rPr lang="en-US" sz="600" b="1" dirty="0">
                <a:solidFill>
                  <a:srgbClr val="1E2A26"/>
                </a:solidFill>
                <a:latin typeface="Calibri" pitchFamily="34" charset="0"/>
                <a:ea typeface="Calibri" pitchFamily="34" charset="-122"/>
                <a:cs typeface="Calibri" pitchFamily="34" charset="-120"/>
              </a:rPr>
              <a:t>Style</a:t>
            </a:r>
            <a:endParaRPr lang="en-US" sz="600" dirty="0"/>
          </a:p>
        </p:txBody>
      </p:sp>
      <p:sp>
        <p:nvSpPr>
          <p:cNvPr id="84" name="Text 77"/>
          <p:cNvSpPr txBox="1"/>
          <p:nvPr/>
        </p:nvSpPr>
        <p:spPr>
          <a:xfrm>
            <a:off x="4889480" y="2070869"/>
            <a:ext cx="320040" cy="146304"/>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Text</a:t>
            </a:r>
            <a:endParaRPr lang="en-US" sz="600" dirty="0"/>
          </a:p>
        </p:txBody>
      </p:sp>
      <p:sp>
        <p:nvSpPr>
          <p:cNvPr id="85" name="Text 78"/>
          <p:cNvSpPr txBox="1"/>
          <p:nvPr/>
        </p:nvSpPr>
        <p:spPr>
          <a:xfrm>
            <a:off x="5218664" y="2070869"/>
            <a:ext cx="320040" cy="146304"/>
          </a:xfrm>
          <a:prstGeom prst="rect">
            <a:avLst/>
          </a:prstGeom>
          <a:noFill/>
          <a:ln/>
        </p:spPr>
        <p:txBody>
          <a:bodyPr wrap="square" lIns="0" tIns="0" rIns="0" bIns="0" rtlCol="0" anchor="t"/>
          <a:lstStyle/>
          <a:p>
            <a:pPr indent="0" marL="0">
              <a:buNone/>
            </a:pPr>
            <a:r>
              <a:rPr lang="en-US" sz="600" dirty="0">
                <a:solidFill>
                  <a:srgbClr val="1E2A26"/>
                </a:solidFill>
                <a:latin typeface="Calibri" pitchFamily="34" charset="0"/>
                <a:ea typeface="Calibri" pitchFamily="34" charset="-122"/>
                <a:cs typeface="Calibri" pitchFamily="34" charset="-120"/>
              </a:rPr>
              <a:t>Arrange</a:t>
            </a:r>
            <a:endParaRPr lang="en-US" sz="600" dirty="0"/>
          </a:p>
        </p:txBody>
      </p:sp>
      <p:sp>
        <p:nvSpPr>
          <p:cNvPr id="86" name="Text 79"/>
          <p:cNvSpPr txBox="1"/>
          <p:nvPr/>
        </p:nvSpPr>
        <p:spPr>
          <a:xfrm>
            <a:off x="4587728" y="2317757"/>
            <a:ext cx="914400" cy="164592"/>
          </a:xfrm>
          <a:prstGeom prst="rect">
            <a:avLst/>
          </a:prstGeom>
          <a:noFill/>
          <a:ln/>
        </p:spPr>
        <p:txBody>
          <a:bodyPr wrap="square" lIns="0" tIns="0" rIns="0" bIns="0" rtlCol="0" anchor="t"/>
          <a:lstStyle/>
          <a:p>
            <a:pPr indent="0" marL="0">
              <a:buNone/>
            </a:pPr>
            <a:r>
              <a:rPr lang="en-US" sz="650" dirty="0">
                <a:solidFill>
                  <a:srgbClr val="1E2A26"/>
                </a:solidFill>
                <a:latin typeface="Calibri" pitchFamily="34" charset="0"/>
                <a:ea typeface="Calibri" pitchFamily="34" charset="-122"/>
                <a:cs typeface="Calibri" pitchFamily="34" charset="-120"/>
              </a:rPr>
              <a:t>☑ Fill</a:t>
            </a:r>
            <a:endParaRPr lang="en-US" sz="650" dirty="0"/>
          </a:p>
        </p:txBody>
      </p:sp>
      <p:sp>
        <p:nvSpPr>
          <p:cNvPr id="87" name="Shape 80"/>
          <p:cNvSpPr/>
          <p:nvPr/>
        </p:nvSpPr>
        <p:spPr>
          <a:xfrm>
            <a:off x="5200376" y="2336045"/>
            <a:ext cx="228600" cy="128016"/>
          </a:xfrm>
          <a:prstGeom prst="rect">
            <a:avLst/>
          </a:prstGeom>
          <a:solidFill>
            <a:srgbClr val="D6EEDF"/>
          </a:solidFill>
          <a:ln w="6350">
            <a:solidFill>
              <a:srgbClr val="999999"/>
            </a:solidFill>
            <a:prstDash val="solid"/>
          </a:ln>
        </p:spPr>
      </p:sp>
      <p:sp>
        <p:nvSpPr>
          <p:cNvPr id="88" name="Text 81"/>
          <p:cNvSpPr txBox="1"/>
          <p:nvPr/>
        </p:nvSpPr>
        <p:spPr>
          <a:xfrm>
            <a:off x="4587728" y="2518925"/>
            <a:ext cx="914400" cy="164592"/>
          </a:xfrm>
          <a:prstGeom prst="rect">
            <a:avLst/>
          </a:prstGeom>
          <a:noFill/>
          <a:ln/>
        </p:spPr>
        <p:txBody>
          <a:bodyPr wrap="square" lIns="0" tIns="0" rIns="0" bIns="0" rtlCol="0" anchor="t"/>
          <a:lstStyle/>
          <a:p>
            <a:pPr indent="0" marL="0">
              <a:buNone/>
            </a:pPr>
            <a:r>
              <a:rPr lang="en-US" sz="650" dirty="0">
                <a:solidFill>
                  <a:srgbClr val="1E2A26"/>
                </a:solidFill>
                <a:latin typeface="Calibri" pitchFamily="34" charset="0"/>
                <a:ea typeface="Calibri" pitchFamily="34" charset="-122"/>
                <a:cs typeface="Calibri" pitchFamily="34" charset="-120"/>
              </a:rPr>
              <a:t>☑ Line</a:t>
            </a:r>
            <a:endParaRPr lang="en-US" sz="650" dirty="0"/>
          </a:p>
        </p:txBody>
      </p:sp>
      <p:sp>
        <p:nvSpPr>
          <p:cNvPr id="89" name="Shape 82"/>
          <p:cNvSpPr/>
          <p:nvPr/>
        </p:nvSpPr>
        <p:spPr>
          <a:xfrm>
            <a:off x="5200376" y="2537213"/>
            <a:ext cx="228600" cy="128016"/>
          </a:xfrm>
          <a:prstGeom prst="rect">
            <a:avLst/>
          </a:prstGeom>
          <a:solidFill>
            <a:srgbClr val="1F7A5C"/>
          </a:solidFill>
          <a:ln w="6350">
            <a:solidFill>
              <a:srgbClr val="999999"/>
            </a:solidFill>
            <a:prstDash val="solid"/>
          </a:ln>
        </p:spPr>
      </p:sp>
      <p:sp>
        <p:nvSpPr>
          <p:cNvPr id="90" name="Text 83"/>
          <p:cNvSpPr txBox="1"/>
          <p:nvPr/>
        </p:nvSpPr>
        <p:spPr>
          <a:xfrm>
            <a:off x="4587728" y="2720093"/>
            <a:ext cx="914400" cy="164592"/>
          </a:xfrm>
          <a:prstGeom prst="rect">
            <a:avLst/>
          </a:prstGeom>
          <a:noFill/>
          <a:ln/>
        </p:spPr>
        <p:txBody>
          <a:bodyPr wrap="square" lIns="0" tIns="0" rIns="0" bIns="0" rtlCol="0" anchor="t"/>
          <a:lstStyle/>
          <a:p>
            <a:pPr indent="0" marL="0">
              <a:buNone/>
            </a:pPr>
            <a:r>
              <a:rPr lang="en-US" sz="650" dirty="0">
                <a:solidFill>
                  <a:srgbClr val="1E2A26"/>
                </a:solidFill>
                <a:latin typeface="Calibri" pitchFamily="34" charset="0"/>
                <a:ea typeface="Calibri" pitchFamily="34" charset="-122"/>
                <a:cs typeface="Calibri" pitchFamily="34" charset="-120"/>
              </a:rPr>
              <a:t>☑ Rounded</a:t>
            </a:r>
            <a:endParaRPr lang="en-US" sz="650" dirty="0"/>
          </a:p>
        </p:txBody>
      </p:sp>
      <p:sp>
        <p:nvSpPr>
          <p:cNvPr id="91" name="Shape 84"/>
          <p:cNvSpPr/>
          <p:nvPr/>
        </p:nvSpPr>
        <p:spPr>
          <a:xfrm>
            <a:off x="5200376" y="2738381"/>
            <a:ext cx="228600" cy="128016"/>
          </a:xfrm>
          <a:prstGeom prst="rect">
            <a:avLst/>
          </a:prstGeom>
          <a:solidFill>
            <a:srgbClr val="FFFFFF"/>
          </a:solidFill>
          <a:ln w="6350">
            <a:solidFill>
              <a:srgbClr val="999999"/>
            </a:solidFill>
            <a:prstDash val="solid"/>
          </a:ln>
        </p:spPr>
      </p:sp>
      <p:sp>
        <p:nvSpPr>
          <p:cNvPr id="92" name="Shape 85"/>
          <p:cNvSpPr/>
          <p:nvPr/>
        </p:nvSpPr>
        <p:spPr>
          <a:xfrm>
            <a:off x="2126229" y="3421525"/>
            <a:ext cx="1133856" cy="229042"/>
          </a:xfrm>
          <a:prstGeom prst="roundRect">
            <a:avLst>
              <a:gd name="adj" fmla="val 19961"/>
            </a:avLst>
          </a:prstGeom>
          <a:solidFill>
            <a:srgbClr val="FFFFFF">
              <a:alpha val="0"/>
            </a:srgbClr>
          </a:solidFill>
          <a:ln w="31750">
            <a:solidFill>
              <a:srgbClr val="E53935"/>
            </a:solidFill>
            <a:prstDash val="solid"/>
          </a:ln>
        </p:spPr>
      </p:sp>
      <p:sp>
        <p:nvSpPr>
          <p:cNvPr id="93" name="Shape 86"/>
          <p:cNvSpPr/>
          <p:nvPr/>
        </p:nvSpPr>
        <p:spPr>
          <a:xfrm>
            <a:off x="3122925" y="3284365"/>
            <a:ext cx="274320" cy="274320"/>
          </a:xfrm>
          <a:prstGeom prst="ellipse">
            <a:avLst/>
          </a:prstGeom>
          <a:solidFill>
            <a:srgbClr val="E53935"/>
          </a:solidFill>
          <a:ln w="12700">
            <a:solidFill>
              <a:srgbClr val="FFFFFF"/>
            </a:solidFill>
            <a:prstDash val="solid"/>
          </a:ln>
        </p:spPr>
      </p:sp>
      <p:sp>
        <p:nvSpPr>
          <p:cNvPr id="94" name="Text 87"/>
          <p:cNvSpPr txBox="1"/>
          <p:nvPr/>
        </p:nvSpPr>
        <p:spPr>
          <a:xfrm>
            <a:off x="3122925" y="328436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95" name="Image 5" descr="preencoded.png">    </p:cNvPr>
          <p:cNvPicPr>
            <a:picLocks noChangeAspect="1"/>
          </p:cNvPicPr>
          <p:nvPr/>
        </p:nvPicPr>
        <p:blipFill>
          <a:blip r:embed="rId6"/>
          <a:stretch>
            <a:fillRect/>
          </a:stretch>
        </p:blipFill>
        <p:spPr>
          <a:xfrm>
            <a:off x="2748021" y="3545669"/>
            <a:ext cx="237744" cy="237744"/>
          </a:xfrm>
          <a:prstGeom prst="rect">
            <a:avLst/>
          </a:prstGeom>
        </p:spPr>
      </p:pic>
      <p:sp>
        <p:nvSpPr>
          <p:cNvPr id="96" name="Shape 88"/>
          <p:cNvSpPr/>
          <p:nvPr/>
        </p:nvSpPr>
        <p:spPr>
          <a:xfrm>
            <a:off x="4496288" y="2025149"/>
            <a:ext cx="1060704" cy="1988523"/>
          </a:xfrm>
          <a:prstGeom prst="roundRect">
            <a:avLst>
              <a:gd name="adj" fmla="val 4310"/>
            </a:avLst>
          </a:prstGeom>
          <a:solidFill>
            <a:srgbClr val="FFFFFF">
              <a:alpha val="0"/>
            </a:srgbClr>
          </a:solidFill>
          <a:ln w="31750">
            <a:solidFill>
              <a:srgbClr val="E53935"/>
            </a:solidFill>
            <a:prstDash val="solid"/>
          </a:ln>
        </p:spPr>
      </p:sp>
      <p:sp>
        <p:nvSpPr>
          <p:cNvPr id="97" name="Shape 89"/>
          <p:cNvSpPr/>
          <p:nvPr/>
        </p:nvSpPr>
        <p:spPr>
          <a:xfrm>
            <a:off x="5419832" y="1887989"/>
            <a:ext cx="274320" cy="274320"/>
          </a:xfrm>
          <a:prstGeom prst="ellipse">
            <a:avLst/>
          </a:prstGeom>
          <a:solidFill>
            <a:srgbClr val="E53935"/>
          </a:solidFill>
          <a:ln w="12700">
            <a:solidFill>
              <a:srgbClr val="FFFFFF"/>
            </a:solidFill>
            <a:prstDash val="solid"/>
          </a:ln>
        </p:spPr>
      </p:sp>
      <p:sp>
        <p:nvSpPr>
          <p:cNvPr id="98" name="Text 90"/>
          <p:cNvSpPr txBox="1"/>
          <p:nvPr/>
        </p:nvSpPr>
        <p:spPr>
          <a:xfrm>
            <a:off x="5419832" y="1887989"/>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99" name="Text 91"/>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7</a:t>
            </a:r>
            <a:endParaRPr lang="en-US" sz="1200" dirty="0"/>
          </a:p>
        </p:txBody>
      </p:sp>
      <p:sp>
        <p:nvSpPr>
          <p:cNvPr id="100" name="Text 92"/>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Akhiri dengan Selesai, rapikan warna</a:t>
            </a:r>
            <a:endParaRPr lang="en-US" sz="1800" dirty="0"/>
          </a:p>
        </p:txBody>
      </p:sp>
      <p:sp>
        <p:nvSpPr>
          <p:cNvPr id="101" name="Text 93"/>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Tambah oval Selesai. Pastikan semua jalan menuju Selesai. Pilih bentuk, ubah warna di panel kanan (Style).</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Praktik: Merapikan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Langkah 8/8</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Shape 5"/>
          <p:cNvSpPr/>
          <p:nvPr/>
        </p:nvSpPr>
        <p:spPr>
          <a:xfrm>
            <a:off x="411480" y="1051560"/>
            <a:ext cx="5303520" cy="3142336"/>
          </a:xfrm>
          <a:prstGeom prst="roundRect">
            <a:avLst>
              <a:gd name="adj" fmla="val 1746"/>
            </a:avLst>
          </a:prstGeom>
          <a:solidFill>
            <a:srgbClr val="2B2B2B"/>
          </a:solidFill>
          <a:ln w="12700">
            <a:solidFill>
              <a:srgbClr val="2B2B2B"/>
            </a:solidFill>
            <a:prstDash val="solid"/>
          </a:ln>
        </p:spPr>
      </p:sp>
      <p:sp>
        <p:nvSpPr>
          <p:cNvPr id="10" name="Shape 6"/>
          <p:cNvSpPr/>
          <p:nvPr/>
        </p:nvSpPr>
        <p:spPr>
          <a:xfrm>
            <a:off x="2745029" y="4193896"/>
            <a:ext cx="636422" cy="288950"/>
          </a:xfrm>
          <a:prstGeom prst="rect">
            <a:avLst/>
          </a:prstGeom>
          <a:solidFill>
            <a:srgbClr val="555555"/>
          </a:solidFill>
          <a:ln w="12700">
            <a:solidFill>
              <a:srgbClr val="555555"/>
            </a:solidFill>
            <a:prstDash val="solid"/>
          </a:ln>
        </p:spPr>
      </p:sp>
      <p:sp>
        <p:nvSpPr>
          <p:cNvPr id="11" name="Shape 7"/>
          <p:cNvSpPr/>
          <p:nvPr/>
        </p:nvSpPr>
        <p:spPr>
          <a:xfrm>
            <a:off x="2161642" y="4482846"/>
            <a:ext cx="1803197" cy="180594"/>
          </a:xfrm>
          <a:prstGeom prst="roundRect">
            <a:avLst>
              <a:gd name="adj" fmla="val 15190"/>
            </a:avLst>
          </a:prstGeom>
          <a:solidFill>
            <a:srgbClr val="444444"/>
          </a:solidFill>
          <a:ln w="12700">
            <a:solidFill>
              <a:srgbClr val="444444"/>
            </a:solidFill>
            <a:prstDash val="solid"/>
          </a:ln>
        </p:spPr>
      </p:sp>
      <p:sp>
        <p:nvSpPr>
          <p:cNvPr id="12" name="Shape 8"/>
          <p:cNvSpPr/>
          <p:nvPr/>
        </p:nvSpPr>
        <p:spPr>
          <a:xfrm>
            <a:off x="5440680" y="4084168"/>
            <a:ext cx="73152" cy="73152"/>
          </a:xfrm>
          <a:prstGeom prst="ellipse">
            <a:avLst/>
          </a:prstGeom>
          <a:solidFill>
            <a:srgbClr val="4FC3F7"/>
          </a:solidFill>
          <a:ln/>
        </p:spPr>
      </p:sp>
      <p:sp>
        <p:nvSpPr>
          <p:cNvPr id="13" name="Shape 9"/>
          <p:cNvSpPr/>
          <p:nvPr/>
        </p:nvSpPr>
        <p:spPr>
          <a:xfrm>
            <a:off x="484632" y="1124712"/>
            <a:ext cx="5157216" cy="2959456"/>
          </a:xfrm>
          <a:prstGeom prst="rect">
            <a:avLst/>
          </a:prstGeom>
          <a:solidFill>
            <a:srgbClr val="6FA8DC"/>
          </a:solidFill>
          <a:ln w="12700">
            <a:solidFill>
              <a:srgbClr val="6FA8DC"/>
            </a:solidFill>
            <a:prstDash val="solid"/>
          </a:ln>
        </p:spPr>
      </p:sp>
      <p:sp>
        <p:nvSpPr>
          <p:cNvPr id="14" name="Shape 10"/>
          <p:cNvSpPr/>
          <p:nvPr/>
        </p:nvSpPr>
        <p:spPr>
          <a:xfrm>
            <a:off x="1773936" y="1420658"/>
            <a:ext cx="2578608" cy="2367564"/>
          </a:xfrm>
          <a:prstGeom prst="ellipse">
            <a:avLst/>
          </a:prstGeom>
          <a:solidFill>
            <a:srgbClr val="A7CBEE">
              <a:alpha val="60000"/>
            </a:srgbClr>
          </a:solidFill>
          <a:ln/>
        </p:spPr>
      </p:sp>
      <p:sp>
        <p:nvSpPr>
          <p:cNvPr id="15" name="Shape 11"/>
          <p:cNvSpPr/>
          <p:nvPr/>
        </p:nvSpPr>
        <p:spPr>
          <a:xfrm>
            <a:off x="2444374" y="1864576"/>
            <a:ext cx="1237732" cy="1331755"/>
          </a:xfrm>
          <a:prstGeom prst="ellipse">
            <a:avLst/>
          </a:prstGeom>
          <a:solidFill>
            <a:srgbClr val="D7E8F8">
              <a:alpha val="70000"/>
            </a:srgbClr>
          </a:solidFill>
          <a:ln/>
        </p:spPr>
      </p:sp>
      <p:sp>
        <p:nvSpPr>
          <p:cNvPr id="16" name="Shape 12"/>
          <p:cNvSpPr/>
          <p:nvPr/>
        </p:nvSpPr>
        <p:spPr>
          <a:xfrm>
            <a:off x="587776" y="1183901"/>
            <a:ext cx="4950927" cy="2811483"/>
          </a:xfrm>
          <a:prstGeom prst="rect">
            <a:avLst/>
          </a:prstGeom>
          <a:solidFill>
            <a:srgbClr val="FFFFFF"/>
          </a:solidFill>
          <a:ln w="9525">
            <a:solidFill>
              <a:srgbClr val="999999"/>
            </a:solidFill>
            <a:prstDash val="solid"/>
          </a:ln>
        </p:spPr>
      </p:sp>
      <p:sp>
        <p:nvSpPr>
          <p:cNvPr id="17" name="Shape 13"/>
          <p:cNvSpPr/>
          <p:nvPr/>
        </p:nvSpPr>
        <p:spPr>
          <a:xfrm>
            <a:off x="587776" y="1183901"/>
            <a:ext cx="4950927" cy="219456"/>
          </a:xfrm>
          <a:prstGeom prst="rect">
            <a:avLst/>
          </a:prstGeom>
          <a:solidFill>
            <a:srgbClr val="DEE1E6"/>
          </a:solidFill>
          <a:ln w="12700">
            <a:solidFill>
              <a:srgbClr val="DEE1E6"/>
            </a:solidFill>
            <a:prstDash val="solid"/>
          </a:ln>
        </p:spPr>
      </p:sp>
      <p:sp>
        <p:nvSpPr>
          <p:cNvPr id="18" name="Text 14"/>
          <p:cNvSpPr txBox="1"/>
          <p:nvPr/>
        </p:nvSpPr>
        <p:spPr>
          <a:xfrm>
            <a:off x="679216" y="1183901"/>
            <a:ext cx="4036527" cy="219456"/>
          </a:xfrm>
          <a:prstGeom prst="rect">
            <a:avLst/>
          </a:prstGeom>
          <a:noFill/>
          <a:ln/>
        </p:spPr>
        <p:txBody>
          <a:bodyPr wrap="square" lIns="0" tIns="0" rIns="0" bIns="0" rtlCol="0" anchor="ctr"/>
          <a:lstStyle/>
          <a:p>
            <a:pPr indent="0" marL="0">
              <a:buNone/>
            </a:pPr>
            <a:r>
              <a:rPr lang="en-US" sz="750" dirty="0">
                <a:solidFill>
                  <a:srgbClr val="1E2A26"/>
                </a:solidFill>
                <a:latin typeface="Calibri" pitchFamily="34" charset="0"/>
                <a:ea typeface="Calibri" pitchFamily="34" charset="-122"/>
                <a:cs typeface="Calibri" pitchFamily="34" charset="-120"/>
              </a:rPr>
              <a:t>Flowchart_Pinjam_Buku_Kel2.drawio - draw.io</a:t>
            </a:r>
            <a:endParaRPr lang="en-US" sz="750" dirty="0"/>
          </a:p>
        </p:txBody>
      </p:sp>
      <p:sp>
        <p:nvSpPr>
          <p:cNvPr id="19" name="Text 15"/>
          <p:cNvSpPr txBox="1"/>
          <p:nvPr/>
        </p:nvSpPr>
        <p:spPr>
          <a:xfrm>
            <a:off x="471574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0" name="Text 16"/>
          <p:cNvSpPr txBox="1"/>
          <p:nvPr/>
        </p:nvSpPr>
        <p:spPr>
          <a:xfrm>
            <a:off x="4990064" y="1183901"/>
            <a:ext cx="274320" cy="219456"/>
          </a:xfrm>
          <a:prstGeom prst="rect">
            <a:avLst/>
          </a:prstGeom>
          <a:noFill/>
          <a:ln/>
        </p:spPr>
        <p:txBody>
          <a:bodyPr wrap="square" lIns="0" tIns="0" rIns="0" bIns="0" rtlCol="0" anchor="ctr"/>
          <a:lstStyle/>
          <a:p>
            <a:pPr algn="ctr" indent="0" marL="0">
              <a:buNone/>
            </a:pPr>
            <a:r>
              <a:rPr lang="en-US" sz="700" dirty="0">
                <a:solidFill>
                  <a:srgbClr val="1E2A26"/>
                </a:solidFill>
                <a:latin typeface="Calibri" pitchFamily="34" charset="0"/>
                <a:ea typeface="Calibri" pitchFamily="34" charset="-122"/>
                <a:cs typeface="Calibri" pitchFamily="34" charset="-120"/>
              </a:rPr>
              <a:t>☐</a:t>
            </a:r>
            <a:endParaRPr lang="en-US" sz="700" dirty="0"/>
          </a:p>
        </p:txBody>
      </p:sp>
      <p:sp>
        <p:nvSpPr>
          <p:cNvPr id="21" name="Text 17"/>
          <p:cNvSpPr txBox="1"/>
          <p:nvPr/>
        </p:nvSpPr>
        <p:spPr>
          <a:xfrm>
            <a:off x="5264384" y="1183901"/>
            <a:ext cx="274320" cy="219456"/>
          </a:xfrm>
          <a:prstGeom prst="rect">
            <a:avLst/>
          </a:prstGeom>
          <a:noFill/>
          <a:ln/>
        </p:spPr>
        <p:txBody>
          <a:bodyPr wrap="square" lIns="0" tIns="0" rIns="0" bIns="0" rtlCol="0" anchor="ctr"/>
          <a:lstStyle/>
          <a:p>
            <a:pPr algn="ctr" indent="0" marL="0">
              <a:buNone/>
            </a:pPr>
            <a:r>
              <a:rPr lang="en-US" sz="800" dirty="0">
                <a:solidFill>
                  <a:srgbClr val="1E2A26"/>
                </a:solidFill>
                <a:latin typeface="Calibri" pitchFamily="34" charset="0"/>
                <a:ea typeface="Calibri" pitchFamily="34" charset="-122"/>
                <a:cs typeface="Calibri" pitchFamily="34" charset="-120"/>
              </a:rPr>
              <a:t>✕</a:t>
            </a:r>
            <a:endParaRPr lang="en-US" sz="800" dirty="0"/>
          </a:p>
        </p:txBody>
      </p:sp>
      <p:sp>
        <p:nvSpPr>
          <p:cNvPr id="22" name="Shape 18"/>
          <p:cNvSpPr/>
          <p:nvPr/>
        </p:nvSpPr>
        <p:spPr>
          <a:xfrm>
            <a:off x="587776" y="1403357"/>
            <a:ext cx="4950927" cy="274320"/>
          </a:xfrm>
          <a:prstGeom prst="rect">
            <a:avLst/>
          </a:prstGeom>
          <a:solidFill>
            <a:srgbClr val="FFFFFF"/>
          </a:solidFill>
          <a:ln w="12700">
            <a:solidFill>
              <a:srgbClr val="FFFFFF"/>
            </a:solidFill>
            <a:prstDash val="solid"/>
          </a:ln>
        </p:spPr>
      </p:sp>
      <p:pic>
        <p:nvPicPr>
          <p:cNvPr id="23" name="Image 2" descr="preencoded.png">    </p:cNvPr>
          <p:cNvPicPr>
            <a:picLocks noChangeAspect="1"/>
          </p:cNvPicPr>
          <p:nvPr/>
        </p:nvPicPr>
        <p:blipFill>
          <a:blip r:embed="rId3"/>
          <a:stretch>
            <a:fillRect/>
          </a:stretch>
        </p:blipFill>
        <p:spPr>
          <a:xfrm>
            <a:off x="679216" y="1476509"/>
            <a:ext cx="128016" cy="128016"/>
          </a:xfrm>
          <a:prstGeom prst="rect">
            <a:avLst/>
          </a:prstGeom>
        </p:spPr>
      </p:pic>
      <p:pic>
        <p:nvPicPr>
          <p:cNvPr id="24" name="Image 3" descr="preencoded.png">    </p:cNvPr>
          <p:cNvPicPr>
            <a:picLocks noChangeAspect="1"/>
          </p:cNvPicPr>
          <p:nvPr/>
        </p:nvPicPr>
        <p:blipFill>
          <a:blip r:embed="rId4"/>
          <a:stretch>
            <a:fillRect/>
          </a:stretch>
        </p:blipFill>
        <p:spPr>
          <a:xfrm>
            <a:off x="880384" y="1476509"/>
            <a:ext cx="128016" cy="128016"/>
          </a:xfrm>
          <a:prstGeom prst="rect">
            <a:avLst/>
          </a:prstGeom>
        </p:spPr>
      </p:pic>
      <p:pic>
        <p:nvPicPr>
          <p:cNvPr id="25" name="Image 4" descr="preencoded.png">    </p:cNvPr>
          <p:cNvPicPr>
            <a:picLocks noChangeAspect="1"/>
          </p:cNvPicPr>
          <p:nvPr/>
        </p:nvPicPr>
        <p:blipFill>
          <a:blip r:embed="rId5"/>
          <a:stretch>
            <a:fillRect/>
          </a:stretch>
        </p:blipFill>
        <p:spPr>
          <a:xfrm>
            <a:off x="1081552" y="1476509"/>
            <a:ext cx="128016" cy="128016"/>
          </a:xfrm>
          <a:prstGeom prst="rect">
            <a:avLst/>
          </a:prstGeom>
        </p:spPr>
      </p:pic>
      <p:sp>
        <p:nvSpPr>
          <p:cNvPr id="26" name="Shape 19"/>
          <p:cNvSpPr/>
          <p:nvPr/>
        </p:nvSpPr>
        <p:spPr>
          <a:xfrm>
            <a:off x="1319296" y="1439933"/>
            <a:ext cx="4036527" cy="201168"/>
          </a:xfrm>
          <a:prstGeom prst="roundRect">
            <a:avLst>
              <a:gd name="adj" fmla="val 50000"/>
            </a:avLst>
          </a:prstGeom>
          <a:solidFill>
            <a:srgbClr val="F1F3F4"/>
          </a:solidFill>
          <a:ln w="12700">
            <a:solidFill>
              <a:srgbClr val="F1F3F4"/>
            </a:solidFill>
            <a:prstDash val="solid"/>
          </a:ln>
        </p:spPr>
      </p:sp>
      <p:sp>
        <p:nvSpPr>
          <p:cNvPr id="27" name="Text 20"/>
          <p:cNvSpPr txBox="1"/>
          <p:nvPr/>
        </p:nvSpPr>
        <p:spPr>
          <a:xfrm>
            <a:off x="1429024" y="1439933"/>
            <a:ext cx="3853647" cy="201168"/>
          </a:xfrm>
          <a:prstGeom prst="rect">
            <a:avLst/>
          </a:prstGeom>
          <a:noFill/>
          <a:ln/>
        </p:spPr>
        <p:txBody>
          <a:bodyPr wrap="square" lIns="0" tIns="0" rIns="0" bIns="0" rtlCol="0" anchor="ctr"/>
          <a:lstStyle/>
          <a:p>
            <a:pPr indent="0" marL="0">
              <a:buNone/>
            </a:pPr>
            <a:r>
              <a:rPr lang="en-US" sz="800" dirty="0">
                <a:solidFill>
                  <a:srgbClr val="111111"/>
                </a:solidFill>
                <a:latin typeface="Calibri" pitchFamily="34" charset="0"/>
                <a:ea typeface="Calibri" pitchFamily="34" charset="-122"/>
                <a:cs typeface="Calibri" pitchFamily="34" charset="-120"/>
              </a:rPr>
              <a:t>app.diagrams.net</a:t>
            </a:r>
            <a:endParaRPr lang="en-US" sz="800" dirty="0"/>
          </a:p>
        </p:txBody>
      </p:sp>
      <p:sp>
        <p:nvSpPr>
          <p:cNvPr id="28" name="Text 21"/>
          <p:cNvSpPr txBox="1"/>
          <p:nvPr/>
        </p:nvSpPr>
        <p:spPr>
          <a:xfrm>
            <a:off x="679216" y="1695965"/>
            <a:ext cx="1828800" cy="164592"/>
          </a:xfrm>
          <a:prstGeom prst="rect">
            <a:avLst/>
          </a:prstGeom>
          <a:noFill/>
          <a:ln/>
        </p:spPr>
        <p:txBody>
          <a:bodyPr wrap="square" lIns="0" tIns="0" rIns="0" bIns="0" rtlCol="0" anchor="t"/>
          <a:lstStyle/>
          <a:p>
            <a:pPr indent="0" marL="0">
              <a:buNone/>
            </a:pPr>
            <a:r>
              <a:rPr lang="en-US" sz="800" b="1" dirty="0">
                <a:solidFill>
                  <a:srgbClr val="1E2A26"/>
                </a:solidFill>
                <a:latin typeface="Calibri" pitchFamily="34" charset="0"/>
                <a:ea typeface="Calibri" pitchFamily="34" charset="-122"/>
                <a:cs typeface="Calibri" pitchFamily="34" charset="-120"/>
              </a:rPr>
              <a:t>Flowchart_Pinjam_Buku_Kel2</a:t>
            </a:r>
            <a:endParaRPr lang="en-US" sz="800" dirty="0"/>
          </a:p>
        </p:txBody>
      </p:sp>
      <p:sp>
        <p:nvSpPr>
          <p:cNvPr id="29" name="Text 22"/>
          <p:cNvSpPr txBox="1"/>
          <p:nvPr/>
        </p:nvSpPr>
        <p:spPr>
          <a:xfrm>
            <a:off x="67921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File</a:t>
            </a:r>
            <a:endParaRPr lang="en-US" sz="650" dirty="0"/>
          </a:p>
        </p:txBody>
      </p:sp>
      <p:sp>
        <p:nvSpPr>
          <p:cNvPr id="30" name="Text 23"/>
          <p:cNvSpPr txBox="1"/>
          <p:nvPr/>
        </p:nvSpPr>
        <p:spPr>
          <a:xfrm>
            <a:off x="1063264"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Edit</a:t>
            </a:r>
            <a:endParaRPr lang="en-US" sz="650" dirty="0"/>
          </a:p>
        </p:txBody>
      </p:sp>
      <p:sp>
        <p:nvSpPr>
          <p:cNvPr id="31" name="Text 24"/>
          <p:cNvSpPr txBox="1"/>
          <p:nvPr/>
        </p:nvSpPr>
        <p:spPr>
          <a:xfrm>
            <a:off x="1447312"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View</a:t>
            </a:r>
            <a:endParaRPr lang="en-US" sz="650" dirty="0"/>
          </a:p>
        </p:txBody>
      </p:sp>
      <p:sp>
        <p:nvSpPr>
          <p:cNvPr id="32" name="Text 25"/>
          <p:cNvSpPr txBox="1"/>
          <p:nvPr/>
        </p:nvSpPr>
        <p:spPr>
          <a:xfrm>
            <a:off x="1831360"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Arrange</a:t>
            </a:r>
            <a:endParaRPr lang="en-US" sz="650" dirty="0"/>
          </a:p>
        </p:txBody>
      </p:sp>
      <p:sp>
        <p:nvSpPr>
          <p:cNvPr id="33" name="Text 26"/>
          <p:cNvSpPr txBox="1"/>
          <p:nvPr/>
        </p:nvSpPr>
        <p:spPr>
          <a:xfrm>
            <a:off x="2215408"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Extras</a:t>
            </a:r>
            <a:endParaRPr lang="en-US" sz="650" dirty="0"/>
          </a:p>
        </p:txBody>
      </p:sp>
      <p:sp>
        <p:nvSpPr>
          <p:cNvPr id="34" name="Text 27"/>
          <p:cNvSpPr txBox="1"/>
          <p:nvPr/>
        </p:nvSpPr>
        <p:spPr>
          <a:xfrm>
            <a:off x="2599456" y="1860557"/>
            <a:ext cx="365760" cy="146304"/>
          </a:xfrm>
          <a:prstGeom prst="rect">
            <a:avLst/>
          </a:prstGeom>
          <a:noFill/>
          <a:ln/>
        </p:spPr>
        <p:txBody>
          <a:bodyPr wrap="square" lIns="0" tIns="0" rIns="0" bIns="0" rtlCol="0" anchor="ctr"/>
          <a:lstStyle/>
          <a:p>
            <a:pPr indent="0" marL="0">
              <a:buNone/>
            </a:pPr>
            <a:r>
              <a:rPr lang="en-US" sz="650" dirty="0">
                <a:solidFill>
                  <a:srgbClr val="1E2A26"/>
                </a:solidFill>
                <a:latin typeface="Calibri" pitchFamily="34" charset="0"/>
                <a:ea typeface="Calibri" pitchFamily="34" charset="-122"/>
                <a:cs typeface="Calibri" pitchFamily="34" charset="-120"/>
              </a:rPr>
              <a:t>Help</a:t>
            </a:r>
            <a:endParaRPr lang="en-US" sz="650" dirty="0"/>
          </a:p>
        </p:txBody>
      </p:sp>
      <p:sp>
        <p:nvSpPr>
          <p:cNvPr id="35" name="Shape 28"/>
          <p:cNvSpPr/>
          <p:nvPr/>
        </p:nvSpPr>
        <p:spPr>
          <a:xfrm>
            <a:off x="587776" y="2043437"/>
            <a:ext cx="960120" cy="1951947"/>
          </a:xfrm>
          <a:prstGeom prst="rect">
            <a:avLst/>
          </a:prstGeom>
          <a:solidFill>
            <a:srgbClr val="F5F5F5"/>
          </a:solidFill>
          <a:ln w="6350">
            <a:solidFill>
              <a:srgbClr val="DDDDDD"/>
            </a:solidFill>
            <a:prstDash val="solid"/>
          </a:ln>
        </p:spPr>
      </p:sp>
      <p:sp>
        <p:nvSpPr>
          <p:cNvPr id="36" name="Text 29"/>
          <p:cNvSpPr txBox="1"/>
          <p:nvPr/>
        </p:nvSpPr>
        <p:spPr>
          <a:xfrm>
            <a:off x="642640" y="2080013"/>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General</a:t>
            </a:r>
            <a:endParaRPr lang="en-US" sz="650" dirty="0"/>
          </a:p>
        </p:txBody>
      </p:sp>
      <p:sp>
        <p:nvSpPr>
          <p:cNvPr id="37" name="Shape 30"/>
          <p:cNvSpPr/>
          <p:nvPr/>
        </p:nvSpPr>
        <p:spPr>
          <a:xfrm>
            <a:off x="660928" y="2272037"/>
            <a:ext cx="384048" cy="292608"/>
          </a:xfrm>
          <a:prstGeom prst="rect">
            <a:avLst/>
          </a:prstGeom>
          <a:solidFill>
            <a:srgbClr val="FFFFFF"/>
          </a:solidFill>
          <a:ln w="15875">
            <a:solidFill>
              <a:srgbClr val="1F7A5C"/>
            </a:solidFill>
            <a:prstDash val="solid"/>
          </a:ln>
        </p:spPr>
      </p:sp>
      <p:sp>
        <p:nvSpPr>
          <p:cNvPr id="38" name="Text 31"/>
          <p:cNvSpPr txBox="1"/>
          <p:nvPr/>
        </p:nvSpPr>
        <p:spPr>
          <a:xfrm>
            <a:off x="688360"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39" name="Shape 32"/>
          <p:cNvSpPr/>
          <p:nvPr/>
        </p:nvSpPr>
        <p:spPr>
          <a:xfrm>
            <a:off x="1099840" y="2272037"/>
            <a:ext cx="384048" cy="292608"/>
          </a:xfrm>
          <a:prstGeom prst="roundRect">
            <a:avLst>
              <a:gd name="adj" fmla="val 50000"/>
            </a:avLst>
          </a:prstGeom>
          <a:solidFill>
            <a:srgbClr val="D6EEDF"/>
          </a:solidFill>
          <a:ln w="15875">
            <a:solidFill>
              <a:srgbClr val="1F7A5C"/>
            </a:solidFill>
            <a:prstDash val="solid"/>
          </a:ln>
        </p:spPr>
      </p:sp>
      <p:sp>
        <p:nvSpPr>
          <p:cNvPr id="40" name="Text 33"/>
          <p:cNvSpPr txBox="1"/>
          <p:nvPr/>
        </p:nvSpPr>
        <p:spPr>
          <a:xfrm>
            <a:off x="1127272" y="2272037"/>
            <a:ext cx="329184" cy="292608"/>
          </a:xfrm>
          <a:prstGeom prst="rect">
            <a:avLst/>
          </a:prstGeom>
          <a:noFill/>
          <a:ln/>
        </p:spPr>
        <p:txBody>
          <a:bodyPr wrap="square" lIns="0" tIns="0" rIns="0" bIns="0" rtlCol="0" anchor="ctr"/>
          <a:lstStyle/>
          <a:p>
            <a:pPr algn="ctr" indent="0" marL="0">
              <a:buNone/>
            </a:pPr>
            <a:endParaRPr lang="en-US" sz="900" dirty="0"/>
          </a:p>
        </p:txBody>
      </p:sp>
      <p:sp>
        <p:nvSpPr>
          <p:cNvPr id="41" name="Shape 34"/>
          <p:cNvSpPr/>
          <p:nvPr/>
        </p:nvSpPr>
        <p:spPr>
          <a:xfrm>
            <a:off x="660928" y="2656085"/>
            <a:ext cx="384048" cy="292608"/>
          </a:xfrm>
          <a:prstGeom prst="diamond">
            <a:avLst/>
          </a:prstGeom>
          <a:solidFill>
            <a:srgbClr val="FFF3CD"/>
          </a:solidFill>
          <a:ln w="15875">
            <a:solidFill>
              <a:srgbClr val="D4A017"/>
            </a:solidFill>
            <a:prstDash val="solid"/>
          </a:ln>
        </p:spPr>
      </p:sp>
      <p:sp>
        <p:nvSpPr>
          <p:cNvPr id="42" name="Text 35"/>
          <p:cNvSpPr txBox="1"/>
          <p:nvPr/>
        </p:nvSpPr>
        <p:spPr>
          <a:xfrm>
            <a:off x="688360"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3" name="Shape 36"/>
          <p:cNvSpPr/>
          <p:nvPr/>
        </p:nvSpPr>
        <p:spPr>
          <a:xfrm>
            <a:off x="1099840" y="2656085"/>
            <a:ext cx="384048" cy="292608"/>
          </a:xfrm>
          <a:prstGeom prst="parallelogram">
            <a:avLst/>
          </a:prstGeom>
          <a:solidFill>
            <a:srgbClr val="E3F2FD"/>
          </a:solidFill>
          <a:ln w="15875">
            <a:solidFill>
              <a:srgbClr val="0078D4"/>
            </a:solidFill>
            <a:prstDash val="solid"/>
          </a:ln>
        </p:spPr>
      </p:sp>
      <p:sp>
        <p:nvSpPr>
          <p:cNvPr id="44" name="Text 37"/>
          <p:cNvSpPr txBox="1"/>
          <p:nvPr/>
        </p:nvSpPr>
        <p:spPr>
          <a:xfrm>
            <a:off x="1127272" y="2656085"/>
            <a:ext cx="329184" cy="292608"/>
          </a:xfrm>
          <a:prstGeom prst="rect">
            <a:avLst/>
          </a:prstGeom>
          <a:noFill/>
          <a:ln/>
        </p:spPr>
        <p:txBody>
          <a:bodyPr wrap="square" lIns="0" tIns="0" rIns="0" bIns="0" rtlCol="0" anchor="ctr"/>
          <a:lstStyle/>
          <a:p>
            <a:pPr algn="ctr" indent="0" marL="0">
              <a:buNone/>
            </a:pPr>
            <a:endParaRPr lang="en-US" sz="900" dirty="0"/>
          </a:p>
        </p:txBody>
      </p:sp>
      <p:sp>
        <p:nvSpPr>
          <p:cNvPr id="45" name="Text 38"/>
          <p:cNvSpPr txBox="1"/>
          <p:nvPr/>
        </p:nvSpPr>
        <p:spPr>
          <a:xfrm>
            <a:off x="642640" y="3094997"/>
            <a:ext cx="914400" cy="137160"/>
          </a:xfrm>
          <a:prstGeom prst="rect">
            <a:avLst/>
          </a:prstGeom>
          <a:noFill/>
          <a:ln/>
        </p:spPr>
        <p:txBody>
          <a:bodyPr wrap="square" lIns="0" tIns="0" rIns="0" bIns="0" rtlCol="0" anchor="t"/>
          <a:lstStyle/>
          <a:p>
            <a:pPr indent="0" marL="0">
              <a:buNone/>
            </a:pPr>
            <a:r>
              <a:rPr lang="en-US" sz="650" b="1" dirty="0">
                <a:solidFill>
                  <a:srgbClr val="1E2A26"/>
                </a:solidFill>
                <a:latin typeface="Calibri" pitchFamily="34" charset="0"/>
                <a:ea typeface="Calibri" pitchFamily="34" charset="-122"/>
                <a:cs typeface="Calibri" pitchFamily="34" charset="-120"/>
              </a:rPr>
              <a:t>Flowchart</a:t>
            </a:r>
            <a:endParaRPr lang="en-US" sz="650" dirty="0"/>
          </a:p>
        </p:txBody>
      </p:sp>
      <p:sp>
        <p:nvSpPr>
          <p:cNvPr id="46" name="Shape 39"/>
          <p:cNvSpPr/>
          <p:nvPr/>
        </p:nvSpPr>
        <p:spPr>
          <a:xfrm>
            <a:off x="1593616" y="2043437"/>
            <a:ext cx="3899367" cy="1951947"/>
          </a:xfrm>
          <a:prstGeom prst="rect">
            <a:avLst/>
          </a:prstGeom>
          <a:solidFill>
            <a:srgbClr val="FFFFFF"/>
          </a:solidFill>
          <a:ln w="12700">
            <a:solidFill>
              <a:srgbClr val="FFFFFF"/>
            </a:solidFill>
            <a:prstDash val="solid"/>
          </a:ln>
        </p:spPr>
      </p:sp>
      <p:sp>
        <p:nvSpPr>
          <p:cNvPr id="47" name="Shape 40"/>
          <p:cNvSpPr/>
          <p:nvPr/>
        </p:nvSpPr>
        <p:spPr>
          <a:xfrm>
            <a:off x="1593616" y="2043437"/>
            <a:ext cx="0" cy="1951947"/>
          </a:xfrm>
          <a:prstGeom prst="line">
            <a:avLst/>
          </a:prstGeom>
          <a:noFill/>
          <a:ln w="6350">
            <a:solidFill>
              <a:srgbClr val="F0F0F0"/>
            </a:solidFill>
            <a:prstDash val="solid"/>
          </a:ln>
        </p:spPr>
      </p:sp>
      <p:sp>
        <p:nvSpPr>
          <p:cNvPr id="48" name="Shape 41"/>
          <p:cNvSpPr/>
          <p:nvPr/>
        </p:nvSpPr>
        <p:spPr>
          <a:xfrm>
            <a:off x="1776496" y="2043437"/>
            <a:ext cx="0" cy="1951947"/>
          </a:xfrm>
          <a:prstGeom prst="line">
            <a:avLst/>
          </a:prstGeom>
          <a:noFill/>
          <a:ln w="6350">
            <a:solidFill>
              <a:srgbClr val="F0F0F0"/>
            </a:solidFill>
            <a:prstDash val="solid"/>
          </a:ln>
        </p:spPr>
      </p:sp>
      <p:sp>
        <p:nvSpPr>
          <p:cNvPr id="49" name="Shape 42"/>
          <p:cNvSpPr/>
          <p:nvPr/>
        </p:nvSpPr>
        <p:spPr>
          <a:xfrm>
            <a:off x="1959376" y="2043437"/>
            <a:ext cx="0" cy="1951947"/>
          </a:xfrm>
          <a:prstGeom prst="line">
            <a:avLst/>
          </a:prstGeom>
          <a:noFill/>
          <a:ln w="6350">
            <a:solidFill>
              <a:srgbClr val="F0F0F0"/>
            </a:solidFill>
            <a:prstDash val="solid"/>
          </a:ln>
        </p:spPr>
      </p:sp>
      <p:sp>
        <p:nvSpPr>
          <p:cNvPr id="50" name="Shape 43"/>
          <p:cNvSpPr/>
          <p:nvPr/>
        </p:nvSpPr>
        <p:spPr>
          <a:xfrm>
            <a:off x="2142256" y="2043437"/>
            <a:ext cx="0" cy="1951947"/>
          </a:xfrm>
          <a:prstGeom prst="line">
            <a:avLst/>
          </a:prstGeom>
          <a:noFill/>
          <a:ln w="6350">
            <a:solidFill>
              <a:srgbClr val="F0F0F0"/>
            </a:solidFill>
            <a:prstDash val="solid"/>
          </a:ln>
        </p:spPr>
      </p:sp>
      <p:sp>
        <p:nvSpPr>
          <p:cNvPr id="51" name="Shape 44"/>
          <p:cNvSpPr/>
          <p:nvPr/>
        </p:nvSpPr>
        <p:spPr>
          <a:xfrm>
            <a:off x="2325136" y="2043437"/>
            <a:ext cx="0" cy="1951947"/>
          </a:xfrm>
          <a:prstGeom prst="line">
            <a:avLst/>
          </a:prstGeom>
          <a:noFill/>
          <a:ln w="6350">
            <a:solidFill>
              <a:srgbClr val="F0F0F0"/>
            </a:solidFill>
            <a:prstDash val="solid"/>
          </a:ln>
        </p:spPr>
      </p:sp>
      <p:sp>
        <p:nvSpPr>
          <p:cNvPr id="52" name="Shape 45"/>
          <p:cNvSpPr/>
          <p:nvPr/>
        </p:nvSpPr>
        <p:spPr>
          <a:xfrm>
            <a:off x="2508016" y="2043437"/>
            <a:ext cx="0" cy="1951947"/>
          </a:xfrm>
          <a:prstGeom prst="line">
            <a:avLst/>
          </a:prstGeom>
          <a:noFill/>
          <a:ln w="6350">
            <a:solidFill>
              <a:srgbClr val="F0F0F0"/>
            </a:solidFill>
            <a:prstDash val="solid"/>
          </a:ln>
        </p:spPr>
      </p:sp>
      <p:sp>
        <p:nvSpPr>
          <p:cNvPr id="53" name="Shape 46"/>
          <p:cNvSpPr/>
          <p:nvPr/>
        </p:nvSpPr>
        <p:spPr>
          <a:xfrm>
            <a:off x="2690896" y="2043437"/>
            <a:ext cx="0" cy="1951947"/>
          </a:xfrm>
          <a:prstGeom prst="line">
            <a:avLst/>
          </a:prstGeom>
          <a:noFill/>
          <a:ln w="6350">
            <a:solidFill>
              <a:srgbClr val="F0F0F0"/>
            </a:solidFill>
            <a:prstDash val="solid"/>
          </a:ln>
        </p:spPr>
      </p:sp>
      <p:sp>
        <p:nvSpPr>
          <p:cNvPr id="54" name="Shape 47"/>
          <p:cNvSpPr/>
          <p:nvPr/>
        </p:nvSpPr>
        <p:spPr>
          <a:xfrm>
            <a:off x="2873776" y="2043437"/>
            <a:ext cx="0" cy="1951947"/>
          </a:xfrm>
          <a:prstGeom prst="line">
            <a:avLst/>
          </a:prstGeom>
          <a:noFill/>
          <a:ln w="6350">
            <a:solidFill>
              <a:srgbClr val="F0F0F0"/>
            </a:solidFill>
            <a:prstDash val="solid"/>
          </a:ln>
        </p:spPr>
      </p:sp>
      <p:sp>
        <p:nvSpPr>
          <p:cNvPr id="55" name="Shape 48"/>
          <p:cNvSpPr/>
          <p:nvPr/>
        </p:nvSpPr>
        <p:spPr>
          <a:xfrm>
            <a:off x="3056656" y="2043437"/>
            <a:ext cx="0" cy="1951947"/>
          </a:xfrm>
          <a:prstGeom prst="line">
            <a:avLst/>
          </a:prstGeom>
          <a:noFill/>
          <a:ln w="6350">
            <a:solidFill>
              <a:srgbClr val="F0F0F0"/>
            </a:solidFill>
            <a:prstDash val="solid"/>
          </a:ln>
        </p:spPr>
      </p:sp>
      <p:sp>
        <p:nvSpPr>
          <p:cNvPr id="56" name="Shape 49"/>
          <p:cNvSpPr/>
          <p:nvPr/>
        </p:nvSpPr>
        <p:spPr>
          <a:xfrm>
            <a:off x="3239536" y="2043437"/>
            <a:ext cx="0" cy="1951947"/>
          </a:xfrm>
          <a:prstGeom prst="line">
            <a:avLst/>
          </a:prstGeom>
          <a:noFill/>
          <a:ln w="6350">
            <a:solidFill>
              <a:srgbClr val="F0F0F0"/>
            </a:solidFill>
            <a:prstDash val="solid"/>
          </a:ln>
        </p:spPr>
      </p:sp>
      <p:sp>
        <p:nvSpPr>
          <p:cNvPr id="57" name="Shape 50"/>
          <p:cNvSpPr/>
          <p:nvPr/>
        </p:nvSpPr>
        <p:spPr>
          <a:xfrm>
            <a:off x="3422416" y="2043437"/>
            <a:ext cx="0" cy="1951947"/>
          </a:xfrm>
          <a:prstGeom prst="line">
            <a:avLst/>
          </a:prstGeom>
          <a:noFill/>
          <a:ln w="6350">
            <a:solidFill>
              <a:srgbClr val="F0F0F0"/>
            </a:solidFill>
            <a:prstDash val="solid"/>
          </a:ln>
        </p:spPr>
      </p:sp>
      <p:sp>
        <p:nvSpPr>
          <p:cNvPr id="58" name="Shape 51"/>
          <p:cNvSpPr/>
          <p:nvPr/>
        </p:nvSpPr>
        <p:spPr>
          <a:xfrm>
            <a:off x="3605296" y="2043437"/>
            <a:ext cx="0" cy="1951947"/>
          </a:xfrm>
          <a:prstGeom prst="line">
            <a:avLst/>
          </a:prstGeom>
          <a:noFill/>
          <a:ln w="6350">
            <a:solidFill>
              <a:srgbClr val="F0F0F0"/>
            </a:solidFill>
            <a:prstDash val="solid"/>
          </a:ln>
        </p:spPr>
      </p:sp>
      <p:sp>
        <p:nvSpPr>
          <p:cNvPr id="59" name="Shape 52"/>
          <p:cNvSpPr/>
          <p:nvPr/>
        </p:nvSpPr>
        <p:spPr>
          <a:xfrm>
            <a:off x="3788176" y="2043437"/>
            <a:ext cx="0" cy="1951947"/>
          </a:xfrm>
          <a:prstGeom prst="line">
            <a:avLst/>
          </a:prstGeom>
          <a:noFill/>
          <a:ln w="6350">
            <a:solidFill>
              <a:srgbClr val="F0F0F0"/>
            </a:solidFill>
            <a:prstDash val="solid"/>
          </a:ln>
        </p:spPr>
      </p:sp>
      <p:sp>
        <p:nvSpPr>
          <p:cNvPr id="60" name="Shape 53"/>
          <p:cNvSpPr/>
          <p:nvPr/>
        </p:nvSpPr>
        <p:spPr>
          <a:xfrm>
            <a:off x="3971056" y="2043437"/>
            <a:ext cx="0" cy="1951947"/>
          </a:xfrm>
          <a:prstGeom prst="line">
            <a:avLst/>
          </a:prstGeom>
          <a:noFill/>
          <a:ln w="6350">
            <a:solidFill>
              <a:srgbClr val="F0F0F0"/>
            </a:solidFill>
            <a:prstDash val="solid"/>
          </a:ln>
        </p:spPr>
      </p:sp>
      <p:sp>
        <p:nvSpPr>
          <p:cNvPr id="61" name="Shape 54"/>
          <p:cNvSpPr/>
          <p:nvPr/>
        </p:nvSpPr>
        <p:spPr>
          <a:xfrm>
            <a:off x="4153936" y="2043437"/>
            <a:ext cx="0" cy="1951947"/>
          </a:xfrm>
          <a:prstGeom prst="line">
            <a:avLst/>
          </a:prstGeom>
          <a:noFill/>
          <a:ln w="6350">
            <a:solidFill>
              <a:srgbClr val="F0F0F0"/>
            </a:solidFill>
            <a:prstDash val="solid"/>
          </a:ln>
        </p:spPr>
      </p:sp>
      <p:sp>
        <p:nvSpPr>
          <p:cNvPr id="62" name="Shape 55"/>
          <p:cNvSpPr/>
          <p:nvPr/>
        </p:nvSpPr>
        <p:spPr>
          <a:xfrm>
            <a:off x="4336816" y="2043437"/>
            <a:ext cx="0" cy="1951947"/>
          </a:xfrm>
          <a:prstGeom prst="line">
            <a:avLst/>
          </a:prstGeom>
          <a:noFill/>
          <a:ln w="6350">
            <a:solidFill>
              <a:srgbClr val="F0F0F0"/>
            </a:solidFill>
            <a:prstDash val="solid"/>
          </a:ln>
        </p:spPr>
      </p:sp>
      <p:sp>
        <p:nvSpPr>
          <p:cNvPr id="63" name="Shape 56"/>
          <p:cNvSpPr/>
          <p:nvPr/>
        </p:nvSpPr>
        <p:spPr>
          <a:xfrm>
            <a:off x="4519696" y="2043437"/>
            <a:ext cx="0" cy="1951947"/>
          </a:xfrm>
          <a:prstGeom prst="line">
            <a:avLst/>
          </a:prstGeom>
          <a:noFill/>
          <a:ln w="6350">
            <a:solidFill>
              <a:srgbClr val="F0F0F0"/>
            </a:solidFill>
            <a:prstDash val="solid"/>
          </a:ln>
        </p:spPr>
      </p:sp>
      <p:sp>
        <p:nvSpPr>
          <p:cNvPr id="64" name="Shape 57"/>
          <p:cNvSpPr/>
          <p:nvPr/>
        </p:nvSpPr>
        <p:spPr>
          <a:xfrm>
            <a:off x="4702576" y="2043437"/>
            <a:ext cx="0" cy="1951947"/>
          </a:xfrm>
          <a:prstGeom prst="line">
            <a:avLst/>
          </a:prstGeom>
          <a:noFill/>
          <a:ln w="6350">
            <a:solidFill>
              <a:srgbClr val="F0F0F0"/>
            </a:solidFill>
            <a:prstDash val="solid"/>
          </a:ln>
        </p:spPr>
      </p:sp>
      <p:sp>
        <p:nvSpPr>
          <p:cNvPr id="65" name="Shape 58"/>
          <p:cNvSpPr/>
          <p:nvPr/>
        </p:nvSpPr>
        <p:spPr>
          <a:xfrm>
            <a:off x="4885456" y="2043437"/>
            <a:ext cx="0" cy="1951947"/>
          </a:xfrm>
          <a:prstGeom prst="line">
            <a:avLst/>
          </a:prstGeom>
          <a:noFill/>
          <a:ln w="6350">
            <a:solidFill>
              <a:srgbClr val="F0F0F0"/>
            </a:solidFill>
            <a:prstDash val="solid"/>
          </a:ln>
        </p:spPr>
      </p:sp>
      <p:sp>
        <p:nvSpPr>
          <p:cNvPr id="66" name="Shape 59"/>
          <p:cNvSpPr/>
          <p:nvPr/>
        </p:nvSpPr>
        <p:spPr>
          <a:xfrm>
            <a:off x="5068336" y="2043437"/>
            <a:ext cx="0" cy="1951947"/>
          </a:xfrm>
          <a:prstGeom prst="line">
            <a:avLst/>
          </a:prstGeom>
          <a:noFill/>
          <a:ln w="6350">
            <a:solidFill>
              <a:srgbClr val="F0F0F0"/>
            </a:solidFill>
            <a:prstDash val="solid"/>
          </a:ln>
        </p:spPr>
      </p:sp>
      <p:sp>
        <p:nvSpPr>
          <p:cNvPr id="67" name="Shape 60"/>
          <p:cNvSpPr/>
          <p:nvPr/>
        </p:nvSpPr>
        <p:spPr>
          <a:xfrm>
            <a:off x="5251216" y="2043437"/>
            <a:ext cx="0" cy="1951947"/>
          </a:xfrm>
          <a:prstGeom prst="line">
            <a:avLst/>
          </a:prstGeom>
          <a:noFill/>
          <a:ln w="6350">
            <a:solidFill>
              <a:srgbClr val="F0F0F0"/>
            </a:solidFill>
            <a:prstDash val="solid"/>
          </a:ln>
        </p:spPr>
      </p:sp>
      <p:sp>
        <p:nvSpPr>
          <p:cNvPr id="68" name="Shape 61"/>
          <p:cNvSpPr/>
          <p:nvPr/>
        </p:nvSpPr>
        <p:spPr>
          <a:xfrm>
            <a:off x="5434096" y="2043437"/>
            <a:ext cx="0" cy="1951947"/>
          </a:xfrm>
          <a:prstGeom prst="line">
            <a:avLst/>
          </a:prstGeom>
          <a:noFill/>
          <a:ln w="6350">
            <a:solidFill>
              <a:srgbClr val="F0F0F0"/>
            </a:solidFill>
            <a:prstDash val="solid"/>
          </a:ln>
        </p:spPr>
      </p:sp>
      <p:sp>
        <p:nvSpPr>
          <p:cNvPr id="69" name="Shape 62"/>
          <p:cNvSpPr/>
          <p:nvPr/>
        </p:nvSpPr>
        <p:spPr>
          <a:xfrm>
            <a:off x="2526736" y="2116589"/>
            <a:ext cx="1097280" cy="192466"/>
          </a:xfrm>
          <a:prstGeom prst="roundRect">
            <a:avLst>
              <a:gd name="adj" fmla="val 50000"/>
            </a:avLst>
          </a:prstGeom>
          <a:solidFill>
            <a:srgbClr val="D6EEDF"/>
          </a:solidFill>
          <a:ln w="15875">
            <a:solidFill>
              <a:srgbClr val="1F7A5C"/>
            </a:solidFill>
            <a:prstDash val="solid"/>
          </a:ln>
        </p:spPr>
      </p:sp>
      <p:sp>
        <p:nvSpPr>
          <p:cNvPr id="70" name="Text 63"/>
          <p:cNvSpPr txBox="1"/>
          <p:nvPr/>
        </p:nvSpPr>
        <p:spPr>
          <a:xfrm>
            <a:off x="2554168" y="2116589"/>
            <a:ext cx="1042416" cy="192466"/>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Mulai</a:t>
            </a:r>
            <a:endParaRPr lang="en-US" sz="700" dirty="0"/>
          </a:p>
        </p:txBody>
      </p:sp>
      <p:sp>
        <p:nvSpPr>
          <p:cNvPr id="71" name="Shape 64"/>
          <p:cNvSpPr/>
          <p:nvPr/>
        </p:nvSpPr>
        <p:spPr>
          <a:xfrm>
            <a:off x="3075376" y="2309055"/>
            <a:ext cx="914" cy="115480"/>
          </a:xfrm>
          <a:prstGeom prst="line">
            <a:avLst/>
          </a:prstGeom>
          <a:noFill/>
          <a:ln w="12700">
            <a:solidFill>
              <a:srgbClr val="444444"/>
            </a:solidFill>
            <a:prstDash val="solid"/>
            <a:tailEnd type="triangle"/>
          </a:ln>
        </p:spPr>
      </p:sp>
      <p:sp>
        <p:nvSpPr>
          <p:cNvPr id="72" name="Shape 65"/>
          <p:cNvSpPr/>
          <p:nvPr/>
        </p:nvSpPr>
        <p:spPr>
          <a:xfrm>
            <a:off x="2526736" y="2424535"/>
            <a:ext cx="1097280" cy="192466"/>
          </a:xfrm>
          <a:prstGeom prst="parallelogram">
            <a:avLst/>
          </a:prstGeom>
          <a:solidFill>
            <a:srgbClr val="E3F2FD"/>
          </a:solidFill>
          <a:ln w="15875">
            <a:solidFill>
              <a:srgbClr val="0078D4"/>
            </a:solidFill>
            <a:prstDash val="solid"/>
          </a:ln>
        </p:spPr>
      </p:sp>
      <p:sp>
        <p:nvSpPr>
          <p:cNvPr id="73" name="Text 66"/>
          <p:cNvSpPr txBox="1"/>
          <p:nvPr/>
        </p:nvSpPr>
        <p:spPr>
          <a:xfrm>
            <a:off x="2554168" y="2424535"/>
            <a:ext cx="1042416" cy="192466"/>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Input judul buku</a:t>
            </a:r>
            <a:endParaRPr lang="en-US" sz="650" dirty="0"/>
          </a:p>
        </p:txBody>
      </p:sp>
      <p:sp>
        <p:nvSpPr>
          <p:cNvPr id="74" name="Shape 67"/>
          <p:cNvSpPr/>
          <p:nvPr/>
        </p:nvSpPr>
        <p:spPr>
          <a:xfrm>
            <a:off x="3075376" y="2617001"/>
            <a:ext cx="914" cy="115480"/>
          </a:xfrm>
          <a:prstGeom prst="line">
            <a:avLst/>
          </a:prstGeom>
          <a:noFill/>
          <a:ln w="12700">
            <a:solidFill>
              <a:srgbClr val="444444"/>
            </a:solidFill>
            <a:prstDash val="solid"/>
            <a:tailEnd type="triangle"/>
          </a:ln>
        </p:spPr>
      </p:sp>
      <p:sp>
        <p:nvSpPr>
          <p:cNvPr id="75" name="Shape 68"/>
          <p:cNvSpPr/>
          <p:nvPr/>
        </p:nvSpPr>
        <p:spPr>
          <a:xfrm>
            <a:off x="2435296" y="2732481"/>
            <a:ext cx="1280160" cy="320777"/>
          </a:xfrm>
          <a:prstGeom prst="diamond">
            <a:avLst/>
          </a:prstGeom>
          <a:solidFill>
            <a:srgbClr val="FFF3CD"/>
          </a:solidFill>
          <a:ln w="15875">
            <a:solidFill>
              <a:srgbClr val="D4A017"/>
            </a:solidFill>
            <a:prstDash val="solid"/>
          </a:ln>
        </p:spPr>
      </p:sp>
      <p:sp>
        <p:nvSpPr>
          <p:cNvPr id="76" name="Text 69"/>
          <p:cNvSpPr txBox="1"/>
          <p:nvPr/>
        </p:nvSpPr>
        <p:spPr>
          <a:xfrm>
            <a:off x="2462728" y="2732481"/>
            <a:ext cx="1225296" cy="320777"/>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Buku tersedia?</a:t>
            </a:r>
            <a:endParaRPr lang="en-US" sz="650" dirty="0"/>
          </a:p>
        </p:txBody>
      </p:sp>
      <p:sp>
        <p:nvSpPr>
          <p:cNvPr id="77" name="Shape 70"/>
          <p:cNvSpPr/>
          <p:nvPr/>
        </p:nvSpPr>
        <p:spPr>
          <a:xfrm>
            <a:off x="3075376" y="3053258"/>
            <a:ext cx="914" cy="32889"/>
          </a:xfrm>
          <a:prstGeom prst="line">
            <a:avLst/>
          </a:prstGeom>
          <a:noFill/>
          <a:ln w="12700">
            <a:solidFill>
              <a:srgbClr val="444444"/>
            </a:solidFill>
            <a:prstDash val="solid"/>
            <a:tailEnd type="triangle"/>
          </a:ln>
        </p:spPr>
      </p:sp>
      <p:sp>
        <p:nvSpPr>
          <p:cNvPr id="78" name="Text 71"/>
          <p:cNvSpPr txBox="1"/>
          <p:nvPr/>
        </p:nvSpPr>
        <p:spPr>
          <a:xfrm>
            <a:off x="3102808" y="2978263"/>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Ya</a:t>
            </a:r>
            <a:endParaRPr lang="en-US" sz="650" dirty="0"/>
          </a:p>
        </p:txBody>
      </p:sp>
      <p:sp>
        <p:nvSpPr>
          <p:cNvPr id="79" name="Shape 72"/>
          <p:cNvSpPr/>
          <p:nvPr/>
        </p:nvSpPr>
        <p:spPr>
          <a:xfrm>
            <a:off x="2526736" y="3086147"/>
            <a:ext cx="1097280" cy="192466"/>
          </a:xfrm>
          <a:prstGeom prst="rect">
            <a:avLst/>
          </a:prstGeom>
          <a:solidFill>
            <a:srgbClr val="FFFFFF"/>
          </a:solidFill>
          <a:ln w="15875">
            <a:solidFill>
              <a:srgbClr val="1F7A5C"/>
            </a:solidFill>
            <a:prstDash val="solid"/>
          </a:ln>
        </p:spPr>
      </p:sp>
      <p:sp>
        <p:nvSpPr>
          <p:cNvPr id="80" name="Text 73"/>
          <p:cNvSpPr txBox="1"/>
          <p:nvPr/>
        </p:nvSpPr>
        <p:spPr>
          <a:xfrm>
            <a:off x="2554168" y="3086147"/>
            <a:ext cx="1042416" cy="192466"/>
          </a:xfrm>
          <a:prstGeom prst="rect">
            <a:avLst/>
          </a:prstGeom>
          <a:noFill/>
          <a:ln/>
        </p:spPr>
        <p:txBody>
          <a:bodyPr wrap="square" lIns="0" tIns="0" rIns="0" bIns="0" rtlCol="0" anchor="ctr"/>
          <a:lstStyle/>
          <a:p>
            <a:pPr algn="ctr" indent="0" marL="0">
              <a:buNone/>
            </a:pPr>
            <a:r>
              <a:rPr lang="en-US" sz="650" dirty="0">
                <a:solidFill>
                  <a:srgbClr val="1E2A26"/>
                </a:solidFill>
                <a:latin typeface="Arial" pitchFamily="34" charset="0"/>
                <a:ea typeface="Arial" pitchFamily="34" charset="-122"/>
                <a:cs typeface="Arial" pitchFamily="34" charset="-120"/>
              </a:rPr>
              <a:t>Catat peminjaman</a:t>
            </a:r>
            <a:endParaRPr lang="en-US" sz="650" dirty="0"/>
          </a:p>
        </p:txBody>
      </p:sp>
      <p:sp>
        <p:nvSpPr>
          <p:cNvPr id="81" name="Shape 74"/>
          <p:cNvSpPr/>
          <p:nvPr/>
        </p:nvSpPr>
        <p:spPr>
          <a:xfrm>
            <a:off x="3715456" y="2892870"/>
            <a:ext cx="411480" cy="914"/>
          </a:xfrm>
          <a:prstGeom prst="line">
            <a:avLst/>
          </a:prstGeom>
          <a:noFill/>
          <a:ln w="12700">
            <a:solidFill>
              <a:srgbClr val="444444"/>
            </a:solidFill>
            <a:prstDash val="solid"/>
            <a:tailEnd type="triangle"/>
          </a:ln>
        </p:spPr>
      </p:sp>
      <p:sp>
        <p:nvSpPr>
          <p:cNvPr id="82" name="Text 75"/>
          <p:cNvSpPr txBox="1"/>
          <p:nvPr/>
        </p:nvSpPr>
        <p:spPr>
          <a:xfrm>
            <a:off x="3948628" y="2801430"/>
            <a:ext cx="365760" cy="164592"/>
          </a:xfrm>
          <a:prstGeom prst="rect">
            <a:avLst/>
          </a:prstGeom>
          <a:noFill/>
          <a:ln/>
        </p:spPr>
        <p:txBody>
          <a:bodyPr wrap="square" lIns="0" tIns="0" rIns="0" bIns="0" rtlCol="0" anchor="t"/>
          <a:lstStyle/>
          <a:p>
            <a:pPr indent="0" marL="0">
              <a:buNone/>
            </a:pPr>
            <a:r>
              <a:rPr lang="en-US" sz="650" b="1" dirty="0">
                <a:solidFill>
                  <a:srgbClr val="C62828"/>
                </a:solidFill>
                <a:latin typeface="Arial" pitchFamily="34" charset="0"/>
                <a:ea typeface="Arial" pitchFamily="34" charset="-122"/>
                <a:cs typeface="Arial" pitchFamily="34" charset="-120"/>
              </a:rPr>
              <a:t>Tidak</a:t>
            </a:r>
            <a:endParaRPr lang="en-US" sz="650" dirty="0"/>
          </a:p>
        </p:txBody>
      </p:sp>
      <p:sp>
        <p:nvSpPr>
          <p:cNvPr id="83" name="Shape 76"/>
          <p:cNvSpPr/>
          <p:nvPr/>
        </p:nvSpPr>
        <p:spPr>
          <a:xfrm>
            <a:off x="4126936" y="2796636"/>
            <a:ext cx="914400" cy="192466"/>
          </a:xfrm>
          <a:prstGeom prst="rect">
            <a:avLst/>
          </a:prstGeom>
          <a:solidFill>
            <a:srgbClr val="FFFFFF"/>
          </a:solidFill>
          <a:ln w="15875">
            <a:solidFill>
              <a:srgbClr val="1F7A5C"/>
            </a:solidFill>
            <a:prstDash val="solid"/>
          </a:ln>
        </p:spPr>
      </p:sp>
      <p:sp>
        <p:nvSpPr>
          <p:cNvPr id="84" name="Text 77"/>
          <p:cNvSpPr txBox="1"/>
          <p:nvPr/>
        </p:nvSpPr>
        <p:spPr>
          <a:xfrm>
            <a:off x="4154368" y="2796636"/>
            <a:ext cx="859536" cy="192466"/>
          </a:xfrm>
          <a:prstGeom prst="rect">
            <a:avLst/>
          </a:prstGeom>
          <a:noFill/>
          <a:ln/>
        </p:spPr>
        <p:txBody>
          <a:bodyPr wrap="square" lIns="0" tIns="0" rIns="0" bIns="0" rtlCol="0" anchor="ctr"/>
          <a:lstStyle/>
          <a:p>
            <a:pPr algn="ctr" indent="0" marL="0">
              <a:buNone/>
            </a:pPr>
            <a:r>
              <a:rPr lang="en-US" sz="600" dirty="0">
                <a:solidFill>
                  <a:srgbClr val="1E2A26"/>
                </a:solidFill>
                <a:latin typeface="Arial" pitchFamily="34" charset="0"/>
                <a:ea typeface="Arial" pitchFamily="34" charset="-122"/>
                <a:cs typeface="Arial" pitchFamily="34" charset="-120"/>
              </a:rPr>
              <a:t>Tawarkan buku lain</a:t>
            </a:r>
            <a:endParaRPr lang="en-US" sz="600" dirty="0"/>
          </a:p>
        </p:txBody>
      </p:sp>
      <p:sp>
        <p:nvSpPr>
          <p:cNvPr id="85" name="Shape 78"/>
          <p:cNvSpPr/>
          <p:nvPr/>
        </p:nvSpPr>
        <p:spPr>
          <a:xfrm>
            <a:off x="3075376" y="3278613"/>
            <a:ext cx="914" cy="161200"/>
          </a:xfrm>
          <a:prstGeom prst="line">
            <a:avLst/>
          </a:prstGeom>
          <a:noFill/>
          <a:ln w="12700">
            <a:solidFill>
              <a:srgbClr val="444444"/>
            </a:solidFill>
            <a:prstDash val="solid"/>
            <a:tailEnd type="triangle"/>
          </a:ln>
        </p:spPr>
      </p:sp>
      <p:sp>
        <p:nvSpPr>
          <p:cNvPr id="86" name="Shape 79"/>
          <p:cNvSpPr/>
          <p:nvPr/>
        </p:nvSpPr>
        <p:spPr>
          <a:xfrm>
            <a:off x="2526736" y="3439813"/>
            <a:ext cx="1097280" cy="192466"/>
          </a:xfrm>
          <a:prstGeom prst="roundRect">
            <a:avLst>
              <a:gd name="adj" fmla="val 50000"/>
            </a:avLst>
          </a:prstGeom>
          <a:solidFill>
            <a:srgbClr val="D6EEDF"/>
          </a:solidFill>
          <a:ln w="15875">
            <a:solidFill>
              <a:srgbClr val="1F7A5C"/>
            </a:solidFill>
            <a:prstDash val="solid"/>
          </a:ln>
        </p:spPr>
      </p:sp>
      <p:sp>
        <p:nvSpPr>
          <p:cNvPr id="87" name="Text 80"/>
          <p:cNvSpPr txBox="1"/>
          <p:nvPr/>
        </p:nvSpPr>
        <p:spPr>
          <a:xfrm>
            <a:off x="2554168" y="3439813"/>
            <a:ext cx="1042416" cy="192466"/>
          </a:xfrm>
          <a:prstGeom prst="rect">
            <a:avLst/>
          </a:prstGeom>
          <a:noFill/>
          <a:ln/>
        </p:spPr>
        <p:txBody>
          <a:bodyPr wrap="square" lIns="0" tIns="0" rIns="0" bIns="0" rtlCol="0" anchor="ctr"/>
          <a:lstStyle/>
          <a:p>
            <a:pPr algn="ctr" indent="0" marL="0">
              <a:buNone/>
            </a:pPr>
            <a:r>
              <a:rPr lang="en-US" sz="700" dirty="0">
                <a:solidFill>
                  <a:srgbClr val="1E2A26"/>
                </a:solidFill>
                <a:latin typeface="Arial" pitchFamily="34" charset="0"/>
                <a:ea typeface="Arial" pitchFamily="34" charset="-122"/>
                <a:cs typeface="Arial" pitchFamily="34" charset="-120"/>
              </a:rPr>
              <a:t>Selesai</a:t>
            </a:r>
            <a:endParaRPr lang="en-US" sz="700" dirty="0"/>
          </a:p>
        </p:txBody>
      </p:sp>
      <p:sp>
        <p:nvSpPr>
          <p:cNvPr id="88" name="Shape 81"/>
          <p:cNvSpPr/>
          <p:nvPr/>
        </p:nvSpPr>
        <p:spPr>
          <a:xfrm>
            <a:off x="679216" y="2006861"/>
            <a:ext cx="1280160" cy="1463040"/>
          </a:xfrm>
          <a:prstGeom prst="rect">
            <a:avLst/>
          </a:prstGeom>
          <a:solidFill>
            <a:srgbClr val="FFFFFF"/>
          </a:solidFill>
          <a:ln w="9525">
            <a:solidFill>
              <a:srgbClr val="AAAAAA"/>
            </a:solidFill>
            <a:prstDash val="solid"/>
          </a:ln>
        </p:spPr>
      </p:sp>
      <p:sp>
        <p:nvSpPr>
          <p:cNvPr id="89" name="Text 82"/>
          <p:cNvSpPr txBox="1"/>
          <p:nvPr/>
        </p:nvSpPr>
        <p:spPr>
          <a:xfrm>
            <a:off x="788944" y="2034293"/>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New...</a:t>
            </a:r>
            <a:endParaRPr lang="en-US" sz="800" dirty="0"/>
          </a:p>
        </p:txBody>
      </p:sp>
      <p:sp>
        <p:nvSpPr>
          <p:cNvPr id="90" name="Text 83"/>
          <p:cNvSpPr txBox="1"/>
          <p:nvPr/>
        </p:nvSpPr>
        <p:spPr>
          <a:xfrm>
            <a:off x="788944" y="2235461"/>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Open from     ›</a:t>
            </a:r>
            <a:endParaRPr lang="en-US" sz="800" dirty="0"/>
          </a:p>
        </p:txBody>
      </p:sp>
      <p:sp>
        <p:nvSpPr>
          <p:cNvPr id="91" name="Text 84"/>
          <p:cNvSpPr txBox="1"/>
          <p:nvPr/>
        </p:nvSpPr>
        <p:spPr>
          <a:xfrm>
            <a:off x="788944" y="2436629"/>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Save</a:t>
            </a:r>
            <a:endParaRPr lang="en-US" sz="800" dirty="0"/>
          </a:p>
        </p:txBody>
      </p:sp>
      <p:sp>
        <p:nvSpPr>
          <p:cNvPr id="92" name="Text 85"/>
          <p:cNvSpPr txBox="1"/>
          <p:nvPr/>
        </p:nvSpPr>
        <p:spPr>
          <a:xfrm>
            <a:off x="788944" y="2637797"/>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Save as...</a:t>
            </a:r>
            <a:endParaRPr lang="en-US" sz="800" dirty="0"/>
          </a:p>
        </p:txBody>
      </p:sp>
      <p:sp>
        <p:nvSpPr>
          <p:cNvPr id="93" name="Shape 86"/>
          <p:cNvSpPr/>
          <p:nvPr/>
        </p:nvSpPr>
        <p:spPr>
          <a:xfrm>
            <a:off x="715792" y="2930405"/>
            <a:ext cx="1207008" cy="0"/>
          </a:xfrm>
          <a:prstGeom prst="line">
            <a:avLst/>
          </a:prstGeom>
          <a:noFill/>
          <a:ln w="6350">
            <a:solidFill>
              <a:srgbClr val="DDDDDD"/>
            </a:solidFill>
            <a:prstDash val="solid"/>
          </a:ln>
        </p:spPr>
      </p:sp>
      <p:sp>
        <p:nvSpPr>
          <p:cNvPr id="94" name="Text 87"/>
          <p:cNvSpPr txBox="1"/>
          <p:nvPr/>
        </p:nvSpPr>
        <p:spPr>
          <a:xfrm>
            <a:off x="788944" y="3040133"/>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Export as     ›</a:t>
            </a:r>
            <a:endParaRPr lang="en-US" sz="800" dirty="0"/>
          </a:p>
        </p:txBody>
      </p:sp>
      <p:sp>
        <p:nvSpPr>
          <p:cNvPr id="95" name="Text 88"/>
          <p:cNvSpPr txBox="1"/>
          <p:nvPr/>
        </p:nvSpPr>
        <p:spPr>
          <a:xfrm>
            <a:off x="788944" y="3241301"/>
            <a:ext cx="111556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Print...</a:t>
            </a:r>
            <a:endParaRPr lang="en-US" sz="800" dirty="0"/>
          </a:p>
        </p:txBody>
      </p:sp>
      <p:sp>
        <p:nvSpPr>
          <p:cNvPr id="96" name="Shape 89"/>
          <p:cNvSpPr/>
          <p:nvPr/>
        </p:nvSpPr>
        <p:spPr>
          <a:xfrm>
            <a:off x="1959376" y="3040133"/>
            <a:ext cx="1005840" cy="859536"/>
          </a:xfrm>
          <a:prstGeom prst="rect">
            <a:avLst/>
          </a:prstGeom>
          <a:solidFill>
            <a:srgbClr val="FFFFFF"/>
          </a:solidFill>
          <a:ln w="9525">
            <a:solidFill>
              <a:srgbClr val="AAAAAA"/>
            </a:solidFill>
            <a:prstDash val="solid"/>
          </a:ln>
        </p:spPr>
      </p:sp>
      <p:sp>
        <p:nvSpPr>
          <p:cNvPr id="97" name="Text 90"/>
          <p:cNvSpPr txBox="1"/>
          <p:nvPr/>
        </p:nvSpPr>
        <p:spPr>
          <a:xfrm>
            <a:off x="2069104" y="3067565"/>
            <a:ext cx="8412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PNG...</a:t>
            </a:r>
            <a:endParaRPr lang="en-US" sz="800" dirty="0"/>
          </a:p>
        </p:txBody>
      </p:sp>
      <p:sp>
        <p:nvSpPr>
          <p:cNvPr id="98" name="Text 91"/>
          <p:cNvSpPr txBox="1"/>
          <p:nvPr/>
        </p:nvSpPr>
        <p:spPr>
          <a:xfrm>
            <a:off x="2069104" y="3268733"/>
            <a:ext cx="8412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JPEG...</a:t>
            </a:r>
            <a:endParaRPr lang="en-US" sz="800" dirty="0"/>
          </a:p>
        </p:txBody>
      </p:sp>
      <p:sp>
        <p:nvSpPr>
          <p:cNvPr id="99" name="Text 92"/>
          <p:cNvSpPr txBox="1"/>
          <p:nvPr/>
        </p:nvSpPr>
        <p:spPr>
          <a:xfrm>
            <a:off x="2069104" y="3469901"/>
            <a:ext cx="8412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SVG...</a:t>
            </a:r>
            <a:endParaRPr lang="en-US" sz="800" dirty="0"/>
          </a:p>
        </p:txBody>
      </p:sp>
      <p:sp>
        <p:nvSpPr>
          <p:cNvPr id="100" name="Text 93"/>
          <p:cNvSpPr txBox="1"/>
          <p:nvPr/>
        </p:nvSpPr>
        <p:spPr>
          <a:xfrm>
            <a:off x="2069104" y="3671069"/>
            <a:ext cx="841248" cy="192024"/>
          </a:xfrm>
          <a:prstGeom prst="rect">
            <a:avLst/>
          </a:prstGeom>
          <a:noFill/>
          <a:ln/>
        </p:spPr>
        <p:txBody>
          <a:bodyPr wrap="square" lIns="0" tIns="0" rIns="0" bIns="0" rtlCol="0" anchor="ctr"/>
          <a:lstStyle/>
          <a:p>
            <a:pPr indent="0" marL="0">
              <a:buNone/>
            </a:pPr>
            <a:r>
              <a:rPr lang="en-US" sz="800" dirty="0">
                <a:solidFill>
                  <a:srgbClr val="1E2A26"/>
                </a:solidFill>
                <a:latin typeface="Calibri" pitchFamily="34" charset="0"/>
                <a:ea typeface="Calibri" pitchFamily="34" charset="-122"/>
                <a:cs typeface="Calibri" pitchFamily="34" charset="-120"/>
              </a:rPr>
              <a:t>PDF...</a:t>
            </a:r>
            <a:endParaRPr lang="en-US" sz="800" dirty="0"/>
          </a:p>
        </p:txBody>
      </p:sp>
      <p:sp>
        <p:nvSpPr>
          <p:cNvPr id="101" name="Shape 94"/>
          <p:cNvSpPr/>
          <p:nvPr/>
        </p:nvSpPr>
        <p:spPr>
          <a:xfrm>
            <a:off x="697504" y="3021845"/>
            <a:ext cx="1243584" cy="228600"/>
          </a:xfrm>
          <a:prstGeom prst="roundRect">
            <a:avLst>
              <a:gd name="adj" fmla="val 20000"/>
            </a:avLst>
          </a:prstGeom>
          <a:solidFill>
            <a:srgbClr val="FFFFFF">
              <a:alpha val="0"/>
            </a:srgbClr>
          </a:solidFill>
          <a:ln w="31750">
            <a:solidFill>
              <a:srgbClr val="E53935"/>
            </a:solidFill>
            <a:prstDash val="solid"/>
          </a:ln>
        </p:spPr>
      </p:sp>
      <p:sp>
        <p:nvSpPr>
          <p:cNvPr id="102" name="Shape 95"/>
          <p:cNvSpPr/>
          <p:nvPr/>
        </p:nvSpPr>
        <p:spPr>
          <a:xfrm>
            <a:off x="1803928" y="2884685"/>
            <a:ext cx="274320" cy="274320"/>
          </a:xfrm>
          <a:prstGeom prst="ellipse">
            <a:avLst/>
          </a:prstGeom>
          <a:solidFill>
            <a:srgbClr val="E53935"/>
          </a:solidFill>
          <a:ln w="12700">
            <a:solidFill>
              <a:srgbClr val="FFFFFF"/>
            </a:solidFill>
            <a:prstDash val="solid"/>
          </a:ln>
        </p:spPr>
      </p:sp>
      <p:sp>
        <p:nvSpPr>
          <p:cNvPr id="103" name="Text 96"/>
          <p:cNvSpPr txBox="1"/>
          <p:nvPr/>
        </p:nvSpPr>
        <p:spPr>
          <a:xfrm>
            <a:off x="1803928" y="2884685"/>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pic>
        <p:nvPicPr>
          <p:cNvPr id="104" name="Image 5" descr="preencoded.png">    </p:cNvPr>
          <p:cNvPicPr>
            <a:picLocks noChangeAspect="1"/>
          </p:cNvPicPr>
          <p:nvPr/>
        </p:nvPicPr>
        <p:blipFill>
          <a:blip r:embed="rId6"/>
          <a:stretch>
            <a:fillRect/>
          </a:stretch>
        </p:blipFill>
        <p:spPr>
          <a:xfrm>
            <a:off x="1379647" y="3145746"/>
            <a:ext cx="237744" cy="237744"/>
          </a:xfrm>
          <a:prstGeom prst="rect">
            <a:avLst/>
          </a:prstGeom>
        </p:spPr>
      </p:pic>
      <p:sp>
        <p:nvSpPr>
          <p:cNvPr id="105" name="Shape 97"/>
          <p:cNvSpPr/>
          <p:nvPr/>
        </p:nvSpPr>
        <p:spPr>
          <a:xfrm>
            <a:off x="1977664" y="3049277"/>
            <a:ext cx="969264" cy="228600"/>
          </a:xfrm>
          <a:prstGeom prst="roundRect">
            <a:avLst>
              <a:gd name="adj" fmla="val 20000"/>
            </a:avLst>
          </a:prstGeom>
          <a:solidFill>
            <a:srgbClr val="FFFFFF">
              <a:alpha val="0"/>
            </a:srgbClr>
          </a:solidFill>
          <a:ln w="31750">
            <a:solidFill>
              <a:srgbClr val="E53935"/>
            </a:solidFill>
            <a:prstDash val="solid"/>
          </a:ln>
        </p:spPr>
      </p:sp>
      <p:sp>
        <p:nvSpPr>
          <p:cNvPr id="106" name="Shape 98"/>
          <p:cNvSpPr/>
          <p:nvPr/>
        </p:nvSpPr>
        <p:spPr>
          <a:xfrm>
            <a:off x="2809768" y="2912117"/>
            <a:ext cx="274320" cy="274320"/>
          </a:xfrm>
          <a:prstGeom prst="ellipse">
            <a:avLst/>
          </a:prstGeom>
          <a:solidFill>
            <a:srgbClr val="E53935"/>
          </a:solidFill>
          <a:ln w="12700">
            <a:solidFill>
              <a:srgbClr val="FFFFFF"/>
            </a:solidFill>
            <a:prstDash val="solid"/>
          </a:ln>
        </p:spPr>
      </p:sp>
      <p:sp>
        <p:nvSpPr>
          <p:cNvPr id="107" name="Text 99"/>
          <p:cNvSpPr txBox="1"/>
          <p:nvPr/>
        </p:nvSpPr>
        <p:spPr>
          <a:xfrm>
            <a:off x="2809768" y="2912117"/>
            <a:ext cx="274320" cy="2743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pic>
        <p:nvPicPr>
          <p:cNvPr id="108" name="Image 6" descr="preencoded.png">    </p:cNvPr>
          <p:cNvPicPr>
            <a:picLocks noChangeAspect="1"/>
          </p:cNvPicPr>
          <p:nvPr/>
        </p:nvPicPr>
        <p:blipFill>
          <a:blip r:embed="rId7"/>
          <a:stretch>
            <a:fillRect/>
          </a:stretch>
        </p:blipFill>
        <p:spPr>
          <a:xfrm>
            <a:off x="2508931" y="3173178"/>
            <a:ext cx="237744" cy="237744"/>
          </a:xfrm>
          <a:prstGeom prst="rect">
            <a:avLst/>
          </a:prstGeom>
        </p:spPr>
      </p:pic>
      <p:sp>
        <p:nvSpPr>
          <p:cNvPr id="109" name="Text 100"/>
          <p:cNvSpPr txBox="1"/>
          <p:nvPr/>
        </p:nvSpPr>
        <p:spPr>
          <a:xfrm>
            <a:off x="5989320" y="1051560"/>
            <a:ext cx="2697480" cy="274320"/>
          </a:xfrm>
          <a:prstGeom prst="rect">
            <a:avLst/>
          </a:prstGeom>
          <a:noFill/>
          <a:ln/>
        </p:spPr>
        <p:txBody>
          <a:bodyPr wrap="square" lIns="0" tIns="0" rIns="0" bIns="0" rtlCol="0" anchor="t"/>
          <a:lstStyle/>
          <a:p>
            <a:pPr indent="0" marL="0">
              <a:buNone/>
            </a:pPr>
            <a:r>
              <a:rPr lang="en-US" sz="1200" b="1" spc="200" kern="0" dirty="0">
                <a:solidFill>
                  <a:srgbClr val="D4A017"/>
                </a:solidFill>
                <a:latin typeface="Calibri" pitchFamily="34" charset="0"/>
                <a:ea typeface="Calibri" pitchFamily="34" charset="-122"/>
                <a:cs typeface="Calibri" pitchFamily="34" charset="-120"/>
              </a:rPr>
              <a:t>LANGKAH 8</a:t>
            </a:r>
            <a:endParaRPr lang="en-US" sz="1200" dirty="0"/>
          </a:p>
        </p:txBody>
      </p:sp>
      <p:sp>
        <p:nvSpPr>
          <p:cNvPr id="110" name="Text 101"/>
          <p:cNvSpPr txBox="1"/>
          <p:nvPr/>
        </p:nvSpPr>
        <p:spPr>
          <a:xfrm>
            <a:off x="5989320" y="1325880"/>
            <a:ext cx="2697480" cy="1143000"/>
          </a:xfrm>
          <a:prstGeom prst="rect">
            <a:avLst/>
          </a:prstGeom>
          <a:noFill/>
          <a:ln/>
        </p:spPr>
        <p:txBody>
          <a:bodyPr wrap="square" lIns="0" tIns="0" rIns="0" bIns="0" rtlCol="0" anchor="t"/>
          <a:lstStyle/>
          <a:p>
            <a:pPr indent="0" marL="0">
              <a:buNone/>
            </a:pPr>
            <a:r>
              <a:rPr lang="en-US" sz="1800" b="1" dirty="0">
                <a:solidFill>
                  <a:srgbClr val="0F4C3A"/>
                </a:solidFill>
                <a:latin typeface="Cambria" pitchFamily="34" charset="0"/>
                <a:ea typeface="Cambria" pitchFamily="34" charset="-122"/>
                <a:cs typeface="Cambria" pitchFamily="34" charset="-120"/>
              </a:rPr>
              <a:t>File › Export as › PNG</a:t>
            </a:r>
            <a:endParaRPr lang="en-US" sz="1800" dirty="0"/>
          </a:p>
        </p:txBody>
      </p:sp>
      <p:sp>
        <p:nvSpPr>
          <p:cNvPr id="111" name="Text 102"/>
          <p:cNvSpPr txBox="1"/>
          <p:nvPr/>
        </p:nvSpPr>
        <p:spPr>
          <a:xfrm>
            <a:off x="5989320" y="2487168"/>
            <a:ext cx="2697480" cy="1097280"/>
          </a:xfrm>
          <a:prstGeom prst="rect">
            <a:avLst/>
          </a:prstGeom>
          <a:noFill/>
          <a:ln/>
        </p:spPr>
        <p:txBody>
          <a:bodyPr wrap="square" lIns="0" tIns="0" rIns="0" bIns="0" rtlCol="0" anchor="t"/>
          <a:lstStyle/>
          <a:p>
            <a:pPr indent="0" marL="0">
              <a:buNone/>
            </a:pPr>
            <a:r>
              <a:rPr lang="en-US" sz="1300" dirty="0">
                <a:solidFill>
                  <a:srgbClr val="1E2A26"/>
                </a:solidFill>
                <a:latin typeface="Calibri" pitchFamily="34" charset="0"/>
                <a:ea typeface="Calibri" pitchFamily="34" charset="-122"/>
                <a:cs typeface="Calibri" pitchFamily="34" charset="-120"/>
              </a:rPr>
              <a:t>Klik File › Export as › PNG › Export. Simpan ke Portofolio › Proyek › Kelas9. Simpan juga file .drawio.</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Proyek: Flowchart Sistem Pesantren</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Proyek</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8229600" cy="365760"/>
          </a:xfrm>
          <a:prstGeom prst="rect">
            <a:avLst/>
          </a:prstGeom>
          <a:noFill/>
          <a:ln/>
        </p:spPr>
        <p:txBody>
          <a:bodyPr wrap="square" lIns="0" tIns="0" rIns="0" bIns="0" rtlCol="0" anchor="t"/>
          <a:lstStyle/>
          <a:p>
            <a:pPr indent="0" marL="0">
              <a:buNone/>
            </a:pPr>
            <a:r>
              <a:rPr lang="en-US" sz="1400" i="1" dirty="0">
                <a:solidFill>
                  <a:srgbClr val="5F6F68"/>
                </a:solidFill>
                <a:latin typeface="Calibri" pitchFamily="34" charset="0"/>
                <a:ea typeface="Calibri" pitchFamily="34" charset="-122"/>
                <a:cs typeface="Calibri" pitchFamily="34" charset="-120"/>
              </a:rPr>
              <a:t>Setiap kelompok membuat flowchart satu sistem pesantren (peminjaman buku, absensi, setoran hafalan, atau pendaftaran ekskul) yang:</a:t>
            </a:r>
            <a:endParaRPr lang="en-US" sz="1400" dirty="0"/>
          </a:p>
        </p:txBody>
      </p:sp>
      <p:sp>
        <p:nvSpPr>
          <p:cNvPr id="10" name="Shape 6"/>
          <p:cNvSpPr/>
          <p:nvPr/>
        </p:nvSpPr>
        <p:spPr>
          <a:xfrm>
            <a:off x="457200" y="1554480"/>
            <a:ext cx="8229600" cy="512064"/>
          </a:xfrm>
          <a:prstGeom prst="roundRect">
            <a:avLst>
              <a:gd name="adj" fmla="val 14286"/>
            </a:avLst>
          </a:prstGeom>
          <a:solidFill>
            <a:srgbClr val="E6F2EC"/>
          </a:solidFill>
          <a:ln w="12700">
            <a:solidFill>
              <a:srgbClr val="E6F2EC"/>
            </a:solidFill>
            <a:prstDash val="solid"/>
          </a:ln>
        </p:spPr>
      </p:sp>
      <p:sp>
        <p:nvSpPr>
          <p:cNvPr id="11" name="Shape 7"/>
          <p:cNvSpPr/>
          <p:nvPr/>
        </p:nvSpPr>
        <p:spPr>
          <a:xfrm>
            <a:off x="594360" y="1627632"/>
            <a:ext cx="365760" cy="365760"/>
          </a:xfrm>
          <a:prstGeom prst="ellipse">
            <a:avLst/>
          </a:prstGeom>
          <a:solidFill>
            <a:srgbClr val="1F7A5C"/>
          </a:solidFill>
          <a:ln/>
        </p:spPr>
      </p:sp>
      <p:sp>
        <p:nvSpPr>
          <p:cNvPr id="12" name="Text 8"/>
          <p:cNvSpPr txBox="1"/>
          <p:nvPr/>
        </p:nvSpPr>
        <p:spPr>
          <a:xfrm>
            <a:off x="594360" y="1627632"/>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3" name="Text 9"/>
          <p:cNvSpPr txBox="1"/>
          <p:nvPr/>
        </p:nvSpPr>
        <p:spPr>
          <a:xfrm>
            <a:off x="1143000" y="1554480"/>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Memakai simbol yang benar: oval, proses, keputusan, input/output, panah.</a:t>
            </a:r>
            <a:endParaRPr lang="en-US" sz="1500" dirty="0"/>
          </a:p>
        </p:txBody>
      </p:sp>
      <p:sp>
        <p:nvSpPr>
          <p:cNvPr id="14" name="Shape 10"/>
          <p:cNvSpPr/>
          <p:nvPr/>
        </p:nvSpPr>
        <p:spPr>
          <a:xfrm>
            <a:off x="457200" y="2157984"/>
            <a:ext cx="8229600" cy="512064"/>
          </a:xfrm>
          <a:prstGeom prst="roundRect">
            <a:avLst>
              <a:gd name="adj" fmla="val 14286"/>
            </a:avLst>
          </a:prstGeom>
          <a:solidFill>
            <a:srgbClr val="FFFFFF"/>
          </a:solidFill>
          <a:ln w="12700">
            <a:solidFill>
              <a:srgbClr val="FFFFFF"/>
            </a:solidFill>
            <a:prstDash val="solid"/>
          </a:ln>
        </p:spPr>
      </p:sp>
      <p:sp>
        <p:nvSpPr>
          <p:cNvPr id="15" name="Shape 11"/>
          <p:cNvSpPr/>
          <p:nvPr/>
        </p:nvSpPr>
        <p:spPr>
          <a:xfrm>
            <a:off x="594360" y="2231136"/>
            <a:ext cx="365760" cy="365760"/>
          </a:xfrm>
          <a:prstGeom prst="ellipse">
            <a:avLst/>
          </a:prstGeom>
          <a:solidFill>
            <a:srgbClr val="1F7A5C"/>
          </a:solidFill>
          <a:ln/>
        </p:spPr>
      </p:sp>
      <p:sp>
        <p:nvSpPr>
          <p:cNvPr id="16" name="Text 12"/>
          <p:cNvSpPr txBox="1"/>
          <p:nvPr/>
        </p:nvSpPr>
        <p:spPr>
          <a:xfrm>
            <a:off x="594360" y="2231136"/>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3"/>
          <p:cNvSpPr txBox="1"/>
          <p:nvPr/>
        </p:nvSpPr>
        <p:spPr>
          <a:xfrm>
            <a:off x="1143000" y="2157984"/>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Memiliki Mulai, Selesai, dan minimal 2 keputusan Ya/Tidak.</a:t>
            </a:r>
            <a:endParaRPr lang="en-US" sz="1500" dirty="0"/>
          </a:p>
        </p:txBody>
      </p:sp>
      <p:sp>
        <p:nvSpPr>
          <p:cNvPr id="18" name="Shape 14"/>
          <p:cNvSpPr/>
          <p:nvPr/>
        </p:nvSpPr>
        <p:spPr>
          <a:xfrm>
            <a:off x="457200" y="2761488"/>
            <a:ext cx="8229600" cy="512064"/>
          </a:xfrm>
          <a:prstGeom prst="roundRect">
            <a:avLst>
              <a:gd name="adj" fmla="val 14286"/>
            </a:avLst>
          </a:prstGeom>
          <a:solidFill>
            <a:srgbClr val="E6F2EC"/>
          </a:solidFill>
          <a:ln w="12700">
            <a:solidFill>
              <a:srgbClr val="E6F2EC"/>
            </a:solidFill>
            <a:prstDash val="solid"/>
          </a:ln>
        </p:spPr>
      </p:sp>
      <p:sp>
        <p:nvSpPr>
          <p:cNvPr id="19" name="Shape 15"/>
          <p:cNvSpPr/>
          <p:nvPr/>
        </p:nvSpPr>
        <p:spPr>
          <a:xfrm>
            <a:off x="594360" y="2834640"/>
            <a:ext cx="365760" cy="365760"/>
          </a:xfrm>
          <a:prstGeom prst="ellipse">
            <a:avLst/>
          </a:prstGeom>
          <a:solidFill>
            <a:srgbClr val="1F7A5C"/>
          </a:solidFill>
          <a:ln/>
        </p:spPr>
      </p:sp>
      <p:sp>
        <p:nvSpPr>
          <p:cNvPr id="20" name="Text 16"/>
          <p:cNvSpPr txBox="1"/>
          <p:nvPr/>
        </p:nvSpPr>
        <p:spPr>
          <a:xfrm>
            <a:off x="594360" y="2834640"/>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1" name="Text 17"/>
          <p:cNvSpPr txBox="1"/>
          <p:nvPr/>
        </p:nvSpPr>
        <p:spPr>
          <a:xfrm>
            <a:off x="1143000" y="2761488"/>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Semua jalan berakhir di Selesai, tanpa jalan buntu.</a:t>
            </a:r>
            <a:endParaRPr lang="en-US" sz="1500" dirty="0"/>
          </a:p>
        </p:txBody>
      </p:sp>
      <p:sp>
        <p:nvSpPr>
          <p:cNvPr id="22" name="Shape 18"/>
          <p:cNvSpPr/>
          <p:nvPr/>
        </p:nvSpPr>
        <p:spPr>
          <a:xfrm>
            <a:off x="457200" y="3364992"/>
            <a:ext cx="8229600" cy="512064"/>
          </a:xfrm>
          <a:prstGeom prst="roundRect">
            <a:avLst>
              <a:gd name="adj" fmla="val 14286"/>
            </a:avLst>
          </a:prstGeom>
          <a:solidFill>
            <a:srgbClr val="FFFFFF"/>
          </a:solidFill>
          <a:ln w="12700">
            <a:solidFill>
              <a:srgbClr val="FFFFFF"/>
            </a:solidFill>
            <a:prstDash val="solid"/>
          </a:ln>
        </p:spPr>
      </p:sp>
      <p:sp>
        <p:nvSpPr>
          <p:cNvPr id="23" name="Shape 19"/>
          <p:cNvSpPr/>
          <p:nvPr/>
        </p:nvSpPr>
        <p:spPr>
          <a:xfrm>
            <a:off x="594360" y="3438144"/>
            <a:ext cx="365760" cy="365760"/>
          </a:xfrm>
          <a:prstGeom prst="ellipse">
            <a:avLst/>
          </a:prstGeom>
          <a:solidFill>
            <a:srgbClr val="1F7A5C"/>
          </a:solidFill>
          <a:ln/>
        </p:spPr>
      </p:sp>
      <p:sp>
        <p:nvSpPr>
          <p:cNvPr id="24" name="Text 20"/>
          <p:cNvSpPr txBox="1"/>
          <p:nvPr/>
        </p:nvSpPr>
        <p:spPr>
          <a:xfrm>
            <a:off x="594360" y="3438144"/>
            <a:ext cx="365760" cy="36576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1"/>
          <p:cNvSpPr txBox="1"/>
          <p:nvPr/>
        </p:nvSpPr>
        <p:spPr>
          <a:xfrm>
            <a:off x="1143000" y="3364992"/>
            <a:ext cx="7406640" cy="512064"/>
          </a:xfrm>
          <a:prstGeom prst="rect">
            <a:avLst/>
          </a:prstGeom>
          <a:noFill/>
          <a:ln/>
        </p:spPr>
        <p:txBody>
          <a:bodyPr wrap="square" lIns="0" tIns="0" rIns="0" bIns="0" rtlCol="0" anchor="ctr"/>
          <a:lstStyle/>
          <a:p>
            <a:pPr indent="0" marL="0">
              <a:buNone/>
            </a:pPr>
            <a:r>
              <a:rPr lang="en-US" sz="1500" dirty="0">
                <a:solidFill>
                  <a:srgbClr val="1E2A26"/>
                </a:solidFill>
                <a:latin typeface="Calibri" pitchFamily="34" charset="0"/>
                <a:ea typeface="Calibri" pitchFamily="34" charset="-122"/>
                <a:cs typeface="Calibri" pitchFamily="34" charset="-120"/>
              </a:rPr>
              <a:t>Tersimpan sebagai PNG dan .drawio, dan dipresentasikan.</a:t>
            </a:r>
            <a:endParaRPr lang="en-US" sz="15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0F4C3A"/>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0F4C3A"/>
                </a:solidFill>
                <a:latin typeface="Cambria" pitchFamily="34" charset="0"/>
                <a:ea typeface="Cambria" pitchFamily="34" charset="-122"/>
                <a:cs typeface="Cambria" pitchFamily="34" charset="-120"/>
              </a:rPr>
              <a:t>Cek &amp; Perbaiki</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4800600"/>
            <a:ext cx="7315200" cy="228600"/>
          </a:xfrm>
          <a:prstGeom prst="rect">
            <a:avLst/>
          </a:prstGeom>
          <a:noFill/>
          <a:ln/>
        </p:spPr>
        <p:txBody>
          <a:bodyPr wrap="square" lIns="0" tIns="0" rIns="0" bIns="0" rtlCol="0" anchor="t"/>
          <a:lstStyle/>
          <a:p>
            <a:pPr indent="0" marL="0">
              <a:buNone/>
            </a:pPr>
            <a:r>
              <a:rPr lang="en-US" sz="900" dirty="0">
                <a:solidFill>
                  <a:srgbClr val="5F6F68"/>
                </a:solidFill>
                <a:latin typeface="Calibri" pitchFamily="34" charset="0"/>
                <a:ea typeface="Calibri" pitchFamily="34" charset="-122"/>
                <a:cs typeface="Calibri" pitchFamily="34" charset="-120"/>
              </a:rPr>
              <a:t>PP Wihdatul Ummah Poso  ·  Kelas 3 · Modul 1: Computational Thinking · Pertemuan 03</a:t>
            </a:r>
            <a:endParaRPr lang="en-US" sz="900" dirty="0"/>
          </a:p>
        </p:txBody>
      </p:sp>
      <p:pic>
        <p:nvPicPr>
          <p:cNvPr id="8" name="Image 1" descr="/home/claude/logo.png">    </p:cNvPr>
          <p:cNvPicPr>
            <a:picLocks noChangeAspect="1"/>
          </p:cNvPicPr>
          <p:nvPr/>
        </p:nvPicPr>
        <p:blipFill>
          <a:blip r:embed="rId2"/>
          <a:stretch>
            <a:fillRect/>
          </a:stretch>
        </p:blipFill>
        <p:spPr>
          <a:xfrm>
            <a:off x="8348472" y="4681728"/>
            <a:ext cx="365760" cy="365760"/>
          </a:xfrm>
          <a:prstGeom prst="rect">
            <a:avLst/>
          </a:prstGeom>
        </p:spPr>
      </p:pic>
      <p:sp>
        <p:nvSpPr>
          <p:cNvPr id="9" name="Text 5"/>
          <p:cNvSpPr txBox="1"/>
          <p:nvPr/>
        </p:nvSpPr>
        <p:spPr>
          <a:xfrm>
            <a:off x="457200" y="1097280"/>
            <a:ext cx="7315200" cy="320040"/>
          </a:xfrm>
          <a:prstGeom prst="rect">
            <a:avLst/>
          </a:prstGeom>
          <a:noFill/>
          <a:ln/>
        </p:spPr>
        <p:txBody>
          <a:bodyPr wrap="square" lIns="0" tIns="0" rIns="0" bIns="0" rtlCol="0" anchor="t"/>
          <a:lstStyle/>
          <a:p>
            <a:pPr indent="0" marL="0">
              <a:buNone/>
            </a:pPr>
            <a:r>
              <a:rPr lang="en-US" sz="1300" i="1" dirty="0">
                <a:solidFill>
                  <a:srgbClr val="5F6F68"/>
                </a:solidFill>
                <a:latin typeface="Calibri" pitchFamily="34" charset="0"/>
                <a:ea typeface="Calibri" pitchFamily="34" charset="-122"/>
                <a:cs typeface="Calibri" pitchFamily="34" charset="-120"/>
              </a:rPr>
              <a:t>Periksa hasil kerjamu. Sudahkah...</a:t>
            </a:r>
            <a:endParaRPr lang="en-US" sz="1300" dirty="0"/>
          </a:p>
        </p:txBody>
      </p:sp>
      <p:sp>
        <p:nvSpPr>
          <p:cNvPr id="10" name="Shape 6"/>
          <p:cNvSpPr/>
          <p:nvPr/>
        </p:nvSpPr>
        <p:spPr>
          <a:xfrm>
            <a:off x="457200" y="1554480"/>
            <a:ext cx="4023360" cy="749808"/>
          </a:xfrm>
          <a:prstGeom prst="roundRect">
            <a:avLst>
              <a:gd name="adj" fmla="val 12195"/>
            </a:avLst>
          </a:prstGeom>
          <a:solidFill>
            <a:srgbClr val="E6F2EC"/>
          </a:solidFill>
          <a:ln w="12700">
            <a:solidFill>
              <a:srgbClr val="E6F2EC"/>
            </a:solidFill>
            <a:prstDash val="solid"/>
          </a:ln>
        </p:spPr>
      </p:sp>
      <p:sp>
        <p:nvSpPr>
          <p:cNvPr id="11" name="Shape 7"/>
          <p:cNvSpPr/>
          <p:nvPr/>
        </p:nvSpPr>
        <p:spPr>
          <a:xfrm>
            <a:off x="685800" y="1773936"/>
            <a:ext cx="310896" cy="310896"/>
          </a:xfrm>
          <a:prstGeom prst="roundRect">
            <a:avLst>
              <a:gd name="adj" fmla="val 14706"/>
            </a:avLst>
          </a:prstGeom>
          <a:solidFill>
            <a:srgbClr val="FFFFFF"/>
          </a:solidFill>
          <a:ln w="25400">
            <a:solidFill>
              <a:srgbClr val="1F7A5C"/>
            </a:solidFill>
            <a:prstDash val="solid"/>
          </a:ln>
        </p:spPr>
      </p:sp>
      <p:sp>
        <p:nvSpPr>
          <p:cNvPr id="12" name="Text 8"/>
          <p:cNvSpPr txBox="1"/>
          <p:nvPr/>
        </p:nvSpPr>
        <p:spPr>
          <a:xfrm>
            <a:off x="118872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Simbol dipakai dengan benar</a:t>
            </a:r>
            <a:endParaRPr lang="en-US" sz="1400" dirty="0"/>
          </a:p>
        </p:txBody>
      </p:sp>
      <p:sp>
        <p:nvSpPr>
          <p:cNvPr id="13" name="Shape 9"/>
          <p:cNvSpPr/>
          <p:nvPr/>
        </p:nvSpPr>
        <p:spPr>
          <a:xfrm>
            <a:off x="4663440" y="1554480"/>
            <a:ext cx="4023360" cy="749808"/>
          </a:xfrm>
          <a:prstGeom prst="roundRect">
            <a:avLst>
              <a:gd name="adj" fmla="val 12195"/>
            </a:avLst>
          </a:prstGeom>
          <a:solidFill>
            <a:srgbClr val="E6F2EC"/>
          </a:solidFill>
          <a:ln w="12700">
            <a:solidFill>
              <a:srgbClr val="E6F2EC"/>
            </a:solidFill>
            <a:prstDash val="solid"/>
          </a:ln>
        </p:spPr>
      </p:sp>
      <p:sp>
        <p:nvSpPr>
          <p:cNvPr id="14" name="Shape 10"/>
          <p:cNvSpPr/>
          <p:nvPr/>
        </p:nvSpPr>
        <p:spPr>
          <a:xfrm>
            <a:off x="4892040" y="1773936"/>
            <a:ext cx="310896" cy="310896"/>
          </a:xfrm>
          <a:prstGeom prst="roundRect">
            <a:avLst>
              <a:gd name="adj" fmla="val 14706"/>
            </a:avLst>
          </a:prstGeom>
          <a:solidFill>
            <a:srgbClr val="FFFFFF"/>
          </a:solidFill>
          <a:ln w="25400">
            <a:solidFill>
              <a:srgbClr val="1F7A5C"/>
            </a:solidFill>
            <a:prstDash val="solid"/>
          </a:ln>
        </p:spPr>
      </p:sp>
      <p:sp>
        <p:nvSpPr>
          <p:cNvPr id="15" name="Text 11"/>
          <p:cNvSpPr txBox="1"/>
          <p:nvPr/>
        </p:nvSpPr>
        <p:spPr>
          <a:xfrm>
            <a:off x="5394960" y="16276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Mulai dan Selesai</a:t>
            </a:r>
            <a:endParaRPr lang="en-US" sz="1400" dirty="0"/>
          </a:p>
        </p:txBody>
      </p:sp>
      <p:sp>
        <p:nvSpPr>
          <p:cNvPr id="16" name="Shape 12"/>
          <p:cNvSpPr/>
          <p:nvPr/>
        </p:nvSpPr>
        <p:spPr>
          <a:xfrm>
            <a:off x="457200" y="2468880"/>
            <a:ext cx="4023360" cy="749808"/>
          </a:xfrm>
          <a:prstGeom prst="roundRect">
            <a:avLst>
              <a:gd name="adj" fmla="val 12195"/>
            </a:avLst>
          </a:prstGeom>
          <a:solidFill>
            <a:srgbClr val="E6F2EC"/>
          </a:solidFill>
          <a:ln w="12700">
            <a:solidFill>
              <a:srgbClr val="E6F2EC"/>
            </a:solidFill>
            <a:prstDash val="solid"/>
          </a:ln>
        </p:spPr>
      </p:sp>
      <p:sp>
        <p:nvSpPr>
          <p:cNvPr id="17" name="Shape 13"/>
          <p:cNvSpPr/>
          <p:nvPr/>
        </p:nvSpPr>
        <p:spPr>
          <a:xfrm>
            <a:off x="685800" y="2688336"/>
            <a:ext cx="310896" cy="310896"/>
          </a:xfrm>
          <a:prstGeom prst="roundRect">
            <a:avLst>
              <a:gd name="adj" fmla="val 14706"/>
            </a:avLst>
          </a:prstGeom>
          <a:solidFill>
            <a:srgbClr val="FFFFFF"/>
          </a:solidFill>
          <a:ln w="25400">
            <a:solidFill>
              <a:srgbClr val="1F7A5C"/>
            </a:solidFill>
            <a:prstDash val="solid"/>
          </a:ln>
        </p:spPr>
      </p:sp>
      <p:sp>
        <p:nvSpPr>
          <p:cNvPr id="18" name="Text 14"/>
          <p:cNvSpPr txBox="1"/>
          <p:nvPr/>
        </p:nvSpPr>
        <p:spPr>
          <a:xfrm>
            <a:off x="118872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Ada minimal 1 keputusan Ya/Tidak</a:t>
            </a:r>
            <a:endParaRPr lang="en-US" sz="1400" dirty="0"/>
          </a:p>
        </p:txBody>
      </p:sp>
      <p:sp>
        <p:nvSpPr>
          <p:cNvPr id="19" name="Shape 15"/>
          <p:cNvSpPr/>
          <p:nvPr/>
        </p:nvSpPr>
        <p:spPr>
          <a:xfrm>
            <a:off x="4663440" y="2468880"/>
            <a:ext cx="4023360" cy="749808"/>
          </a:xfrm>
          <a:prstGeom prst="roundRect">
            <a:avLst>
              <a:gd name="adj" fmla="val 12195"/>
            </a:avLst>
          </a:prstGeom>
          <a:solidFill>
            <a:srgbClr val="E6F2EC"/>
          </a:solidFill>
          <a:ln w="12700">
            <a:solidFill>
              <a:srgbClr val="E6F2EC"/>
            </a:solidFill>
            <a:prstDash val="solid"/>
          </a:ln>
        </p:spPr>
      </p:sp>
      <p:sp>
        <p:nvSpPr>
          <p:cNvPr id="20" name="Shape 16"/>
          <p:cNvSpPr/>
          <p:nvPr/>
        </p:nvSpPr>
        <p:spPr>
          <a:xfrm>
            <a:off x="4892040" y="2688336"/>
            <a:ext cx="310896" cy="310896"/>
          </a:xfrm>
          <a:prstGeom prst="roundRect">
            <a:avLst>
              <a:gd name="adj" fmla="val 14706"/>
            </a:avLst>
          </a:prstGeom>
          <a:solidFill>
            <a:srgbClr val="FFFFFF"/>
          </a:solidFill>
          <a:ln w="25400">
            <a:solidFill>
              <a:srgbClr val="1F7A5C"/>
            </a:solidFill>
            <a:prstDash val="solid"/>
          </a:ln>
        </p:spPr>
      </p:sp>
      <p:sp>
        <p:nvSpPr>
          <p:cNvPr id="21" name="Text 17"/>
          <p:cNvSpPr txBox="1"/>
          <p:nvPr/>
        </p:nvSpPr>
        <p:spPr>
          <a:xfrm>
            <a:off x="5394960" y="2542032"/>
            <a:ext cx="3154680" cy="603504"/>
          </a:xfrm>
          <a:prstGeom prst="rect">
            <a:avLst/>
          </a:prstGeom>
          <a:noFill/>
          <a:ln/>
        </p:spPr>
        <p:txBody>
          <a:bodyPr wrap="square" lIns="0" tIns="0" rIns="0" bIns="0" rtlCol="0" anchor="ctr"/>
          <a:lstStyle/>
          <a:p>
            <a:pPr indent="0" marL="0">
              <a:buNone/>
            </a:pPr>
            <a:r>
              <a:rPr lang="en-US" sz="1400" dirty="0">
                <a:solidFill>
                  <a:srgbClr val="1E2A26"/>
                </a:solidFill>
                <a:latin typeface="Calibri" pitchFamily="34" charset="0"/>
                <a:ea typeface="Calibri" pitchFamily="34" charset="-122"/>
                <a:cs typeface="Calibri" pitchFamily="34" charset="-120"/>
              </a:rPr>
              <a:t>Tersimpan sebagai PNG</a:t>
            </a:r>
            <a:endParaRPr lang="en-US" sz="1400" dirty="0"/>
          </a:p>
        </p:txBody>
      </p:sp>
      <p:sp>
        <p:nvSpPr>
          <p:cNvPr id="22" name="Text 18"/>
          <p:cNvSpPr txBox="1"/>
          <p:nvPr/>
        </p:nvSpPr>
        <p:spPr>
          <a:xfrm>
            <a:off x="457200" y="3520440"/>
            <a:ext cx="2743200" cy="274320"/>
          </a:xfrm>
          <a:prstGeom prst="rect">
            <a:avLst/>
          </a:prstGeom>
          <a:noFill/>
          <a:ln/>
        </p:spPr>
        <p:txBody>
          <a:bodyPr wrap="square" lIns="0" tIns="0" rIns="0" bIns="0" rtlCol="0" anchor="t"/>
          <a:lstStyle/>
          <a:p>
            <a:pPr indent="0" marL="0">
              <a:buNone/>
            </a:pPr>
            <a:r>
              <a:rPr lang="en-US" sz="1300" b="1" dirty="0">
                <a:solidFill>
                  <a:srgbClr val="0F4C3A"/>
                </a:solidFill>
                <a:latin typeface="Calibri" pitchFamily="34" charset="0"/>
                <a:ea typeface="Calibri" pitchFamily="34" charset="-122"/>
                <a:cs typeface="Calibri" pitchFamily="34" charset="-120"/>
              </a:rPr>
              <a:t>Jika belum beres:</a:t>
            </a:r>
            <a:endParaRPr lang="en-US" sz="1300" dirty="0"/>
          </a:p>
        </p:txBody>
      </p:sp>
      <p:sp>
        <p:nvSpPr>
          <p:cNvPr id="23" name="Shape 19"/>
          <p:cNvSpPr/>
          <p:nvPr/>
        </p:nvSpPr>
        <p:spPr>
          <a:xfrm>
            <a:off x="457200" y="3886200"/>
            <a:ext cx="1783080" cy="502920"/>
          </a:xfrm>
          <a:prstGeom prst="roundRect">
            <a:avLst>
              <a:gd name="adj" fmla="val 49091"/>
            </a:avLst>
          </a:prstGeom>
          <a:solidFill>
            <a:srgbClr val="0F4C3A"/>
          </a:solidFill>
          <a:ln w="12700">
            <a:solidFill>
              <a:srgbClr val="0F4C3A"/>
            </a:solidFill>
            <a:prstDash val="solid"/>
          </a:ln>
        </p:spPr>
      </p:sp>
      <p:sp>
        <p:nvSpPr>
          <p:cNvPr id="24" name="Text 20"/>
          <p:cNvSpPr txBox="1"/>
          <p:nvPr/>
        </p:nvSpPr>
        <p:spPr>
          <a:xfrm>
            <a:off x="45720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Cek ulang</a:t>
            </a:r>
            <a:endParaRPr lang="en-US" sz="1300" dirty="0"/>
          </a:p>
        </p:txBody>
      </p:sp>
      <p:sp>
        <p:nvSpPr>
          <p:cNvPr id="25" name="Text 21"/>
          <p:cNvSpPr txBox="1"/>
          <p:nvPr/>
        </p:nvSpPr>
        <p:spPr>
          <a:xfrm>
            <a:off x="225856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6" name="Shape 22"/>
          <p:cNvSpPr/>
          <p:nvPr/>
        </p:nvSpPr>
        <p:spPr>
          <a:xfrm>
            <a:off x="2560320" y="3886200"/>
            <a:ext cx="1783080" cy="502920"/>
          </a:xfrm>
          <a:prstGeom prst="roundRect">
            <a:avLst>
              <a:gd name="adj" fmla="val 49091"/>
            </a:avLst>
          </a:prstGeom>
          <a:solidFill>
            <a:srgbClr val="0F4C3A"/>
          </a:solidFill>
          <a:ln w="12700">
            <a:solidFill>
              <a:srgbClr val="0F4C3A"/>
            </a:solidFill>
            <a:prstDash val="solid"/>
          </a:ln>
        </p:spPr>
      </p:sp>
      <p:sp>
        <p:nvSpPr>
          <p:cNvPr id="27" name="Text 23"/>
          <p:cNvSpPr txBox="1"/>
          <p:nvPr/>
        </p:nvSpPr>
        <p:spPr>
          <a:xfrm>
            <a:off x="256032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teman</a:t>
            </a:r>
            <a:endParaRPr lang="en-US" sz="1300" dirty="0"/>
          </a:p>
        </p:txBody>
      </p:sp>
      <p:sp>
        <p:nvSpPr>
          <p:cNvPr id="28" name="Text 24"/>
          <p:cNvSpPr txBox="1"/>
          <p:nvPr/>
        </p:nvSpPr>
        <p:spPr>
          <a:xfrm>
            <a:off x="436168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29" name="Shape 25"/>
          <p:cNvSpPr/>
          <p:nvPr/>
        </p:nvSpPr>
        <p:spPr>
          <a:xfrm>
            <a:off x="4663440" y="3886200"/>
            <a:ext cx="1783080" cy="502920"/>
          </a:xfrm>
          <a:prstGeom prst="roundRect">
            <a:avLst>
              <a:gd name="adj" fmla="val 49091"/>
            </a:avLst>
          </a:prstGeom>
          <a:solidFill>
            <a:srgbClr val="0F4C3A"/>
          </a:solidFill>
          <a:ln w="12700">
            <a:solidFill>
              <a:srgbClr val="0F4C3A"/>
            </a:solidFill>
            <a:prstDash val="solid"/>
          </a:ln>
        </p:spPr>
      </p:sp>
      <p:sp>
        <p:nvSpPr>
          <p:cNvPr id="30" name="Text 26"/>
          <p:cNvSpPr txBox="1"/>
          <p:nvPr/>
        </p:nvSpPr>
        <p:spPr>
          <a:xfrm>
            <a:off x="466344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Tanya guru</a:t>
            </a:r>
            <a:endParaRPr lang="en-US" sz="1300" dirty="0"/>
          </a:p>
        </p:txBody>
      </p:sp>
      <p:sp>
        <p:nvSpPr>
          <p:cNvPr id="31" name="Text 27"/>
          <p:cNvSpPr txBox="1"/>
          <p:nvPr/>
        </p:nvSpPr>
        <p:spPr>
          <a:xfrm>
            <a:off x="6464808" y="3886200"/>
            <a:ext cx="292608" cy="502920"/>
          </a:xfrm>
          <a:prstGeom prst="rect">
            <a:avLst/>
          </a:prstGeom>
          <a:noFill/>
          <a:ln/>
        </p:spPr>
        <p:txBody>
          <a:bodyPr wrap="square" lIns="0" tIns="0" rIns="0" bIns="0" rtlCol="0" anchor="ctr"/>
          <a:lstStyle/>
          <a:p>
            <a:pPr algn="ctr" indent="0" marL="0">
              <a:buNone/>
            </a:pPr>
            <a:r>
              <a:rPr lang="en-US" sz="1800" b="1" dirty="0">
                <a:solidFill>
                  <a:srgbClr val="D4A017"/>
                </a:solidFill>
                <a:latin typeface="Calibri" pitchFamily="34" charset="0"/>
                <a:ea typeface="Calibri" pitchFamily="34" charset="-122"/>
                <a:cs typeface="Calibri" pitchFamily="34" charset="-120"/>
              </a:rPr>
              <a:t>→</a:t>
            </a:r>
            <a:endParaRPr lang="en-US" sz="1800" dirty="0"/>
          </a:p>
        </p:txBody>
      </p:sp>
      <p:sp>
        <p:nvSpPr>
          <p:cNvPr id="32" name="Shape 28"/>
          <p:cNvSpPr/>
          <p:nvPr/>
        </p:nvSpPr>
        <p:spPr>
          <a:xfrm>
            <a:off x="6766560" y="3886200"/>
            <a:ext cx="1783080" cy="502920"/>
          </a:xfrm>
          <a:prstGeom prst="roundRect">
            <a:avLst>
              <a:gd name="adj" fmla="val 49091"/>
            </a:avLst>
          </a:prstGeom>
          <a:solidFill>
            <a:srgbClr val="D4A017"/>
          </a:solidFill>
          <a:ln w="12700">
            <a:solidFill>
              <a:srgbClr val="D4A017"/>
            </a:solidFill>
            <a:prstDash val="solid"/>
          </a:ln>
        </p:spPr>
      </p:sp>
      <p:sp>
        <p:nvSpPr>
          <p:cNvPr id="33" name="Text 29"/>
          <p:cNvSpPr txBox="1"/>
          <p:nvPr/>
        </p:nvSpPr>
        <p:spPr>
          <a:xfrm>
            <a:off x="6766560" y="3886200"/>
            <a:ext cx="178308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Perbaiki &amp; uji</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F4C3A"/>
        </a:solidFill>
      </p:bgPr>
    </p:bg>
    <p:spTree>
      <p:nvGrpSpPr>
        <p:cNvPr id="1" name=""/>
        <p:cNvGrpSpPr/>
        <p:nvPr/>
      </p:nvGrpSpPr>
      <p:grpSpPr>
        <a:xfrm>
          <a:off x="0" y="0"/>
          <a:ext cx="0" cy="0"/>
          <a:chOff x="0" y="0"/>
          <a:chExt cx="0" cy="0"/>
        </a:xfrm>
      </p:grpSpPr>
      <p:sp>
        <p:nvSpPr>
          <p:cNvPr id="2" name="Shape 0"/>
          <p:cNvSpPr/>
          <p:nvPr/>
        </p:nvSpPr>
        <p:spPr>
          <a:xfrm>
            <a:off x="457200" y="329184"/>
            <a:ext cx="566928" cy="566928"/>
          </a:xfrm>
          <a:prstGeom prst="ellipse">
            <a:avLst/>
          </a:prstGeom>
          <a:solidFill>
            <a:srgbClr val="D4A017"/>
          </a:solidFill>
          <a:ln/>
        </p:spPr>
      </p:sp>
      <p:pic>
        <p:nvPicPr>
          <p:cNvPr id="3" name="Image 0" descr="preencoded.png">    </p:cNvPr>
          <p:cNvPicPr>
            <a:picLocks noChangeAspect="1"/>
          </p:cNvPicPr>
          <p:nvPr/>
        </p:nvPicPr>
        <p:blipFill>
          <a:blip r:embed="rId1"/>
          <a:stretch>
            <a:fillRect/>
          </a:stretch>
        </p:blipFill>
        <p:spPr>
          <a:xfrm>
            <a:off x="603504" y="475488"/>
            <a:ext cx="274320" cy="274320"/>
          </a:xfrm>
          <a:prstGeom prst="rect">
            <a:avLst/>
          </a:prstGeom>
        </p:spPr>
      </p:pic>
      <p:sp>
        <p:nvSpPr>
          <p:cNvPr id="4" name="Text 1"/>
          <p:cNvSpPr txBox="1"/>
          <p:nvPr/>
        </p:nvSpPr>
        <p:spPr>
          <a:xfrm>
            <a:off x="1188720" y="329184"/>
            <a:ext cx="621792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Refleksi &amp; Penutup</a:t>
            </a:r>
            <a:endParaRPr lang="en-US" sz="2300" dirty="0"/>
          </a:p>
        </p:txBody>
      </p:sp>
      <p:sp>
        <p:nvSpPr>
          <p:cNvPr id="5" name="Shape 2"/>
          <p:cNvSpPr/>
          <p:nvPr/>
        </p:nvSpPr>
        <p:spPr>
          <a:xfrm>
            <a:off x="7406640" y="420624"/>
            <a:ext cx="1280160" cy="384048"/>
          </a:xfrm>
          <a:prstGeom prst="roundRect">
            <a:avLst>
              <a:gd name="adj" fmla="val 50000"/>
            </a:avLst>
          </a:prstGeom>
          <a:solidFill>
            <a:srgbClr val="D4A017"/>
          </a:solidFill>
          <a:ln w="12700">
            <a:solidFill>
              <a:srgbClr val="D4A017"/>
            </a:solidFill>
            <a:prstDash val="solid"/>
          </a:ln>
        </p:spPr>
      </p:sp>
      <p:sp>
        <p:nvSpPr>
          <p:cNvPr id="6" name="Text 3"/>
          <p:cNvSpPr txBox="1"/>
          <p:nvPr/>
        </p:nvSpPr>
        <p:spPr>
          <a:xfrm>
            <a:off x="7406640" y="420624"/>
            <a:ext cx="128016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10 menit</a:t>
            </a:r>
            <a:endParaRPr lang="en-US" sz="1200" dirty="0"/>
          </a:p>
        </p:txBody>
      </p:sp>
      <p:sp>
        <p:nvSpPr>
          <p:cNvPr id="7" name="Text 4"/>
          <p:cNvSpPr txBox="1"/>
          <p:nvPr/>
        </p:nvSpPr>
        <p:spPr>
          <a:xfrm>
            <a:off x="457200" y="123444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8" name="Text 5"/>
          <p:cNvSpPr txBox="1"/>
          <p:nvPr/>
        </p:nvSpPr>
        <p:spPr>
          <a:xfrm>
            <a:off x="914400" y="123444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Apa kelebihan flowchart dibanding algoritma tertulis?</a:t>
            </a:r>
            <a:endParaRPr lang="en-US" sz="1600" dirty="0"/>
          </a:p>
        </p:txBody>
      </p:sp>
      <p:sp>
        <p:nvSpPr>
          <p:cNvPr id="9" name="Text 6"/>
          <p:cNvSpPr txBox="1"/>
          <p:nvPr/>
        </p:nvSpPr>
        <p:spPr>
          <a:xfrm>
            <a:off x="457200" y="2331720"/>
            <a:ext cx="365760" cy="457200"/>
          </a:xfrm>
          <a:prstGeom prst="rect">
            <a:avLst/>
          </a:prstGeom>
          <a:noFill/>
          <a:ln/>
        </p:spPr>
        <p:txBody>
          <a:bodyPr wrap="square" lIns="0" tIns="0" rIns="0" bIns="0" rtlCol="0" anchor="t"/>
          <a:lstStyle/>
          <a:p>
            <a:pPr indent="0" marL="0">
              <a:buNone/>
            </a:pPr>
            <a:r>
              <a:rPr lang="en-US" sz="2800" b="1" dirty="0">
                <a:solidFill>
                  <a:srgbClr val="D4A017"/>
                </a:solidFill>
                <a:latin typeface="Cambria" pitchFamily="34" charset="0"/>
                <a:ea typeface="Cambria" pitchFamily="34" charset="-122"/>
                <a:cs typeface="Cambria" pitchFamily="34" charset="-120"/>
              </a:rPr>
              <a:t>?</a:t>
            </a:r>
            <a:endParaRPr lang="en-US" sz="2800" dirty="0"/>
          </a:p>
        </p:txBody>
      </p:sp>
      <p:sp>
        <p:nvSpPr>
          <p:cNvPr id="10" name="Text 7"/>
          <p:cNvSpPr txBox="1"/>
          <p:nvPr/>
        </p:nvSpPr>
        <p:spPr>
          <a:xfrm>
            <a:off x="914400" y="2331720"/>
            <a:ext cx="3840480" cy="91440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Sistem pesantren apa lagi yang bisa digambarkan dengan flowchart?</a:t>
            </a:r>
            <a:endParaRPr lang="en-US" sz="1600" dirty="0"/>
          </a:p>
        </p:txBody>
      </p:sp>
      <p:sp>
        <p:nvSpPr>
          <p:cNvPr id="11" name="Shape 8"/>
          <p:cNvSpPr/>
          <p:nvPr/>
        </p:nvSpPr>
        <p:spPr>
          <a:xfrm>
            <a:off x="5120640" y="1188720"/>
            <a:ext cx="3566160" cy="1508760"/>
          </a:xfrm>
          <a:prstGeom prst="roundRect">
            <a:avLst>
              <a:gd name="adj" fmla="val 7273"/>
            </a:avLst>
          </a:prstGeom>
          <a:solidFill>
            <a:srgbClr val="1F7A5C"/>
          </a:solidFill>
          <a:ln w="12700">
            <a:solidFill>
              <a:srgbClr val="1F7A5C"/>
            </a:solidFill>
            <a:prstDash val="solid"/>
          </a:ln>
        </p:spPr>
      </p:sp>
      <p:sp>
        <p:nvSpPr>
          <p:cNvPr id="12" name="Text 9"/>
          <p:cNvSpPr txBox="1"/>
          <p:nvPr/>
        </p:nvSpPr>
        <p:spPr>
          <a:xfrm>
            <a:off x="5349240" y="130759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ADAB DIGITAL</a:t>
            </a:r>
            <a:endParaRPr lang="en-US" sz="1100" dirty="0"/>
          </a:p>
        </p:txBody>
      </p:sp>
      <p:sp>
        <p:nvSpPr>
          <p:cNvPr id="13" name="Text 10"/>
          <p:cNvSpPr txBox="1"/>
          <p:nvPr/>
        </p:nvSpPr>
        <p:spPr>
          <a:xfrm>
            <a:off x="5349240" y="1600200"/>
            <a:ext cx="3154680" cy="1051560"/>
          </a:xfrm>
          <a:prstGeom prst="rect">
            <a:avLst/>
          </a:prstGeom>
          <a:noFill/>
          <a:ln/>
        </p:spPr>
        <p:txBody>
          <a:bodyPr wrap="square" lIns="0" tIns="0" rIns="0" bIns="0" rtlCol="0" anchor="t"/>
          <a:lstStyle/>
          <a:p>
            <a:pPr indent="0" marL="0">
              <a:buNone/>
            </a:pPr>
            <a:r>
              <a:rPr lang="en-US" sz="1300" i="1" dirty="0">
                <a:solidFill>
                  <a:srgbClr val="FFFFFF"/>
                </a:solidFill>
                <a:latin typeface="Calibri" pitchFamily="34" charset="0"/>
                <a:ea typeface="Calibri" pitchFamily="34" charset="-122"/>
                <a:cs typeface="Calibri" pitchFamily="34" charset="-120"/>
              </a:rPr>
              <a:t>Rencanakan sebelum bertindak. Perencanaan yang baik adalah tanda kesungguhan.</a:t>
            </a:r>
            <a:endParaRPr lang="en-US" sz="1300" dirty="0"/>
          </a:p>
        </p:txBody>
      </p:sp>
      <p:sp>
        <p:nvSpPr>
          <p:cNvPr id="14" name="Shape 11"/>
          <p:cNvSpPr/>
          <p:nvPr/>
        </p:nvSpPr>
        <p:spPr>
          <a:xfrm>
            <a:off x="5120640" y="2834640"/>
            <a:ext cx="3566160" cy="1188720"/>
          </a:xfrm>
          <a:prstGeom prst="roundRect">
            <a:avLst>
              <a:gd name="adj" fmla="val 9231"/>
            </a:avLst>
          </a:prstGeom>
          <a:solidFill>
            <a:srgbClr val="1F7A5C"/>
          </a:solidFill>
          <a:ln w="12700">
            <a:solidFill>
              <a:srgbClr val="1F7A5C"/>
            </a:solidFill>
            <a:prstDash val="solid"/>
          </a:ln>
        </p:spPr>
      </p:sp>
      <p:sp>
        <p:nvSpPr>
          <p:cNvPr id="15" name="Text 12"/>
          <p:cNvSpPr txBox="1"/>
          <p:nvPr/>
        </p:nvSpPr>
        <p:spPr>
          <a:xfrm>
            <a:off x="5349240" y="2953512"/>
            <a:ext cx="3108960" cy="274320"/>
          </a:xfrm>
          <a:prstGeom prst="rect">
            <a:avLst/>
          </a:prstGeom>
          <a:noFill/>
          <a:ln/>
        </p:spPr>
        <p:txBody>
          <a:bodyPr wrap="square" lIns="0" tIns="0" rIns="0" bIns="0" rtlCol="0" anchor="t"/>
          <a:lstStyle/>
          <a:p>
            <a:pPr indent="0" marL="0">
              <a:buNone/>
            </a:pPr>
            <a:r>
              <a:rPr lang="en-US" sz="1100" b="1" spc="200" kern="0" dirty="0">
                <a:solidFill>
                  <a:srgbClr val="D4A017"/>
                </a:solidFill>
                <a:latin typeface="Calibri" pitchFamily="34" charset="0"/>
                <a:ea typeface="Calibri" pitchFamily="34" charset="-122"/>
                <a:cs typeface="Calibri" pitchFamily="34" charset="-120"/>
              </a:rPr>
              <a:t>PEKAN DEPAN</a:t>
            </a:r>
            <a:endParaRPr lang="en-US" sz="1100" dirty="0"/>
          </a:p>
        </p:txBody>
      </p:sp>
      <p:sp>
        <p:nvSpPr>
          <p:cNvPr id="16" name="Text 13"/>
          <p:cNvSpPr txBox="1"/>
          <p:nvPr/>
        </p:nvSpPr>
        <p:spPr>
          <a:xfrm>
            <a:off x="5349240" y="3246120"/>
            <a:ext cx="3154680" cy="731520"/>
          </a:xfrm>
          <a:prstGeom prst="rect">
            <a:avLst/>
          </a:prstGeom>
          <a:noFill/>
          <a:ln/>
        </p:spPr>
        <p:txBody>
          <a:bodyPr wrap="square" lIns="0" tIns="0" rIns="0" bIns="0" rtlCol="0" anchor="t"/>
          <a:lstStyle/>
          <a:p>
            <a:pPr indent="0" marL="0">
              <a:buNone/>
            </a:pPr>
            <a:r>
              <a:rPr lang="en-US" sz="1300" dirty="0">
                <a:solidFill>
                  <a:srgbClr val="FFFFFF"/>
                </a:solidFill>
                <a:latin typeface="Calibri" pitchFamily="34" charset="0"/>
                <a:ea typeface="Calibri" pitchFamily="34" charset="-122"/>
                <a:cs typeface="Calibri" pitchFamily="34" charset="-120"/>
              </a:rPr>
              <a:t>Modul 2: Problem Solving.</a:t>
            </a:r>
            <a:endParaRPr lang="en-US" sz="1300" dirty="0"/>
          </a:p>
        </p:txBody>
      </p:sp>
      <p:sp>
        <p:nvSpPr>
          <p:cNvPr id="17" name="Text 14"/>
          <p:cNvSpPr txBox="1"/>
          <p:nvPr/>
        </p:nvSpPr>
        <p:spPr>
          <a:xfrm>
            <a:off x="457200" y="4343400"/>
            <a:ext cx="6858000" cy="320040"/>
          </a:xfrm>
          <a:prstGeom prst="rect">
            <a:avLst/>
          </a:prstGeom>
          <a:noFill/>
          <a:ln/>
        </p:spPr>
        <p:txBody>
          <a:bodyPr wrap="square" lIns="0" tIns="0" rIns="0" bIns="0" rtlCol="0" anchor="t"/>
          <a:lstStyle/>
          <a:p>
            <a:pPr indent="0" marL="0">
              <a:buNone/>
            </a:pPr>
            <a:r>
              <a:rPr lang="en-US" sz="1200" i="1" dirty="0">
                <a:solidFill>
                  <a:srgbClr val="BFE3D3"/>
                </a:solidFill>
                <a:latin typeface="Calibri" pitchFamily="34" charset="0"/>
                <a:ea typeface="Calibri" pitchFamily="34" charset="-122"/>
                <a:cs typeface="Calibri" pitchFamily="34" charset="-120"/>
              </a:rPr>
              <a:t>Tutup dengan hamdalah dan doa kafaratul majelis</a:t>
            </a:r>
            <a:endParaRPr lang="en-US" sz="1200" dirty="0"/>
          </a:p>
        </p:txBody>
      </p:sp>
      <p:pic>
        <p:nvPicPr>
          <p:cNvPr id="18" name="Image 1" descr="/home/claude/logo.png">    </p:cNvPr>
          <p:cNvPicPr>
            <a:picLocks noChangeAspect="1"/>
          </p:cNvPicPr>
          <p:nvPr/>
        </p:nvPicPr>
        <p:blipFill>
          <a:blip r:embed="rId2"/>
          <a:stretch>
            <a:fillRect/>
          </a:stretch>
        </p:blipFill>
        <p:spPr>
          <a:xfrm>
            <a:off x="8229600" y="4206240"/>
            <a:ext cx="502920" cy="5029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Kelas 3 Modul 1 - Computational Thinking</dc:title>
  <dc:subject>PptxGenJS Presentation</dc:subject>
  <dc:creator>PptxGenJS</dc:creator>
  <cp:lastModifiedBy>PptxGenJS</cp:lastModifiedBy>
  <cp:revision>1</cp:revision>
  <dcterms:created xsi:type="dcterms:W3CDTF">2026-10-02T05:55:59Z</dcterms:created>
  <dcterms:modified xsi:type="dcterms:W3CDTF">2026-10-02T05:55:59Z</dcterms:modified>
</cp:coreProperties>
</file>